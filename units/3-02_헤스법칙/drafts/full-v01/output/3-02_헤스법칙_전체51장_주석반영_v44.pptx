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80ec442587b44f4" /><Relationship Type="http://schemas.openxmlformats.org/officeDocument/2006/relationships/extended-properties" Target="/docProps/app.xml" Id="R797d6d4b9c2e4628" /><Relationship Type="http://schemas.openxmlformats.org/officeDocument/2006/relationships/officeDocument" Target="/ppt/presentation.xml" Id="Rff227f23035e4a25" /></Relationships>
</file>

<file path=ppt/presentation.xml><?xml version="1.0" encoding="utf-8"?>
<p:presentation xmlns:p="http://schemas.openxmlformats.org/presentationml/2006/main">
  <p:sldMasterIdLst>
    <p:sldMasterId xmlns:r="http://schemas.openxmlformats.org/officeDocument/2006/relationships" id="2147483648" r:id="R72ef8e7d186b4267"/>
  </p:sldMasterIdLst>
  <p:notesMasterIdLst>
    <p:notesMasterId xmlns:r="http://schemas.openxmlformats.org/officeDocument/2006/relationships" r:id="Rc611e736504c4fee"/>
  </p:notesMasterIdLst>
  <p:sldIdLst>
    <p:sldId xmlns:r="http://schemas.openxmlformats.org/officeDocument/2006/relationships" id="256" r:id="Ra2495411ebae4447"/>
    <p:sldId xmlns:r="http://schemas.openxmlformats.org/officeDocument/2006/relationships" id="257" r:id="Rf4efbda052bd43f6"/>
    <p:sldId xmlns:r="http://schemas.openxmlformats.org/officeDocument/2006/relationships" id="258" r:id="R4cbc4785ba07442f"/>
    <p:sldId xmlns:r="http://schemas.openxmlformats.org/officeDocument/2006/relationships" id="259" r:id="Reb7707f8d3b442df"/>
    <p:sldId xmlns:r="http://schemas.openxmlformats.org/officeDocument/2006/relationships" id="260" r:id="Rbdea62d1aba6447e"/>
    <p:sldId xmlns:r="http://schemas.openxmlformats.org/officeDocument/2006/relationships" id="261" r:id="R87efb6fe4a5447a0"/>
    <p:sldId xmlns:r="http://schemas.openxmlformats.org/officeDocument/2006/relationships" id="262" r:id="Rdd2ae7e740ee4ed0"/>
    <p:sldId xmlns:r="http://schemas.openxmlformats.org/officeDocument/2006/relationships" id="263" r:id="Rdecfe80262f44520"/>
    <p:sldId xmlns:r="http://schemas.openxmlformats.org/officeDocument/2006/relationships" id="264" r:id="R4ba0e0f1d5184ca6"/>
    <p:sldId xmlns:r="http://schemas.openxmlformats.org/officeDocument/2006/relationships" id="265" r:id="R0e17d2ea50974535"/>
    <p:sldId xmlns:r="http://schemas.openxmlformats.org/officeDocument/2006/relationships" id="266" r:id="R6fe61fb13f0c4f22"/>
    <p:sldId xmlns:r="http://schemas.openxmlformats.org/officeDocument/2006/relationships" id="267" r:id="R28689e1844a94a33"/>
    <p:sldId xmlns:r="http://schemas.openxmlformats.org/officeDocument/2006/relationships" id="268" r:id="R542b332c78684d74"/>
    <p:sldId xmlns:r="http://schemas.openxmlformats.org/officeDocument/2006/relationships" id="269" r:id="R0d22c54e6021418e"/>
    <p:sldId xmlns:r="http://schemas.openxmlformats.org/officeDocument/2006/relationships" id="270" r:id="R4715c213329546bc"/>
    <p:sldId xmlns:r="http://schemas.openxmlformats.org/officeDocument/2006/relationships" id="271" r:id="R7cb4e759804d4cf2"/>
    <p:sldId xmlns:r="http://schemas.openxmlformats.org/officeDocument/2006/relationships" id="272" r:id="R6d7fe5becbf3438d"/>
    <p:sldId xmlns:r="http://schemas.openxmlformats.org/officeDocument/2006/relationships" id="273" r:id="Reeb44765ceac4c1d"/>
    <p:sldId xmlns:r="http://schemas.openxmlformats.org/officeDocument/2006/relationships" id="274" r:id="R5a97c5d7a56e44de"/>
    <p:sldId xmlns:r="http://schemas.openxmlformats.org/officeDocument/2006/relationships" id="275" r:id="Rba21dd9b6c1e4c8d"/>
    <p:sldId xmlns:r="http://schemas.openxmlformats.org/officeDocument/2006/relationships" id="276" r:id="R39bd8a812778452a"/>
    <p:sldId xmlns:r="http://schemas.openxmlformats.org/officeDocument/2006/relationships" id="277" r:id="Ra692d23983654dc6"/>
    <p:sldId xmlns:r="http://schemas.openxmlformats.org/officeDocument/2006/relationships" id="278" r:id="Rf6701437fb164ac0"/>
    <p:sldId xmlns:r="http://schemas.openxmlformats.org/officeDocument/2006/relationships" id="279" r:id="R4d9a229b821444f3"/>
    <p:sldId xmlns:r="http://schemas.openxmlformats.org/officeDocument/2006/relationships" id="280" r:id="R4b076180f2f04e33"/>
    <p:sldId xmlns:r="http://schemas.openxmlformats.org/officeDocument/2006/relationships" id="281" r:id="Raaca1a840f9c4614"/>
    <p:sldId xmlns:r="http://schemas.openxmlformats.org/officeDocument/2006/relationships" id="282" r:id="Ra7c9a4d9d0b04daf"/>
    <p:sldId xmlns:r="http://schemas.openxmlformats.org/officeDocument/2006/relationships" id="283" r:id="Rb7c2c64f0edc45fd"/>
    <p:sldId xmlns:r="http://schemas.openxmlformats.org/officeDocument/2006/relationships" id="284" r:id="Rb9507c7339f84b75"/>
    <p:sldId xmlns:r="http://schemas.openxmlformats.org/officeDocument/2006/relationships" id="285" r:id="R62efb29c9d9a46ef"/>
    <p:sldId xmlns:r="http://schemas.openxmlformats.org/officeDocument/2006/relationships" id="286" r:id="R8ab43301c63747ea"/>
    <p:sldId xmlns:r="http://schemas.openxmlformats.org/officeDocument/2006/relationships" id="287" r:id="R938f911f084e4fb0"/>
    <p:sldId xmlns:r="http://schemas.openxmlformats.org/officeDocument/2006/relationships" id="288" r:id="R14f319b2af6b4528"/>
    <p:sldId xmlns:r="http://schemas.openxmlformats.org/officeDocument/2006/relationships" id="289" r:id="R7d75fc40a6e3461e"/>
    <p:sldId xmlns:r="http://schemas.openxmlformats.org/officeDocument/2006/relationships" id="290" r:id="R65d25df4b978404a"/>
    <p:sldId xmlns:r="http://schemas.openxmlformats.org/officeDocument/2006/relationships" id="291" r:id="Rc4ad49cec80343e6"/>
    <p:sldId xmlns:r="http://schemas.openxmlformats.org/officeDocument/2006/relationships" id="292" r:id="Rd3170a7f9cc94911"/>
    <p:sldId xmlns:r="http://schemas.openxmlformats.org/officeDocument/2006/relationships" id="293" r:id="R8f2ee8c9440e43e7"/>
    <p:sldId xmlns:r="http://schemas.openxmlformats.org/officeDocument/2006/relationships" id="294" r:id="R9bfa72d2fa434d9b"/>
    <p:sldId xmlns:r="http://schemas.openxmlformats.org/officeDocument/2006/relationships" id="295" r:id="R0a83626ed6884300"/>
    <p:sldId xmlns:r="http://schemas.openxmlformats.org/officeDocument/2006/relationships" id="296" r:id="R42a24c5a57c24501"/>
    <p:sldId xmlns:r="http://schemas.openxmlformats.org/officeDocument/2006/relationships" id="297" r:id="R68d2c1e9d5a34937"/>
    <p:sldId xmlns:r="http://schemas.openxmlformats.org/officeDocument/2006/relationships" id="298" r:id="Re167b72e725a4901"/>
    <p:sldId xmlns:r="http://schemas.openxmlformats.org/officeDocument/2006/relationships" id="299" r:id="Rab1d573eb53a4204"/>
    <p:sldId xmlns:r="http://schemas.openxmlformats.org/officeDocument/2006/relationships" id="300" r:id="R80d0fe21d84f4e46"/>
    <p:sldId xmlns:r="http://schemas.openxmlformats.org/officeDocument/2006/relationships" id="301" r:id="Rfec86b382da046cd"/>
    <p:sldId xmlns:r="http://schemas.openxmlformats.org/officeDocument/2006/relationships" id="302" r:id="R93d5aebaa8af4897"/>
    <p:sldId xmlns:r="http://schemas.openxmlformats.org/officeDocument/2006/relationships" id="303" r:id="Re214dae5ec664e7e"/>
    <p:sldId xmlns:r="http://schemas.openxmlformats.org/officeDocument/2006/relationships" id="304" r:id="R030a7a22a89f411b"/>
    <p:sldId xmlns:r="http://schemas.openxmlformats.org/officeDocument/2006/relationships" id="305" r:id="R1ab9c717fded49f9"/>
    <p:sldId xmlns:r="http://schemas.openxmlformats.org/officeDocument/2006/relationships" id="306" r:id="R775322108e9c41b2"/>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9e391ae4d78404f" /><Relationship Type="http://schemas.openxmlformats.org/officeDocument/2006/relationships/slideMaster" Target="/ppt/slideMasters/slideMaster1.xml" Id="R72ef8e7d186b4267" /><Relationship Type="http://schemas.openxmlformats.org/officeDocument/2006/relationships/notesMaster" Target="/ppt/notesMasters/notesMaster1.xml" Id="Rc611e736504c4fee" /><Relationship Type="http://schemas.openxmlformats.org/officeDocument/2006/relationships/presProps" Target="/ppt/presProps.xml" Id="Rb1b7085675444f3e" /><Relationship Type="http://schemas.openxmlformats.org/officeDocument/2006/relationships/tableStyles" Target="/ppt/tableStyles.xml" Id="R8edc12774bd84205" /><Relationship Type="http://schemas.openxmlformats.org/officeDocument/2006/relationships/slide" Target="/ppt/slides/slide1.xml" Id="Ra2495411ebae4447" /><Relationship Type="http://schemas.openxmlformats.org/officeDocument/2006/relationships/slide" Target="/ppt/slides/slide2.xml" Id="Rf4efbda052bd43f6" /><Relationship Type="http://schemas.openxmlformats.org/officeDocument/2006/relationships/slide" Target="/ppt/slides/slide3.xml" Id="R4cbc4785ba07442f" /><Relationship Type="http://schemas.openxmlformats.org/officeDocument/2006/relationships/slide" Target="/ppt/slides/slide4.xml" Id="Reb7707f8d3b442df" /><Relationship Type="http://schemas.openxmlformats.org/officeDocument/2006/relationships/slide" Target="/ppt/slides/slide5.xml" Id="Rbdea62d1aba6447e" /><Relationship Type="http://schemas.openxmlformats.org/officeDocument/2006/relationships/slide" Target="/ppt/slides/slide6.xml" Id="R87efb6fe4a5447a0" /><Relationship Type="http://schemas.openxmlformats.org/officeDocument/2006/relationships/slide" Target="/ppt/slides/slide7.xml" Id="Rdd2ae7e740ee4ed0" /><Relationship Type="http://schemas.openxmlformats.org/officeDocument/2006/relationships/slide" Target="/ppt/slides/slide8.xml" Id="Rdecfe80262f44520" /><Relationship Type="http://schemas.openxmlformats.org/officeDocument/2006/relationships/slide" Target="/ppt/slides/slide9.xml" Id="R4ba0e0f1d5184ca6" /><Relationship Type="http://schemas.openxmlformats.org/officeDocument/2006/relationships/slide" Target="/ppt/slides/slide10.xml" Id="R0e17d2ea50974535" /><Relationship Type="http://schemas.openxmlformats.org/officeDocument/2006/relationships/slide" Target="/ppt/slides/slide11.xml" Id="R6fe61fb13f0c4f22" /><Relationship Type="http://schemas.openxmlformats.org/officeDocument/2006/relationships/slide" Target="/ppt/slides/slide12.xml" Id="R28689e1844a94a33" /><Relationship Type="http://schemas.openxmlformats.org/officeDocument/2006/relationships/slide" Target="/ppt/slides/slide13.xml" Id="R542b332c78684d74" /><Relationship Type="http://schemas.openxmlformats.org/officeDocument/2006/relationships/slide" Target="/ppt/slides/slide14.xml" Id="R0d22c54e6021418e" /><Relationship Type="http://schemas.openxmlformats.org/officeDocument/2006/relationships/slide" Target="/ppt/slides/slide15.xml" Id="R4715c213329546bc" /><Relationship Type="http://schemas.openxmlformats.org/officeDocument/2006/relationships/slide" Target="/ppt/slides/slide16.xml" Id="R7cb4e759804d4cf2" /><Relationship Type="http://schemas.openxmlformats.org/officeDocument/2006/relationships/slide" Target="/ppt/slides/slide17.xml" Id="R6d7fe5becbf3438d" /><Relationship Type="http://schemas.openxmlformats.org/officeDocument/2006/relationships/slide" Target="/ppt/slides/slide18.xml" Id="Reeb44765ceac4c1d" /><Relationship Type="http://schemas.openxmlformats.org/officeDocument/2006/relationships/slide" Target="/ppt/slides/slide19.xml" Id="R5a97c5d7a56e44de" /><Relationship Type="http://schemas.openxmlformats.org/officeDocument/2006/relationships/slide" Target="/ppt/slides/slide20.xml" Id="Rba21dd9b6c1e4c8d" /><Relationship Type="http://schemas.openxmlformats.org/officeDocument/2006/relationships/slide" Target="/ppt/slides/slide21.xml" Id="R39bd8a812778452a" /><Relationship Type="http://schemas.openxmlformats.org/officeDocument/2006/relationships/slide" Target="/ppt/slides/slide22.xml" Id="Ra692d23983654dc6" /><Relationship Type="http://schemas.openxmlformats.org/officeDocument/2006/relationships/slide" Target="/ppt/slides/slide23.xml" Id="Rf6701437fb164ac0" /><Relationship Type="http://schemas.openxmlformats.org/officeDocument/2006/relationships/slide" Target="/ppt/slides/slide24.xml" Id="R4d9a229b821444f3" /><Relationship Type="http://schemas.openxmlformats.org/officeDocument/2006/relationships/slide" Target="/ppt/slides/slide25.xml" Id="R4b076180f2f04e33" /><Relationship Type="http://schemas.openxmlformats.org/officeDocument/2006/relationships/slide" Target="/ppt/slides/slide26.xml" Id="Raaca1a840f9c4614" /><Relationship Type="http://schemas.openxmlformats.org/officeDocument/2006/relationships/slide" Target="/ppt/slides/slide27.xml" Id="Ra7c9a4d9d0b04daf" /><Relationship Type="http://schemas.openxmlformats.org/officeDocument/2006/relationships/slide" Target="/ppt/slides/slide28.xml" Id="Rb7c2c64f0edc45fd" /><Relationship Type="http://schemas.openxmlformats.org/officeDocument/2006/relationships/slide" Target="/ppt/slides/slide29.xml" Id="Rb9507c7339f84b75" /><Relationship Type="http://schemas.openxmlformats.org/officeDocument/2006/relationships/slide" Target="/ppt/slides/slide30.xml" Id="R62efb29c9d9a46ef" /><Relationship Type="http://schemas.openxmlformats.org/officeDocument/2006/relationships/slide" Target="/ppt/slides/slide31.xml" Id="R8ab43301c63747ea" /><Relationship Type="http://schemas.openxmlformats.org/officeDocument/2006/relationships/slide" Target="/ppt/slides/slide32.xml" Id="R938f911f084e4fb0" /><Relationship Type="http://schemas.openxmlformats.org/officeDocument/2006/relationships/slide" Target="/ppt/slides/slide33.xml" Id="R14f319b2af6b4528" /><Relationship Type="http://schemas.openxmlformats.org/officeDocument/2006/relationships/slide" Target="/ppt/slides/slide34.xml" Id="R7d75fc40a6e3461e" /><Relationship Type="http://schemas.openxmlformats.org/officeDocument/2006/relationships/slide" Target="/ppt/slides/slide35.xml" Id="R65d25df4b978404a" /><Relationship Type="http://schemas.openxmlformats.org/officeDocument/2006/relationships/slide" Target="/ppt/slides/slide36.xml" Id="Rc4ad49cec80343e6" /><Relationship Type="http://schemas.openxmlformats.org/officeDocument/2006/relationships/slide" Target="/ppt/slides/slide37.xml" Id="Rd3170a7f9cc94911" /><Relationship Type="http://schemas.openxmlformats.org/officeDocument/2006/relationships/slide" Target="/ppt/slides/slide38.xml" Id="R8f2ee8c9440e43e7" /><Relationship Type="http://schemas.openxmlformats.org/officeDocument/2006/relationships/slide" Target="/ppt/slides/slide39.xml" Id="R9bfa72d2fa434d9b" /><Relationship Type="http://schemas.openxmlformats.org/officeDocument/2006/relationships/slide" Target="/ppt/slides/slide40.xml" Id="R0a83626ed6884300" /><Relationship Type="http://schemas.openxmlformats.org/officeDocument/2006/relationships/slide" Target="/ppt/slides/slide41.xml" Id="R42a24c5a57c24501" /><Relationship Type="http://schemas.openxmlformats.org/officeDocument/2006/relationships/slide" Target="/ppt/slides/slide42.xml" Id="R68d2c1e9d5a34937" /><Relationship Type="http://schemas.openxmlformats.org/officeDocument/2006/relationships/slide" Target="/ppt/slides/slide43.xml" Id="Re167b72e725a4901" /><Relationship Type="http://schemas.openxmlformats.org/officeDocument/2006/relationships/slide" Target="/ppt/slides/slide44.xml" Id="Rab1d573eb53a4204" /><Relationship Type="http://schemas.openxmlformats.org/officeDocument/2006/relationships/slide" Target="/ppt/slides/slide45.xml" Id="R80d0fe21d84f4e46" /><Relationship Type="http://schemas.openxmlformats.org/officeDocument/2006/relationships/slide" Target="/ppt/slides/slide46.xml" Id="Rfec86b382da046cd" /><Relationship Type="http://schemas.openxmlformats.org/officeDocument/2006/relationships/slide" Target="/ppt/slides/slide47.xml" Id="R93d5aebaa8af4897" /><Relationship Type="http://schemas.openxmlformats.org/officeDocument/2006/relationships/slide" Target="/ppt/slides/slide48.xml" Id="Re214dae5ec664e7e" /><Relationship Type="http://schemas.openxmlformats.org/officeDocument/2006/relationships/slide" Target="/ppt/slides/slide49.xml" Id="R030a7a22a89f411b" /><Relationship Type="http://schemas.openxmlformats.org/officeDocument/2006/relationships/slide" Target="/ppt/slides/slide50.xml" Id="R1ab9c717fded49f9" /><Relationship Type="http://schemas.openxmlformats.org/officeDocument/2006/relationships/slide" Target="/ppt/slides/slide51.xml" Id="R775322108e9c41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9217101ae4642b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3bcf97ec914dc3" /><Relationship Type="http://schemas.openxmlformats.org/officeDocument/2006/relationships/notesMaster" Target="/ppt/notesMasters/notesMaster1.xml" Id="R8767218c61d844e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7af0e696f764bc9" /><Relationship Type="http://schemas.openxmlformats.org/officeDocument/2006/relationships/notesMaster" Target="/ppt/notesMasters/notesMaster1.xml" Id="R06722512e2414e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7d7b74409bf6432e" /><Relationship Type="http://schemas.openxmlformats.org/officeDocument/2006/relationships/notesMaster" Target="/ppt/notesMasters/notesMaster1.xml" Id="Rda812620d2954286"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fa03f5ae8f4976" /><Relationship Type="http://schemas.openxmlformats.org/officeDocument/2006/relationships/notesMaster" Target="/ppt/notesMasters/notesMaster1.xml" Id="R63bacc73e237486c"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fbd7a1a1354144" /><Relationship Type="http://schemas.openxmlformats.org/officeDocument/2006/relationships/notesMaster" Target="/ppt/notesMasters/notesMaster1.xml" Id="R8ca7c6ce62634679" /></Relationships>
</file>

<file path=ppt/notesSlides/_rels/notesSlide6.xml.rels>&#65279;<?xml version="1.0" encoding="utf-8"?><Relationships xmlns="http://schemas.openxmlformats.org/package/2006/relationships"><Relationship Type="http://schemas.openxmlformats.org/officeDocument/2006/relationships/slide" Target="/ppt/slides/slide6.xml" Id="Rd9750e107df14cc7" /><Relationship Type="http://schemas.openxmlformats.org/officeDocument/2006/relationships/notesMaster" Target="/ppt/notesMasters/notesMaster1.xml" Id="R96d500e8810c43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6dd5777030418e" /><Relationship Type="http://schemas.openxmlformats.org/officeDocument/2006/relationships/notesMaster" Target="/ppt/notesMasters/notesMaster1.xml" Id="Rbd4f0463aff34a0c" /></Relationships>
</file>

<file path=ppt/notesSlides/_rels/notesSlide8.xml.rels>&#65279;<?xml version="1.0" encoding="utf-8"?><Relationships xmlns="http://schemas.openxmlformats.org/package/2006/relationships"><Relationship Type="http://schemas.openxmlformats.org/officeDocument/2006/relationships/slide" Target="/ppt/slides/slide8.xml" Id="Ra9133519152a4137" /><Relationship Type="http://schemas.openxmlformats.org/officeDocument/2006/relationships/notesMaster" Target="/ppt/notesMasters/notesMaster1.xml" Id="Rd18de2deb57f4ea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e973eb2221d4d50" /><Relationship Type="http://schemas.openxmlformats.org/officeDocument/2006/relationships/notesMaster" Target="/ppt/notesMasters/notesMaster1.xml" Id="Rd1261c58b5984a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a420127024b49eb" /><Relationship Type="http://schemas.openxmlformats.org/officeDocument/2006/relationships/notesMaster" Target="/ppt/notesMasters/notesMaster1.xml" Id="R7d91e90b7d7d4a1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b78c4f18af1442c" /><Relationship Type="http://schemas.openxmlformats.org/officeDocument/2006/relationships/notesMaster" Target="/ppt/notesMasters/notesMaster1.xml" Id="R13a217eeb8a84d0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a2d03af36214469" /><Relationship Type="http://schemas.openxmlformats.org/officeDocument/2006/relationships/notesMaster" Target="/ppt/notesMasters/notesMaster1.xml" Id="R9397c9a4540e4317"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1c4da770b0840bc" /><Relationship Type="http://schemas.openxmlformats.org/officeDocument/2006/relationships/notesMaster" Target="/ppt/notesMasters/notesMaster1.xml" Id="R9f49a768cf8847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86637bc5494e36" /><Relationship Type="http://schemas.openxmlformats.org/officeDocument/2006/relationships/notesMaster" Target="/ppt/notesMasters/notesMaster1.xml" Id="R4da002e743a047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22eaf8dc7e84a11" /><Relationship Type="http://schemas.openxmlformats.org/officeDocument/2006/relationships/notesMaster" Target="/ppt/notesMasters/notesMaster1.xml" Id="Re409f7a4e9cc4fa6"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50d79e75e41438c" /><Relationship Type="http://schemas.openxmlformats.org/officeDocument/2006/relationships/notesMaster" Target="/ppt/notesMasters/notesMaster1.xml" Id="R4516bc5d97e8418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2e943f50c724a05" /><Relationship Type="http://schemas.openxmlformats.org/officeDocument/2006/relationships/notesMaster" Target="/ppt/notesMasters/notesMaster1.xml" Id="R305ce5c059384cf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4292c4dd04e4528" /><Relationship Type="http://schemas.openxmlformats.org/officeDocument/2006/relationships/notesMaster" Target="/ppt/notesMasters/notesMaster1.xml" Id="R0491683aa13c4a8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60d53c006e045b6" /><Relationship Type="http://schemas.openxmlformats.org/officeDocument/2006/relationships/notesMaster" Target="/ppt/notesMasters/notesMaster1.xml" Id="R2cfc930b5ab54e7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2b525c8d30724b8d" /><Relationship Type="http://schemas.openxmlformats.org/officeDocument/2006/relationships/notesMaster" Target="/ppt/notesMasters/notesMaster1.xml" Id="R995b2341ee2a444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5b944f745c842d6" /><Relationship Type="http://schemas.openxmlformats.org/officeDocument/2006/relationships/notesMaster" Target="/ppt/notesMasters/notesMaster1.xml" Id="R0b55f3e680704e4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365982e624a42fb" /><Relationship Type="http://schemas.openxmlformats.org/officeDocument/2006/relationships/notesMaster" Target="/ppt/notesMasters/notesMaster1.xml" Id="R21fc44266adc4c8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e073383638f40bf" /><Relationship Type="http://schemas.openxmlformats.org/officeDocument/2006/relationships/notesMaster" Target="/ppt/notesMasters/notesMaster1.xml" Id="R299426c5068e4b84"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9bc8ee3512534012" /><Relationship Type="http://schemas.openxmlformats.org/officeDocument/2006/relationships/notesMaster" Target="/ppt/notesMasters/notesMaster1.xml" Id="Re923d8448bb44e8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be250dbc96b4b06" /><Relationship Type="http://schemas.openxmlformats.org/officeDocument/2006/relationships/notesMaster" Target="/ppt/notesMasters/notesMaster1.xml" Id="R400c7b9792ac481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6857439c60b4c12" /><Relationship Type="http://schemas.openxmlformats.org/officeDocument/2006/relationships/notesMaster" Target="/ppt/notesMasters/notesMaster1.xml" Id="R9dff3916914e4b3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8527f1b0c894d7c" /><Relationship Type="http://schemas.openxmlformats.org/officeDocument/2006/relationships/notesMaster" Target="/ppt/notesMasters/notesMaster1.xml" Id="Ra6599c93a483433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1493f21407be4b1b" /><Relationship Type="http://schemas.openxmlformats.org/officeDocument/2006/relationships/notesMaster" Target="/ppt/notesMasters/notesMaster1.xml" Id="R0245a931881f442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52f8b25fddc4654" /><Relationship Type="http://schemas.openxmlformats.org/officeDocument/2006/relationships/notesMaster" Target="/ppt/notesMasters/notesMaster1.xml" Id="R9fb16554476b425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e1803230cca44a8e" /><Relationship Type="http://schemas.openxmlformats.org/officeDocument/2006/relationships/notesMaster" Target="/ppt/notesMasters/notesMaster1.xml" Id="Rf090ba1d0c934a25"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d483d8063a7a4313" /><Relationship Type="http://schemas.openxmlformats.org/officeDocument/2006/relationships/notesMaster" Target="/ppt/notesMasters/notesMaster1.xml" Id="Rc7e862e0d94c454a"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dd65767c0ba34e7b" /><Relationship Type="http://schemas.openxmlformats.org/officeDocument/2006/relationships/notesMaster" Target="/ppt/notesMasters/notesMaster1.xml" Id="R619b756b303747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c2b7d991881c4ed3" /><Relationship Type="http://schemas.openxmlformats.org/officeDocument/2006/relationships/notesMaster" Target="/ppt/notesMasters/notesMaster1.xml" Id="Rb98eb45758544c5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3e6a56dae4a84803" /><Relationship Type="http://schemas.openxmlformats.org/officeDocument/2006/relationships/notesMaster" Target="/ppt/notesMasters/notesMaster1.xml" Id="R12fa70f9ccea45d9"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38279d4c85b46db" /><Relationship Type="http://schemas.openxmlformats.org/officeDocument/2006/relationships/notesMaster" Target="/ppt/notesMasters/notesMaster1.xml" Id="R39b5259ab8674541"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9de84b514444a2c" /><Relationship Type="http://schemas.openxmlformats.org/officeDocument/2006/relationships/notesMaster" Target="/ppt/notesMasters/notesMaster1.xml" Id="Rb9afbd85dda449d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f4a5c1beb7c7487a" /><Relationship Type="http://schemas.openxmlformats.org/officeDocument/2006/relationships/notesMaster" Target="/ppt/notesMasters/notesMaster1.xml" Id="Ra1da660371ed486b"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f740c87cbfe4282" /><Relationship Type="http://schemas.openxmlformats.org/officeDocument/2006/relationships/notesMaster" Target="/ppt/notesMasters/notesMaster1.xml" Id="Rf5bca5c9f6e74ce7"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3c88f7fade344cab" /><Relationship Type="http://schemas.openxmlformats.org/officeDocument/2006/relationships/notesMaster" Target="/ppt/notesMasters/notesMaster1.xml" Id="R22718cca344b4a9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65efb9b87ce4222" /><Relationship Type="http://schemas.openxmlformats.org/officeDocument/2006/relationships/notesMaster" Target="/ppt/notesMasters/notesMaster1.xml" Id="Rf59ed16c63f74217"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36f320d73b0442aa" /><Relationship Type="http://schemas.openxmlformats.org/officeDocument/2006/relationships/notesMaster" Target="/ppt/notesMasters/notesMaster1.xml" Id="Reba2919a7b70476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7a0e8b2a99064def" /><Relationship Type="http://schemas.openxmlformats.org/officeDocument/2006/relationships/notesMaster" Target="/ppt/notesMasters/notesMaster1.xml" Id="Rf8d3b7cf96de42a8"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8124e032c6234769" /><Relationship Type="http://schemas.openxmlformats.org/officeDocument/2006/relationships/notesMaster" Target="/ppt/notesMasters/notesMaster1.xml" Id="R1ae5e475c08c4401"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16a9245b6695445d" /><Relationship Type="http://schemas.openxmlformats.org/officeDocument/2006/relationships/notesMaster" Target="/ppt/notesMasters/notesMaster1.xml" Id="R63034bd5cd3f4865"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10127ccbaea4adb" /><Relationship Type="http://schemas.openxmlformats.org/officeDocument/2006/relationships/notesMaster" Target="/ppt/notesMasters/notesMaster1.xml" Id="R34b97ecca8b642af"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eec6d6197a7469d" /><Relationship Type="http://schemas.openxmlformats.org/officeDocument/2006/relationships/notesMaster" Target="/ppt/notesMasters/notesMaster1.xml" Id="Rfc57c670d66b481b"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11b8ed3aff74914" /><Relationship Type="http://schemas.openxmlformats.org/officeDocument/2006/relationships/notesMaster" Target="/ppt/notesMasters/notesMaster1.xml" Id="R23d2029ea917406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f6ab014b4854fa5" /><Relationship Type="http://schemas.openxmlformats.org/officeDocument/2006/relationships/notesMaster" Target="/ppt/notesMasters/notesMaster1.xml" Id="Rd48a8b5899ef40d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6757735440f0480a" /><Relationship Type="http://schemas.openxmlformats.org/officeDocument/2006/relationships/notesMaster" Target="/ppt/notesMasters/notesMaster1.xml" Id="R44dff063007e4f6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4b479e8a743144c3" /><Relationship Type="http://schemas.openxmlformats.org/officeDocument/2006/relationships/notesMaster" Target="/ppt/notesMasters/notesMaster1.xml" Id="Rb97b769235314ea1"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f8cd8096b188470a" /><Relationship Type="http://schemas.openxmlformats.org/officeDocument/2006/relationships/notesMaster" Target="/ppt/notesMasters/notesMaster1.xml" Id="Re5984052c04c477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1/50. 표지</a:t>
            </a:r>
          </a:p>
          <a:p xmlns:a="http://schemas.openxmlformats.org/drawingml/2006/main">
            <a:r>
              <a:t>발화·지도: 산 모형의 두 길을 보고 같은 출발점과 정상 사이에서 변하지 않는 것은 무엇인지 생각하게 한다.</a:t>
            </a:r>
          </a:p>
          <a:p xmlns:a="http://schemas.openxmlformats.org/drawingml/2006/main">
            <a:r>
              <a:t>출처: 사용자 지정 등록 원본 인물 참조 표지; assets/diamond-v14/provenance.json.</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2/50. 동기 유발</a:t>
            </a:r>
          </a:p>
          <a:p xmlns:a="http://schemas.openxmlformats.org/drawingml/2006/main">
            <a:r>
              <a:t>발화·지도: 걸어간 거리와 높이 차를 구별한다. 경로가 달라도 출발점과 도착점이 같으면 높이 차는 같다. 걷는 거리나 신체가 소비하는 에너지를 반응 엔탈피와 동일시하지 않는다.</a:t>
            </a:r>
          </a:p>
          <a:p xmlns:a="http://schemas.openxmlformats.org/drawingml/2006/main">
            <a:r>
              <a:t>출처: 천재 물질과 에너지82쪽; 사용자 지정 두 인물 등산 장면.</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3/50. 수업 목차</a:t>
            </a:r>
          </a:p>
          <a:p xmlns:a="http://schemas.openxmlformats.org/drawingml/2006/main">
            <a:r>
              <a:t>발화·지도: 원리·계산·생성 엔탈피·실험의 네 흐름</a:t>
            </a:r>
          </a:p>
          <a:p xmlns:a="http://schemas.openxmlformats.org/drawingml/2006/main">
            <a:r>
              <a:t>출처: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4/50. 학습 목표</a:t>
            </a:r>
          </a:p>
          <a:p xmlns:a="http://schemas.openxmlformats.org/drawingml/2006/main">
            <a:r>
              <a:t>발화·지도: 경로를 비교하고 반응 엔탈피를 구해 실험 자료를 해석한다</a:t>
            </a:r>
          </a:p>
          <a:p xmlns:a="http://schemas.openxmlformats.org/drawingml/2006/main">
            <a:r>
              <a:t>출처: STD22; W22 118~123.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5/50. Part 1 헤스 법칙</a:t>
            </a:r>
          </a:p>
          <a:p xmlns:a="http://schemas.openxmlformats.org/drawingml/2006/main">
            <a:r>
              <a:t>발화·지도: 같은 반응이 다른 경로로 일어나면 출입하는 열도 달라질까?</a:t>
            </a:r>
          </a:p>
          <a:p xmlns:a="http://schemas.openxmlformats.org/drawingml/2006/main">
            <a:r>
              <a:t>출처: W22 118.</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6/50. 헤스 법칙</a:t>
            </a:r>
          </a:p>
          <a:p xmlns:a="http://schemas.openxmlformats.org/drawingml/2006/main">
            <a:r>
              <a:t>발화·지도: 반응물과 생성물의 종류·상태·양 및 온도·압력 조건을 맞추면 반응 경로와 관계없이 반응 엔탈피가 같다. 총 열량 불변의 법칙이라는 이름과 간접 측정의 유용성을 연결한다.</a:t>
            </a:r>
          </a:p>
          <a:p xmlns:a="http://schemas.openxmlformats.org/drawingml/2006/main">
            <a:r>
              <a:t>출처: 천재83~84쪽; 2022 완자118쪽.</a:t>
            </a:r>
          </a:p>
          <a:p xmlns:a="http://schemas.openxmlformats.org/drawingml/2006/main">
            <a:r>
              <a:t>수업 자료: 반응식·그래프는 교과서·완자 원본 이미지, 개념 질문의 인물은 등록 원본을 참조한 파생 삽화.</a:t>
            </a:r>
          </a:p>
          <a:p xmlns:a="http://schemas.openxmlformats.org/drawingml/2006/main">
            <a:r>
              <a:t>헤스 캐릭터: 사용자 제공 역사 초상화 기준 신규 생성. 클라우지우스/볼츠만 시리즈 스타일 참조. 실물 사진 아님.</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7/50. 같은 반응을 비교하려면</a:t>
            </a:r>
          </a:p>
          <a:p xmlns:a="http://schemas.openxmlformats.org/drawingml/2006/main">
            <a:r>
              <a:t>발화·지도: 시작·끝의 종류·상태·양과 온도·압력 조건을 맞춰 비교한다</a:t>
            </a:r>
          </a:p>
          <a:p xmlns:a="http://schemas.openxmlformats.org/drawingml/2006/main">
            <a:r>
              <a:t>출처: W22 118~119; 3-01 선수 개념.</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8/50. 경로별 반응 엔탈피</a:t>
            </a:r>
          </a:p>
          <a:p xmlns:a="http://schemas.openxmlformats.org/drawingml/2006/main">
            <a:r>
              <a:t>발화·지도: 교과서 그래프의 직접 경로는-189.3kJ, 두 단계는-76.9kJ와-112.4kJ이다. 같은 처음과 끝을 연결하는 화살표를 읽고 합이 같음을 확인한다.</a:t>
            </a:r>
          </a:p>
          <a:p xmlns:a="http://schemas.openxmlformats.org/drawingml/2006/main">
            <a:r>
              <a:t>출처: 천재84쪽 그림III-8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요청 순환형 경로 도식. 신규 생성 이미지이며 완자 원본 그림을 사용하지 않았다. 수치 근거 천재 물질과 에너지85쪽: 직접393.5, CO산화283.0, CO생성110.5 kJ 방출. ΔH1=ΔH3+ΔH2. 처음·끝 상태 및 산소 양이 같음을 비교한다.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9/50. 반응식의 합</a:t>
            </a:r>
          </a:p>
          <a:p xmlns:a="http://schemas.openxmlformats.org/drawingml/2006/main">
            <a:r>
              <a:t>발화·지도: CaO와 물의 반응에서 생긴 Ca(OH)2를 다음 반응에서 소비한다. 중간 물질과 양변의 물1mol을 소거하면 CaO와HCl의 직접 반응이 남는다. -76.9+(-112.4)=-189.3kJ.</a:t>
            </a:r>
          </a:p>
          <a:p xmlns:a="http://schemas.openxmlformats.org/drawingml/2006/main">
            <a:r>
              <a:t>출처: 천재84쪽 원본 세 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10/50. 계수와 반응 엔탈피</a:t>
            </a:r>
          </a:p>
          <a:p xmlns:a="http://schemas.openxmlformats.org/drawingml/2006/main">
            <a:r>
              <a:t>발화·지도: 수소와 산소로 액체 물1mol을 만드는 반응을2배하면 물2mol이 생성되고 출입하는 열도2배가 된다. -285.8kJ와-571.6kJ를 대응한다.</a:t>
            </a:r>
          </a:p>
          <a:p xmlns:a="http://schemas.openxmlformats.org/drawingml/2006/main">
            <a:r>
              <a:t>출처: 천재76쪽 원본 계수 비교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11/50. 역반응의 엔탈피</a:t>
            </a:r>
          </a:p>
          <a:p xmlns:a="http://schemas.openxmlformats.org/drawingml/2006/main">
            <a:r>
              <a:t>발화·지도: 메테인 생성 반응과 분해 반응은 방향이 반대다. -74.8kJ/mol과+74.8kJ/mol은 절댓값이 같고 부호가 반대임을 확인한다.</a:t>
            </a:r>
          </a:p>
          <a:p xmlns:a="http://schemas.openxmlformats.org/drawingml/2006/main">
            <a:r>
              <a:t>출처: 천재86쪽 생성식·87쪽 과정1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12/50. 열화학 반응식의 세 가지 조작</a:t>
            </a:r>
          </a:p>
          <a:p xmlns:a="http://schemas.openxmlformats.org/drawingml/2006/main">
            <a:r>
              <a:t>발화·지도: 반응식의 배수·역반응·합에 ΔH도 같은 조작을 적용한다</a:t>
            </a:r>
          </a:p>
          <a:p xmlns:a="http://schemas.openxmlformats.org/drawingml/2006/main">
            <a:r>
              <a:t>출처: W22 118~119·122.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13/50. Part 2 반응 엔탈피 구하기</a:t>
            </a:r>
          </a:p>
          <a:p xmlns:a="http://schemas.openxmlformats.org/drawingml/2006/main">
            <a:r>
              <a:t>발화·지도: 직접 측정하기 어려운 반응의 ΔH를 다른 반응으로 구할 수 있을까?</a:t>
            </a:r>
          </a:p>
          <a:p xmlns:a="http://schemas.openxmlformats.org/drawingml/2006/main">
            <a:r>
              <a:t>출처: W22 119.</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14/50. CO 생성열을 직접 재기 어려운 까닭</a:t>
            </a:r>
          </a:p>
          <a:p xmlns:a="http://schemas.openxmlformats.org/drawingml/2006/main">
            <a:r>
              <a:t>발화·지도: 탄소의 불완전 연소에서는 CO2도 함께 생길 수 있다</a:t>
            </a:r>
          </a:p>
          <a:p xmlns:a="http://schemas.openxmlformats.org/drawingml/2006/main">
            <a:r>
              <a:t>출처: W22 119 탄소 연소 본문.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15/50. 목표 반응과 자료</a:t>
            </a:r>
          </a:p>
          <a:p xmlns:a="http://schemas.openxmlformats.org/drawingml/2006/main">
            <a:r>
              <a:t>발화·지도: 목표는 흑연으로CO1mol을 만드는 반응이다. CO2가 생기는 두 연소 반응의 측정값을 이용한다.</a:t>
            </a:r>
          </a:p>
          <a:p xmlns:a="http://schemas.openxmlformats.org/drawingml/2006/main">
            <a:r>
              <a:t>출처: 천재85쪽 예제 원본 세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16/50. CO2 소거</a:t>
            </a:r>
          </a:p>
          <a:p xmlns:a="http://schemas.openxmlformats.org/drawingml/2006/main">
            <a:r>
              <a:t>발화·지도: 흑연 연소식에서 CO 연소식을 뺀다. 이는 두 번째 반응을 역으로 하여 더하는 것과 같다. CO2가 소거되고 산소1/2mol이 남는다.</a:t>
            </a:r>
          </a:p>
          <a:p xmlns:a="http://schemas.openxmlformats.org/drawingml/2006/main">
            <a:r>
              <a:t>출처: 천재85쪽 예제 식 조합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17/50. CO 생성 엔탈피</a:t>
            </a:r>
          </a:p>
          <a:p xmlns:a="http://schemas.openxmlformats.org/drawingml/2006/main">
            <a:r>
              <a:t>발화·지도: 목표식에 대응하는 ΔH3=ΔH1−ΔH2이다. -393.5−(-283.0)=-110.5kJ. 두 음수를 빼는 부호 계산과 생성되는CO1mol 기준을 확인한다.</a:t>
            </a:r>
          </a:p>
          <a:p xmlns:a="http://schemas.openxmlformats.org/drawingml/2006/main">
            <a:r>
              <a:t>출처: 천재85쪽 원본 반응식·수치.</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18/50. 흑연과 다이아몬드</a:t>
            </a:r>
          </a:p>
          <a:p xmlns:a="http://schemas.openxmlformats.org/drawingml/2006/main">
            <a:r>
              <a:t>발화·지도: 보통 조건에서 흑연이 다이아몬드로 변하는 반응은 직접 열량을 측정하기 어렵다. 두 동소체의 연소열로 전환 반응의 엔탈피를 간접 계산한다. 캐릭터의 손으로 누르는 모습은 상상 장면이며 실제 합성 절차가 아니다.</a:t>
            </a:r>
          </a:p>
          <a:p xmlns:a="http://schemas.openxmlformats.org/drawingml/2006/main">
            <a:r>
              <a:t>출처: 2015 완자137쪽 원본 목표식; 2022 완자127쪽Q7; 천재86쪽.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19/50. 연소열의 차</a:t>
            </a:r>
          </a:p>
          <a:p xmlns:a="http://schemas.openxmlformats.org/drawingml/2006/main">
            <a:r>
              <a:t>발화·지도: 흑연 연소 반응에서 다이아몬드 연소 반응을 빼면 산소와CO2가 소거된다. -393.5−(-395.4)=+1.9kJ로 흡열이다. 25°C1기압의 완자 반올림 자료이며 천재86쪽1.88과 표시 정밀도를 섞지 않는다.</a:t>
            </a:r>
          </a:p>
          <a:p xmlns:a="http://schemas.openxmlformats.org/drawingml/2006/main">
            <a:r>
              <a:t>출처: 2022 완자127쪽Q7; 2015 완자137쪽.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20/50. 헤스 법칙 계산의 순서</a:t>
            </a:r>
          </a:p>
          <a:p xmlns:a="http://schemas.openxmlformats.org/drawingml/2006/main">
            <a:r>
              <a:t>발화·지도: 목표식 확인→방향·계수 조절→물질 소거→ΔH 계산 순서로 푼다</a:t>
            </a:r>
          </a:p>
          <a:p xmlns:a="http://schemas.openxmlformats.org/drawingml/2006/main">
            <a:r>
              <a:t>출처: W22 122 비법 특강.</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21/50. 황 산화 반응 문제</a:t>
            </a:r>
          </a:p>
          <a:p xmlns:a="http://schemas.openxmlformats.org/drawingml/2006/main">
            <a:r>
              <a:t>발화·지도: 주어진 두 반응에서 목표SO2의 계수2와SO3의 생성물 위치를 먼저 확인한다. 정답은 다음 장에서 공개한다.</a:t>
            </a:r>
          </a:p>
          <a:p xmlns:a="http://schemas.openxmlformats.org/drawingml/2006/main">
            <a:r>
              <a:t>출처: 2022 완자122쪽Q2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22/50. 황 산화 반응 검산</a:t>
            </a:r>
          </a:p>
          <a:p xmlns:a="http://schemas.openxmlformats.org/drawingml/2006/main">
            <a:r>
              <a:t>발화·지도: 첫 반응을2배해 둘째 반응에서 빼면 목표식이 된다. -791−2×(-297)=-197kJ. 원소 수와 반응 엔탈피 부호를 함께 확인한다.</a:t>
            </a:r>
          </a:p>
          <a:p xmlns:a="http://schemas.openxmlformats.org/drawingml/2006/main">
            <a:r>
              <a:t>출처: 2022 완자122쪽Q2 원본·해설.</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23/50. 그래프와 관계식</a:t>
            </a:r>
          </a:p>
          <a:p xmlns:a="http://schemas.openxmlformats.org/drawingml/2006/main">
            <a:r>
              <a:t>발화·지도: 전체 반응 ΔH1은 중간CO를 거치는 ΔH3와 ΔH2의 합이다. 알고 싶은 ΔH3를 구하도록 식을 이항한다.</a:t>
            </a:r>
          </a:p>
          <a:p xmlns:a="http://schemas.openxmlformats.org/drawingml/2006/main">
            <a:r>
              <a:t>출처: 천재85쪽 엔탈피 그림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24/50. Part 3 표준 생성 엔탈피</a:t>
            </a:r>
          </a:p>
          <a:p xmlns:a="http://schemas.openxmlformats.org/drawingml/2006/main">
            <a:r>
              <a:t>발화·지도: 물질마다 같은 기준의 생성 엔탈피를 알면 어떤 반응의 열도 구할 수 있을까?</a:t>
            </a:r>
          </a:p>
          <a:p xmlns:a="http://schemas.openxmlformats.org/drawingml/2006/main">
            <a:r>
              <a:t>출처: W22 121; T 대조 미완료.</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25/50. 표준 생성 엔탈피</a:t>
            </a:r>
          </a:p>
          <a:p xmlns:a="http://schemas.openxmlformats.org/drawingml/2006/main">
            <a:r>
              <a:t>발화·지도: 표준 상태의 가장 안정한 성분 원소로부터 물질1mol이 생성될 때의 반응 엔탈피다. 원본 물 생성 반응식의 계수와 생성물 상태를 확인한다. 이 자료는25°C 값이다.</a:t>
            </a:r>
          </a:p>
          <a:p xmlns:a="http://schemas.openxmlformats.org/drawingml/2006/main">
            <a:r>
              <a:t>출처: 천재86쪽 정의 및85쪽 물 생성식;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26/50. 아래첨자 f와 윗첨자 °의 뜻</a:t>
            </a:r>
          </a:p>
          <a:p xmlns:a="http://schemas.openxmlformats.org/drawingml/2006/main">
            <a:r>
              <a:t>발화·지도: 완자121쪽 정의·파란 주석. f는formation의약자로생성을뜻한다. 위첨자°는표준상태이며0°C라는뜻이아니다. H만수학기호로기울인다. 원문과같이f를아래첨자,°를윗첨자로시각적으로배치했다.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27/50. 표준 상태는 비교를 위한 기준</a:t>
            </a:r>
          </a:p>
          <a:p xmlns:a="http://schemas.openxmlformats.org/drawingml/2006/main">
            <a:r>
              <a:t>발화·지도: 완자121쪽오른쪽표준상태설명에맞춘학교수업용기준. 열역학표준상태는규약상기준으로기체는이상거동등의정의가따르지만이번기본수업에서는확장하지않는다. 현대IUPAC표준압력1bar와교재의1기압을동일시하지않고이장표의조건은완자기준임을명시한다. IUPAC https://goldbook.iupac.org/terms/view/S05925</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28/50. 표준 상태가 곧 25°C인 것은 아니다</a:t>
            </a:r>
          </a:p>
          <a:p xmlns:a="http://schemas.openxmlformats.org/drawingml/2006/main">
            <a:r>
              <a:t>발화·지도: 완자121쪽오른쪽:표준상태정의에온도는포함되지않으며25°C자료를많이사용한다고설명한다. 따라서0°C기체조건이나온도자체를표준상태와혼동하지않게한다. 본예제값은교재25°C·1기압조건을따른다. 표준기호는온도를정의하지않음:IUPAC https://goldbook.iupac.org/terms/view/S05927</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29/50. 기준 원소 물질</a:t>
            </a:r>
          </a:p>
          <a:p xmlns:a="http://schemas.openxmlformats.org/drawingml/2006/main">
            <a:r>
              <a:t>발화·지도: 표준 생성 엔탈피의 기준값을0으로 정하는 것이며 물질 자체의 엔탈피H가0이라는 뜻이 아니다. O2와O3, 흑연과다이아몬드를 구별한다.</a:t>
            </a:r>
          </a:p>
          <a:p xmlns:a="http://schemas.openxmlformats.org/drawingml/2006/main">
            <a:r>
              <a:t>출처: 천재86쪽 표III-3·동소체 설명; 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30/50. 기준 원소의 생성 엔탈피는 왜 0일까?</a:t>
            </a:r>
          </a:p>
          <a:p xmlns:a="http://schemas.openxmlformats.org/drawingml/2006/main">
            <a:r>
              <a:t>발화·지도: 완자121쪽B1(2)와오른쪽원소물질의생성엔탈피. 기준원소의표준생성엔탈피0은기준점이며물질절대엔탈피H=0이라는주장이아니다. 주어진온도·압력에서안정한원소형태:IUPAC https://goldbook.iupac.org/terms/view/R05233</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31/50. 같은 탄소라도 기준값은 다르다</a:t>
            </a:r>
          </a:p>
          <a:p xmlns:a="http://schemas.openxmlformats.org/drawingml/2006/main">
            <a:r>
              <a:t>발화·지도: 수치·설명:완자121쪽. 그림:천재교육물질과에너지39쪽그림I-30의흑연·다이아몬드사진및구조모형. 같은탄소지만결합구조가다르며표준생성엔탈피도다르다.25°C교재조건에서흑연0,다이아몬드+1.88kJ/mol. 앞Part2의완자127쪽반올림자료+1.9kJ와구분한다. 구조원본은assets/formation-v24/provenance.json참조.</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32/50. 물과 수증기</a:t>
            </a:r>
          </a:p>
          <a:p xmlns:a="http://schemas.openxmlformats.org/drawingml/2006/main">
            <a:r>
              <a:t>발화·지도: 같은 양과 온도에서 생성물의 상태만 다른 두 반응을 비교한다. H2O(l)은-285.8, H2O(g)는-241.8kJ/mol이며 상태가 다른 물질끼리는 소거하지 않는다.</a:t>
            </a:r>
          </a:p>
          <a:p xmlns:a="http://schemas.openxmlformats.org/drawingml/2006/main">
            <a:r>
              <a:t>출처: 천재85쪽 유제 원본 두 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33/50. 생성 엔탈피 계산의 근거</a:t>
            </a:r>
          </a:p>
          <a:p xmlns:a="http://schemas.openxmlformats.org/drawingml/2006/main">
            <a:r>
              <a:t>발화·지도: 메테인을 원소로 분해하고 그 원소로CO2와물을 생성하는 교과서 세 과정을 합한다. 메테인의 생성식을 역으로 했으므로 그 항에 음수가 붙는다.</a:t>
            </a:r>
          </a:p>
          <a:p xmlns:a="http://schemas.openxmlformats.org/drawingml/2006/main">
            <a:r>
              <a:t>출처: 천재87쪽 과정1~3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34/50. 계수를 곱해 더한다</a:t>
            </a:r>
          </a:p>
          <a:p xmlns:a="http://schemas.openxmlformats.org/drawingml/2006/main">
            <a:r>
              <a:t>발화·지도: ΔrH°=ΣνΔfH°(생성물)-ΣνΔfH°(반응물)이다</a:t>
            </a:r>
          </a:p>
          <a:p xmlns:a="http://schemas.openxmlformats.org/drawingml/2006/main">
            <a:r>
              <a:t>출처: W22 121 관계식.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35/50. 표의 값에 반응 계수를 곱한다</a:t>
            </a:r>
          </a:p>
          <a:p xmlns:a="http://schemas.openxmlformats.org/drawingml/2006/main">
            <a:r>
              <a:t>발화·지도: 완자121쪽B2관계식과메테인예제. 표준생성엔탈피의합은각반응계수를곱한뒤의합이다. 원소의값0이라도물질·상태·계수를먼저확인한다. 식에적힌반응진행량에대응하는반응엔탈피를구하며이수업은열화학반응식의kJ표기와물질당kJ/mol을구분한다.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36/50. 메테인 연소 계산</a:t>
            </a:r>
          </a:p>
          <a:p xmlns:a="http://schemas.openxmlformats.org/drawingml/2006/main">
            <a:r>
              <a:t>발화·지도: 자료는CH4 -74.8, CO2 -393.5, H2O(l) -285.8kJ/mol이다. 계수를 곱한 생성물 합에서 반응물 합을 빼면 -890.3kJ다.</a:t>
            </a:r>
          </a:p>
          <a:p xmlns:a="http://schemas.openxmlformats.org/drawingml/2006/main">
            <a:r>
              <a:t>출처: 천재86~87쪽·2022 완자121쪽.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37/50. 세 물질의 표준 생성 엔탈피</a:t>
            </a:r>
          </a:p>
          <a:p xmlns:a="http://schemas.openxmlformats.org/drawingml/2006/main">
            <a:r>
              <a:t>발화·지도: 사용자 최신 요청으로 교재 원본 크롭을 제거하고 built-in image_gen으로 새 수식 이미지를 생성했다. 사실·수치 근거 완자121쪽. ①: C+2H2→CH4 ΔH1=-74.8kJ, ②: C+O2→CO2 ΔH2=-393.5kJ, ③: H2+1/2O2→H2O(l) ΔH3=-285.8kJ. 생성 프롬프트 assets/formation-v30/prompts.json.</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38/50. 생성 엔탈피 계산과 헤스 법칙</a:t>
            </a:r>
          </a:p>
          <a:p xmlns:a="http://schemas.openxmlformats.org/drawingml/2006/main">
            <a:r>
              <a:t>발화·지도: 사용자 최신 요청으로 완자 원본 소거 패널을 제거하고 image_gen으로 새 이미지 생성. (ΔH2+2ΔH3)−ΔH1=-890.3kJ. 같은 반응은 ②+2×③−①로 구한다. ①을 역반응으로 사용하면 C(흑연)와2H2가 소거되며 CH4+2O2→CO2+2H2O(l). 교재 이미지 복제 대신 별도 구성. 사용 허가에 대한 법적 판정은 하지 않았다.</a:t>
            </a:r>
          </a:p>
          <a:p xmlns:a="http://schemas.openxmlformats.org/drawingml/2006/main">
            <a:r>
              <a:t>출처: 2022 완자 PDF/인쇄121쪽; research/expansion-v23/plan.md.</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39/50. 기화 엔탈피</a:t>
            </a:r>
          </a:p>
          <a:p xmlns:a="http://schemas.openxmlformats.org/drawingml/2006/main">
            <a:r>
              <a:t>발화·지도: 25°C에서 물과수증기의 생성 엔탈피 차이로 기화 엔탈피를 구한다. -241.8−(-285.8)=+44.0kJ. 100°C 끓는점의 자료와 혼용하지 않는다.</a:t>
            </a:r>
          </a:p>
          <a:p xmlns:a="http://schemas.openxmlformats.org/drawingml/2006/main">
            <a:r>
              <a:t>출처: 2022 완자123쪽Q4 원본 그래프; 천재85쪽 기화식 원본.</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40/50. 생성 엔탈피 계산의 확인점</a:t>
            </a:r>
          </a:p>
          <a:p xmlns:a="http://schemas.openxmlformats.org/drawingml/2006/main">
            <a:r>
              <a:t>발화·지도: 생성물 1mol 기준·기준 원소·물질 상태·반응 계수를 확인한다</a:t>
            </a:r>
          </a:p>
          <a:p xmlns:a="http://schemas.openxmlformats.org/drawingml/2006/main">
            <a:r>
              <a:t>출처: W22 121·124 핵심체크.</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41/50. Part 4 실험으로 확인하는 헤스 법칙</a:t>
            </a:r>
          </a:p>
          <a:p xmlns:a="http://schemas.openxmlformats.org/drawingml/2006/main">
            <a:r>
              <a:t>발화·지도: 용해한 뒤 중화할 때와 고체를 직접 반응시킬 때의 열은 어떤 관계일까?</a:t>
            </a:r>
          </a:p>
          <a:p xmlns:a="http://schemas.openxmlformats.org/drawingml/2006/main">
            <a:r>
              <a:t>출처: G22 보존104~105; W22 120.</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42/50. 두 실험 경로</a:t>
            </a:r>
          </a:p>
          <a:p xmlns:a="http://schemas.openxmlformats.org/drawingml/2006/main">
            <a:r>
              <a:t>발화·지도: 경로I은고체NaOH의용해후중화, 경로II는고체NaOH와HCl수용액의직접반응이다. 처음과끝의전체물질·양·상태를맞춘다.</a:t>
            </a:r>
          </a:p>
          <a:p xmlns:a="http://schemas.openxmlformats.org/drawingml/2006/main">
            <a:r>
              <a:t>출처: 2022 완자120쪽 원본 경로·반응식.</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43/50. 실험 조건</a:t>
            </a:r>
          </a:p>
          <a:p xmlns:a="http://schemas.openxmlformats.org/drawingml/2006/main">
            <a:r>
              <a:t>발화·지도: NaOH8.0g은0.200mol이다. 용해 후 처음 온도로 식힌 다음 중화한다. 직접반응에서는 물과 염산을 먼저 혼합해처음온도로맞춘다. 사진두패널은모두실험I이며직접반응사진으로오해하지않게한다.</a:t>
            </a:r>
          </a:p>
          <a:p xmlns:a="http://schemas.openxmlformats.org/drawingml/2006/main">
            <a:r>
              <a:t>출처: 2022 완자120쪽 과정·실험I 사진.</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44/50. 용액 열량과 반응열</a:t>
            </a:r>
          </a:p>
          <a:p xmlns:a="http://schemas.openxmlformats.org/drawingml/2006/main">
            <a:r>
              <a:t>발화·지도: 용액전체질량과온도변화를사용한다. 외부열출입과열량계열용량을무시하면용액이얻은열과반응에서방출한열의크기는같다. 온도상승일때용액Q는양수, 반응ΔH는음수다.</a:t>
            </a:r>
          </a:p>
          <a:p xmlns:a="http://schemas.openxmlformats.org/drawingml/2006/main">
            <a:r>
              <a:t>출처: 2022 완자120쪽; 물질과 에너지 지도서 보존104~105쪽.</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45/50. 온도 자료</a:t>
            </a:r>
          </a:p>
          <a:p xmlns:a="http://schemas.openxmlformats.org/drawingml/2006/main">
            <a:r>
              <a:t>발화·지도: 세반응의처음온도를각각25°C로맞춘자료다. 용액의질량208·408·408g과온도상승9.5·6.1·11.0°C를각행에서읽는다.</a:t>
            </a:r>
          </a:p>
          <a:p xmlns:a="http://schemas.openxmlformats.org/drawingml/2006/main">
            <a:r>
              <a:t>출처: 2022 완자120쪽 원본 실험 결과.</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46/50. 용해 엔탈피 계산</a:t>
            </a:r>
          </a:p>
          <a:p xmlns:a="http://schemas.openxmlformats.org/drawingml/2006/main">
            <a:r>
              <a:t>발화·지도: 4.2×208×9.5=8299.2J이다. 반응물0.200mol로나누고부호를음수로하면약-41.50kJ/mol이다.</a:t>
            </a:r>
          </a:p>
          <a:p xmlns:a="http://schemas.openxmlformats.org/drawingml/2006/main">
            <a:r>
              <a:t>출처: 2022 완자120쪽 실험I-1.</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47/50. 반응별 자료 비교</a:t>
            </a:r>
          </a:p>
          <a:p xmlns:a="http://schemas.openxmlformats.org/drawingml/2006/main">
            <a:r>
              <a:t>발화·지도: 완자가제시한중간반올림값으로8.30·10.45·18.85kJ를같은0.200mol기준으로환산한다. 반올림전값과섞어계산하지않는다.</a:t>
            </a:r>
          </a:p>
          <a:p xmlns:a="http://schemas.openxmlformats.org/drawingml/2006/main">
            <a:r>
              <a:t>출처: 2022 완자120쪽 해석2.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48/50. 실험값의 근사 일치</a:t>
            </a:r>
          </a:p>
          <a:p xmlns:a="http://schemas.openxmlformats.org/drawingml/2006/main">
            <a:r>
              <a:t>발화·지도: 두단계합-93.75와직접반응-94.25kJ/mol의차이는0.50이다. 열손실과측정·희석조건등을검토한다. 실험값차이를없애려고자료를고치지않는다.</a:t>
            </a:r>
          </a:p>
          <a:p xmlns:a="http://schemas.openxmlformats.org/drawingml/2006/main">
            <a:r>
              <a:t>출처: 2022 완자120쪽 해석3.</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49/50. 유용성</a:t>
            </a:r>
          </a:p>
          <a:p xmlns:a="http://schemas.openxmlformats.org/drawingml/2006/main">
            <a:r>
              <a:t>발화·지도: 알려진반응들을조합해목표반응과같은처음과끝을만들면직접측정하지않은반응의엔탈피를구할수있다.</a:t>
            </a:r>
          </a:p>
          <a:p xmlns:a="http://schemas.openxmlformats.org/drawingml/2006/main">
            <a:r>
              <a:t>출처: 천재83~87쪽; 성취기준12물에03-02.</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수업 50/50. 설명 과제</a:t>
            </a:r>
          </a:p>
          <a:p xmlns:a="http://schemas.openxmlformats.org/drawingml/2006/main">
            <a:r>
              <a:t>발화·지도: 예상답: CO생성은두연소식을조합하면목표식이남음. 기화의ΔH는양수. 실험차이는열손실·온도측정·희석조건등으로설명한다.</a:t>
            </a:r>
          </a:p>
          <a:p xmlns:a="http://schemas.openxmlformats.org/drawingml/2006/main">
            <a:r>
              <a:t>출처: 천재85쪽·2022 완자120쪽 자료를 바탕으로 한 교사 제작 확인문항.</a:t>
            </a:r>
          </a:p>
          <a:p xmlns:a="http://schemas.openxmlformats.org/drawingml/2006/main">
            <a:r>
              <a:t>수업 자료: 반응식·그래프는 교과서·완자 원본 이미지, 개념 질문의 인물은 등록 원본을 참조한 파생 삽화.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486a665ca384ba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ac5dba37df24ac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5e7229ad963461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1fae5fbdbcf42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c2589f85e1f433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f5c3277e58f4c8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80C173-9AFD-4F17-8B04-555CCA0FCF48}"/>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gn="ctr">
              <a:lnSpc>
                <a:spcPct val="110000"/>
              </a:lnSpc>
              <a:spcBef>
                <a:spcPts val="0"/>
              </a:spcBef>
              <a:spcAft>
                <a:spcPts val="0"/>
              </a:spcAft>
              <a:buNone/>
              <a:defRPr sz="7200" b="1">
                <a:solidFill>
                  <a:schemeClr val="tx1"/>
                </a:solidFill>
                <a:latin typeface="+mj-lt"/>
                <a:ea typeface="+mj-lt"/>
                <a:cs typeface="+mj-lt"/>
              </a:defRPr>
            </a:lvl1pPr>
            <a:lvl2pPr marL="0" indent="0" algn="ctr">
              <a:lnSpc>
                <a:spcPct val="110000"/>
              </a:lnSpc>
              <a:spcBef>
                <a:spcPts val="0"/>
              </a:spcBef>
              <a:spcAft>
                <a:spcPts val="0"/>
              </a:spcAft>
              <a:buNone/>
              <a:defRPr sz="7200" b="1">
                <a:solidFill>
                  <a:schemeClr val="tx1"/>
                </a:solidFill>
                <a:latin typeface="+mj-lt"/>
                <a:ea typeface="+mj-lt"/>
                <a:cs typeface="+mj-lt"/>
              </a:defRPr>
            </a:lvl2pPr>
            <a:lvl3pPr marL="0" indent="0" algn="ctr">
              <a:lnSpc>
                <a:spcPct val="110000"/>
              </a:lnSpc>
              <a:spcBef>
                <a:spcPts val="0"/>
              </a:spcBef>
              <a:spcAft>
                <a:spcPts val="0"/>
              </a:spcAft>
              <a:buNone/>
              <a:defRPr sz="7200" b="1">
                <a:solidFill>
                  <a:schemeClr val="tx1"/>
                </a:solidFill>
                <a:latin typeface="+mj-lt"/>
                <a:ea typeface="+mj-lt"/>
                <a:cs typeface="+mj-lt"/>
              </a:defRPr>
            </a:lvl3pPr>
            <a:lvl4pPr marL="0" indent="0" algn="ctr">
              <a:lnSpc>
                <a:spcPct val="110000"/>
              </a:lnSpc>
              <a:spcBef>
                <a:spcPts val="0"/>
              </a:spcBef>
              <a:spcAft>
                <a:spcPts val="0"/>
              </a:spcAft>
              <a:buNone/>
              <a:defRPr sz="7200" b="1">
                <a:solidFill>
                  <a:schemeClr val="tx1"/>
                </a:solidFill>
                <a:latin typeface="+mj-lt"/>
                <a:ea typeface="+mj-lt"/>
                <a:cs typeface="+mj-lt"/>
              </a:defRPr>
            </a:lvl4pPr>
            <a:lvl5pPr marL="0" indent="0" algn="ctr">
              <a:lnSpc>
                <a:spcPct val="110000"/>
              </a:lnSpc>
              <a:spcBef>
                <a:spcPts val="0"/>
              </a:spcBef>
              <a:spcAft>
                <a:spcPts val="0"/>
              </a:spcAft>
              <a:buNone/>
              <a:defRPr sz="7200" b="1">
                <a:solidFill>
                  <a:schemeClr val="tx1"/>
                </a:solidFill>
                <a:latin typeface="+mj-lt"/>
                <a:ea typeface="+mj-lt"/>
                <a:cs typeface="+mj-lt"/>
              </a:defRPr>
            </a:lvl5pPr>
            <a:lvl6pPr marL="0" indent="0" algn="ctr">
              <a:lnSpc>
                <a:spcPct val="110000"/>
              </a:lnSpc>
              <a:spcBef>
                <a:spcPts val="0"/>
              </a:spcBef>
              <a:spcAft>
                <a:spcPts val="0"/>
              </a:spcAft>
              <a:buNone/>
              <a:defRPr sz="7200" b="1">
                <a:solidFill>
                  <a:schemeClr val="tx1"/>
                </a:solidFill>
                <a:latin typeface="+mj-lt"/>
                <a:ea typeface="+mj-lt"/>
                <a:cs typeface="+mj-lt"/>
              </a:defRPr>
            </a:lvl6pPr>
            <a:lvl7pPr marL="0" indent="0" algn="ctr">
              <a:lnSpc>
                <a:spcPct val="110000"/>
              </a:lnSpc>
              <a:spcBef>
                <a:spcPts val="0"/>
              </a:spcBef>
              <a:spcAft>
                <a:spcPts val="0"/>
              </a:spcAft>
              <a:buNone/>
              <a:defRPr sz="7200" b="1">
                <a:solidFill>
                  <a:schemeClr val="tx1"/>
                </a:solidFill>
                <a:latin typeface="+mj-lt"/>
                <a:ea typeface="+mj-lt"/>
                <a:cs typeface="+mj-lt"/>
              </a:defRPr>
            </a:lvl7pPr>
            <a:lvl8pPr marL="0" indent="0" algn="ctr">
              <a:lnSpc>
                <a:spcPct val="110000"/>
              </a:lnSpc>
              <a:spcBef>
                <a:spcPts val="0"/>
              </a:spcBef>
              <a:spcAft>
                <a:spcPts val="0"/>
              </a:spcAft>
              <a:buNone/>
              <a:defRPr sz="7200" b="1">
                <a:solidFill>
                  <a:schemeClr val="tx1"/>
                </a:solidFill>
                <a:latin typeface="+mj-lt"/>
                <a:ea typeface="+mj-lt"/>
                <a:cs typeface="+mj-lt"/>
              </a:defRPr>
            </a:lvl8pPr>
            <a:lvl9pPr marL="0" indent="0" algn="ctr">
              <a:lnSpc>
                <a:spcPct val="110000"/>
              </a:lnSpc>
              <a:spcBef>
                <a:spcPts val="0"/>
              </a:spcBef>
              <a:spcAft>
                <a:spcPts val="0"/>
              </a:spcAft>
              <a:buNone/>
              <a:defRPr sz="72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1B4D6D6-E2EC-477F-A098-7011ACD57986}"/>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gn="ctr">
              <a:lnSpc>
                <a:spcPct val="110000"/>
              </a:lnSpc>
              <a:spcBef>
                <a:spcPts val="0"/>
              </a:spcBef>
              <a:spcAft>
                <a:spcPts val="0"/>
              </a:spcAft>
              <a:buNone/>
              <a:defRPr sz="3150" b="0">
                <a:solidFill>
                  <a:schemeClr val="tx1"/>
                </a:solidFill>
                <a:latin typeface="+mn-lt"/>
                <a:ea typeface="+mn-lt"/>
                <a:cs typeface="+mn-lt"/>
              </a:defRPr>
            </a:lvl1pPr>
            <a:lvl2pPr marL="0" indent="0" algn="ctr">
              <a:lnSpc>
                <a:spcPct val="110000"/>
              </a:lnSpc>
              <a:spcBef>
                <a:spcPts val="0"/>
              </a:spcBef>
              <a:spcAft>
                <a:spcPts val="0"/>
              </a:spcAft>
              <a:buNone/>
              <a:defRPr sz="3150" b="0">
                <a:solidFill>
                  <a:schemeClr val="tx1"/>
                </a:solidFill>
                <a:latin typeface="+mn-lt"/>
                <a:ea typeface="+mn-lt"/>
                <a:cs typeface="+mn-lt"/>
              </a:defRPr>
            </a:lvl2pPr>
            <a:lvl3pPr marL="0" indent="0" algn="ctr">
              <a:lnSpc>
                <a:spcPct val="110000"/>
              </a:lnSpc>
              <a:spcBef>
                <a:spcPts val="0"/>
              </a:spcBef>
              <a:spcAft>
                <a:spcPts val="0"/>
              </a:spcAft>
              <a:buNone/>
              <a:defRPr sz="3150" b="0">
                <a:solidFill>
                  <a:schemeClr val="tx1"/>
                </a:solidFill>
                <a:latin typeface="+mn-lt"/>
                <a:ea typeface="+mn-lt"/>
                <a:cs typeface="+mn-lt"/>
              </a:defRPr>
            </a:lvl3pPr>
            <a:lvl4pPr marL="0" indent="0" algn="ctr">
              <a:lnSpc>
                <a:spcPct val="110000"/>
              </a:lnSpc>
              <a:spcBef>
                <a:spcPts val="0"/>
              </a:spcBef>
              <a:spcAft>
                <a:spcPts val="0"/>
              </a:spcAft>
              <a:buNone/>
              <a:defRPr sz="3150" b="0">
                <a:solidFill>
                  <a:schemeClr val="tx1"/>
                </a:solidFill>
                <a:latin typeface="+mn-lt"/>
                <a:ea typeface="+mn-lt"/>
                <a:cs typeface="+mn-lt"/>
              </a:defRPr>
            </a:lvl4pPr>
            <a:lvl5pPr marL="0" indent="0" algn="ctr">
              <a:lnSpc>
                <a:spcPct val="110000"/>
              </a:lnSpc>
              <a:spcBef>
                <a:spcPts val="0"/>
              </a:spcBef>
              <a:spcAft>
                <a:spcPts val="0"/>
              </a:spcAft>
              <a:buNone/>
              <a:defRPr sz="3150" b="0">
                <a:solidFill>
                  <a:schemeClr val="tx1"/>
                </a:solidFill>
                <a:latin typeface="+mn-lt"/>
                <a:ea typeface="+mn-lt"/>
                <a:cs typeface="+mn-lt"/>
              </a:defRPr>
            </a:lvl5pPr>
            <a:lvl6pPr marL="0" indent="0" algn="ctr">
              <a:lnSpc>
                <a:spcPct val="110000"/>
              </a:lnSpc>
              <a:spcBef>
                <a:spcPts val="0"/>
              </a:spcBef>
              <a:spcAft>
                <a:spcPts val="0"/>
              </a:spcAft>
              <a:buNone/>
              <a:defRPr sz="3150" b="0">
                <a:solidFill>
                  <a:schemeClr val="tx1"/>
                </a:solidFill>
                <a:latin typeface="+mn-lt"/>
                <a:ea typeface="+mn-lt"/>
                <a:cs typeface="+mn-lt"/>
              </a:defRPr>
            </a:lvl6pPr>
            <a:lvl7pPr marL="0" indent="0" algn="ctr">
              <a:lnSpc>
                <a:spcPct val="110000"/>
              </a:lnSpc>
              <a:spcBef>
                <a:spcPts val="0"/>
              </a:spcBef>
              <a:spcAft>
                <a:spcPts val="0"/>
              </a:spcAft>
              <a:buNone/>
              <a:defRPr sz="3150" b="0">
                <a:solidFill>
                  <a:schemeClr val="tx1"/>
                </a:solidFill>
                <a:latin typeface="+mn-lt"/>
                <a:ea typeface="+mn-lt"/>
                <a:cs typeface="+mn-lt"/>
              </a:defRPr>
            </a:lvl7pPr>
            <a:lvl8pPr marL="0" indent="0" algn="ctr">
              <a:lnSpc>
                <a:spcPct val="110000"/>
              </a:lnSpc>
              <a:spcBef>
                <a:spcPts val="0"/>
              </a:spcBef>
              <a:spcAft>
                <a:spcPts val="0"/>
              </a:spcAft>
              <a:buNone/>
              <a:defRPr sz="3150" b="0">
                <a:solidFill>
                  <a:schemeClr val="tx1"/>
                </a:solidFill>
                <a:latin typeface="+mn-lt"/>
                <a:ea typeface="+mn-lt"/>
                <a:cs typeface="+mn-lt"/>
              </a:defRPr>
            </a:lvl8pPr>
            <a:lvl9pPr marL="0" indent="0" algn="ctr">
              <a:lnSpc>
                <a:spcPct val="110000"/>
              </a:lnSpc>
              <a:spcBef>
                <a:spcPts val="0"/>
              </a:spcBef>
              <a:spcAft>
                <a:spcPts val="0"/>
              </a:spcAft>
              <a:buNone/>
              <a:defRPr sz="315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BE640A3-BBBD-4490-ACE0-1257112278B7}"/>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gn="ctr">
              <a:lnSpc>
                <a:spcPct val="110000"/>
              </a:lnSpc>
              <a:spcBef>
                <a:spcPts val="0"/>
              </a:spcBef>
              <a:spcAft>
                <a:spcPts val="0"/>
              </a:spcAft>
              <a:buNone/>
              <a:defRPr sz="6300" b="1">
                <a:solidFill>
                  <a:schemeClr val="tx1"/>
                </a:solidFill>
                <a:latin typeface="+mj-lt"/>
                <a:ea typeface="+mj-lt"/>
                <a:cs typeface="+mj-lt"/>
              </a:defRPr>
            </a:lvl1pPr>
            <a:lvl2pPr marL="0" indent="0" algn="ctr">
              <a:lnSpc>
                <a:spcPct val="110000"/>
              </a:lnSpc>
              <a:spcBef>
                <a:spcPts val="0"/>
              </a:spcBef>
              <a:spcAft>
                <a:spcPts val="0"/>
              </a:spcAft>
              <a:buNone/>
              <a:defRPr sz="6300" b="1">
                <a:solidFill>
                  <a:schemeClr val="tx1"/>
                </a:solidFill>
                <a:latin typeface="+mj-lt"/>
                <a:ea typeface="+mj-lt"/>
                <a:cs typeface="+mj-lt"/>
              </a:defRPr>
            </a:lvl2pPr>
            <a:lvl3pPr marL="0" indent="0" algn="ctr">
              <a:lnSpc>
                <a:spcPct val="110000"/>
              </a:lnSpc>
              <a:spcBef>
                <a:spcPts val="0"/>
              </a:spcBef>
              <a:spcAft>
                <a:spcPts val="0"/>
              </a:spcAft>
              <a:buNone/>
              <a:defRPr sz="6300" b="1">
                <a:solidFill>
                  <a:schemeClr val="tx1"/>
                </a:solidFill>
                <a:latin typeface="+mj-lt"/>
                <a:ea typeface="+mj-lt"/>
                <a:cs typeface="+mj-lt"/>
              </a:defRPr>
            </a:lvl3pPr>
            <a:lvl4pPr marL="0" indent="0" algn="ctr">
              <a:lnSpc>
                <a:spcPct val="110000"/>
              </a:lnSpc>
              <a:spcBef>
                <a:spcPts val="0"/>
              </a:spcBef>
              <a:spcAft>
                <a:spcPts val="0"/>
              </a:spcAft>
              <a:buNone/>
              <a:defRPr sz="6300" b="1">
                <a:solidFill>
                  <a:schemeClr val="tx1"/>
                </a:solidFill>
                <a:latin typeface="+mj-lt"/>
                <a:ea typeface="+mj-lt"/>
                <a:cs typeface="+mj-lt"/>
              </a:defRPr>
            </a:lvl4pPr>
            <a:lvl5pPr marL="0" indent="0" algn="ctr">
              <a:lnSpc>
                <a:spcPct val="110000"/>
              </a:lnSpc>
              <a:spcBef>
                <a:spcPts val="0"/>
              </a:spcBef>
              <a:spcAft>
                <a:spcPts val="0"/>
              </a:spcAft>
              <a:buNone/>
              <a:defRPr sz="6300" b="1">
                <a:solidFill>
                  <a:schemeClr val="tx1"/>
                </a:solidFill>
                <a:latin typeface="+mj-lt"/>
                <a:ea typeface="+mj-lt"/>
                <a:cs typeface="+mj-lt"/>
              </a:defRPr>
            </a:lvl5pPr>
            <a:lvl6pPr marL="0" indent="0" algn="ctr">
              <a:lnSpc>
                <a:spcPct val="110000"/>
              </a:lnSpc>
              <a:spcBef>
                <a:spcPts val="0"/>
              </a:spcBef>
              <a:spcAft>
                <a:spcPts val="0"/>
              </a:spcAft>
              <a:buNone/>
              <a:defRPr sz="6300" b="1">
                <a:solidFill>
                  <a:schemeClr val="tx1"/>
                </a:solidFill>
                <a:latin typeface="+mj-lt"/>
                <a:ea typeface="+mj-lt"/>
                <a:cs typeface="+mj-lt"/>
              </a:defRPr>
            </a:lvl6pPr>
            <a:lvl7pPr marL="0" indent="0" algn="ctr">
              <a:lnSpc>
                <a:spcPct val="110000"/>
              </a:lnSpc>
              <a:spcBef>
                <a:spcPts val="0"/>
              </a:spcBef>
              <a:spcAft>
                <a:spcPts val="0"/>
              </a:spcAft>
              <a:buNone/>
              <a:defRPr sz="6300" b="1">
                <a:solidFill>
                  <a:schemeClr val="tx1"/>
                </a:solidFill>
                <a:latin typeface="+mj-lt"/>
                <a:ea typeface="+mj-lt"/>
                <a:cs typeface="+mj-lt"/>
              </a:defRPr>
            </a:lvl7pPr>
            <a:lvl8pPr marL="0" indent="0" algn="ctr">
              <a:lnSpc>
                <a:spcPct val="110000"/>
              </a:lnSpc>
              <a:spcBef>
                <a:spcPts val="0"/>
              </a:spcBef>
              <a:spcAft>
                <a:spcPts val="0"/>
              </a:spcAft>
              <a:buNone/>
              <a:defRPr sz="6300" b="1">
                <a:solidFill>
                  <a:schemeClr val="tx1"/>
                </a:solidFill>
                <a:latin typeface="+mj-lt"/>
                <a:ea typeface="+mj-lt"/>
                <a:cs typeface="+mj-lt"/>
              </a:defRPr>
            </a:lvl8pPr>
            <a:lvl9pPr marL="0" indent="0" algn="ctr">
              <a:lnSpc>
                <a:spcPct val="110000"/>
              </a:lnSpc>
              <a:spcBef>
                <a:spcPts val="0"/>
              </a:spcBef>
              <a:spcAft>
                <a:spcPts val="0"/>
              </a:spcAft>
              <a:buNone/>
              <a:defRPr sz="63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E98AE51-0CD3-43CD-AF1E-1DCE1AC53AFA}"/>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876C6D7-7C32-4E3E-885F-51EA01E5A92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C555DC1-0637-4F79-A309-ECB3CF8A3D37}"/>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76ADA4C-B78C-48C0-9E0D-4D678BFF5C0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75F2259-56C3-41E2-B423-C12517D24DC2}"/>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gn="l">
              <a:lnSpc>
                <a:spcPct val="110000"/>
              </a:lnSpc>
              <a:spcBef>
                <a:spcPts val="0"/>
              </a:spcBef>
              <a:spcAft>
                <a:spcPts val="1800"/>
              </a:spcAft>
              <a:buChar char="•"/>
              <a:defRPr sz="3150" b="0">
                <a:solidFill>
                  <a:schemeClr val="tx1"/>
                </a:solidFill>
                <a:latin typeface="+mn-lt"/>
                <a:ea typeface="+mn-lt"/>
                <a:cs typeface="+mn-lt"/>
              </a:defRPr>
            </a:lvl1pPr>
            <a:lvl2pPr marL="800100" indent="-342900" algn="l">
              <a:lnSpc>
                <a:spcPct val="110000"/>
              </a:lnSpc>
              <a:spcBef>
                <a:spcPts val="0"/>
              </a:spcBef>
              <a:spcAft>
                <a:spcPts val="1800"/>
              </a:spcAft>
              <a:buChar char="•"/>
              <a:defRPr sz="3150" b="0">
                <a:solidFill>
                  <a:schemeClr val="tx1"/>
                </a:solidFill>
                <a:latin typeface="+mn-lt"/>
                <a:ea typeface="+mn-lt"/>
                <a:cs typeface="+mn-lt"/>
              </a:defRPr>
            </a:lvl2pPr>
            <a:lvl3pPr marL="1257300" indent="-342900" algn="l">
              <a:lnSpc>
                <a:spcPct val="110000"/>
              </a:lnSpc>
              <a:spcBef>
                <a:spcPts val="0"/>
              </a:spcBef>
              <a:spcAft>
                <a:spcPts val="1800"/>
              </a:spcAft>
              <a:buChar char="•"/>
              <a:defRPr sz="3150" b="0">
                <a:solidFill>
                  <a:schemeClr val="tx1"/>
                </a:solidFill>
                <a:latin typeface="+mn-lt"/>
                <a:ea typeface="+mn-lt"/>
                <a:cs typeface="+mn-lt"/>
              </a:defRPr>
            </a:lvl3pPr>
            <a:lvl4pPr marL="1714500" indent="-342900" algn="l">
              <a:lnSpc>
                <a:spcPct val="110000"/>
              </a:lnSpc>
              <a:spcBef>
                <a:spcPts val="0"/>
              </a:spcBef>
              <a:spcAft>
                <a:spcPts val="1800"/>
              </a:spcAft>
              <a:buChar char="•"/>
              <a:defRPr sz="3150" b="0">
                <a:solidFill>
                  <a:schemeClr val="tx1"/>
                </a:solidFill>
                <a:latin typeface="+mn-lt"/>
                <a:ea typeface="+mn-lt"/>
                <a:cs typeface="+mn-lt"/>
              </a:defRPr>
            </a:lvl4pPr>
            <a:lvl5pPr marL="2171700" indent="-342900" algn="l">
              <a:lnSpc>
                <a:spcPct val="110000"/>
              </a:lnSpc>
              <a:spcBef>
                <a:spcPts val="0"/>
              </a:spcBef>
              <a:spcAft>
                <a:spcPts val="1800"/>
              </a:spcAft>
              <a:buChar char="•"/>
              <a:defRPr sz="3150" b="0">
                <a:solidFill>
                  <a:schemeClr val="tx1"/>
                </a:solidFill>
                <a:latin typeface="+mn-lt"/>
                <a:ea typeface="+mn-lt"/>
                <a:cs typeface="+mn-lt"/>
              </a:defRPr>
            </a:lvl5pPr>
            <a:lvl6pPr marL="2628900" indent="-342900" algn="l">
              <a:lnSpc>
                <a:spcPct val="110000"/>
              </a:lnSpc>
              <a:spcBef>
                <a:spcPts val="0"/>
              </a:spcBef>
              <a:spcAft>
                <a:spcPts val="1800"/>
              </a:spcAft>
              <a:buChar char="•"/>
              <a:defRPr sz="3150" b="0">
                <a:solidFill>
                  <a:schemeClr val="tx1"/>
                </a:solidFill>
                <a:latin typeface="+mn-lt"/>
                <a:ea typeface="+mn-lt"/>
                <a:cs typeface="+mn-lt"/>
              </a:defRPr>
            </a:lvl6pPr>
            <a:lvl7pPr marL="3086100" indent="-342900" algn="l">
              <a:lnSpc>
                <a:spcPct val="110000"/>
              </a:lnSpc>
              <a:spcBef>
                <a:spcPts val="0"/>
              </a:spcBef>
              <a:spcAft>
                <a:spcPts val="1800"/>
              </a:spcAft>
              <a:buChar char="•"/>
              <a:defRPr sz="3150" b="0">
                <a:solidFill>
                  <a:schemeClr val="tx1"/>
                </a:solidFill>
                <a:latin typeface="+mn-lt"/>
                <a:ea typeface="+mn-lt"/>
                <a:cs typeface="+mn-lt"/>
              </a:defRPr>
            </a:lvl7pPr>
            <a:lvl8pPr marL="3543300" indent="-342900" algn="l">
              <a:lnSpc>
                <a:spcPct val="110000"/>
              </a:lnSpc>
              <a:spcBef>
                <a:spcPts val="0"/>
              </a:spcBef>
              <a:spcAft>
                <a:spcPts val="1800"/>
              </a:spcAft>
              <a:buChar char="•"/>
              <a:defRPr sz="3150" b="0">
                <a:solidFill>
                  <a:schemeClr val="tx1"/>
                </a:solidFill>
                <a:latin typeface="+mn-lt"/>
                <a:ea typeface="+mn-lt"/>
                <a:cs typeface="+mn-lt"/>
              </a:defRPr>
            </a:lvl8pPr>
            <a:lvl9pPr marL="4000500" indent="-342900" algn="l">
              <a:lnSpc>
                <a:spcPct val="110000"/>
              </a:lnSpc>
              <a:spcBef>
                <a:spcPts val="0"/>
              </a:spcBef>
              <a:spcAft>
                <a:spcPts val="1800"/>
              </a:spcAft>
              <a:buChar char="•"/>
              <a:defRPr sz="315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F628ED8-FC13-414B-A7DA-1507010EDD6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gn="l">
              <a:lnSpc>
                <a:spcPct val="110000"/>
              </a:lnSpc>
              <a:spcBef>
                <a:spcPts val="0"/>
              </a:spcBef>
              <a:spcAft>
                <a:spcPts val="0"/>
              </a:spcAft>
              <a:buNone/>
              <a:defRPr sz="4950" b="1">
                <a:solidFill>
                  <a:schemeClr val="tx1"/>
                </a:solidFill>
                <a:latin typeface="+mj-lt"/>
                <a:ea typeface="+mj-lt"/>
                <a:cs typeface="+mj-lt"/>
              </a:defRPr>
            </a:lvl1pPr>
            <a:lvl2pPr marL="0" indent="0" algn="l">
              <a:lnSpc>
                <a:spcPct val="110000"/>
              </a:lnSpc>
              <a:spcBef>
                <a:spcPts val="0"/>
              </a:spcBef>
              <a:spcAft>
                <a:spcPts val="0"/>
              </a:spcAft>
              <a:buNone/>
              <a:defRPr sz="4950" b="1">
                <a:solidFill>
                  <a:schemeClr val="tx1"/>
                </a:solidFill>
                <a:latin typeface="+mj-lt"/>
                <a:ea typeface="+mj-lt"/>
                <a:cs typeface="+mj-lt"/>
              </a:defRPr>
            </a:lvl2pPr>
            <a:lvl3pPr marL="0" indent="0" algn="l">
              <a:lnSpc>
                <a:spcPct val="110000"/>
              </a:lnSpc>
              <a:spcBef>
                <a:spcPts val="0"/>
              </a:spcBef>
              <a:spcAft>
                <a:spcPts val="0"/>
              </a:spcAft>
              <a:buNone/>
              <a:defRPr sz="4950" b="1">
                <a:solidFill>
                  <a:schemeClr val="tx1"/>
                </a:solidFill>
                <a:latin typeface="+mj-lt"/>
                <a:ea typeface="+mj-lt"/>
                <a:cs typeface="+mj-lt"/>
              </a:defRPr>
            </a:lvl3pPr>
            <a:lvl4pPr marL="0" indent="0" algn="l">
              <a:lnSpc>
                <a:spcPct val="110000"/>
              </a:lnSpc>
              <a:spcBef>
                <a:spcPts val="0"/>
              </a:spcBef>
              <a:spcAft>
                <a:spcPts val="0"/>
              </a:spcAft>
              <a:buNone/>
              <a:defRPr sz="4950" b="1">
                <a:solidFill>
                  <a:schemeClr val="tx1"/>
                </a:solidFill>
                <a:latin typeface="+mj-lt"/>
                <a:ea typeface="+mj-lt"/>
                <a:cs typeface="+mj-lt"/>
              </a:defRPr>
            </a:lvl4pPr>
            <a:lvl5pPr marL="0" indent="0" algn="l">
              <a:lnSpc>
                <a:spcPct val="110000"/>
              </a:lnSpc>
              <a:spcBef>
                <a:spcPts val="0"/>
              </a:spcBef>
              <a:spcAft>
                <a:spcPts val="0"/>
              </a:spcAft>
              <a:buNone/>
              <a:defRPr sz="4950" b="1">
                <a:solidFill>
                  <a:schemeClr val="tx1"/>
                </a:solidFill>
                <a:latin typeface="+mj-lt"/>
                <a:ea typeface="+mj-lt"/>
                <a:cs typeface="+mj-lt"/>
              </a:defRPr>
            </a:lvl5pPr>
            <a:lvl6pPr marL="0" indent="0" algn="l">
              <a:lnSpc>
                <a:spcPct val="110000"/>
              </a:lnSpc>
              <a:spcBef>
                <a:spcPts val="0"/>
              </a:spcBef>
              <a:spcAft>
                <a:spcPts val="0"/>
              </a:spcAft>
              <a:buNone/>
              <a:defRPr sz="4950" b="1">
                <a:solidFill>
                  <a:schemeClr val="tx1"/>
                </a:solidFill>
                <a:latin typeface="+mj-lt"/>
                <a:ea typeface="+mj-lt"/>
                <a:cs typeface="+mj-lt"/>
              </a:defRPr>
            </a:lvl6pPr>
            <a:lvl7pPr marL="0" indent="0" algn="l">
              <a:lnSpc>
                <a:spcPct val="110000"/>
              </a:lnSpc>
              <a:spcBef>
                <a:spcPts val="0"/>
              </a:spcBef>
              <a:spcAft>
                <a:spcPts val="0"/>
              </a:spcAft>
              <a:buNone/>
              <a:defRPr sz="4950" b="1">
                <a:solidFill>
                  <a:schemeClr val="tx1"/>
                </a:solidFill>
                <a:latin typeface="+mj-lt"/>
                <a:ea typeface="+mj-lt"/>
                <a:cs typeface="+mj-lt"/>
              </a:defRPr>
            </a:lvl7pPr>
            <a:lvl8pPr marL="0" indent="0" algn="l">
              <a:lnSpc>
                <a:spcPct val="110000"/>
              </a:lnSpc>
              <a:spcBef>
                <a:spcPts val="0"/>
              </a:spcBef>
              <a:spcAft>
                <a:spcPts val="0"/>
              </a:spcAft>
              <a:buNone/>
              <a:defRPr sz="4950" b="1">
                <a:solidFill>
                  <a:schemeClr val="tx1"/>
                </a:solidFill>
                <a:latin typeface="+mj-lt"/>
                <a:ea typeface="+mj-lt"/>
                <a:cs typeface="+mj-lt"/>
              </a:defRPr>
            </a:lvl8pPr>
            <a:lvl9pPr marL="0" indent="0" algn="l">
              <a:lnSpc>
                <a:spcPct val="110000"/>
              </a:lnSpc>
              <a:spcBef>
                <a:spcPts val="0"/>
              </a:spcBef>
              <a:spcAft>
                <a:spcPts val="0"/>
              </a:spcAft>
              <a:buNone/>
              <a:defRPr sz="495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EEE681-13CF-4E44-AAD0-5EB64C8184D5}"/>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gn="l">
              <a:lnSpc>
                <a:spcPct val="110000"/>
              </a:lnSpc>
              <a:spcBef>
                <a:spcPts val="0"/>
              </a:spcBef>
              <a:spcAft>
                <a:spcPts val="1800"/>
              </a:spcAft>
              <a:buChar char="•"/>
              <a:defRPr sz="3375" b="0">
                <a:solidFill>
                  <a:schemeClr val="tx1"/>
                </a:solidFill>
                <a:latin typeface="+mn-lt"/>
                <a:ea typeface="+mn-lt"/>
                <a:cs typeface="+mn-lt"/>
              </a:defRPr>
            </a:lvl1pPr>
            <a:lvl2pPr marL="800100" indent="-342900" algn="l">
              <a:lnSpc>
                <a:spcPct val="110000"/>
              </a:lnSpc>
              <a:spcBef>
                <a:spcPts val="0"/>
              </a:spcBef>
              <a:spcAft>
                <a:spcPts val="1800"/>
              </a:spcAft>
              <a:buChar char="•"/>
              <a:defRPr sz="3375" b="0">
                <a:solidFill>
                  <a:schemeClr val="tx1"/>
                </a:solidFill>
                <a:latin typeface="+mn-lt"/>
                <a:ea typeface="+mn-lt"/>
                <a:cs typeface="+mn-lt"/>
              </a:defRPr>
            </a:lvl2pPr>
            <a:lvl3pPr marL="1257300" indent="-342900" algn="l">
              <a:lnSpc>
                <a:spcPct val="110000"/>
              </a:lnSpc>
              <a:spcBef>
                <a:spcPts val="0"/>
              </a:spcBef>
              <a:spcAft>
                <a:spcPts val="1800"/>
              </a:spcAft>
              <a:buChar char="•"/>
              <a:defRPr sz="3375" b="0">
                <a:solidFill>
                  <a:schemeClr val="tx1"/>
                </a:solidFill>
                <a:latin typeface="+mn-lt"/>
                <a:ea typeface="+mn-lt"/>
                <a:cs typeface="+mn-lt"/>
              </a:defRPr>
            </a:lvl3pPr>
            <a:lvl4pPr marL="1714500" indent="-342900" algn="l">
              <a:lnSpc>
                <a:spcPct val="110000"/>
              </a:lnSpc>
              <a:spcBef>
                <a:spcPts val="0"/>
              </a:spcBef>
              <a:spcAft>
                <a:spcPts val="1800"/>
              </a:spcAft>
              <a:buChar char="•"/>
              <a:defRPr sz="3375" b="0">
                <a:solidFill>
                  <a:schemeClr val="tx1"/>
                </a:solidFill>
                <a:latin typeface="+mn-lt"/>
                <a:ea typeface="+mn-lt"/>
                <a:cs typeface="+mn-lt"/>
              </a:defRPr>
            </a:lvl4pPr>
            <a:lvl5pPr marL="2171700" indent="-342900" algn="l">
              <a:lnSpc>
                <a:spcPct val="110000"/>
              </a:lnSpc>
              <a:spcBef>
                <a:spcPts val="0"/>
              </a:spcBef>
              <a:spcAft>
                <a:spcPts val="1800"/>
              </a:spcAft>
              <a:buChar char="•"/>
              <a:defRPr sz="3375" b="0">
                <a:solidFill>
                  <a:schemeClr val="tx1"/>
                </a:solidFill>
                <a:latin typeface="+mn-lt"/>
                <a:ea typeface="+mn-lt"/>
                <a:cs typeface="+mn-lt"/>
              </a:defRPr>
            </a:lvl5pPr>
            <a:lvl6pPr marL="2628900" indent="-342900" algn="l">
              <a:lnSpc>
                <a:spcPct val="110000"/>
              </a:lnSpc>
              <a:spcBef>
                <a:spcPts val="0"/>
              </a:spcBef>
              <a:spcAft>
                <a:spcPts val="1800"/>
              </a:spcAft>
              <a:buChar char="•"/>
              <a:defRPr sz="3375" b="0">
                <a:solidFill>
                  <a:schemeClr val="tx1"/>
                </a:solidFill>
                <a:latin typeface="+mn-lt"/>
                <a:ea typeface="+mn-lt"/>
                <a:cs typeface="+mn-lt"/>
              </a:defRPr>
            </a:lvl6pPr>
            <a:lvl7pPr marL="3086100" indent="-342900" algn="l">
              <a:lnSpc>
                <a:spcPct val="110000"/>
              </a:lnSpc>
              <a:spcBef>
                <a:spcPts val="0"/>
              </a:spcBef>
              <a:spcAft>
                <a:spcPts val="1800"/>
              </a:spcAft>
              <a:buChar char="•"/>
              <a:defRPr sz="3375" b="0">
                <a:solidFill>
                  <a:schemeClr val="tx1"/>
                </a:solidFill>
                <a:latin typeface="+mn-lt"/>
                <a:ea typeface="+mn-lt"/>
                <a:cs typeface="+mn-lt"/>
              </a:defRPr>
            </a:lvl7pPr>
            <a:lvl8pPr marL="3543300" indent="-342900" algn="l">
              <a:lnSpc>
                <a:spcPct val="110000"/>
              </a:lnSpc>
              <a:spcBef>
                <a:spcPts val="0"/>
              </a:spcBef>
              <a:spcAft>
                <a:spcPts val="1800"/>
              </a:spcAft>
              <a:buChar char="•"/>
              <a:defRPr sz="3375" b="0">
                <a:solidFill>
                  <a:schemeClr val="tx1"/>
                </a:solidFill>
                <a:latin typeface="+mn-lt"/>
                <a:ea typeface="+mn-lt"/>
                <a:cs typeface="+mn-lt"/>
              </a:defRPr>
            </a:lvl8pPr>
            <a:lvl9pPr marL="4000500" indent="-342900" algn="l">
              <a:lnSpc>
                <a:spcPct val="110000"/>
              </a:lnSpc>
              <a:spcBef>
                <a:spcPts val="0"/>
              </a:spcBef>
              <a:spcAft>
                <a:spcPts val="1800"/>
              </a:spcAft>
              <a:buChar char="•"/>
              <a:defRPr sz="33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6015bb54a8d475e" /><Relationship Type="http://schemas.openxmlformats.org/officeDocument/2006/relationships/slideLayout" Target="/ppt/slideLayouts/slideLayout1.xml" Id="Ra9383f384a6b4b2c" /><Relationship Type="http://schemas.openxmlformats.org/officeDocument/2006/relationships/slideLayout" Target="/ppt/slideLayouts/slideLayout2.xml" Id="R4c834ca70d9049aa" /><Relationship Type="http://schemas.openxmlformats.org/officeDocument/2006/relationships/slideLayout" Target="/ppt/slideLayouts/slideLayout3.xml" Id="R043de39390e142d2" /><Relationship Type="http://schemas.openxmlformats.org/officeDocument/2006/relationships/slideLayout" Target="/ppt/slideLayouts/slideLayout4.xml" Id="R26c42127cfac4b0a" /><Relationship Type="http://schemas.openxmlformats.org/officeDocument/2006/relationships/slideLayout" Target="/ppt/slideLayouts/slideLayout5.xml" Id="R5c76c170a0af452f" /><Relationship Type="http://schemas.openxmlformats.org/officeDocument/2006/relationships/slideLayout" Target="/ppt/slideLayouts/slideLayout6.xml" Id="R242c434003aa41f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9383f384a6b4b2c"/>
    <p:sldLayoutId xmlns:r="http://schemas.openxmlformats.org/officeDocument/2006/relationships" id="2147483650" r:id="R4c834ca70d9049aa"/>
    <p:sldLayoutId xmlns:r="http://schemas.openxmlformats.org/officeDocument/2006/relationships" id="2147483651" r:id="R043de39390e142d2"/>
    <p:sldLayoutId xmlns:r="http://schemas.openxmlformats.org/officeDocument/2006/relationships" id="2147483652" r:id="R26c42127cfac4b0a"/>
    <p:sldLayoutId xmlns:r="http://schemas.openxmlformats.org/officeDocument/2006/relationships" id="2147483653" r:id="R5c76c170a0af452f"/>
    <p:sldLayoutId xmlns:r="http://schemas.openxmlformats.org/officeDocument/2006/relationships" id="2147483654" r:id="R242c434003aa41f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2a454d151ba4127" /><Relationship Type="http://schemas.openxmlformats.org/officeDocument/2006/relationships/image" Target="/ppt/media/image.png" Id="R1bc0438caafd400c" /><Relationship Type="http://schemas.openxmlformats.org/officeDocument/2006/relationships/image" Target="/ppt/media/image2.png" Id="R91c58ddaf20c45e0" /><Relationship Type="http://schemas.openxmlformats.org/officeDocument/2006/relationships/image" Target="/ppt/media/image3.png" Id="R2e9cb86bc2b749cf" /><Relationship Type="http://schemas.openxmlformats.org/officeDocument/2006/relationships/notesSlide" Target="/ppt/notesSlides/notesSlide1.xml" Id="Re7166ca3161d41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f4fea7f2ea741d1" /><Relationship Type="http://schemas.openxmlformats.org/officeDocument/2006/relationships/image" Target="/ppt/media/image4.png" Id="R7bb562336f174a8c" /><Relationship Type="http://schemas.openxmlformats.org/officeDocument/2006/relationships/image" Target="/ppt/media/image5.png" Id="Rcce9e4b14f6f4f24" /><Relationship Type="http://schemas.openxmlformats.org/officeDocument/2006/relationships/image" Target="/ppt/media/image6.png" Id="R24c5f02ca81c4275" /><Relationship Type="http://schemas.openxmlformats.org/officeDocument/2006/relationships/notesSlide" Target="/ppt/notesSlides/notesSlide2.xml" Id="R133d9f17f9c342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e56c6ddbc9a4fe6" /><Relationship Type="http://schemas.openxmlformats.org/officeDocument/2006/relationships/image" Target="/ppt/media/image7.png" Id="R65ba570fc2a04283" /><Relationship Type="http://schemas.openxmlformats.org/officeDocument/2006/relationships/notesSlide" Target="/ppt/notesSlides/notesSlide3.xml" Id="Rb5cbf15649be43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0633332407483a" /><Relationship Type="http://schemas.openxmlformats.org/officeDocument/2006/relationships/image" Target="/ppt/media/image8.png" Id="Ra57dac1439da426c" /><Relationship Type="http://schemas.openxmlformats.org/officeDocument/2006/relationships/image" Target="/ppt/media/image9.png" Id="R2625baad7876421a" /><Relationship Type="http://schemas.openxmlformats.org/officeDocument/2006/relationships/notesSlide" Target="/ppt/notesSlides/notesSlide4.xml" Id="R89c1b7c8444348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af9cc0203f444bc" /><Relationship Type="http://schemas.openxmlformats.org/officeDocument/2006/relationships/image" Target="/ppt/media/image10.png" Id="R89d01373cd724261" /><Relationship Type="http://schemas.openxmlformats.org/officeDocument/2006/relationships/image" Target="/ppt/media/image11.png" Id="R3980e0d893c043c4" /><Relationship Type="http://schemas.openxmlformats.org/officeDocument/2006/relationships/notesSlide" Target="/ppt/notesSlides/notesSlide5.xml" Id="Rb628b52dc93247c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4dc30225f004f19" /><Relationship Type="http://schemas.openxmlformats.org/officeDocument/2006/relationships/image" Target="/ppt/media/image12.png" Id="R5dac90295b5c4592" /><Relationship Type="http://schemas.openxmlformats.org/officeDocument/2006/relationships/image" Target="/ppt/media/image13.png" Id="R213f4d7004154c10" /><Relationship Type="http://schemas.openxmlformats.org/officeDocument/2006/relationships/notesSlide" Target="/ppt/notesSlides/notesSlide6.xml" Id="R355c9d2bf5154909"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7a8ce2f2674e45c1" /><Relationship Type="http://schemas.openxmlformats.org/officeDocument/2006/relationships/image" Target="/ppt/media/image14.png" Id="R5de4a04c41f74f48" /><Relationship Type="http://schemas.openxmlformats.org/officeDocument/2006/relationships/image" Target="/ppt/media/image15.png" Id="R316b16e2b1d84378" /><Relationship Type="http://schemas.openxmlformats.org/officeDocument/2006/relationships/image" Target="/ppt/media/image16.png" Id="R02442aad400e4ab8" /><Relationship Type="http://schemas.openxmlformats.org/officeDocument/2006/relationships/image" Target="/ppt/media/image17.png" Id="Rc32da8fc11454ba8" /><Relationship Type="http://schemas.openxmlformats.org/officeDocument/2006/relationships/notesSlide" Target="/ppt/notesSlides/notesSlide7.xml" Id="Rc15244481850443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4d534766d2041f9" /><Relationship Type="http://schemas.openxmlformats.org/officeDocument/2006/relationships/image" Target="/ppt/media/image18.png" Id="R6678cdd7cc3f4c09" /><Relationship Type="http://schemas.openxmlformats.org/officeDocument/2006/relationships/image" Target="/ppt/media/image19.png" Id="Rdf3b9ea8fd264dda" /><Relationship Type="http://schemas.openxmlformats.org/officeDocument/2006/relationships/image" Target="/ppt/media/image20.png" Id="R168b739c5f484ae5" /><Relationship Type="http://schemas.openxmlformats.org/officeDocument/2006/relationships/image" Target="/ppt/media/image21.png" Id="R2a71dc95e16a46a5" /><Relationship Type="http://schemas.openxmlformats.org/officeDocument/2006/relationships/notesSlide" Target="/ppt/notesSlides/notesSlide8.xml" Id="R3084e2e6a978472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51aa09c34b6446f" /><Relationship Type="http://schemas.openxmlformats.org/officeDocument/2006/relationships/image" Target="/ppt/media/image22.png" Id="R8c2420676b3c4464" /><Relationship Type="http://schemas.openxmlformats.org/officeDocument/2006/relationships/image" Target="/ppt/media/image23.png" Id="Re2d64dc39059470e" /><Relationship Type="http://schemas.openxmlformats.org/officeDocument/2006/relationships/notesSlide" Target="/ppt/notesSlides/notesSlide9.xml" Id="Rbc652eaacfa1476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dbb4af88e124c69" /><Relationship Type="http://schemas.openxmlformats.org/officeDocument/2006/relationships/image" Target="/ppt/media/image24.png" Id="Ra1dde78f8c4748ba" /><Relationship Type="http://schemas.openxmlformats.org/officeDocument/2006/relationships/image" Target="/ppt/media/image25.png" Id="Ra56fef7ea7664a7e" /><Relationship Type="http://schemas.openxmlformats.org/officeDocument/2006/relationships/image" Target="/ppt/media/image26.png" Id="R067c060e1c06443a" /><Relationship Type="http://schemas.openxmlformats.org/officeDocument/2006/relationships/image" Target="/ppt/media/image27.png" Id="Rda21ee1656e94324" /><Relationship Type="http://schemas.openxmlformats.org/officeDocument/2006/relationships/image" Target="/ppt/media/image28.png" Id="Rccab673101604451" /><Relationship Type="http://schemas.openxmlformats.org/officeDocument/2006/relationships/notesSlide" Target="/ppt/notesSlides/notesSlide10.xml" Id="R66415afedd4845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3d6d0003caf48e3" /><Relationship Type="http://schemas.openxmlformats.org/officeDocument/2006/relationships/image" Target="/ppt/media/image29.png" Id="Rcdc3bc1e258d4f96" /><Relationship Type="http://schemas.openxmlformats.org/officeDocument/2006/relationships/image" Target="/ppt/media/image30.png" Id="R2c933af18c3e49a5" /><Relationship Type="http://schemas.openxmlformats.org/officeDocument/2006/relationships/image" Target="/ppt/media/image31.png" Id="Rdf7445c9d1ef42fc" /><Relationship Type="http://schemas.openxmlformats.org/officeDocument/2006/relationships/notesSlide" Target="/ppt/notesSlides/notesSlide11.xml" Id="R0e5949e9be834b8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9eef1146df24419" /><Relationship Type="http://schemas.openxmlformats.org/officeDocument/2006/relationships/image" Target="/ppt/media/image32.png" Id="R54e35ce6b0d24718" /><Relationship Type="http://schemas.openxmlformats.org/officeDocument/2006/relationships/image" Target="/ppt/media/image33.png" Id="Recb6dd90c81b46f1" /><Relationship Type="http://schemas.openxmlformats.org/officeDocument/2006/relationships/image" Target="/ppt/media/image34.png" Id="Rc37f5543f19b46bb" /><Relationship Type="http://schemas.openxmlformats.org/officeDocument/2006/relationships/notesSlide" Target="/ppt/notesSlides/notesSlide12.xml" Id="Rd9ba839ffb71482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f756d1036a94873" /><Relationship Type="http://schemas.openxmlformats.org/officeDocument/2006/relationships/image" Target="/ppt/media/image35.png" Id="R2e5850e29d2e41aa" /><Relationship Type="http://schemas.openxmlformats.org/officeDocument/2006/relationships/notesSlide" Target="/ppt/notesSlides/notesSlide13.xml" Id="R9aab5d867eaf44c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486f888fa674658" /><Relationship Type="http://schemas.openxmlformats.org/officeDocument/2006/relationships/image" Target="/ppt/media/image36.png" Id="Rf05b65ab321b402f" /><Relationship Type="http://schemas.openxmlformats.org/officeDocument/2006/relationships/image" Target="/ppt/media/image37.png" Id="R29c69e35b7e74d77" /><Relationship Type="http://schemas.openxmlformats.org/officeDocument/2006/relationships/notesSlide" Target="/ppt/notesSlides/notesSlide14.xml" Id="R7afb04fc17c4419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dc1e4c0b09c54f4d" /><Relationship Type="http://schemas.openxmlformats.org/officeDocument/2006/relationships/image" Target="/ppt/media/image38.png" Id="R201aca55aca2486d" /><Relationship Type="http://schemas.openxmlformats.org/officeDocument/2006/relationships/image" Target="/ppt/media/image39.png" Id="R59a11aa32bb1414c" /><Relationship Type="http://schemas.openxmlformats.org/officeDocument/2006/relationships/image" Target="/ppt/media/image40.png" Id="Ra38c7f6fd1a74621" /><Relationship Type="http://schemas.openxmlformats.org/officeDocument/2006/relationships/notesSlide" Target="/ppt/notesSlides/notesSlide15.xml" Id="Refd704782e5a48ce"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f7324335f4a94ca5" /><Relationship Type="http://schemas.openxmlformats.org/officeDocument/2006/relationships/image" Target="/ppt/media/image41.png" Id="R8d3bef4747084f5e" /><Relationship Type="http://schemas.openxmlformats.org/officeDocument/2006/relationships/image" Target="/ppt/media/image42.png" Id="Rf8fd3f6817d444f6" /><Relationship Type="http://schemas.openxmlformats.org/officeDocument/2006/relationships/image" Target="/ppt/media/image43.png" Id="Rb24d926bdf9744f5" /><Relationship Type="http://schemas.openxmlformats.org/officeDocument/2006/relationships/image" Target="/ppt/media/image44.png" Id="R9fc6cee6a01c49a3" /><Relationship Type="http://schemas.openxmlformats.org/officeDocument/2006/relationships/notesSlide" Target="/ppt/notesSlides/notesSlide16.xml" Id="Rf744312598a1480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4ade3114a114c26" /><Relationship Type="http://schemas.openxmlformats.org/officeDocument/2006/relationships/image" Target="/ppt/media/image45.png" Id="R613eee32da6f4f59" /><Relationship Type="http://schemas.openxmlformats.org/officeDocument/2006/relationships/image" Target="/ppt/media/image46.png" Id="Rcc806ed7de3e4fe8" /><Relationship Type="http://schemas.openxmlformats.org/officeDocument/2006/relationships/image" Target="/ppt/media/image47.png" Id="Rfd9a1e744cd149ae" /><Relationship Type="http://schemas.openxmlformats.org/officeDocument/2006/relationships/notesSlide" Target="/ppt/notesSlides/notesSlide17.xml" Id="R14ed2ad61d0445c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70eb6397364bd7" /><Relationship Type="http://schemas.openxmlformats.org/officeDocument/2006/relationships/image" Target="/ppt/media/image48.png" Id="Rd7a18f63f82e4457" /><Relationship Type="http://schemas.openxmlformats.org/officeDocument/2006/relationships/image" Target="/ppt/media/image49.png" Id="R16696a492c284e01" /><Relationship Type="http://schemas.openxmlformats.org/officeDocument/2006/relationships/image" Target="/ppt/media/image50.png" Id="R87e641dffae94e64" /><Relationship Type="http://schemas.openxmlformats.org/officeDocument/2006/relationships/image" Target="/ppt/media/image51.png" Id="Racb0aed7ca924aa6" /><Relationship Type="http://schemas.openxmlformats.org/officeDocument/2006/relationships/notesSlide" Target="/ppt/notesSlides/notesSlide18.xml" Id="Rd972d263ff744a2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541d4ced5b844e5" /><Relationship Type="http://schemas.openxmlformats.org/officeDocument/2006/relationships/image" Target="/ppt/media/image52.png" Id="R58c8e8499e164fed" /><Relationship Type="http://schemas.openxmlformats.org/officeDocument/2006/relationships/image" Target="/ppt/media/image53.png" Id="R7f3e0ac21c9f4bcb" /><Relationship Type="http://schemas.openxmlformats.org/officeDocument/2006/relationships/image" Target="/ppt/media/image54.png" Id="R46e1e5c1411047a6" /><Relationship Type="http://schemas.openxmlformats.org/officeDocument/2006/relationships/notesSlide" Target="/ppt/notesSlides/notesSlide19.xml" Id="R9821415010ef4d8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f051f369df3440f5" /><Relationship Type="http://schemas.openxmlformats.org/officeDocument/2006/relationships/image" Target="/ppt/media/image55.png" Id="R439353e8a1c44d95" /><Relationship Type="http://schemas.openxmlformats.org/officeDocument/2006/relationships/image" Target="/ppt/media/image56.png" Id="Raf135a57664a4451" /><Relationship Type="http://schemas.openxmlformats.org/officeDocument/2006/relationships/image" Target="/ppt/media/image57.png" Id="R1b511e2b67e54116" /><Relationship Type="http://schemas.openxmlformats.org/officeDocument/2006/relationships/image" Target="/ppt/media/image58.png" Id="R0f019ef0b4784529" /><Relationship Type="http://schemas.openxmlformats.org/officeDocument/2006/relationships/notesSlide" Target="/ppt/notesSlides/notesSlide20.xml" Id="R0a5b3d69e35a472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3c9e9e159c94f23" /><Relationship Type="http://schemas.openxmlformats.org/officeDocument/2006/relationships/image" Target="/ppt/media/image59.png" Id="Rcbf2e9ca4d204fff" /><Relationship Type="http://schemas.openxmlformats.org/officeDocument/2006/relationships/notesSlide" Target="/ppt/notesSlides/notesSlide21.xml" Id="Rc27ac7697383493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9a9ac93c316437b" /><Relationship Type="http://schemas.openxmlformats.org/officeDocument/2006/relationships/image" Target="/ppt/media/image60.png" Id="R13d5eb589ec146f9" /><Relationship Type="http://schemas.openxmlformats.org/officeDocument/2006/relationships/image" Target="/ppt/media/image61.png" Id="R7e924831c7554648" /><Relationship Type="http://schemas.openxmlformats.org/officeDocument/2006/relationships/image" Target="/ppt/media/image62.png" Id="Re0a5279b37ee462d" /><Relationship Type="http://schemas.openxmlformats.org/officeDocument/2006/relationships/notesSlide" Target="/ppt/notesSlides/notesSlide22.xml" Id="R165b59115cf04ed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48c9f783efa49d9" /><Relationship Type="http://schemas.openxmlformats.org/officeDocument/2006/relationships/image" Target="/ppt/media/image63.png" Id="R77d5f1835f774370" /><Relationship Type="http://schemas.openxmlformats.org/officeDocument/2006/relationships/image" Target="/ppt/media/image64.png" Id="R7b19d48e43ca4b1d" /><Relationship Type="http://schemas.openxmlformats.org/officeDocument/2006/relationships/image" Target="/ppt/media/image65.png" Id="R97286a7e49dd4e05" /><Relationship Type="http://schemas.openxmlformats.org/officeDocument/2006/relationships/image" Target="/ppt/media/image66.png" Id="Rf3a95182f1354408" /><Relationship Type="http://schemas.openxmlformats.org/officeDocument/2006/relationships/notesSlide" Target="/ppt/notesSlides/notesSlide23.xml" Id="Raacff37137ee4747"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d3432a94cc74cc6" /><Relationship Type="http://schemas.openxmlformats.org/officeDocument/2006/relationships/image" Target="/ppt/media/image67.png" Id="R08205c02ecbe4b1f" /><Relationship Type="http://schemas.openxmlformats.org/officeDocument/2006/relationships/image" Target="/ppt/media/image68.png" Id="Raea91fcd744446f9" /><Relationship Type="http://schemas.openxmlformats.org/officeDocument/2006/relationships/image" Target="/ppt/media/image69.png" Id="R0303826782bd4025" /><Relationship Type="http://schemas.openxmlformats.org/officeDocument/2006/relationships/notesSlide" Target="/ppt/notesSlides/notesSlide24.xml" Id="Rb19562c801fd436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5682aed29e31454a" /><Relationship Type="http://schemas.openxmlformats.org/officeDocument/2006/relationships/image" Target="/ppt/media/image70.png" Id="Rd1c6d0dd6dae45fe" /><Relationship Type="http://schemas.openxmlformats.org/officeDocument/2006/relationships/image" Target="/ppt/media/image71.png" Id="R67baefc67fe1441e" /><Relationship Type="http://schemas.openxmlformats.org/officeDocument/2006/relationships/notesSlide" Target="/ppt/notesSlides/notesSlide25.xml" Id="Rc282a4ec3bf0441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1b044a4853b94d0c" /><Relationship Type="http://schemas.openxmlformats.org/officeDocument/2006/relationships/image" Target="/ppt/media/image72.png" Id="R7408dc25c64a46ce" /><Relationship Type="http://schemas.openxmlformats.org/officeDocument/2006/relationships/image" Target="/ppt/media/image73.png" Id="R403166b78ad14530" /><Relationship Type="http://schemas.openxmlformats.org/officeDocument/2006/relationships/notesSlide" Target="/ppt/notesSlides/notesSlide26.xml" Id="R11dc8085752d4473"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ad6001a598e45fc" /><Relationship Type="http://schemas.openxmlformats.org/officeDocument/2006/relationships/image" Target="/ppt/media/image74.png" Id="Rd2d3895062884e99" /><Relationship Type="http://schemas.openxmlformats.org/officeDocument/2006/relationships/image" Target="/ppt/media/image75.png" Id="R418b0419adc44212" /><Relationship Type="http://schemas.openxmlformats.org/officeDocument/2006/relationships/notesSlide" Target="/ppt/notesSlides/notesSlide27.xml" Id="Reed15841a9074e3f"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d1af8dc37614e94" /><Relationship Type="http://schemas.openxmlformats.org/officeDocument/2006/relationships/image" Target="/ppt/media/image76.png" Id="R0eed7a93f4ef40f6" /><Relationship Type="http://schemas.openxmlformats.org/officeDocument/2006/relationships/notesSlide" Target="/ppt/notesSlides/notesSlide28.xml" Id="R0972b4690303409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78a393d9bd7d4a42" /><Relationship Type="http://schemas.openxmlformats.org/officeDocument/2006/relationships/image" Target="/ppt/media/image77.png" Id="Rd32a43301ccb48e8" /><Relationship Type="http://schemas.openxmlformats.org/officeDocument/2006/relationships/notesSlide" Target="/ppt/notesSlides/notesSlide29.xml" Id="Rf5e92e74e5d0445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7b3633cfd4e543f3" /><Relationship Type="http://schemas.openxmlformats.org/officeDocument/2006/relationships/image" Target="/ppt/media/image78.png" Id="R11c8873dec9946ad" /><Relationship Type="http://schemas.openxmlformats.org/officeDocument/2006/relationships/notesSlide" Target="/ppt/notesSlides/notesSlide30.xml" Id="R2c762f1d10dc4309"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5cb4e8b39f841f0" /><Relationship Type="http://schemas.openxmlformats.org/officeDocument/2006/relationships/image" Target="/ppt/media/image79.png" Id="R4488701029fb4643" /><Relationship Type="http://schemas.openxmlformats.org/officeDocument/2006/relationships/notesSlide" Target="/ppt/notesSlides/notesSlide31.xml" Id="Rc8c0d18591974f8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d30148fcb3d7431c" /><Relationship Type="http://schemas.openxmlformats.org/officeDocument/2006/relationships/image" Target="/ppt/media/image80.png" Id="R03c839878d5e4b73" /><Relationship Type="http://schemas.openxmlformats.org/officeDocument/2006/relationships/image" Target="/ppt/media/image81.png" Id="R960802c0ac8d485e" /><Relationship Type="http://schemas.openxmlformats.org/officeDocument/2006/relationships/image" Target="/ppt/media/image82.png" Id="R0fb168b66bf5476e" /><Relationship Type="http://schemas.openxmlformats.org/officeDocument/2006/relationships/notesSlide" Target="/ppt/notesSlides/notesSlide32.xml" Id="R655ab37a4b47418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20e224c443b54e5c" /><Relationship Type="http://schemas.openxmlformats.org/officeDocument/2006/relationships/image" Target="/ppt/media/image83.png" Id="Rb94e99a1378f4a58" /><Relationship Type="http://schemas.openxmlformats.org/officeDocument/2006/relationships/image" Target="/ppt/media/image84.png" Id="R41a7925c98064ad1" /><Relationship Type="http://schemas.openxmlformats.org/officeDocument/2006/relationships/image" Target="/ppt/media/image85.png" Id="Rb4115ed207574f16" /><Relationship Type="http://schemas.openxmlformats.org/officeDocument/2006/relationships/notesSlide" Target="/ppt/notesSlides/notesSlide33.xml" Id="R64f4904aec534769"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7f2926946f5f46e3" /><Relationship Type="http://schemas.openxmlformats.org/officeDocument/2006/relationships/image" Target="/ppt/media/image86.png" Id="R427a07ceb0ff4cb5" /><Relationship Type="http://schemas.openxmlformats.org/officeDocument/2006/relationships/image" Target="/ppt/media/image87.png" Id="R0d161163af024949" /><Relationship Type="http://schemas.openxmlformats.org/officeDocument/2006/relationships/notesSlide" Target="/ppt/notesSlides/notesSlide34.xml" Id="Ree616c403b874c58"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04fb33ee3dba4440" /><Relationship Type="http://schemas.openxmlformats.org/officeDocument/2006/relationships/image" Target="/ppt/media/image88.png" Id="R66f1c9497f5742fa" /><Relationship Type="http://schemas.openxmlformats.org/officeDocument/2006/relationships/image" Target="/ppt/media/image89.png" Id="Rf94f91afac1a4c84" /><Relationship Type="http://schemas.openxmlformats.org/officeDocument/2006/relationships/notesSlide" Target="/ppt/notesSlides/notesSlide35.xml" Id="R6c164fb9bb394518"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efb280bebb75469e" /><Relationship Type="http://schemas.openxmlformats.org/officeDocument/2006/relationships/image" Target="/ppt/media/image90.png" Id="Rd00f1994db764a7c" /><Relationship Type="http://schemas.openxmlformats.org/officeDocument/2006/relationships/image" Target="/ppt/media/image91.png" Id="R33ef2adb2b85479e" /><Relationship Type="http://schemas.openxmlformats.org/officeDocument/2006/relationships/notesSlide" Target="/ppt/notesSlides/notesSlide36.xml" Id="R3481ac9498ac42a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bebdbcc901504335" /><Relationship Type="http://schemas.openxmlformats.org/officeDocument/2006/relationships/image" Target="/ppt/media/image92.png" Id="R7ded7a00bfc94c55" /><Relationship Type="http://schemas.openxmlformats.org/officeDocument/2006/relationships/image" Target="/ppt/media/image93.png" Id="Rd61d962b014749f4" /><Relationship Type="http://schemas.openxmlformats.org/officeDocument/2006/relationships/image" Target="/ppt/media/image94.png" Id="R8de59c7b7d634e8f" /><Relationship Type="http://schemas.openxmlformats.org/officeDocument/2006/relationships/notesSlide" Target="/ppt/notesSlides/notesSlide37.xml" Id="R8a01ac93d39647c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e65920f095fb44ae" /><Relationship Type="http://schemas.openxmlformats.org/officeDocument/2006/relationships/image" Target="/ppt/media/image95.png" Id="R48f13c7c539c4c03" /><Relationship Type="http://schemas.openxmlformats.org/officeDocument/2006/relationships/image" Target="/ppt/media/image96.png" Id="Ra68395a47f944ada" /><Relationship Type="http://schemas.openxmlformats.org/officeDocument/2006/relationships/image" Target="/ppt/media/image97.png" Id="Rd838725dda7e47f2" /><Relationship Type="http://schemas.openxmlformats.org/officeDocument/2006/relationships/image" Target="/ppt/media/image98.png" Id="R6980ff08b56e45af" /><Relationship Type="http://schemas.openxmlformats.org/officeDocument/2006/relationships/notesSlide" Target="/ppt/notesSlides/notesSlide38.xml" Id="Rda96ed58ad2d40f4"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668227485c7b4656" /><Relationship Type="http://schemas.openxmlformats.org/officeDocument/2006/relationships/image" Target="/ppt/media/image99.png" Id="R14f9703e2c0b46a7" /><Relationship Type="http://schemas.openxmlformats.org/officeDocument/2006/relationships/image" Target="/ppt/media/image100.png" Id="Rd6cf3d310807429d" /><Relationship Type="http://schemas.openxmlformats.org/officeDocument/2006/relationships/notesSlide" Target="/ppt/notesSlides/notesSlide39.xml" Id="Rfe45490cc4704f8d"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73bb7ea5c6824c88" /><Relationship Type="http://schemas.openxmlformats.org/officeDocument/2006/relationships/image" Target="/ppt/media/image101.png" Id="Rfd26f2ba60e04538" /><Relationship Type="http://schemas.openxmlformats.org/officeDocument/2006/relationships/image" Target="/ppt/media/image102.png" Id="R992c10d965ef4669" /><Relationship Type="http://schemas.openxmlformats.org/officeDocument/2006/relationships/image" Target="/ppt/media/image103.png" Id="R84e38ea495214043" /><Relationship Type="http://schemas.openxmlformats.org/officeDocument/2006/relationships/notesSlide" Target="/ppt/notesSlides/notesSlide40.xml" Id="Rcba9166c523241a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203d610efc144cc" /><Relationship Type="http://schemas.openxmlformats.org/officeDocument/2006/relationships/image" Target="/ppt/media/image104.png" Id="Rf4a4eced51824faf" /><Relationship Type="http://schemas.openxmlformats.org/officeDocument/2006/relationships/notesSlide" Target="/ppt/notesSlides/notesSlide41.xml" Id="R4303c3a855594c11"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3c40bd9d7e814d71" /><Relationship Type="http://schemas.openxmlformats.org/officeDocument/2006/relationships/image" Target="/ppt/media/image105.png" Id="R8df5af74197a450b" /><Relationship Type="http://schemas.openxmlformats.org/officeDocument/2006/relationships/image" Target="/ppt/media/image106.png" Id="Rbaee364f7ef340fc" /><Relationship Type="http://schemas.openxmlformats.org/officeDocument/2006/relationships/notesSlide" Target="/ppt/notesSlides/notesSlide42.xml" Id="R91ad0ceddd44483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31b9c0eda87e4cac" /><Relationship Type="http://schemas.openxmlformats.org/officeDocument/2006/relationships/image" Target="/ppt/media/image107.png" Id="Rfa5c7525d82843df" /><Relationship Type="http://schemas.openxmlformats.org/officeDocument/2006/relationships/image" Target="/ppt/media/image108.png" Id="Rf6ddfe785f9c4d58" /><Relationship Type="http://schemas.openxmlformats.org/officeDocument/2006/relationships/image" Target="/ppt/media/image109.png" Id="Ra568b8d429c440ad" /><Relationship Type="http://schemas.openxmlformats.org/officeDocument/2006/relationships/image" Target="/ppt/media/image110.png" Id="R345ebc03bd32468d" /><Relationship Type="http://schemas.openxmlformats.org/officeDocument/2006/relationships/notesSlide" Target="/ppt/notesSlides/notesSlide43.xml" Id="R606c03dbcd694c0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1d32e787cdc455f" /><Relationship Type="http://schemas.openxmlformats.org/officeDocument/2006/relationships/image" Target="/ppt/media/image111.png" Id="R470c87920f2f4e26" /><Relationship Type="http://schemas.openxmlformats.org/officeDocument/2006/relationships/image" Target="/ppt/media/image112.png" Id="R713bb271860e4aec" /><Relationship Type="http://schemas.openxmlformats.org/officeDocument/2006/relationships/notesSlide" Target="/ppt/notesSlides/notesSlide44.xml" Id="R1fc61985adaf4b6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20e98f6e801b4747" /><Relationship Type="http://schemas.openxmlformats.org/officeDocument/2006/relationships/image" Target="/ppt/media/image113.png" Id="R02a9bacc5e2f4269" /><Relationship Type="http://schemas.openxmlformats.org/officeDocument/2006/relationships/image" Target="/ppt/media/image114.png" Id="Re2ad2b7d49c74d8a" /><Relationship Type="http://schemas.openxmlformats.org/officeDocument/2006/relationships/notesSlide" Target="/ppt/notesSlides/notesSlide45.xml" Id="R42a64fecacde464b"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2054209878a54169" /><Relationship Type="http://schemas.openxmlformats.org/officeDocument/2006/relationships/image" Target="/ppt/media/image115.png" Id="Rcc2a532259a34dba" /><Relationship Type="http://schemas.openxmlformats.org/officeDocument/2006/relationships/notesSlide" Target="/ppt/notesSlides/notesSlide46.xml" Id="R12ba88eb107742ca"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11fd6c2e92b84f22" /><Relationship Type="http://schemas.openxmlformats.org/officeDocument/2006/relationships/image" Target="/ppt/media/image116.png" Id="Rfd0873d1f3d74ade" /><Relationship Type="http://schemas.openxmlformats.org/officeDocument/2006/relationships/image" Target="/ppt/media/image117.png" Id="Ra10b01618bf444d9" /><Relationship Type="http://schemas.openxmlformats.org/officeDocument/2006/relationships/notesSlide" Target="/ppt/notesSlides/notesSlide47.xml" Id="Rb8877f7e2a87464c"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45a2b78509d840a1" /><Relationship Type="http://schemas.openxmlformats.org/officeDocument/2006/relationships/image" Target="/ppt/media/image118.png" Id="R40453e5a9290430c" /><Relationship Type="http://schemas.openxmlformats.org/officeDocument/2006/relationships/notesSlide" Target="/ppt/notesSlides/notesSlide48.xml" Id="Rc907e29e376e4d9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fbe614badb6a444a" /><Relationship Type="http://schemas.openxmlformats.org/officeDocument/2006/relationships/image" Target="/ppt/media/image119.png" Id="R6dead6060eca4a74" /><Relationship Type="http://schemas.openxmlformats.org/officeDocument/2006/relationships/image" Target="/ppt/media/image120.png" Id="R0463526d1e8a4c90" /><Relationship Type="http://schemas.openxmlformats.org/officeDocument/2006/relationships/notesSlide" Target="/ppt/notesSlides/notesSlide49.xml" Id="R91e419abe74641cb"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484e260fa2834f8e" /><Relationship Type="http://schemas.openxmlformats.org/officeDocument/2006/relationships/image" Target="/ppt/media/image121.png" Id="Rd4f8b56501794170" /><Relationship Type="http://schemas.openxmlformats.org/officeDocument/2006/relationships/image" Target="/ppt/media/image122.png" Id="R8381a951cd094070" /><Relationship Type="http://schemas.openxmlformats.org/officeDocument/2006/relationships/image" Target="/ppt/media/image123.png" Id="Rc60cac1b2c654b5a" /><Relationship Type="http://schemas.openxmlformats.org/officeDocument/2006/relationships/image" Target="/ppt/media/image124.png" Id="Rc3895d8454e048da" /><Relationship Type="http://schemas.openxmlformats.org/officeDocument/2006/relationships/notesSlide" Target="/ppt/notesSlides/notesSlide50.xml" Id="Rb22e251845154dd6"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7f8f6f119c804f3d" /><Relationship Type="http://schemas.openxmlformats.org/officeDocument/2006/relationships/image" Target="/ppt/media/image125.png" Id="Re873811cc36d4e6e" /><Relationship Type="http://schemas.openxmlformats.org/officeDocument/2006/relationships/notesSlide" Target="/ppt/notesSlides/notesSlide51.xml" Id="R6ab8f78c1c114e0d" /></Relationships>
</file>

<file path=ppt/slides/slide1.xml><?xml version="1.0" encoding="utf-8"?>
<p:sld xmlns:p="http://schemas.openxmlformats.org/presentationml/2006/main">
  <p:cSld>
    <p:bg>
      <p:bgPr>
        <a:solidFill xmlns:a="http://schemas.openxmlformats.org/drawingml/2006/main">
          <a:srgbClr val="0C7D08"/>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9B7A119-0FFD-46DC-A4B3-44EE90C2D754}"/>
              </a:ext>
            </a:extLst>
          </p:cNvPr>
          <p:cNvPicPr>
            <a:picLocks xmlns:a="http://schemas.openxmlformats.org/drawingml/2006/main" noChangeAspect="1"/>
          </p:cNvPicPr>
          <p:nvPr/>
        </p:nvPicPr>
        <p:blipFill>
          <a:blip xmlns:r="http://schemas.openxmlformats.org/officeDocument/2006/relationships" xmlns:a="http://schemas.openxmlformats.org/drawingml/2006/main" r:embed="R1bc0438caafd400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왼쪽 진한 녹색 그라데이션">
            <a:extLst xmlns:a="http://schemas.openxmlformats.org/drawingml/2006/main">
              <a:ext uri="{FF2B5EF4-FFF2-40B4-BE49-F238E27FC236}">
                <a16:creationId xmlns:a16="http://schemas.microsoft.com/office/drawing/2014/main" id="{00132FF6-70AD-4172-8A34-F8EB553405AB}"/>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대단원명">
            <a:extLst xmlns:a="http://schemas.openxmlformats.org/drawingml/2006/main">
              <a:ext uri="{FF2B5EF4-FFF2-40B4-BE49-F238E27FC236}">
                <a16:creationId xmlns:a16="http://schemas.microsoft.com/office/drawing/2014/main" id="{A792DCCC-6149-4ED3-8FD4-C57397B869A2}"/>
              </a:ext>
            </a:extLst>
          </p:cNvPr>
          <p:cNvSpPr>
            <a:spLocks xmlns:a="http://schemas.openxmlformats.org/drawingml/2006/main" noGrp="1"/>
          </p:cNvSpPr>
          <p:nvPr/>
        </p:nvSpPr>
        <p:spPr>
          <a:xfrm xmlns:a="http://schemas.openxmlformats.org/drawingml/2006/main">
            <a:off x="1323975" y="1962150"/>
            <a:ext cx="14001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Ⅲ. 화학 변화의 자발성</a:t>
            </a:r>
          </a:p>
        </p:txBody>
      </p:sp>
      <p:sp>
        <p:nvSpPr>
          <p:cNvPr id="4" name="소단원명">
            <a:extLst xmlns:a="http://schemas.openxmlformats.org/drawingml/2006/main">
              <a:ext uri="{FF2B5EF4-FFF2-40B4-BE49-F238E27FC236}">
                <a16:creationId xmlns:a16="http://schemas.microsoft.com/office/drawing/2014/main" id="{DBC976C7-A5C2-432E-ABFA-6BB4DEE5E092}"/>
              </a:ext>
            </a:extLst>
          </p:cNvPr>
          <p:cNvSpPr>
            <a:spLocks xmlns:a="http://schemas.openxmlformats.org/drawingml/2006/main" noGrp="1"/>
          </p:cNvSpPr>
          <p:nvPr/>
        </p:nvSpPr>
        <p:spPr>
          <a:xfrm xmlns:a="http://schemas.openxmlformats.org/drawingml/2006/main">
            <a:off x="1323975" y="3305175"/>
            <a:ext cx="13335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8250" b="1">
                <a:solidFill>
                  <a:srgbClr val="FFFFFF"/>
                </a:solidFill>
                <a:latin typeface="Pretendard"/>
                <a:ea typeface="Pretendard"/>
                <a:cs typeface="Pretendard"/>
              </a:defRPr>
            </a:defPPr>
            <a:lvl1pPr algn="l">
              <a:defRPr sz="8250" b="1">
                <a:solidFill>
                  <a:srgbClr val="FFFFFF"/>
                </a:solidFill>
                <a:latin typeface="Pretendard"/>
                <a:ea typeface="Pretendard"/>
                <a:cs typeface="Pretendard"/>
              </a:defRPr>
            </a:lvl1pPr>
            <a:lvl2pPr algn="l">
              <a:defRPr sz="8250" b="1">
                <a:solidFill>
                  <a:srgbClr val="FFFFFF"/>
                </a:solidFill>
                <a:latin typeface="Pretendard"/>
                <a:ea typeface="Pretendard"/>
                <a:cs typeface="Pretendard"/>
              </a:defRPr>
            </a:lvl2pPr>
            <a:lvl3pPr algn="l">
              <a:defRPr sz="8250" b="1">
                <a:solidFill>
                  <a:srgbClr val="FFFFFF"/>
                </a:solidFill>
                <a:latin typeface="Pretendard"/>
                <a:ea typeface="Pretendard"/>
                <a:cs typeface="Pretendard"/>
              </a:defRPr>
            </a:lvl3pPr>
            <a:lvl4pPr algn="l">
              <a:defRPr sz="8250" b="1">
                <a:solidFill>
                  <a:srgbClr val="FFFFFF"/>
                </a:solidFill>
                <a:latin typeface="Pretendard"/>
                <a:ea typeface="Pretendard"/>
                <a:cs typeface="Pretendard"/>
              </a:defRPr>
            </a:lvl4pPr>
            <a:lvl5pPr algn="l">
              <a:defRPr sz="8250" b="1">
                <a:solidFill>
                  <a:srgbClr val="FFFFFF"/>
                </a:solidFill>
                <a:latin typeface="Pretendard"/>
                <a:ea typeface="Pretendard"/>
                <a:cs typeface="Pretendard"/>
              </a:defRPr>
            </a:lvl5pPr>
            <a:lvl6pPr algn="l">
              <a:defRPr sz="8250" b="1">
                <a:solidFill>
                  <a:srgbClr val="FFFFFF"/>
                </a:solidFill>
                <a:latin typeface="Pretendard"/>
                <a:ea typeface="Pretendard"/>
                <a:cs typeface="Pretendard"/>
              </a:defRPr>
            </a:lvl6pPr>
            <a:lvl7pPr algn="l">
              <a:defRPr sz="8250" b="1">
                <a:solidFill>
                  <a:srgbClr val="FFFFFF"/>
                </a:solidFill>
                <a:latin typeface="Pretendard"/>
                <a:ea typeface="Pretendard"/>
                <a:cs typeface="Pretendard"/>
              </a:defRPr>
            </a:lvl7pPr>
            <a:lvl8pPr algn="l">
              <a:defRPr sz="8250" b="1">
                <a:solidFill>
                  <a:srgbClr val="FFFFFF"/>
                </a:solidFill>
                <a:latin typeface="Pretendard"/>
                <a:ea typeface="Pretendard"/>
                <a:cs typeface="Pretendard"/>
              </a:defRPr>
            </a:lvl8pPr>
            <a:lvl9pPr algn="l">
              <a:defRPr sz="8250" b="1">
                <a:solidFill>
                  <a:srgbClr val="FFFFFF"/>
                </a:solidFill>
                <a:latin typeface="Pretendard"/>
                <a:ea typeface="Pretendard"/>
                <a:cs typeface="Pretendard"/>
              </a:defRPr>
            </a:lvl9pPr>
          </a:lstStyle>
          <a:p xmlns:a="http://schemas.openxmlformats.org/drawingml/2006/main">
            <a:pPr algn="l">
              <a:defRPr sz="8250" b="1">
                <a:solidFill>
                  <a:srgbClr val="FFFFFF"/>
                </a:solidFill>
                <a:latin typeface="Pretendard"/>
                <a:ea typeface="Pretendard"/>
                <a:cs typeface="Pretendard"/>
              </a:defRPr>
            </a:pPr>
            <a:r>
              <a:rPr sz="8250" b="1">
                <a:solidFill>
                  <a:srgbClr val="FFFFFF"/>
                </a:solidFill>
                <a:latin typeface="Pretendard"/>
                <a:ea typeface="Pretendard"/>
                <a:cs typeface="Pretendard"/>
              </a:rPr>
              <a:t>02. 헤스 법칙</a:t>
            </a:r>
          </a:p>
        </p:txBody>
      </p:sp>
      <p:sp>
        <p:nvSpPr>
          <p:cNvPr id="5" name="저자">
            <a:extLst xmlns:a="http://schemas.openxmlformats.org/drawingml/2006/main">
              <a:ext uri="{FF2B5EF4-FFF2-40B4-BE49-F238E27FC236}">
                <a16:creationId xmlns:a16="http://schemas.microsoft.com/office/drawing/2014/main" id="{E753686E-9305-48C4-A9E8-5F4AFFCDB4AB}"/>
              </a:ext>
            </a:extLst>
          </p:cNvPr>
          <p:cNvSpPr>
            <a:spLocks xmlns:a="http://schemas.openxmlformats.org/drawingml/2006/main" noGrp="1"/>
          </p:cNvSpPr>
          <p:nvPr/>
        </p:nvSpPr>
        <p:spPr>
          <a:xfrm xmlns:a="http://schemas.openxmlformats.org/drawingml/2006/main">
            <a:off x="1362075" y="52768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0">
                <a:solidFill>
                  <a:srgbClr val="FFFFFF"/>
                </a:solidFill>
                <a:latin typeface="Pretendard"/>
                <a:ea typeface="Pretendard"/>
                <a:cs typeface="Pretendard"/>
              </a:defRPr>
            </a:defPPr>
            <a:lvl1pPr algn="l">
              <a:defRPr sz="3000" b="0">
                <a:solidFill>
                  <a:srgbClr val="FFFFFF"/>
                </a:solidFill>
                <a:latin typeface="Pretendard"/>
                <a:ea typeface="Pretendard"/>
                <a:cs typeface="Pretendard"/>
              </a:defRPr>
            </a:lvl1pPr>
            <a:lvl2pPr algn="l">
              <a:defRPr sz="3000" b="0">
                <a:solidFill>
                  <a:srgbClr val="FFFFFF"/>
                </a:solidFill>
                <a:latin typeface="Pretendard"/>
                <a:ea typeface="Pretendard"/>
                <a:cs typeface="Pretendard"/>
              </a:defRPr>
            </a:lvl2pPr>
            <a:lvl3pPr algn="l">
              <a:defRPr sz="3000" b="0">
                <a:solidFill>
                  <a:srgbClr val="FFFFFF"/>
                </a:solidFill>
                <a:latin typeface="Pretendard"/>
                <a:ea typeface="Pretendard"/>
                <a:cs typeface="Pretendard"/>
              </a:defRPr>
            </a:lvl3pPr>
            <a:lvl4pPr algn="l">
              <a:defRPr sz="3000" b="0">
                <a:solidFill>
                  <a:srgbClr val="FFFFFF"/>
                </a:solidFill>
                <a:latin typeface="Pretendard"/>
                <a:ea typeface="Pretendard"/>
                <a:cs typeface="Pretendard"/>
              </a:defRPr>
            </a:lvl4pPr>
            <a:lvl5pPr algn="l">
              <a:defRPr sz="3000" b="0">
                <a:solidFill>
                  <a:srgbClr val="FFFFFF"/>
                </a:solidFill>
                <a:latin typeface="Pretendard"/>
                <a:ea typeface="Pretendard"/>
                <a:cs typeface="Pretendard"/>
              </a:defRPr>
            </a:lvl5pPr>
            <a:lvl6pPr algn="l">
              <a:defRPr sz="3000" b="0">
                <a:solidFill>
                  <a:srgbClr val="FFFFFF"/>
                </a:solidFill>
                <a:latin typeface="Pretendard"/>
                <a:ea typeface="Pretendard"/>
                <a:cs typeface="Pretendard"/>
              </a:defRPr>
            </a:lvl6pPr>
            <a:lvl7pPr algn="l">
              <a:defRPr sz="3000" b="0">
                <a:solidFill>
                  <a:srgbClr val="FFFFFF"/>
                </a:solidFill>
                <a:latin typeface="Pretendard"/>
                <a:ea typeface="Pretendard"/>
                <a:cs typeface="Pretendard"/>
              </a:defRPr>
            </a:lvl7pPr>
            <a:lvl8pPr algn="l">
              <a:defRPr sz="3000" b="0">
                <a:solidFill>
                  <a:srgbClr val="FFFFFF"/>
                </a:solidFill>
                <a:latin typeface="Pretendard"/>
                <a:ea typeface="Pretendard"/>
                <a:cs typeface="Pretendard"/>
              </a:defRPr>
            </a:lvl8pPr>
            <a:lvl9pPr algn="l">
              <a:defRPr sz="3000" b="0">
                <a:solidFill>
                  <a:srgbClr val="FFFFFF"/>
                </a:solidFill>
                <a:latin typeface="Pretendard"/>
                <a:ea typeface="Pretendard"/>
                <a:cs typeface="Pretendard"/>
              </a:defRPr>
            </a:lvl9pPr>
          </a:lstStyle>
          <a:p xmlns:a="http://schemas.openxmlformats.org/drawingml/2006/main">
            <a:pPr algn="l">
              <a:defRPr sz="3000" b="0">
                <a:solidFill>
                  <a:srgbClr val="FFFFFF"/>
                </a:solidFill>
                <a:latin typeface="Pretendard"/>
                <a:ea typeface="Pretendard"/>
                <a:cs typeface="Pretendard"/>
              </a:defRPr>
            </a:pPr>
            <a:r>
              <a:rPr sz="3000" b="0">
                <a:solidFill>
                  <a:srgbClr val="FFFFFF"/>
                </a:solidFill>
                <a:latin typeface="Pretendard"/>
                <a:ea typeface="Pretendard"/>
                <a:cs typeface="Pretendard"/>
              </a:rPr>
              <a:t>사이음 저</a:t>
            </a:r>
          </a:p>
        </p:txBody>
      </p:sp>
      <p:sp>
        <p:nvSpPr>
          <p:cNvPr id="6" name="기존 AI 안내">
            <a:extLst xmlns:a="http://schemas.openxmlformats.org/drawingml/2006/main">
              <a:ext uri="{FF2B5EF4-FFF2-40B4-BE49-F238E27FC236}">
                <a16:creationId xmlns:a16="http://schemas.microsoft.com/office/drawing/2014/main" id="{2A5665F9-5911-41B5-98E9-67CA41B0F160}"/>
              </a:ext>
            </a:extLst>
          </p:cNvPr>
          <p:cNvSpPr>
            <a:spLocks xmlns:a="http://schemas.openxmlformats.org/drawingml/2006/main" noGrp="1"/>
          </p:cNvSpPr>
          <p:nvPr/>
        </p:nvSpPr>
        <p:spPr>
          <a:xfrm xmlns:a="http://schemas.openxmlformats.org/drawingml/2006/main">
            <a:off x="428625" y="9858375"/>
            <a:ext cx="1238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575" b="0">
                <a:solidFill>
                  <a:srgbClr val="FFFFFF"/>
                </a:solidFill>
                <a:latin typeface="Pretendard"/>
                <a:ea typeface="Pretendard"/>
                <a:cs typeface="Pretendard"/>
              </a:defRPr>
            </a:defPPr>
            <a:lvl1pPr algn="l">
              <a:defRPr sz="1575" b="0">
                <a:solidFill>
                  <a:srgbClr val="FFFFFF"/>
                </a:solidFill>
                <a:latin typeface="Pretendard"/>
                <a:ea typeface="Pretendard"/>
                <a:cs typeface="Pretendard"/>
              </a:defRPr>
            </a:lvl1pPr>
            <a:lvl2pPr algn="l">
              <a:defRPr sz="1575" b="0">
                <a:solidFill>
                  <a:srgbClr val="FFFFFF"/>
                </a:solidFill>
                <a:latin typeface="Pretendard"/>
                <a:ea typeface="Pretendard"/>
                <a:cs typeface="Pretendard"/>
              </a:defRPr>
            </a:lvl2pPr>
            <a:lvl3pPr algn="l">
              <a:defRPr sz="1575" b="0">
                <a:solidFill>
                  <a:srgbClr val="FFFFFF"/>
                </a:solidFill>
                <a:latin typeface="Pretendard"/>
                <a:ea typeface="Pretendard"/>
                <a:cs typeface="Pretendard"/>
              </a:defRPr>
            </a:lvl3pPr>
            <a:lvl4pPr algn="l">
              <a:defRPr sz="1575" b="0">
                <a:solidFill>
                  <a:srgbClr val="FFFFFF"/>
                </a:solidFill>
                <a:latin typeface="Pretendard"/>
                <a:ea typeface="Pretendard"/>
                <a:cs typeface="Pretendard"/>
              </a:defRPr>
            </a:lvl4pPr>
            <a:lvl5pPr algn="l">
              <a:defRPr sz="1575" b="0">
                <a:solidFill>
                  <a:srgbClr val="FFFFFF"/>
                </a:solidFill>
                <a:latin typeface="Pretendard"/>
                <a:ea typeface="Pretendard"/>
                <a:cs typeface="Pretendard"/>
              </a:defRPr>
            </a:lvl5pPr>
            <a:lvl6pPr algn="l">
              <a:defRPr sz="1575" b="0">
                <a:solidFill>
                  <a:srgbClr val="FFFFFF"/>
                </a:solidFill>
                <a:latin typeface="Pretendard"/>
                <a:ea typeface="Pretendard"/>
                <a:cs typeface="Pretendard"/>
              </a:defRPr>
            </a:lvl6pPr>
            <a:lvl7pPr algn="l">
              <a:defRPr sz="1575" b="0">
                <a:solidFill>
                  <a:srgbClr val="FFFFFF"/>
                </a:solidFill>
                <a:latin typeface="Pretendard"/>
                <a:ea typeface="Pretendard"/>
                <a:cs typeface="Pretendard"/>
              </a:defRPr>
            </a:lvl7pPr>
            <a:lvl8pPr algn="l">
              <a:defRPr sz="1575" b="0">
                <a:solidFill>
                  <a:srgbClr val="FFFFFF"/>
                </a:solidFill>
                <a:latin typeface="Pretendard"/>
                <a:ea typeface="Pretendard"/>
                <a:cs typeface="Pretendard"/>
              </a:defRPr>
            </a:lvl8pPr>
            <a:lvl9pPr algn="l">
              <a:defRPr sz="1575" b="0">
                <a:solidFill>
                  <a:srgbClr val="FFFFFF"/>
                </a:solidFill>
                <a:latin typeface="Pretendard"/>
                <a:ea typeface="Pretendard"/>
                <a:cs typeface="Pretendard"/>
              </a:defRPr>
            </a:lvl9pPr>
          </a:lstStyle>
          <a:p xmlns:a="http://schemas.openxmlformats.org/drawingml/2006/main">
            <a:pPr algn="l">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본 수업 자료에 사용된 일부 이미지는 생성형 AI 기술을 활용하여 제작되었습니다.</a:t>
            </a:r>
          </a:p>
        </p:txBody>
      </p:sp>
      <p:pic>
        <p:nvPicPr>
          <p:cNvPr id="7" name="">
            <a:extLst xmlns:a="http://schemas.openxmlformats.org/drawingml/2006/main">
              <a:ext uri="{FF2B5EF4-FFF2-40B4-BE49-F238E27FC236}">
                <a16:creationId xmlns:a16="http://schemas.microsoft.com/office/drawing/2014/main" id="{4402730B-20F7-4186-AFE7-DC5E92F1E768}"/>
              </a:ext>
            </a:extLst>
          </p:cNvPr>
          <p:cNvPicPr>
            <a:picLocks xmlns:a="http://schemas.openxmlformats.org/drawingml/2006/main" noChangeAspect="1"/>
          </p:cNvPicPr>
          <p:nvPr/>
        </p:nvPicPr>
        <p:blipFill>
          <a:blip xmlns:r="http://schemas.openxmlformats.org/officeDocument/2006/relationships" xmlns:a="http://schemas.openxmlformats.org/drawingml/2006/main" r:embed="R91c58ddaf20c45e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05959CFA-AC3C-4446-93E1-6395C5AE10CE}"/>
              </a:ext>
            </a:extLst>
          </p:cNvPr>
          <p:cNvPicPr>
            <a:picLocks xmlns:a="http://schemas.openxmlformats.org/drawingml/2006/main" noChangeAspect="1"/>
          </p:cNvPicPr>
          <p:nvPr/>
        </p:nvPicPr>
        <p:blipFill>
          <a:blip xmlns:r="http://schemas.openxmlformats.org/officeDocument/2006/relationships" xmlns:a="http://schemas.openxmlformats.org/drawingml/2006/main" r:embed="R2e9cb86bc2b749cf"/>
          <a:stretch xmlns:a="http://schemas.openxmlformats.org/drawingml/2006/main"/>
        </p:blipFill>
        <p:spPr>
          <a:xfrm xmlns:a="http://schemas.openxmlformats.org/drawingml/2006/main">
            <a:off x="15252697" y="410255"/>
            <a:ext cx="1473203" cy="627299"/>
          </a:xfrm>
          <a:prstGeom xmlns:a="http://schemas.openxmlformats.org/drawingml/2006/main" prst="rect">
            <a:avLst/>
          </a:prstGeom>
        </p:spPr>
      </p:pic>
      <p:sp>
        <p:nvSpPr>
          <p:cNvPr id="9" name="copyright">
            <a:extLst xmlns:a="http://schemas.openxmlformats.org/drawingml/2006/main">
              <a:ext uri="{FF2B5EF4-FFF2-40B4-BE49-F238E27FC236}">
                <a16:creationId xmlns:a16="http://schemas.microsoft.com/office/drawing/2014/main" id="{181D312D-8ABA-4DFF-96C4-C9AFCE04849B}"/>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1977214269"/>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1B904D6-4E72-4005-889D-B4D09B81E971}"/>
              </a:ext>
            </a:extLst>
          </p:cNvPr>
          <p:cNvPicPr>
            <a:picLocks xmlns:a="http://schemas.openxmlformats.org/drawingml/2006/main" noChangeAspect="1"/>
          </p:cNvPicPr>
          <p:nvPr/>
        </p:nvPicPr>
        <p:blipFill>
          <a:blip xmlns:r="http://schemas.openxmlformats.org/officeDocument/2006/relationships" xmlns:a="http://schemas.openxmlformats.org/drawingml/2006/main" r:embed="R7bb562336f174a8c"/>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634955B2-7B91-45ED-8B52-3FAD198C8CAD}"/>
              </a:ext>
            </a:extLst>
          </p:cNvPr>
          <p:cNvPicPr>
            <a:picLocks xmlns:a="http://schemas.openxmlformats.org/drawingml/2006/main" noChangeAspect="1"/>
          </p:cNvPicPr>
          <p:nvPr/>
        </p:nvPicPr>
        <p:blipFill>
          <a:blip xmlns:r="http://schemas.openxmlformats.org/officeDocument/2006/relationships" xmlns:a="http://schemas.openxmlformats.org/drawingml/2006/main" r:embed="Rcce9e4b14f6f4f2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FC8227C-D379-40EC-84B3-615FDCD4B6A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474EB34-C567-42BB-88F2-BC77F83BE0F6}"/>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0 동기 유발</a:t>
            </a:r>
          </a:p>
        </p:txBody>
      </p:sp>
      <p:sp>
        <p:nvSpPr>
          <p:cNvPr id="4" name="text">
            <a:extLst xmlns:a="http://schemas.openxmlformats.org/drawingml/2006/main">
              <a:ext uri="{FF2B5EF4-FFF2-40B4-BE49-F238E27FC236}">
                <a16:creationId xmlns:a16="http://schemas.microsoft.com/office/drawing/2014/main" id="{6DE4CFB1-E4E9-4BA2-A3F5-E9F59D3C3C9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BC0D266-938C-4211-92B7-25871CBABEA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등산 경로와 높이</a:t>
            </a:r>
          </a:p>
        </p:txBody>
      </p:sp>
      <p:sp>
        <p:nvSpPr>
          <p:cNvPr id="6" name="핵심 문장">
            <a:extLst xmlns:a="http://schemas.openxmlformats.org/drawingml/2006/main">
              <a:ext uri="{FF2B5EF4-FFF2-40B4-BE49-F238E27FC236}">
                <a16:creationId xmlns:a16="http://schemas.microsoft.com/office/drawing/2014/main" id="{10F33A41-CBBD-4FF5-8203-F2646911DD6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다른 길로 가도, 높이 차는 같을까?</a:t>
            </a:r>
          </a:p>
        </p:txBody>
      </p:sp>
      <p:sp>
        <p:nvSpPr>
          <p:cNvPr id="7" name="관찰 설명">
            <a:extLst xmlns:a="http://schemas.openxmlformats.org/drawingml/2006/main">
              <a:ext uri="{FF2B5EF4-FFF2-40B4-BE49-F238E27FC236}">
                <a16:creationId xmlns:a16="http://schemas.microsoft.com/office/drawing/2014/main" id="{61AF48F9-60CB-4EC9-BD7F-192A1C774F61}"/>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지점에서 출발해 정상에 도착하는 두 등산로를 비교해 보자.</a:t>
            </a:r>
          </a:p>
        </p:txBody>
      </p:sp>
      <p:pic>
        <p:nvPicPr>
          <p:cNvPr id="8" name="">
            <a:extLst xmlns:a="http://schemas.openxmlformats.org/drawingml/2006/main">
              <a:ext uri="{FF2B5EF4-FFF2-40B4-BE49-F238E27FC236}">
                <a16:creationId xmlns:a16="http://schemas.microsoft.com/office/drawing/2014/main" id="{F1A787C5-750E-45F2-B611-38716A06383F}"/>
              </a:ext>
            </a:extLst>
          </p:cNvPr>
          <p:cNvPicPr>
            <a:picLocks xmlns:a="http://schemas.openxmlformats.org/drawingml/2006/main" noChangeAspect="1"/>
          </p:cNvPicPr>
          <p:nvPr/>
        </p:nvPicPr>
        <p:blipFill>
          <a:blip xmlns:r="http://schemas.openxmlformats.org/officeDocument/2006/relationships" xmlns:a="http://schemas.openxmlformats.org/drawingml/2006/main" r:embed="R24c5f02ca81c4275"/>
          <a:srcRect xmlns:a="http://schemas.openxmlformats.org/drawingml/2006/main" l="12000" t="0" r="12000" b="24000"/>
          <a:stretch xmlns:a="http://schemas.openxmlformats.org/drawingml/2006/main"/>
        </p:blipFill>
        <p:spPr>
          <a:xfrm xmlns:a="http://schemas.openxmlformats.org/drawingml/2006/main">
            <a:off x="3952875" y="4514850"/>
            <a:ext cx="10382250" cy="5191125"/>
          </a:xfrm>
          <a:prstGeom xmlns:a="http://schemas.openxmlformats.org/drawingml/2006/main" prst="rect">
            <a:avLst/>
          </a:prstGeom>
        </p:spPr>
      </p:pic>
    </p:spTree>
    <p:extLst>
      <p:ext uri="{BB962C8B-B14F-4D97-AF65-F5344CB8AC3E}">
        <p14:creationId xmlns:p14="http://schemas.microsoft.com/office/powerpoint/2010/main" val="1970849804"/>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09B27634-D332-47CE-92AC-A53C74721D86}"/>
              </a:ext>
            </a:extLst>
          </p:cNvPr>
          <p:cNvPicPr>
            <a:picLocks xmlns:a="http://schemas.openxmlformats.org/drawingml/2006/main" noChangeAspect="1"/>
          </p:cNvPicPr>
          <p:nvPr/>
        </p:nvPicPr>
        <p:blipFill>
          <a:blip xmlns:r="http://schemas.openxmlformats.org/officeDocument/2006/relationships" xmlns:a="http://schemas.openxmlformats.org/drawingml/2006/main" r:embed="R65ba570fc2a0428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5BEAFAC-CA58-4F10-B061-BC94CDC293A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08812C6-EAEA-4A35-B5EC-D7B37F8475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수업 목차</a:t>
            </a:r>
          </a:p>
        </p:txBody>
      </p:sp>
      <p:sp>
        <p:nvSpPr>
          <p:cNvPr id="4" name="원본 윤곽 목차 블록">
            <a:extLst xmlns:a="http://schemas.openxmlformats.org/drawingml/2006/main">
              <a:ext uri="{FF2B5EF4-FFF2-40B4-BE49-F238E27FC236}">
                <a16:creationId xmlns:a16="http://schemas.microsoft.com/office/drawing/2014/main" id="{8606F275-E19D-4A47-87F1-D4D725E47524}"/>
              </a:ext>
            </a:extLst>
          </p:cNvPr>
          <p:cNvSpPr>
            <a:spLocks xmlns:a="http://schemas.openxmlformats.org/drawingml/2006/main" noGrp="1"/>
          </p:cNvSpPr>
          <p:nvPr/>
        </p:nvSpPr>
        <p:spPr>
          <a:xfrm xmlns:a="http://schemas.openxmlformats.org/drawingml/2006/main">
            <a:off x="17240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5" name="text">
            <a:extLst xmlns:a="http://schemas.openxmlformats.org/drawingml/2006/main">
              <a:ext uri="{FF2B5EF4-FFF2-40B4-BE49-F238E27FC236}">
                <a16:creationId xmlns:a16="http://schemas.microsoft.com/office/drawing/2014/main" id="{0EF0C718-9EF7-4000-A65A-4B3EF55A9B03}"/>
              </a:ext>
            </a:extLst>
          </p:cNvPr>
          <p:cNvSpPr>
            <a:spLocks xmlns:a="http://schemas.openxmlformats.org/drawingml/2006/main" noGrp="1"/>
          </p:cNvSpPr>
          <p:nvPr/>
        </p:nvSpPr>
        <p:spPr>
          <a:xfrm xmlns:a="http://schemas.openxmlformats.org/drawingml/2006/main">
            <a:off x="24860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1</a:t>
            </a:r>
          </a:p>
        </p:txBody>
      </p:sp>
      <p:sp>
        <p:nvSpPr>
          <p:cNvPr id="6" name="text">
            <a:extLst xmlns:a="http://schemas.openxmlformats.org/drawingml/2006/main">
              <a:ext uri="{FF2B5EF4-FFF2-40B4-BE49-F238E27FC236}">
                <a16:creationId xmlns:a16="http://schemas.microsoft.com/office/drawing/2014/main" id="{9D2EE7A8-7778-4C6B-AA66-65B8EF885375}"/>
              </a:ext>
            </a:extLst>
          </p:cNvPr>
          <p:cNvSpPr>
            <a:spLocks xmlns:a="http://schemas.openxmlformats.org/drawingml/2006/main" noGrp="1"/>
          </p:cNvSpPr>
          <p:nvPr/>
        </p:nvSpPr>
        <p:spPr>
          <a:xfrm xmlns:a="http://schemas.openxmlformats.org/drawingml/2006/main">
            <a:off x="24860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a:t>
            </a:r>
          </a:p>
        </p:txBody>
      </p:sp>
      <p:sp>
        <p:nvSpPr>
          <p:cNvPr id="7" name="원본 윤곽 목차 블록">
            <a:extLst xmlns:a="http://schemas.openxmlformats.org/drawingml/2006/main">
              <a:ext uri="{FF2B5EF4-FFF2-40B4-BE49-F238E27FC236}">
                <a16:creationId xmlns:a16="http://schemas.microsoft.com/office/drawing/2014/main" id="{AFFADB27-4E86-4B10-88AA-8BAC85B260D6}"/>
              </a:ext>
            </a:extLst>
          </p:cNvPr>
          <p:cNvSpPr>
            <a:spLocks xmlns:a="http://schemas.openxmlformats.org/drawingml/2006/main" noGrp="1"/>
          </p:cNvSpPr>
          <p:nvPr/>
        </p:nvSpPr>
        <p:spPr>
          <a:xfrm xmlns:a="http://schemas.openxmlformats.org/drawingml/2006/main">
            <a:off x="53816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8" name="text">
            <a:extLst xmlns:a="http://schemas.openxmlformats.org/drawingml/2006/main">
              <a:ext uri="{FF2B5EF4-FFF2-40B4-BE49-F238E27FC236}">
                <a16:creationId xmlns:a16="http://schemas.microsoft.com/office/drawing/2014/main" id="{29E7BC0C-396B-43E3-B6B3-037A68C83936}"/>
              </a:ext>
            </a:extLst>
          </p:cNvPr>
          <p:cNvSpPr>
            <a:spLocks xmlns:a="http://schemas.openxmlformats.org/drawingml/2006/main" noGrp="1"/>
          </p:cNvSpPr>
          <p:nvPr/>
        </p:nvSpPr>
        <p:spPr>
          <a:xfrm xmlns:a="http://schemas.openxmlformats.org/drawingml/2006/main">
            <a:off x="61436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2</a:t>
            </a:r>
          </a:p>
        </p:txBody>
      </p:sp>
      <p:sp>
        <p:nvSpPr>
          <p:cNvPr id="9" name="text">
            <a:extLst xmlns:a="http://schemas.openxmlformats.org/drawingml/2006/main">
              <a:ext uri="{FF2B5EF4-FFF2-40B4-BE49-F238E27FC236}">
                <a16:creationId xmlns:a16="http://schemas.microsoft.com/office/drawing/2014/main" id="{6E542E66-6A1E-4043-9693-C49EDD09CAEE}"/>
              </a:ext>
            </a:extLst>
          </p:cNvPr>
          <p:cNvSpPr>
            <a:spLocks xmlns:a="http://schemas.openxmlformats.org/drawingml/2006/main" noGrp="1"/>
          </p:cNvSpPr>
          <p:nvPr/>
        </p:nvSpPr>
        <p:spPr>
          <a:xfrm xmlns:a="http://schemas.openxmlformats.org/drawingml/2006/main">
            <a:off x="61436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반응 엔탈피</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구하기</a:t>
            </a:r>
          </a:p>
        </p:txBody>
      </p:sp>
      <p:sp>
        <p:nvSpPr>
          <p:cNvPr id="10" name="원본 윤곽 목차 블록">
            <a:extLst xmlns:a="http://schemas.openxmlformats.org/drawingml/2006/main">
              <a:ext uri="{FF2B5EF4-FFF2-40B4-BE49-F238E27FC236}">
                <a16:creationId xmlns:a16="http://schemas.microsoft.com/office/drawing/2014/main" id="{9800F52B-081C-4007-BAC7-A0340CE99087}"/>
              </a:ext>
            </a:extLst>
          </p:cNvPr>
          <p:cNvSpPr>
            <a:spLocks xmlns:a="http://schemas.openxmlformats.org/drawingml/2006/main" noGrp="1"/>
          </p:cNvSpPr>
          <p:nvPr/>
        </p:nvSpPr>
        <p:spPr>
          <a:xfrm xmlns:a="http://schemas.openxmlformats.org/drawingml/2006/main">
            <a:off x="90392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6FA177C6-B193-47A1-B969-A4F626842680}"/>
              </a:ext>
            </a:extLst>
          </p:cNvPr>
          <p:cNvSpPr>
            <a:spLocks xmlns:a="http://schemas.openxmlformats.org/drawingml/2006/main" noGrp="1"/>
          </p:cNvSpPr>
          <p:nvPr/>
        </p:nvSpPr>
        <p:spPr>
          <a:xfrm xmlns:a="http://schemas.openxmlformats.org/drawingml/2006/main">
            <a:off x="98012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3</a:t>
            </a:r>
          </a:p>
        </p:txBody>
      </p:sp>
      <p:sp>
        <p:nvSpPr>
          <p:cNvPr id="12" name="text">
            <a:extLst xmlns:a="http://schemas.openxmlformats.org/drawingml/2006/main">
              <a:ext uri="{FF2B5EF4-FFF2-40B4-BE49-F238E27FC236}">
                <a16:creationId xmlns:a16="http://schemas.microsoft.com/office/drawing/2014/main" id="{C8F8FE64-91B1-4EB6-BEC3-2E4198FF3F78}"/>
              </a:ext>
            </a:extLst>
          </p:cNvPr>
          <p:cNvSpPr>
            <a:spLocks xmlns:a="http://schemas.openxmlformats.org/drawingml/2006/main" noGrp="1"/>
          </p:cNvSpPr>
          <p:nvPr/>
        </p:nvSpPr>
        <p:spPr>
          <a:xfrm xmlns:a="http://schemas.openxmlformats.org/drawingml/2006/main">
            <a:off x="98012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표준 생성</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엔탈피</a:t>
            </a:r>
          </a:p>
        </p:txBody>
      </p:sp>
      <p:sp>
        <p:nvSpPr>
          <p:cNvPr id="13" name="원본 윤곽 목차 블록">
            <a:extLst xmlns:a="http://schemas.openxmlformats.org/drawingml/2006/main">
              <a:ext uri="{FF2B5EF4-FFF2-40B4-BE49-F238E27FC236}">
                <a16:creationId xmlns:a16="http://schemas.microsoft.com/office/drawing/2014/main" id="{14B30620-7F9E-4D07-B274-96C89F50172D}"/>
              </a:ext>
            </a:extLst>
          </p:cNvPr>
          <p:cNvSpPr>
            <a:spLocks xmlns:a="http://schemas.openxmlformats.org/drawingml/2006/main" noGrp="1"/>
          </p:cNvSpPr>
          <p:nvPr/>
        </p:nvSpPr>
        <p:spPr>
          <a:xfrm xmlns:a="http://schemas.openxmlformats.org/drawingml/2006/main">
            <a:off x="12696825" y="4476750"/>
            <a:ext cx="3905250" cy="3333750"/>
          </a:xfrm>
          <a:custGeom xmlns:a="http://schemas.openxmlformats.org/drawingml/2006/main">
            <a:pathLst>
              <a:path w="3905250" h="3333750">
                <a:moveTo>
                  <a:pt x="190500" y="0"/>
                </a:moveTo>
                <a:lnTo>
                  <a:pt x="3124200" y="0"/>
                </a:lnTo>
                <a:cubicBezTo>
                  <a:pt x="3228975" y="0"/>
                  <a:pt x="3286125" y="47625"/>
                  <a:pt x="3324225" y="142875"/>
                </a:cubicBezTo>
                <a:lnTo>
                  <a:pt x="3886200" y="1600200"/>
                </a:lnTo>
                <a:cubicBezTo>
                  <a:pt x="3914775" y="1647825"/>
                  <a:pt x="3914775" y="1685925"/>
                  <a:pt x="3886200" y="1743075"/>
                </a:cubicBezTo>
                <a:lnTo>
                  <a:pt x="3324225" y="3190875"/>
                </a:lnTo>
                <a:cubicBezTo>
                  <a:pt x="3286125" y="3286125"/>
                  <a:pt x="3228975" y="3333750"/>
                  <a:pt x="3124200" y="3333750"/>
                </a:cubicBezTo>
                <a:lnTo>
                  <a:pt x="190500" y="3333750"/>
                </a:lnTo>
                <a:cubicBezTo>
                  <a:pt x="57150" y="3333750"/>
                  <a:pt x="0" y="3238500"/>
                  <a:pt x="38100" y="3124200"/>
                </a:cubicBezTo>
                <a:lnTo>
                  <a:pt x="466725" y="1733550"/>
                </a:lnTo>
                <a:cubicBezTo>
                  <a:pt x="485775" y="1685925"/>
                  <a:pt x="485775" y="1647825"/>
                  <a:pt x="466725" y="1600200"/>
                </a:cubicBezTo>
                <a:lnTo>
                  <a:pt x="38100" y="209550"/>
                </a:lnTo>
                <a:cubicBezTo>
                  <a:pt x="0" y="95250"/>
                  <a:pt x="57150" y="0"/>
                  <a:pt x="190500" y="0"/>
                </a:cubicBezTo>
                <a:close/>
              </a:path>
            </a:pathLst>
          </a:custGeom>
          <a:solidFill xmlns:a="http://schemas.openxmlformats.org/drawingml/2006/main">
            <a:srgbClr val="202020"/>
          </a:solidFill>
          <a:ln xmlns:a="http://schemas.openxmlformats.org/drawingml/2006/main" w="0">
            <a:noFill/>
          </a:ln>
        </p:spPr>
      </p:sp>
      <p:sp>
        <p:nvSpPr>
          <p:cNvPr id="14" name="text">
            <a:extLst xmlns:a="http://schemas.openxmlformats.org/drawingml/2006/main">
              <a:ext uri="{FF2B5EF4-FFF2-40B4-BE49-F238E27FC236}">
                <a16:creationId xmlns:a16="http://schemas.microsoft.com/office/drawing/2014/main" id="{AD9BE7B6-3AE6-4A06-AC8F-56C4D1616115}"/>
              </a:ext>
            </a:extLst>
          </p:cNvPr>
          <p:cNvSpPr>
            <a:spLocks xmlns:a="http://schemas.openxmlformats.org/drawingml/2006/main" noGrp="1"/>
          </p:cNvSpPr>
          <p:nvPr/>
        </p:nvSpPr>
        <p:spPr>
          <a:xfrm xmlns:a="http://schemas.openxmlformats.org/drawingml/2006/main">
            <a:off x="13458825" y="5105400"/>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Part 4</a:t>
            </a:r>
          </a:p>
        </p:txBody>
      </p:sp>
      <p:sp>
        <p:nvSpPr>
          <p:cNvPr id="15" name="text">
            <a:extLst xmlns:a="http://schemas.openxmlformats.org/drawingml/2006/main">
              <a:ext uri="{FF2B5EF4-FFF2-40B4-BE49-F238E27FC236}">
                <a16:creationId xmlns:a16="http://schemas.microsoft.com/office/drawing/2014/main" id="{A8D8C948-F13F-4CB5-955B-51902625E6F9}"/>
              </a:ext>
            </a:extLst>
          </p:cNvPr>
          <p:cNvSpPr>
            <a:spLocks xmlns:a="http://schemas.openxmlformats.org/drawingml/2006/main" noGrp="1"/>
          </p:cNvSpPr>
          <p:nvPr/>
        </p:nvSpPr>
        <p:spPr>
          <a:xfrm xmlns:a="http://schemas.openxmlformats.org/drawingml/2006/main">
            <a:off x="13458825" y="5867400"/>
            <a:ext cx="27146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b="0">
                <a:solidFill>
                  <a:srgbClr val="FFFFFF"/>
                </a:solidFill>
                <a:latin typeface="Pretendard"/>
                <a:ea typeface="Pretendard"/>
                <a:cs typeface="Pretendard"/>
              </a:defRPr>
            </a:defPPr>
            <a:lvl1pPr algn="l">
              <a:defRPr sz="2700" b="0">
                <a:solidFill>
                  <a:srgbClr val="FFFFFF"/>
                </a:solidFill>
                <a:latin typeface="Pretendard"/>
                <a:ea typeface="Pretendard"/>
                <a:cs typeface="Pretendard"/>
              </a:defRPr>
            </a:lvl1pPr>
            <a:lvl2pPr algn="l">
              <a:defRPr sz="2700" b="0">
                <a:solidFill>
                  <a:srgbClr val="FFFFFF"/>
                </a:solidFill>
                <a:latin typeface="Pretendard"/>
                <a:ea typeface="Pretendard"/>
                <a:cs typeface="Pretendard"/>
              </a:defRPr>
            </a:lvl2pPr>
            <a:lvl3pPr algn="l">
              <a:defRPr sz="2700" b="0">
                <a:solidFill>
                  <a:srgbClr val="FFFFFF"/>
                </a:solidFill>
                <a:latin typeface="Pretendard"/>
                <a:ea typeface="Pretendard"/>
                <a:cs typeface="Pretendard"/>
              </a:defRPr>
            </a:lvl3pPr>
            <a:lvl4pPr algn="l">
              <a:defRPr sz="2700" b="0">
                <a:solidFill>
                  <a:srgbClr val="FFFFFF"/>
                </a:solidFill>
                <a:latin typeface="Pretendard"/>
                <a:ea typeface="Pretendard"/>
                <a:cs typeface="Pretendard"/>
              </a:defRPr>
            </a:lvl4pPr>
            <a:lvl5pPr algn="l">
              <a:defRPr sz="2700" b="0">
                <a:solidFill>
                  <a:srgbClr val="FFFFFF"/>
                </a:solidFill>
                <a:latin typeface="Pretendard"/>
                <a:ea typeface="Pretendard"/>
                <a:cs typeface="Pretendard"/>
              </a:defRPr>
            </a:lvl5pPr>
            <a:lvl6pPr algn="l">
              <a:defRPr sz="2700" b="0">
                <a:solidFill>
                  <a:srgbClr val="FFFFFF"/>
                </a:solidFill>
                <a:latin typeface="Pretendard"/>
                <a:ea typeface="Pretendard"/>
                <a:cs typeface="Pretendard"/>
              </a:defRPr>
            </a:lvl6pPr>
            <a:lvl7pPr algn="l">
              <a:defRPr sz="2700" b="0">
                <a:solidFill>
                  <a:srgbClr val="FFFFFF"/>
                </a:solidFill>
                <a:latin typeface="Pretendard"/>
                <a:ea typeface="Pretendard"/>
                <a:cs typeface="Pretendard"/>
              </a:defRPr>
            </a:lvl7pPr>
            <a:lvl8pPr algn="l">
              <a:defRPr sz="2700" b="0">
                <a:solidFill>
                  <a:srgbClr val="FFFFFF"/>
                </a:solidFill>
                <a:latin typeface="Pretendard"/>
                <a:ea typeface="Pretendard"/>
                <a:cs typeface="Pretendard"/>
              </a:defRPr>
            </a:lvl8pPr>
            <a:lvl9pPr algn="l">
              <a:defRPr sz="2700" b="0">
                <a:solidFill>
                  <a:srgbClr val="FFFFFF"/>
                </a:solidFill>
                <a:latin typeface="Pretendard"/>
                <a:ea typeface="Pretendard"/>
                <a:cs typeface="Pretendard"/>
              </a:defRPr>
            </a:lvl9pPr>
          </a:lstStyle>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실험으로</a:t>
            </a:r>
          </a:p>
          <a:p xmlns:a="http://schemas.openxmlformats.org/drawingml/2006/main">
            <a:pPr algn="l">
              <a:defRPr sz="2700" b="0">
                <a:solidFill>
                  <a:srgbClr val="FFFFFF"/>
                </a:solidFill>
                <a:latin typeface="Pretendard"/>
                <a:ea typeface="Pretendard"/>
                <a:cs typeface="Pretendard"/>
              </a:defRPr>
            </a:pPr>
            <a:r>
              <a:rPr sz="2700" b="0">
                <a:solidFill>
                  <a:srgbClr val="FFFFFF"/>
                </a:solidFill>
                <a:latin typeface="Pretendard"/>
                <a:ea typeface="Pretendard"/>
                <a:cs typeface="Pretendard"/>
              </a:rPr>
              <a:t>헤스 법칙 확인</a:t>
            </a:r>
          </a:p>
        </p:txBody>
      </p:sp>
    </p:spTree>
    <p:extLst>
      <p:ext uri="{BB962C8B-B14F-4D97-AF65-F5344CB8AC3E}">
        <p14:creationId xmlns:p14="http://schemas.microsoft.com/office/powerpoint/2010/main" val="889192135"/>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3DAAF794-795B-4FEA-A7A6-3259630665BC}"/>
              </a:ext>
            </a:extLst>
          </p:cNvPr>
          <p:cNvPicPr>
            <a:picLocks xmlns:a="http://schemas.openxmlformats.org/drawingml/2006/main" noChangeAspect="1"/>
          </p:cNvPicPr>
          <p:nvPr/>
        </p:nvPicPr>
        <p:blipFill>
          <a:blip xmlns:r="http://schemas.openxmlformats.org/officeDocument/2006/relationships" xmlns:a="http://schemas.openxmlformats.org/drawingml/2006/main" r:embed="Ra57dac1439da426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4D0729-B1F5-4FA5-89D1-05D94DF61DE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AEFFE7-6E5E-4795-B1C6-C59FEEDFFC23}"/>
              </a:ext>
            </a:extLst>
          </p:cNvPr>
          <p:cNvSpPr>
            <a:spLocks xmlns:a="http://schemas.openxmlformats.org/drawingml/2006/main" noGrp="1"/>
          </p:cNvSpPr>
          <p:nvPr/>
        </p:nvSpPr>
        <p:spPr>
          <a:xfrm xmlns:a="http://schemas.openxmlformats.org/drawingml/2006/main">
            <a:off x="3105150" y="1685925"/>
            <a:ext cx="120777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7500" b="1">
                <a:solidFill>
                  <a:srgbClr val="FFFFFF"/>
                </a:solidFill>
                <a:latin typeface="Pretendard"/>
                <a:ea typeface="Pretendard"/>
                <a:cs typeface="Pretendard"/>
              </a:defRPr>
            </a:defPPr>
            <a:lvl1pPr algn="ctr">
              <a:defRPr sz="7500" b="1">
                <a:solidFill>
                  <a:srgbClr val="FFFFFF"/>
                </a:solidFill>
                <a:latin typeface="Pretendard"/>
                <a:ea typeface="Pretendard"/>
                <a:cs typeface="Pretendard"/>
              </a:defRPr>
            </a:lvl1pPr>
            <a:lvl2pPr algn="ctr">
              <a:defRPr sz="7500" b="1">
                <a:solidFill>
                  <a:srgbClr val="FFFFFF"/>
                </a:solidFill>
                <a:latin typeface="Pretendard"/>
                <a:ea typeface="Pretendard"/>
                <a:cs typeface="Pretendard"/>
              </a:defRPr>
            </a:lvl2pPr>
            <a:lvl3pPr algn="ctr">
              <a:defRPr sz="7500" b="1">
                <a:solidFill>
                  <a:srgbClr val="FFFFFF"/>
                </a:solidFill>
                <a:latin typeface="Pretendard"/>
                <a:ea typeface="Pretendard"/>
                <a:cs typeface="Pretendard"/>
              </a:defRPr>
            </a:lvl3pPr>
            <a:lvl4pPr algn="ctr">
              <a:defRPr sz="7500" b="1">
                <a:solidFill>
                  <a:srgbClr val="FFFFFF"/>
                </a:solidFill>
                <a:latin typeface="Pretendard"/>
                <a:ea typeface="Pretendard"/>
                <a:cs typeface="Pretendard"/>
              </a:defRPr>
            </a:lvl4pPr>
            <a:lvl5pPr algn="ctr">
              <a:defRPr sz="7500" b="1">
                <a:solidFill>
                  <a:srgbClr val="FFFFFF"/>
                </a:solidFill>
                <a:latin typeface="Pretendard"/>
                <a:ea typeface="Pretendard"/>
                <a:cs typeface="Pretendard"/>
              </a:defRPr>
            </a:lvl5pPr>
            <a:lvl6pPr algn="ctr">
              <a:defRPr sz="7500" b="1">
                <a:solidFill>
                  <a:srgbClr val="FFFFFF"/>
                </a:solidFill>
                <a:latin typeface="Pretendard"/>
                <a:ea typeface="Pretendard"/>
                <a:cs typeface="Pretendard"/>
              </a:defRPr>
            </a:lvl6pPr>
            <a:lvl7pPr algn="ctr">
              <a:defRPr sz="7500" b="1">
                <a:solidFill>
                  <a:srgbClr val="FFFFFF"/>
                </a:solidFill>
                <a:latin typeface="Pretendard"/>
                <a:ea typeface="Pretendard"/>
                <a:cs typeface="Pretendard"/>
              </a:defRPr>
            </a:lvl7pPr>
            <a:lvl8pPr algn="ctr">
              <a:defRPr sz="7500" b="1">
                <a:solidFill>
                  <a:srgbClr val="FFFFFF"/>
                </a:solidFill>
                <a:latin typeface="Pretendard"/>
                <a:ea typeface="Pretendard"/>
                <a:cs typeface="Pretendard"/>
              </a:defRPr>
            </a:lvl8pPr>
            <a:lvl9pPr algn="ctr">
              <a:defRPr sz="7500" b="1">
                <a:solidFill>
                  <a:srgbClr val="FFFFFF"/>
                </a:solidFill>
                <a:latin typeface="Pretendard"/>
                <a:ea typeface="Pretendard"/>
                <a:cs typeface="Pretendard"/>
              </a:defRPr>
            </a:lvl9pPr>
          </a:lstStyle>
          <a:p xmlns:a="http://schemas.openxmlformats.org/drawingml/2006/main">
            <a:pPr algn="ctr">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학습 목표</a:t>
            </a:r>
          </a:p>
        </p:txBody>
      </p:sp>
      <p:sp>
        <p:nvSpPr>
          <p:cNvPr id="4" name="학습 목표 한 상자">
            <a:extLst xmlns:a="http://schemas.openxmlformats.org/drawingml/2006/main">
              <a:ext uri="{FF2B5EF4-FFF2-40B4-BE49-F238E27FC236}">
                <a16:creationId xmlns:a16="http://schemas.microsoft.com/office/drawing/2014/main" id="{F330BEF3-C3D0-47FC-914C-E8D7DB78EF9C}"/>
              </a:ext>
            </a:extLst>
          </p:cNvPr>
          <p:cNvSpPr>
            <a:spLocks xmlns:a="http://schemas.openxmlformats.org/drawingml/2006/main" noGrp="1"/>
          </p:cNvSpPr>
          <p:nvPr/>
        </p:nvSpPr>
        <p:spPr>
          <a:xfrm xmlns:a="http://schemas.openxmlformats.org/drawingml/2006/main">
            <a:off x="1466850" y="4038600"/>
            <a:ext cx="15344775" cy="4295775"/>
          </a:xfrm>
          <a:prstGeom xmlns:a="http://schemas.openxmlformats.org/drawingml/2006/main" prst="roundRect">
            <a:avLst>
              <a:gd name="adj" fmla="val 6652"/>
            </a:avLst>
          </a:prstGeom>
          <a:solidFill xmlns:a="http://schemas.openxmlformats.org/drawingml/2006/main">
            <a:srgbClr val="242424"/>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DE2A611-3E56-481F-B925-FC8CB395969E}"/>
              </a:ext>
            </a:extLst>
          </p:cNvPr>
          <p:cNvSpPr>
            <a:spLocks xmlns:a="http://schemas.openxmlformats.org/drawingml/2006/main" noGrp="1"/>
          </p:cNvSpPr>
          <p:nvPr/>
        </p:nvSpPr>
        <p:spPr>
          <a:xfrm xmlns:a="http://schemas.openxmlformats.org/drawingml/2006/main">
            <a:off x="2462213" y="4852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6" name="text">
            <a:extLst xmlns:a="http://schemas.openxmlformats.org/drawingml/2006/main">
              <a:ext uri="{FF2B5EF4-FFF2-40B4-BE49-F238E27FC236}">
                <a16:creationId xmlns:a16="http://schemas.microsoft.com/office/drawing/2014/main" id="{3401CB94-4AD7-4CC5-829F-CBFA3E93A2BE}"/>
              </a:ext>
            </a:extLst>
          </p:cNvPr>
          <p:cNvSpPr>
            <a:spLocks xmlns:a="http://schemas.openxmlformats.org/drawingml/2006/main" noGrp="1"/>
          </p:cNvSpPr>
          <p:nvPr/>
        </p:nvSpPr>
        <p:spPr>
          <a:xfrm xmlns:a="http://schemas.openxmlformats.org/drawingml/2006/main">
            <a:off x="2476500" y="4810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1</a:t>
            </a:r>
          </a:p>
        </p:txBody>
      </p:sp>
      <p:sp>
        <p:nvSpPr>
          <p:cNvPr id="7" name="rich">
            <a:extLst xmlns:a="http://schemas.openxmlformats.org/drawingml/2006/main">
              <a:ext uri="{FF2B5EF4-FFF2-40B4-BE49-F238E27FC236}">
                <a16:creationId xmlns:a16="http://schemas.microsoft.com/office/drawing/2014/main" id="{FF4FEBDC-5033-4A63-9C4D-838459A0CF5C}"/>
              </a:ext>
            </a:extLst>
          </p:cNvPr>
          <p:cNvSpPr>
            <a:spLocks xmlns:a="http://schemas.openxmlformats.org/drawingml/2006/main" noGrp="1"/>
          </p:cNvSpPr>
          <p:nvPr/>
        </p:nvSpPr>
        <p:spPr>
          <a:xfrm xmlns:a="http://schemas.openxmlformats.org/drawingml/2006/main">
            <a:off x="3209925" y="4733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반응 경로와 반응 엔탈피의 관계를 설명한다.</a:t>
            </a:r>
          </a:p>
        </p:txBody>
      </p:sp>
      <p:sp>
        <p:nvSpPr>
          <p:cNvPr id="8" name="">
            <a:extLst xmlns:a="http://schemas.openxmlformats.org/drawingml/2006/main">
              <a:ext uri="{FF2B5EF4-FFF2-40B4-BE49-F238E27FC236}">
                <a16:creationId xmlns:a16="http://schemas.microsoft.com/office/drawing/2014/main" id="{004D06CA-1577-47A7-9D2C-9898B3223664}"/>
              </a:ext>
            </a:extLst>
          </p:cNvPr>
          <p:cNvSpPr>
            <a:spLocks xmlns:a="http://schemas.openxmlformats.org/drawingml/2006/main" noGrp="1"/>
          </p:cNvSpPr>
          <p:nvPr/>
        </p:nvSpPr>
        <p:spPr>
          <a:xfrm xmlns:a="http://schemas.openxmlformats.org/drawingml/2006/main">
            <a:off x="2462213" y="5995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9EB27EEC-D02C-451A-89F9-C64785B94F97}"/>
              </a:ext>
            </a:extLst>
          </p:cNvPr>
          <p:cNvSpPr>
            <a:spLocks xmlns:a="http://schemas.openxmlformats.org/drawingml/2006/main" noGrp="1"/>
          </p:cNvSpPr>
          <p:nvPr/>
        </p:nvSpPr>
        <p:spPr>
          <a:xfrm xmlns:a="http://schemas.openxmlformats.org/drawingml/2006/main">
            <a:off x="2476500" y="5953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a:t>
            </a:r>
          </a:p>
        </p:txBody>
      </p:sp>
      <p:sp>
        <p:nvSpPr>
          <p:cNvPr id="10" name="rich">
            <a:extLst xmlns:a="http://schemas.openxmlformats.org/drawingml/2006/main">
              <a:ext uri="{FF2B5EF4-FFF2-40B4-BE49-F238E27FC236}">
                <a16:creationId xmlns:a16="http://schemas.microsoft.com/office/drawing/2014/main" id="{8CC4BB6B-B642-4240-8616-6517937DAE90}"/>
              </a:ext>
            </a:extLst>
          </p:cNvPr>
          <p:cNvSpPr>
            <a:spLocks xmlns:a="http://schemas.openxmlformats.org/drawingml/2006/main" noGrp="1"/>
          </p:cNvSpPr>
          <p:nvPr/>
        </p:nvSpPr>
        <p:spPr>
          <a:xfrm xmlns:a="http://schemas.openxmlformats.org/drawingml/2006/main">
            <a:off x="3209925" y="5876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헤스 법칙으로 측정하기 어려운 반응의 </a:t>
            </a:r>
            <a:r>
              <a:rPr sz="3150" b="0">
                <a:solidFill>
                  <a:srgbClr val="BBBBBB"/>
                </a:solidFill>
                <a:latin typeface="Pretendard"/>
                <a:ea typeface="Pretendard"/>
                <a:cs typeface="Pretendard"/>
              </a:rPr>
              <a:t>Δ</a:t>
            </a:r>
            <a:r>
              <a:rPr sz="3150" b="0" i="1">
                <a:solidFill>
                  <a:srgbClr val="BBBBBB"/>
                </a:solidFill>
                <a:latin typeface="Pretendard"/>
                <a:ea typeface="Pretendard"/>
                <a:cs typeface="Pretendard"/>
              </a:rPr>
              <a:t>H</a:t>
            </a:r>
            <a:r>
              <a:rPr sz="3150" b="0">
                <a:solidFill>
                  <a:srgbClr val="BBBBBB"/>
                </a:solidFill>
                <a:latin typeface="Pretendard"/>
                <a:ea typeface="Pretendard"/>
                <a:cs typeface="Pretendard"/>
              </a:rPr>
              <a:t>를 구한다.</a:t>
            </a:r>
          </a:p>
        </p:txBody>
      </p:sp>
      <p:sp>
        <p:nvSpPr>
          <p:cNvPr id="11" name="">
            <a:extLst xmlns:a="http://schemas.openxmlformats.org/drawingml/2006/main">
              <a:ext uri="{FF2B5EF4-FFF2-40B4-BE49-F238E27FC236}">
                <a16:creationId xmlns:a16="http://schemas.microsoft.com/office/drawing/2014/main" id="{97FDBAFC-C323-4155-A222-641CF11C33FC}"/>
              </a:ext>
            </a:extLst>
          </p:cNvPr>
          <p:cNvSpPr>
            <a:spLocks xmlns:a="http://schemas.openxmlformats.org/drawingml/2006/main" noGrp="1"/>
          </p:cNvSpPr>
          <p:nvPr/>
        </p:nvSpPr>
        <p:spPr>
          <a:xfrm xmlns:a="http://schemas.openxmlformats.org/drawingml/2006/main">
            <a:off x="2462213" y="7138988"/>
            <a:ext cx="523875" cy="523875"/>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62504DA-5672-4E01-BC4C-74CBA1CDD40C}"/>
              </a:ext>
            </a:extLst>
          </p:cNvPr>
          <p:cNvSpPr>
            <a:spLocks xmlns:a="http://schemas.openxmlformats.org/drawingml/2006/main" noGrp="1"/>
          </p:cNvSpPr>
          <p:nvPr/>
        </p:nvSpPr>
        <p:spPr>
          <a:xfrm xmlns:a="http://schemas.openxmlformats.org/drawingml/2006/main">
            <a:off x="2476500" y="7096125"/>
            <a:ext cx="495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3</a:t>
            </a:r>
          </a:p>
        </p:txBody>
      </p:sp>
      <p:sp>
        <p:nvSpPr>
          <p:cNvPr id="13" name="rich">
            <a:extLst xmlns:a="http://schemas.openxmlformats.org/drawingml/2006/main">
              <a:ext uri="{FF2B5EF4-FFF2-40B4-BE49-F238E27FC236}">
                <a16:creationId xmlns:a16="http://schemas.microsoft.com/office/drawing/2014/main" id="{03DFAD9A-7914-4390-AB99-EAD33FE3D10A}"/>
              </a:ext>
            </a:extLst>
          </p:cNvPr>
          <p:cNvSpPr>
            <a:spLocks xmlns:a="http://schemas.openxmlformats.org/drawingml/2006/main" noGrp="1"/>
          </p:cNvSpPr>
          <p:nvPr/>
        </p:nvSpPr>
        <p:spPr>
          <a:xfrm xmlns:a="http://schemas.openxmlformats.org/drawingml/2006/main">
            <a:off x="3209925" y="7019925"/>
            <a:ext cx="12287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BBBBBB"/>
                </a:solidFill>
                <a:latin typeface="Pretendard"/>
                <a:ea typeface="Pretendard"/>
                <a:cs typeface="Pretendard"/>
              </a:defRPr>
            </a:defPPr>
            <a:lvl1pPr algn="l">
              <a:defRPr sz="3150" b="0">
                <a:solidFill>
                  <a:srgbClr val="BBBBBB"/>
                </a:solidFill>
                <a:latin typeface="Pretendard"/>
                <a:ea typeface="Pretendard"/>
                <a:cs typeface="Pretendard"/>
              </a:defRPr>
            </a:lvl1pPr>
            <a:lvl2pPr algn="l">
              <a:defRPr sz="3150" b="0">
                <a:solidFill>
                  <a:srgbClr val="BBBBBB"/>
                </a:solidFill>
                <a:latin typeface="Pretendard"/>
                <a:ea typeface="Pretendard"/>
                <a:cs typeface="Pretendard"/>
              </a:defRPr>
            </a:lvl2pPr>
            <a:lvl3pPr algn="l">
              <a:defRPr sz="3150" b="0">
                <a:solidFill>
                  <a:srgbClr val="BBBBBB"/>
                </a:solidFill>
                <a:latin typeface="Pretendard"/>
                <a:ea typeface="Pretendard"/>
                <a:cs typeface="Pretendard"/>
              </a:defRPr>
            </a:lvl3pPr>
            <a:lvl4pPr algn="l">
              <a:defRPr sz="3150" b="0">
                <a:solidFill>
                  <a:srgbClr val="BBBBBB"/>
                </a:solidFill>
                <a:latin typeface="Pretendard"/>
                <a:ea typeface="Pretendard"/>
                <a:cs typeface="Pretendard"/>
              </a:defRPr>
            </a:lvl4pPr>
            <a:lvl5pPr algn="l">
              <a:defRPr sz="3150" b="0">
                <a:solidFill>
                  <a:srgbClr val="BBBBBB"/>
                </a:solidFill>
                <a:latin typeface="Pretendard"/>
                <a:ea typeface="Pretendard"/>
                <a:cs typeface="Pretendard"/>
              </a:defRPr>
            </a:lvl5pPr>
            <a:lvl6pPr algn="l">
              <a:defRPr sz="3150" b="0">
                <a:solidFill>
                  <a:srgbClr val="BBBBBB"/>
                </a:solidFill>
                <a:latin typeface="Pretendard"/>
                <a:ea typeface="Pretendard"/>
                <a:cs typeface="Pretendard"/>
              </a:defRPr>
            </a:lvl6pPr>
            <a:lvl7pPr algn="l">
              <a:defRPr sz="3150" b="0">
                <a:solidFill>
                  <a:srgbClr val="BBBBBB"/>
                </a:solidFill>
                <a:latin typeface="Pretendard"/>
                <a:ea typeface="Pretendard"/>
                <a:cs typeface="Pretendard"/>
              </a:defRPr>
            </a:lvl7pPr>
            <a:lvl8pPr algn="l">
              <a:defRPr sz="3150" b="0">
                <a:solidFill>
                  <a:srgbClr val="BBBBBB"/>
                </a:solidFill>
                <a:latin typeface="Pretendard"/>
                <a:ea typeface="Pretendard"/>
                <a:cs typeface="Pretendard"/>
              </a:defRPr>
            </a:lvl8pPr>
            <a:lvl9pPr algn="l">
              <a:defRPr sz="3150" b="0">
                <a:solidFill>
                  <a:srgbClr val="BBBBBB"/>
                </a:solidFill>
                <a:latin typeface="Pretendard"/>
                <a:ea typeface="Pretendard"/>
                <a:cs typeface="Pretendard"/>
              </a:defRPr>
            </a:lvl9pPr>
          </a:lstStyle>
          <a:p xmlns:a="http://schemas.openxmlformats.org/drawingml/2006/main">
            <a:pPr algn="l">
              <a:defRPr sz="3150" b="0">
                <a:solidFill>
                  <a:srgbClr val="BBBBBB"/>
                </a:solidFill>
                <a:latin typeface="Pretendard"/>
                <a:ea typeface="Pretendard"/>
                <a:cs typeface="Pretendard"/>
              </a:defRPr>
            </a:pPr>
            <a:r>
              <a:rPr sz="3150" b="0">
                <a:solidFill>
                  <a:srgbClr val="BBBBBB"/>
                </a:solidFill>
                <a:latin typeface="Pretendard"/>
                <a:ea typeface="Pretendard"/>
                <a:cs typeface="Pretendard"/>
              </a:rPr>
              <a:t>중화 실험 자료를 해석하여 헤스 법칙을 확인한다.</a:t>
            </a:r>
          </a:p>
        </p:txBody>
      </p:sp>
      <p:pic>
        <p:nvPicPr>
          <p:cNvPr id="14" name="">
            <a:extLst xmlns:a="http://schemas.openxmlformats.org/drawingml/2006/main">
              <a:ext uri="{FF2B5EF4-FFF2-40B4-BE49-F238E27FC236}">
                <a16:creationId xmlns:a16="http://schemas.microsoft.com/office/drawing/2014/main" id="{3C3EC43F-722B-48B2-9BB9-9D25BC919AE0}"/>
              </a:ext>
            </a:extLst>
          </p:cNvPr>
          <p:cNvPicPr>
            <a:picLocks xmlns:a="http://schemas.openxmlformats.org/drawingml/2006/main" noChangeAspect="1"/>
          </p:cNvPicPr>
          <p:nvPr/>
        </p:nvPicPr>
        <p:blipFill>
          <a:blip xmlns:r="http://schemas.openxmlformats.org/officeDocument/2006/relationships" xmlns:a="http://schemas.openxmlformats.org/drawingml/2006/main" r:embed="R2625baad7876421a"/>
          <a:stretch xmlns:a="http://schemas.openxmlformats.org/drawingml/2006/main"/>
        </p:blipFill>
        <p:spPr>
          <a:xfrm xmlns:a="http://schemas.openxmlformats.org/drawingml/2006/main">
            <a:off x="15144750" y="6079413"/>
            <a:ext cx="2762250" cy="2890674"/>
          </a:xfrm>
          <a:prstGeom xmlns:a="http://schemas.openxmlformats.org/drawingml/2006/main" prst="rect">
            <a:avLst/>
          </a:prstGeom>
        </p:spPr>
      </p:pic>
    </p:spTree>
    <p:extLst>
      <p:ext uri="{BB962C8B-B14F-4D97-AF65-F5344CB8AC3E}">
        <p14:creationId xmlns:p14="http://schemas.microsoft.com/office/powerpoint/2010/main" val="1076364832"/>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9346152-3D02-4F6B-9646-8F796D96ADF0}"/>
              </a:ext>
            </a:extLst>
          </p:cNvPr>
          <p:cNvPicPr>
            <a:picLocks xmlns:a="http://schemas.openxmlformats.org/drawingml/2006/main" noChangeAspect="1"/>
          </p:cNvPicPr>
          <p:nvPr/>
        </p:nvPicPr>
        <p:blipFill>
          <a:blip xmlns:r="http://schemas.openxmlformats.org/officeDocument/2006/relationships" xmlns:a="http://schemas.openxmlformats.org/drawingml/2006/main" r:embed="R89d01373cd724261"/>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851E3ABD-B51D-4359-B333-296D848E58F7}"/>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49FC47CE-0558-4E44-8F5D-9BAB263D7D2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D2455460-803D-4C1F-858E-0382B752DF38}"/>
              </a:ext>
            </a:extLst>
          </p:cNvPr>
          <p:cNvPicPr>
            <a:picLocks xmlns:a="http://schemas.openxmlformats.org/drawingml/2006/main" noChangeAspect="1"/>
          </p:cNvPicPr>
          <p:nvPr/>
        </p:nvPicPr>
        <p:blipFill>
          <a:blip xmlns:r="http://schemas.openxmlformats.org/officeDocument/2006/relationships" xmlns:a="http://schemas.openxmlformats.org/drawingml/2006/main" r:embed="R3980e0d893c043c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FD7E61FD-3AF8-4A64-AB3E-BAAD2250D9DE}"/>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37F5BA11-939C-48F7-8864-67F07552CD3A}"/>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1</a:t>
            </a:r>
          </a:p>
        </p:txBody>
      </p:sp>
      <p:sp>
        <p:nvSpPr>
          <p:cNvPr id="7" name="text">
            <a:extLst xmlns:a="http://schemas.openxmlformats.org/drawingml/2006/main">
              <a:ext uri="{FF2B5EF4-FFF2-40B4-BE49-F238E27FC236}">
                <a16:creationId xmlns:a16="http://schemas.microsoft.com/office/drawing/2014/main" id="{E3F2930B-3430-4AE5-9FCE-4EBD29AF28BD}"/>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헤스 법칙</a:t>
            </a:r>
          </a:p>
        </p:txBody>
      </p:sp>
      <p:sp>
        <p:nvSpPr>
          <p:cNvPr id="8" name="text">
            <a:extLst xmlns:a="http://schemas.openxmlformats.org/drawingml/2006/main">
              <a:ext uri="{FF2B5EF4-FFF2-40B4-BE49-F238E27FC236}">
                <a16:creationId xmlns:a16="http://schemas.microsoft.com/office/drawing/2014/main" id="{F60E718F-E349-4E48-939D-D92232A4682C}"/>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같은 반응이 다른 경로로 일어나면 출입하는 열도 달라질까?</a:t>
            </a:r>
          </a:p>
        </p:txBody>
      </p:sp>
    </p:spTree>
    <p:extLst>
      <p:ext uri="{BB962C8B-B14F-4D97-AF65-F5344CB8AC3E}">
        <p14:creationId xmlns:p14="http://schemas.microsoft.com/office/powerpoint/2010/main" val="1525980763"/>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31D72FE-5C96-4465-A918-DC94EFA222F0}"/>
              </a:ext>
            </a:extLst>
          </p:cNvPr>
          <p:cNvPicPr>
            <a:picLocks xmlns:a="http://schemas.openxmlformats.org/drawingml/2006/main" noChangeAspect="1"/>
          </p:cNvPicPr>
          <p:nvPr/>
        </p:nvPicPr>
        <p:blipFill>
          <a:blip xmlns:r="http://schemas.openxmlformats.org/officeDocument/2006/relationships" xmlns:a="http://schemas.openxmlformats.org/drawingml/2006/main" r:embed="R5dac90295b5c4592"/>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F9C8387-F6B3-4A88-878C-23EDEAA27A4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1E500B-1854-49EF-878A-5B9F7AEE639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D9267B29-8892-43C6-B2B2-927BAF7006D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9103F69B-0F61-4BE6-8CF0-95C09CD72E9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AB2ACFFB-EA77-417A-B790-7CB9A60563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헤스 법칙 (Hess’s law)</a:t>
            </a:r>
          </a:p>
        </p:txBody>
      </p:sp>
      <p:sp>
        <p:nvSpPr>
          <p:cNvPr id="7" name="가운데 정렬 헤스 법칙 설명 상자">
            <a:extLst xmlns:a="http://schemas.openxmlformats.org/drawingml/2006/main">
              <a:ext uri="{FF2B5EF4-FFF2-40B4-BE49-F238E27FC236}">
                <a16:creationId xmlns:a16="http://schemas.microsoft.com/office/drawing/2014/main" id="{BF4C2947-9C7F-486B-B23B-110D4C611072}"/>
              </a:ext>
            </a:extLst>
          </p:cNvPr>
          <p:cNvSpPr>
            <a:spLocks xmlns:a="http://schemas.openxmlformats.org/drawingml/2006/main" noGrp="1"/>
          </p:cNvSpPr>
          <p:nvPr/>
        </p:nvSpPr>
        <p:spPr>
          <a:xfrm xmlns:a="http://schemas.openxmlformats.org/drawingml/2006/main">
            <a:off x="1905000" y="428625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9" name="가운데 정렬 헤스 법칙 설명 상자">
            <a:extLst xmlns:a="http://schemas.openxmlformats.org/drawingml/2006/main">
              <a:ext uri="{FF2B5EF4-FFF2-40B4-BE49-F238E27FC236}">
                <a16:creationId xmlns:a16="http://schemas.microsoft.com/office/drawing/2014/main" id="{066C3EE3-5C44-41C7-9AF0-9B1D29FA5801}"/>
              </a:ext>
            </a:extLst>
          </p:cNvPr>
          <p:cNvSpPr>
            <a:spLocks xmlns:a="http://schemas.openxmlformats.org/drawingml/2006/main" noGrp="1"/>
          </p:cNvSpPr>
          <p:nvPr/>
        </p:nvSpPr>
        <p:spPr>
          <a:xfrm xmlns:a="http://schemas.openxmlformats.org/drawingml/2006/main">
            <a:off x="1905000" y="5667375"/>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sp>
        <p:nvSpPr>
          <p:cNvPr id="11" name="가운데 정렬 헤스 법칙 설명 상자">
            <a:extLst xmlns:a="http://schemas.openxmlformats.org/drawingml/2006/main">
              <a:ext uri="{FF2B5EF4-FFF2-40B4-BE49-F238E27FC236}">
                <a16:creationId xmlns:a16="http://schemas.microsoft.com/office/drawing/2014/main" id="{4C884EAC-9198-430D-B6A4-DFA22E03D254}"/>
              </a:ext>
            </a:extLst>
          </p:cNvPr>
          <p:cNvSpPr>
            <a:spLocks xmlns:a="http://schemas.openxmlformats.org/drawingml/2006/main" noGrp="1"/>
          </p:cNvSpPr>
          <p:nvPr/>
        </p:nvSpPr>
        <p:spPr>
          <a:xfrm xmlns:a="http://schemas.openxmlformats.org/drawingml/2006/main">
            <a:off x="1905000" y="7048500"/>
            <a:ext cx="14478000" cy="1066800"/>
          </a:xfrm>
          <a:prstGeom xmlns:a="http://schemas.openxmlformats.org/drawingml/2006/main" prst="roundRect">
            <a:avLst>
              <a:gd name="adj" fmla="val 19643"/>
            </a:avLst>
          </a:prstGeom>
          <a:solidFill xmlns:a="http://schemas.openxmlformats.org/drawingml/2006/main">
            <a:srgbClr val="242424"/>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355EA046-18B6-4D55-A2E7-DCC110F63B3F}"/>
              </a:ext>
            </a:extLst>
          </p:cNvPr>
          <p:cNvPicPr>
            <a:picLocks xmlns:a="http://schemas.openxmlformats.org/drawingml/2006/main" noChangeAspect="1"/>
          </p:cNvPicPr>
          <p:nvPr/>
        </p:nvPicPr>
        <p:blipFill>
          <a:blip xmlns:r="http://schemas.openxmlformats.org/officeDocument/2006/relationships" xmlns:a="http://schemas.openxmlformats.org/drawingml/2006/main" r:embed="R213f4d7004154c10"/>
          <a:stretch xmlns:a="http://schemas.openxmlformats.org/drawingml/2006/main"/>
        </p:blipFill>
        <p:spPr>
          <a:xfrm xmlns:a="http://schemas.openxmlformats.org/drawingml/2006/main" flipH="1">
            <a:off x="14827250" y="6572250"/>
            <a:ext cx="2159000" cy="3238500"/>
          </a:xfrm>
          <a:prstGeom xmlns:a="http://schemas.openxmlformats.org/drawingml/2006/main" prst="rect">
            <a:avLst/>
          </a:prstGeom>
        </p:spPr>
      </p:pic>
      <p:sp>
        <p:nvSpPr>
          <p:cNvPr id="14" name="v26 핵심어 강조 설명 1">
            <a:extLst xmlns:a="http://schemas.openxmlformats.org/drawingml/2006/main">
              <a:ext uri="{FF2B5EF4-FFF2-40B4-BE49-F238E27FC236}">
                <a16:creationId xmlns:a16="http://schemas.microsoft.com/office/drawing/2014/main" id="{293452A5-17AD-408B-A344-CDBE87F01C65}"/>
              </a:ext>
            </a:extLst>
          </p:cNvPr>
          <p:cNvSpPr>
            <a:spLocks xmlns:a="http://schemas.openxmlformats.org/drawingml/2006/main" noGrp="1"/>
          </p:cNvSpPr>
          <p:nvPr/>
        </p:nvSpPr>
        <p:spPr>
          <a:xfrm xmlns:a="http://schemas.openxmlformats.org/drawingml/2006/main">
            <a:off x="2333625" y="447675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반응 전후 물질의 종류와 상태가 같으면, </a:t>
            </a:r>
            <a:r>
              <a:t>Δ</a:t>
            </a:r>
            <a:r>
              <a:rPr i="1">
                <a:latin typeface="Pretendard"/>
                <a:ea typeface="Pretendard"/>
                <a:cs typeface="Pretendard"/>
              </a:rPr>
              <a:t>H</a:t>
            </a:r>
            <a:r>
              <a:t>는 </a:t>
            </a:r>
            <a:r>
              <a:rPr b="1">
                <a:solidFill>
                  <a:srgbClr val="9FFF68"/>
                </a:solidFill>
              </a:rPr>
              <a:t>경로</a:t>
            </a:r>
            <a:r>
              <a:t>와 무관하다.</a:t>
            </a:r>
          </a:p>
        </p:txBody>
      </p:sp>
      <p:sp>
        <p:nvSpPr>
          <p:cNvPr id="15" name="v26 핵심어 강조 설명 2">
            <a:extLst xmlns:a="http://schemas.openxmlformats.org/drawingml/2006/main">
              <a:ext uri="{FF2B5EF4-FFF2-40B4-BE49-F238E27FC236}">
                <a16:creationId xmlns:a16="http://schemas.microsoft.com/office/drawing/2014/main" id="{56A4A5EC-DEF5-4915-A949-54D235029C28}"/>
              </a:ext>
            </a:extLst>
          </p:cNvPr>
          <p:cNvSpPr>
            <a:spLocks xmlns:a="http://schemas.openxmlformats.org/drawingml/2006/main" noGrp="1"/>
          </p:cNvSpPr>
          <p:nvPr/>
        </p:nvSpPr>
        <p:spPr>
          <a:xfrm xmlns:a="http://schemas.openxmlformats.org/drawingml/2006/main">
            <a:off x="2333625" y="5857875"/>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a:t>
            </a:r>
            <a:r>
              <a:rPr b="1">
                <a:solidFill>
                  <a:srgbClr val="9FFF68"/>
                </a:solidFill>
              </a:rPr>
              <a:t>총 열량 불변의 법칙</a:t>
            </a:r>
            <a:r>
              <a:t>이라고 부르기도 한다.</a:t>
            </a:r>
          </a:p>
        </p:txBody>
      </p:sp>
      <p:sp>
        <p:nvSpPr>
          <p:cNvPr id="16" name="v26 핵심어 강조 설명 3">
            <a:extLst xmlns:a="http://schemas.openxmlformats.org/drawingml/2006/main">
              <a:ext uri="{FF2B5EF4-FFF2-40B4-BE49-F238E27FC236}">
                <a16:creationId xmlns:a16="http://schemas.microsoft.com/office/drawing/2014/main" id="{591FFC0C-B86B-4B5C-B40D-925155AEABBC}"/>
              </a:ext>
            </a:extLst>
          </p:cNvPr>
          <p:cNvSpPr>
            <a:spLocks xmlns:a="http://schemas.openxmlformats.org/drawingml/2006/main" noGrp="1"/>
          </p:cNvSpPr>
          <p:nvPr/>
        </p:nvSpPr>
        <p:spPr>
          <a:xfrm xmlns:a="http://schemas.openxmlformats.org/drawingml/2006/main">
            <a:off x="2333625" y="7239000"/>
            <a:ext cx="119062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t>· 직접 측정하기 어려운 반응의 </a:t>
            </a:r>
            <a:r>
              <a:t>Δ</a:t>
            </a:r>
            <a:r>
              <a:rPr i="1">
                <a:latin typeface="Pretendard"/>
                <a:ea typeface="Pretendard"/>
                <a:cs typeface="Pretendard"/>
              </a:rPr>
              <a:t>H</a:t>
            </a:r>
            <a:r>
              <a:t>도 </a:t>
            </a:r>
            <a:r>
              <a:rPr b="1">
                <a:solidFill>
                  <a:srgbClr val="9FFF68"/>
                </a:solidFill>
              </a:rPr>
              <a:t>간접적으로</a:t>
            </a:r>
            <a:r>
              <a:t> 구할 수 있다.</a:t>
            </a:r>
          </a:p>
        </p:txBody>
      </p:sp>
    </p:spTree>
    <p:extLst>
      <p:ext uri="{BB962C8B-B14F-4D97-AF65-F5344CB8AC3E}">
        <p14:creationId xmlns:p14="http://schemas.microsoft.com/office/powerpoint/2010/main" val="375151661"/>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24" name="">
            <a:extLst xmlns:a="http://schemas.openxmlformats.org/drawingml/2006/main">
              <a:ext uri="{FF2B5EF4-FFF2-40B4-BE49-F238E27FC236}">
                <a16:creationId xmlns:a16="http://schemas.microsoft.com/office/drawing/2014/main" id="{CA2D661D-733F-423F-8D8D-8FE74E8DA768}"/>
              </a:ext>
            </a:extLst>
          </p:cNvPr>
          <p:cNvPicPr>
            <a:picLocks xmlns:a="http://schemas.openxmlformats.org/drawingml/2006/main" noChangeAspect="1"/>
          </p:cNvPicPr>
          <p:nvPr/>
        </p:nvPicPr>
        <p:blipFill>
          <a:blip xmlns:r="http://schemas.openxmlformats.org/officeDocument/2006/relationships" xmlns:a="http://schemas.openxmlformats.org/drawingml/2006/main" r:embed="R5de4a04c41f74f48"/>
          <a:stretch xmlns:a="http://schemas.openxmlformats.org/drawingml/2006/main"/>
        </p:blipFill>
        <p:spPr>
          <a:xfrm xmlns:a="http://schemas.openxmlformats.org/drawingml/2006/main">
            <a:off x="4863465" y="3486150"/>
            <a:ext cx="8561070" cy="61150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7058E5D-A6A1-4D21-8C71-FA093C695EAF}"/>
              </a:ext>
            </a:extLst>
          </p:cNvPr>
          <p:cNvPicPr>
            <a:picLocks xmlns:a="http://schemas.openxmlformats.org/drawingml/2006/main" noChangeAspect="1"/>
          </p:cNvPicPr>
          <p:nvPr/>
        </p:nvPicPr>
        <p:blipFill>
          <a:blip xmlns:r="http://schemas.openxmlformats.org/officeDocument/2006/relationships" xmlns:a="http://schemas.openxmlformats.org/drawingml/2006/main" r:embed="R316b16e2b1d8437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CFA2B00-E44D-4957-8555-4BF0EC604AB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E00CDBF-9061-4EBF-9021-F9DC66F62F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CB858956-DA82-45F7-B080-B926A26BD60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A3C45E0-A752-43F2-A2C6-17696A735E5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C8202484-1758-4BB9-951D-9A049A6EE00A}"/>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반응을 비교하려면</a:t>
            </a:r>
          </a:p>
        </p:txBody>
      </p:sp>
      <p:sp>
        <p:nvSpPr>
          <p:cNvPr id="8" name="text">
            <a:extLst xmlns:a="http://schemas.openxmlformats.org/drawingml/2006/main">
              <a:ext uri="{FF2B5EF4-FFF2-40B4-BE49-F238E27FC236}">
                <a16:creationId xmlns:a16="http://schemas.microsoft.com/office/drawing/2014/main" id="{15F0D920-69A3-47AE-BE62-02FFF9C28596}"/>
              </a:ext>
            </a:extLst>
          </p:cNvPr>
          <p:cNvSpPr>
            <a:spLocks xmlns:a="http://schemas.openxmlformats.org/drawingml/2006/main" noGrp="1"/>
          </p:cNvSpPr>
          <p:nvPr/>
        </p:nvSpPr>
        <p:spPr>
          <a:xfrm xmlns:a="http://schemas.openxmlformats.org/drawingml/2006/main">
            <a:off x="5715000" y="41148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물질의 종류와 상태</a:t>
            </a:r>
          </a:p>
        </p:txBody>
      </p:sp>
      <p:sp>
        <p:nvSpPr>
          <p:cNvPr id="9" name="rich">
            <a:extLst xmlns:a="http://schemas.openxmlformats.org/drawingml/2006/main">
              <a:ext uri="{FF2B5EF4-FFF2-40B4-BE49-F238E27FC236}">
                <a16:creationId xmlns:a16="http://schemas.microsoft.com/office/drawing/2014/main" id="{4F3212A4-1D07-448D-96ED-D8340F67F0F5}"/>
              </a:ext>
            </a:extLst>
          </p:cNvPr>
          <p:cNvSpPr>
            <a:spLocks xmlns:a="http://schemas.openxmlformats.org/drawingml/2006/main" noGrp="1"/>
          </p:cNvSpPr>
          <p:nvPr/>
        </p:nvSpPr>
        <p:spPr>
          <a:xfrm xmlns:a="http://schemas.openxmlformats.org/drawingml/2006/main">
            <a:off x="5715000" y="47053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반응 전후의 종류와 상태를 같게 한다.</a:t>
            </a:r>
          </a:p>
        </p:txBody>
      </p:sp>
      <p:sp>
        <p:nvSpPr>
          <p:cNvPr id="10" name="text">
            <a:extLst xmlns:a="http://schemas.openxmlformats.org/drawingml/2006/main">
              <a:ext uri="{FF2B5EF4-FFF2-40B4-BE49-F238E27FC236}">
                <a16:creationId xmlns:a16="http://schemas.microsoft.com/office/drawing/2014/main" id="{A8AEE7DF-4E26-46AC-B89A-C3C4D49211BB}"/>
              </a:ext>
            </a:extLst>
          </p:cNvPr>
          <p:cNvSpPr>
            <a:spLocks xmlns:a="http://schemas.openxmlformats.org/drawingml/2006/main" noGrp="1"/>
          </p:cNvSpPr>
          <p:nvPr/>
        </p:nvSpPr>
        <p:spPr>
          <a:xfrm xmlns:a="http://schemas.openxmlformats.org/drawingml/2006/main">
            <a:off x="5715000" y="581025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반응하는 양</a:t>
            </a:r>
          </a:p>
        </p:txBody>
      </p:sp>
      <p:sp>
        <p:nvSpPr>
          <p:cNvPr id="11" name="rich">
            <a:extLst xmlns:a="http://schemas.openxmlformats.org/drawingml/2006/main">
              <a:ext uri="{FF2B5EF4-FFF2-40B4-BE49-F238E27FC236}">
                <a16:creationId xmlns:a16="http://schemas.microsoft.com/office/drawing/2014/main" id="{CDB8BB0E-7E1D-4EF3-B6E7-B307D85BB751}"/>
              </a:ext>
            </a:extLst>
          </p:cNvPr>
          <p:cNvSpPr>
            <a:spLocks xmlns:a="http://schemas.openxmlformats.org/drawingml/2006/main" noGrp="1"/>
          </p:cNvSpPr>
          <p:nvPr/>
        </p:nvSpPr>
        <p:spPr>
          <a:xfrm xmlns:a="http://schemas.openxmlformats.org/drawingml/2006/main">
            <a:off x="5715000" y="640080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물질의 양을 같게 한다.</a:t>
            </a:r>
          </a:p>
        </p:txBody>
      </p:sp>
      <p:sp>
        <p:nvSpPr>
          <p:cNvPr id="12" name="text">
            <a:extLst xmlns:a="http://schemas.openxmlformats.org/drawingml/2006/main">
              <a:ext uri="{FF2B5EF4-FFF2-40B4-BE49-F238E27FC236}">
                <a16:creationId xmlns:a16="http://schemas.microsoft.com/office/drawing/2014/main" id="{1FC9403B-1695-4317-9006-95274C5EAB5B}"/>
              </a:ext>
            </a:extLst>
          </p:cNvPr>
          <p:cNvSpPr>
            <a:spLocks xmlns:a="http://schemas.openxmlformats.org/drawingml/2006/main" noGrp="1"/>
          </p:cNvSpPr>
          <p:nvPr/>
        </p:nvSpPr>
        <p:spPr>
          <a:xfrm xmlns:a="http://schemas.openxmlformats.org/drawingml/2006/main">
            <a:off x="5715000" y="7505700"/>
            <a:ext cx="6953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9FFF68"/>
                </a:solidFill>
                <a:latin typeface="Pretendard"/>
                <a:ea typeface="Pretendard"/>
                <a:cs typeface="Pretendard"/>
              </a:defRPr>
            </a:defPPr>
            <a:lvl1pPr algn="l">
              <a:defRPr sz="2700" b="1">
                <a:solidFill>
                  <a:srgbClr val="9FFF68"/>
                </a:solidFill>
                <a:latin typeface="Pretendard"/>
                <a:ea typeface="Pretendard"/>
                <a:cs typeface="Pretendard"/>
              </a:defRPr>
            </a:lvl1pPr>
            <a:lvl2pPr algn="l">
              <a:defRPr sz="2700" b="1">
                <a:solidFill>
                  <a:srgbClr val="9FFF68"/>
                </a:solidFill>
                <a:latin typeface="Pretendard"/>
                <a:ea typeface="Pretendard"/>
                <a:cs typeface="Pretendard"/>
              </a:defRPr>
            </a:lvl2pPr>
            <a:lvl3pPr algn="l">
              <a:defRPr sz="2700" b="1">
                <a:solidFill>
                  <a:srgbClr val="9FFF68"/>
                </a:solidFill>
                <a:latin typeface="Pretendard"/>
                <a:ea typeface="Pretendard"/>
                <a:cs typeface="Pretendard"/>
              </a:defRPr>
            </a:lvl3pPr>
            <a:lvl4pPr algn="l">
              <a:defRPr sz="2700" b="1">
                <a:solidFill>
                  <a:srgbClr val="9FFF68"/>
                </a:solidFill>
                <a:latin typeface="Pretendard"/>
                <a:ea typeface="Pretendard"/>
                <a:cs typeface="Pretendard"/>
              </a:defRPr>
            </a:lvl4pPr>
            <a:lvl5pPr algn="l">
              <a:defRPr sz="2700" b="1">
                <a:solidFill>
                  <a:srgbClr val="9FFF68"/>
                </a:solidFill>
                <a:latin typeface="Pretendard"/>
                <a:ea typeface="Pretendard"/>
                <a:cs typeface="Pretendard"/>
              </a:defRPr>
            </a:lvl5pPr>
            <a:lvl6pPr algn="l">
              <a:defRPr sz="2700" b="1">
                <a:solidFill>
                  <a:srgbClr val="9FFF68"/>
                </a:solidFill>
                <a:latin typeface="Pretendard"/>
                <a:ea typeface="Pretendard"/>
                <a:cs typeface="Pretendard"/>
              </a:defRPr>
            </a:lvl6pPr>
            <a:lvl7pPr algn="l">
              <a:defRPr sz="2700" b="1">
                <a:solidFill>
                  <a:srgbClr val="9FFF68"/>
                </a:solidFill>
                <a:latin typeface="Pretendard"/>
                <a:ea typeface="Pretendard"/>
                <a:cs typeface="Pretendard"/>
              </a:defRPr>
            </a:lvl7pPr>
            <a:lvl8pPr algn="l">
              <a:defRPr sz="2700" b="1">
                <a:solidFill>
                  <a:srgbClr val="9FFF68"/>
                </a:solidFill>
                <a:latin typeface="Pretendard"/>
                <a:ea typeface="Pretendard"/>
                <a:cs typeface="Pretendard"/>
              </a:defRPr>
            </a:lvl8pPr>
            <a:lvl9pPr algn="l">
              <a:defRPr sz="2700" b="1">
                <a:solidFill>
                  <a:srgbClr val="9FFF68"/>
                </a:solidFill>
                <a:latin typeface="Pretendard"/>
                <a:ea typeface="Pretendard"/>
                <a:cs typeface="Pretendard"/>
              </a:defRPr>
            </a:lvl9pPr>
          </a:lstStyle>
          <a:p xmlns:a="http://schemas.openxmlformats.org/drawingml/2006/main">
            <a:pPr algn="l">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온도와 압력</a:t>
            </a:r>
          </a:p>
        </p:txBody>
      </p:sp>
      <p:sp>
        <p:nvSpPr>
          <p:cNvPr id="13" name="rich">
            <a:extLst xmlns:a="http://schemas.openxmlformats.org/drawingml/2006/main">
              <a:ext uri="{FF2B5EF4-FFF2-40B4-BE49-F238E27FC236}">
                <a16:creationId xmlns:a16="http://schemas.microsoft.com/office/drawing/2014/main" id="{F8BA0B28-EC08-4795-96CC-958FA5C1B73C}"/>
              </a:ext>
            </a:extLst>
          </p:cNvPr>
          <p:cNvSpPr>
            <a:spLocks xmlns:a="http://schemas.openxmlformats.org/drawingml/2006/main" noGrp="1"/>
          </p:cNvSpPr>
          <p:nvPr/>
        </p:nvSpPr>
        <p:spPr>
          <a:xfrm xmlns:a="http://schemas.openxmlformats.org/drawingml/2006/main">
            <a:off x="5715000" y="8096250"/>
            <a:ext cx="695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EEEEEE"/>
                </a:solidFill>
                <a:latin typeface="Pretendard"/>
                <a:ea typeface="Pretendard"/>
                <a:cs typeface="Pretendard"/>
              </a:defRPr>
            </a:defPPr>
            <a:lvl1pPr algn="l">
              <a:defRPr sz="2250" b="0">
                <a:solidFill>
                  <a:srgbClr val="EEEEEE"/>
                </a:solidFill>
                <a:latin typeface="Pretendard"/>
                <a:ea typeface="Pretendard"/>
                <a:cs typeface="Pretendard"/>
              </a:defRPr>
            </a:lvl1pPr>
            <a:lvl2pPr algn="l">
              <a:defRPr sz="2250" b="0">
                <a:solidFill>
                  <a:srgbClr val="EEEEEE"/>
                </a:solidFill>
                <a:latin typeface="Pretendard"/>
                <a:ea typeface="Pretendard"/>
                <a:cs typeface="Pretendard"/>
              </a:defRPr>
            </a:lvl2pPr>
            <a:lvl3pPr algn="l">
              <a:defRPr sz="2250" b="0">
                <a:solidFill>
                  <a:srgbClr val="EEEEEE"/>
                </a:solidFill>
                <a:latin typeface="Pretendard"/>
                <a:ea typeface="Pretendard"/>
                <a:cs typeface="Pretendard"/>
              </a:defRPr>
            </a:lvl3pPr>
            <a:lvl4pPr algn="l">
              <a:defRPr sz="2250" b="0">
                <a:solidFill>
                  <a:srgbClr val="EEEEEE"/>
                </a:solidFill>
                <a:latin typeface="Pretendard"/>
                <a:ea typeface="Pretendard"/>
                <a:cs typeface="Pretendard"/>
              </a:defRPr>
            </a:lvl4pPr>
            <a:lvl5pPr algn="l">
              <a:defRPr sz="2250" b="0">
                <a:solidFill>
                  <a:srgbClr val="EEEEEE"/>
                </a:solidFill>
                <a:latin typeface="Pretendard"/>
                <a:ea typeface="Pretendard"/>
                <a:cs typeface="Pretendard"/>
              </a:defRPr>
            </a:lvl5pPr>
            <a:lvl6pPr algn="l">
              <a:defRPr sz="2250" b="0">
                <a:solidFill>
                  <a:srgbClr val="EEEEEE"/>
                </a:solidFill>
                <a:latin typeface="Pretendard"/>
                <a:ea typeface="Pretendard"/>
                <a:cs typeface="Pretendard"/>
              </a:defRPr>
            </a:lvl6pPr>
            <a:lvl7pPr algn="l">
              <a:defRPr sz="2250" b="0">
                <a:solidFill>
                  <a:srgbClr val="EEEEEE"/>
                </a:solidFill>
                <a:latin typeface="Pretendard"/>
                <a:ea typeface="Pretendard"/>
                <a:cs typeface="Pretendard"/>
              </a:defRPr>
            </a:lvl7pPr>
            <a:lvl8pPr algn="l">
              <a:defRPr sz="2250" b="0">
                <a:solidFill>
                  <a:srgbClr val="EEEEEE"/>
                </a:solidFill>
                <a:latin typeface="Pretendard"/>
                <a:ea typeface="Pretendard"/>
                <a:cs typeface="Pretendard"/>
              </a:defRPr>
            </a:lvl8pPr>
            <a:lvl9pPr algn="l">
              <a:defRPr sz="2250" b="0">
                <a:solidFill>
                  <a:srgbClr val="EEEEEE"/>
                </a:solidFill>
                <a:latin typeface="Pretendard"/>
                <a:ea typeface="Pretendard"/>
                <a:cs typeface="Pretendard"/>
              </a:defRPr>
            </a:lvl9pPr>
          </a:lstStyle>
          <a:p xmlns:a="http://schemas.openxmlformats.org/drawingml/2006/main">
            <a:pPr algn="l">
              <a:defRPr sz="2250" b="0">
                <a:solidFill>
                  <a:srgbClr val="EEEEEE"/>
                </a:solidFill>
                <a:latin typeface="Pretendard"/>
                <a:ea typeface="Pretendard"/>
                <a:cs typeface="Pretendard"/>
              </a:defRPr>
            </a:pPr>
            <a:r>
              <a:rPr sz="2250">
                <a:solidFill>
                  <a:srgbClr val="EEEEEE"/>
                </a:solidFill>
                <a:latin typeface="Pretendard"/>
                <a:ea typeface="Pretendard"/>
                <a:cs typeface="Pretendard"/>
              </a:rPr>
              <a:t>온도와 압력 조건을 같게 한다.</a:t>
            </a:r>
          </a:p>
        </p:txBody>
      </p:sp>
      <p:pic>
        <p:nvPicPr>
          <p:cNvPr id="14" name="">
            <a:extLst xmlns:a="http://schemas.openxmlformats.org/drawingml/2006/main">
              <a:ext uri="{FF2B5EF4-FFF2-40B4-BE49-F238E27FC236}">
                <a16:creationId xmlns:a16="http://schemas.microsoft.com/office/drawing/2014/main" id="{860DC076-2C24-4DCB-8217-54446C282ACF}"/>
              </a:ext>
            </a:extLst>
          </p:cNvPr>
          <p:cNvPicPr>
            <a:picLocks xmlns:a="http://schemas.openxmlformats.org/drawingml/2006/main" noChangeAspect="1"/>
          </p:cNvPicPr>
          <p:nvPr/>
        </p:nvPicPr>
        <p:blipFill>
          <a:blip xmlns:r="http://schemas.openxmlformats.org/officeDocument/2006/relationships" xmlns:a="http://schemas.openxmlformats.org/drawingml/2006/main" r:embed="R02442aad400e4ab8"/>
          <a:stretch xmlns:a="http://schemas.openxmlformats.org/drawingml/2006/main"/>
        </p:blipFill>
        <p:spPr>
          <a:xfrm xmlns:a="http://schemas.openxmlformats.org/drawingml/2006/main">
            <a:off x="986783" y="5791200"/>
            <a:ext cx="3455685" cy="3524250"/>
          </a:xfrm>
          <a:prstGeom xmlns:a="http://schemas.openxmlformats.org/drawingml/2006/main" prst="rect">
            <a:avLst/>
          </a:prstGeom>
        </p:spPr>
      </p:pic>
      <p:pic>
        <p:nvPicPr>
          <p:cNvPr id="15" name="">
            <a:extLst xmlns:a="http://schemas.openxmlformats.org/drawingml/2006/main">
              <a:ext uri="{FF2B5EF4-FFF2-40B4-BE49-F238E27FC236}">
                <a16:creationId xmlns:a16="http://schemas.microsoft.com/office/drawing/2014/main" id="{FFA9E3CE-7C44-41CA-AEEE-EE4985B74EAB}"/>
              </a:ext>
            </a:extLst>
          </p:cNvPr>
          <p:cNvPicPr>
            <a:picLocks xmlns:a="http://schemas.openxmlformats.org/drawingml/2006/main" noChangeAspect="1"/>
          </p:cNvPicPr>
          <p:nvPr/>
        </p:nvPicPr>
        <p:blipFill>
          <a:blip xmlns:r="http://schemas.openxmlformats.org/officeDocument/2006/relationships" xmlns:a="http://schemas.openxmlformats.org/drawingml/2006/main" r:embed="Rc32da8fc11454ba8"/>
          <a:stretch xmlns:a="http://schemas.openxmlformats.org/drawingml/2006/main"/>
        </p:blipFill>
        <p:spPr>
          <a:xfrm xmlns:a="http://schemas.openxmlformats.org/drawingml/2006/main">
            <a:off x="13858875" y="5735345"/>
            <a:ext cx="3476625" cy="344546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5548B0F8-AD6B-44ED-AB0F-F84CCDCDACE5}"/>
              </a:ext>
            </a:extLst>
          </p:cNvPr>
          <p:cNvSpPr>
            <a:spLocks xmlns:a="http://schemas.openxmlformats.org/drawingml/2006/main" noGrp="1"/>
          </p:cNvSpPr>
          <p:nvPr/>
        </p:nvSpPr>
        <p:spPr>
          <a:xfrm xmlns:a="http://schemas.openxmlformats.org/drawingml/2006/main">
            <a:off x="895350" y="40386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AAC14738-D641-4BF8-B72F-1A56BD3AE65C}"/>
              </a:ext>
            </a:extLst>
          </p:cNvPr>
          <p:cNvSpPr>
            <a:spLocks xmlns:a="http://schemas.openxmlformats.org/drawingml/2006/main" noGrp="1"/>
          </p:cNvSpPr>
          <p:nvPr/>
        </p:nvSpPr>
        <p:spPr>
          <a:xfrm xmlns:a="http://schemas.openxmlformats.org/drawingml/2006/main">
            <a:off x="2895600" y="53625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3BB22ED0-C74B-4689-92AE-534059212342}"/>
              </a:ext>
            </a:extLst>
          </p:cNvPr>
          <p:cNvSpPr>
            <a:spLocks xmlns:a="http://schemas.openxmlformats.org/drawingml/2006/main" noGrp="1"/>
          </p:cNvSpPr>
          <p:nvPr/>
        </p:nvSpPr>
        <p:spPr>
          <a:xfrm xmlns:a="http://schemas.openxmlformats.org/drawingml/2006/main">
            <a:off x="1123950" y="42672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경로만 다르게</a:t>
            </a:r>
          </a:p>
        </p:txBody>
      </p:sp>
      <p:sp>
        <p:nvSpPr>
          <p:cNvPr id="19" name="캐릭터 질문 2">
            <a:extLst xmlns:a="http://schemas.openxmlformats.org/drawingml/2006/main">
              <a:ext uri="{FF2B5EF4-FFF2-40B4-BE49-F238E27FC236}">
                <a16:creationId xmlns:a16="http://schemas.microsoft.com/office/drawing/2014/main" id="{4A66F72C-A7E2-4895-BE63-CB2DB5BA327B}"/>
              </a:ext>
            </a:extLst>
          </p:cNvPr>
          <p:cNvSpPr>
            <a:spLocks xmlns:a="http://schemas.openxmlformats.org/drawingml/2006/main" noGrp="1"/>
          </p:cNvSpPr>
          <p:nvPr/>
        </p:nvSpPr>
        <p:spPr>
          <a:xfrm xmlns:a="http://schemas.openxmlformats.org/drawingml/2006/main">
            <a:off x="1123950" y="47339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비교해 볼까?</a:t>
            </a:r>
          </a:p>
        </p:txBody>
      </p:sp>
      <p:sp>
        <p:nvSpPr>
          <p:cNvPr id="20" name="참조 R03-22 여백 있는 말풍선">
            <a:extLst xmlns:a="http://schemas.openxmlformats.org/drawingml/2006/main">
              <a:ext uri="{FF2B5EF4-FFF2-40B4-BE49-F238E27FC236}">
                <a16:creationId xmlns:a16="http://schemas.microsoft.com/office/drawing/2014/main" id="{28E6B4E2-9301-4727-834E-F8B8DE5F3081}"/>
              </a:ext>
            </a:extLst>
          </p:cNvPr>
          <p:cNvSpPr>
            <a:spLocks xmlns:a="http://schemas.openxmlformats.org/drawingml/2006/main" noGrp="1"/>
          </p:cNvSpPr>
          <p:nvPr/>
        </p:nvSpPr>
        <p:spPr>
          <a:xfrm xmlns:a="http://schemas.openxmlformats.org/drawingml/2006/main">
            <a:off x="13906500" y="400050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B44D9C24-F623-442F-ABBE-C361F40AA417}"/>
              </a:ext>
            </a:extLst>
          </p:cNvPr>
          <p:cNvSpPr>
            <a:spLocks xmlns:a="http://schemas.openxmlformats.org/drawingml/2006/main" noGrp="1"/>
          </p:cNvSpPr>
          <p:nvPr/>
        </p:nvSpPr>
        <p:spPr>
          <a:xfrm xmlns:a="http://schemas.openxmlformats.org/drawingml/2006/main">
            <a:off x="15073313" y="532447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A0F082BA-2ADD-410C-B5F5-00AA6631DDFA}"/>
              </a:ext>
            </a:extLst>
          </p:cNvPr>
          <p:cNvSpPr>
            <a:spLocks xmlns:a="http://schemas.openxmlformats.org/drawingml/2006/main" noGrp="1"/>
          </p:cNvSpPr>
          <p:nvPr/>
        </p:nvSpPr>
        <p:spPr>
          <a:xfrm xmlns:a="http://schemas.openxmlformats.org/drawingml/2006/main">
            <a:off x="14135100" y="422910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나머지 조건은</a:t>
            </a:r>
          </a:p>
        </p:txBody>
      </p:sp>
      <p:sp>
        <p:nvSpPr>
          <p:cNvPr id="23" name="캐릭터 질문 2">
            <a:extLst xmlns:a="http://schemas.openxmlformats.org/drawingml/2006/main">
              <a:ext uri="{FF2B5EF4-FFF2-40B4-BE49-F238E27FC236}">
                <a16:creationId xmlns:a16="http://schemas.microsoft.com/office/drawing/2014/main" id="{203F01C6-C910-405B-AFBB-E9BD9383199E}"/>
              </a:ext>
            </a:extLst>
          </p:cNvPr>
          <p:cNvSpPr>
            <a:spLocks xmlns:a="http://schemas.openxmlformats.org/drawingml/2006/main" noGrp="1"/>
          </p:cNvSpPr>
          <p:nvPr/>
        </p:nvSpPr>
        <p:spPr>
          <a:xfrm xmlns:a="http://schemas.openxmlformats.org/drawingml/2006/main">
            <a:off x="14135100" y="46958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모두 같게!</a:t>
            </a:r>
          </a:p>
        </p:txBody>
      </p:sp>
      <p:sp>
        <p:nvSpPr>
          <p:cNvPr id="25" name="칠판 내용 구분선">
            <a:extLst xmlns:a="http://schemas.openxmlformats.org/drawingml/2006/main">
              <a:ext uri="{FF2B5EF4-FFF2-40B4-BE49-F238E27FC236}">
                <a16:creationId xmlns:a16="http://schemas.microsoft.com/office/drawing/2014/main" id="{A55F0855-14C0-4C25-85FA-C3843A175A68}"/>
              </a:ext>
            </a:extLst>
          </p:cNvPr>
          <p:cNvSpPr>
            <a:spLocks xmlns:a="http://schemas.openxmlformats.org/drawingml/2006/main" noGrp="1"/>
          </p:cNvSpPr>
          <p:nvPr/>
        </p:nvSpPr>
        <p:spPr>
          <a:xfrm xmlns:a="http://schemas.openxmlformats.org/drawingml/2006/main">
            <a:off x="5715000" y="554355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
        <p:nvSpPr>
          <p:cNvPr id="26" name="칠판 내용 구분선">
            <a:extLst xmlns:a="http://schemas.openxmlformats.org/drawingml/2006/main">
              <a:ext uri="{FF2B5EF4-FFF2-40B4-BE49-F238E27FC236}">
                <a16:creationId xmlns:a16="http://schemas.microsoft.com/office/drawing/2014/main" id="{F3E17429-3768-4DEF-A117-A9B98C8F7A46}"/>
              </a:ext>
            </a:extLst>
          </p:cNvPr>
          <p:cNvSpPr>
            <a:spLocks xmlns:a="http://schemas.openxmlformats.org/drawingml/2006/main" noGrp="1"/>
          </p:cNvSpPr>
          <p:nvPr/>
        </p:nvSpPr>
        <p:spPr>
          <a:xfrm xmlns:a="http://schemas.openxmlformats.org/drawingml/2006/main">
            <a:off x="5715000" y="7239000"/>
            <a:ext cx="6858000" cy="9525"/>
          </a:xfrm>
          <a:prstGeom xmlns:a="http://schemas.openxmlformats.org/drawingml/2006/main" prst="rect">
            <a:avLst/>
          </a:prstGeom>
          <a:solidFill xmlns:a="http://schemas.openxmlformats.org/drawingml/2006/main">
            <a:srgbClr val="66836F">
              <a:alpha val="35000"/>
            </a:srgbClr>
          </a:solidFill>
          <a:ln xmlns:a="http://schemas.openxmlformats.org/drawingml/2006/main" w="0">
            <a:noFill/>
          </a:ln>
        </p:spPr>
      </p:sp>
    </p:spTree>
    <p:extLst>
      <p:ext uri="{BB962C8B-B14F-4D97-AF65-F5344CB8AC3E}">
        <p14:creationId xmlns:p14="http://schemas.microsoft.com/office/powerpoint/2010/main" val="632597240"/>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BD6F926D-93A9-4E71-924F-2284816E4DFB}"/>
              </a:ext>
            </a:extLst>
          </p:cNvPr>
          <p:cNvSpPr>
            <a:spLocks xmlns:a="http://schemas.openxmlformats.org/drawingml/2006/main" noGrp="1"/>
          </p:cNvSpPr>
          <p:nvPr/>
        </p:nvSpPr>
        <p:spPr>
          <a:xfrm xmlns:a="http://schemas.openxmlformats.org/drawingml/2006/main">
            <a:off x="13192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E5817096-DA1D-47B0-A8AC-7C59E2DE598C}"/>
              </a:ext>
            </a:extLst>
          </p:cNvPr>
          <p:cNvSpPr>
            <a:spLocks xmlns:a="http://schemas.openxmlformats.org/drawingml/2006/main" noGrp="1"/>
          </p:cNvSpPr>
          <p:nvPr/>
        </p:nvSpPr>
        <p:spPr>
          <a:xfrm xmlns:a="http://schemas.openxmlformats.org/drawingml/2006/main">
            <a:off x="1000125" y="5143500"/>
            <a:ext cx="4095750" cy="3333750"/>
          </a:xfrm>
          <a:prstGeom xmlns:a="http://schemas.openxmlformats.org/drawingml/2006/main" prst="roundRect">
            <a:avLst>
              <a:gd name="adj" fmla="val 628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7E8F141-BB5B-4818-ACFA-D45EE8F0AB80}"/>
              </a:ext>
            </a:extLst>
          </p:cNvPr>
          <p:cNvPicPr>
            <a:picLocks xmlns:a="http://schemas.openxmlformats.org/drawingml/2006/main" noChangeAspect="1"/>
          </p:cNvPicPr>
          <p:nvPr/>
        </p:nvPicPr>
        <p:blipFill>
          <a:blip xmlns:r="http://schemas.openxmlformats.org/officeDocument/2006/relationships" xmlns:a="http://schemas.openxmlformats.org/drawingml/2006/main" r:embed="R6678cdd7cc3f4c0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46FD342-5AA7-4B48-B5F6-3EA59E41A38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8E7E077-3218-4B26-A3AC-8138DC08E12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E06A5CAF-4133-4DA8-A0D8-31238813C5C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02B883D-4010-42AB-A6B1-DC0E3B7D037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관계">
            <a:extLst xmlns:a="http://schemas.openxmlformats.org/drawingml/2006/main">
              <a:ext uri="{FF2B5EF4-FFF2-40B4-BE49-F238E27FC236}">
                <a16:creationId xmlns:a16="http://schemas.microsoft.com/office/drawing/2014/main" id="{57638D86-3D6A-401F-B6D7-64CFBEC8838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경로가 달라도,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같다</a:t>
            </a:r>
          </a:p>
        </p:txBody>
      </p:sp>
      <p:pic>
        <p:nvPicPr>
          <p:cNvPr id="8" name="">
            <a:extLst xmlns:a="http://schemas.openxmlformats.org/drawingml/2006/main">
              <a:ext uri="{FF2B5EF4-FFF2-40B4-BE49-F238E27FC236}">
                <a16:creationId xmlns:a16="http://schemas.microsoft.com/office/drawing/2014/main" id="{57D56505-7B96-47F7-B4E9-1DE3B7C1A2A8}"/>
              </a:ext>
            </a:extLst>
          </p:cNvPr>
          <p:cNvPicPr>
            <a:picLocks xmlns:a="http://schemas.openxmlformats.org/drawingml/2006/main" noChangeAspect="1"/>
          </p:cNvPicPr>
          <p:nvPr/>
        </p:nvPicPr>
        <p:blipFill>
          <a:blip xmlns:r="http://schemas.openxmlformats.org/officeDocument/2006/relationships" xmlns:a="http://schemas.openxmlformats.org/drawingml/2006/main" r:embed="Rdf3b9ea8fd264dda"/>
          <a:stretch xmlns:a="http://schemas.openxmlformats.org/drawingml/2006/main"/>
        </p:blipFill>
        <p:spPr>
          <a:xfrm xmlns:a="http://schemas.openxmlformats.org/drawingml/2006/main">
            <a:off x="6014555" y="4476750"/>
            <a:ext cx="6258890" cy="466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FF5B34AE-19EB-4A45-B2A3-E165748AA86D}"/>
              </a:ext>
            </a:extLst>
          </p:cNvPr>
          <p:cNvSpPr>
            <a:spLocks xmlns:a="http://schemas.openxmlformats.org/drawingml/2006/main" noGrp="1"/>
          </p:cNvSpPr>
          <p:nvPr/>
        </p:nvSpPr>
        <p:spPr>
          <a:xfrm xmlns:a="http://schemas.openxmlformats.org/drawingml/2006/main">
            <a:off x="1762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두 단계 경로</a:t>
            </a:r>
          </a:p>
        </p:txBody>
      </p:sp>
      <p:sp>
        <p:nvSpPr>
          <p:cNvPr id="12" name="text">
            <a:extLst xmlns:a="http://schemas.openxmlformats.org/drawingml/2006/main">
              <a:ext uri="{FF2B5EF4-FFF2-40B4-BE49-F238E27FC236}">
                <a16:creationId xmlns:a16="http://schemas.microsoft.com/office/drawing/2014/main" id="{B5A0EA4B-F224-4D8C-94E1-8A6569C95A02}"/>
              </a:ext>
            </a:extLst>
          </p:cNvPr>
          <p:cNvSpPr>
            <a:spLocks xmlns:a="http://schemas.openxmlformats.org/drawingml/2006/main" noGrp="1"/>
          </p:cNvSpPr>
          <p:nvPr/>
        </p:nvSpPr>
        <p:spPr>
          <a:xfrm xmlns:a="http://schemas.openxmlformats.org/drawingml/2006/main">
            <a:off x="13954125" y="5381625"/>
            <a:ext cx="2571750" cy="571500"/>
          </a:xfrm>
          <a:prstGeom xmlns:a="http://schemas.openxmlformats.org/drawingml/2006/main" prst="roundRect">
            <a:avLst/>
          </a:prstGeom>
          <a:solidFill xmlns:a="http://schemas.openxmlformats.org/drawingml/2006/main">
            <a:srgbClr val="55555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FFFFFF"/>
                </a:solidFill>
                <a:latin typeface="Pretendard"/>
                <a:ea typeface="Pretendard"/>
                <a:cs typeface="Pretendard"/>
              </a:defRPr>
            </a:defPPr>
            <a:lvl1pPr algn="ctr">
              <a:defRPr sz="2400" b="1">
                <a:solidFill>
                  <a:srgbClr val="FFFFFF"/>
                </a:solidFill>
                <a:latin typeface="Pretendard"/>
                <a:ea typeface="Pretendard"/>
                <a:cs typeface="Pretendard"/>
              </a:defRPr>
            </a:lvl1pPr>
            <a:lvl2pPr algn="ctr">
              <a:defRPr sz="2400" b="1">
                <a:solidFill>
                  <a:srgbClr val="FFFFFF"/>
                </a:solidFill>
                <a:latin typeface="Pretendard"/>
                <a:ea typeface="Pretendard"/>
                <a:cs typeface="Pretendard"/>
              </a:defRPr>
            </a:lvl2pPr>
            <a:lvl3pPr algn="ctr">
              <a:defRPr sz="2400" b="1">
                <a:solidFill>
                  <a:srgbClr val="FFFFFF"/>
                </a:solidFill>
                <a:latin typeface="Pretendard"/>
                <a:ea typeface="Pretendard"/>
                <a:cs typeface="Pretendard"/>
              </a:defRPr>
            </a:lvl3pPr>
            <a:lvl4pPr algn="ctr">
              <a:defRPr sz="2400" b="1">
                <a:solidFill>
                  <a:srgbClr val="FFFFFF"/>
                </a:solidFill>
                <a:latin typeface="Pretendard"/>
                <a:ea typeface="Pretendard"/>
                <a:cs typeface="Pretendard"/>
              </a:defRPr>
            </a:lvl4pPr>
            <a:lvl5pPr algn="ctr">
              <a:defRPr sz="2400" b="1">
                <a:solidFill>
                  <a:srgbClr val="FFFFFF"/>
                </a:solidFill>
                <a:latin typeface="Pretendard"/>
                <a:ea typeface="Pretendard"/>
                <a:cs typeface="Pretendard"/>
              </a:defRPr>
            </a:lvl5pPr>
            <a:lvl6pPr algn="ctr">
              <a:defRPr sz="2400" b="1">
                <a:solidFill>
                  <a:srgbClr val="FFFFFF"/>
                </a:solidFill>
                <a:latin typeface="Pretendard"/>
                <a:ea typeface="Pretendard"/>
                <a:cs typeface="Pretendard"/>
              </a:defRPr>
            </a:lvl6pPr>
            <a:lvl7pPr algn="ctr">
              <a:defRPr sz="2400" b="1">
                <a:solidFill>
                  <a:srgbClr val="FFFFFF"/>
                </a:solidFill>
                <a:latin typeface="Pretendard"/>
                <a:ea typeface="Pretendard"/>
                <a:cs typeface="Pretendard"/>
              </a:defRPr>
            </a:lvl7pPr>
            <a:lvl8pPr algn="ctr">
              <a:defRPr sz="2400" b="1">
                <a:solidFill>
                  <a:srgbClr val="FFFFFF"/>
                </a:solidFill>
                <a:latin typeface="Pretendard"/>
                <a:ea typeface="Pretendard"/>
                <a:cs typeface="Pretendard"/>
              </a:defRPr>
            </a:lvl8pPr>
            <a:lvl9pPr algn="ctr">
              <a:defRPr sz="2400" b="1">
                <a:solidFill>
                  <a:srgbClr val="FFFFFF"/>
                </a:solidFill>
                <a:latin typeface="Pretendard"/>
                <a:ea typeface="Pretendard"/>
                <a:cs typeface="Pretendard"/>
              </a:defRPr>
            </a:lvl9pPr>
          </a:lstStyle>
          <a:p xmlns:a="http://schemas.openxmlformats.org/drawingml/2006/main">
            <a:pPr algn="ctr">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직접 경로</a:t>
            </a:r>
          </a:p>
        </p:txBody>
      </p:sp>
      <p:pic>
        <p:nvPicPr>
          <p:cNvPr id="13" name="">
            <a:extLst xmlns:a="http://schemas.openxmlformats.org/drawingml/2006/main">
              <a:ext uri="{FF2B5EF4-FFF2-40B4-BE49-F238E27FC236}">
                <a16:creationId xmlns:a16="http://schemas.microsoft.com/office/drawing/2014/main" id="{3F860A67-DADA-45DC-A00F-D25DF5DE67D9}"/>
              </a:ext>
            </a:extLst>
          </p:cNvPr>
          <p:cNvPicPr>
            <a:picLocks xmlns:a="http://schemas.openxmlformats.org/drawingml/2006/main" noChangeAspect="1"/>
          </p:cNvPicPr>
          <p:nvPr/>
        </p:nvPicPr>
        <p:blipFill>
          <a:blip xmlns:r="http://schemas.openxmlformats.org/officeDocument/2006/relationships" xmlns:a="http://schemas.openxmlformats.org/drawingml/2006/main" r:embed="R168b739c5f484ae5"/>
          <a:stretch xmlns:a="http://schemas.openxmlformats.org/drawingml/2006/main"/>
        </p:blipFill>
        <p:spPr>
          <a:xfrm xmlns:a="http://schemas.openxmlformats.org/drawingml/2006/main">
            <a:off x="1354188" y="6517767"/>
            <a:ext cx="3387623" cy="1204341"/>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3CC34E18-F050-465D-B460-B82C04BF6141}"/>
              </a:ext>
            </a:extLst>
          </p:cNvPr>
          <p:cNvPicPr>
            <a:picLocks xmlns:a="http://schemas.openxmlformats.org/drawingml/2006/main" noChangeAspect="1"/>
          </p:cNvPicPr>
          <p:nvPr/>
        </p:nvPicPr>
        <p:blipFill>
          <a:blip xmlns:r="http://schemas.openxmlformats.org/officeDocument/2006/relationships" xmlns:a="http://schemas.openxmlformats.org/drawingml/2006/main" r:embed="R2a71dc95e16a46a5"/>
          <a:stretch xmlns:a="http://schemas.openxmlformats.org/drawingml/2006/main"/>
        </p:blipFill>
        <p:spPr>
          <a:xfrm xmlns:a="http://schemas.openxmlformats.org/drawingml/2006/main">
            <a:off x="13900646" y="6803243"/>
            <a:ext cx="2678709" cy="347639"/>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871B3D9-6CCF-4545-A98B-1B54C8162F29}"/>
              </a:ext>
            </a:extLst>
          </p:cNvPr>
          <p:cNvSpPr>
            <a:spLocks xmlns:a="http://schemas.openxmlformats.org/drawingml/2006/main" noGrp="1"/>
          </p:cNvSpPr>
          <p:nvPr/>
        </p:nvSpPr>
        <p:spPr>
          <a:xfrm xmlns:a="http://schemas.openxmlformats.org/drawingml/2006/main">
            <a:off x="5191125" y="6477000"/>
            <a:ext cx="571500" cy="428625"/>
          </a:xfrm>
          <a:prstGeom xmlns:a="http://schemas.openxmlformats.org/drawingml/2006/main" prst="rightArrow">
            <a:avLst/>
          </a:prstGeom>
          <a:gradFill xmlns:a="http://schemas.openxmlformats.org/drawingml/2006/main">
            <a:gsLst>
              <a:gs pos="0">
                <a:srgbClr val="777777"/>
              </a:gs>
              <a:gs pos="100000">
                <a:srgbClr val="9FFF68"/>
              </a:gs>
            </a:gsLst>
            <a:lin ang="0"/>
          </a:gra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E4EF004-C604-4660-93EA-D547CB8BD510}"/>
              </a:ext>
            </a:extLst>
          </p:cNvPr>
          <p:cNvSpPr>
            <a:spLocks xmlns:a="http://schemas.openxmlformats.org/drawingml/2006/main" noGrp="1"/>
          </p:cNvSpPr>
          <p:nvPr/>
        </p:nvSpPr>
        <p:spPr>
          <a:xfrm xmlns:a="http://schemas.openxmlformats.org/drawingml/2006/main">
            <a:off x="12525375" y="6477000"/>
            <a:ext cx="571500" cy="428625"/>
          </a:xfrm>
          <a:prstGeom xmlns:a="http://schemas.openxmlformats.org/drawingml/2006/main" prst="leftArrow">
            <a:avLst/>
          </a:prstGeom>
          <a:gradFill xmlns:a="http://schemas.openxmlformats.org/drawingml/2006/main">
            <a:gsLst>
              <a:gs pos="0">
                <a:srgbClr val="9FFF68"/>
              </a:gs>
              <a:gs pos="100000">
                <a:srgbClr val="777777"/>
              </a:gs>
            </a:gsLst>
            <a:lin ang="0"/>
          </a:gra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3C233AB7-9F95-4C31-BD10-7AD11FB03E89}"/>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같은 처음 상태에서 같은 나중 상태로 변할 때</a:t>
            </a:r>
          </a:p>
        </p:txBody>
      </p:sp>
    </p:spTree>
    <p:extLst>
      <p:ext uri="{BB962C8B-B14F-4D97-AF65-F5344CB8AC3E}">
        <p14:creationId xmlns:p14="http://schemas.microsoft.com/office/powerpoint/2010/main" val="876912302"/>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 name="text">
            <a:extLst xmlns:a="http://schemas.openxmlformats.org/drawingml/2006/main">
              <a:ext uri="{FF2B5EF4-FFF2-40B4-BE49-F238E27FC236}">
                <a16:creationId xmlns:a16="http://schemas.microsoft.com/office/drawing/2014/main" id="{8424CA22-F9F4-40AC-906A-70665D19653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2" name="text">
            <a:extLst xmlns:a="http://schemas.openxmlformats.org/drawingml/2006/main">
              <a:ext uri="{FF2B5EF4-FFF2-40B4-BE49-F238E27FC236}">
                <a16:creationId xmlns:a16="http://schemas.microsoft.com/office/drawing/2014/main" id="{532272EE-5B83-4E7F-8DA9-F7FEF54967D1}"/>
              </a:ext>
            </a:extLst>
          </p:cNvPr>
          <p:cNvSpPr>
            <a:spLocks xmlns:a="http://schemas.openxmlformats.org/drawingml/2006/main" noGrp="1"/>
          </p:cNvSpPr>
          <p:nvPr/>
        </p:nvSpPr>
        <p:spPr>
          <a:xfrm xmlns:a="http://schemas.openxmlformats.org/drawingml/2006/main">
            <a:off x="857250" y="1276350"/>
            <a:ext cx="15240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a:solidFill>
                  <a:srgbClr val="9FFF68"/>
                </a:solidFill>
              </a:rPr>
              <a:t>01</a:t>
            </a:r>
            <a:r>
              <a:rPr>
                <a:solidFill>
                  <a:srgbClr val="FFFFFF"/>
                </a:solidFill>
              </a:rPr>
              <a:t> 헤스 법칙</a:t>
            </a:r>
          </a:p>
        </p:txBody>
      </p:sp>
      <p:sp>
        <p:nvSpPr>
          <p:cNvPr id="3" name="text">
            <a:extLst xmlns:a="http://schemas.openxmlformats.org/drawingml/2006/main">
              <a:ext uri="{FF2B5EF4-FFF2-40B4-BE49-F238E27FC236}">
                <a16:creationId xmlns:a16="http://schemas.microsoft.com/office/drawing/2014/main" id="{E837CC0F-A758-4CD4-9DEA-592EB23B9D71}"/>
              </a:ext>
            </a:extLst>
          </p:cNvPr>
          <p:cNvSpPr>
            <a:spLocks xmlns:a="http://schemas.openxmlformats.org/drawingml/2006/main" noGrp="1"/>
          </p:cNvSpPr>
          <p:nvPr/>
        </p:nvSpPr>
        <p:spPr>
          <a:xfrm xmlns:a="http://schemas.openxmlformats.org/drawingml/2006/main">
            <a:off x="1714500" y="24765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경로와 CO를 거치는 경로</a:t>
            </a:r>
          </a:p>
        </p:txBody>
      </p:sp>
      <p:pic>
        <p:nvPicPr>
          <p:cNvPr id="4" name="">
            <a:extLst xmlns:a="http://schemas.openxmlformats.org/drawingml/2006/main">
              <a:ext uri="{FF2B5EF4-FFF2-40B4-BE49-F238E27FC236}">
                <a16:creationId xmlns:a16="http://schemas.microsoft.com/office/drawing/2014/main" id="{258EFD26-09AE-4362-AAB3-7CFA181322F6}"/>
              </a:ext>
            </a:extLst>
          </p:cNvPr>
          <p:cNvPicPr>
            <a:picLocks xmlns:a="http://schemas.openxmlformats.org/drawingml/2006/main" noChangeAspect="1"/>
          </p:cNvPicPr>
          <p:nvPr/>
        </p:nvPicPr>
        <p:blipFill>
          <a:blip xmlns:r="http://schemas.openxmlformats.org/officeDocument/2006/relationships" xmlns:a="http://schemas.openxmlformats.org/drawingml/2006/main" r:embed="R8c2420676b3c446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3516BC0-A7EA-4B5E-A368-14DC7B536643}"/>
              </a:ext>
            </a:extLst>
          </p:cNvPr>
          <p:cNvPicPr>
            <a:picLocks xmlns:a="http://schemas.openxmlformats.org/drawingml/2006/main" noChangeAspect="1"/>
          </p:cNvPicPr>
          <p:nvPr/>
        </p:nvPicPr>
        <p:blipFill>
          <a:blip xmlns:r="http://schemas.openxmlformats.org/officeDocument/2006/relationships" xmlns:a="http://schemas.openxmlformats.org/drawingml/2006/main" r:embed="Re2d64dc39059470e"/>
          <a:stretch xmlns:a="http://schemas.openxmlformats.org/drawingml/2006/main"/>
        </p:blipFill>
        <p:spPr>
          <a:xfrm xmlns:a="http://schemas.openxmlformats.org/drawingml/2006/main">
            <a:off x="5143500" y="3714750"/>
            <a:ext cx="8001000" cy="5715000"/>
          </a:xfrm>
          <a:prstGeom xmlns:a="http://schemas.openxmlformats.org/drawingml/2006/main" prst="rect">
            <a:avLst/>
          </a:prstGeom>
        </p:spPr>
      </p:pic>
      <p:sp>
        <p:nvSpPr>
          <p:cNvPr id="6" name="text">
            <a:extLst xmlns:a="http://schemas.openxmlformats.org/drawingml/2006/main">
              <a:ext uri="{FF2B5EF4-FFF2-40B4-BE49-F238E27FC236}">
                <a16:creationId xmlns:a16="http://schemas.microsoft.com/office/drawing/2014/main" id="{28C1EC20-6919-49AE-97F3-D4FA280E492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Tree>
    <p:extLst>
      <p:ext uri="{BB962C8B-B14F-4D97-AF65-F5344CB8AC3E}">
        <p14:creationId xmlns:p14="http://schemas.microsoft.com/office/powerpoint/2010/main" val="581516002"/>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 name="레퍼런스 내용 영역">
            <a:extLst xmlns:a="http://schemas.openxmlformats.org/drawingml/2006/main">
              <a:ext uri="{FF2B5EF4-FFF2-40B4-BE49-F238E27FC236}">
                <a16:creationId xmlns:a16="http://schemas.microsoft.com/office/drawing/2014/main" id="{3B548412-439A-46BC-8D8A-2C140BCCA4D9}"/>
              </a:ext>
            </a:extLst>
          </p:cNvPr>
          <p:cNvSpPr>
            <a:spLocks xmlns:a="http://schemas.openxmlformats.org/drawingml/2006/main" noGrp="1"/>
          </p:cNvSpPr>
          <p:nvPr/>
        </p:nvSpPr>
        <p:spPr>
          <a:xfrm xmlns:a="http://schemas.openxmlformats.org/drawingml/2006/main">
            <a:off x="2857500" y="6848475"/>
            <a:ext cx="12573000" cy="19050"/>
          </a:xfrm>
          <a:prstGeom xmlns:a="http://schemas.openxmlformats.org/drawingml/2006/main" prst="rect">
            <a:avLst/>
          </a:prstGeom>
          <a:solidFill xmlns:a="http://schemas.openxmlformats.org/drawingml/2006/main">
            <a:srgbClr val="666666"/>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7371FE53-4D02-4FC0-88BF-B48D4D086615}"/>
              </a:ext>
            </a:extLst>
          </p:cNvPr>
          <p:cNvPicPr>
            <a:picLocks xmlns:a="http://schemas.openxmlformats.org/drawingml/2006/main" noChangeAspect="1"/>
          </p:cNvPicPr>
          <p:nvPr/>
        </p:nvPicPr>
        <p:blipFill>
          <a:blip xmlns:r="http://schemas.openxmlformats.org/officeDocument/2006/relationships" xmlns:a="http://schemas.openxmlformats.org/drawingml/2006/main" r:embed="Ra1dde78f8c4748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CA3D410-40E5-4BCE-BDF5-1D6C04CCAFF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C880E3C-2CC8-446A-856D-EE8F3FD6EA5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4C80D9C8-480A-4539-B010-67F787BBF2D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0E62B1F-F1AA-4CAB-A5D6-7BE91A5B0A3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a:t>
            </a:r>
          </a:p>
        </p:txBody>
      </p:sp>
      <p:sp>
        <p:nvSpPr>
          <p:cNvPr id="6" name="핵심 문장">
            <a:extLst xmlns:a="http://schemas.openxmlformats.org/drawingml/2006/main">
              <a:ext uri="{FF2B5EF4-FFF2-40B4-BE49-F238E27FC236}">
                <a16:creationId xmlns:a16="http://schemas.microsoft.com/office/drawing/2014/main" id="{4F9E10B5-D61C-4CF5-8B0E-0E5447D771B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반응식을 더하면</a:t>
            </a:r>
          </a:p>
        </p:txBody>
      </p:sp>
      <p:pic>
        <p:nvPicPr>
          <p:cNvPr id="7" name="">
            <a:extLst xmlns:a="http://schemas.openxmlformats.org/drawingml/2006/main">
              <a:ext uri="{FF2B5EF4-FFF2-40B4-BE49-F238E27FC236}">
                <a16:creationId xmlns:a16="http://schemas.microsoft.com/office/drawing/2014/main" id="{A62C9A55-165C-4A63-BA50-A9850C59266C}"/>
              </a:ext>
            </a:extLst>
          </p:cNvPr>
          <p:cNvPicPr>
            <a:picLocks xmlns:a="http://schemas.openxmlformats.org/drawingml/2006/main" noChangeAspect="1"/>
          </p:cNvPicPr>
          <p:nvPr/>
        </p:nvPicPr>
        <p:blipFill>
          <a:blip xmlns:r="http://schemas.openxmlformats.org/officeDocument/2006/relationships" xmlns:a="http://schemas.openxmlformats.org/drawingml/2006/main" r:embed="Ra56fef7ea7664a7e"/>
          <a:stretch xmlns:a="http://schemas.openxmlformats.org/drawingml/2006/main"/>
        </p:blipFill>
        <p:spPr>
          <a:xfrm xmlns:a="http://schemas.openxmlformats.org/drawingml/2006/main">
            <a:off x="3194867" y="4722114"/>
            <a:ext cx="11898265" cy="699898"/>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A0B910D6-5F69-49B5-A634-69A1F4692C04}"/>
              </a:ext>
            </a:extLst>
          </p:cNvPr>
          <p:cNvPicPr>
            <a:picLocks xmlns:a="http://schemas.openxmlformats.org/drawingml/2006/main" noChangeAspect="1"/>
          </p:cNvPicPr>
          <p:nvPr/>
        </p:nvPicPr>
        <p:blipFill>
          <a:blip xmlns:r="http://schemas.openxmlformats.org/officeDocument/2006/relationships" xmlns:a="http://schemas.openxmlformats.org/drawingml/2006/main" r:embed="R067c060e1c06443a"/>
          <a:stretch xmlns:a="http://schemas.openxmlformats.org/drawingml/2006/main"/>
        </p:blipFill>
        <p:spPr>
          <a:xfrm xmlns:a="http://schemas.openxmlformats.org/drawingml/2006/main">
            <a:off x="2494970" y="5998530"/>
            <a:ext cx="13298061" cy="718814"/>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DA666506-3A1C-4769-9419-DB1ECB001696}"/>
              </a:ext>
            </a:extLst>
          </p:cNvPr>
          <p:cNvPicPr>
            <a:picLocks xmlns:a="http://schemas.openxmlformats.org/drawingml/2006/main" noChangeAspect="1"/>
          </p:cNvPicPr>
          <p:nvPr/>
        </p:nvPicPr>
        <p:blipFill>
          <a:blip xmlns:r="http://schemas.openxmlformats.org/officeDocument/2006/relationships" xmlns:a="http://schemas.openxmlformats.org/drawingml/2006/main" r:embed="Rda21ee1656e94324"/>
          <a:stretch xmlns:a="http://schemas.openxmlformats.org/drawingml/2006/main"/>
        </p:blipFill>
        <p:spPr>
          <a:xfrm xmlns:a="http://schemas.openxmlformats.org/drawingml/2006/main">
            <a:off x="3194867" y="7436739"/>
            <a:ext cx="11898265" cy="699898"/>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879BFAD8-78D8-416F-8C8E-030B70867CF4}"/>
              </a:ext>
            </a:extLst>
          </p:cNvPr>
          <p:cNvPicPr>
            <a:picLocks xmlns:a="http://schemas.openxmlformats.org/drawingml/2006/main" noChangeAspect="1"/>
          </p:cNvPicPr>
          <p:nvPr/>
        </p:nvPicPr>
        <p:blipFill>
          <a:blip xmlns:r="http://schemas.openxmlformats.org/officeDocument/2006/relationships" xmlns:a="http://schemas.openxmlformats.org/drawingml/2006/main" r:embed="Rccab673101604451"/>
          <a:stretch xmlns:a="http://schemas.openxmlformats.org/drawingml/2006/main"/>
        </p:blipFill>
        <p:spPr>
          <a:xfrm xmlns:a="http://schemas.openxmlformats.org/drawingml/2006/main">
            <a:off x="6370932" y="8763000"/>
            <a:ext cx="5546136" cy="952500"/>
          </a:xfrm>
          <a:prstGeom xmlns:a="http://schemas.openxmlformats.org/drawingml/2006/main" prst="rect">
            <a:avLst/>
          </a:prstGeom>
        </p:spPr>
      </p:pic>
    </p:spTree>
    <p:extLst>
      <p:ext uri="{BB962C8B-B14F-4D97-AF65-F5344CB8AC3E}">
        <p14:creationId xmlns:p14="http://schemas.microsoft.com/office/powerpoint/2010/main" val="696905090"/>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5FD5346D-5761-4F58-91D6-E61B83743059}"/>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94F574EB-178B-47DA-AD3F-94996EC33D61}"/>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78FA7B66-62C7-4160-906B-63C1B8D137E6}"/>
              </a:ext>
            </a:extLst>
          </p:cNvPr>
          <p:cNvPicPr>
            <a:picLocks xmlns:a="http://schemas.openxmlformats.org/drawingml/2006/main" noChangeAspect="1"/>
          </p:cNvPicPr>
          <p:nvPr/>
        </p:nvPicPr>
        <p:blipFill>
          <a:blip xmlns:r="http://schemas.openxmlformats.org/officeDocument/2006/relationships" xmlns:a="http://schemas.openxmlformats.org/drawingml/2006/main" r:embed="Rcdc3bc1e258d4f9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38C6584-CC2D-4D60-842D-C1275D17BC1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BE553E0-33EF-4BB2-A0FD-5BD8A62C599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0A77C714-7728-4DFB-9FD2-229249BC422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55A6C4-FC12-4576-881D-865FBD98828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3FC8D0B0-0095-4FE2-8609-CBB3A5D087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계수와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는 같은 비율로</a:t>
            </a:r>
          </a:p>
        </p:txBody>
      </p:sp>
      <p:pic>
        <p:nvPicPr>
          <p:cNvPr id="7" name="">
            <a:extLst xmlns:a="http://schemas.openxmlformats.org/drawingml/2006/main">
              <a:ext uri="{FF2B5EF4-FFF2-40B4-BE49-F238E27FC236}">
                <a16:creationId xmlns:a16="http://schemas.microsoft.com/office/drawing/2014/main" id="{0039D54A-2B64-4366-8B17-B68415BC7E9F}"/>
              </a:ext>
            </a:extLst>
          </p:cNvPr>
          <p:cNvPicPr>
            <a:picLocks xmlns:a="http://schemas.openxmlformats.org/drawingml/2006/main" noChangeAspect="1"/>
          </p:cNvPicPr>
          <p:nvPr/>
        </p:nvPicPr>
        <p:blipFill>
          <a:blip xmlns:r="http://schemas.openxmlformats.org/officeDocument/2006/relationships" xmlns:a="http://schemas.openxmlformats.org/drawingml/2006/main" r:embed="R2c933af18c3e49a5"/>
          <a:stretch xmlns:a="http://schemas.openxmlformats.org/drawingml/2006/main"/>
        </p:blipFill>
        <p:spPr>
          <a:xfrm xmlns:a="http://schemas.openxmlformats.org/drawingml/2006/main">
            <a:off x="4637072" y="5381625"/>
            <a:ext cx="9013856" cy="8572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7DC37BA-3173-4597-9D4F-3105F99BE94D}"/>
              </a:ext>
            </a:extLst>
          </p:cNvPr>
          <p:cNvPicPr>
            <a:picLocks xmlns:a="http://schemas.openxmlformats.org/drawingml/2006/main" noChangeAspect="1"/>
          </p:cNvPicPr>
          <p:nvPr/>
        </p:nvPicPr>
        <p:blipFill>
          <a:blip xmlns:r="http://schemas.openxmlformats.org/officeDocument/2006/relationships" xmlns:a="http://schemas.openxmlformats.org/drawingml/2006/main" r:embed="Rdf7445c9d1ef42fc"/>
          <a:stretch xmlns:a="http://schemas.openxmlformats.org/drawingml/2006/main"/>
        </p:blipFill>
        <p:spPr>
          <a:xfrm xmlns:a="http://schemas.openxmlformats.org/drawingml/2006/main">
            <a:off x="4637072" y="7239000"/>
            <a:ext cx="9013856" cy="85725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39248FFC-03BA-42AA-913E-068B20EE0DD1}"/>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1배</a:t>
            </a:r>
          </a:p>
        </p:txBody>
      </p:sp>
      <p:sp>
        <p:nvSpPr>
          <p:cNvPr id="12" name="text">
            <a:extLst xmlns:a="http://schemas.openxmlformats.org/drawingml/2006/main">
              <a:ext uri="{FF2B5EF4-FFF2-40B4-BE49-F238E27FC236}">
                <a16:creationId xmlns:a16="http://schemas.microsoft.com/office/drawing/2014/main" id="{37A3FAD0-2792-4B95-AFF6-0D334E9E5495}"/>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계수 2배</a:t>
            </a:r>
          </a:p>
        </p:txBody>
      </p:sp>
      <p:sp>
        <p:nvSpPr>
          <p:cNvPr id="13" name="text">
            <a:extLst xmlns:a="http://schemas.openxmlformats.org/drawingml/2006/main">
              <a:ext uri="{FF2B5EF4-FFF2-40B4-BE49-F238E27FC236}">
                <a16:creationId xmlns:a16="http://schemas.microsoft.com/office/drawing/2014/main" id="{4F22CD9D-D1D3-4AE2-8789-092662CC094E}"/>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계수에 2를 곱하면, 반응 엔탈피도 2배가 된다.</a:t>
            </a:r>
          </a:p>
        </p:txBody>
      </p:sp>
    </p:spTree>
    <p:extLst>
      <p:ext uri="{BB962C8B-B14F-4D97-AF65-F5344CB8AC3E}">
        <p14:creationId xmlns:p14="http://schemas.microsoft.com/office/powerpoint/2010/main" val="1732769271"/>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2D17FB9-76D7-489F-9916-6C7109C8EBBA}"/>
              </a:ext>
            </a:extLst>
          </p:cNvPr>
          <p:cNvSpPr>
            <a:spLocks xmlns:a="http://schemas.openxmlformats.org/drawingml/2006/main" noGrp="1"/>
          </p:cNvSpPr>
          <p:nvPr/>
        </p:nvSpPr>
        <p:spPr>
          <a:xfrm xmlns:a="http://schemas.openxmlformats.org/drawingml/2006/main">
            <a:off x="2857500" y="7000875"/>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9" name="레퍼런스 내용 영역">
            <a:extLst xmlns:a="http://schemas.openxmlformats.org/drawingml/2006/main">
              <a:ext uri="{FF2B5EF4-FFF2-40B4-BE49-F238E27FC236}">
                <a16:creationId xmlns:a16="http://schemas.microsoft.com/office/drawing/2014/main" id="{3F52BC5B-9958-4DAC-83B1-B55B8AF5A702}"/>
              </a:ext>
            </a:extLst>
          </p:cNvPr>
          <p:cNvSpPr>
            <a:spLocks xmlns:a="http://schemas.openxmlformats.org/drawingml/2006/main" noGrp="1"/>
          </p:cNvSpPr>
          <p:nvPr/>
        </p:nvSpPr>
        <p:spPr>
          <a:xfrm xmlns:a="http://schemas.openxmlformats.org/drawingml/2006/main">
            <a:off x="2857500" y="5143500"/>
            <a:ext cx="12573000" cy="1333500"/>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4F5FD622-389A-4FD2-AF11-1F4684CAC43E}"/>
              </a:ext>
            </a:extLst>
          </p:cNvPr>
          <p:cNvPicPr>
            <a:picLocks xmlns:a="http://schemas.openxmlformats.org/drawingml/2006/main" noChangeAspect="1"/>
          </p:cNvPicPr>
          <p:nvPr/>
        </p:nvPicPr>
        <p:blipFill>
          <a:blip xmlns:r="http://schemas.openxmlformats.org/officeDocument/2006/relationships" xmlns:a="http://schemas.openxmlformats.org/drawingml/2006/main" r:embed="R54e35ce6b0d2471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F00768-F7B9-4804-BE9C-EB656D94BFD6}"/>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15E0407-734C-414D-8276-F810D37C776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59711467-DBD7-4261-A401-1FDECA6AD3D6}"/>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E03587A-992C-45B5-AC81-182931AAD46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29399CA5-0BE4-451C-85E8-416EBA3D549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반응을 뒤집으면 부호도 반대</a:t>
            </a:r>
          </a:p>
        </p:txBody>
      </p:sp>
      <p:pic>
        <p:nvPicPr>
          <p:cNvPr id="7" name="">
            <a:extLst xmlns:a="http://schemas.openxmlformats.org/drawingml/2006/main">
              <a:ext uri="{FF2B5EF4-FFF2-40B4-BE49-F238E27FC236}">
                <a16:creationId xmlns:a16="http://schemas.microsoft.com/office/drawing/2014/main" id="{2327D0AE-8F18-4F8D-ABB6-33D6DBE2067A}"/>
              </a:ext>
            </a:extLst>
          </p:cNvPr>
          <p:cNvPicPr>
            <a:picLocks xmlns:a="http://schemas.openxmlformats.org/drawingml/2006/main" noChangeAspect="1"/>
          </p:cNvPicPr>
          <p:nvPr/>
        </p:nvPicPr>
        <p:blipFill>
          <a:blip xmlns:r="http://schemas.openxmlformats.org/officeDocument/2006/relationships" xmlns:a="http://schemas.openxmlformats.org/drawingml/2006/main" r:embed="Recb6dd90c81b46f1"/>
          <a:stretch xmlns:a="http://schemas.openxmlformats.org/drawingml/2006/main"/>
        </p:blipFill>
        <p:spPr>
          <a:xfrm xmlns:a="http://schemas.openxmlformats.org/drawingml/2006/main">
            <a:off x="3486626" y="5445258"/>
            <a:ext cx="11314748" cy="729984"/>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9962CBC1-21AD-4C7C-BBFA-49C64DC074CD}"/>
              </a:ext>
            </a:extLst>
          </p:cNvPr>
          <p:cNvPicPr>
            <a:picLocks xmlns:a="http://schemas.openxmlformats.org/drawingml/2006/main" noChangeAspect="1"/>
          </p:cNvPicPr>
          <p:nvPr/>
        </p:nvPicPr>
        <p:blipFill>
          <a:blip xmlns:r="http://schemas.openxmlformats.org/officeDocument/2006/relationships" xmlns:a="http://schemas.openxmlformats.org/drawingml/2006/main" r:embed="Rc37f5543f19b46bb"/>
          <a:stretch xmlns:a="http://schemas.openxmlformats.org/drawingml/2006/main"/>
        </p:blipFill>
        <p:spPr>
          <a:xfrm xmlns:a="http://schemas.openxmlformats.org/drawingml/2006/main">
            <a:off x="3286304" y="7307104"/>
            <a:ext cx="11715393" cy="720947"/>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532C6D56-EB24-40EB-B283-45EFB5082FA0}"/>
              </a:ext>
            </a:extLst>
          </p:cNvPr>
          <p:cNvSpPr>
            <a:spLocks xmlns:a="http://schemas.openxmlformats.org/drawingml/2006/main" noGrp="1"/>
          </p:cNvSpPr>
          <p:nvPr/>
        </p:nvSpPr>
        <p:spPr>
          <a:xfrm xmlns:a="http://schemas.openxmlformats.org/drawingml/2006/main">
            <a:off x="2952750" y="4829175"/>
            <a:ext cx="11906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정반응 · 발열</a:t>
            </a:r>
          </a:p>
        </p:txBody>
      </p:sp>
      <p:sp>
        <p:nvSpPr>
          <p:cNvPr id="12" name="text">
            <a:extLst xmlns:a="http://schemas.openxmlformats.org/drawingml/2006/main">
              <a:ext uri="{FF2B5EF4-FFF2-40B4-BE49-F238E27FC236}">
                <a16:creationId xmlns:a16="http://schemas.microsoft.com/office/drawing/2014/main" id="{219F45F3-BC83-4895-8040-366238D385C9}"/>
              </a:ext>
            </a:extLst>
          </p:cNvPr>
          <p:cNvSpPr>
            <a:spLocks xmlns:a="http://schemas.openxmlformats.org/drawingml/2006/main" noGrp="1"/>
          </p:cNvSpPr>
          <p:nvPr/>
        </p:nvSpPr>
        <p:spPr>
          <a:xfrm xmlns:a="http://schemas.openxmlformats.org/drawingml/2006/main">
            <a:off x="2952750" y="6524625"/>
            <a:ext cx="11906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역반응 · 흡열</a:t>
            </a:r>
          </a:p>
        </p:txBody>
      </p:sp>
      <p:sp>
        <p:nvSpPr>
          <p:cNvPr id="13" name="text">
            <a:extLst xmlns:a="http://schemas.openxmlformats.org/drawingml/2006/main">
              <a:ext uri="{FF2B5EF4-FFF2-40B4-BE49-F238E27FC236}">
                <a16:creationId xmlns:a16="http://schemas.microsoft.com/office/drawing/2014/main" id="{4C1AD4FD-C2A3-43C1-97B4-E47F280868B3}"/>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역반응의 반응 엔탈피는 절댓값이 같고 부호는 반대다.</a:t>
            </a:r>
          </a:p>
        </p:txBody>
      </p:sp>
    </p:spTree>
    <p:extLst>
      <p:ext uri="{BB962C8B-B14F-4D97-AF65-F5344CB8AC3E}">
        <p14:creationId xmlns:p14="http://schemas.microsoft.com/office/powerpoint/2010/main" val="682783436"/>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4" name="레퍼런스 내용 영역">
            <a:extLst xmlns:a="http://schemas.openxmlformats.org/drawingml/2006/main">
              <a:ext uri="{FF2B5EF4-FFF2-40B4-BE49-F238E27FC236}">
                <a16:creationId xmlns:a16="http://schemas.microsoft.com/office/drawing/2014/main" id="{B8486A63-1D0F-4CBA-8BCB-CD8117916ECC}"/>
              </a:ext>
            </a:extLst>
          </p:cNvPr>
          <p:cNvSpPr>
            <a:spLocks xmlns:a="http://schemas.openxmlformats.org/drawingml/2006/main" noGrp="1"/>
          </p:cNvSpPr>
          <p:nvPr/>
        </p:nvSpPr>
        <p:spPr>
          <a:xfrm xmlns:a="http://schemas.openxmlformats.org/drawingml/2006/main">
            <a:off x="12001500" y="75152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3" name="레퍼런스 내용 영역">
            <a:extLst xmlns:a="http://schemas.openxmlformats.org/drawingml/2006/main">
              <a:ext uri="{FF2B5EF4-FFF2-40B4-BE49-F238E27FC236}">
                <a16:creationId xmlns:a16="http://schemas.microsoft.com/office/drawing/2014/main" id="{484711BE-EB3F-45D6-919D-F7D1C3E96D1D}"/>
              </a:ext>
            </a:extLst>
          </p:cNvPr>
          <p:cNvSpPr>
            <a:spLocks xmlns:a="http://schemas.openxmlformats.org/drawingml/2006/main" noGrp="1"/>
          </p:cNvSpPr>
          <p:nvPr/>
        </p:nvSpPr>
        <p:spPr>
          <a:xfrm xmlns:a="http://schemas.openxmlformats.org/drawingml/2006/main">
            <a:off x="5143500" y="75152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22" name="레퍼런스 내용 영역">
            <a:extLst xmlns:a="http://schemas.openxmlformats.org/drawingml/2006/main">
              <a:ext uri="{FF2B5EF4-FFF2-40B4-BE49-F238E27FC236}">
                <a16:creationId xmlns:a16="http://schemas.microsoft.com/office/drawing/2014/main" id="{00AD218B-3183-4C8E-B37A-83B866C450C2}"/>
              </a:ext>
            </a:extLst>
          </p:cNvPr>
          <p:cNvSpPr>
            <a:spLocks xmlns:a="http://schemas.openxmlformats.org/drawingml/2006/main" noGrp="1"/>
          </p:cNvSpPr>
          <p:nvPr/>
        </p:nvSpPr>
        <p:spPr>
          <a:xfrm xmlns:a="http://schemas.openxmlformats.org/drawingml/2006/main">
            <a:off x="2095500" y="75152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8" name="레퍼런스 내용 영역">
            <a:extLst xmlns:a="http://schemas.openxmlformats.org/drawingml/2006/main">
              <a:ext uri="{FF2B5EF4-FFF2-40B4-BE49-F238E27FC236}">
                <a16:creationId xmlns:a16="http://schemas.microsoft.com/office/drawing/2014/main" id="{CA18ABF8-550D-45CC-B45A-F8DB1698490B}"/>
              </a:ext>
            </a:extLst>
          </p:cNvPr>
          <p:cNvSpPr>
            <a:spLocks xmlns:a="http://schemas.openxmlformats.org/drawingml/2006/main" noGrp="1"/>
          </p:cNvSpPr>
          <p:nvPr/>
        </p:nvSpPr>
        <p:spPr>
          <a:xfrm xmlns:a="http://schemas.openxmlformats.org/drawingml/2006/main">
            <a:off x="12001500" y="64484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7" name="레퍼런스 내용 영역">
            <a:extLst xmlns:a="http://schemas.openxmlformats.org/drawingml/2006/main">
              <a:ext uri="{FF2B5EF4-FFF2-40B4-BE49-F238E27FC236}">
                <a16:creationId xmlns:a16="http://schemas.microsoft.com/office/drawing/2014/main" id="{9186D86A-FEF2-405A-997B-BF15237A6A38}"/>
              </a:ext>
            </a:extLst>
          </p:cNvPr>
          <p:cNvSpPr>
            <a:spLocks xmlns:a="http://schemas.openxmlformats.org/drawingml/2006/main" noGrp="1"/>
          </p:cNvSpPr>
          <p:nvPr/>
        </p:nvSpPr>
        <p:spPr>
          <a:xfrm xmlns:a="http://schemas.openxmlformats.org/drawingml/2006/main">
            <a:off x="5143500" y="64484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6" name="레퍼런스 내용 영역">
            <a:extLst xmlns:a="http://schemas.openxmlformats.org/drawingml/2006/main">
              <a:ext uri="{FF2B5EF4-FFF2-40B4-BE49-F238E27FC236}">
                <a16:creationId xmlns:a16="http://schemas.microsoft.com/office/drawing/2014/main" id="{CB60C1DD-CEB2-4B9D-9FD7-28AA8AB5D97C}"/>
              </a:ext>
            </a:extLst>
          </p:cNvPr>
          <p:cNvSpPr>
            <a:spLocks xmlns:a="http://schemas.openxmlformats.org/drawingml/2006/main" noGrp="1"/>
          </p:cNvSpPr>
          <p:nvPr/>
        </p:nvSpPr>
        <p:spPr>
          <a:xfrm xmlns:a="http://schemas.openxmlformats.org/drawingml/2006/main">
            <a:off x="2095500" y="64484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sp>
        <p:nvSpPr>
          <p:cNvPr id="12" name="레퍼런스 내용 영역">
            <a:extLst xmlns:a="http://schemas.openxmlformats.org/drawingml/2006/main">
              <a:ext uri="{FF2B5EF4-FFF2-40B4-BE49-F238E27FC236}">
                <a16:creationId xmlns:a16="http://schemas.microsoft.com/office/drawing/2014/main" id="{F9D0620A-52C1-425C-A431-7CC3FAEF5CF4}"/>
              </a:ext>
            </a:extLst>
          </p:cNvPr>
          <p:cNvSpPr>
            <a:spLocks xmlns:a="http://schemas.openxmlformats.org/drawingml/2006/main" noGrp="1"/>
          </p:cNvSpPr>
          <p:nvPr/>
        </p:nvSpPr>
        <p:spPr>
          <a:xfrm xmlns:a="http://schemas.openxmlformats.org/drawingml/2006/main">
            <a:off x="12001500" y="5381625"/>
            <a:ext cx="41910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B69FFE8D-E936-4374-8CFE-D152F9EB9A2B}"/>
              </a:ext>
            </a:extLst>
          </p:cNvPr>
          <p:cNvSpPr>
            <a:spLocks xmlns:a="http://schemas.openxmlformats.org/drawingml/2006/main" noGrp="1"/>
          </p:cNvSpPr>
          <p:nvPr/>
        </p:nvSpPr>
        <p:spPr>
          <a:xfrm xmlns:a="http://schemas.openxmlformats.org/drawingml/2006/main">
            <a:off x="5143500" y="5381625"/>
            <a:ext cx="6667500" cy="8382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0">
            <a:noFill/>
          </a:ln>
        </p:spPr>
      </p:sp>
      <p:sp>
        <p:nvSpPr>
          <p:cNvPr id="10" name="레퍼런스 내용 영역">
            <a:extLst xmlns:a="http://schemas.openxmlformats.org/drawingml/2006/main">
              <a:ext uri="{FF2B5EF4-FFF2-40B4-BE49-F238E27FC236}">
                <a16:creationId xmlns:a16="http://schemas.microsoft.com/office/drawing/2014/main" id="{DC9006DC-D302-414E-BBB3-574547F24DEE}"/>
              </a:ext>
            </a:extLst>
          </p:cNvPr>
          <p:cNvSpPr>
            <a:spLocks xmlns:a="http://schemas.openxmlformats.org/drawingml/2006/main" noGrp="1"/>
          </p:cNvSpPr>
          <p:nvPr/>
        </p:nvSpPr>
        <p:spPr>
          <a:xfrm xmlns:a="http://schemas.openxmlformats.org/drawingml/2006/main">
            <a:off x="2095500" y="5381625"/>
            <a:ext cx="2857500" cy="838200"/>
          </a:xfrm>
          <a:prstGeom xmlns:a="http://schemas.openxmlformats.org/drawingml/2006/main" prst="roundRect">
            <a:avLst>
              <a:gd name="adj" fmla="val 25000"/>
            </a:avLst>
          </a:prstGeom>
          <a:solidFill xmlns:a="http://schemas.openxmlformats.org/drawingml/2006/main">
            <a:srgbClr val="222222"/>
          </a:solidFill>
          <a:ln xmlns:a="http://schemas.openxmlformats.org/drawingml/2006/main" w="0">
            <a:noFill/>
          </a:ln>
        </p:spPr>
      </p:sp>
      <p:pic>
        <p:nvPicPr>
          <p:cNvPr id="28" name="">
            <a:extLst xmlns:a="http://schemas.openxmlformats.org/drawingml/2006/main">
              <a:ext uri="{FF2B5EF4-FFF2-40B4-BE49-F238E27FC236}">
                <a16:creationId xmlns:a16="http://schemas.microsoft.com/office/drawing/2014/main" id="{E00542E2-7AA7-453C-A8FC-AEA311692F7E}"/>
              </a:ext>
            </a:extLst>
          </p:cNvPr>
          <p:cNvPicPr>
            <a:picLocks xmlns:a="http://schemas.openxmlformats.org/drawingml/2006/main" noChangeAspect="1"/>
          </p:cNvPicPr>
          <p:nvPr/>
        </p:nvPicPr>
        <p:blipFill>
          <a:blip xmlns:r="http://schemas.openxmlformats.org/officeDocument/2006/relationships" xmlns:a="http://schemas.openxmlformats.org/drawingml/2006/main" r:embed="R2e5850e29d2e41a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863DE58-6947-41FE-B9E1-79EDCA8AFF2D}"/>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D036609-9CD5-4B7D-B0B6-3A41DEE3F37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1 헤스 법칙</a:t>
            </a:r>
          </a:p>
        </p:txBody>
      </p:sp>
      <p:sp>
        <p:nvSpPr>
          <p:cNvPr id="4" name="text">
            <a:extLst xmlns:a="http://schemas.openxmlformats.org/drawingml/2006/main">
              <a:ext uri="{FF2B5EF4-FFF2-40B4-BE49-F238E27FC236}">
                <a16:creationId xmlns:a16="http://schemas.microsoft.com/office/drawing/2014/main" id="{18DF61B1-FDF6-4CB3-B792-2CEE845EF56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5AF4BB1-B853-48A7-BD5E-4FF6019D497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열화학 반응식의 조작</a:t>
            </a:r>
          </a:p>
        </p:txBody>
      </p:sp>
      <p:sp>
        <p:nvSpPr>
          <p:cNvPr id="6" name="핵심 문장">
            <a:extLst xmlns:a="http://schemas.openxmlformats.org/drawingml/2006/main">
              <a:ext uri="{FF2B5EF4-FFF2-40B4-BE49-F238E27FC236}">
                <a16:creationId xmlns:a16="http://schemas.microsoft.com/office/drawing/2014/main" id="{044BFC9F-46D1-45F2-B1CE-33D277F27AC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열화학 반응식의 세 가지 조작</a:t>
            </a:r>
          </a:p>
        </p:txBody>
      </p:sp>
      <p:sp>
        <p:nvSpPr>
          <p:cNvPr id="7" name="text">
            <a:extLst xmlns:a="http://schemas.openxmlformats.org/drawingml/2006/main">
              <a:ext uri="{FF2B5EF4-FFF2-40B4-BE49-F238E27FC236}">
                <a16:creationId xmlns:a16="http://schemas.microsoft.com/office/drawing/2014/main" id="{29B88023-B132-4184-A8CE-DF8DC17CF056}"/>
              </a:ext>
            </a:extLst>
          </p:cNvPr>
          <p:cNvSpPr>
            <a:spLocks xmlns:a="http://schemas.openxmlformats.org/drawingml/2006/main" noGrp="1"/>
          </p:cNvSpPr>
          <p:nvPr/>
        </p:nvSpPr>
        <p:spPr>
          <a:xfrm xmlns:a="http://schemas.openxmlformats.org/drawingml/2006/main">
            <a:off x="2095500" y="4667250"/>
            <a:ext cx="285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조작</a:t>
            </a:r>
          </a:p>
        </p:txBody>
      </p:sp>
      <p:sp>
        <p:nvSpPr>
          <p:cNvPr id="8" name="text">
            <a:extLst xmlns:a="http://schemas.openxmlformats.org/drawingml/2006/main">
              <a:ext uri="{FF2B5EF4-FFF2-40B4-BE49-F238E27FC236}">
                <a16:creationId xmlns:a16="http://schemas.microsoft.com/office/drawing/2014/main" id="{9ACD27E7-11D0-4810-8DA8-86EE154EFA89}"/>
              </a:ext>
            </a:extLst>
          </p:cNvPr>
          <p:cNvSpPr>
            <a:spLocks xmlns:a="http://schemas.openxmlformats.org/drawingml/2006/main" noGrp="1"/>
          </p:cNvSpPr>
          <p:nvPr/>
        </p:nvSpPr>
        <p:spPr>
          <a:xfrm xmlns:a="http://schemas.openxmlformats.org/drawingml/2006/main">
            <a:off x="5143500" y="4667250"/>
            <a:ext cx="66675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반응식</a:t>
            </a:r>
          </a:p>
        </p:txBody>
      </p:sp>
      <p:sp>
        <p:nvSpPr>
          <p:cNvPr id="9" name="text">
            <a:extLst xmlns:a="http://schemas.openxmlformats.org/drawingml/2006/main">
              <a:ext uri="{FF2B5EF4-FFF2-40B4-BE49-F238E27FC236}">
                <a16:creationId xmlns:a16="http://schemas.microsoft.com/office/drawing/2014/main" id="{C4E87940-4F00-49D7-A33C-9D255B868D51}"/>
              </a:ext>
            </a:extLst>
          </p:cNvPr>
          <p:cNvSpPr>
            <a:spLocks xmlns:a="http://schemas.openxmlformats.org/drawingml/2006/main" noGrp="1"/>
          </p:cNvSpPr>
          <p:nvPr/>
        </p:nvSpPr>
        <p:spPr>
          <a:xfrm xmlns:a="http://schemas.openxmlformats.org/drawingml/2006/main">
            <a:off x="12001500" y="4667250"/>
            <a:ext cx="4191000" cy="523875"/>
          </a:xfrm>
          <a:prstGeom xmlns:a="http://schemas.openxmlformats.org/drawingml/2006/main" prst="roundRect">
            <a:avLst/>
          </a:prstGeom>
          <a:solidFill xmlns:a="http://schemas.openxmlformats.org/drawingml/2006/main">
            <a:srgbClr val="3D3D3D"/>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FFFFFF"/>
                </a:solidFill>
                <a:latin typeface="Pretendard"/>
                <a:ea typeface="Pretendard"/>
                <a:cs typeface="Pretendard"/>
              </a:defRPr>
            </a:defPPr>
            <a:lvl1pPr algn="ctr">
              <a:defRPr sz="2100" b="1">
                <a:solidFill>
                  <a:srgbClr val="FFFFFF"/>
                </a:solidFill>
                <a:latin typeface="Pretendard"/>
                <a:ea typeface="Pretendard"/>
                <a:cs typeface="Pretendard"/>
              </a:defRPr>
            </a:lvl1pPr>
            <a:lvl2pPr algn="ctr">
              <a:defRPr sz="2100" b="1">
                <a:solidFill>
                  <a:srgbClr val="FFFFFF"/>
                </a:solidFill>
                <a:latin typeface="Pretendard"/>
                <a:ea typeface="Pretendard"/>
                <a:cs typeface="Pretendard"/>
              </a:defRPr>
            </a:lvl2pPr>
            <a:lvl3pPr algn="ctr">
              <a:defRPr sz="2100" b="1">
                <a:solidFill>
                  <a:srgbClr val="FFFFFF"/>
                </a:solidFill>
                <a:latin typeface="Pretendard"/>
                <a:ea typeface="Pretendard"/>
                <a:cs typeface="Pretendard"/>
              </a:defRPr>
            </a:lvl3pPr>
            <a:lvl4pPr algn="ctr">
              <a:defRPr sz="2100" b="1">
                <a:solidFill>
                  <a:srgbClr val="FFFFFF"/>
                </a:solidFill>
                <a:latin typeface="Pretendard"/>
                <a:ea typeface="Pretendard"/>
                <a:cs typeface="Pretendard"/>
              </a:defRPr>
            </a:lvl4pPr>
            <a:lvl5pPr algn="ctr">
              <a:defRPr sz="2100" b="1">
                <a:solidFill>
                  <a:srgbClr val="FFFFFF"/>
                </a:solidFill>
                <a:latin typeface="Pretendard"/>
                <a:ea typeface="Pretendard"/>
                <a:cs typeface="Pretendard"/>
              </a:defRPr>
            </a:lvl5pPr>
            <a:lvl6pPr algn="ctr">
              <a:defRPr sz="2100" b="1">
                <a:solidFill>
                  <a:srgbClr val="FFFFFF"/>
                </a:solidFill>
                <a:latin typeface="Pretendard"/>
                <a:ea typeface="Pretendard"/>
                <a:cs typeface="Pretendard"/>
              </a:defRPr>
            </a:lvl6pPr>
            <a:lvl7pPr algn="ctr">
              <a:defRPr sz="2100" b="1">
                <a:solidFill>
                  <a:srgbClr val="FFFFFF"/>
                </a:solidFill>
                <a:latin typeface="Pretendard"/>
                <a:ea typeface="Pretendard"/>
                <a:cs typeface="Pretendard"/>
              </a:defRPr>
            </a:lvl7pPr>
            <a:lvl8pPr algn="ctr">
              <a:defRPr sz="2100" b="1">
                <a:solidFill>
                  <a:srgbClr val="FFFFFF"/>
                </a:solidFill>
                <a:latin typeface="Pretendard"/>
                <a:ea typeface="Pretendard"/>
                <a:cs typeface="Pretendard"/>
              </a:defRPr>
            </a:lvl8pPr>
            <a:lvl9pPr algn="ctr">
              <a:defRPr sz="2100" b="1">
                <a:solidFill>
                  <a:srgbClr val="FFFFFF"/>
                </a:solidFill>
                <a:latin typeface="Pretendard"/>
                <a:ea typeface="Pretendard"/>
                <a:cs typeface="Pretendard"/>
              </a:defRPr>
            </a:lvl9pPr>
          </a:lstStyle>
          <a:p xmlns:a="http://schemas.openxmlformats.org/drawingml/2006/main">
            <a:pPr algn="ctr">
              <a:defRPr sz="2100" b="1">
                <a:solidFill>
                  <a:srgbClr val="FFFFFF"/>
                </a:solidFill>
                <a:latin typeface="Pretendard"/>
                <a:ea typeface="Pretendard"/>
                <a:cs typeface="Pretendard"/>
              </a:defRPr>
            </a:pPr>
            <a:r>
              <a:rPr sz="2100" b="1">
                <a:solidFill>
                  <a:srgbClr val="FFFFFF"/>
                </a:solidFill>
                <a:latin typeface="Pretendard"/>
                <a:ea typeface="Pretendard"/>
                <a:cs typeface="Pretendard"/>
              </a:rPr>
              <a:t>반응 엔탈피</a:t>
            </a:r>
          </a:p>
        </p:txBody>
      </p:sp>
      <p:sp>
        <p:nvSpPr>
          <p:cNvPr id="13" name="text">
            <a:extLst xmlns:a="http://schemas.openxmlformats.org/drawingml/2006/main">
              <a:ext uri="{FF2B5EF4-FFF2-40B4-BE49-F238E27FC236}">
                <a16:creationId xmlns:a16="http://schemas.microsoft.com/office/drawing/2014/main" id="{56E34602-9481-42AF-BAE5-3DC177ACF930}"/>
              </a:ext>
            </a:extLst>
          </p:cNvPr>
          <p:cNvSpPr>
            <a:spLocks xmlns:a="http://schemas.openxmlformats.org/drawingml/2006/main" noGrp="1"/>
          </p:cNvSpPr>
          <p:nvPr/>
        </p:nvSpPr>
        <p:spPr>
          <a:xfrm xmlns:a="http://schemas.openxmlformats.org/drawingml/2006/main">
            <a:off x="2333625" y="55149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계수</a:t>
            </a:r>
          </a:p>
        </p:txBody>
      </p:sp>
      <p:sp>
        <p:nvSpPr>
          <p:cNvPr id="14" name="text">
            <a:extLst xmlns:a="http://schemas.openxmlformats.org/drawingml/2006/main">
              <a:ext uri="{FF2B5EF4-FFF2-40B4-BE49-F238E27FC236}">
                <a16:creationId xmlns:a16="http://schemas.microsoft.com/office/drawing/2014/main" id="{979E2C69-3BA9-433C-99FC-25995F4BA459}"/>
              </a:ext>
            </a:extLst>
          </p:cNvPr>
          <p:cNvSpPr>
            <a:spLocks xmlns:a="http://schemas.openxmlformats.org/drawingml/2006/main" noGrp="1"/>
          </p:cNvSpPr>
          <p:nvPr/>
        </p:nvSpPr>
        <p:spPr>
          <a:xfrm xmlns:a="http://schemas.openxmlformats.org/drawingml/2006/main">
            <a:off x="5381625" y="55149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모든 계수를 k배</a:t>
            </a:r>
          </a:p>
        </p:txBody>
      </p:sp>
      <p:sp>
        <p:nvSpPr>
          <p:cNvPr id="15" name="text">
            <a:extLst xmlns:a="http://schemas.openxmlformats.org/drawingml/2006/main">
              <a:ext uri="{FF2B5EF4-FFF2-40B4-BE49-F238E27FC236}">
                <a16:creationId xmlns:a16="http://schemas.microsoft.com/office/drawing/2014/main" id="{4D55E909-5152-4E15-AE01-D1CF68ACAA50}"/>
              </a:ext>
            </a:extLst>
          </p:cNvPr>
          <p:cNvSpPr>
            <a:spLocks xmlns:a="http://schemas.openxmlformats.org/drawingml/2006/main" noGrp="1"/>
          </p:cNvSpPr>
          <p:nvPr/>
        </p:nvSpPr>
        <p:spPr>
          <a:xfrm xmlns:a="http://schemas.openxmlformats.org/drawingml/2006/main">
            <a:off x="12192000" y="55149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반응 엔탈피도 k배</a:t>
            </a:r>
          </a:p>
        </p:txBody>
      </p:sp>
      <p:sp>
        <p:nvSpPr>
          <p:cNvPr id="19" name="text">
            <a:extLst xmlns:a="http://schemas.openxmlformats.org/drawingml/2006/main">
              <a:ext uri="{FF2B5EF4-FFF2-40B4-BE49-F238E27FC236}">
                <a16:creationId xmlns:a16="http://schemas.microsoft.com/office/drawing/2014/main" id="{C96D068D-32D9-49A5-AA2B-37C3BAE2DB3A}"/>
              </a:ext>
            </a:extLst>
          </p:cNvPr>
          <p:cNvSpPr>
            <a:spLocks xmlns:a="http://schemas.openxmlformats.org/drawingml/2006/main" noGrp="1"/>
          </p:cNvSpPr>
          <p:nvPr/>
        </p:nvSpPr>
        <p:spPr>
          <a:xfrm xmlns:a="http://schemas.openxmlformats.org/drawingml/2006/main">
            <a:off x="2333625" y="65817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방향</a:t>
            </a:r>
          </a:p>
        </p:txBody>
      </p:sp>
      <p:sp>
        <p:nvSpPr>
          <p:cNvPr id="20" name="text">
            <a:extLst xmlns:a="http://schemas.openxmlformats.org/drawingml/2006/main">
              <a:ext uri="{FF2B5EF4-FFF2-40B4-BE49-F238E27FC236}">
                <a16:creationId xmlns:a16="http://schemas.microsoft.com/office/drawing/2014/main" id="{50DA0C17-5C53-4B4D-8283-84874F2D1BCD}"/>
              </a:ext>
            </a:extLst>
          </p:cNvPr>
          <p:cNvSpPr>
            <a:spLocks xmlns:a="http://schemas.openxmlformats.org/drawingml/2006/main" noGrp="1"/>
          </p:cNvSpPr>
          <p:nvPr/>
        </p:nvSpPr>
        <p:spPr>
          <a:xfrm xmlns:a="http://schemas.openxmlformats.org/drawingml/2006/main">
            <a:off x="5381625" y="65817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역반응으로 변환</a:t>
            </a:r>
          </a:p>
        </p:txBody>
      </p:sp>
      <p:sp>
        <p:nvSpPr>
          <p:cNvPr id="21" name="text">
            <a:extLst xmlns:a="http://schemas.openxmlformats.org/drawingml/2006/main">
              <a:ext uri="{FF2B5EF4-FFF2-40B4-BE49-F238E27FC236}">
                <a16:creationId xmlns:a16="http://schemas.microsoft.com/office/drawing/2014/main" id="{0401AAF1-C8CB-4BEB-8EF6-7836B57DEF10}"/>
              </a:ext>
            </a:extLst>
          </p:cNvPr>
          <p:cNvSpPr>
            <a:spLocks xmlns:a="http://schemas.openxmlformats.org/drawingml/2006/main" noGrp="1"/>
          </p:cNvSpPr>
          <p:nvPr/>
        </p:nvSpPr>
        <p:spPr>
          <a:xfrm xmlns:a="http://schemas.openxmlformats.org/drawingml/2006/main">
            <a:off x="12192000" y="65817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엔탈피 부호 반대</a:t>
            </a:r>
          </a:p>
        </p:txBody>
      </p:sp>
      <p:sp>
        <p:nvSpPr>
          <p:cNvPr id="25" name="text">
            <a:extLst xmlns:a="http://schemas.openxmlformats.org/drawingml/2006/main">
              <a:ext uri="{FF2B5EF4-FFF2-40B4-BE49-F238E27FC236}">
                <a16:creationId xmlns:a16="http://schemas.microsoft.com/office/drawing/2014/main" id="{91A3E910-EB9D-4164-ABF5-D7ED06C4D0F9}"/>
              </a:ext>
            </a:extLst>
          </p:cNvPr>
          <p:cNvSpPr>
            <a:spLocks xmlns:a="http://schemas.openxmlformats.org/drawingml/2006/main" noGrp="1"/>
          </p:cNvSpPr>
          <p:nvPr/>
        </p:nvSpPr>
        <p:spPr>
          <a:xfrm xmlns:a="http://schemas.openxmlformats.org/drawingml/2006/main">
            <a:off x="2333625" y="7648575"/>
            <a:ext cx="238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9FFF68"/>
                </a:solidFill>
                <a:latin typeface="Pretendard"/>
                <a:ea typeface="Pretendard"/>
                <a:cs typeface="Pretendard"/>
              </a:defRPr>
            </a:defPPr>
            <a:lvl1pPr algn="ctr">
              <a:defRPr sz="2250" b="1">
                <a:solidFill>
                  <a:srgbClr val="9FFF68"/>
                </a:solidFill>
                <a:latin typeface="Pretendard"/>
                <a:ea typeface="Pretendard"/>
                <a:cs typeface="Pretendard"/>
              </a:defRPr>
            </a:lvl1pPr>
            <a:lvl2pPr algn="ctr">
              <a:defRPr sz="2250" b="1">
                <a:solidFill>
                  <a:srgbClr val="9FFF68"/>
                </a:solidFill>
                <a:latin typeface="Pretendard"/>
                <a:ea typeface="Pretendard"/>
                <a:cs typeface="Pretendard"/>
              </a:defRPr>
            </a:lvl2pPr>
            <a:lvl3pPr algn="ctr">
              <a:defRPr sz="2250" b="1">
                <a:solidFill>
                  <a:srgbClr val="9FFF68"/>
                </a:solidFill>
                <a:latin typeface="Pretendard"/>
                <a:ea typeface="Pretendard"/>
                <a:cs typeface="Pretendard"/>
              </a:defRPr>
            </a:lvl3pPr>
            <a:lvl4pPr algn="ctr">
              <a:defRPr sz="2250" b="1">
                <a:solidFill>
                  <a:srgbClr val="9FFF68"/>
                </a:solidFill>
                <a:latin typeface="Pretendard"/>
                <a:ea typeface="Pretendard"/>
                <a:cs typeface="Pretendard"/>
              </a:defRPr>
            </a:lvl4pPr>
            <a:lvl5pPr algn="ctr">
              <a:defRPr sz="2250" b="1">
                <a:solidFill>
                  <a:srgbClr val="9FFF68"/>
                </a:solidFill>
                <a:latin typeface="Pretendard"/>
                <a:ea typeface="Pretendard"/>
                <a:cs typeface="Pretendard"/>
              </a:defRPr>
            </a:lvl5pPr>
            <a:lvl6pPr algn="ctr">
              <a:defRPr sz="2250" b="1">
                <a:solidFill>
                  <a:srgbClr val="9FFF68"/>
                </a:solidFill>
                <a:latin typeface="Pretendard"/>
                <a:ea typeface="Pretendard"/>
                <a:cs typeface="Pretendard"/>
              </a:defRPr>
            </a:lvl6pPr>
            <a:lvl7pPr algn="ctr">
              <a:defRPr sz="2250" b="1">
                <a:solidFill>
                  <a:srgbClr val="9FFF68"/>
                </a:solidFill>
                <a:latin typeface="Pretendard"/>
                <a:ea typeface="Pretendard"/>
                <a:cs typeface="Pretendard"/>
              </a:defRPr>
            </a:lvl7pPr>
            <a:lvl8pPr algn="ctr">
              <a:defRPr sz="2250" b="1">
                <a:solidFill>
                  <a:srgbClr val="9FFF68"/>
                </a:solidFill>
                <a:latin typeface="Pretendard"/>
                <a:ea typeface="Pretendard"/>
                <a:cs typeface="Pretendard"/>
              </a:defRPr>
            </a:lvl8pPr>
            <a:lvl9pPr algn="ctr">
              <a:defRPr sz="2250" b="1">
                <a:solidFill>
                  <a:srgbClr val="9FFF68"/>
                </a:solidFill>
                <a:latin typeface="Pretendard"/>
                <a:ea typeface="Pretendard"/>
                <a:cs typeface="Pretendard"/>
              </a:defRPr>
            </a:lvl9pPr>
          </a:lstStyle>
          <a:p xmlns:a="http://schemas.openxmlformats.org/drawingml/2006/main">
            <a:pPr algn="ctr">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합산</a:t>
            </a:r>
          </a:p>
        </p:txBody>
      </p:sp>
      <p:sp>
        <p:nvSpPr>
          <p:cNvPr id="26" name="text">
            <a:extLst xmlns:a="http://schemas.openxmlformats.org/drawingml/2006/main">
              <a:ext uri="{FF2B5EF4-FFF2-40B4-BE49-F238E27FC236}">
                <a16:creationId xmlns:a16="http://schemas.microsoft.com/office/drawing/2014/main" id="{76A29F20-07E5-4C30-B1EB-54038F3F2BF9}"/>
              </a:ext>
            </a:extLst>
          </p:cNvPr>
          <p:cNvSpPr>
            <a:spLocks xmlns:a="http://schemas.openxmlformats.org/drawingml/2006/main" noGrp="1"/>
          </p:cNvSpPr>
          <p:nvPr/>
        </p:nvSpPr>
        <p:spPr>
          <a:xfrm xmlns:a="http://schemas.openxmlformats.org/drawingml/2006/main">
            <a:off x="5381625" y="7648575"/>
            <a:ext cx="6191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여러 반응식을 더함</a:t>
            </a:r>
          </a:p>
        </p:txBody>
      </p:sp>
      <p:sp>
        <p:nvSpPr>
          <p:cNvPr id="27" name="text">
            <a:extLst xmlns:a="http://schemas.openxmlformats.org/drawingml/2006/main">
              <a:ext uri="{FF2B5EF4-FFF2-40B4-BE49-F238E27FC236}">
                <a16:creationId xmlns:a16="http://schemas.microsoft.com/office/drawing/2014/main" id="{B135AD14-D590-45CA-AF8D-B95AFB513E99}"/>
              </a:ext>
            </a:extLst>
          </p:cNvPr>
          <p:cNvSpPr>
            <a:spLocks xmlns:a="http://schemas.openxmlformats.org/drawingml/2006/main" noGrp="1"/>
          </p:cNvSpPr>
          <p:nvPr/>
        </p:nvSpPr>
        <p:spPr>
          <a:xfrm xmlns:a="http://schemas.openxmlformats.org/drawingml/2006/main">
            <a:off x="12192000" y="7648575"/>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202020"/>
                </a:solidFill>
                <a:latin typeface="Pretendard"/>
                <a:ea typeface="Pretendard"/>
                <a:cs typeface="Pretendard"/>
              </a:defRPr>
            </a:defPPr>
            <a:lvl1pPr algn="ctr">
              <a:defRPr sz="2250" b="1">
                <a:solidFill>
                  <a:srgbClr val="202020"/>
                </a:solidFill>
                <a:latin typeface="Pretendard"/>
                <a:ea typeface="Pretendard"/>
                <a:cs typeface="Pretendard"/>
              </a:defRPr>
            </a:lvl1pPr>
            <a:lvl2pPr algn="ctr">
              <a:defRPr sz="2250" b="1">
                <a:solidFill>
                  <a:srgbClr val="202020"/>
                </a:solidFill>
                <a:latin typeface="Pretendard"/>
                <a:ea typeface="Pretendard"/>
                <a:cs typeface="Pretendard"/>
              </a:defRPr>
            </a:lvl2pPr>
            <a:lvl3pPr algn="ctr">
              <a:defRPr sz="2250" b="1">
                <a:solidFill>
                  <a:srgbClr val="202020"/>
                </a:solidFill>
                <a:latin typeface="Pretendard"/>
                <a:ea typeface="Pretendard"/>
                <a:cs typeface="Pretendard"/>
              </a:defRPr>
            </a:lvl3pPr>
            <a:lvl4pPr algn="ctr">
              <a:defRPr sz="2250" b="1">
                <a:solidFill>
                  <a:srgbClr val="202020"/>
                </a:solidFill>
                <a:latin typeface="Pretendard"/>
                <a:ea typeface="Pretendard"/>
                <a:cs typeface="Pretendard"/>
              </a:defRPr>
            </a:lvl4pPr>
            <a:lvl5pPr algn="ctr">
              <a:defRPr sz="2250" b="1">
                <a:solidFill>
                  <a:srgbClr val="202020"/>
                </a:solidFill>
                <a:latin typeface="Pretendard"/>
                <a:ea typeface="Pretendard"/>
                <a:cs typeface="Pretendard"/>
              </a:defRPr>
            </a:lvl5pPr>
            <a:lvl6pPr algn="ctr">
              <a:defRPr sz="2250" b="1">
                <a:solidFill>
                  <a:srgbClr val="202020"/>
                </a:solidFill>
                <a:latin typeface="Pretendard"/>
                <a:ea typeface="Pretendard"/>
                <a:cs typeface="Pretendard"/>
              </a:defRPr>
            </a:lvl6pPr>
            <a:lvl7pPr algn="ctr">
              <a:defRPr sz="2250" b="1">
                <a:solidFill>
                  <a:srgbClr val="202020"/>
                </a:solidFill>
                <a:latin typeface="Pretendard"/>
                <a:ea typeface="Pretendard"/>
                <a:cs typeface="Pretendard"/>
              </a:defRPr>
            </a:lvl7pPr>
            <a:lvl8pPr algn="ctr">
              <a:defRPr sz="2250" b="1">
                <a:solidFill>
                  <a:srgbClr val="202020"/>
                </a:solidFill>
                <a:latin typeface="Pretendard"/>
                <a:ea typeface="Pretendard"/>
                <a:cs typeface="Pretendard"/>
              </a:defRPr>
            </a:lvl8pPr>
            <a:lvl9pPr algn="ctr">
              <a:defRPr sz="2250" b="1">
                <a:solidFill>
                  <a:srgbClr val="202020"/>
                </a:solidFill>
                <a:latin typeface="Pretendard"/>
                <a:ea typeface="Pretendard"/>
                <a:cs typeface="Pretendard"/>
              </a:defRPr>
            </a:lvl9pPr>
          </a:lstStyle>
          <a:p xmlns:a="http://schemas.openxmlformats.org/drawingml/2006/main">
            <a:pPr algn="ctr">
              <a:defRPr sz="2250" b="1">
                <a:solidFill>
                  <a:srgbClr val="202020"/>
                </a:solidFill>
                <a:latin typeface="Pretendard"/>
                <a:ea typeface="Pretendard"/>
                <a:cs typeface="Pretendard"/>
              </a:defRPr>
            </a:pPr>
            <a:r>
              <a:rPr sz="2250" b="1">
                <a:solidFill>
                  <a:srgbClr val="202020"/>
                </a:solidFill>
                <a:latin typeface="Pretendard"/>
                <a:ea typeface="Pretendard"/>
                <a:cs typeface="Pretendard"/>
              </a:rPr>
              <a:t>각 반응 엔탈피의 합</a:t>
            </a:r>
          </a:p>
        </p:txBody>
      </p:sp>
    </p:spTree>
    <p:extLst>
      <p:ext uri="{BB962C8B-B14F-4D97-AF65-F5344CB8AC3E}">
        <p14:creationId xmlns:p14="http://schemas.microsoft.com/office/powerpoint/2010/main" val="611387094"/>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DE19426-D248-409F-ACFE-C6BC246F1050}"/>
              </a:ext>
            </a:extLst>
          </p:cNvPr>
          <p:cNvPicPr>
            <a:picLocks xmlns:a="http://schemas.openxmlformats.org/drawingml/2006/main" noChangeAspect="1"/>
          </p:cNvPicPr>
          <p:nvPr/>
        </p:nvPicPr>
        <p:blipFill>
          <a:blip xmlns:r="http://schemas.openxmlformats.org/officeDocument/2006/relationships" xmlns:a="http://schemas.openxmlformats.org/drawingml/2006/main" r:embed="Rf05b65ab321b402f"/>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BB1A3ECD-86D7-4D89-97F7-497C7B9D605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19CFD5AF-9CEF-4664-A959-76353B0E13AD}"/>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B3B48B05-8FDA-4043-99C1-30A99886BD9B}"/>
              </a:ext>
            </a:extLst>
          </p:cNvPr>
          <p:cNvPicPr>
            <a:picLocks xmlns:a="http://schemas.openxmlformats.org/drawingml/2006/main" noChangeAspect="1"/>
          </p:cNvPicPr>
          <p:nvPr/>
        </p:nvPicPr>
        <p:blipFill>
          <a:blip xmlns:r="http://schemas.openxmlformats.org/officeDocument/2006/relationships" xmlns:a="http://schemas.openxmlformats.org/drawingml/2006/main" r:embed="R29c69e35b7e74d7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E1DD7A11-C0F6-4115-8ABF-FA7B8D3FAE74}"/>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D954170-3818-4FA1-9FB5-ECEED7BF0C5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2</a:t>
            </a:r>
          </a:p>
        </p:txBody>
      </p:sp>
      <p:sp>
        <p:nvSpPr>
          <p:cNvPr id="7" name="text">
            <a:extLst xmlns:a="http://schemas.openxmlformats.org/drawingml/2006/main">
              <a:ext uri="{FF2B5EF4-FFF2-40B4-BE49-F238E27FC236}">
                <a16:creationId xmlns:a16="http://schemas.microsoft.com/office/drawing/2014/main" id="{FC27DEB7-3851-4830-A6A9-1CFD24B9FECF}"/>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반응 엔탈피 구하기</a:t>
            </a:r>
          </a:p>
        </p:txBody>
      </p:sp>
      <p:sp>
        <p:nvSpPr>
          <p:cNvPr id="8" name="text">
            <a:extLst xmlns:a="http://schemas.openxmlformats.org/drawingml/2006/main">
              <a:ext uri="{FF2B5EF4-FFF2-40B4-BE49-F238E27FC236}">
                <a16:creationId xmlns:a16="http://schemas.microsoft.com/office/drawing/2014/main" id="{A63A5299-7862-4227-A16D-1275C509D0AB}"/>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직접 측정하기 어려운 반응의 열은 어떻게 구할 수 있을까?</a:t>
            </a:r>
          </a:p>
        </p:txBody>
      </p:sp>
    </p:spTree>
    <p:extLst>
      <p:ext uri="{BB962C8B-B14F-4D97-AF65-F5344CB8AC3E}">
        <p14:creationId xmlns:p14="http://schemas.microsoft.com/office/powerpoint/2010/main" val="1602782629"/>
      </p:ext>
    </p:extLst>
  </p:cSld>
</p:sld>
</file>

<file path=ppt/slides/slide15.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20" name="">
            <a:extLst xmlns:a="http://schemas.openxmlformats.org/drawingml/2006/main">
              <a:ext uri="{FF2B5EF4-FFF2-40B4-BE49-F238E27FC236}">
                <a16:creationId xmlns:a16="http://schemas.microsoft.com/office/drawing/2014/main" id="{5808C6EF-EEA2-41D6-AD59-C4F7F8688F37}"/>
              </a:ext>
            </a:extLst>
          </p:cNvPr>
          <p:cNvPicPr>
            <a:picLocks xmlns:a="http://schemas.openxmlformats.org/drawingml/2006/main" noChangeAspect="1"/>
          </p:cNvPicPr>
          <p:nvPr/>
        </p:nvPicPr>
        <p:blipFill>
          <a:blip xmlns:r="http://schemas.openxmlformats.org/officeDocument/2006/relationships" xmlns:a="http://schemas.openxmlformats.org/drawingml/2006/main" r:embed="R201aca55aca2486d"/>
          <a:srcRect xmlns:a="http://schemas.openxmlformats.org/drawingml/2006/main" l="0" t="27" r="0" b="27"/>
          <a:stretch xmlns:a="http://schemas.openxmlformats.org/drawingml/2006/main">
            <a:fillRect l="0" t="0" r="0" b="0"/>
          </a:stretch>
        </p:blipFill>
        <p:spPr>
          <a:xfrm xmlns:a="http://schemas.openxmlformats.org/drawingml/2006/main">
            <a:off x="0" y="0"/>
            <a:ext cx="18288000" cy="10287000"/>
          </a:xfrm>
          <a:prstGeom xmlns:a="http://schemas.openxmlformats.org/drawingml/2006/main" prst="rect">
            <a:avLst/>
          </a:prstGeom>
        </p:spPr>
      </p:pic>
      <p:pic>
        <p:nvPicPr>
          <p:cNvPr id="21" name="">
            <a:extLst xmlns:a="http://schemas.openxmlformats.org/drawingml/2006/main">
              <a:ext uri="{FF2B5EF4-FFF2-40B4-BE49-F238E27FC236}">
                <a16:creationId xmlns:a16="http://schemas.microsoft.com/office/drawing/2014/main" id="{EE32C29E-9751-4234-A48D-B31DC8035E1C}"/>
              </a:ext>
            </a:extLst>
          </p:cNvPr>
          <p:cNvPicPr>
            <a:picLocks xmlns:a="http://schemas.openxmlformats.org/drawingml/2006/main" noChangeAspect="1"/>
          </p:cNvPicPr>
          <p:nvPr/>
        </p:nvPicPr>
        <p:blipFill>
          <a:blip xmlns:r="http://schemas.openxmlformats.org/officeDocument/2006/relationships" xmlns:a="http://schemas.openxmlformats.org/drawingml/2006/main" r:embed="R59a11aa32bb1414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64D2F18-9D75-493F-9A5C-C83A8E45FC2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364B81D-58C7-4574-82B7-379B0810E72A}"/>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952C051-20BB-4542-B631-61A2EFB45422}"/>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A3FC66C-28C4-4C95-BEC2-BB27EDD81010}"/>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text">
            <a:extLst xmlns:a="http://schemas.openxmlformats.org/drawingml/2006/main">
              <a:ext uri="{FF2B5EF4-FFF2-40B4-BE49-F238E27FC236}">
                <a16:creationId xmlns:a16="http://schemas.microsoft.com/office/drawing/2014/main" id="{FCE46EC4-690A-4AD8-8D38-6C82A87F2DC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CO만 생성될 때의 열은 어떻게 구할까?</a:t>
            </a:r>
          </a:p>
        </p:txBody>
      </p:sp>
      <p:pic>
        <p:nvPicPr>
          <p:cNvPr id="7" name="">
            <a:extLst xmlns:a="http://schemas.openxmlformats.org/drawingml/2006/main">
              <a:ext uri="{FF2B5EF4-FFF2-40B4-BE49-F238E27FC236}">
                <a16:creationId xmlns:a16="http://schemas.microsoft.com/office/drawing/2014/main" id="{734CB78A-2ADE-4D8C-819D-DB73A0FCE54D}"/>
              </a:ext>
            </a:extLst>
          </p:cNvPr>
          <p:cNvPicPr>
            <a:picLocks xmlns:a="http://schemas.openxmlformats.org/drawingml/2006/main" noChangeAspect="1"/>
          </p:cNvPicPr>
          <p:nvPr/>
        </p:nvPicPr>
        <p:blipFill>
          <a:blip xmlns:r="http://schemas.openxmlformats.org/officeDocument/2006/relationships" xmlns:a="http://schemas.openxmlformats.org/drawingml/2006/main" r:embed="Ra38c7f6fd1a74621"/>
          <a:stretch xmlns:a="http://schemas.openxmlformats.org/drawingml/2006/main"/>
        </p:blipFill>
        <p:spPr>
          <a:xfrm xmlns:a="http://schemas.openxmlformats.org/drawingml/2006/main">
            <a:off x="7966633" y="3705225"/>
            <a:ext cx="2354733" cy="2333625"/>
          </a:xfrm>
          <a:prstGeom xmlns:a="http://schemas.openxmlformats.org/drawingml/2006/main" prst="rect">
            <a:avLst/>
          </a:prstGeom>
        </p:spPr>
      </p:pic>
      <p:sp>
        <p:nvSpPr>
          <p:cNvPr id="8" name="중앙 질문 말풍선">
            <a:extLst xmlns:a="http://schemas.openxmlformats.org/drawingml/2006/main">
              <a:ext uri="{FF2B5EF4-FFF2-40B4-BE49-F238E27FC236}">
                <a16:creationId xmlns:a16="http://schemas.microsoft.com/office/drawing/2014/main" id="{5AB09355-9583-4ECA-BDA7-F7B50DF4A7E7}"/>
              </a:ext>
            </a:extLst>
          </p:cNvPr>
          <p:cNvSpPr>
            <a:spLocks xmlns:a="http://schemas.openxmlformats.org/drawingml/2006/main" noGrp="1"/>
          </p:cNvSpPr>
          <p:nvPr/>
        </p:nvSpPr>
        <p:spPr>
          <a:xfrm xmlns:a="http://schemas.openxmlformats.org/drawingml/2006/main">
            <a:off x="5572125" y="5810250"/>
            <a:ext cx="7143750" cy="857250"/>
          </a:xfrm>
          <a:prstGeom xmlns:a="http://schemas.openxmlformats.org/drawingml/2006/main" prst="roundRect">
            <a:avLst>
              <a:gd name="adj" fmla="val 2444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875253FD-FD3E-4AD4-AEB0-5C5231BBA201}"/>
              </a:ext>
            </a:extLst>
          </p:cNvPr>
          <p:cNvSpPr>
            <a:spLocks xmlns:a="http://schemas.openxmlformats.org/drawingml/2006/main" noGrp="1"/>
          </p:cNvSpPr>
          <p:nvPr/>
        </p:nvSpPr>
        <p:spPr>
          <a:xfrm xmlns:a="http://schemas.openxmlformats.org/drawingml/2006/main">
            <a:off x="5810250" y="600075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CO만 생기는 반응을 따로 측정할 수 있을까?</a:t>
            </a:r>
          </a:p>
        </p:txBody>
      </p:sp>
      <p:sp>
        <p:nvSpPr>
          <p:cNvPr id="10" name="line">
            <a:extLst xmlns:a="http://schemas.openxmlformats.org/drawingml/2006/main">
              <a:ext uri="{FF2B5EF4-FFF2-40B4-BE49-F238E27FC236}">
                <a16:creationId xmlns:a16="http://schemas.microsoft.com/office/drawing/2014/main" id="{D25F1620-E8F6-4C44-AB90-950D39D0030F}"/>
              </a:ext>
            </a:extLst>
          </p:cNvPr>
          <p:cNvSpPr>
            <a:spLocks xmlns:a="http://schemas.openxmlformats.org/drawingml/2006/main" noGrp="1"/>
          </p:cNvSpPr>
          <p:nvPr/>
        </p:nvSpPr>
        <p:spPr>
          <a:xfrm xmlns:a="http://schemas.openxmlformats.org/drawingml/2006/main">
            <a:off x="9144000" y="6705600"/>
            <a:ext cx="9525" cy="238125"/>
          </a:xfrm>
          <a:custGeom xmlns:a="http://schemas.openxmlformats.org/drawingml/2006/main">
            <a:pathLst>
              <a:path w="9525" h="238125">
                <a:moveTo>
                  <a:pt x="0" y="0"/>
                </a:moveTo>
                <a:lnTo>
                  <a:pt x="0" y="238125"/>
                </a:lnTo>
              </a:path>
            </a:pathLst>
          </a:custGeom>
          <a:noFill xmlns:a="http://schemas.openxmlformats.org/drawingml/2006/main"/>
          <a:ln xmlns:a="http://schemas.openxmlformats.org/drawingml/2006/main" w="19050">
            <a:solidFill>
              <a:srgbClr val="AAAAAA"/>
            </a:solidFill>
            <a:prstDash val="solid"/>
          </a:ln>
        </p:spPr>
      </p:sp>
      <p:sp>
        <p:nvSpPr>
          <p:cNvPr id="11" name="line">
            <a:extLst xmlns:a="http://schemas.openxmlformats.org/drawingml/2006/main">
              <a:ext uri="{FF2B5EF4-FFF2-40B4-BE49-F238E27FC236}">
                <a16:creationId xmlns:a16="http://schemas.microsoft.com/office/drawing/2014/main" id="{EEC6E833-7752-4CCC-8C20-8D4E651C5205}"/>
              </a:ext>
            </a:extLst>
          </p:cNvPr>
          <p:cNvSpPr>
            <a:spLocks xmlns:a="http://schemas.openxmlformats.org/drawingml/2006/main" noGrp="1"/>
          </p:cNvSpPr>
          <p:nvPr/>
        </p:nvSpPr>
        <p:spPr>
          <a:xfrm xmlns:a="http://schemas.openxmlformats.org/drawingml/2006/main">
            <a:off x="5048250" y="6943725"/>
            <a:ext cx="8191500" cy="9525"/>
          </a:xfrm>
          <a:custGeom xmlns:a="http://schemas.openxmlformats.org/drawingml/2006/main">
            <a:pathLst>
              <a:path w="8191500" h="9525">
                <a:moveTo>
                  <a:pt x="0" y="0"/>
                </a:moveTo>
                <a:lnTo>
                  <a:pt x="8191500" y="0"/>
                </a:lnTo>
              </a:path>
            </a:pathLst>
          </a:custGeom>
          <a:noFill xmlns:a="http://schemas.openxmlformats.org/drawingml/2006/main"/>
          <a:ln xmlns:a="http://schemas.openxmlformats.org/drawingml/2006/main" w="19050">
            <a:solidFill>
              <a:srgbClr val="AAAAAA"/>
            </a:solidFill>
            <a:prstDash val="solid"/>
          </a:ln>
        </p:spPr>
      </p:sp>
      <p:sp>
        <p:nvSpPr>
          <p:cNvPr id="12" name="line">
            <a:extLst xmlns:a="http://schemas.openxmlformats.org/drawingml/2006/main">
              <a:ext uri="{FF2B5EF4-FFF2-40B4-BE49-F238E27FC236}">
                <a16:creationId xmlns:a16="http://schemas.microsoft.com/office/drawing/2014/main" id="{B7BEC668-B113-4A84-AD92-D402CBF1CB06}"/>
              </a:ext>
            </a:extLst>
          </p:cNvPr>
          <p:cNvSpPr>
            <a:spLocks xmlns:a="http://schemas.openxmlformats.org/drawingml/2006/main" noGrp="1"/>
          </p:cNvSpPr>
          <p:nvPr/>
        </p:nvSpPr>
        <p:spPr>
          <a:xfrm xmlns:a="http://schemas.openxmlformats.org/drawingml/2006/main">
            <a:off x="50482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3" name="line">
            <a:extLst xmlns:a="http://schemas.openxmlformats.org/drawingml/2006/main">
              <a:ext uri="{FF2B5EF4-FFF2-40B4-BE49-F238E27FC236}">
                <a16:creationId xmlns:a16="http://schemas.microsoft.com/office/drawing/2014/main" id="{033E4272-404B-4041-BBBF-7B21EBC7461F}"/>
              </a:ext>
            </a:extLst>
          </p:cNvPr>
          <p:cNvSpPr>
            <a:spLocks xmlns:a="http://schemas.openxmlformats.org/drawingml/2006/main" noGrp="1"/>
          </p:cNvSpPr>
          <p:nvPr/>
        </p:nvSpPr>
        <p:spPr>
          <a:xfrm xmlns:a="http://schemas.openxmlformats.org/drawingml/2006/main">
            <a:off x="13239750" y="6943725"/>
            <a:ext cx="9525" cy="285750"/>
          </a:xfrm>
          <a:custGeom xmlns:a="http://schemas.openxmlformats.org/drawingml/2006/main">
            <a:pathLst>
              <a:path w="9525" h="285750">
                <a:moveTo>
                  <a:pt x="0" y="0"/>
                </a:moveTo>
                <a:lnTo>
                  <a:pt x="0" y="285750"/>
                </a:lnTo>
              </a:path>
            </a:pathLst>
          </a:custGeom>
          <a:noFill xmlns:a="http://schemas.openxmlformats.org/drawingml/2006/main"/>
          <a:ln xmlns:a="http://schemas.openxmlformats.org/drawingml/2006/main" w="19050">
            <a:solidFill>
              <a:srgbClr val="AAAAAA"/>
            </a:solidFill>
            <a:prstDash val="solid"/>
          </a:ln>
        </p:spPr>
      </p:sp>
      <p:sp>
        <p:nvSpPr>
          <p:cNvPr id="14" name="참조 분기 설명">
            <a:extLst xmlns:a="http://schemas.openxmlformats.org/drawingml/2006/main">
              <a:ext uri="{FF2B5EF4-FFF2-40B4-BE49-F238E27FC236}">
                <a16:creationId xmlns:a16="http://schemas.microsoft.com/office/drawing/2014/main" id="{A82F9E8C-EE9A-4374-9053-EDBABFAB1CA8}"/>
              </a:ext>
            </a:extLst>
          </p:cNvPr>
          <p:cNvSpPr>
            <a:spLocks xmlns:a="http://schemas.openxmlformats.org/drawingml/2006/main" noGrp="1"/>
          </p:cNvSpPr>
          <p:nvPr/>
        </p:nvSpPr>
        <p:spPr>
          <a:xfrm xmlns:a="http://schemas.openxmlformats.org/drawingml/2006/main">
            <a:off x="180975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72CC01EB-989C-4401-8540-694F94671CBB}"/>
              </a:ext>
            </a:extLst>
          </p:cNvPr>
          <p:cNvSpPr>
            <a:spLocks xmlns:a="http://schemas.openxmlformats.org/drawingml/2006/main" noGrp="1"/>
          </p:cNvSpPr>
          <p:nvPr/>
        </p:nvSpPr>
        <p:spPr>
          <a:xfrm xmlns:a="http://schemas.openxmlformats.org/drawingml/2006/main">
            <a:off x="209550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직접 측정의 어려움</a:t>
            </a:r>
          </a:p>
        </p:txBody>
      </p:sp>
      <p:sp>
        <p:nvSpPr>
          <p:cNvPr id="16" name="text">
            <a:extLst xmlns:a="http://schemas.openxmlformats.org/drawingml/2006/main">
              <a:ext uri="{FF2B5EF4-FFF2-40B4-BE49-F238E27FC236}">
                <a16:creationId xmlns:a16="http://schemas.microsoft.com/office/drawing/2014/main" id="{D026E917-0D58-4EE1-964D-CE5DE63ED861}"/>
              </a:ext>
            </a:extLst>
          </p:cNvPr>
          <p:cNvSpPr>
            <a:spLocks xmlns:a="http://schemas.openxmlformats.org/drawingml/2006/main" noGrp="1"/>
          </p:cNvSpPr>
          <p:nvPr/>
        </p:nvSpPr>
        <p:spPr>
          <a:xfrm xmlns:a="http://schemas.openxmlformats.org/drawingml/2006/main">
            <a:off x="214312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불완전 연소 중 CO₂도 생성되어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CO 생성열만 분리하기 어렵다.</a:t>
            </a:r>
          </a:p>
        </p:txBody>
      </p:sp>
      <p:sp>
        <p:nvSpPr>
          <p:cNvPr id="17" name="참조 분기 설명">
            <a:extLst xmlns:a="http://schemas.openxmlformats.org/drawingml/2006/main">
              <a:ext uri="{FF2B5EF4-FFF2-40B4-BE49-F238E27FC236}">
                <a16:creationId xmlns:a16="http://schemas.microsoft.com/office/drawing/2014/main" id="{5E7618E8-1944-44D8-B60F-769A467F59B8}"/>
              </a:ext>
            </a:extLst>
          </p:cNvPr>
          <p:cNvSpPr>
            <a:spLocks xmlns:a="http://schemas.openxmlformats.org/drawingml/2006/main" noGrp="1"/>
          </p:cNvSpPr>
          <p:nvPr/>
        </p:nvSpPr>
        <p:spPr>
          <a:xfrm xmlns:a="http://schemas.openxmlformats.org/drawingml/2006/main">
            <a:off x="9906000" y="7258050"/>
            <a:ext cx="6572250" cy="1952625"/>
          </a:xfrm>
          <a:prstGeom xmlns:a="http://schemas.openxmlformats.org/drawingml/2006/main" prst="roundRect">
            <a:avLst>
              <a:gd name="adj" fmla="val 12683"/>
            </a:avLst>
          </a:prstGeom>
          <a:solidFill xmlns:a="http://schemas.openxmlformats.org/drawingml/2006/main">
            <a:srgbClr val="252525"/>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AD2E8515-2F0C-4093-B2CD-3177DF52919E}"/>
              </a:ext>
            </a:extLst>
          </p:cNvPr>
          <p:cNvSpPr>
            <a:spLocks xmlns:a="http://schemas.openxmlformats.org/drawingml/2006/main" noGrp="1"/>
          </p:cNvSpPr>
          <p:nvPr/>
        </p:nvSpPr>
        <p:spPr>
          <a:xfrm xmlns:a="http://schemas.openxmlformats.org/drawingml/2006/main">
            <a:off x="10191750" y="7524750"/>
            <a:ext cx="6000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헤스 법칙으로 간접 측정</a:t>
            </a:r>
          </a:p>
        </p:txBody>
      </p:sp>
      <p:sp>
        <p:nvSpPr>
          <p:cNvPr id="19" name="text">
            <a:extLst xmlns:a="http://schemas.openxmlformats.org/drawingml/2006/main">
              <a:ext uri="{FF2B5EF4-FFF2-40B4-BE49-F238E27FC236}">
                <a16:creationId xmlns:a16="http://schemas.microsoft.com/office/drawing/2014/main" id="{8414E2A9-0A8A-42DC-9078-9A0F39E87919}"/>
              </a:ext>
            </a:extLst>
          </p:cNvPr>
          <p:cNvSpPr>
            <a:spLocks xmlns:a="http://schemas.openxmlformats.org/drawingml/2006/main" noGrp="1"/>
          </p:cNvSpPr>
          <p:nvPr/>
        </p:nvSpPr>
        <p:spPr>
          <a:xfrm xmlns:a="http://schemas.openxmlformats.org/drawingml/2006/main">
            <a:off x="10239375" y="8020050"/>
            <a:ext cx="590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625" b="0">
                <a:solidFill>
                  <a:srgbClr val="FFFFFF"/>
                </a:solidFill>
                <a:latin typeface="Pretendard"/>
                <a:ea typeface="Pretendard"/>
                <a:cs typeface="Pretendard"/>
              </a:defRPr>
            </a:defPPr>
            <a:lvl1pPr algn="ctr">
              <a:defRPr sz="2625" b="0">
                <a:solidFill>
                  <a:srgbClr val="FFFFFF"/>
                </a:solidFill>
                <a:latin typeface="Pretendard"/>
                <a:ea typeface="Pretendard"/>
                <a:cs typeface="Pretendard"/>
              </a:defRPr>
            </a:lvl1pPr>
            <a:lvl2pPr algn="ctr">
              <a:defRPr sz="2625" b="0">
                <a:solidFill>
                  <a:srgbClr val="FFFFFF"/>
                </a:solidFill>
                <a:latin typeface="Pretendard"/>
                <a:ea typeface="Pretendard"/>
                <a:cs typeface="Pretendard"/>
              </a:defRPr>
            </a:lvl2pPr>
            <a:lvl3pPr algn="ctr">
              <a:defRPr sz="2625" b="0">
                <a:solidFill>
                  <a:srgbClr val="FFFFFF"/>
                </a:solidFill>
                <a:latin typeface="Pretendard"/>
                <a:ea typeface="Pretendard"/>
                <a:cs typeface="Pretendard"/>
              </a:defRPr>
            </a:lvl3pPr>
            <a:lvl4pPr algn="ctr">
              <a:defRPr sz="2625" b="0">
                <a:solidFill>
                  <a:srgbClr val="FFFFFF"/>
                </a:solidFill>
                <a:latin typeface="Pretendard"/>
                <a:ea typeface="Pretendard"/>
                <a:cs typeface="Pretendard"/>
              </a:defRPr>
            </a:lvl4pPr>
            <a:lvl5pPr algn="ctr">
              <a:defRPr sz="2625" b="0">
                <a:solidFill>
                  <a:srgbClr val="FFFFFF"/>
                </a:solidFill>
                <a:latin typeface="Pretendard"/>
                <a:ea typeface="Pretendard"/>
                <a:cs typeface="Pretendard"/>
              </a:defRPr>
            </a:lvl5pPr>
            <a:lvl6pPr algn="ctr">
              <a:defRPr sz="2625" b="0">
                <a:solidFill>
                  <a:srgbClr val="FFFFFF"/>
                </a:solidFill>
                <a:latin typeface="Pretendard"/>
                <a:ea typeface="Pretendard"/>
                <a:cs typeface="Pretendard"/>
              </a:defRPr>
            </a:lvl6pPr>
            <a:lvl7pPr algn="ctr">
              <a:defRPr sz="2625" b="0">
                <a:solidFill>
                  <a:srgbClr val="FFFFFF"/>
                </a:solidFill>
                <a:latin typeface="Pretendard"/>
                <a:ea typeface="Pretendard"/>
                <a:cs typeface="Pretendard"/>
              </a:defRPr>
            </a:lvl7pPr>
            <a:lvl8pPr algn="ctr">
              <a:defRPr sz="2625" b="0">
                <a:solidFill>
                  <a:srgbClr val="FFFFFF"/>
                </a:solidFill>
                <a:latin typeface="Pretendard"/>
                <a:ea typeface="Pretendard"/>
                <a:cs typeface="Pretendard"/>
              </a:defRPr>
            </a:lvl8pPr>
            <a:lvl9pPr algn="ctr">
              <a:defRPr sz="2625" b="0">
                <a:solidFill>
                  <a:srgbClr val="FFFFFF"/>
                </a:solidFill>
                <a:latin typeface="Pretendard"/>
                <a:ea typeface="Pretendard"/>
                <a:cs typeface="Pretendard"/>
              </a:defRPr>
            </a:lvl9pPr>
          </a:lstStyle>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알려진 다른 반응의 열을 이용해</a:t>
            </a:r>
          </a:p>
          <a:p xmlns:a="http://schemas.openxmlformats.org/drawingml/2006/main">
            <a:pPr algn="ctr">
              <a:defRPr sz="2625" b="0">
                <a:solidFill>
                  <a:srgbClr val="FFFFFF"/>
                </a:solidFill>
                <a:latin typeface="Pretendard"/>
                <a:ea typeface="Pretendard"/>
                <a:cs typeface="Pretendard"/>
              </a:defRPr>
            </a:pPr>
            <a:r>
              <a:rPr sz="2625" b="0">
                <a:solidFill>
                  <a:srgbClr val="FFFFFF"/>
                </a:solidFill>
                <a:latin typeface="Pretendard"/>
                <a:ea typeface="Pretendard"/>
                <a:cs typeface="Pretendard"/>
              </a:rPr>
              <a:t>목표 반응의 엔탈피를 구한다.</a:t>
            </a:r>
          </a:p>
        </p:txBody>
      </p:sp>
    </p:spTree>
    <p:extLst>
      <p:ext uri="{BB962C8B-B14F-4D97-AF65-F5344CB8AC3E}">
        <p14:creationId xmlns:p14="http://schemas.microsoft.com/office/powerpoint/2010/main" val="870894050"/>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508E1C5C-91C3-41F7-894F-8ED46448F0B7}"/>
              </a:ext>
            </a:extLst>
          </p:cNvPr>
          <p:cNvSpPr>
            <a:spLocks xmlns:a="http://schemas.openxmlformats.org/drawingml/2006/main" noGrp="1"/>
          </p:cNvSpPr>
          <p:nvPr/>
        </p:nvSpPr>
        <p:spPr>
          <a:xfrm xmlns:a="http://schemas.openxmlformats.org/drawingml/2006/main">
            <a:off x="2857500" y="4667250"/>
            <a:ext cx="12573000" cy="1238250"/>
          </a:xfrm>
          <a:prstGeom xmlns:a="http://schemas.openxmlformats.org/drawingml/2006/main" prst="roundRect">
            <a:avLst>
              <a:gd name="adj" fmla="val 16923"/>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AE78A09-7197-4333-BF8F-07D36B513A5F}"/>
              </a:ext>
            </a:extLst>
          </p:cNvPr>
          <p:cNvPicPr>
            <a:picLocks xmlns:a="http://schemas.openxmlformats.org/drawingml/2006/main" noChangeAspect="1"/>
          </p:cNvPicPr>
          <p:nvPr/>
        </p:nvPicPr>
        <p:blipFill>
          <a:blip xmlns:r="http://schemas.openxmlformats.org/officeDocument/2006/relationships" xmlns:a="http://schemas.openxmlformats.org/drawingml/2006/main" r:embed="R8d3bef4747084f5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0FEAED3-DE32-4D5F-B7E3-3891359E443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D4AD136-CD1E-49C8-9FF4-6B2486C3764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3EAE7EB5-80FF-4DEB-A4EF-C0ECB24832CC}"/>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C594564-3632-49D1-8167-6B2DC5FF0D6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0FC0E7DF-5637-48BC-8971-B4139B5CEEA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구하려는 반응부터 확인</a:t>
            </a:r>
          </a:p>
        </p:txBody>
      </p:sp>
      <p:pic>
        <p:nvPicPr>
          <p:cNvPr id="8" name="">
            <a:extLst xmlns:a="http://schemas.openxmlformats.org/drawingml/2006/main">
              <a:ext uri="{FF2B5EF4-FFF2-40B4-BE49-F238E27FC236}">
                <a16:creationId xmlns:a16="http://schemas.microsoft.com/office/drawing/2014/main" id="{8F9CDD7F-8445-4B9D-AE2B-1D77A6CFE414}"/>
              </a:ext>
            </a:extLst>
          </p:cNvPr>
          <p:cNvPicPr>
            <a:picLocks xmlns:a="http://schemas.openxmlformats.org/drawingml/2006/main" noChangeAspect="1"/>
          </p:cNvPicPr>
          <p:nvPr/>
        </p:nvPicPr>
        <p:blipFill>
          <a:blip xmlns:r="http://schemas.openxmlformats.org/officeDocument/2006/relationships" xmlns:a="http://schemas.openxmlformats.org/drawingml/2006/main" r:embed="Rf8fd3f6817d444f6"/>
          <a:stretch xmlns:a="http://schemas.openxmlformats.org/drawingml/2006/main"/>
        </p:blipFill>
        <p:spPr>
          <a:xfrm xmlns:a="http://schemas.openxmlformats.org/drawingml/2006/main">
            <a:off x="4465792" y="4810125"/>
            <a:ext cx="9356416" cy="95250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E2B41389-BD76-4125-B03E-87E8CAD7AE95}"/>
              </a:ext>
            </a:extLst>
          </p:cNvPr>
          <p:cNvPicPr>
            <a:picLocks xmlns:a="http://schemas.openxmlformats.org/drawingml/2006/main" noChangeAspect="1"/>
          </p:cNvPicPr>
          <p:nvPr/>
        </p:nvPicPr>
        <p:blipFill>
          <a:blip xmlns:r="http://schemas.openxmlformats.org/officeDocument/2006/relationships" xmlns:a="http://schemas.openxmlformats.org/drawingml/2006/main" r:embed="Rb24d926bdf9744f5"/>
          <a:stretch xmlns:a="http://schemas.openxmlformats.org/drawingml/2006/main"/>
        </p:blipFill>
        <p:spPr>
          <a:xfrm xmlns:a="http://schemas.openxmlformats.org/drawingml/2006/main">
            <a:off x="3812529" y="6914476"/>
            <a:ext cx="10662942" cy="649049"/>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531A58CF-F08B-4395-8C9B-DA8C4F13CC38}"/>
              </a:ext>
            </a:extLst>
          </p:cNvPr>
          <p:cNvPicPr>
            <a:picLocks xmlns:a="http://schemas.openxmlformats.org/drawingml/2006/main" noChangeAspect="1"/>
          </p:cNvPicPr>
          <p:nvPr/>
        </p:nvPicPr>
        <p:blipFill>
          <a:blip xmlns:r="http://schemas.openxmlformats.org/officeDocument/2006/relationships" xmlns:a="http://schemas.openxmlformats.org/drawingml/2006/main" r:embed="R9fc6cee6a01c49a3"/>
          <a:stretch xmlns:a="http://schemas.openxmlformats.org/drawingml/2006/main"/>
        </p:blipFill>
        <p:spPr>
          <a:xfrm xmlns:a="http://schemas.openxmlformats.org/drawingml/2006/main">
            <a:off x="3812529" y="7953375"/>
            <a:ext cx="10662942" cy="95250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0CDBEE97-8B1D-488A-9A92-8EF7757133C7}"/>
              </a:ext>
            </a:extLst>
          </p:cNvPr>
          <p:cNvSpPr>
            <a:spLocks xmlns:a="http://schemas.openxmlformats.org/drawingml/2006/main" noGrp="1"/>
          </p:cNvSpPr>
          <p:nvPr/>
        </p:nvSpPr>
        <p:spPr>
          <a:xfrm xmlns:a="http://schemas.openxmlformats.org/drawingml/2006/main">
            <a:off x="2952750" y="41148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
        <p:nvSpPr>
          <p:cNvPr id="13" name="text">
            <a:extLst xmlns:a="http://schemas.openxmlformats.org/drawingml/2006/main">
              <a:ext uri="{FF2B5EF4-FFF2-40B4-BE49-F238E27FC236}">
                <a16:creationId xmlns:a16="http://schemas.microsoft.com/office/drawing/2014/main" id="{E7CFACFA-1161-495C-82EA-C013183939A8}"/>
              </a:ext>
            </a:extLst>
          </p:cNvPr>
          <p:cNvSpPr>
            <a:spLocks xmlns:a="http://schemas.openxmlformats.org/drawingml/2006/main" noGrp="1"/>
          </p:cNvSpPr>
          <p:nvPr/>
        </p:nvSpPr>
        <p:spPr>
          <a:xfrm xmlns:a="http://schemas.openxmlformats.org/drawingml/2006/main">
            <a:off x="2952750" y="62293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알려진 반응</a:t>
            </a:r>
          </a:p>
        </p:txBody>
      </p:sp>
    </p:spTree>
    <p:extLst>
      <p:ext uri="{BB962C8B-B14F-4D97-AF65-F5344CB8AC3E}">
        <p14:creationId xmlns:p14="http://schemas.microsoft.com/office/powerpoint/2010/main" val="472563109"/>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4158A861-BE38-4AB8-A725-73B41BE1E2E0}"/>
              </a:ext>
            </a:extLst>
          </p:cNvPr>
          <p:cNvPicPr>
            <a:picLocks xmlns:a="http://schemas.openxmlformats.org/drawingml/2006/main" noChangeAspect="1"/>
          </p:cNvPicPr>
          <p:nvPr/>
        </p:nvPicPr>
        <p:blipFill>
          <a:blip xmlns:r="http://schemas.openxmlformats.org/officeDocument/2006/relationships" xmlns:a="http://schemas.openxmlformats.org/drawingml/2006/main" r:embed="R613eee32da6f4f5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8C8118A-0A7A-4FB4-AD33-03B77EB6C55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E5D15A52-CC1D-48CE-BA11-8A1B0A060C2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5A13BD06-0D49-4FF4-8E7D-39ADC980717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48BF8ABF-488A-4D4B-A019-F2BC92C08147}"/>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407DB971-F6EE-4D3D-953D-F68019D9889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CO₂를 소거해 목표 반응을 만든다</a:t>
            </a:r>
          </a:p>
        </p:txBody>
      </p:sp>
      <p:pic>
        <p:nvPicPr>
          <p:cNvPr id="7" name="">
            <a:extLst xmlns:a="http://schemas.openxmlformats.org/drawingml/2006/main">
              <a:ext uri="{FF2B5EF4-FFF2-40B4-BE49-F238E27FC236}">
                <a16:creationId xmlns:a16="http://schemas.microsoft.com/office/drawing/2014/main" id="{109E2845-1DD2-40D2-91C1-8F273E846477}"/>
              </a:ext>
            </a:extLst>
          </p:cNvPr>
          <p:cNvPicPr>
            <a:picLocks xmlns:a="http://schemas.openxmlformats.org/drawingml/2006/main" noChangeAspect="1"/>
          </p:cNvPicPr>
          <p:nvPr/>
        </p:nvPicPr>
        <p:blipFill>
          <a:blip xmlns:r="http://schemas.openxmlformats.org/officeDocument/2006/relationships" xmlns:a="http://schemas.openxmlformats.org/drawingml/2006/main" r:embed="Rcc806ed7de3e4fe8"/>
          <a:stretch xmlns:a="http://schemas.openxmlformats.org/drawingml/2006/main"/>
        </p:blipFill>
        <p:spPr>
          <a:xfrm xmlns:a="http://schemas.openxmlformats.org/drawingml/2006/main">
            <a:off x="4833101" y="4191000"/>
            <a:ext cx="8621799" cy="3429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FD7EFDB7-907C-45BD-8330-1726C045C8A0}"/>
              </a:ext>
            </a:extLst>
          </p:cNvPr>
          <p:cNvPicPr>
            <a:picLocks xmlns:a="http://schemas.openxmlformats.org/drawingml/2006/main" noChangeAspect="1"/>
          </p:cNvPicPr>
          <p:nvPr/>
        </p:nvPicPr>
        <p:blipFill>
          <a:blip xmlns:r="http://schemas.openxmlformats.org/officeDocument/2006/relationships" xmlns:a="http://schemas.openxmlformats.org/drawingml/2006/main" r:embed="Rfd9a1e744cd149ae"/>
          <a:stretch xmlns:a="http://schemas.openxmlformats.org/drawingml/2006/main"/>
        </p:blipFill>
        <p:spPr>
          <a:xfrm xmlns:a="http://schemas.openxmlformats.org/drawingml/2006/main">
            <a:off x="6861844" y="8477010"/>
            <a:ext cx="4564312" cy="571980"/>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A86B9025-1C1E-45B8-9DB7-46A4E4FF1E1E}"/>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공통 물질을 소거하고, 산소는 남은 양을 확인한다.</a:t>
            </a:r>
          </a:p>
        </p:txBody>
      </p:sp>
      <p:sp>
        <p:nvSpPr>
          <p:cNvPr id="12" name="공통 CO₂ 소거 표시">
            <a:extLst xmlns:a="http://schemas.openxmlformats.org/drawingml/2006/main">
              <a:ext uri="{FF2B5EF4-FFF2-40B4-BE49-F238E27FC236}">
                <a16:creationId xmlns:a16="http://schemas.microsoft.com/office/drawing/2014/main" id="{7F799EB8-B968-4646-9B86-C5A66FE1781F}"/>
              </a:ext>
            </a:extLst>
          </p:cNvPr>
          <p:cNvSpPr>
            <a:spLocks xmlns:a="http://schemas.openxmlformats.org/drawingml/2006/main" noGrp="1"/>
          </p:cNvSpPr>
          <p:nvPr/>
        </p:nvSpPr>
        <p:spPr>
          <a:xfrm xmlns:a="http://schemas.openxmlformats.org/drawingml/2006/main">
            <a:off x="11334750" y="4429125"/>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3" name="공통 CO₂ 소거 표시">
            <a:extLst xmlns:a="http://schemas.openxmlformats.org/drawingml/2006/main">
              <a:ext uri="{FF2B5EF4-FFF2-40B4-BE49-F238E27FC236}">
                <a16:creationId xmlns:a16="http://schemas.microsoft.com/office/drawing/2014/main" id="{D0011CDB-C616-480D-9F11-FEE05514D446}"/>
              </a:ext>
            </a:extLst>
          </p:cNvPr>
          <p:cNvSpPr>
            <a:spLocks xmlns:a="http://schemas.openxmlformats.org/drawingml/2006/main" noGrp="1"/>
          </p:cNvSpPr>
          <p:nvPr/>
        </p:nvSpPr>
        <p:spPr>
          <a:xfrm xmlns:a="http://schemas.openxmlformats.org/drawingml/2006/main">
            <a:off x="11144250" y="5524500"/>
            <a:ext cx="1619250" cy="409575"/>
          </a:xfrm>
          <a:custGeom xmlns:a="http://schemas.openxmlformats.org/drawingml/2006/main">
            <a:pathLst>
              <a:path w="1619250" h="409575">
                <a:moveTo>
                  <a:pt x="0" y="409575"/>
                </a:moveTo>
                <a:lnTo>
                  <a:pt x="1619250" y="0"/>
                </a:lnTo>
              </a:path>
            </a:pathLst>
          </a:custGeom>
          <a:noFill xmlns:a="http://schemas.openxmlformats.org/drawingml/2006/main"/>
          <a:ln xmlns:a="http://schemas.openxmlformats.org/drawingml/2006/main" w="28575">
            <a:solidFill>
              <a:srgbClr val="9FFF68"/>
            </a:solidFill>
          </a:ln>
        </p:spPr>
      </p:sp>
      <p:sp>
        <p:nvSpPr>
          <p:cNvPr id="14" name="소거 설명">
            <a:extLst xmlns:a="http://schemas.openxmlformats.org/drawingml/2006/main">
              <a:ext uri="{FF2B5EF4-FFF2-40B4-BE49-F238E27FC236}">
                <a16:creationId xmlns:a16="http://schemas.microsoft.com/office/drawing/2014/main" id="{723656FB-34AD-4FCF-BF15-ECDAD845FCFB}"/>
              </a:ext>
            </a:extLst>
          </p:cNvPr>
          <p:cNvSpPr>
            <a:spLocks xmlns:a="http://schemas.openxmlformats.org/drawingml/2006/main" noGrp="1"/>
          </p:cNvSpPr>
          <p:nvPr/>
        </p:nvSpPr>
        <p:spPr>
          <a:xfrm xmlns:a="http://schemas.openxmlformats.org/drawingml/2006/main">
            <a:off x="13811250" y="4610100"/>
            <a:ext cx="3190875" cy="1447800"/>
          </a:xfrm>
          <a:prstGeom xmlns:a="http://schemas.openxmlformats.org/drawingml/2006/main" prst="roundRect">
            <a:avLst>
              <a:gd name="adj" fmla="val 11842"/>
            </a:avLst>
          </a:prstGeom>
          <a:solidFill xmlns:a="http://schemas.openxmlformats.org/drawingml/2006/main">
            <a:srgbClr val="172015"/>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F4BD7B38-F7D5-46F5-A61C-67220F90B4A2}"/>
              </a:ext>
            </a:extLst>
          </p:cNvPr>
          <p:cNvSpPr>
            <a:spLocks xmlns:a="http://schemas.openxmlformats.org/drawingml/2006/main" noGrp="1"/>
          </p:cNvSpPr>
          <p:nvPr/>
        </p:nvSpPr>
        <p:spPr>
          <a:xfrm xmlns:a="http://schemas.openxmlformats.org/drawingml/2006/main">
            <a:off x="14001750" y="47720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1">
                <a:solidFill>
                  <a:srgbClr val="9FFF68"/>
                </a:solidFill>
                <a:latin typeface="Pretendard"/>
                <a:ea typeface="Pretendard"/>
                <a:cs typeface="Pretendard"/>
              </a:defRPr>
            </a:defPPr>
            <a:lvl1pPr algn="ctr">
              <a:defRPr sz="2100" b="1">
                <a:solidFill>
                  <a:srgbClr val="9FFF68"/>
                </a:solidFill>
                <a:latin typeface="Pretendard"/>
                <a:ea typeface="Pretendard"/>
                <a:cs typeface="Pretendard"/>
              </a:defRPr>
            </a:lvl1pPr>
            <a:lvl2pPr algn="ctr">
              <a:defRPr sz="2100" b="1">
                <a:solidFill>
                  <a:srgbClr val="9FFF68"/>
                </a:solidFill>
                <a:latin typeface="Pretendard"/>
                <a:ea typeface="Pretendard"/>
                <a:cs typeface="Pretendard"/>
              </a:defRPr>
            </a:lvl2pPr>
            <a:lvl3pPr algn="ctr">
              <a:defRPr sz="2100" b="1">
                <a:solidFill>
                  <a:srgbClr val="9FFF68"/>
                </a:solidFill>
                <a:latin typeface="Pretendard"/>
                <a:ea typeface="Pretendard"/>
                <a:cs typeface="Pretendard"/>
              </a:defRPr>
            </a:lvl3pPr>
            <a:lvl4pPr algn="ctr">
              <a:defRPr sz="2100" b="1">
                <a:solidFill>
                  <a:srgbClr val="9FFF68"/>
                </a:solidFill>
                <a:latin typeface="Pretendard"/>
                <a:ea typeface="Pretendard"/>
                <a:cs typeface="Pretendard"/>
              </a:defRPr>
            </a:lvl4pPr>
            <a:lvl5pPr algn="ctr">
              <a:defRPr sz="2100" b="1">
                <a:solidFill>
                  <a:srgbClr val="9FFF68"/>
                </a:solidFill>
                <a:latin typeface="Pretendard"/>
                <a:ea typeface="Pretendard"/>
                <a:cs typeface="Pretendard"/>
              </a:defRPr>
            </a:lvl5pPr>
            <a:lvl6pPr algn="ctr">
              <a:defRPr sz="2100" b="1">
                <a:solidFill>
                  <a:srgbClr val="9FFF68"/>
                </a:solidFill>
                <a:latin typeface="Pretendard"/>
                <a:ea typeface="Pretendard"/>
                <a:cs typeface="Pretendard"/>
              </a:defRPr>
            </a:lvl6pPr>
            <a:lvl7pPr algn="ctr">
              <a:defRPr sz="2100" b="1">
                <a:solidFill>
                  <a:srgbClr val="9FFF68"/>
                </a:solidFill>
                <a:latin typeface="Pretendard"/>
                <a:ea typeface="Pretendard"/>
                <a:cs typeface="Pretendard"/>
              </a:defRPr>
            </a:lvl7pPr>
            <a:lvl8pPr algn="ctr">
              <a:defRPr sz="2100" b="1">
                <a:solidFill>
                  <a:srgbClr val="9FFF68"/>
                </a:solidFill>
                <a:latin typeface="Pretendard"/>
                <a:ea typeface="Pretendard"/>
                <a:cs typeface="Pretendard"/>
              </a:defRPr>
            </a:lvl8pPr>
            <a:lvl9pPr algn="ctr">
              <a:defRPr sz="2100" b="1">
                <a:solidFill>
                  <a:srgbClr val="9FFF68"/>
                </a:solidFill>
                <a:latin typeface="Pretendard"/>
                <a:ea typeface="Pretendard"/>
                <a:cs typeface="Pretendard"/>
              </a:defRPr>
            </a:lvl9pPr>
          </a:lstStyle>
          <a:p xmlns:a="http://schemas.openxmlformats.org/drawingml/2006/main">
            <a:pPr algn="ctr">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같은 CO₂는 소거</a:t>
            </a:r>
          </a:p>
        </p:txBody>
      </p:sp>
      <p:sp>
        <p:nvSpPr>
          <p:cNvPr id="16" name="text">
            <a:extLst xmlns:a="http://schemas.openxmlformats.org/drawingml/2006/main">
              <a:ext uri="{FF2B5EF4-FFF2-40B4-BE49-F238E27FC236}">
                <a16:creationId xmlns:a16="http://schemas.microsoft.com/office/drawing/2014/main" id="{7E603597-C00D-443B-A9AC-2BA913C7C5FD}"/>
              </a:ext>
            </a:extLst>
          </p:cNvPr>
          <p:cNvSpPr>
            <a:spLocks xmlns:a="http://schemas.openxmlformats.org/drawingml/2006/main" noGrp="1"/>
          </p:cNvSpPr>
          <p:nvPr/>
        </p:nvSpPr>
        <p:spPr>
          <a:xfrm xmlns:a="http://schemas.openxmlformats.org/drawingml/2006/main">
            <a:off x="14001750" y="5305425"/>
            <a:ext cx="28098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FFFFFF"/>
                </a:solidFill>
                <a:latin typeface="Pretendard"/>
                <a:ea typeface="Pretendard"/>
                <a:cs typeface="Pretendard"/>
              </a:defRPr>
            </a:defPPr>
            <a:lvl1pPr algn="ctr">
              <a:defRPr sz="1875" b="0">
                <a:solidFill>
                  <a:srgbClr val="FFFFFF"/>
                </a:solidFill>
                <a:latin typeface="Pretendard"/>
                <a:ea typeface="Pretendard"/>
                <a:cs typeface="Pretendard"/>
              </a:defRPr>
            </a:lvl1pPr>
            <a:lvl2pPr algn="ctr">
              <a:defRPr sz="1875" b="0">
                <a:solidFill>
                  <a:srgbClr val="FFFFFF"/>
                </a:solidFill>
                <a:latin typeface="Pretendard"/>
                <a:ea typeface="Pretendard"/>
                <a:cs typeface="Pretendard"/>
              </a:defRPr>
            </a:lvl2pPr>
            <a:lvl3pPr algn="ctr">
              <a:defRPr sz="1875" b="0">
                <a:solidFill>
                  <a:srgbClr val="FFFFFF"/>
                </a:solidFill>
                <a:latin typeface="Pretendard"/>
                <a:ea typeface="Pretendard"/>
                <a:cs typeface="Pretendard"/>
              </a:defRPr>
            </a:lvl3pPr>
            <a:lvl4pPr algn="ctr">
              <a:defRPr sz="1875" b="0">
                <a:solidFill>
                  <a:srgbClr val="FFFFFF"/>
                </a:solidFill>
                <a:latin typeface="Pretendard"/>
                <a:ea typeface="Pretendard"/>
                <a:cs typeface="Pretendard"/>
              </a:defRPr>
            </a:lvl4pPr>
            <a:lvl5pPr algn="ctr">
              <a:defRPr sz="1875" b="0">
                <a:solidFill>
                  <a:srgbClr val="FFFFFF"/>
                </a:solidFill>
                <a:latin typeface="Pretendard"/>
                <a:ea typeface="Pretendard"/>
                <a:cs typeface="Pretendard"/>
              </a:defRPr>
            </a:lvl5pPr>
            <a:lvl6pPr algn="ctr">
              <a:defRPr sz="1875" b="0">
                <a:solidFill>
                  <a:srgbClr val="FFFFFF"/>
                </a:solidFill>
                <a:latin typeface="Pretendard"/>
                <a:ea typeface="Pretendard"/>
                <a:cs typeface="Pretendard"/>
              </a:defRPr>
            </a:lvl6pPr>
            <a:lvl7pPr algn="ctr">
              <a:defRPr sz="1875" b="0">
                <a:solidFill>
                  <a:srgbClr val="FFFFFF"/>
                </a:solidFill>
                <a:latin typeface="Pretendard"/>
                <a:ea typeface="Pretendard"/>
                <a:cs typeface="Pretendard"/>
              </a:defRPr>
            </a:lvl7pPr>
            <a:lvl8pPr algn="ctr">
              <a:defRPr sz="1875" b="0">
                <a:solidFill>
                  <a:srgbClr val="FFFFFF"/>
                </a:solidFill>
                <a:latin typeface="Pretendard"/>
                <a:ea typeface="Pretendard"/>
                <a:cs typeface="Pretendard"/>
              </a:defRPr>
            </a:lvl8pPr>
            <a:lvl9pPr algn="ctr">
              <a:defRPr sz="1875" b="0">
                <a:solidFill>
                  <a:srgbClr val="FFFFFF"/>
                </a:solidFill>
                <a:latin typeface="Pretendard"/>
                <a:ea typeface="Pretendard"/>
                <a:cs typeface="Pretendard"/>
              </a:defRPr>
            </a:lvl9pPr>
          </a:lstStyle>
          <a:p xmlns:a="http://schemas.openxmlformats.org/drawingml/2006/main">
            <a:pPr algn="ctr">
              <a:defRPr sz="1875" b="0">
                <a:solidFill>
                  <a:srgbClr val="FFFFFF"/>
                </a:solidFill>
                <a:latin typeface="Pretendard"/>
                <a:ea typeface="Pretendard"/>
                <a:cs typeface="Pretendard"/>
              </a:defRPr>
            </a:pPr>
            <a:r>
              <a:rPr sz="1875" b="0">
                <a:solidFill>
                  <a:srgbClr val="FFFFFF"/>
                </a:solidFill>
                <a:latin typeface="Pretendard"/>
                <a:ea typeface="Pretendard"/>
                <a:cs typeface="Pretendard"/>
              </a:rPr>
              <a:t>산소는 절반만 소거</a:t>
            </a:r>
          </a:p>
        </p:txBody>
      </p:sp>
      <p:sp>
        <p:nvSpPr>
          <p:cNvPr id="17" name="text">
            <a:extLst xmlns:a="http://schemas.openxmlformats.org/drawingml/2006/main">
              <a:ext uri="{FF2B5EF4-FFF2-40B4-BE49-F238E27FC236}">
                <a16:creationId xmlns:a16="http://schemas.microsoft.com/office/drawing/2014/main" id="{DE74516B-7B19-48F9-92B1-25C700541FDA}"/>
              </a:ext>
            </a:extLst>
          </p:cNvPr>
          <p:cNvSpPr>
            <a:spLocks xmlns:a="http://schemas.openxmlformats.org/drawingml/2006/main" noGrp="1"/>
          </p:cNvSpPr>
          <p:nvPr/>
        </p:nvSpPr>
        <p:spPr>
          <a:xfrm xmlns:a="http://schemas.openxmlformats.org/drawingml/2006/main">
            <a:off x="6762750" y="7705725"/>
            <a:ext cx="476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BBBBBB"/>
                </a:solidFill>
                <a:latin typeface="Pretendard"/>
                <a:ea typeface="Pretendard"/>
                <a:cs typeface="Pretendard"/>
              </a:defRPr>
            </a:defPPr>
            <a:lvl1pPr algn="ctr">
              <a:defRPr sz="2100" b="0">
                <a:solidFill>
                  <a:srgbClr val="BBBBBB"/>
                </a:solidFill>
                <a:latin typeface="Pretendard"/>
                <a:ea typeface="Pretendard"/>
                <a:cs typeface="Pretendard"/>
              </a:defRPr>
            </a:lvl1pPr>
            <a:lvl2pPr algn="ctr">
              <a:defRPr sz="2100" b="0">
                <a:solidFill>
                  <a:srgbClr val="BBBBBB"/>
                </a:solidFill>
                <a:latin typeface="Pretendard"/>
                <a:ea typeface="Pretendard"/>
                <a:cs typeface="Pretendard"/>
              </a:defRPr>
            </a:lvl2pPr>
            <a:lvl3pPr algn="ctr">
              <a:defRPr sz="2100" b="0">
                <a:solidFill>
                  <a:srgbClr val="BBBBBB"/>
                </a:solidFill>
                <a:latin typeface="Pretendard"/>
                <a:ea typeface="Pretendard"/>
                <a:cs typeface="Pretendard"/>
              </a:defRPr>
            </a:lvl3pPr>
            <a:lvl4pPr algn="ctr">
              <a:defRPr sz="2100" b="0">
                <a:solidFill>
                  <a:srgbClr val="BBBBBB"/>
                </a:solidFill>
                <a:latin typeface="Pretendard"/>
                <a:ea typeface="Pretendard"/>
                <a:cs typeface="Pretendard"/>
              </a:defRPr>
            </a:lvl4pPr>
            <a:lvl5pPr algn="ctr">
              <a:defRPr sz="2100" b="0">
                <a:solidFill>
                  <a:srgbClr val="BBBBBB"/>
                </a:solidFill>
                <a:latin typeface="Pretendard"/>
                <a:ea typeface="Pretendard"/>
                <a:cs typeface="Pretendard"/>
              </a:defRPr>
            </a:lvl5pPr>
            <a:lvl6pPr algn="ctr">
              <a:defRPr sz="2100" b="0">
                <a:solidFill>
                  <a:srgbClr val="BBBBBB"/>
                </a:solidFill>
                <a:latin typeface="Pretendard"/>
                <a:ea typeface="Pretendard"/>
                <a:cs typeface="Pretendard"/>
              </a:defRPr>
            </a:lvl6pPr>
            <a:lvl7pPr algn="ctr">
              <a:defRPr sz="2100" b="0">
                <a:solidFill>
                  <a:srgbClr val="BBBBBB"/>
                </a:solidFill>
                <a:latin typeface="Pretendard"/>
                <a:ea typeface="Pretendard"/>
                <a:cs typeface="Pretendard"/>
              </a:defRPr>
            </a:lvl7pPr>
            <a:lvl8pPr algn="ctr">
              <a:defRPr sz="2100" b="0">
                <a:solidFill>
                  <a:srgbClr val="BBBBBB"/>
                </a:solidFill>
                <a:latin typeface="Pretendard"/>
                <a:ea typeface="Pretendard"/>
                <a:cs typeface="Pretendard"/>
              </a:defRPr>
            </a:lvl8pPr>
            <a:lvl9pPr algn="ctr">
              <a:defRPr sz="2100" b="0">
                <a:solidFill>
                  <a:srgbClr val="BBBBBB"/>
                </a:solidFill>
                <a:latin typeface="Pretendard"/>
                <a:ea typeface="Pretendard"/>
                <a:cs typeface="Pretendard"/>
              </a:defRPr>
            </a:lvl9pPr>
          </a:lstStyle>
          <a:p xmlns:a="http://schemas.openxmlformats.org/drawingml/2006/main">
            <a:pPr algn="ctr">
              <a:defRPr sz="2100" b="0">
                <a:solidFill>
                  <a:srgbClr val="BBBBBB"/>
                </a:solidFill>
                <a:latin typeface="Pretendard"/>
                <a:ea typeface="Pretendard"/>
                <a:cs typeface="Pretendard"/>
              </a:defRPr>
            </a:pPr>
            <a:r>
              <a:rPr sz="2100" b="0">
                <a:solidFill>
                  <a:srgbClr val="BBBBBB"/>
                </a:solidFill>
                <a:latin typeface="Pretendard"/>
                <a:ea typeface="Pretendard"/>
                <a:cs typeface="Pretendard"/>
              </a:rPr>
              <a:t>산소는 절반이 남는다.</a:t>
            </a:r>
          </a:p>
        </p:txBody>
      </p:sp>
      <p:sp>
        <p:nvSpPr>
          <p:cNvPr id="18" name="산소 공통 부분 소거 · 최종 절반 잔류">
            <a:extLst xmlns:a="http://schemas.openxmlformats.org/drawingml/2006/main">
              <a:ext uri="{FF2B5EF4-FFF2-40B4-BE49-F238E27FC236}">
                <a16:creationId xmlns:a16="http://schemas.microsoft.com/office/drawing/2014/main" id="{87ACF380-A6F7-4845-8D34-B4DC5F87EA4C}"/>
              </a:ext>
            </a:extLst>
          </p:cNvPr>
          <p:cNvSpPr>
            <a:spLocks xmlns:a="http://schemas.openxmlformats.org/drawingml/2006/main" noGrp="1"/>
          </p:cNvSpPr>
          <p:nvPr/>
        </p:nvSpPr>
        <p:spPr>
          <a:xfrm xmlns:a="http://schemas.openxmlformats.org/drawingml/2006/main">
            <a:off x="8896350" y="4438650"/>
            <a:ext cx="1104900" cy="400050"/>
          </a:xfrm>
          <a:custGeom xmlns:a="http://schemas.openxmlformats.org/drawingml/2006/main">
            <a:pathLst>
              <a:path w="1104900" h="400050">
                <a:moveTo>
                  <a:pt x="0" y="400050"/>
                </a:moveTo>
                <a:lnTo>
                  <a:pt x="1104900" y="0"/>
                </a:lnTo>
              </a:path>
            </a:pathLst>
          </a:custGeom>
          <a:noFill xmlns:a="http://schemas.openxmlformats.org/drawingml/2006/main"/>
          <a:ln xmlns:a="http://schemas.openxmlformats.org/drawingml/2006/main" w="28575">
            <a:solidFill>
              <a:srgbClr val="9FFF68"/>
            </a:solidFill>
          </a:ln>
        </p:spPr>
      </p:sp>
      <p:sp>
        <p:nvSpPr>
          <p:cNvPr id="19" name="산소 공통 부분 소거 · 최종 절반 잔류">
            <a:extLst xmlns:a="http://schemas.openxmlformats.org/drawingml/2006/main">
              <a:ext uri="{FF2B5EF4-FFF2-40B4-BE49-F238E27FC236}">
                <a16:creationId xmlns:a16="http://schemas.microsoft.com/office/drawing/2014/main" id="{7E4D9F19-740B-4BFC-A9CD-A0A834A170CE}"/>
              </a:ext>
            </a:extLst>
          </p:cNvPr>
          <p:cNvSpPr>
            <a:spLocks xmlns:a="http://schemas.openxmlformats.org/drawingml/2006/main" noGrp="1"/>
          </p:cNvSpPr>
          <p:nvPr/>
        </p:nvSpPr>
        <p:spPr>
          <a:xfrm xmlns:a="http://schemas.openxmlformats.org/drawingml/2006/main">
            <a:off x="8048625" y="5495925"/>
            <a:ext cx="1733550" cy="447675"/>
          </a:xfrm>
          <a:custGeom xmlns:a="http://schemas.openxmlformats.org/drawingml/2006/main">
            <a:pathLst>
              <a:path w="1733550" h="447675">
                <a:moveTo>
                  <a:pt x="0" y="447675"/>
                </a:moveTo>
                <a:lnTo>
                  <a:pt x="1733550" y="0"/>
                </a:lnTo>
              </a:path>
            </a:pathLst>
          </a:custGeom>
          <a:noFill xmlns:a="http://schemas.openxmlformats.org/drawingml/2006/main"/>
          <a:ln xmlns:a="http://schemas.openxmlformats.org/drawingml/2006/main" w="28575">
            <a:solidFill>
              <a:srgbClr val="9FFF68"/>
            </a:solidFill>
          </a:ln>
        </p:spPr>
      </p:sp>
    </p:spTree>
    <p:extLst>
      <p:ext uri="{BB962C8B-B14F-4D97-AF65-F5344CB8AC3E}">
        <p14:creationId xmlns:p14="http://schemas.microsoft.com/office/powerpoint/2010/main" val="2001190377"/>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2" name="레퍼런스 내용 영역">
            <a:extLst xmlns:a="http://schemas.openxmlformats.org/drawingml/2006/main">
              <a:ext uri="{FF2B5EF4-FFF2-40B4-BE49-F238E27FC236}">
                <a16:creationId xmlns:a16="http://schemas.microsoft.com/office/drawing/2014/main" id="{B7AB9AEE-E15C-4A90-9D6B-056863D69E79}"/>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CF781AEB-D300-4C11-BC20-78F90A7368AC}"/>
              </a:ext>
            </a:extLst>
          </p:cNvPr>
          <p:cNvPicPr>
            <a:picLocks xmlns:a="http://schemas.openxmlformats.org/drawingml/2006/main" noChangeAspect="1"/>
          </p:cNvPicPr>
          <p:nvPr/>
        </p:nvPicPr>
        <p:blipFill>
          <a:blip xmlns:r="http://schemas.openxmlformats.org/officeDocument/2006/relationships" xmlns:a="http://schemas.openxmlformats.org/drawingml/2006/main" r:embed="Rd7a18f63f82e445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91F6616-3846-4CB3-8E6B-C585B6E2CEDF}"/>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CD3E87BE-A2A0-4652-A816-462E3601519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8C04B858-2928-4BB7-AEAB-391A70CC414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6CBE1EBF-304D-4C39-B1BE-9405C65AD66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3FA106AB-F51B-4D10-A4B4-F418ED8B019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CO 생성 반응의 반응 엔탈피</a:t>
            </a:r>
          </a:p>
        </p:txBody>
      </p:sp>
      <p:pic>
        <p:nvPicPr>
          <p:cNvPr id="8" name="">
            <a:extLst xmlns:a="http://schemas.openxmlformats.org/drawingml/2006/main">
              <a:ext uri="{FF2B5EF4-FFF2-40B4-BE49-F238E27FC236}">
                <a16:creationId xmlns:a16="http://schemas.microsoft.com/office/drawing/2014/main" id="{E59839F2-AE81-4101-9C8F-0D26F7A2AFDB}"/>
              </a:ext>
            </a:extLst>
          </p:cNvPr>
          <p:cNvPicPr>
            <a:picLocks xmlns:a="http://schemas.openxmlformats.org/drawingml/2006/main" noChangeAspect="1"/>
          </p:cNvPicPr>
          <p:nvPr/>
        </p:nvPicPr>
        <p:blipFill>
          <a:blip xmlns:r="http://schemas.openxmlformats.org/officeDocument/2006/relationships" xmlns:a="http://schemas.openxmlformats.org/drawingml/2006/main" r:embed="R16696a492c284e01"/>
          <a:stretch xmlns:a="http://schemas.openxmlformats.org/drawingml/2006/main"/>
        </p:blipFill>
        <p:spPr>
          <a:xfrm xmlns:a="http://schemas.openxmlformats.org/drawingml/2006/main">
            <a:off x="3545955" y="4802749"/>
            <a:ext cx="11196090" cy="681501"/>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1B12DE5E-715C-4768-B0EA-418E9BFF5138}"/>
              </a:ext>
            </a:extLst>
          </p:cNvPr>
          <p:cNvPicPr>
            <a:picLocks xmlns:a="http://schemas.openxmlformats.org/drawingml/2006/main" noChangeAspect="1"/>
          </p:cNvPicPr>
          <p:nvPr/>
        </p:nvPicPr>
        <p:blipFill>
          <a:blip xmlns:r="http://schemas.openxmlformats.org/officeDocument/2006/relationships" xmlns:a="http://schemas.openxmlformats.org/drawingml/2006/main" r:embed="R87e641dffae94e64"/>
          <a:stretch xmlns:a="http://schemas.openxmlformats.org/drawingml/2006/main"/>
        </p:blipFill>
        <p:spPr>
          <a:xfrm xmlns:a="http://schemas.openxmlformats.org/drawingml/2006/main">
            <a:off x="3545955" y="5857875"/>
            <a:ext cx="11196090" cy="1000125"/>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EC9E26BC-ACEA-4A67-AE68-EC860E716B6F}"/>
              </a:ext>
            </a:extLst>
          </p:cNvPr>
          <p:cNvPicPr>
            <a:picLocks xmlns:a="http://schemas.openxmlformats.org/drawingml/2006/main" noChangeAspect="1"/>
          </p:cNvPicPr>
          <p:nvPr/>
        </p:nvPicPr>
        <p:blipFill>
          <a:blip xmlns:r="http://schemas.openxmlformats.org/officeDocument/2006/relationships" xmlns:a="http://schemas.openxmlformats.org/drawingml/2006/main" r:embed="Racb0aed7ca924aa6"/>
          <a:stretch xmlns:a="http://schemas.openxmlformats.org/drawingml/2006/main"/>
        </p:blipFill>
        <p:spPr>
          <a:xfrm xmlns:a="http://schemas.openxmlformats.org/drawingml/2006/main">
            <a:off x="6165436" y="7802282"/>
            <a:ext cx="5957129" cy="1445187"/>
          </a:xfrm>
          <a:prstGeom xmlns:a="http://schemas.openxmlformats.org/drawingml/2006/main" prst="rect">
            <a:avLst/>
          </a:prstGeom>
        </p:spPr>
      </p:pic>
    </p:spTree>
    <p:extLst>
      <p:ext uri="{BB962C8B-B14F-4D97-AF65-F5344CB8AC3E}">
        <p14:creationId xmlns:p14="http://schemas.microsoft.com/office/powerpoint/2010/main" val="1688185484"/>
      </p:ext>
    </p:extLst>
  </p:cSld>
</p:sld>
</file>

<file path=ppt/slides/slide1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AF412E7E-7E6A-434F-B1C2-9C25DC4E940D}"/>
              </a:ext>
            </a:extLst>
          </p:cNvPr>
          <p:cNvPicPr>
            <a:picLocks xmlns:a="http://schemas.openxmlformats.org/drawingml/2006/main" noChangeAspect="1"/>
          </p:cNvPicPr>
          <p:nvPr/>
        </p:nvPicPr>
        <p:blipFill>
          <a:blip xmlns:r="http://schemas.openxmlformats.org/officeDocument/2006/relationships" xmlns:a="http://schemas.openxmlformats.org/drawingml/2006/main" r:embed="R58c8e8499e164fe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91BF0DC-D73F-4082-8D41-0EB6C50C41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F8E421B1-4A15-4AD4-8F59-A9262622C5C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9FB8714-2C64-4208-B1DB-6DD53A5BF5C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AD05F64-03B2-4056-A368-1B7650212BF3}"/>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66C93EAE-8ED3-479D-A8C2-DE3702868B4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흑연으로 다이아몬드를 만들 수 있을까?</a:t>
            </a:r>
          </a:p>
        </p:txBody>
      </p:sp>
      <p:sp>
        <p:nvSpPr>
          <p:cNvPr id="7" name="text">
            <a:extLst xmlns:a="http://schemas.openxmlformats.org/drawingml/2006/main">
              <a:ext uri="{FF2B5EF4-FFF2-40B4-BE49-F238E27FC236}">
                <a16:creationId xmlns:a16="http://schemas.microsoft.com/office/drawing/2014/main" id="{CD27E0B7-18E8-40BD-911D-38DB439798DF}"/>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보통 조건에서는 변화가 매우 느려 반응 엔탈피를 직접 측정하기 어렵다.</a:t>
            </a:r>
          </a:p>
        </p:txBody>
      </p:sp>
      <p:sp>
        <p:nvSpPr>
          <p:cNvPr id="8" name="text">
            <a:extLst xmlns:a="http://schemas.openxmlformats.org/drawingml/2006/main">
              <a:ext uri="{FF2B5EF4-FFF2-40B4-BE49-F238E27FC236}">
                <a16:creationId xmlns:a16="http://schemas.microsoft.com/office/drawing/2014/main" id="{7E5AEE33-5673-45A3-A696-5823A6CD1AF5}"/>
              </a:ext>
            </a:extLst>
          </p:cNvPr>
          <p:cNvSpPr>
            <a:spLocks xmlns:a="http://schemas.openxmlformats.org/drawingml/2006/main" noGrp="1"/>
          </p:cNvSpPr>
          <p:nvPr/>
        </p:nvSpPr>
        <p:spPr>
          <a:xfrm xmlns:a="http://schemas.openxmlformats.org/drawingml/2006/main">
            <a:off x="1828800" y="4724400"/>
            <a:ext cx="952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1">
                <a:solidFill>
                  <a:srgbClr val="9FFF68"/>
                </a:solidFill>
                <a:latin typeface="Pretendard"/>
                <a:ea typeface="Pretendard"/>
                <a:cs typeface="Pretendard"/>
              </a:defRPr>
            </a:defPPr>
            <a:lvl1pPr algn="l">
              <a:defRPr sz="3150" b="1">
                <a:solidFill>
                  <a:srgbClr val="9FFF68"/>
                </a:solidFill>
                <a:latin typeface="Pretendard"/>
                <a:ea typeface="Pretendard"/>
                <a:cs typeface="Pretendard"/>
              </a:defRPr>
            </a:lvl1pPr>
            <a:lvl2pPr algn="l">
              <a:defRPr sz="3150" b="1">
                <a:solidFill>
                  <a:srgbClr val="9FFF68"/>
                </a:solidFill>
                <a:latin typeface="Pretendard"/>
                <a:ea typeface="Pretendard"/>
                <a:cs typeface="Pretendard"/>
              </a:defRPr>
            </a:lvl2pPr>
            <a:lvl3pPr algn="l">
              <a:defRPr sz="3150" b="1">
                <a:solidFill>
                  <a:srgbClr val="9FFF68"/>
                </a:solidFill>
                <a:latin typeface="Pretendard"/>
                <a:ea typeface="Pretendard"/>
                <a:cs typeface="Pretendard"/>
              </a:defRPr>
            </a:lvl3pPr>
            <a:lvl4pPr algn="l">
              <a:defRPr sz="3150" b="1">
                <a:solidFill>
                  <a:srgbClr val="9FFF68"/>
                </a:solidFill>
                <a:latin typeface="Pretendard"/>
                <a:ea typeface="Pretendard"/>
                <a:cs typeface="Pretendard"/>
              </a:defRPr>
            </a:lvl4pPr>
            <a:lvl5pPr algn="l">
              <a:defRPr sz="3150" b="1">
                <a:solidFill>
                  <a:srgbClr val="9FFF68"/>
                </a:solidFill>
                <a:latin typeface="Pretendard"/>
                <a:ea typeface="Pretendard"/>
                <a:cs typeface="Pretendard"/>
              </a:defRPr>
            </a:lvl5pPr>
            <a:lvl6pPr algn="l">
              <a:defRPr sz="3150" b="1">
                <a:solidFill>
                  <a:srgbClr val="9FFF68"/>
                </a:solidFill>
                <a:latin typeface="Pretendard"/>
                <a:ea typeface="Pretendard"/>
                <a:cs typeface="Pretendard"/>
              </a:defRPr>
            </a:lvl6pPr>
            <a:lvl7pPr algn="l">
              <a:defRPr sz="3150" b="1">
                <a:solidFill>
                  <a:srgbClr val="9FFF68"/>
                </a:solidFill>
                <a:latin typeface="Pretendard"/>
                <a:ea typeface="Pretendard"/>
                <a:cs typeface="Pretendard"/>
              </a:defRPr>
            </a:lvl7pPr>
            <a:lvl8pPr algn="l">
              <a:defRPr sz="3150" b="1">
                <a:solidFill>
                  <a:srgbClr val="9FFF68"/>
                </a:solidFill>
                <a:latin typeface="Pretendard"/>
                <a:ea typeface="Pretendard"/>
                <a:cs typeface="Pretendard"/>
              </a:defRPr>
            </a:lvl8pPr>
            <a:lvl9pPr algn="l">
              <a:defRPr sz="3150" b="1">
                <a:solidFill>
                  <a:srgbClr val="9FFF68"/>
                </a:solidFill>
                <a:latin typeface="Pretendard"/>
                <a:ea typeface="Pretendard"/>
                <a:cs typeface="Pretendard"/>
              </a:defRPr>
            </a:lvl9pPr>
          </a:lstStyle>
          <a:p xmlns:a="http://schemas.openxmlformats.org/drawingml/2006/main">
            <a:pPr algn="l">
              <a:defRPr sz="3150" b="1">
                <a:solidFill>
                  <a:srgbClr val="9FFF68"/>
                </a:solidFill>
                <a:latin typeface="Pretendard"/>
                <a:ea typeface="Pretendard"/>
                <a:cs typeface="Pretendard"/>
              </a:defRPr>
            </a:pPr>
            <a:r>
              <a:rPr sz="3150" b="1">
                <a:solidFill>
                  <a:srgbClr val="9FFF68"/>
                </a:solidFill>
                <a:latin typeface="Pretendard"/>
                <a:ea typeface="Pretendard"/>
                <a:cs typeface="Pretendard"/>
              </a:rPr>
              <a:t>구하려는 반응</a:t>
            </a:r>
          </a:p>
        </p:txBody>
      </p:sp>
      <p:pic>
        <p:nvPicPr>
          <p:cNvPr id="9" name="">
            <a:extLst xmlns:a="http://schemas.openxmlformats.org/drawingml/2006/main">
              <a:ext uri="{FF2B5EF4-FFF2-40B4-BE49-F238E27FC236}">
                <a16:creationId xmlns:a16="http://schemas.microsoft.com/office/drawing/2014/main" id="{CAE12291-7DAC-4422-8412-E00A30D5C3F8}"/>
              </a:ext>
            </a:extLst>
          </p:cNvPr>
          <p:cNvPicPr>
            <a:picLocks xmlns:a="http://schemas.openxmlformats.org/drawingml/2006/main" noChangeAspect="1"/>
          </p:cNvPicPr>
          <p:nvPr/>
        </p:nvPicPr>
        <p:blipFill>
          <a:blip xmlns:r="http://schemas.openxmlformats.org/officeDocument/2006/relationships" xmlns:a="http://schemas.openxmlformats.org/drawingml/2006/main" r:embed="R7f3e0ac21c9f4bcb"/>
          <a:stretch xmlns:a="http://schemas.openxmlformats.org/drawingml/2006/main"/>
        </p:blipFill>
        <p:spPr>
          <a:xfrm xmlns:a="http://schemas.openxmlformats.org/drawingml/2006/main">
            <a:off x="2276475" y="5581654"/>
            <a:ext cx="7246620" cy="1009641"/>
          </a:xfrm>
          <a:prstGeom xmlns:a="http://schemas.openxmlformats.org/drawingml/2006/main" prst="rect">
            <a:avLst/>
          </a:prstGeom>
        </p:spPr>
      </p:pic>
      <p:sp>
        <p:nvSpPr>
          <p:cNvPr id="10" name="간접 측정 방법">
            <a:extLst xmlns:a="http://schemas.openxmlformats.org/drawingml/2006/main">
              <a:ext uri="{FF2B5EF4-FFF2-40B4-BE49-F238E27FC236}">
                <a16:creationId xmlns:a16="http://schemas.microsoft.com/office/drawing/2014/main" id="{CF7AAF7D-4113-4727-8AC4-790C2DB8D86B}"/>
              </a:ext>
            </a:extLst>
          </p:cNvPr>
          <p:cNvSpPr>
            <a:spLocks xmlns:a="http://schemas.openxmlformats.org/drawingml/2006/main" noGrp="1"/>
          </p:cNvSpPr>
          <p:nvPr/>
        </p:nvSpPr>
        <p:spPr>
          <a:xfrm xmlns:a="http://schemas.openxmlformats.org/drawingml/2006/main">
            <a:off x="1828800" y="7324725"/>
            <a:ext cx="10477500" cy="1676400"/>
          </a:xfrm>
          <a:prstGeom xmlns:a="http://schemas.openxmlformats.org/drawingml/2006/main" prst="roundRect">
            <a:avLst>
              <a:gd name="adj" fmla="val 10227"/>
            </a:avLst>
          </a:prstGeom>
          <a:solidFill xmlns:a="http://schemas.openxmlformats.org/drawingml/2006/main">
            <a:srgbClr val="242424"/>
          </a:solidFill>
          <a:ln xmlns:a="http://schemas.openxmlformats.org/drawingml/2006/main" w="0">
            <a:noFill/>
          </a:ln>
        </p:spPr>
      </p:sp>
      <p:sp>
        <p:nvSpPr>
          <p:cNvPr id="11" name="text">
            <a:extLst xmlns:a="http://schemas.openxmlformats.org/drawingml/2006/main">
              <a:ext uri="{FF2B5EF4-FFF2-40B4-BE49-F238E27FC236}">
                <a16:creationId xmlns:a16="http://schemas.microsoft.com/office/drawing/2014/main" id="{03BBABDD-5231-4457-BCDD-0FB809AC4668}"/>
              </a:ext>
            </a:extLst>
          </p:cNvPr>
          <p:cNvSpPr>
            <a:spLocks xmlns:a="http://schemas.openxmlformats.org/drawingml/2006/main" noGrp="1"/>
          </p:cNvSpPr>
          <p:nvPr/>
        </p:nvSpPr>
        <p:spPr>
          <a:xfrm xmlns:a="http://schemas.openxmlformats.org/drawingml/2006/main">
            <a:off x="2190750" y="75152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b="0">
                <a:solidFill>
                  <a:srgbClr val="FFFFFF"/>
                </a:solidFill>
                <a:latin typeface="Pretendard"/>
                <a:ea typeface="Pretendard"/>
                <a:cs typeface="Pretendard"/>
              </a:rPr>
              <a:t>흑연과 다이아몬드의 연소열을 각각 측정하고,</a:t>
            </a:r>
          </a:p>
        </p:txBody>
      </p:sp>
      <p:sp>
        <p:nvSpPr>
          <p:cNvPr id="12" name="rich">
            <a:extLst xmlns:a="http://schemas.openxmlformats.org/drawingml/2006/main">
              <a:ext uri="{FF2B5EF4-FFF2-40B4-BE49-F238E27FC236}">
                <a16:creationId xmlns:a16="http://schemas.microsoft.com/office/drawing/2014/main" id="{B2904CC7-6138-4ADA-B61C-D7F4E2411788}"/>
              </a:ext>
            </a:extLst>
          </p:cNvPr>
          <p:cNvSpPr>
            <a:spLocks xmlns:a="http://schemas.openxmlformats.org/drawingml/2006/main" noGrp="1"/>
          </p:cNvSpPr>
          <p:nvPr/>
        </p:nvSpPr>
        <p:spPr>
          <a:xfrm xmlns:a="http://schemas.openxmlformats.org/drawingml/2006/main">
            <a:off x="2190750" y="8201025"/>
            <a:ext cx="9715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150" b="0">
                <a:solidFill>
                  <a:srgbClr val="FFFFFF"/>
                </a:solidFill>
                <a:latin typeface="Pretendard"/>
                <a:ea typeface="Pretendard"/>
                <a:cs typeface="Pretendard"/>
              </a:defRPr>
            </a:defPPr>
            <a:lvl1pPr algn="l">
              <a:defRPr sz="3150" b="0">
                <a:solidFill>
                  <a:srgbClr val="FFFFFF"/>
                </a:solidFill>
                <a:latin typeface="Pretendard"/>
                <a:ea typeface="Pretendard"/>
                <a:cs typeface="Pretendard"/>
              </a:defRPr>
            </a:lvl1pPr>
            <a:lvl2pPr algn="l">
              <a:defRPr sz="3150" b="0">
                <a:solidFill>
                  <a:srgbClr val="FFFFFF"/>
                </a:solidFill>
                <a:latin typeface="Pretendard"/>
                <a:ea typeface="Pretendard"/>
                <a:cs typeface="Pretendard"/>
              </a:defRPr>
            </a:lvl2pPr>
            <a:lvl3pPr algn="l">
              <a:defRPr sz="3150" b="0">
                <a:solidFill>
                  <a:srgbClr val="FFFFFF"/>
                </a:solidFill>
                <a:latin typeface="Pretendard"/>
                <a:ea typeface="Pretendard"/>
                <a:cs typeface="Pretendard"/>
              </a:defRPr>
            </a:lvl3pPr>
            <a:lvl4pPr algn="l">
              <a:defRPr sz="3150" b="0">
                <a:solidFill>
                  <a:srgbClr val="FFFFFF"/>
                </a:solidFill>
                <a:latin typeface="Pretendard"/>
                <a:ea typeface="Pretendard"/>
                <a:cs typeface="Pretendard"/>
              </a:defRPr>
            </a:lvl4pPr>
            <a:lvl5pPr algn="l">
              <a:defRPr sz="3150" b="0">
                <a:solidFill>
                  <a:srgbClr val="FFFFFF"/>
                </a:solidFill>
                <a:latin typeface="Pretendard"/>
                <a:ea typeface="Pretendard"/>
                <a:cs typeface="Pretendard"/>
              </a:defRPr>
            </a:lvl5pPr>
            <a:lvl6pPr algn="l">
              <a:defRPr sz="3150" b="0">
                <a:solidFill>
                  <a:srgbClr val="FFFFFF"/>
                </a:solidFill>
                <a:latin typeface="Pretendard"/>
                <a:ea typeface="Pretendard"/>
                <a:cs typeface="Pretendard"/>
              </a:defRPr>
            </a:lvl6pPr>
            <a:lvl7pPr algn="l">
              <a:defRPr sz="3150" b="0">
                <a:solidFill>
                  <a:srgbClr val="FFFFFF"/>
                </a:solidFill>
                <a:latin typeface="Pretendard"/>
                <a:ea typeface="Pretendard"/>
                <a:cs typeface="Pretendard"/>
              </a:defRPr>
            </a:lvl7pPr>
            <a:lvl8pPr algn="l">
              <a:defRPr sz="3150" b="0">
                <a:solidFill>
                  <a:srgbClr val="FFFFFF"/>
                </a:solidFill>
                <a:latin typeface="Pretendard"/>
                <a:ea typeface="Pretendard"/>
                <a:cs typeface="Pretendard"/>
              </a:defRPr>
            </a:lvl8pPr>
            <a:lvl9pPr algn="l">
              <a:defRPr sz="3150" b="0">
                <a:solidFill>
                  <a:srgbClr val="FFFFFF"/>
                </a:solidFill>
                <a:latin typeface="Pretendard"/>
                <a:ea typeface="Pretendard"/>
                <a:cs typeface="Pretendard"/>
              </a:defRPr>
            </a:lvl9pPr>
          </a:lstStyle>
          <a:p xmlns:a="http://schemas.openxmlformats.org/drawingml/2006/main">
            <a:pPr algn="l">
              <a:defRPr sz="3150" b="0">
                <a:solidFill>
                  <a:srgbClr val="FFFFFF"/>
                </a:solidFill>
                <a:latin typeface="Pretendard"/>
                <a:ea typeface="Pretendard"/>
                <a:cs typeface="Pretendard"/>
              </a:defRPr>
            </a:pPr>
            <a:r>
              <a:rPr sz="3150">
                <a:solidFill>
                  <a:srgbClr val="FFFFFF"/>
                </a:solidFill>
                <a:latin typeface="Pretendard"/>
                <a:ea typeface="Pretendard"/>
                <a:cs typeface="Pretendard"/>
              </a:rPr>
              <a:t>헤스 법칙으로 두 물질 사이의 </a:t>
            </a:r>
            <a:r>
              <a:rPr sz="3150">
                <a:solidFill>
                  <a:srgbClr val="FFFFFF"/>
                </a:solidFill>
                <a:latin typeface="Pretendard"/>
                <a:ea typeface="Pretendard"/>
                <a:cs typeface="Pretendard"/>
              </a:rPr>
              <a:t>Δ</a:t>
            </a:r>
            <a:r>
              <a:rPr sz="3150" i="1">
                <a:solidFill>
                  <a:srgbClr val="FFFFFF"/>
                </a:solidFill>
                <a:latin typeface="Pretendard"/>
                <a:ea typeface="Pretendard"/>
                <a:cs typeface="Pretendard"/>
              </a:rPr>
              <a:t>H</a:t>
            </a:r>
            <a:r>
              <a:rPr sz="3150">
                <a:solidFill>
                  <a:srgbClr val="FFFFFF"/>
                </a:solidFill>
                <a:latin typeface="Pretendard"/>
                <a:ea typeface="Pretendard"/>
                <a:cs typeface="Pretendard"/>
              </a:rPr>
              <a:t>를 구한다.</a:t>
            </a:r>
          </a:p>
        </p:txBody>
      </p:sp>
      <p:pic>
        <p:nvPicPr>
          <p:cNvPr id="13" name="">
            <a:extLst xmlns:a="http://schemas.openxmlformats.org/drawingml/2006/main">
              <a:ext uri="{FF2B5EF4-FFF2-40B4-BE49-F238E27FC236}">
                <a16:creationId xmlns:a16="http://schemas.microsoft.com/office/drawing/2014/main" id="{A3A58242-506F-45B0-968D-1C8BA3AE45DF}"/>
              </a:ext>
            </a:extLst>
          </p:cNvPr>
          <p:cNvPicPr>
            <a:picLocks xmlns:a="http://schemas.openxmlformats.org/drawingml/2006/main" noChangeAspect="1"/>
          </p:cNvPicPr>
          <p:nvPr/>
        </p:nvPicPr>
        <p:blipFill>
          <a:blip xmlns:r="http://schemas.openxmlformats.org/officeDocument/2006/relationships" xmlns:a="http://schemas.openxmlformats.org/drawingml/2006/main" r:embed="R46e1e5c1411047a6"/>
          <a:stretch xmlns:a="http://schemas.openxmlformats.org/drawingml/2006/main"/>
        </p:blipFill>
        <p:spPr>
          <a:xfrm xmlns:a="http://schemas.openxmlformats.org/drawingml/2006/main">
            <a:off x="13296900" y="4476750"/>
            <a:ext cx="3390900" cy="5086350"/>
          </a:xfrm>
          <a:prstGeom xmlns:a="http://schemas.openxmlformats.org/drawingml/2006/main" prst="rect">
            <a:avLst/>
          </a:prstGeom>
        </p:spPr>
      </p:pic>
    </p:spTree>
    <p:extLst>
      <p:ext uri="{BB962C8B-B14F-4D97-AF65-F5344CB8AC3E}">
        <p14:creationId xmlns:p14="http://schemas.microsoft.com/office/powerpoint/2010/main" val="448829106"/>
      </p:ext>
    </p:extLst>
  </p:cSld>
</p:sld>
</file>

<file path=ppt/slides/slide2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E17FC689-A4F9-47F1-B50D-C22A78DF9A05}"/>
              </a:ext>
            </a:extLst>
          </p:cNvPr>
          <p:cNvSpPr>
            <a:spLocks xmlns:a="http://schemas.openxmlformats.org/drawingml/2006/main" noGrp="1"/>
          </p:cNvSpPr>
          <p:nvPr/>
        </p:nvSpPr>
        <p:spPr>
          <a:xfrm xmlns:a="http://schemas.openxmlformats.org/drawingml/2006/main">
            <a:off x="2476500" y="4476750"/>
            <a:ext cx="13335000" cy="2571750"/>
          </a:xfrm>
          <a:prstGeom xmlns:a="http://schemas.openxmlformats.org/drawingml/2006/main" prst="roundRect">
            <a:avLst>
              <a:gd name="adj" fmla="val 8889"/>
            </a:avLst>
          </a:prstGeom>
          <a:solidFill xmlns:a="http://schemas.openxmlformats.org/drawingml/2006/main">
            <a:srgbClr val="202020"/>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1FD1A84C-9E52-47CC-BC03-BE391D77A90F}"/>
              </a:ext>
            </a:extLst>
          </p:cNvPr>
          <p:cNvPicPr>
            <a:picLocks xmlns:a="http://schemas.openxmlformats.org/drawingml/2006/main" noChangeAspect="1"/>
          </p:cNvPicPr>
          <p:nvPr/>
        </p:nvPicPr>
        <p:blipFill>
          <a:blip xmlns:r="http://schemas.openxmlformats.org/officeDocument/2006/relationships" xmlns:a="http://schemas.openxmlformats.org/drawingml/2006/main" r:embed="R439353e8a1c44d9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B07B19-F188-40C3-A0BC-56BB19CBFAD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A538C11-EFFD-462B-A944-5615E9E08940}"/>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2B1F830-F76A-4075-9919-3558089E8183}"/>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6791A01-1723-4175-BD36-62BE94CBA3B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간접 측정</a:t>
            </a:r>
          </a:p>
        </p:txBody>
      </p:sp>
      <p:sp>
        <p:nvSpPr>
          <p:cNvPr id="6" name="핵심 문장">
            <a:extLst xmlns:a="http://schemas.openxmlformats.org/drawingml/2006/main">
              <a:ext uri="{FF2B5EF4-FFF2-40B4-BE49-F238E27FC236}">
                <a16:creationId xmlns:a16="http://schemas.microsoft.com/office/drawing/2014/main" id="{5674D47B-89AC-4B07-BD6E-B8B0D4E4541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두 연소열의 차이로 구한다</a:t>
            </a:r>
          </a:p>
        </p:txBody>
      </p:sp>
      <p:pic>
        <p:nvPicPr>
          <p:cNvPr id="8" name="">
            <a:extLst xmlns:a="http://schemas.openxmlformats.org/drawingml/2006/main">
              <a:ext uri="{FF2B5EF4-FFF2-40B4-BE49-F238E27FC236}">
                <a16:creationId xmlns:a16="http://schemas.microsoft.com/office/drawing/2014/main" id="{BA224CD5-1F20-45AC-9261-9D9D45422EEF}"/>
              </a:ext>
            </a:extLst>
          </p:cNvPr>
          <p:cNvPicPr>
            <a:picLocks xmlns:a="http://schemas.openxmlformats.org/drawingml/2006/main" noChangeAspect="1"/>
          </p:cNvPicPr>
          <p:nvPr/>
        </p:nvPicPr>
        <p:blipFill>
          <a:blip xmlns:r="http://schemas.openxmlformats.org/officeDocument/2006/relationships" xmlns:a="http://schemas.openxmlformats.org/drawingml/2006/main" r:embed="Raf135a57664a4451"/>
          <a:stretch xmlns:a="http://schemas.openxmlformats.org/drawingml/2006/main"/>
        </p:blipFill>
        <p:spPr>
          <a:xfrm xmlns:a="http://schemas.openxmlformats.org/drawingml/2006/main">
            <a:off x="3983831" y="4750594"/>
            <a:ext cx="10320338" cy="785813"/>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0811C6F7-B159-4FF5-A84F-3CA9104384BC}"/>
              </a:ext>
            </a:extLst>
          </p:cNvPr>
          <p:cNvPicPr>
            <a:picLocks xmlns:a="http://schemas.openxmlformats.org/drawingml/2006/main" noChangeAspect="1"/>
          </p:cNvPicPr>
          <p:nvPr/>
        </p:nvPicPr>
        <p:blipFill>
          <a:blip xmlns:r="http://schemas.openxmlformats.org/officeDocument/2006/relationships" xmlns:a="http://schemas.openxmlformats.org/drawingml/2006/main" r:embed="R1b511e2b67e54116"/>
          <a:stretch xmlns:a="http://schemas.openxmlformats.org/drawingml/2006/main"/>
        </p:blipFill>
        <p:spPr>
          <a:xfrm xmlns:a="http://schemas.openxmlformats.org/drawingml/2006/main">
            <a:off x="2857500" y="5988844"/>
            <a:ext cx="12573000" cy="785813"/>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F1A48785-C842-476C-BA04-88C56B87E739}"/>
              </a:ext>
            </a:extLst>
          </p:cNvPr>
          <p:cNvPicPr>
            <a:picLocks xmlns:a="http://schemas.openxmlformats.org/drawingml/2006/main" noChangeAspect="1"/>
          </p:cNvPicPr>
          <p:nvPr/>
        </p:nvPicPr>
        <p:blipFill>
          <a:blip xmlns:r="http://schemas.openxmlformats.org/officeDocument/2006/relationships" xmlns:a="http://schemas.openxmlformats.org/drawingml/2006/main" r:embed="R0f019ef0b4784529"/>
          <a:stretch xmlns:a="http://schemas.openxmlformats.org/drawingml/2006/main"/>
        </p:blipFill>
        <p:spPr>
          <a:xfrm xmlns:a="http://schemas.openxmlformats.org/drawingml/2006/main">
            <a:off x="5336948" y="8358334"/>
            <a:ext cx="7614103" cy="666458"/>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44067A1C-31B6-4005-A6C6-0CC7DE05D756}"/>
              </a:ext>
            </a:extLst>
          </p:cNvPr>
          <p:cNvSpPr>
            <a:spLocks xmlns:a="http://schemas.openxmlformats.org/drawingml/2006/main" noGrp="1"/>
          </p:cNvSpPr>
          <p:nvPr/>
        </p:nvSpPr>
        <p:spPr>
          <a:xfrm xmlns:a="http://schemas.openxmlformats.org/drawingml/2006/main">
            <a:off x="2667000" y="7286625"/>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위 식에서 아래 식을 빼면 흑연 → 다이아몬드 반응이 된다.</a:t>
            </a:r>
          </a:p>
        </p:txBody>
      </p:sp>
      <p:sp>
        <p:nvSpPr>
          <p:cNvPr id="14" name="text">
            <a:extLst xmlns:a="http://schemas.openxmlformats.org/drawingml/2006/main">
              <a:ext uri="{FF2B5EF4-FFF2-40B4-BE49-F238E27FC236}">
                <a16:creationId xmlns:a16="http://schemas.microsoft.com/office/drawing/2014/main" id="{3E792F18-9966-4C74-8A77-82C1CCF30C2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25°C, 1기압에서 같은 생성물이 생기는 두 연소 반응을 비교한다.</a:t>
            </a:r>
          </a:p>
        </p:txBody>
      </p:sp>
    </p:spTree>
    <p:extLst>
      <p:ext uri="{BB962C8B-B14F-4D97-AF65-F5344CB8AC3E}">
        <p14:creationId xmlns:p14="http://schemas.microsoft.com/office/powerpoint/2010/main" val="1126960459"/>
      </p:ext>
    </p:extLst>
  </p:cSld>
</p:sld>
</file>

<file path=ppt/slides/slide2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32" name="">
            <a:extLst xmlns:a="http://schemas.openxmlformats.org/drawingml/2006/main">
              <a:ext uri="{FF2B5EF4-FFF2-40B4-BE49-F238E27FC236}">
                <a16:creationId xmlns:a16="http://schemas.microsoft.com/office/drawing/2014/main" id="{5467C278-BE73-424A-8079-56F8CEF3B73E}"/>
              </a:ext>
            </a:extLst>
          </p:cNvPr>
          <p:cNvPicPr>
            <a:picLocks xmlns:a="http://schemas.openxmlformats.org/drawingml/2006/main" noChangeAspect="1"/>
          </p:cNvPicPr>
          <p:nvPr/>
        </p:nvPicPr>
        <p:blipFill>
          <a:blip xmlns:r="http://schemas.openxmlformats.org/officeDocument/2006/relationships" xmlns:a="http://schemas.openxmlformats.org/drawingml/2006/main" r:embed="Rcbf2e9ca4d204ff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226F37-F1EA-402C-9A73-BC534441EEB1}"/>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85CA792-3E3A-4081-96F0-F29E007E76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72192DE3-7A79-4EBD-87FD-66033DCA9595}"/>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2E4DCD6D-30FE-4FA6-B941-377D21E8BD59}"/>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 계산</a:t>
            </a:r>
          </a:p>
        </p:txBody>
      </p:sp>
      <p:sp>
        <p:nvSpPr>
          <p:cNvPr id="6" name="text">
            <a:extLst xmlns:a="http://schemas.openxmlformats.org/drawingml/2006/main">
              <a:ext uri="{FF2B5EF4-FFF2-40B4-BE49-F238E27FC236}">
                <a16:creationId xmlns:a16="http://schemas.microsoft.com/office/drawing/2014/main" id="{461F678A-8537-44CD-98F0-5352FED2DCC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 조작과 계산 결과를 함께 확인</a:t>
            </a:r>
          </a:p>
        </p:txBody>
      </p:sp>
      <p:sp>
        <p:nvSpPr>
          <p:cNvPr id="7" name="단계·결과 공통 패널">
            <a:extLst xmlns:a="http://schemas.openxmlformats.org/drawingml/2006/main">
              <a:ext uri="{FF2B5EF4-FFF2-40B4-BE49-F238E27FC236}">
                <a16:creationId xmlns:a16="http://schemas.microsoft.com/office/drawing/2014/main" id="{20E7DAC7-1FA3-4C15-8D77-501F1E9B3985}"/>
              </a:ext>
            </a:extLst>
          </p:cNvPr>
          <p:cNvSpPr>
            <a:spLocks xmlns:a="http://schemas.openxmlformats.org/drawingml/2006/main" noGrp="1"/>
          </p:cNvSpPr>
          <p:nvPr/>
        </p:nvSpPr>
        <p:spPr>
          <a:xfrm xmlns:a="http://schemas.openxmlformats.org/drawingml/2006/main">
            <a:off x="1619250" y="4010025"/>
            <a:ext cx="15049500" cy="5143500"/>
          </a:xfrm>
          <a:prstGeom xmlns:a="http://schemas.openxmlformats.org/drawingml/2006/main" prst="roundRect">
            <a:avLst>
              <a:gd name="adj" fmla="val 5185"/>
            </a:avLst>
          </a:prstGeom>
          <a:solidFill xmlns:a="http://schemas.openxmlformats.org/drawingml/2006/main">
            <a:srgbClr val="222222"/>
          </a:solidFill>
          <a:ln xmlns:a="http://schemas.openxmlformats.org/drawingml/2006/main" w="0">
            <a:noFill/>
          </a:ln>
        </p:spPr>
      </p:sp>
      <p:sp>
        <p:nvSpPr>
          <p:cNvPr id="8" name="참조 단계 번호">
            <a:extLst xmlns:a="http://schemas.openxmlformats.org/drawingml/2006/main">
              <a:ext uri="{FF2B5EF4-FFF2-40B4-BE49-F238E27FC236}">
                <a16:creationId xmlns:a16="http://schemas.microsoft.com/office/drawing/2014/main" id="{B7E79A64-5DA8-4DCF-B351-E2E9C75C68A7}"/>
              </a:ext>
            </a:extLst>
          </p:cNvPr>
          <p:cNvSpPr>
            <a:spLocks xmlns:a="http://schemas.openxmlformats.org/drawingml/2006/main" noGrp="1"/>
          </p:cNvSpPr>
          <p:nvPr/>
        </p:nvSpPr>
        <p:spPr>
          <a:xfrm xmlns:a="http://schemas.openxmlformats.org/drawingml/2006/main">
            <a:off x="2076450" y="445770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9" name="text">
            <a:extLst xmlns:a="http://schemas.openxmlformats.org/drawingml/2006/main">
              <a:ext uri="{FF2B5EF4-FFF2-40B4-BE49-F238E27FC236}">
                <a16:creationId xmlns:a16="http://schemas.microsoft.com/office/drawing/2014/main" id="{6D04D16C-0D0C-42D1-B93C-A4228048CD75}"/>
              </a:ext>
            </a:extLst>
          </p:cNvPr>
          <p:cNvSpPr>
            <a:spLocks xmlns:a="http://schemas.openxmlformats.org/drawingml/2006/main" noGrp="1"/>
          </p:cNvSpPr>
          <p:nvPr/>
        </p:nvSpPr>
        <p:spPr>
          <a:xfrm xmlns:a="http://schemas.openxmlformats.org/drawingml/2006/main">
            <a:off x="2143125" y="449580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01</a:t>
            </a:r>
          </a:p>
        </p:txBody>
      </p:sp>
      <p:sp>
        <p:nvSpPr>
          <p:cNvPr id="10" name="text">
            <a:extLst xmlns:a="http://schemas.openxmlformats.org/drawingml/2006/main">
              <a:ext uri="{FF2B5EF4-FFF2-40B4-BE49-F238E27FC236}">
                <a16:creationId xmlns:a16="http://schemas.microsoft.com/office/drawing/2014/main" id="{92CF24EB-163B-47B5-9E49-10289E2721CD}"/>
              </a:ext>
            </a:extLst>
          </p:cNvPr>
          <p:cNvSpPr>
            <a:spLocks xmlns:a="http://schemas.openxmlformats.org/drawingml/2006/main" noGrp="1"/>
          </p:cNvSpPr>
          <p:nvPr/>
        </p:nvSpPr>
        <p:spPr>
          <a:xfrm xmlns:a="http://schemas.openxmlformats.org/drawingml/2006/main">
            <a:off x="3638550" y="441007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목표 반응의 물질·위치·계수를 확인한다.</a:t>
            </a:r>
          </a:p>
        </p:txBody>
      </p:sp>
      <p:sp>
        <p:nvSpPr>
          <p:cNvPr id="11" name="text">
            <a:extLst xmlns:a="http://schemas.openxmlformats.org/drawingml/2006/main">
              <a:ext uri="{FF2B5EF4-FFF2-40B4-BE49-F238E27FC236}">
                <a16:creationId xmlns:a16="http://schemas.microsoft.com/office/drawing/2014/main" id="{2753DD85-A3C2-44E3-A194-42DBE57116FB}"/>
              </a:ext>
            </a:extLst>
          </p:cNvPr>
          <p:cNvSpPr>
            <a:spLocks xmlns:a="http://schemas.openxmlformats.org/drawingml/2006/main" noGrp="1"/>
          </p:cNvSpPr>
          <p:nvPr/>
        </p:nvSpPr>
        <p:spPr>
          <a:xfrm xmlns:a="http://schemas.openxmlformats.org/drawingml/2006/main">
            <a:off x="12001500" y="446722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2" name="참조 단계 결과">
            <a:extLst xmlns:a="http://schemas.openxmlformats.org/drawingml/2006/main">
              <a:ext uri="{FF2B5EF4-FFF2-40B4-BE49-F238E27FC236}">
                <a16:creationId xmlns:a16="http://schemas.microsoft.com/office/drawing/2014/main" id="{84728FCA-62C8-4BC8-A23A-B3896232F516}"/>
              </a:ext>
            </a:extLst>
          </p:cNvPr>
          <p:cNvSpPr>
            <a:spLocks xmlns:a="http://schemas.openxmlformats.org/drawingml/2006/main" noGrp="1"/>
          </p:cNvSpPr>
          <p:nvPr/>
        </p:nvSpPr>
        <p:spPr>
          <a:xfrm xmlns:a="http://schemas.openxmlformats.org/drawingml/2006/main">
            <a:off x="13049250" y="441007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D3EC0AC3-F5A4-443F-8273-78308DC4A03B}"/>
              </a:ext>
            </a:extLst>
          </p:cNvPr>
          <p:cNvSpPr>
            <a:spLocks xmlns:a="http://schemas.openxmlformats.org/drawingml/2006/main" noGrp="1"/>
          </p:cNvSpPr>
          <p:nvPr/>
        </p:nvSpPr>
        <p:spPr>
          <a:xfrm xmlns:a="http://schemas.openxmlformats.org/drawingml/2006/main">
            <a:off x="13192125" y="450532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목표 반응식</a:t>
            </a:r>
          </a:p>
        </p:txBody>
      </p:sp>
      <p:sp>
        <p:nvSpPr>
          <p:cNvPr id="14" name="참조 단계 번호">
            <a:extLst xmlns:a="http://schemas.openxmlformats.org/drawingml/2006/main">
              <a:ext uri="{FF2B5EF4-FFF2-40B4-BE49-F238E27FC236}">
                <a16:creationId xmlns:a16="http://schemas.microsoft.com/office/drawing/2014/main" id="{4717A18E-C71E-4836-9629-6B1675CCBEF7}"/>
              </a:ext>
            </a:extLst>
          </p:cNvPr>
          <p:cNvSpPr>
            <a:spLocks xmlns:a="http://schemas.openxmlformats.org/drawingml/2006/main" noGrp="1"/>
          </p:cNvSpPr>
          <p:nvPr/>
        </p:nvSpPr>
        <p:spPr>
          <a:xfrm xmlns:a="http://schemas.openxmlformats.org/drawingml/2006/main">
            <a:off x="2076450" y="557212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424C5D74-DB51-46C5-80F7-C0299F5A8F4B}"/>
              </a:ext>
            </a:extLst>
          </p:cNvPr>
          <p:cNvSpPr>
            <a:spLocks xmlns:a="http://schemas.openxmlformats.org/drawingml/2006/main" noGrp="1"/>
          </p:cNvSpPr>
          <p:nvPr/>
        </p:nvSpPr>
        <p:spPr>
          <a:xfrm xmlns:a="http://schemas.openxmlformats.org/drawingml/2006/main">
            <a:off x="2143125" y="561022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02</a:t>
            </a:r>
          </a:p>
        </p:txBody>
      </p:sp>
      <p:sp>
        <p:nvSpPr>
          <p:cNvPr id="16" name="text">
            <a:extLst xmlns:a="http://schemas.openxmlformats.org/drawingml/2006/main">
              <a:ext uri="{FF2B5EF4-FFF2-40B4-BE49-F238E27FC236}">
                <a16:creationId xmlns:a16="http://schemas.microsoft.com/office/drawing/2014/main" id="{3B5A7271-74A8-40F1-A5C7-A6FB6DB51D87}"/>
              </a:ext>
            </a:extLst>
          </p:cNvPr>
          <p:cNvSpPr>
            <a:spLocks xmlns:a="http://schemas.openxmlformats.org/drawingml/2006/main" noGrp="1"/>
          </p:cNvSpPr>
          <p:nvPr/>
        </p:nvSpPr>
        <p:spPr>
          <a:xfrm xmlns:a="http://schemas.openxmlformats.org/drawingml/2006/main">
            <a:off x="3638550" y="552450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방향과 계수를 바꾸며 엔탈피도 바꾼다.</a:t>
            </a:r>
          </a:p>
        </p:txBody>
      </p:sp>
      <p:sp>
        <p:nvSpPr>
          <p:cNvPr id="17" name="text">
            <a:extLst xmlns:a="http://schemas.openxmlformats.org/drawingml/2006/main">
              <a:ext uri="{FF2B5EF4-FFF2-40B4-BE49-F238E27FC236}">
                <a16:creationId xmlns:a16="http://schemas.microsoft.com/office/drawing/2014/main" id="{9815895A-8105-4C3B-8209-97C63EECD507}"/>
              </a:ext>
            </a:extLst>
          </p:cNvPr>
          <p:cNvSpPr>
            <a:spLocks xmlns:a="http://schemas.openxmlformats.org/drawingml/2006/main" noGrp="1"/>
          </p:cNvSpPr>
          <p:nvPr/>
        </p:nvSpPr>
        <p:spPr>
          <a:xfrm xmlns:a="http://schemas.openxmlformats.org/drawingml/2006/main">
            <a:off x="12001500" y="558165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18" name="참조 단계 결과">
            <a:extLst xmlns:a="http://schemas.openxmlformats.org/drawingml/2006/main">
              <a:ext uri="{FF2B5EF4-FFF2-40B4-BE49-F238E27FC236}">
                <a16:creationId xmlns:a16="http://schemas.microsoft.com/office/drawing/2014/main" id="{24207DBF-0795-48E1-9DA0-8CC9576498FC}"/>
              </a:ext>
            </a:extLst>
          </p:cNvPr>
          <p:cNvSpPr>
            <a:spLocks xmlns:a="http://schemas.openxmlformats.org/drawingml/2006/main" noGrp="1"/>
          </p:cNvSpPr>
          <p:nvPr/>
        </p:nvSpPr>
        <p:spPr>
          <a:xfrm xmlns:a="http://schemas.openxmlformats.org/drawingml/2006/main">
            <a:off x="13049250" y="552450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19" name="text">
            <a:extLst xmlns:a="http://schemas.openxmlformats.org/drawingml/2006/main">
              <a:ext uri="{FF2B5EF4-FFF2-40B4-BE49-F238E27FC236}">
                <a16:creationId xmlns:a16="http://schemas.microsoft.com/office/drawing/2014/main" id="{C31F9622-D785-4A62-AE08-B7AEFA588688}"/>
              </a:ext>
            </a:extLst>
          </p:cNvPr>
          <p:cNvSpPr>
            <a:spLocks xmlns:a="http://schemas.openxmlformats.org/drawingml/2006/main" noGrp="1"/>
          </p:cNvSpPr>
          <p:nvPr/>
        </p:nvSpPr>
        <p:spPr>
          <a:xfrm xmlns:a="http://schemas.openxmlformats.org/drawingml/2006/main">
            <a:off x="13192125" y="561975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변환한 반응식</a:t>
            </a:r>
          </a:p>
        </p:txBody>
      </p:sp>
      <p:sp>
        <p:nvSpPr>
          <p:cNvPr id="20" name="참조 단계 번호">
            <a:extLst xmlns:a="http://schemas.openxmlformats.org/drawingml/2006/main">
              <a:ext uri="{FF2B5EF4-FFF2-40B4-BE49-F238E27FC236}">
                <a16:creationId xmlns:a16="http://schemas.microsoft.com/office/drawing/2014/main" id="{1ECE5B33-B773-45EE-8D09-D90F69D99403}"/>
              </a:ext>
            </a:extLst>
          </p:cNvPr>
          <p:cNvSpPr>
            <a:spLocks xmlns:a="http://schemas.openxmlformats.org/drawingml/2006/main" noGrp="1"/>
          </p:cNvSpPr>
          <p:nvPr/>
        </p:nvSpPr>
        <p:spPr>
          <a:xfrm xmlns:a="http://schemas.openxmlformats.org/drawingml/2006/main">
            <a:off x="2076450" y="6686550"/>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14709935-2EAE-41DC-B35C-0FA92A12FA6D}"/>
              </a:ext>
            </a:extLst>
          </p:cNvPr>
          <p:cNvSpPr>
            <a:spLocks xmlns:a="http://schemas.openxmlformats.org/drawingml/2006/main" noGrp="1"/>
          </p:cNvSpPr>
          <p:nvPr/>
        </p:nvSpPr>
        <p:spPr>
          <a:xfrm xmlns:a="http://schemas.openxmlformats.org/drawingml/2006/main">
            <a:off x="2143125" y="6724650"/>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03</a:t>
            </a:r>
          </a:p>
        </p:txBody>
      </p:sp>
      <p:sp>
        <p:nvSpPr>
          <p:cNvPr id="22" name="text">
            <a:extLst xmlns:a="http://schemas.openxmlformats.org/drawingml/2006/main">
              <a:ext uri="{FF2B5EF4-FFF2-40B4-BE49-F238E27FC236}">
                <a16:creationId xmlns:a16="http://schemas.microsoft.com/office/drawing/2014/main" id="{A61947F8-677E-4521-8129-024459C2C643}"/>
              </a:ext>
            </a:extLst>
          </p:cNvPr>
          <p:cNvSpPr>
            <a:spLocks xmlns:a="http://schemas.openxmlformats.org/drawingml/2006/main" noGrp="1"/>
          </p:cNvSpPr>
          <p:nvPr/>
        </p:nvSpPr>
        <p:spPr>
          <a:xfrm xmlns:a="http://schemas.openxmlformats.org/drawingml/2006/main">
            <a:off x="3638550" y="6638925"/>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양쪽에서 종류·상태·양이 같은 항을 소거한다.</a:t>
            </a:r>
          </a:p>
        </p:txBody>
      </p:sp>
      <p:sp>
        <p:nvSpPr>
          <p:cNvPr id="23" name="text">
            <a:extLst xmlns:a="http://schemas.openxmlformats.org/drawingml/2006/main">
              <a:ext uri="{FF2B5EF4-FFF2-40B4-BE49-F238E27FC236}">
                <a16:creationId xmlns:a16="http://schemas.microsoft.com/office/drawing/2014/main" id="{3C103882-4B0E-4677-9FBC-35F88AEE0CE8}"/>
              </a:ext>
            </a:extLst>
          </p:cNvPr>
          <p:cNvSpPr>
            <a:spLocks xmlns:a="http://schemas.openxmlformats.org/drawingml/2006/main" noGrp="1"/>
          </p:cNvSpPr>
          <p:nvPr/>
        </p:nvSpPr>
        <p:spPr>
          <a:xfrm xmlns:a="http://schemas.openxmlformats.org/drawingml/2006/main">
            <a:off x="12001500" y="6696075"/>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24" name="참조 단계 결과">
            <a:extLst xmlns:a="http://schemas.openxmlformats.org/drawingml/2006/main">
              <a:ext uri="{FF2B5EF4-FFF2-40B4-BE49-F238E27FC236}">
                <a16:creationId xmlns:a16="http://schemas.microsoft.com/office/drawing/2014/main" id="{AE4A6A1F-72A9-49BE-95C9-8C2E7E888DF3}"/>
              </a:ext>
            </a:extLst>
          </p:cNvPr>
          <p:cNvSpPr>
            <a:spLocks xmlns:a="http://schemas.openxmlformats.org/drawingml/2006/main" noGrp="1"/>
          </p:cNvSpPr>
          <p:nvPr/>
        </p:nvSpPr>
        <p:spPr>
          <a:xfrm xmlns:a="http://schemas.openxmlformats.org/drawingml/2006/main">
            <a:off x="13049250" y="6638925"/>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25" name="text">
            <a:extLst xmlns:a="http://schemas.openxmlformats.org/drawingml/2006/main">
              <a:ext uri="{FF2B5EF4-FFF2-40B4-BE49-F238E27FC236}">
                <a16:creationId xmlns:a16="http://schemas.microsoft.com/office/drawing/2014/main" id="{1F4FDE38-2ABE-4269-95B8-5EBD3093984E}"/>
              </a:ext>
            </a:extLst>
          </p:cNvPr>
          <p:cNvSpPr>
            <a:spLocks xmlns:a="http://schemas.openxmlformats.org/drawingml/2006/main" noGrp="1"/>
          </p:cNvSpPr>
          <p:nvPr/>
        </p:nvSpPr>
        <p:spPr>
          <a:xfrm xmlns:a="http://schemas.openxmlformats.org/drawingml/2006/main">
            <a:off x="13192125" y="6734175"/>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남은 반응식</a:t>
            </a:r>
          </a:p>
        </p:txBody>
      </p:sp>
      <p:sp>
        <p:nvSpPr>
          <p:cNvPr id="26" name="참조 단계 번호">
            <a:extLst xmlns:a="http://schemas.openxmlformats.org/drawingml/2006/main">
              <a:ext uri="{FF2B5EF4-FFF2-40B4-BE49-F238E27FC236}">
                <a16:creationId xmlns:a16="http://schemas.microsoft.com/office/drawing/2014/main" id="{FCF0FD3B-6B4E-48B8-93A1-1DA2BC0BE281}"/>
              </a:ext>
            </a:extLst>
          </p:cNvPr>
          <p:cNvSpPr>
            <a:spLocks xmlns:a="http://schemas.openxmlformats.org/drawingml/2006/main" noGrp="1"/>
          </p:cNvSpPr>
          <p:nvPr/>
        </p:nvSpPr>
        <p:spPr>
          <a:xfrm xmlns:a="http://schemas.openxmlformats.org/drawingml/2006/main">
            <a:off x="2076450" y="7800975"/>
            <a:ext cx="1219200" cy="581025"/>
          </a:xfrm>
          <a:prstGeom xmlns:a="http://schemas.openxmlformats.org/drawingml/2006/main" prst="roundRect">
            <a:avLst>
              <a:gd name="adj" fmla="val 14754"/>
            </a:avLst>
          </a:prstGeom>
          <a:solidFill xmlns:a="http://schemas.openxmlformats.org/drawingml/2006/main">
            <a:srgbClr val="FFFFFF"/>
          </a:solidFill>
          <a:ln xmlns:a="http://schemas.openxmlformats.org/drawingml/2006/main" w="0">
            <a:noFill/>
          </a:ln>
        </p:spPr>
      </p:sp>
      <p:sp>
        <p:nvSpPr>
          <p:cNvPr id="27" name="text">
            <a:extLst xmlns:a="http://schemas.openxmlformats.org/drawingml/2006/main">
              <a:ext uri="{FF2B5EF4-FFF2-40B4-BE49-F238E27FC236}">
                <a16:creationId xmlns:a16="http://schemas.microsoft.com/office/drawing/2014/main" id="{AF727DA6-EE39-44CD-90D8-356C500823C3}"/>
              </a:ext>
            </a:extLst>
          </p:cNvPr>
          <p:cNvSpPr>
            <a:spLocks xmlns:a="http://schemas.openxmlformats.org/drawingml/2006/main" noGrp="1"/>
          </p:cNvSpPr>
          <p:nvPr/>
        </p:nvSpPr>
        <p:spPr>
          <a:xfrm xmlns:a="http://schemas.openxmlformats.org/drawingml/2006/main">
            <a:off x="2143125" y="7839075"/>
            <a:ext cx="10858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1">
                <a:solidFill>
                  <a:srgbClr val="222222"/>
                </a:solidFill>
                <a:latin typeface="Pretendard"/>
                <a:ea typeface="Pretendard"/>
                <a:cs typeface="Pretendard"/>
              </a:defRPr>
            </a:defPPr>
            <a:lvl1pPr algn="ctr">
              <a:defRPr sz="2400" b="1">
                <a:solidFill>
                  <a:srgbClr val="222222"/>
                </a:solidFill>
                <a:latin typeface="Pretendard"/>
                <a:ea typeface="Pretendard"/>
                <a:cs typeface="Pretendard"/>
              </a:defRPr>
            </a:lvl1pPr>
            <a:lvl2pPr algn="ctr">
              <a:defRPr sz="2400" b="1">
                <a:solidFill>
                  <a:srgbClr val="222222"/>
                </a:solidFill>
                <a:latin typeface="Pretendard"/>
                <a:ea typeface="Pretendard"/>
                <a:cs typeface="Pretendard"/>
              </a:defRPr>
            </a:lvl2pPr>
            <a:lvl3pPr algn="ctr">
              <a:defRPr sz="2400" b="1">
                <a:solidFill>
                  <a:srgbClr val="222222"/>
                </a:solidFill>
                <a:latin typeface="Pretendard"/>
                <a:ea typeface="Pretendard"/>
                <a:cs typeface="Pretendard"/>
              </a:defRPr>
            </a:lvl3pPr>
            <a:lvl4pPr algn="ctr">
              <a:defRPr sz="2400" b="1">
                <a:solidFill>
                  <a:srgbClr val="222222"/>
                </a:solidFill>
                <a:latin typeface="Pretendard"/>
                <a:ea typeface="Pretendard"/>
                <a:cs typeface="Pretendard"/>
              </a:defRPr>
            </a:lvl4pPr>
            <a:lvl5pPr algn="ctr">
              <a:defRPr sz="2400" b="1">
                <a:solidFill>
                  <a:srgbClr val="222222"/>
                </a:solidFill>
                <a:latin typeface="Pretendard"/>
                <a:ea typeface="Pretendard"/>
                <a:cs typeface="Pretendard"/>
              </a:defRPr>
            </a:lvl5pPr>
            <a:lvl6pPr algn="ctr">
              <a:defRPr sz="2400" b="1">
                <a:solidFill>
                  <a:srgbClr val="222222"/>
                </a:solidFill>
                <a:latin typeface="Pretendard"/>
                <a:ea typeface="Pretendard"/>
                <a:cs typeface="Pretendard"/>
              </a:defRPr>
            </a:lvl6pPr>
            <a:lvl7pPr algn="ctr">
              <a:defRPr sz="2400" b="1">
                <a:solidFill>
                  <a:srgbClr val="222222"/>
                </a:solidFill>
                <a:latin typeface="Pretendard"/>
                <a:ea typeface="Pretendard"/>
                <a:cs typeface="Pretendard"/>
              </a:defRPr>
            </a:lvl7pPr>
            <a:lvl8pPr algn="ctr">
              <a:defRPr sz="2400" b="1">
                <a:solidFill>
                  <a:srgbClr val="222222"/>
                </a:solidFill>
                <a:latin typeface="Pretendard"/>
                <a:ea typeface="Pretendard"/>
                <a:cs typeface="Pretendard"/>
              </a:defRPr>
            </a:lvl8pPr>
            <a:lvl9pPr algn="ctr">
              <a:defRPr sz="2400" b="1">
                <a:solidFill>
                  <a:srgbClr val="222222"/>
                </a:solidFill>
                <a:latin typeface="Pretendard"/>
                <a:ea typeface="Pretendard"/>
                <a:cs typeface="Pretendard"/>
              </a:defRPr>
            </a:lvl9pPr>
          </a:lstStyle>
          <a:p xmlns:a="http://schemas.openxmlformats.org/drawingml/2006/main">
            <a:pPr algn="ctr">
              <a:defRPr sz="2400" b="1">
                <a:solidFill>
                  <a:srgbClr val="222222"/>
                </a:solidFill>
                <a:latin typeface="Pretendard"/>
                <a:ea typeface="Pretendard"/>
                <a:cs typeface="Pretendard"/>
              </a:defRPr>
            </a:pPr>
            <a:r>
              <a:rPr sz="2400" b="1">
                <a:solidFill>
                  <a:srgbClr val="222222"/>
                </a:solidFill>
                <a:latin typeface="Pretendard"/>
                <a:ea typeface="Pretendard"/>
                <a:cs typeface="Pretendard"/>
              </a:rPr>
              <a:t>04</a:t>
            </a:r>
          </a:p>
        </p:txBody>
      </p:sp>
      <p:sp>
        <p:nvSpPr>
          <p:cNvPr id="28" name="text">
            <a:extLst xmlns:a="http://schemas.openxmlformats.org/drawingml/2006/main">
              <a:ext uri="{FF2B5EF4-FFF2-40B4-BE49-F238E27FC236}">
                <a16:creationId xmlns:a16="http://schemas.microsoft.com/office/drawing/2014/main" id="{DD3AE523-1F6C-4E23-A917-660767B6D8CA}"/>
              </a:ext>
            </a:extLst>
          </p:cNvPr>
          <p:cNvSpPr>
            <a:spLocks xmlns:a="http://schemas.openxmlformats.org/drawingml/2006/main" noGrp="1"/>
          </p:cNvSpPr>
          <p:nvPr/>
        </p:nvSpPr>
        <p:spPr>
          <a:xfrm xmlns:a="http://schemas.openxmlformats.org/drawingml/2006/main">
            <a:off x="3638550" y="7753350"/>
            <a:ext cx="8096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75" b="0">
                <a:solidFill>
                  <a:srgbClr val="FFFFFF"/>
                </a:solidFill>
                <a:latin typeface="Pretendard"/>
                <a:ea typeface="Pretendard"/>
                <a:cs typeface="Pretendard"/>
              </a:defRPr>
            </a:defPPr>
            <a:lvl1pPr algn="l">
              <a:defRPr sz="2775" b="0">
                <a:solidFill>
                  <a:srgbClr val="FFFFFF"/>
                </a:solidFill>
                <a:latin typeface="Pretendard"/>
                <a:ea typeface="Pretendard"/>
                <a:cs typeface="Pretendard"/>
              </a:defRPr>
            </a:lvl1pPr>
            <a:lvl2pPr algn="l">
              <a:defRPr sz="2775" b="0">
                <a:solidFill>
                  <a:srgbClr val="FFFFFF"/>
                </a:solidFill>
                <a:latin typeface="Pretendard"/>
                <a:ea typeface="Pretendard"/>
                <a:cs typeface="Pretendard"/>
              </a:defRPr>
            </a:lvl2pPr>
            <a:lvl3pPr algn="l">
              <a:defRPr sz="2775" b="0">
                <a:solidFill>
                  <a:srgbClr val="FFFFFF"/>
                </a:solidFill>
                <a:latin typeface="Pretendard"/>
                <a:ea typeface="Pretendard"/>
                <a:cs typeface="Pretendard"/>
              </a:defRPr>
            </a:lvl3pPr>
            <a:lvl4pPr algn="l">
              <a:defRPr sz="2775" b="0">
                <a:solidFill>
                  <a:srgbClr val="FFFFFF"/>
                </a:solidFill>
                <a:latin typeface="Pretendard"/>
                <a:ea typeface="Pretendard"/>
                <a:cs typeface="Pretendard"/>
              </a:defRPr>
            </a:lvl4pPr>
            <a:lvl5pPr algn="l">
              <a:defRPr sz="2775" b="0">
                <a:solidFill>
                  <a:srgbClr val="FFFFFF"/>
                </a:solidFill>
                <a:latin typeface="Pretendard"/>
                <a:ea typeface="Pretendard"/>
                <a:cs typeface="Pretendard"/>
              </a:defRPr>
            </a:lvl5pPr>
            <a:lvl6pPr algn="l">
              <a:defRPr sz="2775" b="0">
                <a:solidFill>
                  <a:srgbClr val="FFFFFF"/>
                </a:solidFill>
                <a:latin typeface="Pretendard"/>
                <a:ea typeface="Pretendard"/>
                <a:cs typeface="Pretendard"/>
              </a:defRPr>
            </a:lvl6pPr>
            <a:lvl7pPr algn="l">
              <a:defRPr sz="2775" b="0">
                <a:solidFill>
                  <a:srgbClr val="FFFFFF"/>
                </a:solidFill>
                <a:latin typeface="Pretendard"/>
                <a:ea typeface="Pretendard"/>
                <a:cs typeface="Pretendard"/>
              </a:defRPr>
            </a:lvl7pPr>
            <a:lvl8pPr algn="l">
              <a:defRPr sz="2775" b="0">
                <a:solidFill>
                  <a:srgbClr val="FFFFFF"/>
                </a:solidFill>
                <a:latin typeface="Pretendard"/>
                <a:ea typeface="Pretendard"/>
                <a:cs typeface="Pretendard"/>
              </a:defRPr>
            </a:lvl8pPr>
            <a:lvl9pPr algn="l">
              <a:defRPr sz="2775" b="0">
                <a:solidFill>
                  <a:srgbClr val="FFFFFF"/>
                </a:solidFill>
                <a:latin typeface="Pretendard"/>
                <a:ea typeface="Pretendard"/>
                <a:cs typeface="Pretendard"/>
              </a:defRPr>
            </a:lvl9pPr>
          </a:lstStyle>
          <a:p xmlns:a="http://schemas.openxmlformats.org/drawingml/2006/main">
            <a:pPr algn="l">
              <a:defRPr sz="2775" b="0">
                <a:solidFill>
                  <a:srgbClr val="FFFFFF"/>
                </a:solidFill>
                <a:latin typeface="Pretendard"/>
                <a:ea typeface="Pretendard"/>
                <a:cs typeface="Pretendard"/>
              </a:defRPr>
            </a:pPr>
            <a:r>
              <a:rPr sz="2775" b="0">
                <a:solidFill>
                  <a:srgbClr val="FFFFFF"/>
                </a:solidFill>
                <a:latin typeface="Pretendard"/>
                <a:ea typeface="Pretendard"/>
                <a:cs typeface="Pretendard"/>
              </a:rPr>
              <a:t>엔탈피를 더하고 부호와 단위를 검산한다.</a:t>
            </a:r>
          </a:p>
        </p:txBody>
      </p:sp>
      <p:sp>
        <p:nvSpPr>
          <p:cNvPr id="29" name="text">
            <a:extLst xmlns:a="http://schemas.openxmlformats.org/drawingml/2006/main">
              <a:ext uri="{FF2B5EF4-FFF2-40B4-BE49-F238E27FC236}">
                <a16:creationId xmlns:a16="http://schemas.microsoft.com/office/drawing/2014/main" id="{B3FD491C-CB73-42C0-9D2C-9EF841EDED3F}"/>
              </a:ext>
            </a:extLst>
          </p:cNvPr>
          <p:cNvSpPr>
            <a:spLocks xmlns:a="http://schemas.openxmlformats.org/drawingml/2006/main" noGrp="1"/>
          </p:cNvSpPr>
          <p:nvPr/>
        </p:nvSpPr>
        <p:spPr>
          <a:xfrm xmlns:a="http://schemas.openxmlformats.org/drawingml/2006/main">
            <a:off x="12001500" y="7810500"/>
            <a:ext cx="6667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850" b="0">
                <a:solidFill>
                  <a:srgbClr val="BEBEBE"/>
                </a:solidFill>
                <a:latin typeface="Pretendard"/>
                <a:ea typeface="Pretendard"/>
                <a:cs typeface="Pretendard"/>
              </a:defRPr>
            </a:defPPr>
            <a:lvl1pPr algn="ctr">
              <a:defRPr sz="2850" b="0">
                <a:solidFill>
                  <a:srgbClr val="BEBEBE"/>
                </a:solidFill>
                <a:latin typeface="Pretendard"/>
                <a:ea typeface="Pretendard"/>
                <a:cs typeface="Pretendard"/>
              </a:defRPr>
            </a:lvl1pPr>
            <a:lvl2pPr algn="ctr">
              <a:defRPr sz="2850" b="0">
                <a:solidFill>
                  <a:srgbClr val="BEBEBE"/>
                </a:solidFill>
                <a:latin typeface="Pretendard"/>
                <a:ea typeface="Pretendard"/>
                <a:cs typeface="Pretendard"/>
              </a:defRPr>
            </a:lvl2pPr>
            <a:lvl3pPr algn="ctr">
              <a:defRPr sz="2850" b="0">
                <a:solidFill>
                  <a:srgbClr val="BEBEBE"/>
                </a:solidFill>
                <a:latin typeface="Pretendard"/>
                <a:ea typeface="Pretendard"/>
                <a:cs typeface="Pretendard"/>
              </a:defRPr>
            </a:lvl3pPr>
            <a:lvl4pPr algn="ctr">
              <a:defRPr sz="2850" b="0">
                <a:solidFill>
                  <a:srgbClr val="BEBEBE"/>
                </a:solidFill>
                <a:latin typeface="Pretendard"/>
                <a:ea typeface="Pretendard"/>
                <a:cs typeface="Pretendard"/>
              </a:defRPr>
            </a:lvl4pPr>
            <a:lvl5pPr algn="ctr">
              <a:defRPr sz="2850" b="0">
                <a:solidFill>
                  <a:srgbClr val="BEBEBE"/>
                </a:solidFill>
                <a:latin typeface="Pretendard"/>
                <a:ea typeface="Pretendard"/>
                <a:cs typeface="Pretendard"/>
              </a:defRPr>
            </a:lvl5pPr>
            <a:lvl6pPr algn="ctr">
              <a:defRPr sz="2850" b="0">
                <a:solidFill>
                  <a:srgbClr val="BEBEBE"/>
                </a:solidFill>
                <a:latin typeface="Pretendard"/>
                <a:ea typeface="Pretendard"/>
                <a:cs typeface="Pretendard"/>
              </a:defRPr>
            </a:lvl6pPr>
            <a:lvl7pPr algn="ctr">
              <a:defRPr sz="2850" b="0">
                <a:solidFill>
                  <a:srgbClr val="BEBEBE"/>
                </a:solidFill>
                <a:latin typeface="Pretendard"/>
                <a:ea typeface="Pretendard"/>
                <a:cs typeface="Pretendard"/>
              </a:defRPr>
            </a:lvl7pPr>
            <a:lvl8pPr algn="ctr">
              <a:defRPr sz="2850" b="0">
                <a:solidFill>
                  <a:srgbClr val="BEBEBE"/>
                </a:solidFill>
                <a:latin typeface="Pretendard"/>
                <a:ea typeface="Pretendard"/>
                <a:cs typeface="Pretendard"/>
              </a:defRPr>
            </a:lvl8pPr>
            <a:lvl9pPr algn="ctr">
              <a:defRPr sz="2850" b="0">
                <a:solidFill>
                  <a:srgbClr val="BEBEBE"/>
                </a:solidFill>
                <a:latin typeface="Pretendard"/>
                <a:ea typeface="Pretendard"/>
                <a:cs typeface="Pretendard"/>
              </a:defRPr>
            </a:lvl9pPr>
          </a:lstStyle>
          <a:p xmlns:a="http://schemas.openxmlformats.org/drawingml/2006/main">
            <a:pPr algn="ctr">
              <a:defRPr sz="2850" b="0">
                <a:solidFill>
                  <a:srgbClr val="BEBEBE"/>
                </a:solidFill>
                <a:latin typeface="Pretendard"/>
                <a:ea typeface="Pretendard"/>
                <a:cs typeface="Pretendard"/>
              </a:defRPr>
            </a:pPr>
            <a:r>
              <a:rPr sz="2850" b="0">
                <a:solidFill>
                  <a:srgbClr val="BEBEBE"/>
                </a:solidFill>
                <a:latin typeface="Pretendard"/>
                <a:ea typeface="Pretendard"/>
                <a:cs typeface="Pretendard"/>
              </a:rPr>
              <a:t>→</a:t>
            </a:r>
          </a:p>
        </p:txBody>
      </p:sp>
      <p:sp>
        <p:nvSpPr>
          <p:cNvPr id="30" name="참조 단계 결과">
            <a:extLst xmlns:a="http://schemas.openxmlformats.org/drawingml/2006/main">
              <a:ext uri="{FF2B5EF4-FFF2-40B4-BE49-F238E27FC236}">
                <a16:creationId xmlns:a16="http://schemas.microsoft.com/office/drawing/2014/main" id="{7C8932B9-3BA1-4F37-80F2-93632D589443}"/>
              </a:ext>
            </a:extLst>
          </p:cNvPr>
          <p:cNvSpPr>
            <a:spLocks xmlns:a="http://schemas.openxmlformats.org/drawingml/2006/main" noGrp="1"/>
          </p:cNvSpPr>
          <p:nvPr/>
        </p:nvSpPr>
        <p:spPr>
          <a:xfrm xmlns:a="http://schemas.openxmlformats.org/drawingml/2006/main">
            <a:off x="13049250" y="7753350"/>
            <a:ext cx="3143250" cy="742950"/>
          </a:xfrm>
          <a:prstGeom xmlns:a="http://schemas.openxmlformats.org/drawingml/2006/main" prst="roundRect">
            <a:avLst>
              <a:gd name="adj" fmla="val 15385"/>
            </a:avLst>
          </a:prstGeom>
          <a:solidFill xmlns:a="http://schemas.openxmlformats.org/drawingml/2006/main">
            <a:srgbClr val="414141"/>
          </a:solidFill>
          <a:ln xmlns:a="http://schemas.openxmlformats.org/drawingml/2006/main" w="0">
            <a:noFill/>
          </a:ln>
        </p:spPr>
      </p:sp>
      <p:sp>
        <p:nvSpPr>
          <p:cNvPr id="31" name="text">
            <a:extLst xmlns:a="http://schemas.openxmlformats.org/drawingml/2006/main">
              <a:ext uri="{FF2B5EF4-FFF2-40B4-BE49-F238E27FC236}">
                <a16:creationId xmlns:a16="http://schemas.microsoft.com/office/drawing/2014/main" id="{E18BC54D-5435-4352-A8E7-3B40813AEF8B}"/>
              </a:ext>
            </a:extLst>
          </p:cNvPr>
          <p:cNvSpPr>
            <a:spLocks xmlns:a="http://schemas.openxmlformats.org/drawingml/2006/main" noGrp="1"/>
          </p:cNvSpPr>
          <p:nvPr/>
        </p:nvSpPr>
        <p:spPr>
          <a:xfrm xmlns:a="http://schemas.openxmlformats.org/drawingml/2006/main">
            <a:off x="13192125" y="7848600"/>
            <a:ext cx="285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엔탈피</a:t>
            </a:r>
          </a:p>
        </p:txBody>
      </p:sp>
    </p:spTree>
    <p:extLst>
      <p:ext uri="{BB962C8B-B14F-4D97-AF65-F5344CB8AC3E}">
        <p14:creationId xmlns:p14="http://schemas.microsoft.com/office/powerpoint/2010/main" val="8537435"/>
      </p:ext>
    </p:extLst>
  </p:cSld>
</p:sld>
</file>

<file path=ppt/slides/slide2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 name="v33 내용 구분">
            <a:extLst xmlns:a="http://schemas.openxmlformats.org/drawingml/2006/main">
              <a:ext uri="{FF2B5EF4-FFF2-40B4-BE49-F238E27FC236}">
                <a16:creationId xmlns:a16="http://schemas.microsoft.com/office/drawing/2014/main" id="{954DEB12-1FC3-43A5-97BF-D9C5CB6CD383}"/>
              </a:ext>
            </a:extLst>
          </p:cNvPr>
          <p:cNvSpPr>
            <a:spLocks xmlns:a="http://schemas.openxmlformats.org/drawingml/2006/main" noGrp="1"/>
          </p:cNvSpPr>
          <p:nvPr/>
        </p:nvSpPr>
        <p:spPr>
          <a:xfrm xmlns:a="http://schemas.openxmlformats.org/drawingml/2006/main">
            <a:off x="2095500" y="7381875"/>
            <a:ext cx="14097000" cy="1619250"/>
          </a:xfrm>
          <a:prstGeom xmlns:a="http://schemas.openxmlformats.org/drawingml/2006/main" prst="roundRect">
            <a:avLst>
              <a:gd name="adj" fmla="val 9412"/>
            </a:avLst>
          </a:prstGeom>
          <a:solidFill xmlns:a="http://schemas.openxmlformats.org/drawingml/2006/main">
            <a:srgbClr val="172015"/>
          </a:solidFill>
          <a:ln xmlns:a="http://schemas.openxmlformats.org/drawingml/2006/main" w="0">
            <a:noFill/>
          </a:ln>
        </p:spPr>
      </p:sp>
      <p:sp>
        <p:nvSpPr>
          <p:cNvPr id="13" name="v33 내용 구분">
            <a:extLst xmlns:a="http://schemas.openxmlformats.org/drawingml/2006/main">
              <a:ext uri="{FF2B5EF4-FFF2-40B4-BE49-F238E27FC236}">
                <a16:creationId xmlns:a16="http://schemas.microsoft.com/office/drawing/2014/main" id="{D9C2F205-D830-435C-A59C-E16F58D9C2CC}"/>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3638179-F3A5-4BE5-9C62-651F65E6AD56}"/>
              </a:ext>
            </a:extLst>
          </p:cNvPr>
          <p:cNvPicPr>
            <a:picLocks xmlns:a="http://schemas.openxmlformats.org/drawingml/2006/main" noChangeAspect="1"/>
          </p:cNvPicPr>
          <p:nvPr/>
        </p:nvPicPr>
        <p:blipFill>
          <a:blip xmlns:r="http://schemas.openxmlformats.org/officeDocument/2006/relationships" xmlns:a="http://schemas.openxmlformats.org/drawingml/2006/main" r:embed="R13d5eb589ec146f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E438980-44E8-4AF2-9C77-90FE7D6F48B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85B9E5-DC0C-45CE-BAA0-6B73CD93A2F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620E9345-1D45-4163-A411-253B05FDBBC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2E6040B7-A6AD-4CCC-8337-A47AD61EE34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34D20D7E-EC96-48BD-B5ED-B7B4491C582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SO₂가 SO₃로 바뀔 때</a:t>
            </a:r>
          </a:p>
        </p:txBody>
      </p:sp>
      <p:pic>
        <p:nvPicPr>
          <p:cNvPr id="8" name="">
            <a:extLst xmlns:a="http://schemas.openxmlformats.org/drawingml/2006/main">
              <a:ext uri="{FF2B5EF4-FFF2-40B4-BE49-F238E27FC236}">
                <a16:creationId xmlns:a16="http://schemas.microsoft.com/office/drawing/2014/main" id="{14FD9109-062E-4422-AB20-B51D738C1B69}"/>
              </a:ext>
            </a:extLst>
          </p:cNvPr>
          <p:cNvPicPr>
            <a:picLocks xmlns:a="http://schemas.openxmlformats.org/drawingml/2006/main" noChangeAspect="1"/>
          </p:cNvPicPr>
          <p:nvPr/>
        </p:nvPicPr>
        <p:blipFill>
          <a:blip xmlns:r="http://schemas.openxmlformats.org/officeDocument/2006/relationships" xmlns:a="http://schemas.openxmlformats.org/drawingml/2006/main" r:embed="R7e924831c7554648"/>
          <a:stretch xmlns:a="http://schemas.openxmlformats.org/drawingml/2006/main"/>
        </p:blipFill>
        <p:spPr>
          <a:xfrm xmlns:a="http://schemas.openxmlformats.org/drawingml/2006/main">
            <a:off x="4582115" y="4893153"/>
            <a:ext cx="9123770" cy="1548445"/>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76F71CF-E9EF-45B3-B02D-A27A018CA6EC}"/>
              </a:ext>
            </a:extLst>
          </p:cNvPr>
          <p:cNvPicPr>
            <a:picLocks xmlns:a="http://schemas.openxmlformats.org/drawingml/2006/main" noChangeAspect="1"/>
          </p:cNvPicPr>
          <p:nvPr/>
        </p:nvPicPr>
        <p:blipFill>
          <a:blip xmlns:r="http://schemas.openxmlformats.org/officeDocument/2006/relationships" xmlns:a="http://schemas.openxmlformats.org/drawingml/2006/main" r:embed="Re0a5279b37ee462d"/>
          <a:stretch xmlns:a="http://schemas.openxmlformats.org/drawingml/2006/main"/>
        </p:blipFill>
        <p:spPr>
          <a:xfrm xmlns:a="http://schemas.openxmlformats.org/drawingml/2006/main">
            <a:off x="5161623" y="7667625"/>
            <a:ext cx="7964754" cy="1047750"/>
          </a:xfrm>
          <a:prstGeom xmlns:a="http://schemas.openxmlformats.org/drawingml/2006/main" prst="rect">
            <a:avLst/>
          </a:prstGeom>
        </p:spPr>
      </p:pic>
      <p:sp>
        <p:nvSpPr>
          <p:cNvPr id="12" name="text">
            <a:extLst xmlns:a="http://schemas.openxmlformats.org/drawingml/2006/main">
              <a:ext uri="{FF2B5EF4-FFF2-40B4-BE49-F238E27FC236}">
                <a16:creationId xmlns:a16="http://schemas.microsoft.com/office/drawing/2014/main" id="{06636F49-9DBA-404B-BBDB-CB3A5DD589F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다음 두 반응을 이용하여 목표 반응의 엔탈피를 구하시오.</a:t>
            </a:r>
          </a:p>
        </p:txBody>
      </p:sp>
      <p:sp>
        <p:nvSpPr>
          <p:cNvPr id="14" name="text">
            <a:extLst xmlns:a="http://schemas.openxmlformats.org/drawingml/2006/main">
              <a:ext uri="{FF2B5EF4-FFF2-40B4-BE49-F238E27FC236}">
                <a16:creationId xmlns:a16="http://schemas.microsoft.com/office/drawing/2014/main" id="{0F09178E-761A-40B9-926E-E35429164B35}"/>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a:t>
            </a:r>
          </a:p>
        </p:txBody>
      </p:sp>
      <p:sp>
        <p:nvSpPr>
          <p:cNvPr id="16" name="text">
            <a:extLst xmlns:a="http://schemas.openxmlformats.org/drawingml/2006/main">
              <a:ext uri="{FF2B5EF4-FFF2-40B4-BE49-F238E27FC236}">
                <a16:creationId xmlns:a16="http://schemas.microsoft.com/office/drawing/2014/main" id="{5E898BB6-0D37-477E-B170-FD438979A499}"/>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848673280"/>
      </p:ext>
    </p:extLst>
  </p:cSld>
</p:sld>
</file>

<file path=ppt/slides/slide2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3 내용 구분">
            <a:extLst xmlns:a="http://schemas.openxmlformats.org/drawingml/2006/main">
              <a:ext uri="{FF2B5EF4-FFF2-40B4-BE49-F238E27FC236}">
                <a16:creationId xmlns:a16="http://schemas.microsoft.com/office/drawing/2014/main" id="{4DB1492E-A852-4A0F-B3EF-D51AD573A678}"/>
              </a:ext>
            </a:extLst>
          </p:cNvPr>
          <p:cNvSpPr>
            <a:spLocks xmlns:a="http://schemas.openxmlformats.org/drawingml/2006/main" noGrp="1"/>
          </p:cNvSpPr>
          <p:nvPr/>
        </p:nvSpPr>
        <p:spPr>
          <a:xfrm xmlns:a="http://schemas.openxmlformats.org/drawingml/2006/main">
            <a:off x="2095500" y="7381875"/>
            <a:ext cx="14097000" cy="1238250"/>
          </a:xfrm>
          <a:prstGeom xmlns:a="http://schemas.openxmlformats.org/drawingml/2006/main" prst="roundRect">
            <a:avLst>
              <a:gd name="adj" fmla="val 12308"/>
            </a:avLst>
          </a:prstGeom>
          <a:solidFill xmlns:a="http://schemas.openxmlformats.org/drawingml/2006/main">
            <a:srgbClr val="172015"/>
          </a:solidFill>
          <a:ln xmlns:a="http://schemas.openxmlformats.org/drawingml/2006/main" w="0">
            <a:noFill/>
          </a:ln>
        </p:spPr>
      </p:sp>
      <p:sp>
        <p:nvSpPr>
          <p:cNvPr id="14" name="v33 내용 구분">
            <a:extLst xmlns:a="http://schemas.openxmlformats.org/drawingml/2006/main">
              <a:ext uri="{FF2B5EF4-FFF2-40B4-BE49-F238E27FC236}">
                <a16:creationId xmlns:a16="http://schemas.microsoft.com/office/drawing/2014/main" id="{F9F2B7D5-4E26-4432-97DC-094A5ED97574}"/>
              </a:ext>
            </a:extLst>
          </p:cNvPr>
          <p:cNvSpPr>
            <a:spLocks xmlns:a="http://schemas.openxmlformats.org/drawingml/2006/main" noGrp="1"/>
          </p:cNvSpPr>
          <p:nvPr/>
        </p:nvSpPr>
        <p:spPr>
          <a:xfrm xmlns:a="http://schemas.openxmlformats.org/drawingml/2006/main">
            <a:off x="2095500" y="4572000"/>
            <a:ext cx="14097000" cy="2190750"/>
          </a:xfrm>
          <a:prstGeom xmlns:a="http://schemas.openxmlformats.org/drawingml/2006/main" prst="roundRect">
            <a:avLst>
              <a:gd name="adj" fmla="val 695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69784D4E-145B-4F67-A906-A70FC22FE9A7}"/>
              </a:ext>
            </a:extLst>
          </p:cNvPr>
          <p:cNvPicPr>
            <a:picLocks xmlns:a="http://schemas.openxmlformats.org/drawingml/2006/main" noChangeAspect="1"/>
          </p:cNvPicPr>
          <p:nvPr/>
        </p:nvPicPr>
        <p:blipFill>
          <a:blip xmlns:r="http://schemas.openxmlformats.org/officeDocument/2006/relationships" xmlns:a="http://schemas.openxmlformats.org/drawingml/2006/main" r:embed="R77d5f1835f7743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A335A7D-336B-47BB-9E2B-D194FB80E7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9B286D8-BDFB-458D-9B3D-0197D8D8979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1A6BF091-94D9-4E0E-A4BE-F39AEEAD8C1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E8BB260-EAE7-4EBD-879A-B78475AF822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5101A26F-3FA9-4F14-A227-8D627AD7592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반응식과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함께 검산</a:t>
            </a:r>
          </a:p>
        </p:txBody>
      </p:sp>
      <p:pic>
        <p:nvPicPr>
          <p:cNvPr id="8" name="">
            <a:extLst xmlns:a="http://schemas.openxmlformats.org/drawingml/2006/main">
              <a:ext uri="{FF2B5EF4-FFF2-40B4-BE49-F238E27FC236}">
                <a16:creationId xmlns:a16="http://schemas.microsoft.com/office/drawing/2014/main" id="{C5577837-F4C3-444B-90DE-87F4FB016FA7}"/>
              </a:ext>
            </a:extLst>
          </p:cNvPr>
          <p:cNvPicPr>
            <a:picLocks xmlns:a="http://schemas.openxmlformats.org/drawingml/2006/main" noChangeAspect="1"/>
          </p:cNvPicPr>
          <p:nvPr/>
        </p:nvPicPr>
        <p:blipFill>
          <a:blip xmlns:r="http://schemas.openxmlformats.org/officeDocument/2006/relationships" xmlns:a="http://schemas.openxmlformats.org/drawingml/2006/main" r:embed="R7b19d48e43ca4b1d"/>
          <a:stretch xmlns:a="http://schemas.openxmlformats.org/drawingml/2006/main"/>
        </p:blipFill>
        <p:spPr>
          <a:xfrm xmlns:a="http://schemas.openxmlformats.org/drawingml/2006/main">
            <a:off x="4996832" y="4963537"/>
            <a:ext cx="8294336" cy="1407677"/>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BEE285EF-DBAE-429D-B45B-CECE1092352E}"/>
              </a:ext>
            </a:extLst>
          </p:cNvPr>
          <p:cNvPicPr>
            <a:picLocks xmlns:a="http://schemas.openxmlformats.org/drawingml/2006/main" noChangeAspect="1"/>
          </p:cNvPicPr>
          <p:nvPr/>
        </p:nvPicPr>
        <p:blipFill>
          <a:blip xmlns:r="http://schemas.openxmlformats.org/officeDocument/2006/relationships" xmlns:a="http://schemas.openxmlformats.org/drawingml/2006/main" r:embed="R97286a7e49dd4e05"/>
          <a:stretch xmlns:a="http://schemas.openxmlformats.org/drawingml/2006/main"/>
        </p:blipFill>
        <p:spPr>
          <a:xfrm xmlns:a="http://schemas.openxmlformats.org/drawingml/2006/main">
            <a:off x="5523657" y="7524750"/>
            <a:ext cx="7240686" cy="952500"/>
          </a:xfrm>
          <a:prstGeom xmlns:a="http://schemas.openxmlformats.org/drawingml/2006/main" prst="rect">
            <a:avLst/>
          </a:prstGeom>
        </p:spPr>
      </p:pic>
      <p:pic>
        <p:nvPicPr>
          <p:cNvPr id="11" name="">
            <a:extLst xmlns:a="http://schemas.openxmlformats.org/drawingml/2006/main">
              <a:ext uri="{FF2B5EF4-FFF2-40B4-BE49-F238E27FC236}">
                <a16:creationId xmlns:a16="http://schemas.microsoft.com/office/drawing/2014/main" id="{639453B3-B1E7-4E8E-84A3-ED34F036CB31}"/>
              </a:ext>
            </a:extLst>
          </p:cNvPr>
          <p:cNvPicPr>
            <a:picLocks xmlns:a="http://schemas.openxmlformats.org/drawingml/2006/main" noChangeAspect="1"/>
          </p:cNvPicPr>
          <p:nvPr/>
        </p:nvPicPr>
        <p:blipFill>
          <a:blip xmlns:r="http://schemas.openxmlformats.org/officeDocument/2006/relationships" xmlns:a="http://schemas.openxmlformats.org/drawingml/2006/main" r:embed="Rf3a95182f1354408"/>
          <a:stretch xmlns:a="http://schemas.openxmlformats.org/drawingml/2006/main"/>
        </p:blipFill>
        <p:spPr>
          <a:xfrm xmlns:a="http://schemas.openxmlformats.org/drawingml/2006/main">
            <a:off x="5906143" y="9047975"/>
            <a:ext cx="6475714" cy="534950"/>
          </a:xfrm>
          <a:prstGeom xmlns:a="http://schemas.openxmlformats.org/drawingml/2006/main" prst="rect">
            <a:avLst/>
          </a:prstGeom>
        </p:spPr>
      </p:pic>
      <p:sp>
        <p:nvSpPr>
          <p:cNvPr id="13" name="text">
            <a:extLst xmlns:a="http://schemas.openxmlformats.org/drawingml/2006/main">
              <a:ext uri="{FF2B5EF4-FFF2-40B4-BE49-F238E27FC236}">
                <a16:creationId xmlns:a16="http://schemas.microsoft.com/office/drawing/2014/main" id="{3B7FBBCA-041B-402D-A73A-DCD1F9050413}"/>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첫 번째 반응식을 2배하여 두 번째 반응식에서 뺀다.</a:t>
            </a:r>
          </a:p>
        </p:txBody>
      </p:sp>
      <p:sp>
        <p:nvSpPr>
          <p:cNvPr id="15" name="text">
            <a:extLst xmlns:a="http://schemas.openxmlformats.org/drawingml/2006/main">
              <a:ext uri="{FF2B5EF4-FFF2-40B4-BE49-F238E27FC236}">
                <a16:creationId xmlns:a16="http://schemas.microsoft.com/office/drawing/2014/main" id="{E65F9F2F-31D0-476D-A7BD-3CF2ABA5DB18}"/>
              </a:ext>
            </a:extLst>
          </p:cNvPr>
          <p:cNvSpPr>
            <a:spLocks xmlns:a="http://schemas.openxmlformats.org/drawingml/2006/main" noGrp="1"/>
          </p:cNvSpPr>
          <p:nvPr/>
        </p:nvSpPr>
        <p:spPr>
          <a:xfrm xmlns:a="http://schemas.openxmlformats.org/drawingml/2006/main">
            <a:off x="2381250" y="414337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주어진 반응 · 첫 번째 식을 2배</a:t>
            </a:r>
          </a:p>
        </p:txBody>
      </p:sp>
      <p:sp>
        <p:nvSpPr>
          <p:cNvPr id="17" name="text">
            <a:extLst xmlns:a="http://schemas.openxmlformats.org/drawingml/2006/main">
              <a:ext uri="{FF2B5EF4-FFF2-40B4-BE49-F238E27FC236}">
                <a16:creationId xmlns:a16="http://schemas.microsoft.com/office/drawing/2014/main" id="{1D71E03C-C2AB-43BD-BDB1-4A30B53EB843}"/>
              </a:ext>
            </a:extLst>
          </p:cNvPr>
          <p:cNvSpPr>
            <a:spLocks xmlns:a="http://schemas.openxmlformats.org/drawingml/2006/main" noGrp="1"/>
          </p:cNvSpPr>
          <p:nvPr/>
        </p:nvSpPr>
        <p:spPr>
          <a:xfrm xmlns:a="http://schemas.openxmlformats.org/drawingml/2006/main">
            <a:off x="2381250" y="6896100"/>
            <a:ext cx="2381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9FFF68"/>
                </a:solidFill>
                <a:latin typeface="Pretendard"/>
                <a:ea typeface="Pretendard"/>
                <a:cs typeface="Pretendard"/>
              </a:defRPr>
            </a:defPPr>
            <a:lvl1pPr algn="l">
              <a:defRPr sz="2100" b="1">
                <a:solidFill>
                  <a:srgbClr val="9FFF68"/>
                </a:solidFill>
                <a:latin typeface="Pretendard"/>
                <a:ea typeface="Pretendard"/>
                <a:cs typeface="Pretendard"/>
              </a:defRPr>
            </a:lvl1pPr>
            <a:lvl2pPr algn="l">
              <a:defRPr sz="2100" b="1">
                <a:solidFill>
                  <a:srgbClr val="9FFF68"/>
                </a:solidFill>
                <a:latin typeface="Pretendard"/>
                <a:ea typeface="Pretendard"/>
                <a:cs typeface="Pretendard"/>
              </a:defRPr>
            </a:lvl2pPr>
            <a:lvl3pPr algn="l">
              <a:defRPr sz="2100" b="1">
                <a:solidFill>
                  <a:srgbClr val="9FFF68"/>
                </a:solidFill>
                <a:latin typeface="Pretendard"/>
                <a:ea typeface="Pretendard"/>
                <a:cs typeface="Pretendard"/>
              </a:defRPr>
            </a:lvl3pPr>
            <a:lvl4pPr algn="l">
              <a:defRPr sz="2100" b="1">
                <a:solidFill>
                  <a:srgbClr val="9FFF68"/>
                </a:solidFill>
                <a:latin typeface="Pretendard"/>
                <a:ea typeface="Pretendard"/>
                <a:cs typeface="Pretendard"/>
              </a:defRPr>
            </a:lvl4pPr>
            <a:lvl5pPr algn="l">
              <a:defRPr sz="2100" b="1">
                <a:solidFill>
                  <a:srgbClr val="9FFF68"/>
                </a:solidFill>
                <a:latin typeface="Pretendard"/>
                <a:ea typeface="Pretendard"/>
                <a:cs typeface="Pretendard"/>
              </a:defRPr>
            </a:lvl5pPr>
            <a:lvl6pPr algn="l">
              <a:defRPr sz="2100" b="1">
                <a:solidFill>
                  <a:srgbClr val="9FFF68"/>
                </a:solidFill>
                <a:latin typeface="Pretendard"/>
                <a:ea typeface="Pretendard"/>
                <a:cs typeface="Pretendard"/>
              </a:defRPr>
            </a:lvl6pPr>
            <a:lvl7pPr algn="l">
              <a:defRPr sz="2100" b="1">
                <a:solidFill>
                  <a:srgbClr val="9FFF68"/>
                </a:solidFill>
                <a:latin typeface="Pretendard"/>
                <a:ea typeface="Pretendard"/>
                <a:cs typeface="Pretendard"/>
              </a:defRPr>
            </a:lvl7pPr>
            <a:lvl8pPr algn="l">
              <a:defRPr sz="2100" b="1">
                <a:solidFill>
                  <a:srgbClr val="9FFF68"/>
                </a:solidFill>
                <a:latin typeface="Pretendard"/>
                <a:ea typeface="Pretendard"/>
                <a:cs typeface="Pretendard"/>
              </a:defRPr>
            </a:lvl8pPr>
            <a:lvl9pPr algn="l">
              <a:defRPr sz="2100" b="1">
                <a:solidFill>
                  <a:srgbClr val="9FFF68"/>
                </a:solidFill>
                <a:latin typeface="Pretendard"/>
                <a:ea typeface="Pretendard"/>
                <a:cs typeface="Pretendard"/>
              </a:defRPr>
            </a:lvl9pPr>
          </a:lstStyle>
          <a:p xmlns:a="http://schemas.openxmlformats.org/drawingml/2006/main">
            <a:pPr algn="l">
              <a:defRPr sz="2100" b="1">
                <a:solidFill>
                  <a:srgbClr val="9FFF68"/>
                </a:solidFill>
                <a:latin typeface="Pretendard"/>
                <a:ea typeface="Pretendard"/>
                <a:cs typeface="Pretendard"/>
              </a:defRPr>
            </a:pPr>
            <a:r>
              <a:rPr sz="2100" b="1">
                <a:solidFill>
                  <a:srgbClr val="9FFF68"/>
                </a:solidFill>
                <a:latin typeface="Pretendard"/>
                <a:ea typeface="Pretendard"/>
                <a:cs typeface="Pretendard"/>
              </a:rPr>
              <a:t>목표 반응</a:t>
            </a:r>
          </a:p>
        </p:txBody>
      </p:sp>
    </p:spTree>
    <p:extLst>
      <p:ext uri="{BB962C8B-B14F-4D97-AF65-F5344CB8AC3E}">
        <p14:creationId xmlns:p14="http://schemas.microsoft.com/office/powerpoint/2010/main" val="629573285"/>
      </p:ext>
    </p:extLst>
  </p:cSld>
</p:sld>
</file>

<file path=ppt/slides/slide2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E34479E0-0020-4C6D-BE94-5751910A1776}"/>
              </a:ext>
            </a:extLst>
          </p:cNvPr>
          <p:cNvPicPr>
            <a:picLocks xmlns:a="http://schemas.openxmlformats.org/drawingml/2006/main" noChangeAspect="1"/>
          </p:cNvPicPr>
          <p:nvPr/>
        </p:nvPicPr>
        <p:blipFill>
          <a:blip xmlns:r="http://schemas.openxmlformats.org/officeDocument/2006/relationships" xmlns:a="http://schemas.openxmlformats.org/drawingml/2006/main" r:embed="R08205c02ecbe4b1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8BD430D-B51C-4B08-B595-2E80DFD6C75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B80F3508-96FC-464E-A25C-B33FFDBD3C9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2 반응 엔탈피 구하기</a:t>
            </a:r>
          </a:p>
        </p:txBody>
      </p:sp>
      <p:sp>
        <p:nvSpPr>
          <p:cNvPr id="4" name="text">
            <a:extLst xmlns:a="http://schemas.openxmlformats.org/drawingml/2006/main">
              <a:ext uri="{FF2B5EF4-FFF2-40B4-BE49-F238E27FC236}">
                <a16:creationId xmlns:a16="http://schemas.microsoft.com/office/drawing/2014/main" id="{024EC02D-2E32-4204-8A53-5286370BFF3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B65EC490-427B-479E-9356-AAA0C7EC0A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반응식 조합</a:t>
            </a:r>
          </a:p>
        </p:txBody>
      </p:sp>
      <p:sp>
        <p:nvSpPr>
          <p:cNvPr id="6" name="핵심 문장">
            <a:extLst xmlns:a="http://schemas.openxmlformats.org/drawingml/2006/main">
              <a:ext uri="{FF2B5EF4-FFF2-40B4-BE49-F238E27FC236}">
                <a16:creationId xmlns:a16="http://schemas.microsoft.com/office/drawing/2014/main" id="{8437847E-CEA5-4F49-9A81-199902C2D982}"/>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그림과 반응식은 같은 관계</a:t>
            </a:r>
          </a:p>
        </p:txBody>
      </p:sp>
      <p:pic>
        <p:nvPicPr>
          <p:cNvPr id="7" name="">
            <a:extLst xmlns:a="http://schemas.openxmlformats.org/drawingml/2006/main">
              <a:ext uri="{FF2B5EF4-FFF2-40B4-BE49-F238E27FC236}">
                <a16:creationId xmlns:a16="http://schemas.microsoft.com/office/drawing/2014/main" id="{4B3B3745-4BFE-4EA3-BD52-008BBCD9E7D7}"/>
              </a:ext>
            </a:extLst>
          </p:cNvPr>
          <p:cNvPicPr>
            <a:picLocks xmlns:a="http://schemas.openxmlformats.org/drawingml/2006/main" noChangeAspect="1"/>
          </p:cNvPicPr>
          <p:nvPr/>
        </p:nvPicPr>
        <p:blipFill>
          <a:blip xmlns:r="http://schemas.openxmlformats.org/officeDocument/2006/relationships" xmlns:a="http://schemas.openxmlformats.org/drawingml/2006/main" r:embed="Raea91fcd744446f9"/>
          <a:stretch xmlns:a="http://schemas.openxmlformats.org/drawingml/2006/main"/>
        </p:blipFill>
        <p:spPr>
          <a:xfrm xmlns:a="http://schemas.openxmlformats.org/drawingml/2006/main">
            <a:off x="2667000" y="5184544"/>
            <a:ext cx="6572250" cy="2965912"/>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96FB44F-48D8-41D5-A62C-62B24BDF73D5}"/>
              </a:ext>
            </a:extLst>
          </p:cNvPr>
          <p:cNvPicPr>
            <a:picLocks xmlns:a="http://schemas.openxmlformats.org/drawingml/2006/main" noChangeAspect="1"/>
          </p:cNvPicPr>
          <p:nvPr/>
        </p:nvPicPr>
        <p:blipFill>
          <a:blip xmlns:r="http://schemas.openxmlformats.org/officeDocument/2006/relationships" xmlns:a="http://schemas.openxmlformats.org/drawingml/2006/main" r:embed="R0303826782bd4025"/>
          <a:stretch xmlns:a="http://schemas.openxmlformats.org/drawingml/2006/main"/>
        </p:blipFill>
        <p:spPr>
          <a:xfrm xmlns:a="http://schemas.openxmlformats.org/drawingml/2006/main">
            <a:off x="10290773" y="5846524"/>
            <a:ext cx="5326453" cy="1451452"/>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BDFB52C3-41A3-4F7B-8025-80D36579A3AC}"/>
              </a:ext>
            </a:extLst>
          </p:cNvPr>
          <p:cNvSpPr>
            <a:spLocks xmlns:a="http://schemas.openxmlformats.org/drawingml/2006/main" noGrp="1"/>
          </p:cNvSpPr>
          <p:nvPr/>
        </p:nvSpPr>
        <p:spPr>
          <a:xfrm xmlns:a="http://schemas.openxmlformats.org/drawingml/2006/main">
            <a:off x="10287000" y="466725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전체 경로와 구하려는 단계</a:t>
            </a:r>
          </a:p>
        </p:txBody>
      </p:sp>
    </p:spTree>
    <p:extLst>
      <p:ext uri="{BB962C8B-B14F-4D97-AF65-F5344CB8AC3E}">
        <p14:creationId xmlns:p14="http://schemas.microsoft.com/office/powerpoint/2010/main" val="494761748"/>
      </p:ext>
    </p:extLst>
  </p:cSld>
</p:sld>
</file>

<file path=ppt/slides/slide2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7DAD4F1-4966-44CE-AEA7-9C87427D47D4}"/>
              </a:ext>
            </a:extLst>
          </p:cNvPr>
          <p:cNvPicPr>
            <a:picLocks xmlns:a="http://schemas.openxmlformats.org/drawingml/2006/main" noChangeAspect="1"/>
          </p:cNvPicPr>
          <p:nvPr/>
        </p:nvPicPr>
        <p:blipFill>
          <a:blip xmlns:r="http://schemas.openxmlformats.org/officeDocument/2006/relationships" xmlns:a="http://schemas.openxmlformats.org/drawingml/2006/main" r:embed="Rd1c6d0dd6dae45fe"/>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0167D245-8087-49D6-BCD3-BEF7104AE8F1}"/>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6633832B-C45D-4C9A-8FD3-C6FB370A1250}"/>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84B68284-03E4-4B19-815B-62218C00C095}"/>
              </a:ext>
            </a:extLst>
          </p:cNvPr>
          <p:cNvPicPr>
            <a:picLocks xmlns:a="http://schemas.openxmlformats.org/drawingml/2006/main" noChangeAspect="1"/>
          </p:cNvPicPr>
          <p:nvPr/>
        </p:nvPicPr>
        <p:blipFill>
          <a:blip xmlns:r="http://schemas.openxmlformats.org/officeDocument/2006/relationships" xmlns:a="http://schemas.openxmlformats.org/drawingml/2006/main" r:embed="R67baefc67fe1441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519F10A8-22A0-4461-AC34-AAB100A7A9E8}"/>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B08F3073-48F0-4B3C-B756-A15E4985FDE1}"/>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3</a:t>
            </a:r>
          </a:p>
        </p:txBody>
      </p:sp>
      <p:sp>
        <p:nvSpPr>
          <p:cNvPr id="7" name="text">
            <a:extLst xmlns:a="http://schemas.openxmlformats.org/drawingml/2006/main">
              <a:ext uri="{FF2B5EF4-FFF2-40B4-BE49-F238E27FC236}">
                <a16:creationId xmlns:a16="http://schemas.microsoft.com/office/drawing/2014/main" id="{80F94C5F-5147-4D09-B6E8-36459D44787B}"/>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표준 생성 엔탈피</a:t>
            </a:r>
          </a:p>
        </p:txBody>
      </p:sp>
      <p:sp>
        <p:nvSpPr>
          <p:cNvPr id="8" name="text">
            <a:extLst xmlns:a="http://schemas.openxmlformats.org/drawingml/2006/main">
              <a:ext uri="{FF2B5EF4-FFF2-40B4-BE49-F238E27FC236}">
                <a16:creationId xmlns:a16="http://schemas.microsoft.com/office/drawing/2014/main" id="{635CD2F1-8A7B-49C6-847A-86DCA36FFD44}"/>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물질마다 같은 기준의 생성 엔탈피를 알면 무엇을 구할 수 있을까?</a:t>
            </a:r>
          </a:p>
        </p:txBody>
      </p:sp>
    </p:spTree>
    <p:extLst>
      <p:ext uri="{BB962C8B-B14F-4D97-AF65-F5344CB8AC3E}">
        <p14:creationId xmlns:p14="http://schemas.microsoft.com/office/powerpoint/2010/main" val="1639307185"/>
      </p:ext>
    </p:extLst>
  </p:cSld>
</p:sld>
</file>

<file path=ppt/slides/slide2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7835110-17CC-4114-A94C-B046B9034CBD}"/>
              </a:ext>
            </a:extLst>
          </p:cNvPr>
          <p:cNvPicPr>
            <a:picLocks xmlns:a="http://schemas.openxmlformats.org/drawingml/2006/main" noChangeAspect="1"/>
          </p:cNvPicPr>
          <p:nvPr/>
        </p:nvPicPr>
        <p:blipFill>
          <a:blip xmlns:r="http://schemas.openxmlformats.org/officeDocument/2006/relationships" xmlns:a="http://schemas.openxmlformats.org/drawingml/2006/main" r:embed="R7408dc25c64a46c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5236D7B6-1ED6-4A7B-9A30-1CCBC3164D4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177B0DCD-8A5E-4E12-8FFE-07304A311C5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5A81682-023D-48E0-9B18-403586E1958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67C483B-D2C0-40DE-BFFA-A029D4B1F64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C2879D35-C8A2-4BAD-B4A4-EAF70DFFB0E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a:t>
            </a:r>
          </a:p>
        </p:txBody>
      </p:sp>
      <p:pic>
        <p:nvPicPr>
          <p:cNvPr id="8" name="">
            <a:extLst xmlns:a="http://schemas.openxmlformats.org/drawingml/2006/main">
              <a:ext uri="{FF2B5EF4-FFF2-40B4-BE49-F238E27FC236}">
                <a16:creationId xmlns:a16="http://schemas.microsoft.com/office/drawing/2014/main" id="{F1FF1C12-12F3-47D4-8F48-D3CC2C34D005}"/>
              </a:ext>
            </a:extLst>
          </p:cNvPr>
          <p:cNvPicPr>
            <a:picLocks xmlns:a="http://schemas.openxmlformats.org/drawingml/2006/main" noChangeAspect="1"/>
          </p:cNvPicPr>
          <p:nvPr/>
        </p:nvPicPr>
        <p:blipFill>
          <a:blip xmlns:r="http://schemas.openxmlformats.org/officeDocument/2006/relationships" xmlns:a="http://schemas.openxmlformats.org/drawingml/2006/main" r:embed="R403166b78ad14530"/>
          <a:stretch xmlns:a="http://schemas.openxmlformats.org/drawingml/2006/main"/>
        </p:blipFill>
        <p:spPr>
          <a:xfrm xmlns:a="http://schemas.openxmlformats.org/drawingml/2006/main">
            <a:off x="2095500" y="4797807"/>
            <a:ext cx="14097000" cy="1501012"/>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7409E065-5A27-405C-A0F6-71645C0958BF}"/>
              </a:ext>
            </a:extLst>
          </p:cNvPr>
          <p:cNvSpPr>
            <a:spLocks xmlns:a="http://schemas.openxmlformats.org/drawingml/2006/main" noGrp="1"/>
          </p:cNvSpPr>
          <p:nvPr/>
        </p:nvSpPr>
        <p:spPr>
          <a:xfrm xmlns:a="http://schemas.openxmlformats.org/drawingml/2006/main">
            <a:off x="2095500" y="3857625"/>
            <a:ext cx="14097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표준 상태에서 가장 안정한 원소 물질로부터 물질 1 mol이 생성될 때의 반응 엔탈피</a:t>
            </a:r>
          </a:p>
        </p:txBody>
      </p:sp>
      <p:sp>
        <p:nvSpPr>
          <p:cNvPr id="10" name="text">
            <a:extLst xmlns:a="http://schemas.openxmlformats.org/drawingml/2006/main">
              <a:ext uri="{FF2B5EF4-FFF2-40B4-BE49-F238E27FC236}">
                <a16:creationId xmlns:a16="http://schemas.microsoft.com/office/drawing/2014/main" id="{7D2250DB-A6FE-481A-98D0-2A9FC0D45AD6}"/>
              </a:ext>
            </a:extLst>
          </p:cNvPr>
          <p:cNvSpPr>
            <a:spLocks xmlns:a="http://schemas.openxmlformats.org/drawingml/2006/main" noGrp="1"/>
          </p:cNvSpPr>
          <p:nvPr/>
        </p:nvSpPr>
        <p:spPr>
          <a:xfrm xmlns:a="http://schemas.openxmlformats.org/drawingml/2006/main">
            <a:off x="2095500" y="6953250"/>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생성되는 물질 1 mol을 기준으로 나타낸다.</a:t>
            </a:r>
          </a:p>
        </p:txBody>
      </p:sp>
      <p:sp>
        <p:nvSpPr>
          <p:cNvPr id="11" name="text">
            <a:extLst xmlns:a="http://schemas.openxmlformats.org/drawingml/2006/main">
              <a:ext uri="{FF2B5EF4-FFF2-40B4-BE49-F238E27FC236}">
                <a16:creationId xmlns:a16="http://schemas.microsoft.com/office/drawing/2014/main" id="{BC3E4901-8884-4EBE-ADCC-2F69037BDB95}"/>
              </a:ext>
            </a:extLst>
          </p:cNvPr>
          <p:cNvSpPr>
            <a:spLocks xmlns:a="http://schemas.openxmlformats.org/drawingml/2006/main" noGrp="1"/>
          </p:cNvSpPr>
          <p:nvPr/>
        </p:nvSpPr>
        <p:spPr>
          <a:xfrm xmlns:a="http://schemas.openxmlformats.org/drawingml/2006/main">
            <a:off x="2095500" y="8048625"/>
            <a:ext cx="14097000" cy="895350"/>
          </a:xfrm>
          <a:prstGeom xmlns:a="http://schemas.openxmlformats.org/drawingml/2006/main" prst="roundRect">
            <a:avLst/>
          </a:prstGeom>
          <a:solidFill xmlns:a="http://schemas.openxmlformats.org/drawingml/2006/main">
            <a:srgbClr val="17201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550" b="0">
                <a:solidFill>
                  <a:srgbClr val="FFFFFF"/>
                </a:solidFill>
                <a:latin typeface="Pretendard"/>
                <a:ea typeface="Pretendard"/>
                <a:cs typeface="Pretendard"/>
              </a:defRPr>
            </a:defPPr>
            <a:lvl1pPr algn="ctr">
              <a:defRPr sz="2550" b="0">
                <a:solidFill>
                  <a:srgbClr val="FFFFFF"/>
                </a:solidFill>
                <a:latin typeface="Pretendard"/>
                <a:ea typeface="Pretendard"/>
                <a:cs typeface="Pretendard"/>
              </a:defRPr>
            </a:lvl1pPr>
            <a:lvl2pPr algn="ctr">
              <a:defRPr sz="2550" b="0">
                <a:solidFill>
                  <a:srgbClr val="FFFFFF"/>
                </a:solidFill>
                <a:latin typeface="Pretendard"/>
                <a:ea typeface="Pretendard"/>
                <a:cs typeface="Pretendard"/>
              </a:defRPr>
            </a:lvl2pPr>
            <a:lvl3pPr algn="ctr">
              <a:defRPr sz="2550" b="0">
                <a:solidFill>
                  <a:srgbClr val="FFFFFF"/>
                </a:solidFill>
                <a:latin typeface="Pretendard"/>
                <a:ea typeface="Pretendard"/>
                <a:cs typeface="Pretendard"/>
              </a:defRPr>
            </a:lvl3pPr>
            <a:lvl4pPr algn="ctr">
              <a:defRPr sz="2550" b="0">
                <a:solidFill>
                  <a:srgbClr val="FFFFFF"/>
                </a:solidFill>
                <a:latin typeface="Pretendard"/>
                <a:ea typeface="Pretendard"/>
                <a:cs typeface="Pretendard"/>
              </a:defRPr>
            </a:lvl4pPr>
            <a:lvl5pPr algn="ctr">
              <a:defRPr sz="2550" b="0">
                <a:solidFill>
                  <a:srgbClr val="FFFFFF"/>
                </a:solidFill>
                <a:latin typeface="Pretendard"/>
                <a:ea typeface="Pretendard"/>
                <a:cs typeface="Pretendard"/>
              </a:defRPr>
            </a:lvl5pPr>
            <a:lvl6pPr algn="ctr">
              <a:defRPr sz="2550" b="0">
                <a:solidFill>
                  <a:srgbClr val="FFFFFF"/>
                </a:solidFill>
                <a:latin typeface="Pretendard"/>
                <a:ea typeface="Pretendard"/>
                <a:cs typeface="Pretendard"/>
              </a:defRPr>
            </a:lvl6pPr>
            <a:lvl7pPr algn="ctr">
              <a:defRPr sz="2550" b="0">
                <a:solidFill>
                  <a:srgbClr val="FFFFFF"/>
                </a:solidFill>
                <a:latin typeface="Pretendard"/>
                <a:ea typeface="Pretendard"/>
                <a:cs typeface="Pretendard"/>
              </a:defRPr>
            </a:lvl7pPr>
            <a:lvl8pPr algn="ctr">
              <a:defRPr sz="2550" b="0">
                <a:solidFill>
                  <a:srgbClr val="FFFFFF"/>
                </a:solidFill>
                <a:latin typeface="Pretendard"/>
                <a:ea typeface="Pretendard"/>
                <a:cs typeface="Pretendard"/>
              </a:defRPr>
            </a:lvl8pPr>
            <a:lvl9pPr algn="ctr">
              <a:defRPr sz="2550" b="0">
                <a:solidFill>
                  <a:srgbClr val="FFFFFF"/>
                </a:solidFill>
                <a:latin typeface="Pretendard"/>
                <a:ea typeface="Pretendard"/>
                <a:cs typeface="Pretendard"/>
              </a:defRPr>
            </a:lvl9pPr>
          </a:lstStyle>
          <a:p xmlns:a="http://schemas.openxmlformats.org/drawingml/2006/main">
            <a:pPr algn="ctr">
              <a:defRPr sz="2550" b="0">
                <a:solidFill>
                  <a:srgbClr val="FFFFFF"/>
                </a:solidFill>
                <a:latin typeface="Pretendard"/>
                <a:ea typeface="Pretendard"/>
                <a:cs typeface="Pretendard"/>
              </a:defRPr>
            </a:pPr>
            <a:r>
              <a:rPr sz="2550" b="0">
                <a:solidFill>
                  <a:srgbClr val="FFFFFF"/>
                </a:solidFill>
                <a:latin typeface="Pretendard"/>
                <a:ea typeface="Pretendard"/>
                <a:cs typeface="Pretendard"/>
              </a:rPr>
              <a:t>물의 표준 생성 엔탈피: −285.8 kJ/mol</a:t>
            </a:r>
          </a:p>
        </p:txBody>
      </p:sp>
    </p:spTree>
    <p:extLst>
      <p:ext uri="{BB962C8B-B14F-4D97-AF65-F5344CB8AC3E}">
        <p14:creationId xmlns:p14="http://schemas.microsoft.com/office/powerpoint/2010/main" val="1100986639"/>
      </p:ext>
    </p:extLst>
  </p:cSld>
</p:sld>
</file>

<file path=ppt/slides/slide2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7" name="v34 내용 영역">
            <a:extLst xmlns:a="http://schemas.openxmlformats.org/drawingml/2006/main">
              <a:ext uri="{FF2B5EF4-FFF2-40B4-BE49-F238E27FC236}">
                <a16:creationId xmlns:a16="http://schemas.microsoft.com/office/drawing/2014/main" id="{80C3327B-3C42-4625-8829-976EE81E202F}"/>
              </a:ext>
            </a:extLst>
          </p:cNvPr>
          <p:cNvSpPr>
            <a:spLocks xmlns:a="http://schemas.openxmlformats.org/drawingml/2006/main" noGrp="1"/>
          </p:cNvSpPr>
          <p:nvPr/>
        </p:nvSpPr>
        <p:spPr>
          <a:xfrm xmlns:a="http://schemas.openxmlformats.org/drawingml/2006/main">
            <a:off x="7667625" y="685800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sp>
        <p:nvSpPr>
          <p:cNvPr id="15" name="v34 내용 영역">
            <a:extLst xmlns:a="http://schemas.openxmlformats.org/drawingml/2006/main">
              <a:ext uri="{FF2B5EF4-FFF2-40B4-BE49-F238E27FC236}">
                <a16:creationId xmlns:a16="http://schemas.microsoft.com/office/drawing/2014/main" id="{0ED2A07C-F010-4440-8F1E-7D30D5977A4B}"/>
              </a:ext>
            </a:extLst>
          </p:cNvPr>
          <p:cNvSpPr>
            <a:spLocks xmlns:a="http://schemas.openxmlformats.org/drawingml/2006/main" noGrp="1"/>
          </p:cNvSpPr>
          <p:nvPr/>
        </p:nvSpPr>
        <p:spPr>
          <a:xfrm xmlns:a="http://schemas.openxmlformats.org/drawingml/2006/main">
            <a:off x="7667625" y="5429250"/>
            <a:ext cx="1381125" cy="28575"/>
          </a:xfrm>
          <a:prstGeom xmlns:a="http://schemas.openxmlformats.org/drawingml/2006/main" prst="roundRect">
            <a:avLst>
              <a:gd name="adj" fmla="val 50000"/>
            </a:avLst>
          </a:prstGeom>
          <a:solidFill xmlns:a="http://schemas.openxmlformats.org/drawingml/2006/main">
            <a:srgbClr val="9FFF68"/>
          </a:solidFill>
          <a:ln xmlns:a="http://schemas.openxmlformats.org/drawingml/2006/main" w="0">
            <a:noFill/>
          </a:ln>
        </p:spPr>
      </p:sp>
      <p:pic>
        <p:nvPicPr>
          <p:cNvPr id="12" name="">
            <a:extLst xmlns:a="http://schemas.openxmlformats.org/drawingml/2006/main">
              <a:ext uri="{FF2B5EF4-FFF2-40B4-BE49-F238E27FC236}">
                <a16:creationId xmlns:a16="http://schemas.microsoft.com/office/drawing/2014/main" id="{291B7900-E9B4-4EC3-A3DF-DCD40F316E5A}"/>
              </a:ext>
            </a:extLst>
          </p:cNvPr>
          <p:cNvPicPr>
            <a:picLocks xmlns:a="http://schemas.openxmlformats.org/drawingml/2006/main" noChangeAspect="1"/>
          </p:cNvPicPr>
          <p:nvPr/>
        </p:nvPicPr>
        <p:blipFill>
          <a:blip xmlns:r="http://schemas.openxmlformats.org/officeDocument/2006/relationships" xmlns:a="http://schemas.openxmlformats.org/drawingml/2006/main" r:embed="Rd2d3895062884e9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0E0B2919-61FC-4E3B-AB66-5206870B621C}"/>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4593C83C-818B-417F-A09D-B4A7AF369E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FF9E190-39B5-4F08-B358-A3BB2F6F4FA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66EF0AD-1AB5-42E8-8035-A0B2F62CDA0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61967B9-8E49-4B57-9373-3274D0C6492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생성 엔탈피 기호의 의미</a:t>
            </a:r>
          </a:p>
        </p:txBody>
      </p:sp>
      <p:pic>
        <p:nvPicPr>
          <p:cNvPr id="7" name="">
            <a:extLst xmlns:a="http://schemas.openxmlformats.org/drawingml/2006/main">
              <a:ext uri="{FF2B5EF4-FFF2-40B4-BE49-F238E27FC236}">
                <a16:creationId xmlns:a16="http://schemas.microsoft.com/office/drawing/2014/main" id="{C287BE5C-AAF1-4537-8A28-E7B701263C02}"/>
              </a:ext>
            </a:extLst>
          </p:cNvPr>
          <p:cNvPicPr>
            <a:picLocks xmlns:a="http://schemas.openxmlformats.org/drawingml/2006/main" noChangeAspect="1"/>
          </p:cNvPicPr>
          <p:nvPr/>
        </p:nvPicPr>
        <p:blipFill>
          <a:blip xmlns:r="http://schemas.openxmlformats.org/officeDocument/2006/relationships" xmlns:a="http://schemas.openxmlformats.org/drawingml/2006/main" r:embed="R418b0419adc44212"/>
          <a:stretch xmlns:a="http://schemas.openxmlformats.org/drawingml/2006/main"/>
        </p:blipFill>
        <p:spPr>
          <a:xfrm xmlns:a="http://schemas.openxmlformats.org/drawingml/2006/main">
            <a:off x="3058370" y="5190741"/>
            <a:ext cx="4360760" cy="2382018"/>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74EAB920-EDB9-4268-A4E1-0FEA57CA3E87}"/>
              </a:ext>
            </a:extLst>
          </p:cNvPr>
          <p:cNvSpPr>
            <a:spLocks xmlns:a="http://schemas.openxmlformats.org/drawingml/2006/main" noGrp="1"/>
          </p:cNvSpPr>
          <p:nvPr/>
        </p:nvSpPr>
        <p:spPr>
          <a:xfrm xmlns:a="http://schemas.openxmlformats.org/drawingml/2006/main">
            <a:off x="9525000" y="4667250"/>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  표준 상태</a:t>
            </a:r>
          </a:p>
        </p:txBody>
      </p:sp>
      <p:sp>
        <p:nvSpPr>
          <p:cNvPr id="9" name="text">
            <a:extLst xmlns:a="http://schemas.openxmlformats.org/drawingml/2006/main">
              <a:ext uri="{FF2B5EF4-FFF2-40B4-BE49-F238E27FC236}">
                <a16:creationId xmlns:a16="http://schemas.microsoft.com/office/drawing/2014/main" id="{D7B29C3F-D994-4C23-A5AB-795DC28E0B28}"/>
              </a:ext>
            </a:extLst>
          </p:cNvPr>
          <p:cNvSpPr>
            <a:spLocks xmlns:a="http://schemas.openxmlformats.org/drawingml/2006/main" noGrp="1"/>
          </p:cNvSpPr>
          <p:nvPr/>
        </p:nvSpPr>
        <p:spPr>
          <a:xfrm xmlns:a="http://schemas.openxmlformats.org/drawingml/2006/main">
            <a:off x="9525000" y="5391150"/>
            <a:ext cx="6381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표준 상태에서의 값임을 나타낸다.</a:t>
            </a:r>
          </a:p>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온도를 뜻하는 기호는 아니다.</a:t>
            </a:r>
          </a:p>
        </p:txBody>
      </p:sp>
      <p:sp>
        <p:nvSpPr>
          <p:cNvPr id="10" name="text">
            <a:extLst xmlns:a="http://schemas.openxmlformats.org/drawingml/2006/main">
              <a:ext uri="{FF2B5EF4-FFF2-40B4-BE49-F238E27FC236}">
                <a16:creationId xmlns:a16="http://schemas.microsoft.com/office/drawing/2014/main" id="{9126BC32-8CFD-415F-8B18-0C3880E88ED4}"/>
              </a:ext>
            </a:extLst>
          </p:cNvPr>
          <p:cNvSpPr>
            <a:spLocks xmlns:a="http://schemas.openxmlformats.org/drawingml/2006/main" noGrp="1"/>
          </p:cNvSpPr>
          <p:nvPr/>
        </p:nvSpPr>
        <p:spPr>
          <a:xfrm xmlns:a="http://schemas.openxmlformats.org/drawingml/2006/main">
            <a:off x="9525000" y="6619875"/>
            <a:ext cx="6381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850" b="1">
                <a:solidFill>
                  <a:srgbClr val="9FFF68"/>
                </a:solidFill>
                <a:latin typeface="Pretendard"/>
                <a:ea typeface="Pretendard"/>
                <a:cs typeface="Pretendard"/>
              </a:defRPr>
            </a:defPPr>
            <a:lvl1pPr algn="l">
              <a:defRPr sz="2850" b="1">
                <a:solidFill>
                  <a:srgbClr val="9FFF68"/>
                </a:solidFill>
                <a:latin typeface="Pretendard"/>
                <a:ea typeface="Pretendard"/>
                <a:cs typeface="Pretendard"/>
              </a:defRPr>
            </a:lvl1pPr>
            <a:lvl2pPr algn="l">
              <a:defRPr sz="2850" b="1">
                <a:solidFill>
                  <a:srgbClr val="9FFF68"/>
                </a:solidFill>
                <a:latin typeface="Pretendard"/>
                <a:ea typeface="Pretendard"/>
                <a:cs typeface="Pretendard"/>
              </a:defRPr>
            </a:lvl2pPr>
            <a:lvl3pPr algn="l">
              <a:defRPr sz="2850" b="1">
                <a:solidFill>
                  <a:srgbClr val="9FFF68"/>
                </a:solidFill>
                <a:latin typeface="Pretendard"/>
                <a:ea typeface="Pretendard"/>
                <a:cs typeface="Pretendard"/>
              </a:defRPr>
            </a:lvl3pPr>
            <a:lvl4pPr algn="l">
              <a:defRPr sz="2850" b="1">
                <a:solidFill>
                  <a:srgbClr val="9FFF68"/>
                </a:solidFill>
                <a:latin typeface="Pretendard"/>
                <a:ea typeface="Pretendard"/>
                <a:cs typeface="Pretendard"/>
              </a:defRPr>
            </a:lvl4pPr>
            <a:lvl5pPr algn="l">
              <a:defRPr sz="2850" b="1">
                <a:solidFill>
                  <a:srgbClr val="9FFF68"/>
                </a:solidFill>
                <a:latin typeface="Pretendard"/>
                <a:ea typeface="Pretendard"/>
                <a:cs typeface="Pretendard"/>
              </a:defRPr>
            </a:lvl5pPr>
            <a:lvl6pPr algn="l">
              <a:defRPr sz="2850" b="1">
                <a:solidFill>
                  <a:srgbClr val="9FFF68"/>
                </a:solidFill>
                <a:latin typeface="Pretendard"/>
                <a:ea typeface="Pretendard"/>
                <a:cs typeface="Pretendard"/>
              </a:defRPr>
            </a:lvl6pPr>
            <a:lvl7pPr algn="l">
              <a:defRPr sz="2850" b="1">
                <a:solidFill>
                  <a:srgbClr val="9FFF68"/>
                </a:solidFill>
                <a:latin typeface="Pretendard"/>
                <a:ea typeface="Pretendard"/>
                <a:cs typeface="Pretendard"/>
              </a:defRPr>
            </a:lvl7pPr>
            <a:lvl8pPr algn="l">
              <a:defRPr sz="2850" b="1">
                <a:solidFill>
                  <a:srgbClr val="9FFF68"/>
                </a:solidFill>
                <a:latin typeface="Pretendard"/>
                <a:ea typeface="Pretendard"/>
                <a:cs typeface="Pretendard"/>
              </a:defRPr>
            </a:lvl8pPr>
            <a:lvl9pPr algn="l">
              <a:defRPr sz="2850" b="1">
                <a:solidFill>
                  <a:srgbClr val="9FFF68"/>
                </a:solidFill>
                <a:latin typeface="Pretendard"/>
                <a:ea typeface="Pretendard"/>
                <a:cs typeface="Pretendard"/>
              </a:defRPr>
            </a:lvl9pPr>
          </a:lstStyle>
          <a:p xmlns:a="http://schemas.openxmlformats.org/drawingml/2006/main">
            <a:pPr algn="l">
              <a:defRPr sz="2850" b="1">
                <a:solidFill>
                  <a:srgbClr val="9FFF68"/>
                </a:solidFill>
                <a:latin typeface="Pretendard"/>
                <a:ea typeface="Pretendard"/>
                <a:cs typeface="Pretendard"/>
              </a:defRPr>
            </a:pPr>
            <a:r>
              <a:rPr sz="2850" b="1">
                <a:solidFill>
                  <a:srgbClr val="9FFF68"/>
                </a:solidFill>
                <a:latin typeface="Pretendard"/>
                <a:ea typeface="Pretendard"/>
                <a:cs typeface="Pretendard"/>
              </a:rPr>
              <a:t>f  formation · 생성</a:t>
            </a:r>
          </a:p>
        </p:txBody>
      </p:sp>
      <p:sp>
        <p:nvSpPr>
          <p:cNvPr id="11" name="text">
            <a:extLst xmlns:a="http://schemas.openxmlformats.org/drawingml/2006/main">
              <a:ext uri="{FF2B5EF4-FFF2-40B4-BE49-F238E27FC236}">
                <a16:creationId xmlns:a16="http://schemas.microsoft.com/office/drawing/2014/main" id="{EA99822B-4AB9-4867-AB60-8618D15BB133}"/>
              </a:ext>
            </a:extLst>
          </p:cNvPr>
          <p:cNvSpPr>
            <a:spLocks xmlns:a="http://schemas.openxmlformats.org/drawingml/2006/main" noGrp="1"/>
          </p:cNvSpPr>
          <p:nvPr/>
        </p:nvSpPr>
        <p:spPr>
          <a:xfrm xmlns:a="http://schemas.openxmlformats.org/drawingml/2006/main">
            <a:off x="9525000" y="733425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원소 물질로부터 생성되는 반응</a:t>
            </a:r>
          </a:p>
        </p:txBody>
      </p:sp>
      <p:sp>
        <p:nvSpPr>
          <p:cNvPr id="14" name="text">
            <a:extLst xmlns:a="http://schemas.openxmlformats.org/drawingml/2006/main">
              <a:ext uri="{FF2B5EF4-FFF2-40B4-BE49-F238E27FC236}">
                <a16:creationId xmlns:a16="http://schemas.microsoft.com/office/drawing/2014/main" id="{AD6EEF4E-E1A2-407D-8509-22B6D42621BA}"/>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생성되는 물질 1 mol 기준  ·  단위 kJ/mol</a:t>
            </a:r>
          </a:p>
        </p:txBody>
      </p:sp>
      <p:sp>
        <p:nvSpPr>
          <p:cNvPr id="16" name="">
            <a:extLst xmlns:a="http://schemas.openxmlformats.org/drawingml/2006/main">
              <a:ext uri="{FF2B5EF4-FFF2-40B4-BE49-F238E27FC236}">
                <a16:creationId xmlns:a16="http://schemas.microsoft.com/office/drawing/2014/main" id="{4BC15B34-5790-4B46-A81E-76380B080981}"/>
              </a:ext>
            </a:extLst>
          </p:cNvPr>
          <p:cNvSpPr>
            <a:spLocks xmlns:a="http://schemas.openxmlformats.org/drawingml/2006/main" noGrp="1"/>
          </p:cNvSpPr>
          <p:nvPr/>
        </p:nvSpPr>
        <p:spPr>
          <a:xfrm xmlns:a="http://schemas.openxmlformats.org/drawingml/2006/main">
            <a:off x="7477125" y="535305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B6C5E34-AFC1-4B1A-89A7-D0CD37DAF7F9}"/>
              </a:ext>
            </a:extLst>
          </p:cNvPr>
          <p:cNvSpPr>
            <a:spLocks xmlns:a="http://schemas.openxmlformats.org/drawingml/2006/main" noGrp="1"/>
          </p:cNvSpPr>
          <p:nvPr/>
        </p:nvSpPr>
        <p:spPr>
          <a:xfrm xmlns:a="http://schemas.openxmlformats.org/drawingml/2006/main">
            <a:off x="7477125" y="6781800"/>
            <a:ext cx="190500" cy="190500"/>
          </a:xfrm>
          <a:custGeom xmlns:a="http://schemas.openxmlformats.org/drawingml/2006/main">
            <a:pathLst>
              <a:path w="190500" h="190500">
                <a:moveTo>
                  <a:pt x="0" y="95250"/>
                </a:moveTo>
                <a:lnTo>
                  <a:pt x="190500" y="0"/>
                </a:lnTo>
                <a:lnTo>
                  <a:pt x="190500" y="190500"/>
                </a:lnTo>
                <a:close/>
              </a:path>
            </a:pathLst>
          </a:custGeom>
          <a:solidFill xmlns:a="http://schemas.openxmlformats.org/drawingml/2006/main">
            <a:srgbClr val="9FFF68"/>
          </a:solidFill>
          <a:ln xmlns:a="http://schemas.openxmlformats.org/drawingml/2006/main" w="0">
            <a:noFill/>
          </a:ln>
        </p:spPr>
      </p:sp>
    </p:spTree>
    <p:extLst>
      <p:ext uri="{BB962C8B-B14F-4D97-AF65-F5344CB8AC3E}">
        <p14:creationId xmlns:p14="http://schemas.microsoft.com/office/powerpoint/2010/main" val="1156286906"/>
      </p:ext>
    </p:extLst>
  </p:cSld>
</p:sld>
</file>

<file path=ppt/slides/slide2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94760D63-3BB7-4654-9AB3-2B6EBE1CCFAD}"/>
              </a:ext>
            </a:extLst>
          </p:cNvPr>
          <p:cNvPicPr>
            <a:picLocks xmlns:a="http://schemas.openxmlformats.org/drawingml/2006/main" noChangeAspect="1"/>
          </p:cNvPicPr>
          <p:nvPr/>
        </p:nvPicPr>
        <p:blipFill>
          <a:blip xmlns:r="http://schemas.openxmlformats.org/officeDocument/2006/relationships" xmlns:a="http://schemas.openxmlformats.org/drawingml/2006/main" r:embed="R0eed7a93f4ef40f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9882FAF-D706-4D34-8842-AC5F60FA515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6CB74A2-048F-452C-A614-81247B0C39D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A3A08AE3-954C-4A86-9E93-D1A4B705C2B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2A8AB3A-6992-477B-80A5-1A62DCBF8E6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F378C1D-DA62-4592-B624-A05688BAF3C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상태는 비교를 위한 기준</a:t>
            </a:r>
          </a:p>
        </p:txBody>
      </p:sp>
      <p:sp>
        <p:nvSpPr>
          <p:cNvPr id="7" name="text">
            <a:extLst xmlns:a="http://schemas.openxmlformats.org/drawingml/2006/main">
              <a:ext uri="{FF2B5EF4-FFF2-40B4-BE49-F238E27FC236}">
                <a16:creationId xmlns:a16="http://schemas.microsoft.com/office/drawing/2014/main" id="{ED6799AC-E63B-4330-B538-9BBAB6229630}"/>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압력과 농도 등 비교 조건을 정해 엔탈피 값을 나타낸다.</a:t>
            </a:r>
          </a:p>
        </p:txBody>
      </p:sp>
      <p:graphicFrame>
        <p:nvGraphicFramePr>
          <p:cNvPr id="8" name="">
            <a:extLst xmlns:a="http://schemas.openxmlformats.org/drawingml/2006/main">
              <a:ext uri="{FF2B5EF4-FFF2-40B4-BE49-F238E27FC236}">
                <a16:creationId xmlns:a16="http://schemas.microsoft.com/office/drawing/2014/main" id="{0E6DB2E7-3149-4E0D-8EBD-C25AACA0F94B}"/>
              </a:ext>
            </a:extLst>
          </p:cNvPr>
          <p:cNvGraphicFramePr/>
          <p:nvPr/>
        </p:nvGraphicFramePr>
        <p:xfrm>
          <a:off xmlns:a="http://schemas.openxmlformats.org/drawingml/2006/main" x="1828800" y="4619625"/>
          <a:ext xmlns:a="http://schemas.openxmlformats.org/drawingml/2006/main" cx="14639925" cy="3733800"/>
        </p:xfrm>
        <a:graphic xmlns:a="http://schemas.openxmlformats.org/drawingml/2006/main">
          <a:graphicData uri="http://schemas.openxmlformats.org/drawingml/2006/table">
            <a:tbl>
              <a:tblPr/>
              <a:tblGrid>
                <a:gridCol w="4000500"/>
                <a:gridCol w="10639425"/>
              </a:tblGrid>
              <a:tr h="933450">
                <a:tc>
                  <a:txBody>
                    <a:bodyPr wrap="none" lIns="114300" tIns="114300" rIns="114300" bIns="114300"/>
                    <a:lstStyle/>
                    <a:p>
                      <a:pPr algn="ctr"/>
                      <a:r>
                        <a:rPr sz="3150" b="1">
                          <a:solidFill>
                            <a:srgbClr val="FFFFFF"/>
                          </a:solidFill>
                          <a:latin typeface="Pretendard"/>
                          <a:ea typeface="Pretendard"/>
                          <a:cs typeface="Pretendard"/>
                        </a:rPr>
                        <a:t>물질의 종류</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완자에서 사용하는 표준 상태의 기준</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33450">
                <a:tc>
                  <a:txBody>
                    <a:bodyPr wrap="none" lIns="114300" tIns="114300" rIns="114300" bIns="114300"/>
                    <a:lstStyle/>
                    <a:p>
                      <a:pPr algn="ctr"/>
                      <a:r>
                        <a:rPr sz="3150" b="1">
                          <a:solidFill>
                            <a:srgbClr val="FFFFFF"/>
                          </a:solidFill>
                          <a:latin typeface="Pretendard"/>
                          <a:ea typeface="Pretendard"/>
                          <a:cs typeface="Pretendard"/>
                        </a:rPr>
                        <a:t>기체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1기압의 순수한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고체·액체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1기압에서의 순수한 물질</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933450">
                <a:tc>
                  <a:txBody>
                    <a:bodyPr wrap="none" lIns="114300" tIns="114300" rIns="114300" bIns="114300"/>
                    <a:lstStyle/>
                    <a:p>
                      <a:pPr algn="ctr"/>
                      <a:r>
                        <a:rPr sz="3150" b="1">
                          <a:solidFill>
                            <a:srgbClr val="FFFFFF"/>
                          </a:solidFill>
                          <a:latin typeface="Pretendard"/>
                          <a:ea typeface="Pretendard"/>
                          <a:cs typeface="Pretendard"/>
                        </a:rPr>
                        <a:t>수용액</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150" b="0">
                          <a:solidFill>
                            <a:srgbClr val="FFFFFF"/>
                          </a:solidFill>
                          <a:latin typeface="Pretendard"/>
                          <a:ea typeface="Pretendard"/>
                          <a:cs typeface="Pretendard"/>
                        </a:rPr>
                        <a:t>용질의 농도가 1 M인 상태</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E236A173-7F40-436A-B0DC-CD105C6EEE72}"/>
              </a:ext>
            </a:extLst>
          </p:cNvPr>
          <p:cNvSpPr>
            <a:spLocks xmlns:a="http://schemas.openxmlformats.org/drawingml/2006/main" noGrp="1"/>
          </p:cNvSpPr>
          <p:nvPr/>
        </p:nvSpPr>
        <p:spPr>
          <a:xfrm xmlns:a="http://schemas.openxmlformats.org/drawingml/2006/main" rot="0">
            <a:off x="1828800"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C595E2D3-826E-4D5B-8487-AEB5C52D3D4B}"/>
              </a:ext>
            </a:extLst>
          </p:cNvPr>
          <p:cNvSpPr>
            <a:spLocks xmlns:a="http://schemas.openxmlformats.org/drawingml/2006/main" noGrp="1"/>
          </p:cNvSpPr>
          <p:nvPr/>
        </p:nvSpPr>
        <p:spPr>
          <a:xfrm xmlns:a="http://schemas.openxmlformats.org/drawingml/2006/main" rot="5400000">
            <a:off x="16278225" y="4619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638C2232-BD2C-453E-B76E-35DD10CAC049}"/>
              </a:ext>
            </a:extLst>
          </p:cNvPr>
          <p:cNvSpPr>
            <a:spLocks xmlns:a="http://schemas.openxmlformats.org/drawingml/2006/main" noGrp="1"/>
          </p:cNvSpPr>
          <p:nvPr/>
        </p:nvSpPr>
        <p:spPr>
          <a:xfrm xmlns:a="http://schemas.openxmlformats.org/drawingml/2006/main" rot="10800000">
            <a:off x="16278225"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517AD0D-D0C1-4EF3-8E12-94AD7798EB9F}"/>
              </a:ext>
            </a:extLst>
          </p:cNvPr>
          <p:cNvSpPr>
            <a:spLocks xmlns:a="http://schemas.openxmlformats.org/drawingml/2006/main" noGrp="1"/>
          </p:cNvSpPr>
          <p:nvPr/>
        </p:nvSpPr>
        <p:spPr>
          <a:xfrm xmlns:a="http://schemas.openxmlformats.org/drawingml/2006/main" rot="16200000">
            <a:off x="1828800" y="81629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BC46B710-C154-4809-AEB0-A38AFBBEF95C}"/>
              </a:ext>
            </a:extLst>
          </p:cNvPr>
          <p:cNvSpPr>
            <a:spLocks xmlns:a="http://schemas.openxmlformats.org/drawingml/2006/main" noGrp="1"/>
          </p:cNvSpPr>
          <p:nvPr/>
        </p:nvSpPr>
        <p:spPr>
          <a:xfrm xmlns:a="http://schemas.openxmlformats.org/drawingml/2006/main">
            <a:off x="2286000" y="8639175"/>
            <a:ext cx="13716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000" b="1">
                <a:solidFill>
                  <a:srgbClr val="9FFF68"/>
                </a:solidFill>
                <a:latin typeface="Pretendard"/>
                <a:ea typeface="Pretendard"/>
                <a:cs typeface="Pretendard"/>
              </a:defRPr>
            </a:defPPr>
            <a:lvl1pPr algn="ctr">
              <a:defRPr sz="3000" b="1">
                <a:solidFill>
                  <a:srgbClr val="9FFF68"/>
                </a:solidFill>
                <a:latin typeface="Pretendard"/>
                <a:ea typeface="Pretendard"/>
                <a:cs typeface="Pretendard"/>
              </a:defRPr>
            </a:lvl1pPr>
            <a:lvl2pPr algn="ctr">
              <a:defRPr sz="3000" b="1">
                <a:solidFill>
                  <a:srgbClr val="9FFF68"/>
                </a:solidFill>
                <a:latin typeface="Pretendard"/>
                <a:ea typeface="Pretendard"/>
                <a:cs typeface="Pretendard"/>
              </a:defRPr>
            </a:lvl2pPr>
            <a:lvl3pPr algn="ctr">
              <a:defRPr sz="3000" b="1">
                <a:solidFill>
                  <a:srgbClr val="9FFF68"/>
                </a:solidFill>
                <a:latin typeface="Pretendard"/>
                <a:ea typeface="Pretendard"/>
                <a:cs typeface="Pretendard"/>
              </a:defRPr>
            </a:lvl3pPr>
            <a:lvl4pPr algn="ctr">
              <a:defRPr sz="3000" b="1">
                <a:solidFill>
                  <a:srgbClr val="9FFF68"/>
                </a:solidFill>
                <a:latin typeface="Pretendard"/>
                <a:ea typeface="Pretendard"/>
                <a:cs typeface="Pretendard"/>
              </a:defRPr>
            </a:lvl4pPr>
            <a:lvl5pPr algn="ctr">
              <a:defRPr sz="3000" b="1">
                <a:solidFill>
                  <a:srgbClr val="9FFF68"/>
                </a:solidFill>
                <a:latin typeface="Pretendard"/>
                <a:ea typeface="Pretendard"/>
                <a:cs typeface="Pretendard"/>
              </a:defRPr>
            </a:lvl5pPr>
            <a:lvl6pPr algn="ctr">
              <a:defRPr sz="3000" b="1">
                <a:solidFill>
                  <a:srgbClr val="9FFF68"/>
                </a:solidFill>
                <a:latin typeface="Pretendard"/>
                <a:ea typeface="Pretendard"/>
                <a:cs typeface="Pretendard"/>
              </a:defRPr>
            </a:lvl6pPr>
            <a:lvl7pPr algn="ctr">
              <a:defRPr sz="3000" b="1">
                <a:solidFill>
                  <a:srgbClr val="9FFF68"/>
                </a:solidFill>
                <a:latin typeface="Pretendard"/>
                <a:ea typeface="Pretendard"/>
                <a:cs typeface="Pretendard"/>
              </a:defRPr>
            </a:lvl7pPr>
            <a:lvl8pPr algn="ctr">
              <a:defRPr sz="3000" b="1">
                <a:solidFill>
                  <a:srgbClr val="9FFF68"/>
                </a:solidFill>
                <a:latin typeface="Pretendard"/>
                <a:ea typeface="Pretendard"/>
                <a:cs typeface="Pretendard"/>
              </a:defRPr>
            </a:lvl8pPr>
            <a:lvl9pPr algn="ctr">
              <a:defRPr sz="3000" b="1">
                <a:solidFill>
                  <a:srgbClr val="9FFF68"/>
                </a:solidFill>
                <a:latin typeface="Pretendard"/>
                <a:ea typeface="Pretendard"/>
                <a:cs typeface="Pretendard"/>
              </a:defRPr>
            </a:lvl9pPr>
          </a:lstStyle>
          <a:p xmlns:a="http://schemas.openxmlformats.org/drawingml/2006/main">
            <a:pPr algn="ctr">
              <a:defRPr sz="3000" b="1">
                <a:solidFill>
                  <a:srgbClr val="9FFF68"/>
                </a:solidFill>
                <a:latin typeface="Pretendard"/>
                <a:ea typeface="Pretendard"/>
                <a:cs typeface="Pretendard"/>
              </a:defRPr>
            </a:pPr>
            <a:r>
              <a:rPr sz="3000" b="1">
                <a:solidFill>
                  <a:srgbClr val="9FFF68"/>
                </a:solidFill>
                <a:latin typeface="Pretendard"/>
                <a:ea typeface="Pretendard"/>
                <a:cs typeface="Pretendard"/>
              </a:rPr>
              <a:t>1 M: 용액 1 L에 용질 1 mol이 들어 있는 농도</a:t>
            </a:r>
          </a:p>
        </p:txBody>
      </p:sp>
    </p:spTree>
    <p:extLst>
      <p:ext uri="{BB962C8B-B14F-4D97-AF65-F5344CB8AC3E}">
        <p14:creationId xmlns:p14="http://schemas.microsoft.com/office/powerpoint/2010/main" val="1654726363"/>
      </p:ext>
    </p:extLst>
  </p:cSld>
</p:sld>
</file>

<file path=ppt/slides/slide2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42AF2CCE-E56B-4985-BA4F-F9D4CFC43582}"/>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194554C5-AAD0-4753-B2FC-5DD5DD13CDBA}"/>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B0A1BD94-D589-4EDF-888C-8F74DDCCE8DF}"/>
              </a:ext>
            </a:extLst>
          </p:cNvPr>
          <p:cNvPicPr>
            <a:picLocks xmlns:a="http://schemas.openxmlformats.org/drawingml/2006/main" noChangeAspect="1"/>
          </p:cNvPicPr>
          <p:nvPr/>
        </p:nvPicPr>
        <p:blipFill>
          <a:blip xmlns:r="http://schemas.openxmlformats.org/officeDocument/2006/relationships" xmlns:a="http://schemas.openxmlformats.org/drawingml/2006/main" r:embed="Rd32a43301ccb48e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FFE4979-4C11-4BE6-B36E-6F2E15032DA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4CB1DA9-6831-4753-862A-19A3B24ACC2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09F36666-A0E5-400C-8231-385EEC1F309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FE59471-9E2E-4875-9F23-A31370ED930C}"/>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FAFB95BE-E644-4B08-8107-476B0CE8BDF6}"/>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표준 상태가 곧 25°C인 것은 아니다</a:t>
            </a:r>
          </a:p>
        </p:txBody>
      </p:sp>
      <p:sp>
        <p:nvSpPr>
          <p:cNvPr id="8" name="text">
            <a:extLst xmlns:a="http://schemas.openxmlformats.org/drawingml/2006/main">
              <a:ext uri="{FF2B5EF4-FFF2-40B4-BE49-F238E27FC236}">
                <a16:creationId xmlns:a16="http://schemas.microsoft.com/office/drawing/2014/main" id="{F727FE9E-0047-4D8A-950C-03CAB79D98FA}"/>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표준 상태의 표시 °</a:t>
            </a:r>
          </a:p>
        </p:txBody>
      </p:sp>
      <p:sp>
        <p:nvSpPr>
          <p:cNvPr id="9" name="text">
            <a:extLst xmlns:a="http://schemas.openxmlformats.org/drawingml/2006/main">
              <a:ext uri="{FF2B5EF4-FFF2-40B4-BE49-F238E27FC236}">
                <a16:creationId xmlns:a16="http://schemas.microsoft.com/office/drawing/2014/main" id="{7B34A493-3FE1-4D3E-AB82-51B39C97DE2E}"/>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특정한 온도를 뜻하는</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기호가 아니다.</a:t>
            </a:r>
          </a:p>
        </p:txBody>
      </p:sp>
      <p:sp>
        <p:nvSpPr>
          <p:cNvPr id="11" name="text">
            <a:extLst xmlns:a="http://schemas.openxmlformats.org/drawingml/2006/main">
              <a:ext uri="{FF2B5EF4-FFF2-40B4-BE49-F238E27FC236}">
                <a16:creationId xmlns:a16="http://schemas.microsoft.com/office/drawing/2014/main" id="{DB7B19AA-4F1F-44A3-97A3-245A6FA504F1}"/>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온도는 따로 확인</a:t>
            </a:r>
          </a:p>
        </p:txBody>
      </p:sp>
      <p:sp>
        <p:nvSpPr>
          <p:cNvPr id="12" name="text">
            <a:extLst xmlns:a="http://schemas.openxmlformats.org/drawingml/2006/main">
              <a:ext uri="{FF2B5EF4-FFF2-40B4-BE49-F238E27FC236}">
                <a16:creationId xmlns:a16="http://schemas.microsoft.com/office/drawing/2014/main" id="{020BF660-969E-4D10-A855-261B3F249187}"/>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 엔탈피 값은</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온도에 따라 달라질 수 있다.</a:t>
            </a:r>
          </a:p>
        </p:txBody>
      </p:sp>
    </p:spTree>
    <p:extLst>
      <p:ext uri="{BB962C8B-B14F-4D97-AF65-F5344CB8AC3E}">
        <p14:creationId xmlns:p14="http://schemas.microsoft.com/office/powerpoint/2010/main" val="1920668327"/>
      </p:ext>
    </p:extLst>
  </p:cSld>
</p:sld>
</file>

<file path=ppt/slides/slide30.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FC75CA56-88E9-426B-ADBC-8A6A91DEC8AE}"/>
              </a:ext>
            </a:extLst>
          </p:cNvPr>
          <p:cNvPicPr>
            <a:picLocks xmlns:a="http://schemas.openxmlformats.org/drawingml/2006/main" noChangeAspect="1"/>
          </p:cNvPicPr>
          <p:nvPr/>
        </p:nvPicPr>
        <p:blipFill>
          <a:blip xmlns:r="http://schemas.openxmlformats.org/officeDocument/2006/relationships" xmlns:a="http://schemas.openxmlformats.org/drawingml/2006/main" r:embed="R11c8873dec9946ad"/>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45B6AFC-D01A-4775-A1E1-8782C922D68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BDD3102-D389-4394-925D-0803A12BCFC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4F3D86F-7D89-40EC-B235-D6222F1F1096}"/>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89C0767C-4922-419E-8FFC-B7C09224C066}"/>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기준 원소 물질</a:t>
            </a:r>
          </a:p>
        </p:txBody>
      </p:sp>
      <p:sp>
        <p:nvSpPr>
          <p:cNvPr id="6" name="text">
            <a:extLst xmlns:a="http://schemas.openxmlformats.org/drawingml/2006/main">
              <a:ext uri="{FF2B5EF4-FFF2-40B4-BE49-F238E27FC236}">
                <a16:creationId xmlns:a16="http://schemas.microsoft.com/office/drawing/2014/main" id="{3CF64A59-DB12-454B-BD5B-5072D3D3B10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 물질의 생성 엔탈피는 0</a:t>
            </a:r>
          </a:p>
        </p:txBody>
      </p:sp>
      <p:sp>
        <p:nvSpPr>
          <p:cNvPr id="7" name="text">
            <a:extLst xmlns:a="http://schemas.openxmlformats.org/drawingml/2006/main">
              <a:ext uri="{FF2B5EF4-FFF2-40B4-BE49-F238E27FC236}">
                <a16:creationId xmlns:a16="http://schemas.microsoft.com/office/drawing/2014/main" id="{17650BB7-D655-41D5-9E46-9DF5D46F51F8}"/>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25°C의 기준 형태와 상태를 함께 확인한다.</a:t>
            </a:r>
          </a:p>
        </p:txBody>
      </p:sp>
      <p:graphicFrame>
        <p:nvGraphicFramePr>
          <p:cNvPr id="8" name="">
            <a:extLst xmlns:a="http://schemas.openxmlformats.org/drawingml/2006/main">
              <a:ext uri="{FF2B5EF4-FFF2-40B4-BE49-F238E27FC236}">
                <a16:creationId xmlns:a16="http://schemas.microsoft.com/office/drawing/2014/main" id="{39FEAD0F-B570-484C-BDB7-CFEDA1AF9462}"/>
              </a:ext>
            </a:extLst>
          </p:cNvPr>
          <p:cNvGraphicFramePr/>
          <p:nvPr/>
        </p:nvGraphicFramePr>
        <p:xfrm>
          <a:off xmlns:a="http://schemas.openxmlformats.org/drawingml/2006/main" x="1905000" y="4810125"/>
          <a:ext xmlns:a="http://schemas.openxmlformats.org/drawingml/2006/main" cx="14478000" cy="3429000"/>
        </p:xfrm>
        <a:graphic xmlns:a="http://schemas.openxmlformats.org/drawingml/2006/main">
          <a:graphicData uri="http://schemas.openxmlformats.org/drawingml/2006/table">
            <a:tbl>
              <a:tblPr/>
              <a:tblGrid>
                <a:gridCol w="2857500"/>
                <a:gridCol w="5810250"/>
                <a:gridCol w="5810250"/>
              </a:tblGrid>
              <a:tr h="857250">
                <a:tc>
                  <a:txBody>
                    <a:bodyPr wrap="none" lIns="114300" tIns="114300" rIns="114300" bIns="114300"/>
                    <a:lstStyle/>
                    <a:p>
                      <a:pPr algn="ctr"/>
                      <a:r>
                        <a:rPr sz="2925" b="1">
                          <a:solidFill>
                            <a:srgbClr val="FFFFFF"/>
                          </a:solidFill>
                          <a:latin typeface="Pretendard"/>
                          <a:ea typeface="Pretendard"/>
                          <a:cs typeface="Pretendard"/>
                        </a:rPr>
                        <a:t>원소</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기준 원소 물질</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2925"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857250">
                <a:tc>
                  <a:txBody>
                    <a:bodyPr wrap="none" lIns="114300" tIns="114300" rIns="114300" bIns="114300"/>
                    <a:lstStyle/>
                    <a:p>
                      <a:pPr algn="ctr"/>
                      <a:r>
                        <a:rPr sz="2925" b="1">
                          <a:solidFill>
                            <a:srgbClr val="FFFFFF"/>
                          </a:solidFill>
                          <a:latin typeface="Pretendard"/>
                          <a:ea typeface="Pretendard"/>
                          <a:cs typeface="Pretendard"/>
                        </a:rPr>
                        <a:t>탄소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흑연 · 고체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수소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수소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857250">
                <a:tc>
                  <a:txBody>
                    <a:bodyPr wrap="none" lIns="114300" tIns="114300" rIns="114300" bIns="114300"/>
                    <a:lstStyle/>
                    <a:p>
                      <a:pPr algn="ctr"/>
                      <a:r>
                        <a:rPr sz="2925" b="1">
                          <a:solidFill>
                            <a:srgbClr val="FFFFFF"/>
                          </a:solidFill>
                          <a:latin typeface="Pretendard"/>
                          <a:ea typeface="Pretendard"/>
                          <a:cs typeface="Pretendard"/>
                        </a:rPr>
                        <a:t>산소</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2925" b="0">
                          <a:solidFill>
                            <a:srgbClr val="FFFFFF"/>
                          </a:solidFill>
                          <a:latin typeface="Pretendard"/>
                          <a:ea typeface="Pretendard"/>
                          <a:cs typeface="Pretendard"/>
                        </a:rPr>
                        <a:t>산소 분자 · 기체</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2925"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97643D40-0E73-4628-87DA-23B403F63EC8}"/>
              </a:ext>
            </a:extLst>
          </p:cNvPr>
          <p:cNvSpPr>
            <a:spLocks xmlns:a="http://schemas.openxmlformats.org/drawingml/2006/main" noGrp="1"/>
          </p:cNvSpPr>
          <p:nvPr/>
        </p:nvSpPr>
        <p:spPr>
          <a:xfrm xmlns:a="http://schemas.openxmlformats.org/drawingml/2006/main" rot="0">
            <a:off x="19050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8AD4BBD-9A49-46ED-B7DE-9E3DDC5E5169}"/>
              </a:ext>
            </a:extLst>
          </p:cNvPr>
          <p:cNvSpPr>
            <a:spLocks xmlns:a="http://schemas.openxmlformats.org/drawingml/2006/main" noGrp="1"/>
          </p:cNvSpPr>
          <p:nvPr/>
        </p:nvSpPr>
        <p:spPr>
          <a:xfrm xmlns:a="http://schemas.openxmlformats.org/drawingml/2006/main" rot="5400000">
            <a:off x="16192500" y="48101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97F96A87-9093-4C5E-80E6-AF36710A1ADF}"/>
              </a:ext>
            </a:extLst>
          </p:cNvPr>
          <p:cNvSpPr>
            <a:spLocks xmlns:a="http://schemas.openxmlformats.org/drawingml/2006/main" noGrp="1"/>
          </p:cNvSpPr>
          <p:nvPr/>
        </p:nvSpPr>
        <p:spPr>
          <a:xfrm xmlns:a="http://schemas.openxmlformats.org/drawingml/2006/main" rot="10800000">
            <a:off x="161925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448AEED3-3D66-47C9-B43E-6588FCEC8F55}"/>
              </a:ext>
            </a:extLst>
          </p:cNvPr>
          <p:cNvSpPr>
            <a:spLocks xmlns:a="http://schemas.openxmlformats.org/drawingml/2006/main" noGrp="1"/>
          </p:cNvSpPr>
          <p:nvPr/>
        </p:nvSpPr>
        <p:spPr>
          <a:xfrm xmlns:a="http://schemas.openxmlformats.org/drawingml/2006/main" rot="16200000">
            <a:off x="1905000" y="8048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C5349100-81F5-44DF-BD16-0C6E80C4069D}"/>
              </a:ext>
            </a:extLst>
          </p:cNvPr>
          <p:cNvSpPr>
            <a:spLocks xmlns:a="http://schemas.openxmlformats.org/drawingml/2006/main" noGrp="1"/>
          </p:cNvSpPr>
          <p:nvPr/>
        </p:nvSpPr>
        <p:spPr>
          <a:xfrm xmlns:a="http://schemas.openxmlformats.org/drawingml/2006/main">
            <a:off x="2000250" y="8715375"/>
            <a:ext cx="1428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0">
                <a:solidFill>
                  <a:srgbClr val="BBBBBB"/>
                </a:solidFill>
                <a:latin typeface="Pretendard"/>
                <a:ea typeface="Pretendard"/>
                <a:cs typeface="Pretendard"/>
              </a:defRPr>
            </a:defPPr>
            <a:lvl1pPr algn="ctr">
              <a:defRPr sz="2700" b="0">
                <a:solidFill>
                  <a:srgbClr val="BBBBBB"/>
                </a:solidFill>
                <a:latin typeface="Pretendard"/>
                <a:ea typeface="Pretendard"/>
                <a:cs typeface="Pretendard"/>
              </a:defRPr>
            </a:lvl1pPr>
            <a:lvl2pPr algn="ctr">
              <a:defRPr sz="2700" b="0">
                <a:solidFill>
                  <a:srgbClr val="BBBBBB"/>
                </a:solidFill>
                <a:latin typeface="Pretendard"/>
                <a:ea typeface="Pretendard"/>
                <a:cs typeface="Pretendard"/>
              </a:defRPr>
            </a:lvl2pPr>
            <a:lvl3pPr algn="ctr">
              <a:defRPr sz="2700" b="0">
                <a:solidFill>
                  <a:srgbClr val="BBBBBB"/>
                </a:solidFill>
                <a:latin typeface="Pretendard"/>
                <a:ea typeface="Pretendard"/>
                <a:cs typeface="Pretendard"/>
              </a:defRPr>
            </a:lvl3pPr>
            <a:lvl4pPr algn="ctr">
              <a:defRPr sz="2700" b="0">
                <a:solidFill>
                  <a:srgbClr val="BBBBBB"/>
                </a:solidFill>
                <a:latin typeface="Pretendard"/>
                <a:ea typeface="Pretendard"/>
                <a:cs typeface="Pretendard"/>
              </a:defRPr>
            </a:lvl4pPr>
            <a:lvl5pPr algn="ctr">
              <a:defRPr sz="2700" b="0">
                <a:solidFill>
                  <a:srgbClr val="BBBBBB"/>
                </a:solidFill>
                <a:latin typeface="Pretendard"/>
                <a:ea typeface="Pretendard"/>
                <a:cs typeface="Pretendard"/>
              </a:defRPr>
            </a:lvl5pPr>
            <a:lvl6pPr algn="ctr">
              <a:defRPr sz="2700" b="0">
                <a:solidFill>
                  <a:srgbClr val="BBBBBB"/>
                </a:solidFill>
                <a:latin typeface="Pretendard"/>
                <a:ea typeface="Pretendard"/>
                <a:cs typeface="Pretendard"/>
              </a:defRPr>
            </a:lvl6pPr>
            <a:lvl7pPr algn="ctr">
              <a:defRPr sz="2700" b="0">
                <a:solidFill>
                  <a:srgbClr val="BBBBBB"/>
                </a:solidFill>
                <a:latin typeface="Pretendard"/>
                <a:ea typeface="Pretendard"/>
                <a:cs typeface="Pretendard"/>
              </a:defRPr>
            </a:lvl7pPr>
            <a:lvl8pPr algn="ctr">
              <a:defRPr sz="2700" b="0">
                <a:solidFill>
                  <a:srgbClr val="BBBBBB"/>
                </a:solidFill>
                <a:latin typeface="Pretendard"/>
                <a:ea typeface="Pretendard"/>
                <a:cs typeface="Pretendard"/>
              </a:defRPr>
            </a:lvl8pPr>
            <a:lvl9pPr algn="ctr">
              <a:defRPr sz="2700" b="0">
                <a:solidFill>
                  <a:srgbClr val="BBBBBB"/>
                </a:solidFill>
                <a:latin typeface="Pretendard"/>
                <a:ea typeface="Pretendard"/>
                <a:cs typeface="Pretendard"/>
              </a:defRPr>
            </a:lvl9pPr>
          </a:lstStyle>
          <a:p xmlns:a="http://schemas.openxmlformats.org/drawingml/2006/main">
            <a:pPr algn="ctr">
              <a:defRPr sz="2700" b="0">
                <a:solidFill>
                  <a:srgbClr val="BBBBBB"/>
                </a:solidFill>
                <a:latin typeface="Pretendard"/>
                <a:ea typeface="Pretendard"/>
                <a:cs typeface="Pretendard"/>
              </a:defRPr>
            </a:pPr>
            <a:r>
              <a:rPr sz="2700" b="0">
                <a:solidFill>
                  <a:srgbClr val="BBBBBB"/>
                </a:solidFill>
                <a:latin typeface="Pretendard"/>
                <a:ea typeface="Pretendard"/>
                <a:cs typeface="Pretendard"/>
              </a:rPr>
              <a:t>다른 동소체나 고립 원자의 값까지 0이라는 뜻은 아니다.</a:t>
            </a:r>
          </a:p>
        </p:txBody>
      </p:sp>
    </p:spTree>
    <p:extLst>
      <p:ext uri="{BB962C8B-B14F-4D97-AF65-F5344CB8AC3E}">
        <p14:creationId xmlns:p14="http://schemas.microsoft.com/office/powerpoint/2010/main" val="1505498580"/>
      </p:ext>
    </p:extLst>
  </p:cSld>
</p:sld>
</file>

<file path=ppt/slides/slide3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956B326A-B858-47E2-B144-5C331F943EDF}"/>
              </a:ext>
            </a:extLst>
          </p:cNvPr>
          <p:cNvSpPr>
            <a:spLocks xmlns:a="http://schemas.openxmlformats.org/drawingml/2006/main" noGrp="1"/>
          </p:cNvSpPr>
          <p:nvPr/>
        </p:nvSpPr>
        <p:spPr>
          <a:xfrm xmlns:a="http://schemas.openxmlformats.org/drawingml/2006/main">
            <a:off x="9525000" y="4762500"/>
            <a:ext cx="5810250" cy="2857500"/>
          </a:xfrm>
          <a:prstGeom xmlns:a="http://schemas.openxmlformats.org/drawingml/2006/main" prst="roundRect">
            <a:avLst>
              <a:gd name="adj" fmla="val 7333"/>
            </a:avLst>
          </a:prstGeom>
          <a:solidFill xmlns:a="http://schemas.openxmlformats.org/drawingml/2006/main">
            <a:srgbClr val="222222"/>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BCFB8C91-C586-4FDF-AC6D-7493D9A796BF}"/>
              </a:ext>
            </a:extLst>
          </p:cNvPr>
          <p:cNvSpPr>
            <a:spLocks xmlns:a="http://schemas.openxmlformats.org/drawingml/2006/main" noGrp="1"/>
          </p:cNvSpPr>
          <p:nvPr/>
        </p:nvSpPr>
        <p:spPr>
          <a:xfrm xmlns:a="http://schemas.openxmlformats.org/drawingml/2006/main">
            <a:off x="2952750" y="4762500"/>
            <a:ext cx="5810250" cy="2857500"/>
          </a:xfrm>
          <a:prstGeom xmlns:a="http://schemas.openxmlformats.org/drawingml/2006/main" prst="roundRect">
            <a:avLst>
              <a:gd name="adj" fmla="val 7333"/>
            </a:avLst>
          </a:prstGeom>
          <a:solidFill xmlns:a="http://schemas.openxmlformats.org/drawingml/2006/main">
            <a:srgbClr val="18230E"/>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FF361581-0BFF-46CF-AC66-BAADFEECFE2A}"/>
              </a:ext>
            </a:extLst>
          </p:cNvPr>
          <p:cNvPicPr>
            <a:picLocks xmlns:a="http://schemas.openxmlformats.org/drawingml/2006/main" noChangeAspect="1"/>
          </p:cNvPicPr>
          <p:nvPr/>
        </p:nvPicPr>
        <p:blipFill>
          <a:blip xmlns:r="http://schemas.openxmlformats.org/officeDocument/2006/relationships" xmlns:a="http://schemas.openxmlformats.org/drawingml/2006/main" r:embed="R4488701029fb464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0F12806-2678-4F73-8131-1577E0C3927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02B6164-9E76-40CF-87F1-69FFF0357D6D}"/>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E257190-2DD7-470B-9850-BE4B023620A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ECB188FB-80FB-4C44-A7DB-10B67A2162D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1E72FD2-327C-4AC1-80DF-CEB8982641E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기준 원소의 생성 엔탈피는 왜 0일까?</a:t>
            </a:r>
          </a:p>
        </p:txBody>
      </p:sp>
      <p:sp>
        <p:nvSpPr>
          <p:cNvPr id="8" name="text">
            <a:extLst xmlns:a="http://schemas.openxmlformats.org/drawingml/2006/main">
              <a:ext uri="{FF2B5EF4-FFF2-40B4-BE49-F238E27FC236}">
                <a16:creationId xmlns:a16="http://schemas.microsoft.com/office/drawing/2014/main" id="{16BB00F5-E7B7-4D46-91D0-5F2EF01D0138}"/>
              </a:ext>
            </a:extLst>
          </p:cNvPr>
          <p:cNvSpPr>
            <a:spLocks xmlns:a="http://schemas.openxmlformats.org/drawingml/2006/main" noGrp="1"/>
          </p:cNvSpPr>
          <p:nvPr/>
        </p:nvSpPr>
        <p:spPr>
          <a:xfrm xmlns:a="http://schemas.openxmlformats.org/drawingml/2006/main">
            <a:off x="333375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기준 원소 물질</a:t>
            </a:r>
          </a:p>
        </p:txBody>
      </p:sp>
      <p:sp>
        <p:nvSpPr>
          <p:cNvPr id="9" name="text">
            <a:extLst xmlns:a="http://schemas.openxmlformats.org/drawingml/2006/main">
              <a:ext uri="{FF2B5EF4-FFF2-40B4-BE49-F238E27FC236}">
                <a16:creationId xmlns:a16="http://schemas.microsoft.com/office/drawing/2014/main" id="{A6D7C5A1-ED7E-4264-926A-05F373FC628F}"/>
              </a:ext>
            </a:extLst>
          </p:cNvPr>
          <p:cNvSpPr>
            <a:spLocks xmlns:a="http://schemas.openxmlformats.org/drawingml/2006/main" noGrp="1"/>
          </p:cNvSpPr>
          <p:nvPr/>
        </p:nvSpPr>
        <p:spPr>
          <a:xfrm xmlns:a="http://schemas.openxmlformats.org/drawingml/2006/main">
            <a:off x="333375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같은 온도·압력에서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가장 안정한 형태를 정한다.</a:t>
            </a:r>
          </a:p>
        </p:txBody>
      </p:sp>
      <p:sp>
        <p:nvSpPr>
          <p:cNvPr id="11" name="text">
            <a:extLst xmlns:a="http://schemas.openxmlformats.org/drawingml/2006/main">
              <a:ext uri="{FF2B5EF4-FFF2-40B4-BE49-F238E27FC236}">
                <a16:creationId xmlns:a16="http://schemas.microsoft.com/office/drawing/2014/main" id="{D61DA126-2CAD-4C8D-9748-63D7F9321DAF}"/>
              </a:ext>
            </a:extLst>
          </p:cNvPr>
          <p:cNvSpPr>
            <a:spLocks xmlns:a="http://schemas.openxmlformats.org/drawingml/2006/main" noGrp="1"/>
          </p:cNvSpPr>
          <p:nvPr/>
        </p:nvSpPr>
        <p:spPr>
          <a:xfrm xmlns:a="http://schemas.openxmlformats.org/drawingml/2006/main">
            <a:off x="9906000" y="5143500"/>
            <a:ext cx="5048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같은 물질의 생성</a:t>
            </a:r>
          </a:p>
        </p:txBody>
      </p:sp>
      <p:sp>
        <p:nvSpPr>
          <p:cNvPr id="12" name="text">
            <a:extLst xmlns:a="http://schemas.openxmlformats.org/drawingml/2006/main">
              <a:ext uri="{FF2B5EF4-FFF2-40B4-BE49-F238E27FC236}">
                <a16:creationId xmlns:a16="http://schemas.microsoft.com/office/drawing/2014/main" id="{91EA5CCD-7EAA-46CD-ADD0-AC5F4D0A5C58}"/>
              </a:ext>
            </a:extLst>
          </p:cNvPr>
          <p:cNvSpPr>
            <a:spLocks xmlns:a="http://schemas.openxmlformats.org/drawingml/2006/main" noGrp="1"/>
          </p:cNvSpPr>
          <p:nvPr/>
        </p:nvSpPr>
        <p:spPr>
          <a:xfrm xmlns:a="http://schemas.openxmlformats.org/drawingml/2006/main">
            <a:off x="9906000" y="6191250"/>
            <a:ext cx="5048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FFFFFF"/>
                </a:solidFill>
                <a:latin typeface="Pretendard"/>
                <a:ea typeface="Pretendard"/>
                <a:cs typeface="Pretendard"/>
              </a:defRPr>
            </a:defPPr>
            <a:lvl1pPr algn="ctr">
              <a:defRPr sz="2400" b="0">
                <a:solidFill>
                  <a:srgbClr val="FFFFFF"/>
                </a:solidFill>
                <a:latin typeface="Pretendard"/>
                <a:ea typeface="Pretendard"/>
                <a:cs typeface="Pretendard"/>
              </a:defRPr>
            </a:lvl1pPr>
            <a:lvl2pPr algn="ctr">
              <a:defRPr sz="2400" b="0">
                <a:solidFill>
                  <a:srgbClr val="FFFFFF"/>
                </a:solidFill>
                <a:latin typeface="Pretendard"/>
                <a:ea typeface="Pretendard"/>
                <a:cs typeface="Pretendard"/>
              </a:defRPr>
            </a:lvl2pPr>
            <a:lvl3pPr algn="ctr">
              <a:defRPr sz="2400" b="0">
                <a:solidFill>
                  <a:srgbClr val="FFFFFF"/>
                </a:solidFill>
                <a:latin typeface="Pretendard"/>
                <a:ea typeface="Pretendard"/>
                <a:cs typeface="Pretendard"/>
              </a:defRPr>
            </a:lvl3pPr>
            <a:lvl4pPr algn="ctr">
              <a:defRPr sz="2400" b="0">
                <a:solidFill>
                  <a:srgbClr val="FFFFFF"/>
                </a:solidFill>
                <a:latin typeface="Pretendard"/>
                <a:ea typeface="Pretendard"/>
                <a:cs typeface="Pretendard"/>
              </a:defRPr>
            </a:lvl4pPr>
            <a:lvl5pPr algn="ctr">
              <a:defRPr sz="2400" b="0">
                <a:solidFill>
                  <a:srgbClr val="FFFFFF"/>
                </a:solidFill>
                <a:latin typeface="Pretendard"/>
                <a:ea typeface="Pretendard"/>
                <a:cs typeface="Pretendard"/>
              </a:defRPr>
            </a:lvl5pPr>
            <a:lvl6pPr algn="ctr">
              <a:defRPr sz="2400" b="0">
                <a:solidFill>
                  <a:srgbClr val="FFFFFF"/>
                </a:solidFill>
                <a:latin typeface="Pretendard"/>
                <a:ea typeface="Pretendard"/>
                <a:cs typeface="Pretendard"/>
              </a:defRPr>
            </a:lvl6pPr>
            <a:lvl7pPr algn="ctr">
              <a:defRPr sz="2400" b="0">
                <a:solidFill>
                  <a:srgbClr val="FFFFFF"/>
                </a:solidFill>
                <a:latin typeface="Pretendard"/>
                <a:ea typeface="Pretendard"/>
                <a:cs typeface="Pretendard"/>
              </a:defRPr>
            </a:lvl7pPr>
            <a:lvl8pPr algn="ctr">
              <a:defRPr sz="2400" b="0">
                <a:solidFill>
                  <a:srgbClr val="FFFFFF"/>
                </a:solidFill>
                <a:latin typeface="Pretendard"/>
                <a:ea typeface="Pretendard"/>
                <a:cs typeface="Pretendard"/>
              </a:defRPr>
            </a:lvl8pPr>
            <a:lvl9pPr algn="ctr">
              <a:defRPr sz="2400" b="0">
                <a:solidFill>
                  <a:srgbClr val="FFFFFF"/>
                </a:solidFill>
                <a:latin typeface="Pretendard"/>
                <a:ea typeface="Pretendard"/>
                <a:cs typeface="Pretendard"/>
              </a:defRPr>
            </a:lvl9pPr>
          </a:lstStyle>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처음과 나중 상태가 같으므로</a:t>
            </a:r>
          </a:p>
          <a:p xmlns:a="http://schemas.openxmlformats.org/drawingml/2006/main">
            <a:pPr algn="ctr">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엔탈피 변화는 0이다.</a:t>
            </a:r>
          </a:p>
        </p:txBody>
      </p:sp>
      <p:sp>
        <p:nvSpPr>
          <p:cNvPr id="13" name="text">
            <a:extLst xmlns:a="http://schemas.openxmlformats.org/drawingml/2006/main">
              <a:ext uri="{FF2B5EF4-FFF2-40B4-BE49-F238E27FC236}">
                <a16:creationId xmlns:a16="http://schemas.microsoft.com/office/drawing/2014/main" id="{EBD85D95-0BC7-46EC-8406-266A45CA126E}"/>
              </a:ext>
            </a:extLst>
          </p:cNvPr>
          <p:cNvSpPr>
            <a:spLocks xmlns:a="http://schemas.openxmlformats.org/drawingml/2006/main" noGrp="1"/>
          </p:cNvSpPr>
          <p:nvPr/>
        </p:nvSpPr>
        <p:spPr>
          <a:xfrm xmlns:a="http://schemas.openxmlformats.org/drawingml/2006/main">
            <a:off x="2667000" y="8572500"/>
            <a:ext cx="1295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0은 생성 엔탈피의 기준값이며, 물질 자체의 엔탈피가 없다는 뜻은 아니다.</a:t>
            </a:r>
          </a:p>
        </p:txBody>
      </p:sp>
    </p:spTree>
    <p:extLst>
      <p:ext uri="{BB962C8B-B14F-4D97-AF65-F5344CB8AC3E}">
        <p14:creationId xmlns:p14="http://schemas.microsoft.com/office/powerpoint/2010/main" val="1442963085"/>
      </p:ext>
    </p:extLst>
  </p:cSld>
</p:sld>
</file>

<file path=ppt/slides/slide3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7FC71DA-AB5E-4EF1-97CB-3BBE0E75178B}"/>
              </a:ext>
            </a:extLst>
          </p:cNvPr>
          <p:cNvPicPr>
            <a:picLocks xmlns:a="http://schemas.openxmlformats.org/drawingml/2006/main" noChangeAspect="1"/>
          </p:cNvPicPr>
          <p:nvPr/>
        </p:nvPicPr>
        <p:blipFill>
          <a:blip xmlns:r="http://schemas.openxmlformats.org/officeDocument/2006/relationships" xmlns:a="http://schemas.openxmlformats.org/drawingml/2006/main" r:embed="R03c839878d5e4b7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7A665B4-2F1D-45C2-B23B-8BBA94E8CD9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EFC41E9-242E-43C7-A389-6F0DD2CE4E9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D6E718EF-7C0D-4069-BCE1-56C30BB87320}"/>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F2FF4F7C-D1F9-4E01-A1D3-39235AFCFAA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1160D00B-BD32-4097-A12B-3F1A94B62F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탄소라도 기준값은 다르다</a:t>
            </a:r>
          </a:p>
        </p:txBody>
      </p:sp>
      <p:graphicFrame>
        <p:nvGraphicFramePr>
          <p:cNvPr id="9" name="">
            <a:extLst xmlns:a="http://schemas.openxmlformats.org/drawingml/2006/main">
              <a:ext uri="{FF2B5EF4-FFF2-40B4-BE49-F238E27FC236}">
                <a16:creationId xmlns:a16="http://schemas.microsoft.com/office/drawing/2014/main" id="{3162A017-4E18-498B-8927-224919079140}"/>
              </a:ext>
            </a:extLst>
          </p:cNvPr>
          <p:cNvGraphicFramePr/>
          <p:nvPr/>
        </p:nvGraphicFramePr>
        <p:xfrm>
          <a:off xmlns:a="http://schemas.openxmlformats.org/drawingml/2006/main" x="7810500" y="4714875"/>
          <a:ext xmlns:a="http://schemas.openxmlformats.org/drawingml/2006/main" cx="8858250" cy="3143250"/>
        </p:xfrm>
        <a:graphic xmlns:a="http://schemas.openxmlformats.org/drawingml/2006/main">
          <a:graphicData uri="http://schemas.openxmlformats.org/drawingml/2006/table">
            <a:tbl>
              <a:tblPr/>
              <a:tblGrid>
                <a:gridCol w="3810000"/>
                <a:gridCol w="5048250"/>
              </a:tblGrid>
              <a:tr h="1047750">
                <a:tc>
                  <a:txBody>
                    <a:bodyPr wrap="none" lIns="114300" tIns="114300" rIns="114300" bIns="114300"/>
                    <a:lstStyle/>
                    <a:p>
                      <a:pPr algn="ctr"/>
                      <a:r>
                        <a:rPr sz="3000" b="1">
                          <a:solidFill>
                            <a:srgbClr val="FFFFFF"/>
                          </a:solidFill>
                          <a:latin typeface="Pretendard"/>
                          <a:ea typeface="Pretendard"/>
                          <a:cs typeface="Pretendard"/>
                        </a:rPr>
                        <a:t>탄소의 형태</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표준 생성 엔탈피</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47750">
                <a:tc>
                  <a:txBody>
                    <a:bodyPr wrap="none" lIns="114300" tIns="114300" rIns="114300" bIns="114300"/>
                    <a:lstStyle/>
                    <a:p>
                      <a:pPr algn="ctr"/>
                      <a:r>
                        <a:rPr sz="3000" b="1">
                          <a:solidFill>
                            <a:srgbClr val="FFFFFF"/>
                          </a:solidFill>
                          <a:latin typeface="Pretendard"/>
                          <a:ea typeface="Pretendard"/>
                          <a:cs typeface="Pretendard"/>
                        </a:rPr>
                        <a:t>흑연</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0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47750">
                <a:tc>
                  <a:txBody>
                    <a:bodyPr wrap="none" lIns="114300" tIns="114300" rIns="114300" bIns="114300"/>
                    <a:lstStyle/>
                    <a:p>
                      <a:pPr algn="ctr"/>
                      <a:r>
                        <a:rPr sz="3000" b="1">
                          <a:solidFill>
                            <a:srgbClr val="FFFFFF"/>
                          </a:solidFill>
                          <a:latin typeface="Pretendard"/>
                          <a:ea typeface="Pretendard"/>
                          <a:cs typeface="Pretendard"/>
                        </a:rPr>
                        <a:t>다이아몬드</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D3D3D"/>
                    </a:solidFill>
                  </a:tcPr>
                </a:tc>
                <a:tc>
                  <a:txBody>
                    <a:bodyPr wrap="none" lIns="114300" tIns="114300" rIns="114300" bIns="114300"/>
                    <a:lstStyle/>
                    <a:p>
                      <a:pPr algn="ctr"/>
                      <a:r>
                        <a:rPr sz="3000" b="0">
                          <a:solidFill>
                            <a:srgbClr val="FFFFFF"/>
                          </a:solidFill>
                          <a:latin typeface="Pretendard"/>
                          <a:ea typeface="Pretendard"/>
                          <a:cs typeface="Pretendard"/>
                        </a:rPr>
                        <a:t>+1.88 kJ/mol</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10" name="표 둥근 외곽 마스크">
            <a:extLst xmlns:a="http://schemas.openxmlformats.org/drawingml/2006/main">
              <a:ext uri="{FF2B5EF4-FFF2-40B4-BE49-F238E27FC236}">
                <a16:creationId xmlns:a16="http://schemas.microsoft.com/office/drawing/2014/main" id="{5BE58A1F-8AC9-4EC3-BEAD-5CFAB66B93F5}"/>
              </a:ext>
            </a:extLst>
          </p:cNvPr>
          <p:cNvSpPr>
            <a:spLocks xmlns:a="http://schemas.openxmlformats.org/drawingml/2006/main" noGrp="1"/>
          </p:cNvSpPr>
          <p:nvPr/>
        </p:nvSpPr>
        <p:spPr>
          <a:xfrm xmlns:a="http://schemas.openxmlformats.org/drawingml/2006/main" rot="0">
            <a:off x="781050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B9DD49E3-39EE-43CF-BE28-5A2D88BA38A9}"/>
              </a:ext>
            </a:extLst>
          </p:cNvPr>
          <p:cNvSpPr>
            <a:spLocks xmlns:a="http://schemas.openxmlformats.org/drawingml/2006/main" noGrp="1"/>
          </p:cNvSpPr>
          <p:nvPr/>
        </p:nvSpPr>
        <p:spPr>
          <a:xfrm xmlns:a="http://schemas.openxmlformats.org/drawingml/2006/main" rot="5400000">
            <a:off x="16478250" y="471487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0B2EF0C2-0F23-4677-8589-161BC4B1E5D0}"/>
              </a:ext>
            </a:extLst>
          </p:cNvPr>
          <p:cNvSpPr>
            <a:spLocks xmlns:a="http://schemas.openxmlformats.org/drawingml/2006/main" noGrp="1"/>
          </p:cNvSpPr>
          <p:nvPr/>
        </p:nvSpPr>
        <p:spPr>
          <a:xfrm xmlns:a="http://schemas.openxmlformats.org/drawingml/2006/main" rot="10800000">
            <a:off x="1647825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3" name="표 둥근 외곽 마스크">
            <a:extLst xmlns:a="http://schemas.openxmlformats.org/drawingml/2006/main">
              <a:ext uri="{FF2B5EF4-FFF2-40B4-BE49-F238E27FC236}">
                <a16:creationId xmlns:a16="http://schemas.microsoft.com/office/drawing/2014/main" id="{98EB5515-12B2-4B03-ACA4-87C4F6C63069}"/>
              </a:ext>
            </a:extLst>
          </p:cNvPr>
          <p:cNvSpPr>
            <a:spLocks xmlns:a="http://schemas.openxmlformats.org/drawingml/2006/main" noGrp="1"/>
          </p:cNvSpPr>
          <p:nvPr/>
        </p:nvSpPr>
        <p:spPr>
          <a:xfrm xmlns:a="http://schemas.openxmlformats.org/drawingml/2006/main" rot="16200000">
            <a:off x="7810500" y="7667625"/>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6" name="반응식·수식">
            <a:extLst xmlns:a="http://schemas.openxmlformats.org/drawingml/2006/main">
              <a:ext uri="{FF2B5EF4-FFF2-40B4-BE49-F238E27FC236}">
                <a16:creationId xmlns:a16="http://schemas.microsoft.com/office/drawing/2014/main" id="{E9F95F4C-1B03-4A2B-BC7B-E5A038DAFAE8}"/>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a:solidFill>
                  <a:srgbClr val="BBBBBB"/>
                </a:solidFill>
                <a:latin typeface="Pretendard"/>
                <a:ea typeface="Pretendard"/>
                <a:cs typeface="Pretendard"/>
              </a:rPr>
              <a:t>원소 물질이어도, 다른 동소체의 값까지 0은 아니다.</a:t>
            </a:r>
          </a:p>
        </p:txBody>
      </p:sp>
      <p:pic>
        <p:nvPicPr>
          <p:cNvPr id="17" name="">
            <a:extLst xmlns:a="http://schemas.openxmlformats.org/drawingml/2006/main">
              <a:ext uri="{FF2B5EF4-FFF2-40B4-BE49-F238E27FC236}">
                <a16:creationId xmlns:a16="http://schemas.microsoft.com/office/drawing/2014/main" id="{207545FA-29FA-41CD-AF90-A4240AE4DC77}"/>
              </a:ext>
            </a:extLst>
          </p:cNvPr>
          <p:cNvPicPr>
            <a:picLocks xmlns:a="http://schemas.openxmlformats.org/drawingml/2006/main" noChangeAspect="1"/>
          </p:cNvPicPr>
          <p:nvPr/>
        </p:nvPicPr>
        <p:blipFill>
          <a:blip xmlns:r="http://schemas.openxmlformats.org/officeDocument/2006/relationships" xmlns:a="http://schemas.openxmlformats.org/drawingml/2006/main" r:embed="R960802c0ac8d485e"/>
          <a:stretch xmlns:a="http://schemas.openxmlformats.org/drawingml/2006/main"/>
        </p:blipFill>
        <p:spPr>
          <a:xfrm xmlns:a="http://schemas.openxmlformats.org/drawingml/2006/main">
            <a:off x="1571625" y="5019506"/>
            <a:ext cx="2762250" cy="3105488"/>
          </a:xfrm>
          <a:prstGeom xmlns:a="http://schemas.openxmlformats.org/drawingml/2006/main" prst="rect">
            <a:avLst/>
          </a:prstGeom>
        </p:spPr>
      </p:pic>
      <p:pic>
        <p:nvPicPr>
          <p:cNvPr id="18" name="">
            <a:extLst xmlns:a="http://schemas.openxmlformats.org/drawingml/2006/main">
              <a:ext uri="{FF2B5EF4-FFF2-40B4-BE49-F238E27FC236}">
                <a16:creationId xmlns:a16="http://schemas.microsoft.com/office/drawing/2014/main" id="{4AA5B2C1-71AD-4F3E-848A-87122F2C1785}"/>
              </a:ext>
            </a:extLst>
          </p:cNvPr>
          <p:cNvPicPr>
            <a:picLocks xmlns:a="http://schemas.openxmlformats.org/drawingml/2006/main" noChangeAspect="1"/>
          </p:cNvPicPr>
          <p:nvPr/>
        </p:nvPicPr>
        <p:blipFill>
          <a:blip xmlns:r="http://schemas.openxmlformats.org/officeDocument/2006/relationships" xmlns:a="http://schemas.openxmlformats.org/drawingml/2006/main" r:embed="R0fb168b66bf5476e"/>
          <a:stretch xmlns:a="http://schemas.openxmlformats.org/drawingml/2006/main"/>
        </p:blipFill>
        <p:spPr>
          <a:xfrm xmlns:a="http://schemas.openxmlformats.org/drawingml/2006/main">
            <a:off x="4667250" y="5392645"/>
            <a:ext cx="2762250" cy="2359210"/>
          </a:xfrm>
          <a:prstGeom xmlns:a="http://schemas.openxmlformats.org/drawingml/2006/main" prst="rect">
            <a:avLst/>
          </a:prstGeom>
        </p:spPr>
      </p:pic>
      <p:sp>
        <p:nvSpPr>
          <p:cNvPr id="19" name="text">
            <a:extLst xmlns:a="http://schemas.openxmlformats.org/drawingml/2006/main">
              <a:ext uri="{FF2B5EF4-FFF2-40B4-BE49-F238E27FC236}">
                <a16:creationId xmlns:a16="http://schemas.microsoft.com/office/drawing/2014/main" id="{30267A43-56E0-4D53-BDC0-B99B05F4D81D}"/>
              </a:ext>
            </a:extLst>
          </p:cNvPr>
          <p:cNvSpPr>
            <a:spLocks xmlns:a="http://schemas.openxmlformats.org/drawingml/2006/main" noGrp="1"/>
          </p:cNvSpPr>
          <p:nvPr/>
        </p:nvSpPr>
        <p:spPr>
          <a:xfrm xmlns:a="http://schemas.openxmlformats.org/drawingml/2006/main">
            <a:off x="1905000"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흑연</a:t>
            </a:r>
          </a:p>
        </p:txBody>
      </p:sp>
      <p:sp>
        <p:nvSpPr>
          <p:cNvPr id="20" name="text">
            <a:extLst xmlns:a="http://schemas.openxmlformats.org/drawingml/2006/main">
              <a:ext uri="{FF2B5EF4-FFF2-40B4-BE49-F238E27FC236}">
                <a16:creationId xmlns:a16="http://schemas.microsoft.com/office/drawing/2014/main" id="{41198137-8B13-43CF-8120-EC0E393F7341}"/>
              </a:ext>
            </a:extLst>
          </p:cNvPr>
          <p:cNvSpPr>
            <a:spLocks xmlns:a="http://schemas.openxmlformats.org/drawingml/2006/main" noGrp="1"/>
          </p:cNvSpPr>
          <p:nvPr/>
        </p:nvSpPr>
        <p:spPr>
          <a:xfrm xmlns:a="http://schemas.openxmlformats.org/drawingml/2006/main">
            <a:off x="5000625" y="8382000"/>
            <a:ext cx="2095500" cy="523875"/>
          </a:xfrm>
          <a:prstGeom xmlns:a="http://schemas.openxmlformats.org/drawingml/2006/main" prst="roundRect">
            <a:avLst/>
          </a:prstGeom>
          <a:solidFill xmlns:a="http://schemas.openxmlformats.org/drawingml/2006/main">
            <a:srgbClr val="333333"/>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다이아몬드</a:t>
            </a:r>
          </a:p>
        </p:txBody>
      </p:sp>
      <p:sp>
        <p:nvSpPr>
          <p:cNvPr id="21" name="text">
            <a:extLst xmlns:a="http://schemas.openxmlformats.org/drawingml/2006/main">
              <a:ext uri="{FF2B5EF4-FFF2-40B4-BE49-F238E27FC236}">
                <a16:creationId xmlns:a16="http://schemas.microsoft.com/office/drawing/2014/main" id="{4B59F795-9289-4158-8C20-EC0AE39CCB5D}"/>
              </a:ext>
            </a:extLst>
          </p:cNvPr>
          <p:cNvSpPr>
            <a:spLocks xmlns:a="http://schemas.openxmlformats.org/drawingml/2006/main" noGrp="1"/>
          </p:cNvSpPr>
          <p:nvPr/>
        </p:nvSpPr>
        <p:spPr>
          <a:xfrm xmlns:a="http://schemas.openxmlformats.org/drawingml/2006/main">
            <a:off x="8191500" y="8172450"/>
            <a:ext cx="8286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1">
                <a:solidFill>
                  <a:srgbClr val="9FFF68"/>
                </a:solidFill>
                <a:latin typeface="Pretendard"/>
                <a:ea typeface="Pretendard"/>
                <a:cs typeface="Pretendard"/>
              </a:defRPr>
            </a:defPPr>
            <a:lvl1pPr algn="l">
              <a:defRPr sz="2175" b="1">
                <a:solidFill>
                  <a:srgbClr val="9FFF68"/>
                </a:solidFill>
                <a:latin typeface="Pretendard"/>
                <a:ea typeface="Pretendard"/>
                <a:cs typeface="Pretendard"/>
              </a:defRPr>
            </a:lvl1pPr>
            <a:lvl2pPr algn="l">
              <a:defRPr sz="2175" b="1">
                <a:solidFill>
                  <a:srgbClr val="9FFF68"/>
                </a:solidFill>
                <a:latin typeface="Pretendard"/>
                <a:ea typeface="Pretendard"/>
                <a:cs typeface="Pretendard"/>
              </a:defRPr>
            </a:lvl2pPr>
            <a:lvl3pPr algn="l">
              <a:defRPr sz="2175" b="1">
                <a:solidFill>
                  <a:srgbClr val="9FFF68"/>
                </a:solidFill>
                <a:latin typeface="Pretendard"/>
                <a:ea typeface="Pretendard"/>
                <a:cs typeface="Pretendard"/>
              </a:defRPr>
            </a:lvl3pPr>
            <a:lvl4pPr algn="l">
              <a:defRPr sz="2175" b="1">
                <a:solidFill>
                  <a:srgbClr val="9FFF68"/>
                </a:solidFill>
                <a:latin typeface="Pretendard"/>
                <a:ea typeface="Pretendard"/>
                <a:cs typeface="Pretendard"/>
              </a:defRPr>
            </a:lvl4pPr>
            <a:lvl5pPr algn="l">
              <a:defRPr sz="2175" b="1">
                <a:solidFill>
                  <a:srgbClr val="9FFF68"/>
                </a:solidFill>
                <a:latin typeface="Pretendard"/>
                <a:ea typeface="Pretendard"/>
                <a:cs typeface="Pretendard"/>
              </a:defRPr>
            </a:lvl5pPr>
            <a:lvl6pPr algn="l">
              <a:defRPr sz="2175" b="1">
                <a:solidFill>
                  <a:srgbClr val="9FFF68"/>
                </a:solidFill>
                <a:latin typeface="Pretendard"/>
                <a:ea typeface="Pretendard"/>
                <a:cs typeface="Pretendard"/>
              </a:defRPr>
            </a:lvl6pPr>
            <a:lvl7pPr algn="l">
              <a:defRPr sz="2175" b="1">
                <a:solidFill>
                  <a:srgbClr val="9FFF68"/>
                </a:solidFill>
                <a:latin typeface="Pretendard"/>
                <a:ea typeface="Pretendard"/>
                <a:cs typeface="Pretendard"/>
              </a:defRPr>
            </a:lvl7pPr>
            <a:lvl8pPr algn="l">
              <a:defRPr sz="2175" b="1">
                <a:solidFill>
                  <a:srgbClr val="9FFF68"/>
                </a:solidFill>
                <a:latin typeface="Pretendard"/>
                <a:ea typeface="Pretendard"/>
                <a:cs typeface="Pretendard"/>
              </a:defRPr>
            </a:lvl8pPr>
            <a:lvl9pPr algn="l">
              <a:defRPr sz="2175" b="1">
                <a:solidFill>
                  <a:srgbClr val="9FFF68"/>
                </a:solidFill>
                <a:latin typeface="Pretendard"/>
                <a:ea typeface="Pretendard"/>
                <a:cs typeface="Pretendard"/>
              </a:defRPr>
            </a:lvl9pPr>
          </a:lstStyle>
          <a:p xmlns:a="http://schemas.openxmlformats.org/drawingml/2006/main">
            <a:pPr algn="l">
              <a:defRPr sz="2175" b="1">
                <a:solidFill>
                  <a:srgbClr val="9FFF68"/>
                </a:solidFill>
                <a:latin typeface="Pretendard"/>
                <a:ea typeface="Pretendard"/>
                <a:cs typeface="Pretendard"/>
              </a:defRPr>
            </a:pPr>
            <a:r>
              <a:rPr sz="2175" b="1">
                <a:solidFill>
                  <a:srgbClr val="9FFF68"/>
                </a:solidFill>
                <a:latin typeface="Pretendard"/>
                <a:ea typeface="Pretendard"/>
                <a:cs typeface="Pretendard"/>
              </a:rPr>
              <a:t>↖  이 조건에서 더 안정한 기준 원소 물질</a:t>
            </a:r>
          </a:p>
        </p:txBody>
      </p:sp>
    </p:spTree>
    <p:extLst>
      <p:ext uri="{BB962C8B-B14F-4D97-AF65-F5344CB8AC3E}">
        <p14:creationId xmlns:p14="http://schemas.microsoft.com/office/powerpoint/2010/main" val="1357900520"/>
      </p:ext>
    </p:extLst>
  </p:cSld>
</p:sld>
</file>

<file path=ppt/slides/slide3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레퍼런스 내용 영역">
            <a:extLst xmlns:a="http://schemas.openxmlformats.org/drawingml/2006/main">
              <a:ext uri="{FF2B5EF4-FFF2-40B4-BE49-F238E27FC236}">
                <a16:creationId xmlns:a16="http://schemas.microsoft.com/office/drawing/2014/main" id="{BF6A5646-6CFF-4F6D-99CB-B57BE66AC89F}"/>
              </a:ext>
            </a:extLst>
          </p:cNvPr>
          <p:cNvSpPr>
            <a:spLocks xmlns:a="http://schemas.openxmlformats.org/drawingml/2006/main" noGrp="1"/>
          </p:cNvSpPr>
          <p:nvPr/>
        </p:nvSpPr>
        <p:spPr>
          <a:xfrm xmlns:a="http://schemas.openxmlformats.org/drawingml/2006/main">
            <a:off x="2095500" y="7620000"/>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sp>
        <p:nvSpPr>
          <p:cNvPr id="15" name="레퍼런스 내용 영역">
            <a:extLst xmlns:a="http://schemas.openxmlformats.org/drawingml/2006/main">
              <a:ext uri="{FF2B5EF4-FFF2-40B4-BE49-F238E27FC236}">
                <a16:creationId xmlns:a16="http://schemas.microsoft.com/office/drawing/2014/main" id="{E6668B94-282C-4676-98EE-1438091FDACD}"/>
              </a:ext>
            </a:extLst>
          </p:cNvPr>
          <p:cNvSpPr>
            <a:spLocks xmlns:a="http://schemas.openxmlformats.org/drawingml/2006/main" noGrp="1"/>
          </p:cNvSpPr>
          <p:nvPr/>
        </p:nvSpPr>
        <p:spPr>
          <a:xfrm xmlns:a="http://schemas.openxmlformats.org/drawingml/2006/main">
            <a:off x="2095500" y="5191125"/>
            <a:ext cx="14097000" cy="1381125"/>
          </a:xfrm>
          <a:prstGeom xmlns:a="http://schemas.openxmlformats.org/drawingml/2006/main" prst="roundRect">
            <a:avLst>
              <a:gd name="adj" fmla="val 15714"/>
            </a:avLst>
          </a:prstGeom>
          <a:solidFill xmlns:a="http://schemas.openxmlformats.org/drawingml/2006/main">
            <a:srgbClr val="22222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6DF591CA-846C-4679-82B5-23BF3732A0D4}"/>
              </a:ext>
            </a:extLst>
          </p:cNvPr>
          <p:cNvPicPr>
            <a:picLocks xmlns:a="http://schemas.openxmlformats.org/drawingml/2006/main" noChangeAspect="1"/>
          </p:cNvPicPr>
          <p:nvPr/>
        </p:nvPicPr>
        <p:blipFill>
          <a:blip xmlns:r="http://schemas.openxmlformats.org/officeDocument/2006/relationships" xmlns:a="http://schemas.openxmlformats.org/drawingml/2006/main" r:embed="Rb94e99a1378f4a5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1AE8A3D-D717-4A73-8F1E-622B1E52109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8F61493-5B8C-47E8-BC3F-92273D60813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FA99781A-0E7D-48B6-B029-1DD8ABDA03E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05E00EE7-4A78-4FF3-A607-809E1939CC16}"/>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표준 생성 엔탈피</a:t>
            </a:r>
          </a:p>
        </p:txBody>
      </p:sp>
      <p:sp>
        <p:nvSpPr>
          <p:cNvPr id="6" name="핵심 문장">
            <a:extLst xmlns:a="http://schemas.openxmlformats.org/drawingml/2006/main">
              <a:ext uri="{FF2B5EF4-FFF2-40B4-BE49-F238E27FC236}">
                <a16:creationId xmlns:a16="http://schemas.microsoft.com/office/drawing/2014/main" id="{5BA887C4-A8BA-4A31-A401-EA5EEC82FBC8}"/>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물과 수증기는 서로 다른 자료</a:t>
            </a:r>
          </a:p>
        </p:txBody>
      </p:sp>
      <p:pic>
        <p:nvPicPr>
          <p:cNvPr id="7" name="">
            <a:extLst xmlns:a="http://schemas.openxmlformats.org/drawingml/2006/main">
              <a:ext uri="{FF2B5EF4-FFF2-40B4-BE49-F238E27FC236}">
                <a16:creationId xmlns:a16="http://schemas.microsoft.com/office/drawing/2014/main" id="{2A9049F1-C033-4EB9-BE4F-053F046F35F9}"/>
              </a:ext>
            </a:extLst>
          </p:cNvPr>
          <p:cNvPicPr>
            <a:picLocks xmlns:a="http://schemas.openxmlformats.org/drawingml/2006/main" noChangeAspect="1"/>
          </p:cNvPicPr>
          <p:nvPr/>
        </p:nvPicPr>
        <p:blipFill>
          <a:blip xmlns:r="http://schemas.openxmlformats.org/officeDocument/2006/relationships" xmlns:a="http://schemas.openxmlformats.org/drawingml/2006/main" r:embed="R41a7925c98064ad1"/>
          <a:stretch xmlns:a="http://schemas.openxmlformats.org/drawingml/2006/main"/>
        </p:blipFill>
        <p:spPr>
          <a:xfrm xmlns:a="http://schemas.openxmlformats.org/drawingml/2006/main">
            <a:off x="4223957" y="5381627"/>
            <a:ext cx="9840087" cy="1047747"/>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7BC951B9-C235-47DF-9FA6-0A4D94CB7A00}"/>
              </a:ext>
            </a:extLst>
          </p:cNvPr>
          <p:cNvPicPr>
            <a:picLocks xmlns:a="http://schemas.openxmlformats.org/drawingml/2006/main" noChangeAspect="1"/>
          </p:cNvPicPr>
          <p:nvPr/>
        </p:nvPicPr>
        <p:blipFill>
          <a:blip xmlns:r="http://schemas.openxmlformats.org/officeDocument/2006/relationships" xmlns:a="http://schemas.openxmlformats.org/drawingml/2006/main" r:embed="Rb4115ed207574f16"/>
          <a:stretch xmlns:a="http://schemas.openxmlformats.org/drawingml/2006/main"/>
        </p:blipFill>
        <p:spPr>
          <a:xfrm xmlns:a="http://schemas.openxmlformats.org/drawingml/2006/main">
            <a:off x="4223957" y="7810502"/>
            <a:ext cx="9840087" cy="1047747"/>
          </a:xfrm>
          <a:prstGeom xmlns:a="http://schemas.openxmlformats.org/drawingml/2006/main" prst="rect">
            <a:avLst/>
          </a:prstGeom>
        </p:spPr>
      </p:pic>
      <p:sp>
        <p:nvSpPr>
          <p:cNvPr id="17" name="text">
            <a:extLst xmlns:a="http://schemas.openxmlformats.org/drawingml/2006/main">
              <a:ext uri="{FF2B5EF4-FFF2-40B4-BE49-F238E27FC236}">
                <a16:creationId xmlns:a16="http://schemas.microsoft.com/office/drawing/2014/main" id="{B1839876-462D-42FD-8177-62F05123342E}"/>
              </a:ext>
            </a:extLst>
          </p:cNvPr>
          <p:cNvSpPr>
            <a:spLocks xmlns:a="http://schemas.openxmlformats.org/drawingml/2006/main" noGrp="1"/>
          </p:cNvSpPr>
          <p:nvPr/>
        </p:nvSpPr>
        <p:spPr>
          <a:xfrm xmlns:a="http://schemas.openxmlformats.org/drawingml/2006/main">
            <a:off x="2381250" y="4572000"/>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42867F93-21A4-47F5-80E0-7FF84EF1A0B2}"/>
              </a:ext>
            </a:extLst>
          </p:cNvPr>
          <p:cNvSpPr>
            <a:spLocks xmlns:a="http://schemas.openxmlformats.org/drawingml/2006/main" noGrp="1"/>
          </p:cNvSpPr>
          <p:nvPr/>
        </p:nvSpPr>
        <p:spPr>
          <a:xfrm xmlns:a="http://schemas.openxmlformats.org/drawingml/2006/main">
            <a:off x="2381250" y="7000875"/>
            <a:ext cx="2000250" cy="5715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33E31C18-D6DC-46DA-B177-F2728D64FF9F}"/>
              </a:ext>
            </a:extLst>
          </p:cNvPr>
          <p:cNvSpPr>
            <a:spLocks xmlns:a="http://schemas.openxmlformats.org/drawingml/2006/main" noGrp="1"/>
          </p:cNvSpPr>
          <p:nvPr/>
        </p:nvSpPr>
        <p:spPr>
          <a:xfrm xmlns:a="http://schemas.openxmlformats.org/drawingml/2006/main">
            <a:off x="2095500" y="3762375"/>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물질의 상태가 다르면 생성 엔탈피도 다르다.</a:t>
            </a:r>
          </a:p>
        </p:txBody>
      </p:sp>
    </p:spTree>
    <p:extLst>
      <p:ext uri="{BB962C8B-B14F-4D97-AF65-F5344CB8AC3E}">
        <p14:creationId xmlns:p14="http://schemas.microsoft.com/office/powerpoint/2010/main" val="1917090347"/>
      </p:ext>
    </p:extLst>
  </p:cSld>
</p:sld>
</file>

<file path=ppt/slides/slide3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9A63897-CD3C-4D9C-84A9-D9B689C4775C}"/>
              </a:ext>
            </a:extLst>
          </p:cNvPr>
          <p:cNvPicPr>
            <a:picLocks xmlns:a="http://schemas.openxmlformats.org/drawingml/2006/main" noChangeAspect="1"/>
          </p:cNvPicPr>
          <p:nvPr/>
        </p:nvPicPr>
        <p:blipFill>
          <a:blip xmlns:r="http://schemas.openxmlformats.org/officeDocument/2006/relationships" xmlns:a="http://schemas.openxmlformats.org/drawingml/2006/main" r:embed="R427a07ceb0ff4cb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DAED593-2655-45B6-9109-9082659F993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5E3D6C2-9E1E-496B-8143-ECDFA2B5251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4D59F7F-FAE4-4249-AC1E-62351BDB05F4}"/>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006E4234-3E84-4D3F-BFE2-4FF11021404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0FA91BD0-0726-40E1-8201-D6234BC516D0}"/>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생성물에서 반응물을 빼는 까닭</a:t>
            </a:r>
          </a:p>
        </p:txBody>
      </p:sp>
      <p:pic>
        <p:nvPicPr>
          <p:cNvPr id="7" name="">
            <a:extLst xmlns:a="http://schemas.openxmlformats.org/drawingml/2006/main">
              <a:ext uri="{FF2B5EF4-FFF2-40B4-BE49-F238E27FC236}">
                <a16:creationId xmlns:a16="http://schemas.microsoft.com/office/drawing/2014/main" id="{6353255C-B377-49DE-B5C5-49A2FD47A2E8}"/>
              </a:ext>
            </a:extLst>
          </p:cNvPr>
          <p:cNvPicPr>
            <a:picLocks xmlns:a="http://schemas.openxmlformats.org/drawingml/2006/main" noChangeAspect="1"/>
          </p:cNvPicPr>
          <p:nvPr/>
        </p:nvPicPr>
        <p:blipFill>
          <a:blip xmlns:r="http://schemas.openxmlformats.org/officeDocument/2006/relationships" xmlns:a="http://schemas.openxmlformats.org/drawingml/2006/main" r:embed="R0d161163af024949"/>
          <a:stretch xmlns:a="http://schemas.openxmlformats.org/drawingml/2006/main"/>
        </p:blipFill>
        <p:spPr>
          <a:xfrm xmlns:a="http://schemas.openxmlformats.org/drawingml/2006/main">
            <a:off x="2247900" y="4025709"/>
            <a:ext cx="13811250" cy="4226306"/>
          </a:xfrm>
          <a:prstGeom xmlns:a="http://schemas.openxmlformats.org/drawingml/2006/main" prst="rect">
            <a:avLst/>
          </a:prstGeom>
        </p:spPr>
      </p:pic>
      <p:sp>
        <p:nvSpPr>
          <p:cNvPr id="8" name="해석·결론">
            <a:extLst xmlns:a="http://schemas.openxmlformats.org/drawingml/2006/main">
              <a:ext uri="{FF2B5EF4-FFF2-40B4-BE49-F238E27FC236}">
                <a16:creationId xmlns:a16="http://schemas.microsoft.com/office/drawing/2014/main" id="{C2EC1002-D018-4F36-84C0-8F364DF4B906}"/>
              </a:ext>
            </a:extLst>
          </p:cNvPr>
          <p:cNvSpPr>
            <a:spLocks xmlns:a="http://schemas.openxmlformats.org/drawingml/2006/main" noGrp="1"/>
          </p:cNvSpPr>
          <p:nvPr/>
        </p:nvSpPr>
        <p:spPr>
          <a:xfrm xmlns:a="http://schemas.openxmlformats.org/drawingml/2006/main">
            <a:off x="1828800" y="8429625"/>
            <a:ext cx="14639925" cy="895350"/>
          </a:xfrm>
          <a:prstGeom xmlns:a="http://schemas.openxmlformats.org/drawingml/2006/main" prst="roundRect">
            <a:avLst>
              <a:gd name="adj" fmla="val 17021"/>
            </a:avLst>
          </a:prstGeom>
          <a:solidFill xmlns:a="http://schemas.openxmlformats.org/drawingml/2006/main">
            <a:srgbClr val="303030"/>
          </a:solidFill>
          <a:ln xmlns:a="http://schemas.openxmlformats.org/drawingml/2006/main" w="0">
            <a:noFill/>
          </a:ln>
        </p:spPr>
      </p:sp>
      <p:sp>
        <p:nvSpPr>
          <p:cNvPr id="9" name="반응식·수식">
            <a:extLst xmlns:a="http://schemas.openxmlformats.org/drawingml/2006/main">
              <a:ext uri="{FF2B5EF4-FFF2-40B4-BE49-F238E27FC236}">
                <a16:creationId xmlns:a16="http://schemas.microsoft.com/office/drawing/2014/main" id="{0E1405DD-39FA-4899-AC20-1FD2556C6F9B}"/>
              </a:ext>
            </a:extLst>
          </p:cNvPr>
          <p:cNvSpPr>
            <a:spLocks xmlns:a="http://schemas.openxmlformats.org/drawingml/2006/main" noGrp="1"/>
          </p:cNvSpPr>
          <p:nvPr/>
        </p:nvSpPr>
        <p:spPr>
          <a:xfrm xmlns:a="http://schemas.openxmlformats.org/drawingml/2006/main">
            <a:off x="2143125" y="8505825"/>
            <a:ext cx="14001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338" b="0">
                <a:solidFill>
                  <a:srgbClr val="FFFFFF"/>
                </a:solidFill>
                <a:latin typeface="Pretendard"/>
                <a:ea typeface="Pretendard"/>
                <a:cs typeface="Pretendard"/>
              </a:defRPr>
            </a:defPPr>
            <a:lvl1pPr algn="ctr">
              <a:defRPr sz="3338" b="0">
                <a:solidFill>
                  <a:srgbClr val="FFFFFF"/>
                </a:solidFill>
                <a:latin typeface="Pretendard"/>
                <a:ea typeface="Pretendard"/>
                <a:cs typeface="Pretendard"/>
              </a:defRPr>
            </a:lvl1pPr>
            <a:lvl2pPr algn="ctr">
              <a:defRPr sz="3338" b="0">
                <a:solidFill>
                  <a:srgbClr val="FFFFFF"/>
                </a:solidFill>
                <a:latin typeface="Pretendard"/>
                <a:ea typeface="Pretendard"/>
                <a:cs typeface="Pretendard"/>
              </a:defRPr>
            </a:lvl2pPr>
            <a:lvl3pPr algn="ctr">
              <a:defRPr sz="3338" b="0">
                <a:solidFill>
                  <a:srgbClr val="FFFFFF"/>
                </a:solidFill>
                <a:latin typeface="Pretendard"/>
                <a:ea typeface="Pretendard"/>
                <a:cs typeface="Pretendard"/>
              </a:defRPr>
            </a:lvl3pPr>
            <a:lvl4pPr algn="ctr">
              <a:defRPr sz="3338" b="0">
                <a:solidFill>
                  <a:srgbClr val="FFFFFF"/>
                </a:solidFill>
                <a:latin typeface="Pretendard"/>
                <a:ea typeface="Pretendard"/>
                <a:cs typeface="Pretendard"/>
              </a:defRPr>
            </a:lvl4pPr>
            <a:lvl5pPr algn="ctr">
              <a:defRPr sz="3338" b="0">
                <a:solidFill>
                  <a:srgbClr val="FFFFFF"/>
                </a:solidFill>
                <a:latin typeface="Pretendard"/>
                <a:ea typeface="Pretendard"/>
                <a:cs typeface="Pretendard"/>
              </a:defRPr>
            </a:lvl5pPr>
            <a:lvl6pPr algn="ctr">
              <a:defRPr sz="3338" b="0">
                <a:solidFill>
                  <a:srgbClr val="FFFFFF"/>
                </a:solidFill>
                <a:latin typeface="Pretendard"/>
                <a:ea typeface="Pretendard"/>
                <a:cs typeface="Pretendard"/>
              </a:defRPr>
            </a:lvl6pPr>
            <a:lvl7pPr algn="ctr">
              <a:defRPr sz="3338" b="0">
                <a:solidFill>
                  <a:srgbClr val="FFFFFF"/>
                </a:solidFill>
                <a:latin typeface="Pretendard"/>
                <a:ea typeface="Pretendard"/>
                <a:cs typeface="Pretendard"/>
              </a:defRPr>
            </a:lvl7pPr>
            <a:lvl8pPr algn="ctr">
              <a:defRPr sz="3338" b="0">
                <a:solidFill>
                  <a:srgbClr val="FFFFFF"/>
                </a:solidFill>
                <a:latin typeface="Pretendard"/>
                <a:ea typeface="Pretendard"/>
                <a:cs typeface="Pretendard"/>
              </a:defRPr>
            </a:lvl8pPr>
            <a:lvl9pPr algn="ctr">
              <a:defRPr sz="3338" b="0">
                <a:solidFill>
                  <a:srgbClr val="FFFFFF"/>
                </a:solidFill>
                <a:latin typeface="Pretendard"/>
                <a:ea typeface="Pretendard"/>
                <a:cs typeface="Pretendard"/>
              </a:defRPr>
            </a:lvl9pPr>
          </a:lstStyle>
          <a:p xmlns:a="http://schemas.openxmlformats.org/drawingml/2006/main">
            <a:pPr algn="ctr">
              <a:defRPr sz="3338" b="0">
                <a:solidFill>
                  <a:srgbClr val="FFFFFF"/>
                </a:solidFill>
                <a:latin typeface="Pretendard"/>
                <a:ea typeface="Pretendard"/>
                <a:cs typeface="Pretendard"/>
              </a:defRPr>
            </a:pPr>
            <a:r>
              <a:rPr sz="3338">
                <a:solidFill>
                  <a:srgbClr val="FFFFFF"/>
                </a:solidFill>
                <a:latin typeface="Pretendard"/>
                <a:ea typeface="Pretendard"/>
                <a:cs typeface="Pretendard"/>
              </a:rPr>
              <a:t>세 과정을 합하면 CH₄의 연소 반응이 된다.</a:t>
            </a:r>
          </a:p>
        </p:txBody>
      </p:sp>
    </p:spTree>
    <p:extLst>
      <p:ext uri="{BB962C8B-B14F-4D97-AF65-F5344CB8AC3E}">
        <p14:creationId xmlns:p14="http://schemas.microsoft.com/office/powerpoint/2010/main" val="1012243537"/>
      </p:ext>
    </p:extLst>
  </p:cSld>
</p:sld>
</file>

<file path=ppt/slides/slide3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81AB4E4B-EB33-46CE-A198-81A78AAFBDCD}"/>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A417445-BA23-47FE-9E52-A012E6664F9C}"/>
              </a:ext>
            </a:extLst>
          </p:cNvPr>
          <p:cNvPicPr>
            <a:picLocks xmlns:a="http://schemas.openxmlformats.org/drawingml/2006/main" noChangeAspect="1"/>
          </p:cNvPicPr>
          <p:nvPr/>
        </p:nvPicPr>
        <p:blipFill>
          <a:blip xmlns:r="http://schemas.openxmlformats.org/officeDocument/2006/relationships" xmlns:a="http://schemas.openxmlformats.org/drawingml/2006/main" r:embed="R66f1c9497f5742f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47781BCA-48E8-430A-A768-FB0D20AD7C9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3270720-F0E9-4DFC-96AD-4D4FF4C80585}"/>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C4B63B77-F5BD-436D-B892-79F9B141DAB1}"/>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3F580C6-AC31-41E7-9AB1-4C32DD7D7E7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49C876F5-88D2-4D11-9638-42079FC8A9B1}"/>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생성물의 합에서 반응물의 합을 뺀다</a:t>
            </a:r>
          </a:p>
        </p:txBody>
      </p:sp>
      <p:pic>
        <p:nvPicPr>
          <p:cNvPr id="14" name="">
            <a:extLst xmlns:a="http://schemas.openxmlformats.org/drawingml/2006/main">
              <a:ext uri="{FF2B5EF4-FFF2-40B4-BE49-F238E27FC236}">
                <a16:creationId xmlns:a16="http://schemas.microsoft.com/office/drawing/2014/main" id="{0773F48A-A099-4CEB-B673-178AD1635597}"/>
              </a:ext>
            </a:extLst>
          </p:cNvPr>
          <p:cNvPicPr>
            <a:picLocks xmlns:a="http://schemas.openxmlformats.org/drawingml/2006/main" noChangeAspect="1"/>
          </p:cNvPicPr>
          <p:nvPr/>
        </p:nvPicPr>
        <p:blipFill>
          <a:blip xmlns:r="http://schemas.openxmlformats.org/officeDocument/2006/relationships" xmlns:a="http://schemas.openxmlformats.org/drawingml/2006/main" r:embed="Rf94f91afac1a4c84"/>
          <a:stretch xmlns:a="http://schemas.openxmlformats.org/drawingml/2006/main"/>
        </p:blipFill>
        <p:spPr>
          <a:xfrm xmlns:a="http://schemas.openxmlformats.org/drawingml/2006/main">
            <a:off x="4590381" y="4988719"/>
            <a:ext cx="9107333" cy="1500188"/>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E6A11DF-33AC-4CE6-80A0-E57A40C3907E}"/>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같은 기준 원소 물질을 거치는 경로로 반응 엔탈피를 구한다.</a:t>
            </a:r>
          </a:p>
        </p:txBody>
      </p:sp>
      <p:sp>
        <p:nvSpPr>
          <p:cNvPr id="17" name="">
            <a:extLst xmlns:a="http://schemas.openxmlformats.org/drawingml/2006/main">
              <a:ext uri="{FF2B5EF4-FFF2-40B4-BE49-F238E27FC236}">
                <a16:creationId xmlns:a16="http://schemas.microsoft.com/office/drawing/2014/main" id="{6C9D41FF-5403-4C63-BD84-E1002134AE0F}"/>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9F5C84C5-5B16-4325-AC83-177A07955C59}"/>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920BB243-B6F8-4D90-A79B-2D3BBC8F7DF1}"/>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생성물 각각의 생성 엔탈피를 계수만큼 더한다.</a:t>
            </a:r>
          </a:p>
        </p:txBody>
      </p:sp>
      <p:sp>
        <p:nvSpPr>
          <p:cNvPr id="20" name="">
            <a:extLst xmlns:a="http://schemas.openxmlformats.org/drawingml/2006/main">
              <a:ext uri="{FF2B5EF4-FFF2-40B4-BE49-F238E27FC236}">
                <a16:creationId xmlns:a16="http://schemas.microsoft.com/office/drawing/2014/main" id="{6E34B759-A5E6-491E-9FC1-4EAE4A4CC410}"/>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3B5AC3ED-5BA9-4809-914E-2AD2C44606FB}"/>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0C5C8953-3647-405C-AAAD-41892FCD5791}"/>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반응물 각각의 생성 엔탈피를 계수만큼 더한다.</a:t>
            </a:r>
          </a:p>
        </p:txBody>
      </p:sp>
      <p:sp>
        <p:nvSpPr>
          <p:cNvPr id="23" name="">
            <a:extLst xmlns:a="http://schemas.openxmlformats.org/drawingml/2006/main">
              <a:ext uri="{FF2B5EF4-FFF2-40B4-BE49-F238E27FC236}">
                <a16:creationId xmlns:a16="http://schemas.microsoft.com/office/drawing/2014/main" id="{F2BD81D7-575E-4328-9A72-A9636371275F}"/>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64E47969-F3EE-453B-A2D3-0C2467E707FB}"/>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97AC3877-9111-4E15-B5F5-DF4C6D847804}"/>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1096093381"/>
      </p:ext>
    </p:extLst>
  </p:cSld>
</p:sld>
</file>

<file path=ppt/slides/slide3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00F5790A-B543-445D-9C55-E45E4C844949}"/>
              </a:ext>
            </a:extLst>
          </p:cNvPr>
          <p:cNvSpPr>
            <a:spLocks xmlns:a="http://schemas.openxmlformats.org/drawingml/2006/main" noGrp="1"/>
          </p:cNvSpPr>
          <p:nvPr/>
        </p:nvSpPr>
        <p:spPr>
          <a:xfrm xmlns:a="http://schemas.openxmlformats.org/drawingml/2006/main">
            <a:off x="2000250" y="4667250"/>
            <a:ext cx="14287500" cy="2190750"/>
          </a:xfrm>
          <a:prstGeom xmlns:a="http://schemas.openxmlformats.org/drawingml/2006/main" prst="roundRect">
            <a:avLst>
              <a:gd name="adj" fmla="val 7826"/>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D7F4A641-3DA2-4C42-8E7B-D36D403C1B66}"/>
              </a:ext>
            </a:extLst>
          </p:cNvPr>
          <p:cNvPicPr>
            <a:picLocks xmlns:a="http://schemas.openxmlformats.org/drawingml/2006/main" noChangeAspect="1"/>
          </p:cNvPicPr>
          <p:nvPr/>
        </p:nvPicPr>
        <p:blipFill>
          <a:blip xmlns:r="http://schemas.openxmlformats.org/officeDocument/2006/relationships" xmlns:a="http://schemas.openxmlformats.org/drawingml/2006/main" r:embed="Rd00f1994db764a7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B65E8CF-3B5D-4C10-BB61-6B31097B03D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C46B4A8-9C28-4BA8-B3C1-2335438F0C0F}"/>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24F683A5-4EBC-4B50-B156-00FDA0AEA50E}"/>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F55AFCC-64EA-49B0-80B8-89CEC92A514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F28FEFE6-97EE-4AE4-B645-C1B36DD233E4}"/>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각 물질의 값에 반응 계수를 곱한다</a:t>
            </a:r>
          </a:p>
        </p:txBody>
      </p:sp>
      <p:pic>
        <p:nvPicPr>
          <p:cNvPr id="14" name="">
            <a:extLst xmlns:a="http://schemas.openxmlformats.org/drawingml/2006/main">
              <a:ext uri="{FF2B5EF4-FFF2-40B4-BE49-F238E27FC236}">
                <a16:creationId xmlns:a16="http://schemas.microsoft.com/office/drawing/2014/main" id="{847F3391-3939-42F5-9CEB-F5362A7162D5}"/>
              </a:ext>
            </a:extLst>
          </p:cNvPr>
          <p:cNvPicPr>
            <a:picLocks xmlns:a="http://schemas.openxmlformats.org/drawingml/2006/main" noChangeAspect="1"/>
          </p:cNvPicPr>
          <p:nvPr/>
        </p:nvPicPr>
        <p:blipFill>
          <a:blip xmlns:r="http://schemas.openxmlformats.org/officeDocument/2006/relationships" xmlns:a="http://schemas.openxmlformats.org/drawingml/2006/main" r:embed="R33ef2adb2b85479e"/>
          <a:stretch xmlns:a="http://schemas.openxmlformats.org/drawingml/2006/main"/>
        </p:blipFill>
        <p:spPr>
          <a:xfrm xmlns:a="http://schemas.openxmlformats.org/drawingml/2006/main">
            <a:off x="5162848" y="4905375"/>
            <a:ext cx="7962305" cy="16668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987129EA-E088-4013-9444-3E7BD8C2ED79}"/>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표준 생성 엔탈피는 물질 1 mol을 기준으로 한 값이다.</a:t>
            </a:r>
          </a:p>
        </p:txBody>
      </p:sp>
      <p:sp>
        <p:nvSpPr>
          <p:cNvPr id="17" name="">
            <a:extLst xmlns:a="http://schemas.openxmlformats.org/drawingml/2006/main">
              <a:ext uri="{FF2B5EF4-FFF2-40B4-BE49-F238E27FC236}">
                <a16:creationId xmlns:a16="http://schemas.microsoft.com/office/drawing/2014/main" id="{9EBDB30C-E53D-4067-BE6D-68D235185E35}"/>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8" name="text">
            <a:extLst xmlns:a="http://schemas.openxmlformats.org/drawingml/2006/main">
              <a:ext uri="{FF2B5EF4-FFF2-40B4-BE49-F238E27FC236}">
                <a16:creationId xmlns:a16="http://schemas.microsoft.com/office/drawing/2014/main" id="{575CA23A-1F5B-45AD-BF39-2B4502BD49B5}"/>
              </a:ext>
            </a:extLst>
          </p:cNvPr>
          <p:cNvSpPr>
            <a:spLocks xmlns:a="http://schemas.openxmlformats.org/drawingml/2006/main" noGrp="1"/>
          </p:cNvSpPr>
          <p:nvPr/>
        </p:nvSpPr>
        <p:spPr>
          <a:xfrm xmlns:a="http://schemas.openxmlformats.org/drawingml/2006/main">
            <a:off x="2571750" y="7143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9" name="text">
            <a:extLst xmlns:a="http://schemas.openxmlformats.org/drawingml/2006/main">
              <a:ext uri="{FF2B5EF4-FFF2-40B4-BE49-F238E27FC236}">
                <a16:creationId xmlns:a16="http://schemas.microsoft.com/office/drawing/2014/main" id="{E14F452F-F19A-44E6-9C83-CD2C092C10CF}"/>
              </a:ext>
            </a:extLst>
          </p:cNvPr>
          <p:cNvSpPr>
            <a:spLocks xmlns:a="http://schemas.openxmlformats.org/drawingml/2006/main" noGrp="1"/>
          </p:cNvSpPr>
          <p:nvPr/>
        </p:nvSpPr>
        <p:spPr>
          <a:xfrm xmlns:a="http://schemas.openxmlformats.org/drawingml/2006/main">
            <a:off x="3333750" y="71437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반응 계수로 생성되거나 반응하는 물질의 양을 반영한다.</a:t>
            </a:r>
          </a:p>
        </p:txBody>
      </p:sp>
      <p:sp>
        <p:nvSpPr>
          <p:cNvPr id="20" name="">
            <a:extLst xmlns:a="http://schemas.openxmlformats.org/drawingml/2006/main">
              <a:ext uri="{FF2B5EF4-FFF2-40B4-BE49-F238E27FC236}">
                <a16:creationId xmlns:a16="http://schemas.microsoft.com/office/drawing/2014/main" id="{004952C7-81B4-4C5B-B3DE-D0661510C9BE}"/>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158415F6-B17F-4D87-9788-90C2337FA5EB}"/>
              </a:ext>
            </a:extLst>
          </p:cNvPr>
          <p:cNvSpPr>
            <a:spLocks xmlns:a="http://schemas.openxmlformats.org/drawingml/2006/main" noGrp="1"/>
          </p:cNvSpPr>
          <p:nvPr/>
        </p:nvSpPr>
        <p:spPr>
          <a:xfrm xmlns:a="http://schemas.openxmlformats.org/drawingml/2006/main">
            <a:off x="2571750" y="78867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22" name="text">
            <a:extLst xmlns:a="http://schemas.openxmlformats.org/drawingml/2006/main">
              <a:ext uri="{FF2B5EF4-FFF2-40B4-BE49-F238E27FC236}">
                <a16:creationId xmlns:a16="http://schemas.microsoft.com/office/drawing/2014/main" id="{DBF40B55-0862-4742-88E8-244EE31EFF19}"/>
              </a:ext>
            </a:extLst>
          </p:cNvPr>
          <p:cNvSpPr>
            <a:spLocks xmlns:a="http://schemas.openxmlformats.org/drawingml/2006/main" noGrp="1"/>
          </p:cNvSpPr>
          <p:nvPr/>
        </p:nvSpPr>
        <p:spPr>
          <a:xfrm xmlns:a="http://schemas.openxmlformats.org/drawingml/2006/main">
            <a:off x="3333750" y="788670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Σ는 각 물질에 대해 계산한 값을 모두 더한다는 뜻이다.</a:t>
            </a:r>
          </a:p>
        </p:txBody>
      </p:sp>
      <p:sp>
        <p:nvSpPr>
          <p:cNvPr id="23" name="">
            <a:extLst xmlns:a="http://schemas.openxmlformats.org/drawingml/2006/main">
              <a:ext uri="{FF2B5EF4-FFF2-40B4-BE49-F238E27FC236}">
                <a16:creationId xmlns:a16="http://schemas.microsoft.com/office/drawing/2014/main" id="{6E83E68D-6478-4D45-B19B-6C214006F778}"/>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2CDB66D5-0199-4555-B23A-17AEB6DCD0A9}"/>
              </a:ext>
            </a:extLst>
          </p:cNvPr>
          <p:cNvSpPr>
            <a:spLocks xmlns:a="http://schemas.openxmlformats.org/drawingml/2006/main" noGrp="1"/>
          </p:cNvSpPr>
          <p:nvPr/>
        </p:nvSpPr>
        <p:spPr>
          <a:xfrm xmlns:a="http://schemas.openxmlformats.org/drawingml/2006/main">
            <a:off x="2571750" y="86296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sp>
        <p:nvSpPr>
          <p:cNvPr id="25" name="text">
            <a:extLst xmlns:a="http://schemas.openxmlformats.org/drawingml/2006/main">
              <a:ext uri="{FF2B5EF4-FFF2-40B4-BE49-F238E27FC236}">
                <a16:creationId xmlns:a16="http://schemas.microsoft.com/office/drawing/2014/main" id="{852AD2EA-3CED-4157-8191-8482DFDC7659}"/>
              </a:ext>
            </a:extLst>
          </p:cNvPr>
          <p:cNvSpPr>
            <a:spLocks xmlns:a="http://schemas.openxmlformats.org/drawingml/2006/main" noGrp="1"/>
          </p:cNvSpPr>
          <p:nvPr/>
        </p:nvSpPr>
        <p:spPr>
          <a:xfrm xmlns:a="http://schemas.openxmlformats.org/drawingml/2006/main">
            <a:off x="3333750" y="8629650"/>
            <a:ext cx="12382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9FFF68"/>
                </a:solidFill>
                <a:latin typeface="Pretendard"/>
                <a:ea typeface="Pretendard"/>
                <a:cs typeface="Pretendard"/>
              </a:defRPr>
            </a:defPPr>
            <a:lvl1pPr algn="l">
              <a:defRPr sz="2400" b="1">
                <a:solidFill>
                  <a:srgbClr val="9FFF68"/>
                </a:solidFill>
                <a:latin typeface="Pretendard"/>
                <a:ea typeface="Pretendard"/>
                <a:cs typeface="Pretendard"/>
              </a:defRPr>
            </a:lvl1pPr>
            <a:lvl2pPr algn="l">
              <a:defRPr sz="2400" b="1">
                <a:solidFill>
                  <a:srgbClr val="9FFF68"/>
                </a:solidFill>
                <a:latin typeface="Pretendard"/>
                <a:ea typeface="Pretendard"/>
                <a:cs typeface="Pretendard"/>
              </a:defRPr>
            </a:lvl2pPr>
            <a:lvl3pPr algn="l">
              <a:defRPr sz="2400" b="1">
                <a:solidFill>
                  <a:srgbClr val="9FFF68"/>
                </a:solidFill>
                <a:latin typeface="Pretendard"/>
                <a:ea typeface="Pretendard"/>
                <a:cs typeface="Pretendard"/>
              </a:defRPr>
            </a:lvl3pPr>
            <a:lvl4pPr algn="l">
              <a:defRPr sz="2400" b="1">
                <a:solidFill>
                  <a:srgbClr val="9FFF68"/>
                </a:solidFill>
                <a:latin typeface="Pretendard"/>
                <a:ea typeface="Pretendard"/>
                <a:cs typeface="Pretendard"/>
              </a:defRPr>
            </a:lvl4pPr>
            <a:lvl5pPr algn="l">
              <a:defRPr sz="2400" b="1">
                <a:solidFill>
                  <a:srgbClr val="9FFF68"/>
                </a:solidFill>
                <a:latin typeface="Pretendard"/>
                <a:ea typeface="Pretendard"/>
                <a:cs typeface="Pretendard"/>
              </a:defRPr>
            </a:lvl5pPr>
            <a:lvl6pPr algn="l">
              <a:defRPr sz="2400" b="1">
                <a:solidFill>
                  <a:srgbClr val="9FFF68"/>
                </a:solidFill>
                <a:latin typeface="Pretendard"/>
                <a:ea typeface="Pretendard"/>
                <a:cs typeface="Pretendard"/>
              </a:defRPr>
            </a:lvl6pPr>
            <a:lvl7pPr algn="l">
              <a:defRPr sz="2400" b="1">
                <a:solidFill>
                  <a:srgbClr val="9FFF68"/>
                </a:solidFill>
                <a:latin typeface="Pretendard"/>
                <a:ea typeface="Pretendard"/>
                <a:cs typeface="Pretendard"/>
              </a:defRPr>
            </a:lvl7pPr>
            <a:lvl8pPr algn="l">
              <a:defRPr sz="2400" b="1">
                <a:solidFill>
                  <a:srgbClr val="9FFF68"/>
                </a:solidFill>
                <a:latin typeface="Pretendard"/>
                <a:ea typeface="Pretendard"/>
                <a:cs typeface="Pretendard"/>
              </a:defRPr>
            </a:lvl8pPr>
            <a:lvl9pPr algn="l">
              <a:defRPr sz="2400" b="1">
                <a:solidFill>
                  <a:srgbClr val="9FFF68"/>
                </a:solidFill>
                <a:latin typeface="Pretendard"/>
                <a:ea typeface="Pretendard"/>
                <a:cs typeface="Pretendard"/>
              </a:defRPr>
            </a:lvl9pPr>
          </a:lstStyle>
          <a:p xmlns:a="http://schemas.openxmlformats.org/drawingml/2006/main">
            <a:pPr algn="l">
              <a:defRPr sz="2400" b="1">
                <a:solidFill>
                  <a:srgbClr val="9FFF68"/>
                </a:solidFill>
                <a:latin typeface="Pretendard"/>
                <a:ea typeface="Pretendard"/>
                <a:cs typeface="Pretendard"/>
              </a:defRPr>
            </a:pPr>
            <a:r>
              <a:rPr sz="2400" b="1">
                <a:solidFill>
                  <a:srgbClr val="9FFF68"/>
                </a:solidFill>
                <a:latin typeface="Pretendard"/>
                <a:ea typeface="Pretendard"/>
                <a:cs typeface="Pretendard"/>
              </a:rPr>
              <a:t>기준 원소 물질은 표준 생성 엔탈피가 0이다.</a:t>
            </a:r>
          </a:p>
        </p:txBody>
      </p:sp>
    </p:spTree>
    <p:extLst>
      <p:ext uri="{BB962C8B-B14F-4D97-AF65-F5344CB8AC3E}">
        <p14:creationId xmlns:p14="http://schemas.microsoft.com/office/powerpoint/2010/main" val="1785963992"/>
      </p:ext>
    </p:extLst>
  </p:cSld>
</p:sld>
</file>

<file path=ppt/slides/slide3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611DA91D-14FC-4A4A-95C6-EBF4B0DDF624}"/>
              </a:ext>
            </a:extLst>
          </p:cNvPr>
          <p:cNvPicPr>
            <a:picLocks xmlns:a="http://schemas.openxmlformats.org/drawingml/2006/main" noChangeAspect="1"/>
          </p:cNvPicPr>
          <p:nvPr/>
        </p:nvPicPr>
        <p:blipFill>
          <a:blip xmlns:r="http://schemas.openxmlformats.org/officeDocument/2006/relationships" xmlns:a="http://schemas.openxmlformats.org/drawingml/2006/main" r:embed="R7ded7a00bfc94c55"/>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AF7FDF2-C2DB-4636-AAEE-E78C6FCF2B33}"/>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F9C921A-C62D-4908-A719-B872742CDAA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E6FF027-B5C9-4857-B01D-1D059A6C1165}"/>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53F58667-7FEE-4FC0-B777-3BF45F61705A}"/>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8A456602-BBE7-4D5C-8908-5F27596C20A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메테인 연소열 구하기</a:t>
            </a:r>
          </a:p>
        </p:txBody>
      </p:sp>
      <p:pic>
        <p:nvPicPr>
          <p:cNvPr id="7" name="">
            <a:extLst xmlns:a="http://schemas.openxmlformats.org/drawingml/2006/main">
              <a:ext uri="{FF2B5EF4-FFF2-40B4-BE49-F238E27FC236}">
                <a16:creationId xmlns:a16="http://schemas.microsoft.com/office/drawing/2014/main" id="{08A742F2-AB69-4997-B307-05AF807BE06E}"/>
              </a:ext>
            </a:extLst>
          </p:cNvPr>
          <p:cNvPicPr>
            <a:picLocks xmlns:a="http://schemas.openxmlformats.org/drawingml/2006/main" noChangeAspect="1"/>
          </p:cNvPicPr>
          <p:nvPr/>
        </p:nvPicPr>
        <p:blipFill>
          <a:blip xmlns:r="http://schemas.openxmlformats.org/officeDocument/2006/relationships" xmlns:a="http://schemas.openxmlformats.org/drawingml/2006/main" r:embed="Rd61d962b014749f4"/>
          <a:stretch xmlns:a="http://schemas.openxmlformats.org/drawingml/2006/main"/>
        </p:blipFill>
        <p:spPr>
          <a:xfrm xmlns:a="http://schemas.openxmlformats.org/drawingml/2006/main">
            <a:off x="3818177" y="3762375"/>
            <a:ext cx="10670696" cy="904875"/>
          </a:xfrm>
          <a:prstGeom xmlns:a="http://schemas.openxmlformats.org/drawingml/2006/main" prst="rect">
            <a:avLst/>
          </a:prstGeom>
        </p:spPr>
      </p:pic>
      <p:graphicFrame>
        <p:nvGraphicFramePr>
          <p:cNvPr id="8" name="">
            <a:extLst xmlns:a="http://schemas.openxmlformats.org/drawingml/2006/main">
              <a:ext uri="{FF2B5EF4-FFF2-40B4-BE49-F238E27FC236}">
                <a16:creationId xmlns:a16="http://schemas.microsoft.com/office/drawing/2014/main" id="{20ABD67A-B0CF-44D5-B0F5-4B318E18A8BC}"/>
              </a:ext>
            </a:extLst>
          </p:cNvPr>
          <p:cNvGraphicFramePr/>
          <p:nvPr/>
        </p:nvGraphicFramePr>
        <p:xfrm>
          <a:off xmlns:a="http://schemas.openxmlformats.org/drawingml/2006/main" x="1828800" y="4972050"/>
          <a:ext xmlns:a="http://schemas.openxmlformats.org/drawingml/2006/main" cx="14639925" cy="1809750"/>
        </p:xfrm>
        <a:graphic xmlns:a="http://schemas.openxmlformats.org/drawingml/2006/main">
          <a:graphicData uri="http://schemas.openxmlformats.org/drawingml/2006/table">
            <a:tbl>
              <a:tblPr/>
              <a:tblGrid>
                <a:gridCol w="3895725"/>
                <a:gridCol w="2686050"/>
                <a:gridCol w="2686050"/>
                <a:gridCol w="2686050"/>
                <a:gridCol w="2686050"/>
              </a:tblGrid>
              <a:tr h="904875">
                <a:tc>
                  <a:txBody>
                    <a:bodyPr wrap="none" lIns="114300" tIns="114300" rIns="114300" bIns="114300"/>
                    <a:lstStyle/>
                    <a:p>
                      <a:pPr algn="ctr"/>
                      <a:r>
                        <a:rPr sz="3000" b="1">
                          <a:solidFill>
                            <a:srgbClr val="FFFFFF"/>
                          </a:solidFill>
                          <a:latin typeface="Pretendard"/>
                          <a:ea typeface="Pretendard"/>
                          <a:cs typeface="Pretendard"/>
                        </a:rPr>
                        <a:t>물질</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CH₄</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CO₂</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g</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000" b="1">
                          <a:solidFill>
                            <a:srgbClr val="FFFFFF"/>
                          </a:solidFill>
                          <a:latin typeface="Pretendard"/>
                          <a:ea typeface="Pretendard"/>
                          <a:cs typeface="Pretendard"/>
                        </a:rPr>
                        <a:t>H₂O</a:t>
                      </a:r>
                      <a:r>
                        <a:rPr sz="3000" b="1">
                          <a:solidFill>
                            <a:srgbClr val="FFFFFF"/>
                          </a:solidFill>
                          <a:latin typeface="Pretendard"/>
                          <a:ea typeface="Pretendard"/>
                          <a:cs typeface="Pretendard"/>
                        </a:rPr>
                        <a:t>(</a:t>
                      </a:r>
                      <a:r>
                        <a:rPr sz="3000" b="1" i="1">
                          <a:solidFill>
                            <a:srgbClr val="FFFFFF"/>
                          </a:solidFill>
                          <a:latin typeface="Pretendard"/>
                          <a:ea typeface="Pretendard"/>
                          <a:cs typeface="Pretendard"/>
                        </a:rPr>
                        <a:t>l</a:t>
                      </a:r>
                      <a:r>
                        <a:rPr sz="300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904875">
                <a:tc>
                  <a:txBody>
                    <a:bodyPr wrap="none" lIns="114300" tIns="114300" rIns="114300" bIns="114300"/>
                    <a:lstStyle/>
                    <a:p>
                      <a:pPr algn="ctr"/>
                      <a:r>
                        <a:rPr sz="3000" b="1">
                          <a:solidFill>
                            <a:srgbClr val="FFFFFF"/>
                          </a:solidFill>
                          <a:latin typeface="Pretendard"/>
                          <a:ea typeface="Pretendard"/>
                          <a:cs typeface="Pretendard"/>
                        </a:rPr>
                        <a:t>생성 엔탈피 (kJ/mol)</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000" b="0">
                          <a:solidFill>
                            <a:srgbClr val="FFFFFF"/>
                          </a:solidFill>
                          <a:latin typeface="Pretendard"/>
                          <a:ea typeface="Pretendard"/>
                          <a:cs typeface="Pretendard"/>
                        </a:rPr>
                        <a:t>−74.8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−393.5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000" b="0">
                          <a:solidFill>
                            <a:srgbClr val="FFFFFF"/>
                          </a:solidFill>
                          <a:latin typeface="Pretendard"/>
                          <a:ea typeface="Pretendard"/>
                          <a:cs typeface="Pretendard"/>
                        </a:rPr>
                        <a:t>−285.8</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9" name="표 둥근 외곽 마스크">
            <a:extLst xmlns:a="http://schemas.openxmlformats.org/drawingml/2006/main">
              <a:ext uri="{FF2B5EF4-FFF2-40B4-BE49-F238E27FC236}">
                <a16:creationId xmlns:a16="http://schemas.microsoft.com/office/drawing/2014/main" id="{3C91DA90-9AFF-42D7-8CDA-C4501C27B3AF}"/>
              </a:ext>
            </a:extLst>
          </p:cNvPr>
          <p:cNvSpPr>
            <a:spLocks xmlns:a="http://schemas.openxmlformats.org/drawingml/2006/main" noGrp="1"/>
          </p:cNvSpPr>
          <p:nvPr/>
        </p:nvSpPr>
        <p:spPr>
          <a:xfrm xmlns:a="http://schemas.openxmlformats.org/drawingml/2006/main" rot="0">
            <a:off x="1828800"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00AE0747-3D0B-4A48-80B8-8BA5017290FF}"/>
              </a:ext>
            </a:extLst>
          </p:cNvPr>
          <p:cNvSpPr>
            <a:spLocks xmlns:a="http://schemas.openxmlformats.org/drawingml/2006/main" noGrp="1"/>
          </p:cNvSpPr>
          <p:nvPr/>
        </p:nvSpPr>
        <p:spPr>
          <a:xfrm xmlns:a="http://schemas.openxmlformats.org/drawingml/2006/main" rot="5400000">
            <a:off x="16278225" y="497205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E0F966AA-C262-4EE4-B78F-8408B86B9E44}"/>
              </a:ext>
            </a:extLst>
          </p:cNvPr>
          <p:cNvSpPr>
            <a:spLocks xmlns:a="http://schemas.openxmlformats.org/drawingml/2006/main" noGrp="1"/>
          </p:cNvSpPr>
          <p:nvPr/>
        </p:nvSpPr>
        <p:spPr>
          <a:xfrm xmlns:a="http://schemas.openxmlformats.org/drawingml/2006/main" rot="10800000">
            <a:off x="16278225"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표 둥근 외곽 마스크">
            <a:extLst xmlns:a="http://schemas.openxmlformats.org/drawingml/2006/main">
              <a:ext uri="{FF2B5EF4-FFF2-40B4-BE49-F238E27FC236}">
                <a16:creationId xmlns:a16="http://schemas.microsoft.com/office/drawing/2014/main" id="{26C464DA-326A-4340-9C15-9B6B98FFA56E}"/>
              </a:ext>
            </a:extLst>
          </p:cNvPr>
          <p:cNvSpPr>
            <a:spLocks xmlns:a="http://schemas.openxmlformats.org/drawingml/2006/main" noGrp="1"/>
          </p:cNvSpPr>
          <p:nvPr/>
        </p:nvSpPr>
        <p:spPr>
          <a:xfrm xmlns:a="http://schemas.openxmlformats.org/drawingml/2006/main" rot="16200000">
            <a:off x="1828800" y="6591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4BC61D24-5443-43A3-9EB5-65FE0DD557A8}"/>
              </a:ext>
            </a:extLst>
          </p:cNvPr>
          <p:cNvPicPr>
            <a:picLocks xmlns:a="http://schemas.openxmlformats.org/drawingml/2006/main" noChangeAspect="1"/>
          </p:cNvPicPr>
          <p:nvPr/>
        </p:nvPicPr>
        <p:blipFill>
          <a:blip xmlns:r="http://schemas.openxmlformats.org/officeDocument/2006/relationships" xmlns:a="http://schemas.openxmlformats.org/drawingml/2006/main" r:embed="R8de59c7b7d634e8f"/>
          <a:stretch xmlns:a="http://schemas.openxmlformats.org/drawingml/2006/main"/>
        </p:blipFill>
        <p:spPr>
          <a:xfrm xmlns:a="http://schemas.openxmlformats.org/drawingml/2006/main">
            <a:off x="4983611" y="7693917"/>
            <a:ext cx="8320777" cy="1090417"/>
          </a:xfrm>
          <a:prstGeom xmlns:a="http://schemas.openxmlformats.org/drawingml/2006/main" prst="rect">
            <a:avLst/>
          </a:prstGeom>
        </p:spPr>
      </p:pic>
    </p:spTree>
    <p:extLst>
      <p:ext uri="{BB962C8B-B14F-4D97-AF65-F5344CB8AC3E}">
        <p14:creationId xmlns:p14="http://schemas.microsoft.com/office/powerpoint/2010/main" val="1858079123"/>
      </p:ext>
    </p:extLst>
  </p:cSld>
</p:sld>
</file>

<file path=ppt/slides/slide3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BF217981-B25D-44FF-97B2-29BFF754536E}"/>
              </a:ext>
            </a:extLst>
          </p:cNvPr>
          <p:cNvPicPr>
            <a:picLocks xmlns:a="http://schemas.openxmlformats.org/drawingml/2006/main" noChangeAspect="1"/>
          </p:cNvPicPr>
          <p:nvPr/>
        </p:nvPicPr>
        <p:blipFill>
          <a:blip xmlns:r="http://schemas.openxmlformats.org/officeDocument/2006/relationships" xmlns:a="http://schemas.openxmlformats.org/drawingml/2006/main" r:embed="R48f13c7c539c4c03"/>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87AC57B-6640-456B-A28D-DB5B0452BAF4}"/>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122CE4D-A3BF-492F-9C12-C0D1289FA82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BE64652-BEBA-4069-BCBC-81345114B38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D8FBE87B-AAD7-4F34-A2D3-83D31B085B51}"/>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EB2D89A4-1419-4EBB-AA14-8C601D9E701B}"/>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물질의 표준 생성 엔탈피</a:t>
            </a:r>
          </a:p>
        </p:txBody>
      </p:sp>
      <p:sp>
        <p:nvSpPr>
          <p:cNvPr id="7" name="text">
            <a:extLst xmlns:a="http://schemas.openxmlformats.org/drawingml/2006/main">
              <a:ext uri="{FF2B5EF4-FFF2-40B4-BE49-F238E27FC236}">
                <a16:creationId xmlns:a16="http://schemas.microsoft.com/office/drawing/2014/main" id="{C3134B41-D64B-458E-94A4-54330DB3F102}"/>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 1기압에서 각 물질 1 mol이 생성되는 반응</a:t>
            </a:r>
          </a:p>
        </p:txBody>
      </p:sp>
      <p:sp>
        <p:nvSpPr>
          <p:cNvPr id="12" name="">
            <a:extLst xmlns:a="http://schemas.openxmlformats.org/drawingml/2006/main">
              <a:ext uri="{FF2B5EF4-FFF2-40B4-BE49-F238E27FC236}">
                <a16:creationId xmlns:a16="http://schemas.microsoft.com/office/drawing/2014/main" id="{02526163-2B6C-443B-B6B5-30637E1CBCC3}"/>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3" name="text">
            <a:extLst xmlns:a="http://schemas.openxmlformats.org/drawingml/2006/main">
              <a:ext uri="{FF2B5EF4-FFF2-40B4-BE49-F238E27FC236}">
                <a16:creationId xmlns:a16="http://schemas.microsoft.com/office/drawing/2014/main" id="{25BB4DE2-EEF3-4DB6-813A-5AA74A701321}"/>
              </a:ext>
            </a:extLst>
          </p:cNvPr>
          <p:cNvSpPr>
            <a:spLocks xmlns:a="http://schemas.openxmlformats.org/drawingml/2006/main" noGrp="1"/>
          </p:cNvSpPr>
          <p:nvPr/>
        </p:nvSpPr>
        <p:spPr>
          <a:xfrm xmlns:a="http://schemas.openxmlformats.org/drawingml/2006/main">
            <a:off x="2238375" y="5353050"/>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1</a:t>
            </a:r>
          </a:p>
        </p:txBody>
      </p:sp>
      <p:sp>
        <p:nvSpPr>
          <p:cNvPr id="14" name="">
            <a:extLst xmlns:a="http://schemas.openxmlformats.org/drawingml/2006/main">
              <a:ext uri="{FF2B5EF4-FFF2-40B4-BE49-F238E27FC236}">
                <a16:creationId xmlns:a16="http://schemas.microsoft.com/office/drawing/2014/main" id="{A9441EC9-EACF-4357-AB13-5924E993C8DD}"/>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5" name="text">
            <a:extLst xmlns:a="http://schemas.openxmlformats.org/drawingml/2006/main">
              <a:ext uri="{FF2B5EF4-FFF2-40B4-BE49-F238E27FC236}">
                <a16:creationId xmlns:a16="http://schemas.microsoft.com/office/drawing/2014/main" id="{A9B0FA04-D14B-485A-8397-E2A141D7E28F}"/>
              </a:ext>
            </a:extLst>
          </p:cNvPr>
          <p:cNvSpPr>
            <a:spLocks xmlns:a="http://schemas.openxmlformats.org/drawingml/2006/main" noGrp="1"/>
          </p:cNvSpPr>
          <p:nvPr/>
        </p:nvSpPr>
        <p:spPr>
          <a:xfrm xmlns:a="http://schemas.openxmlformats.org/drawingml/2006/main">
            <a:off x="2238375" y="658177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2</a:t>
            </a:r>
          </a:p>
        </p:txBody>
      </p:sp>
      <p:sp>
        <p:nvSpPr>
          <p:cNvPr id="16" name="">
            <a:extLst xmlns:a="http://schemas.openxmlformats.org/drawingml/2006/main">
              <a:ext uri="{FF2B5EF4-FFF2-40B4-BE49-F238E27FC236}">
                <a16:creationId xmlns:a16="http://schemas.microsoft.com/office/drawing/2014/main" id="{92FB6158-6073-41C6-9FAE-D6C291393AB5}"/>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ellipse">
            <a:avLst/>
          </a:prstGeom>
          <a:solidFill xmlns:a="http://schemas.openxmlformats.org/drawingml/2006/main">
            <a:srgbClr val="9FFF68"/>
          </a:solidFill>
          <a:ln xmlns:a="http://schemas.openxmlformats.org/drawingml/2006/main" w="0">
            <a:noFill/>
          </a:ln>
        </p:spPr>
      </p:sp>
      <p:sp>
        <p:nvSpPr>
          <p:cNvPr id="17" name="text">
            <a:extLst xmlns:a="http://schemas.openxmlformats.org/drawingml/2006/main">
              <a:ext uri="{FF2B5EF4-FFF2-40B4-BE49-F238E27FC236}">
                <a16:creationId xmlns:a16="http://schemas.microsoft.com/office/drawing/2014/main" id="{69C55FC9-59C7-4DCE-BC76-BDA94AFBF4D9}"/>
              </a:ext>
            </a:extLst>
          </p:cNvPr>
          <p:cNvSpPr>
            <a:spLocks xmlns:a="http://schemas.openxmlformats.org/drawingml/2006/main" noGrp="1"/>
          </p:cNvSpPr>
          <p:nvPr/>
        </p:nvSpPr>
        <p:spPr>
          <a:xfrm xmlns:a="http://schemas.openxmlformats.org/drawingml/2006/main">
            <a:off x="2238375" y="7820025"/>
            <a:ext cx="5905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172510"/>
                </a:solidFill>
                <a:latin typeface="Pretendard"/>
                <a:ea typeface="Pretendard"/>
                <a:cs typeface="Pretendard"/>
              </a:defRPr>
            </a:defPPr>
            <a:lvl1pPr algn="ctr">
              <a:defRPr sz="2250" b="1">
                <a:solidFill>
                  <a:srgbClr val="172510"/>
                </a:solidFill>
                <a:latin typeface="Pretendard"/>
                <a:ea typeface="Pretendard"/>
                <a:cs typeface="Pretendard"/>
              </a:defRPr>
            </a:lvl1pPr>
            <a:lvl2pPr algn="ctr">
              <a:defRPr sz="2250" b="1">
                <a:solidFill>
                  <a:srgbClr val="172510"/>
                </a:solidFill>
                <a:latin typeface="Pretendard"/>
                <a:ea typeface="Pretendard"/>
                <a:cs typeface="Pretendard"/>
              </a:defRPr>
            </a:lvl2pPr>
            <a:lvl3pPr algn="ctr">
              <a:defRPr sz="2250" b="1">
                <a:solidFill>
                  <a:srgbClr val="172510"/>
                </a:solidFill>
                <a:latin typeface="Pretendard"/>
                <a:ea typeface="Pretendard"/>
                <a:cs typeface="Pretendard"/>
              </a:defRPr>
            </a:lvl3pPr>
            <a:lvl4pPr algn="ctr">
              <a:defRPr sz="2250" b="1">
                <a:solidFill>
                  <a:srgbClr val="172510"/>
                </a:solidFill>
                <a:latin typeface="Pretendard"/>
                <a:ea typeface="Pretendard"/>
                <a:cs typeface="Pretendard"/>
              </a:defRPr>
            </a:lvl4pPr>
            <a:lvl5pPr algn="ctr">
              <a:defRPr sz="2250" b="1">
                <a:solidFill>
                  <a:srgbClr val="172510"/>
                </a:solidFill>
                <a:latin typeface="Pretendard"/>
                <a:ea typeface="Pretendard"/>
                <a:cs typeface="Pretendard"/>
              </a:defRPr>
            </a:lvl5pPr>
            <a:lvl6pPr algn="ctr">
              <a:defRPr sz="2250" b="1">
                <a:solidFill>
                  <a:srgbClr val="172510"/>
                </a:solidFill>
                <a:latin typeface="Pretendard"/>
                <a:ea typeface="Pretendard"/>
                <a:cs typeface="Pretendard"/>
              </a:defRPr>
            </a:lvl6pPr>
            <a:lvl7pPr algn="ctr">
              <a:defRPr sz="2250" b="1">
                <a:solidFill>
                  <a:srgbClr val="172510"/>
                </a:solidFill>
                <a:latin typeface="Pretendard"/>
                <a:ea typeface="Pretendard"/>
                <a:cs typeface="Pretendard"/>
              </a:defRPr>
            </a:lvl7pPr>
            <a:lvl8pPr algn="ctr">
              <a:defRPr sz="2250" b="1">
                <a:solidFill>
                  <a:srgbClr val="172510"/>
                </a:solidFill>
                <a:latin typeface="Pretendard"/>
                <a:ea typeface="Pretendard"/>
                <a:cs typeface="Pretendard"/>
              </a:defRPr>
            </a:lvl8pPr>
            <a:lvl9pPr algn="ctr">
              <a:defRPr sz="2250" b="1">
                <a:solidFill>
                  <a:srgbClr val="172510"/>
                </a:solidFill>
                <a:latin typeface="Pretendard"/>
                <a:ea typeface="Pretendard"/>
                <a:cs typeface="Pretendard"/>
              </a:defRPr>
            </a:lvl9pPr>
          </a:lstStyle>
          <a:p xmlns:a="http://schemas.openxmlformats.org/drawingml/2006/main">
            <a:pPr algn="ctr">
              <a:defRPr sz="2250" b="1">
                <a:solidFill>
                  <a:srgbClr val="172510"/>
                </a:solidFill>
                <a:latin typeface="Pretendard"/>
                <a:ea typeface="Pretendard"/>
                <a:cs typeface="Pretendard"/>
              </a:defRPr>
            </a:pPr>
            <a:r>
              <a:rPr sz="2250" b="1">
                <a:solidFill>
                  <a:srgbClr val="172510"/>
                </a:solidFill>
                <a:latin typeface="Pretendard"/>
                <a:ea typeface="Pretendard"/>
                <a:cs typeface="Pretendard"/>
              </a:rPr>
              <a:t>3</a:t>
            </a:r>
          </a:p>
        </p:txBody>
      </p:sp>
      <p:pic>
        <p:nvPicPr>
          <p:cNvPr id="18" name="">
            <a:extLst xmlns:a="http://schemas.openxmlformats.org/drawingml/2006/main">
              <a:ext uri="{FF2B5EF4-FFF2-40B4-BE49-F238E27FC236}">
                <a16:creationId xmlns:a16="http://schemas.microsoft.com/office/drawing/2014/main" id="{37DE4372-3604-4B5A-8018-9ADD5C2276A9}"/>
              </a:ext>
            </a:extLst>
          </p:cNvPr>
          <p:cNvPicPr>
            <a:picLocks xmlns:a="http://schemas.openxmlformats.org/drawingml/2006/main" noChangeAspect="1"/>
          </p:cNvPicPr>
          <p:nvPr/>
        </p:nvPicPr>
        <p:blipFill>
          <a:blip xmlns:r="http://schemas.openxmlformats.org/officeDocument/2006/relationships" xmlns:a="http://schemas.openxmlformats.org/drawingml/2006/main" r:embed="Ra68395a47f944ada"/>
          <a:srcRect xmlns:a="http://schemas.openxmlformats.org/drawingml/2006/main" l="0" t="14986" r="0" b="69346"/>
          <a:stretch xmlns:a="http://schemas.openxmlformats.org/drawingml/2006/main"/>
        </p:blipFill>
        <p:spPr>
          <a:xfrm xmlns:a="http://schemas.openxmlformats.org/drawingml/2006/main">
            <a:off x="3143250" y="5327015"/>
            <a:ext cx="11963908" cy="642620"/>
          </a:xfrm>
          <a:prstGeom xmlns:a="http://schemas.openxmlformats.org/drawingml/2006/main" prst="rect">
            <a:avLst/>
          </a:prstGeom>
        </p:spPr>
      </p:pic>
      <p:pic>
        <p:nvPicPr>
          <p:cNvPr id="19" name="">
            <a:extLst xmlns:a="http://schemas.openxmlformats.org/drawingml/2006/main">
              <a:ext uri="{FF2B5EF4-FFF2-40B4-BE49-F238E27FC236}">
                <a16:creationId xmlns:a16="http://schemas.microsoft.com/office/drawing/2014/main" id="{CDAD2703-4189-4163-907E-EA8E7A0008ED}"/>
              </a:ext>
            </a:extLst>
          </p:cNvPr>
          <p:cNvPicPr>
            <a:picLocks xmlns:a="http://schemas.openxmlformats.org/drawingml/2006/main" noChangeAspect="1"/>
          </p:cNvPicPr>
          <p:nvPr/>
        </p:nvPicPr>
        <p:blipFill>
          <a:blip xmlns:r="http://schemas.openxmlformats.org/officeDocument/2006/relationships" xmlns:a="http://schemas.openxmlformats.org/drawingml/2006/main" r:embed="Rd838725dda7e47f2"/>
          <a:srcRect xmlns:a="http://schemas.openxmlformats.org/drawingml/2006/main" l="0" t="40872" r="0" b="42779"/>
          <a:stretch xmlns:a="http://schemas.openxmlformats.org/drawingml/2006/main"/>
        </p:blipFill>
        <p:spPr>
          <a:xfrm xmlns:a="http://schemas.openxmlformats.org/drawingml/2006/main">
            <a:off x="3143250" y="6546182"/>
            <a:ext cx="11806488" cy="661737"/>
          </a:xfrm>
          <a:prstGeom xmlns:a="http://schemas.openxmlformats.org/drawingml/2006/main" prst="rect">
            <a:avLst/>
          </a:prstGeom>
        </p:spPr>
      </p:pic>
      <p:pic>
        <p:nvPicPr>
          <p:cNvPr id="20" name="">
            <a:extLst xmlns:a="http://schemas.openxmlformats.org/drawingml/2006/main">
              <a:ext uri="{FF2B5EF4-FFF2-40B4-BE49-F238E27FC236}">
                <a16:creationId xmlns:a16="http://schemas.microsoft.com/office/drawing/2014/main" id="{97B7F04A-25B7-4A92-A60E-EA1E165F5F62}"/>
              </a:ext>
            </a:extLst>
          </p:cNvPr>
          <p:cNvPicPr>
            <a:picLocks xmlns:a="http://schemas.openxmlformats.org/drawingml/2006/main" noChangeAspect="1"/>
          </p:cNvPicPr>
          <p:nvPr/>
        </p:nvPicPr>
        <p:blipFill>
          <a:blip xmlns:r="http://schemas.openxmlformats.org/officeDocument/2006/relationships" xmlns:a="http://schemas.openxmlformats.org/drawingml/2006/main" r:embed="R6980ff08b56e45af"/>
          <a:srcRect xmlns:a="http://schemas.openxmlformats.org/drawingml/2006/main" l="0" t="64033" r="0" b="8038"/>
          <a:stretch xmlns:a="http://schemas.openxmlformats.org/drawingml/2006/main"/>
        </p:blipFill>
        <p:spPr>
          <a:xfrm xmlns:a="http://schemas.openxmlformats.org/drawingml/2006/main">
            <a:off x="3143250" y="7518665"/>
            <a:ext cx="12462404" cy="1193271"/>
          </a:xfrm>
          <a:prstGeom xmlns:a="http://schemas.openxmlformats.org/drawingml/2006/main" prst="rect">
            <a:avLst/>
          </a:prstGeom>
        </p:spPr>
      </p:pic>
    </p:spTree>
    <p:extLst>
      <p:ext uri="{BB962C8B-B14F-4D97-AF65-F5344CB8AC3E}">
        <p14:creationId xmlns:p14="http://schemas.microsoft.com/office/powerpoint/2010/main" val="1552210379"/>
      </p:ext>
    </p:extLst>
  </p:cSld>
</p:sld>
</file>

<file path=ppt/slides/slide3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8" name="v34 내용 영역">
            <a:extLst xmlns:a="http://schemas.openxmlformats.org/drawingml/2006/main">
              <a:ext uri="{FF2B5EF4-FFF2-40B4-BE49-F238E27FC236}">
                <a16:creationId xmlns:a16="http://schemas.microsoft.com/office/drawing/2014/main" id="{4D071565-D95D-4563-97A1-BC0780C3B0A7}"/>
              </a:ext>
            </a:extLst>
          </p:cNvPr>
          <p:cNvSpPr>
            <a:spLocks xmlns:a="http://schemas.openxmlformats.org/drawingml/2006/main" noGrp="1"/>
          </p:cNvSpPr>
          <p:nvPr/>
        </p:nvSpPr>
        <p:spPr>
          <a:xfrm xmlns:a="http://schemas.openxmlformats.org/drawingml/2006/main">
            <a:off x="1333500" y="4524375"/>
            <a:ext cx="11144250" cy="4667250"/>
          </a:xfrm>
          <a:prstGeom xmlns:a="http://schemas.openxmlformats.org/drawingml/2006/main" prst="roundRect">
            <a:avLst>
              <a:gd name="adj" fmla="val 3673"/>
            </a:avLst>
          </a:prstGeom>
          <a:solidFill xmlns:a="http://schemas.openxmlformats.org/drawingml/2006/main">
            <a:srgbClr val="242424"/>
          </a:solidFill>
          <a:ln xmlns:a="http://schemas.openxmlformats.org/drawingml/2006/main" w="0">
            <a:noFill/>
          </a:ln>
        </p:spPr>
      </p:sp>
      <p:pic>
        <p:nvPicPr>
          <p:cNvPr id="16" name="">
            <a:extLst xmlns:a="http://schemas.openxmlformats.org/drawingml/2006/main">
              <a:ext uri="{FF2B5EF4-FFF2-40B4-BE49-F238E27FC236}">
                <a16:creationId xmlns:a16="http://schemas.microsoft.com/office/drawing/2014/main" id="{98986452-0EE5-4976-A34F-7B1F5DCA2808}"/>
              </a:ext>
            </a:extLst>
          </p:cNvPr>
          <p:cNvPicPr>
            <a:picLocks xmlns:a="http://schemas.openxmlformats.org/drawingml/2006/main" noChangeAspect="1"/>
          </p:cNvPicPr>
          <p:nvPr/>
        </p:nvPicPr>
        <p:blipFill>
          <a:blip xmlns:r="http://schemas.openxmlformats.org/officeDocument/2006/relationships" xmlns:a="http://schemas.openxmlformats.org/drawingml/2006/main" r:embed="R14f9703e2c0b46a7"/>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434B3FD-D0D0-4D23-902C-3AD3E328BB1E}"/>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63082AD-C697-4D29-9F51-7F4CA76179B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3FC1795F-A455-443C-841B-ECBECF01C8AA}"/>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1C3034B3-92A4-4B72-835E-096497CB54D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30AB247C-9592-4F6A-87B6-058C0943089A}"/>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세 반응을 조합하면 메테인 연소 반응</a:t>
            </a:r>
          </a:p>
        </p:txBody>
      </p:sp>
      <p:pic>
        <p:nvPicPr>
          <p:cNvPr id="7" name="">
            <a:extLst xmlns:a="http://schemas.openxmlformats.org/drawingml/2006/main">
              <a:ext uri="{FF2B5EF4-FFF2-40B4-BE49-F238E27FC236}">
                <a16:creationId xmlns:a16="http://schemas.microsoft.com/office/drawing/2014/main" id="{009841C0-D100-42C7-B490-0496B297E080}"/>
              </a:ext>
            </a:extLst>
          </p:cNvPr>
          <p:cNvPicPr>
            <a:picLocks xmlns:a="http://schemas.openxmlformats.org/drawingml/2006/main" noChangeAspect="1"/>
          </p:cNvPicPr>
          <p:nvPr/>
        </p:nvPicPr>
        <p:blipFill>
          <a:blip xmlns:r="http://schemas.openxmlformats.org/officeDocument/2006/relationships" xmlns:a="http://schemas.openxmlformats.org/drawingml/2006/main" r:embed="Rd6cf3d310807429d"/>
          <a:stretch xmlns:a="http://schemas.openxmlformats.org/drawingml/2006/main"/>
        </p:blipFill>
        <p:spPr>
          <a:xfrm xmlns:a="http://schemas.openxmlformats.org/drawingml/2006/main">
            <a:off x="1734270" y="4810125"/>
            <a:ext cx="10342710" cy="4136041"/>
          </a:xfrm>
          <a:prstGeom xmlns:a="http://schemas.openxmlformats.org/drawingml/2006/main" prst="rect">
            <a:avLst/>
          </a:prstGeom>
        </p:spPr>
      </p:pic>
      <p:sp>
        <p:nvSpPr>
          <p:cNvPr id="9" name="text">
            <a:extLst xmlns:a="http://schemas.openxmlformats.org/drawingml/2006/main">
              <a:ext uri="{FF2B5EF4-FFF2-40B4-BE49-F238E27FC236}">
                <a16:creationId xmlns:a16="http://schemas.microsoft.com/office/drawing/2014/main" id="{3AD6CF0A-2B7D-4343-8612-7556C9F0FC76}"/>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생성물의 생성 반응을 더하고, 메테인의 생성 반응을 뒤집는다.</a:t>
            </a:r>
          </a:p>
        </p:txBody>
      </p:sp>
      <p:sp>
        <p:nvSpPr>
          <p:cNvPr id="10" name="text">
            <a:extLst xmlns:a="http://schemas.openxmlformats.org/drawingml/2006/main">
              <a:ext uri="{FF2B5EF4-FFF2-40B4-BE49-F238E27FC236}">
                <a16:creationId xmlns:a16="http://schemas.microsoft.com/office/drawing/2014/main" id="{CEC68406-FC1F-4BF3-AF1F-B64B7F9DE7D0}"/>
              </a:ext>
            </a:extLst>
          </p:cNvPr>
          <p:cNvSpPr>
            <a:spLocks xmlns:a="http://schemas.openxmlformats.org/drawingml/2006/main" noGrp="1"/>
          </p:cNvSpPr>
          <p:nvPr/>
        </p:nvSpPr>
        <p:spPr>
          <a:xfrm xmlns:a="http://schemas.openxmlformats.org/drawingml/2006/main">
            <a:off x="12954000" y="47625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이산화 탄소 생성</a:t>
            </a:r>
          </a:p>
        </p:txBody>
      </p:sp>
      <p:sp>
        <p:nvSpPr>
          <p:cNvPr id="11" name="text">
            <a:extLst xmlns:a="http://schemas.openxmlformats.org/drawingml/2006/main">
              <a:ext uri="{FF2B5EF4-FFF2-40B4-BE49-F238E27FC236}">
                <a16:creationId xmlns:a16="http://schemas.microsoft.com/office/drawing/2014/main" id="{204F3FB4-491E-4F37-86B3-3FA9711763EC}"/>
              </a:ext>
            </a:extLst>
          </p:cNvPr>
          <p:cNvSpPr>
            <a:spLocks xmlns:a="http://schemas.openxmlformats.org/drawingml/2006/main" noGrp="1"/>
          </p:cNvSpPr>
          <p:nvPr/>
        </p:nvSpPr>
        <p:spPr>
          <a:xfrm xmlns:a="http://schemas.openxmlformats.org/drawingml/2006/main">
            <a:off x="12954000" y="53816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②를 그대로 사용한다.</a:t>
            </a:r>
          </a:p>
        </p:txBody>
      </p:sp>
      <p:sp>
        <p:nvSpPr>
          <p:cNvPr id="12" name="text">
            <a:extLst xmlns:a="http://schemas.openxmlformats.org/drawingml/2006/main">
              <a:ext uri="{FF2B5EF4-FFF2-40B4-BE49-F238E27FC236}">
                <a16:creationId xmlns:a16="http://schemas.microsoft.com/office/drawing/2014/main" id="{6671C88B-EA81-4F53-8EF6-8EA9B9D22DC8}"/>
              </a:ext>
            </a:extLst>
          </p:cNvPr>
          <p:cNvSpPr>
            <a:spLocks xmlns:a="http://schemas.openxmlformats.org/drawingml/2006/main" noGrp="1"/>
          </p:cNvSpPr>
          <p:nvPr/>
        </p:nvSpPr>
        <p:spPr>
          <a:xfrm xmlns:a="http://schemas.openxmlformats.org/drawingml/2006/main">
            <a:off x="12954000" y="619125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물 2 mol 생성</a:t>
            </a:r>
          </a:p>
        </p:txBody>
      </p:sp>
      <p:sp>
        <p:nvSpPr>
          <p:cNvPr id="13" name="text">
            <a:extLst xmlns:a="http://schemas.openxmlformats.org/drawingml/2006/main">
              <a:ext uri="{FF2B5EF4-FFF2-40B4-BE49-F238E27FC236}">
                <a16:creationId xmlns:a16="http://schemas.microsoft.com/office/drawing/2014/main" id="{B2F619A3-2D16-4803-ACAE-347E86A41463}"/>
              </a:ext>
            </a:extLst>
          </p:cNvPr>
          <p:cNvSpPr>
            <a:spLocks xmlns:a="http://schemas.openxmlformats.org/drawingml/2006/main" noGrp="1"/>
          </p:cNvSpPr>
          <p:nvPr/>
        </p:nvSpPr>
        <p:spPr>
          <a:xfrm xmlns:a="http://schemas.openxmlformats.org/drawingml/2006/main">
            <a:off x="12954000" y="681037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③을 2배한다.</a:t>
            </a:r>
          </a:p>
        </p:txBody>
      </p:sp>
      <p:sp>
        <p:nvSpPr>
          <p:cNvPr id="14" name="text">
            <a:extLst xmlns:a="http://schemas.openxmlformats.org/drawingml/2006/main">
              <a:ext uri="{FF2B5EF4-FFF2-40B4-BE49-F238E27FC236}">
                <a16:creationId xmlns:a16="http://schemas.microsoft.com/office/drawing/2014/main" id="{8E317C51-990D-44DD-9A20-087E49E88AE0}"/>
              </a:ext>
            </a:extLst>
          </p:cNvPr>
          <p:cNvSpPr>
            <a:spLocks xmlns:a="http://schemas.openxmlformats.org/drawingml/2006/main" noGrp="1"/>
          </p:cNvSpPr>
          <p:nvPr/>
        </p:nvSpPr>
        <p:spPr>
          <a:xfrm xmlns:a="http://schemas.openxmlformats.org/drawingml/2006/main">
            <a:off x="12954000" y="7620000"/>
            <a:ext cx="4000500" cy="4953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메테인 분해</a:t>
            </a:r>
          </a:p>
        </p:txBody>
      </p:sp>
      <p:sp>
        <p:nvSpPr>
          <p:cNvPr id="15" name="text">
            <a:extLst xmlns:a="http://schemas.openxmlformats.org/drawingml/2006/main">
              <a:ext uri="{FF2B5EF4-FFF2-40B4-BE49-F238E27FC236}">
                <a16:creationId xmlns:a16="http://schemas.microsoft.com/office/drawing/2014/main" id="{84C086B5-8106-4561-BB30-2A2CF82A7799}"/>
              </a:ext>
            </a:extLst>
          </p:cNvPr>
          <p:cNvSpPr>
            <a:spLocks xmlns:a="http://schemas.openxmlformats.org/drawingml/2006/main" noGrp="1"/>
          </p:cNvSpPr>
          <p:nvPr/>
        </p:nvSpPr>
        <p:spPr>
          <a:xfrm xmlns:a="http://schemas.openxmlformats.org/drawingml/2006/main">
            <a:off x="12954000" y="8239125"/>
            <a:ext cx="4000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75" b="0">
                <a:solidFill>
                  <a:srgbClr val="FFFFFF"/>
                </a:solidFill>
                <a:latin typeface="Pretendard"/>
                <a:ea typeface="Pretendard"/>
                <a:cs typeface="Pretendard"/>
              </a:defRPr>
            </a:defPPr>
            <a:lvl1pPr algn="l">
              <a:defRPr sz="2175" b="0">
                <a:solidFill>
                  <a:srgbClr val="FFFFFF"/>
                </a:solidFill>
                <a:latin typeface="Pretendard"/>
                <a:ea typeface="Pretendard"/>
                <a:cs typeface="Pretendard"/>
              </a:defRPr>
            </a:lvl1pPr>
            <a:lvl2pPr algn="l">
              <a:defRPr sz="2175" b="0">
                <a:solidFill>
                  <a:srgbClr val="FFFFFF"/>
                </a:solidFill>
                <a:latin typeface="Pretendard"/>
                <a:ea typeface="Pretendard"/>
                <a:cs typeface="Pretendard"/>
              </a:defRPr>
            </a:lvl2pPr>
            <a:lvl3pPr algn="l">
              <a:defRPr sz="2175" b="0">
                <a:solidFill>
                  <a:srgbClr val="FFFFFF"/>
                </a:solidFill>
                <a:latin typeface="Pretendard"/>
                <a:ea typeface="Pretendard"/>
                <a:cs typeface="Pretendard"/>
              </a:defRPr>
            </a:lvl3pPr>
            <a:lvl4pPr algn="l">
              <a:defRPr sz="2175" b="0">
                <a:solidFill>
                  <a:srgbClr val="FFFFFF"/>
                </a:solidFill>
                <a:latin typeface="Pretendard"/>
                <a:ea typeface="Pretendard"/>
                <a:cs typeface="Pretendard"/>
              </a:defRPr>
            </a:lvl4pPr>
            <a:lvl5pPr algn="l">
              <a:defRPr sz="2175" b="0">
                <a:solidFill>
                  <a:srgbClr val="FFFFFF"/>
                </a:solidFill>
                <a:latin typeface="Pretendard"/>
                <a:ea typeface="Pretendard"/>
                <a:cs typeface="Pretendard"/>
              </a:defRPr>
            </a:lvl5pPr>
            <a:lvl6pPr algn="l">
              <a:defRPr sz="2175" b="0">
                <a:solidFill>
                  <a:srgbClr val="FFFFFF"/>
                </a:solidFill>
                <a:latin typeface="Pretendard"/>
                <a:ea typeface="Pretendard"/>
                <a:cs typeface="Pretendard"/>
              </a:defRPr>
            </a:lvl6pPr>
            <a:lvl7pPr algn="l">
              <a:defRPr sz="2175" b="0">
                <a:solidFill>
                  <a:srgbClr val="FFFFFF"/>
                </a:solidFill>
                <a:latin typeface="Pretendard"/>
                <a:ea typeface="Pretendard"/>
                <a:cs typeface="Pretendard"/>
              </a:defRPr>
            </a:lvl7pPr>
            <a:lvl8pPr algn="l">
              <a:defRPr sz="2175" b="0">
                <a:solidFill>
                  <a:srgbClr val="FFFFFF"/>
                </a:solidFill>
                <a:latin typeface="Pretendard"/>
                <a:ea typeface="Pretendard"/>
                <a:cs typeface="Pretendard"/>
              </a:defRPr>
            </a:lvl8pPr>
            <a:lvl9pPr algn="l">
              <a:defRPr sz="2175" b="0">
                <a:solidFill>
                  <a:srgbClr val="FFFFFF"/>
                </a:solidFill>
                <a:latin typeface="Pretendard"/>
                <a:ea typeface="Pretendard"/>
                <a:cs typeface="Pretendard"/>
              </a:defRPr>
            </a:lvl9pPr>
          </a:lstStyle>
          <a:p xmlns:a="http://schemas.openxmlformats.org/drawingml/2006/main">
            <a:pPr algn="l">
              <a:defRPr sz="2175" b="0">
                <a:solidFill>
                  <a:srgbClr val="FFFFFF"/>
                </a:solidFill>
                <a:latin typeface="Pretendard"/>
                <a:ea typeface="Pretendard"/>
                <a:cs typeface="Pretendard"/>
              </a:defRPr>
            </a:pPr>
            <a:r>
              <a:rPr sz="2175" b="0">
                <a:solidFill>
                  <a:srgbClr val="FFFFFF"/>
                </a:solidFill>
                <a:latin typeface="Pretendard"/>
                <a:ea typeface="Pretendard"/>
                <a:cs typeface="Pretendard"/>
              </a:rPr>
              <a:t>①을 뒤집어 뺀다.</a:t>
            </a:r>
          </a:p>
        </p:txBody>
      </p:sp>
    </p:spTree>
    <p:extLst>
      <p:ext uri="{BB962C8B-B14F-4D97-AF65-F5344CB8AC3E}">
        <p14:creationId xmlns:p14="http://schemas.microsoft.com/office/powerpoint/2010/main" val="518437711"/>
      </p:ext>
    </p:extLst>
  </p:cSld>
</p:sld>
</file>

<file path=ppt/slides/slide4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v34 내용 영역">
            <a:extLst xmlns:a="http://schemas.openxmlformats.org/drawingml/2006/main">
              <a:ext uri="{FF2B5EF4-FFF2-40B4-BE49-F238E27FC236}">
                <a16:creationId xmlns:a16="http://schemas.microsoft.com/office/drawing/2014/main" id="{5B971338-ED15-4493-AD99-27E15150589C}"/>
              </a:ext>
            </a:extLst>
          </p:cNvPr>
          <p:cNvSpPr>
            <a:spLocks xmlns:a="http://schemas.openxmlformats.org/drawingml/2006/main" noGrp="1"/>
          </p:cNvSpPr>
          <p:nvPr/>
        </p:nvSpPr>
        <p:spPr>
          <a:xfrm xmlns:a="http://schemas.openxmlformats.org/drawingml/2006/main">
            <a:off x="1905000" y="4762500"/>
            <a:ext cx="6953250" cy="2571750"/>
          </a:xfrm>
          <a:prstGeom xmlns:a="http://schemas.openxmlformats.org/drawingml/2006/main" prst="roundRect">
            <a:avLst>
              <a:gd name="adj" fmla="val 6667"/>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5D82729-DAE1-4ADD-BC84-857D90F7118E}"/>
              </a:ext>
            </a:extLst>
          </p:cNvPr>
          <p:cNvPicPr>
            <a:picLocks xmlns:a="http://schemas.openxmlformats.org/drawingml/2006/main" noChangeAspect="1"/>
          </p:cNvPicPr>
          <p:nvPr/>
        </p:nvPicPr>
        <p:blipFill>
          <a:blip xmlns:r="http://schemas.openxmlformats.org/officeDocument/2006/relationships" xmlns:a="http://schemas.openxmlformats.org/drawingml/2006/main" r:embed="Rfd26f2ba60e04538"/>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9797E704-0632-4075-8502-2E33B1E537B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8B0EFBB4-AD00-4A84-AB1A-B54FC04C4E02}"/>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4EAA113F-8C49-452F-B3D0-27E72A9C975B}"/>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7AB52C3-6240-4A24-97F6-D9DC304FEE6B}"/>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생성 엔탈피로 계산</a:t>
            </a:r>
          </a:p>
        </p:txBody>
      </p:sp>
      <p:sp>
        <p:nvSpPr>
          <p:cNvPr id="6" name="핵심 문장">
            <a:extLst xmlns:a="http://schemas.openxmlformats.org/drawingml/2006/main">
              <a:ext uri="{FF2B5EF4-FFF2-40B4-BE49-F238E27FC236}">
                <a16:creationId xmlns:a16="http://schemas.microsoft.com/office/drawing/2014/main" id="{94F359F6-F810-4307-925C-5C6FB6EFAAF7}"/>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물질의 안정성 비교</a:t>
            </a:r>
          </a:p>
        </p:txBody>
      </p:sp>
      <p:pic>
        <p:nvPicPr>
          <p:cNvPr id="9" name="">
            <a:extLst xmlns:a="http://schemas.openxmlformats.org/drawingml/2006/main">
              <a:ext uri="{FF2B5EF4-FFF2-40B4-BE49-F238E27FC236}">
                <a16:creationId xmlns:a16="http://schemas.microsoft.com/office/drawing/2014/main" id="{6C97FA65-BFF0-440B-B977-4301290786DF}"/>
              </a:ext>
            </a:extLst>
          </p:cNvPr>
          <p:cNvPicPr>
            <a:picLocks xmlns:a="http://schemas.openxmlformats.org/drawingml/2006/main" noChangeAspect="1"/>
          </p:cNvPicPr>
          <p:nvPr/>
        </p:nvPicPr>
        <p:blipFill>
          <a:blip xmlns:r="http://schemas.openxmlformats.org/officeDocument/2006/relationships" xmlns:a="http://schemas.openxmlformats.org/drawingml/2006/main" r:embed="R992c10d965ef4669"/>
          <a:stretch xmlns:a="http://schemas.openxmlformats.org/drawingml/2006/main"/>
        </p:blipFill>
        <p:spPr>
          <a:xfrm xmlns:a="http://schemas.openxmlformats.org/drawingml/2006/main">
            <a:off x="9429750" y="5173531"/>
            <a:ext cx="7143750" cy="606688"/>
          </a:xfrm>
          <a:prstGeom xmlns:a="http://schemas.openxmlformats.org/drawingml/2006/main" prst="rect">
            <a:avLst/>
          </a:prstGeom>
        </p:spPr>
      </p:pic>
      <p:pic>
        <p:nvPicPr>
          <p:cNvPr id="14" name="">
            <a:extLst xmlns:a="http://schemas.openxmlformats.org/drawingml/2006/main">
              <a:ext uri="{FF2B5EF4-FFF2-40B4-BE49-F238E27FC236}">
                <a16:creationId xmlns:a16="http://schemas.microsoft.com/office/drawing/2014/main" id="{8F979122-B85E-4345-9B20-369EC019DFC5}"/>
              </a:ext>
            </a:extLst>
          </p:cNvPr>
          <p:cNvPicPr>
            <a:picLocks xmlns:a="http://schemas.openxmlformats.org/drawingml/2006/main" noChangeAspect="1"/>
          </p:cNvPicPr>
          <p:nvPr/>
        </p:nvPicPr>
        <p:blipFill>
          <a:blip xmlns:r="http://schemas.openxmlformats.org/officeDocument/2006/relationships" xmlns:a="http://schemas.openxmlformats.org/drawingml/2006/main" r:embed="R84e38ea495214043"/>
          <a:stretch xmlns:a="http://schemas.openxmlformats.org/drawingml/2006/main"/>
        </p:blipFill>
        <p:spPr>
          <a:xfrm xmlns:a="http://schemas.openxmlformats.org/drawingml/2006/main">
            <a:off x="11079598" y="6553095"/>
            <a:ext cx="3844054" cy="1086060"/>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D8FD94EC-9411-46E4-A7E8-90D13B6486A0}"/>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25°C에서 액체 물은 수증기보다 엔탈피가 낮아 더 안정하다.</a:t>
            </a:r>
          </a:p>
        </p:txBody>
      </p:sp>
      <p:sp>
        <p:nvSpPr>
          <p:cNvPr id="17" name="text">
            <a:extLst xmlns:a="http://schemas.openxmlformats.org/drawingml/2006/main">
              <a:ext uri="{FF2B5EF4-FFF2-40B4-BE49-F238E27FC236}">
                <a16:creationId xmlns:a16="http://schemas.microsoft.com/office/drawing/2014/main" id="{52138135-B7D5-4469-A667-F3AED18F1B46}"/>
              </a:ext>
            </a:extLst>
          </p:cNvPr>
          <p:cNvSpPr>
            <a:spLocks xmlns:a="http://schemas.openxmlformats.org/drawingml/2006/main" noGrp="1"/>
          </p:cNvSpPr>
          <p:nvPr/>
        </p:nvSpPr>
        <p:spPr>
          <a:xfrm xmlns:a="http://schemas.openxmlformats.org/drawingml/2006/main">
            <a:off x="2190750" y="4953000"/>
            <a:ext cx="28575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액체 물</a:t>
            </a:r>
          </a:p>
        </p:txBody>
      </p:sp>
      <p:sp>
        <p:nvSpPr>
          <p:cNvPr id="18" name="text">
            <a:extLst xmlns:a="http://schemas.openxmlformats.org/drawingml/2006/main">
              <a:ext uri="{FF2B5EF4-FFF2-40B4-BE49-F238E27FC236}">
                <a16:creationId xmlns:a16="http://schemas.microsoft.com/office/drawing/2014/main" id="{28F82A33-4C8E-42CF-ABA8-6392D6599FDE}"/>
              </a:ext>
            </a:extLst>
          </p:cNvPr>
          <p:cNvSpPr>
            <a:spLocks xmlns:a="http://schemas.openxmlformats.org/drawingml/2006/main" noGrp="1"/>
          </p:cNvSpPr>
          <p:nvPr/>
        </p:nvSpPr>
        <p:spPr>
          <a:xfrm xmlns:a="http://schemas.openxmlformats.org/drawingml/2006/main">
            <a:off x="5524500" y="4953000"/>
            <a:ext cx="2857500" cy="52387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수증기</a:t>
            </a:r>
          </a:p>
        </p:txBody>
      </p:sp>
      <p:sp>
        <p:nvSpPr>
          <p:cNvPr id="19" name="text">
            <a:extLst xmlns:a="http://schemas.openxmlformats.org/drawingml/2006/main">
              <a:ext uri="{FF2B5EF4-FFF2-40B4-BE49-F238E27FC236}">
                <a16:creationId xmlns:a16="http://schemas.microsoft.com/office/drawing/2014/main" id="{690EBB79-D1E8-454D-B2FE-47D0C4656599}"/>
              </a:ext>
            </a:extLst>
          </p:cNvPr>
          <p:cNvSpPr>
            <a:spLocks xmlns:a="http://schemas.openxmlformats.org/drawingml/2006/main" noGrp="1"/>
          </p:cNvSpPr>
          <p:nvPr/>
        </p:nvSpPr>
        <p:spPr>
          <a:xfrm xmlns:a="http://schemas.openxmlformats.org/drawingml/2006/main">
            <a:off x="219075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9FFF68"/>
                </a:solidFill>
                <a:latin typeface="Pretendard"/>
                <a:ea typeface="Pretendard"/>
                <a:cs typeface="Pretendard"/>
              </a:defRPr>
            </a:defPPr>
            <a:lvl1pPr algn="ctr">
              <a:defRPr sz="2700" b="1">
                <a:solidFill>
                  <a:srgbClr val="9FFF68"/>
                </a:solidFill>
                <a:latin typeface="Pretendard"/>
                <a:ea typeface="Pretendard"/>
                <a:cs typeface="Pretendard"/>
              </a:defRPr>
            </a:lvl1pPr>
            <a:lvl2pPr algn="ctr">
              <a:defRPr sz="2700" b="1">
                <a:solidFill>
                  <a:srgbClr val="9FFF68"/>
                </a:solidFill>
                <a:latin typeface="Pretendard"/>
                <a:ea typeface="Pretendard"/>
                <a:cs typeface="Pretendard"/>
              </a:defRPr>
            </a:lvl2pPr>
            <a:lvl3pPr algn="ctr">
              <a:defRPr sz="2700" b="1">
                <a:solidFill>
                  <a:srgbClr val="9FFF68"/>
                </a:solidFill>
                <a:latin typeface="Pretendard"/>
                <a:ea typeface="Pretendard"/>
                <a:cs typeface="Pretendard"/>
              </a:defRPr>
            </a:lvl3pPr>
            <a:lvl4pPr algn="ctr">
              <a:defRPr sz="2700" b="1">
                <a:solidFill>
                  <a:srgbClr val="9FFF68"/>
                </a:solidFill>
                <a:latin typeface="Pretendard"/>
                <a:ea typeface="Pretendard"/>
                <a:cs typeface="Pretendard"/>
              </a:defRPr>
            </a:lvl4pPr>
            <a:lvl5pPr algn="ctr">
              <a:defRPr sz="2700" b="1">
                <a:solidFill>
                  <a:srgbClr val="9FFF68"/>
                </a:solidFill>
                <a:latin typeface="Pretendard"/>
                <a:ea typeface="Pretendard"/>
                <a:cs typeface="Pretendard"/>
              </a:defRPr>
            </a:lvl5pPr>
            <a:lvl6pPr algn="ctr">
              <a:defRPr sz="2700" b="1">
                <a:solidFill>
                  <a:srgbClr val="9FFF68"/>
                </a:solidFill>
                <a:latin typeface="Pretendard"/>
                <a:ea typeface="Pretendard"/>
                <a:cs typeface="Pretendard"/>
              </a:defRPr>
            </a:lvl6pPr>
            <a:lvl7pPr algn="ctr">
              <a:defRPr sz="2700" b="1">
                <a:solidFill>
                  <a:srgbClr val="9FFF68"/>
                </a:solidFill>
                <a:latin typeface="Pretendard"/>
                <a:ea typeface="Pretendard"/>
                <a:cs typeface="Pretendard"/>
              </a:defRPr>
            </a:lvl7pPr>
            <a:lvl8pPr algn="ctr">
              <a:defRPr sz="2700" b="1">
                <a:solidFill>
                  <a:srgbClr val="9FFF68"/>
                </a:solidFill>
                <a:latin typeface="Pretendard"/>
                <a:ea typeface="Pretendard"/>
                <a:cs typeface="Pretendard"/>
              </a:defRPr>
            </a:lvl8pPr>
            <a:lvl9pPr algn="ctr">
              <a:defRPr sz="2700" b="1">
                <a:solidFill>
                  <a:srgbClr val="9FFF68"/>
                </a:solidFill>
                <a:latin typeface="Pretendard"/>
                <a:ea typeface="Pretendard"/>
                <a:cs typeface="Pretendard"/>
              </a:defRPr>
            </a:lvl9pPr>
          </a:lstStyle>
          <a:p xmlns:a="http://schemas.openxmlformats.org/drawingml/2006/main">
            <a:pPr algn="ctr">
              <a:defRPr sz="2700" b="1">
                <a:solidFill>
                  <a:srgbClr val="9FFF68"/>
                </a:solidFill>
                <a:latin typeface="Pretendard"/>
                <a:ea typeface="Pretendard"/>
                <a:cs typeface="Pretendard"/>
              </a:defRPr>
            </a:pPr>
            <a:r>
              <a:rPr sz="2700" b="1">
                <a:solidFill>
                  <a:srgbClr val="9FFF68"/>
                </a:solidFill>
                <a:latin typeface="Pretendard"/>
                <a:ea typeface="Pretendard"/>
                <a:cs typeface="Pretendard"/>
              </a:rPr>
              <a:t>−285.8 kJ/mol</a:t>
            </a:r>
          </a:p>
        </p:txBody>
      </p:sp>
      <p:sp>
        <p:nvSpPr>
          <p:cNvPr id="20" name="text">
            <a:extLst xmlns:a="http://schemas.openxmlformats.org/drawingml/2006/main">
              <a:ext uri="{FF2B5EF4-FFF2-40B4-BE49-F238E27FC236}">
                <a16:creationId xmlns:a16="http://schemas.microsoft.com/office/drawing/2014/main" id="{1DDF2F26-EC69-4224-A515-E1B5C8F8ADA3}"/>
              </a:ext>
            </a:extLst>
          </p:cNvPr>
          <p:cNvSpPr>
            <a:spLocks xmlns:a="http://schemas.openxmlformats.org/drawingml/2006/main" noGrp="1"/>
          </p:cNvSpPr>
          <p:nvPr/>
        </p:nvSpPr>
        <p:spPr>
          <a:xfrm xmlns:a="http://schemas.openxmlformats.org/drawingml/2006/main">
            <a:off x="5524500" y="5810250"/>
            <a:ext cx="285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FFFFFF"/>
                </a:solidFill>
                <a:latin typeface="Pretendard"/>
                <a:ea typeface="Pretendard"/>
                <a:cs typeface="Pretendard"/>
              </a:defRPr>
            </a:defPPr>
            <a:lvl1pPr algn="ctr">
              <a:defRPr sz="2700" b="1">
                <a:solidFill>
                  <a:srgbClr val="FFFFFF"/>
                </a:solidFill>
                <a:latin typeface="Pretendard"/>
                <a:ea typeface="Pretendard"/>
                <a:cs typeface="Pretendard"/>
              </a:defRPr>
            </a:lvl1pPr>
            <a:lvl2pPr algn="ctr">
              <a:defRPr sz="2700" b="1">
                <a:solidFill>
                  <a:srgbClr val="FFFFFF"/>
                </a:solidFill>
                <a:latin typeface="Pretendard"/>
                <a:ea typeface="Pretendard"/>
                <a:cs typeface="Pretendard"/>
              </a:defRPr>
            </a:lvl2pPr>
            <a:lvl3pPr algn="ctr">
              <a:defRPr sz="2700" b="1">
                <a:solidFill>
                  <a:srgbClr val="FFFFFF"/>
                </a:solidFill>
                <a:latin typeface="Pretendard"/>
                <a:ea typeface="Pretendard"/>
                <a:cs typeface="Pretendard"/>
              </a:defRPr>
            </a:lvl3pPr>
            <a:lvl4pPr algn="ctr">
              <a:defRPr sz="2700" b="1">
                <a:solidFill>
                  <a:srgbClr val="FFFFFF"/>
                </a:solidFill>
                <a:latin typeface="Pretendard"/>
                <a:ea typeface="Pretendard"/>
                <a:cs typeface="Pretendard"/>
              </a:defRPr>
            </a:lvl4pPr>
            <a:lvl5pPr algn="ctr">
              <a:defRPr sz="2700" b="1">
                <a:solidFill>
                  <a:srgbClr val="FFFFFF"/>
                </a:solidFill>
                <a:latin typeface="Pretendard"/>
                <a:ea typeface="Pretendard"/>
                <a:cs typeface="Pretendard"/>
              </a:defRPr>
            </a:lvl5pPr>
            <a:lvl6pPr algn="ctr">
              <a:defRPr sz="2700" b="1">
                <a:solidFill>
                  <a:srgbClr val="FFFFFF"/>
                </a:solidFill>
                <a:latin typeface="Pretendard"/>
                <a:ea typeface="Pretendard"/>
                <a:cs typeface="Pretendard"/>
              </a:defRPr>
            </a:lvl6pPr>
            <a:lvl7pPr algn="ctr">
              <a:defRPr sz="2700" b="1">
                <a:solidFill>
                  <a:srgbClr val="FFFFFF"/>
                </a:solidFill>
                <a:latin typeface="Pretendard"/>
                <a:ea typeface="Pretendard"/>
                <a:cs typeface="Pretendard"/>
              </a:defRPr>
            </a:lvl7pPr>
            <a:lvl8pPr algn="ctr">
              <a:defRPr sz="2700" b="1">
                <a:solidFill>
                  <a:srgbClr val="FFFFFF"/>
                </a:solidFill>
                <a:latin typeface="Pretendard"/>
                <a:ea typeface="Pretendard"/>
                <a:cs typeface="Pretendard"/>
              </a:defRPr>
            </a:lvl8pPr>
            <a:lvl9pPr algn="ctr">
              <a:defRPr sz="2700" b="1">
                <a:solidFill>
                  <a:srgbClr val="FFFFFF"/>
                </a:solidFill>
                <a:latin typeface="Pretendard"/>
                <a:ea typeface="Pretendard"/>
                <a:cs typeface="Pretendard"/>
              </a:defRPr>
            </a:lvl9pPr>
          </a:lstStyle>
          <a:p xmlns:a="http://schemas.openxmlformats.org/drawingml/2006/main">
            <a:pPr algn="ctr">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−241.8 kJ/mol</a:t>
            </a:r>
          </a:p>
        </p:txBody>
      </p:sp>
      <p:sp>
        <p:nvSpPr>
          <p:cNvPr id="21" name="text">
            <a:extLst xmlns:a="http://schemas.openxmlformats.org/drawingml/2006/main">
              <a:ext uri="{FF2B5EF4-FFF2-40B4-BE49-F238E27FC236}">
                <a16:creationId xmlns:a16="http://schemas.microsoft.com/office/drawing/2014/main" id="{0841187F-F1AA-414B-8EDF-3B7858352328}"/>
              </a:ext>
            </a:extLst>
          </p:cNvPr>
          <p:cNvSpPr>
            <a:spLocks xmlns:a="http://schemas.openxmlformats.org/drawingml/2006/main" noGrp="1"/>
          </p:cNvSpPr>
          <p:nvPr/>
        </p:nvSpPr>
        <p:spPr>
          <a:xfrm xmlns:a="http://schemas.openxmlformats.org/drawingml/2006/main">
            <a:off x="2190750" y="6667500"/>
            <a:ext cx="6191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BBBBBB"/>
                </a:solidFill>
                <a:latin typeface="Pretendard"/>
                <a:ea typeface="Pretendard"/>
                <a:cs typeface="Pretendard"/>
              </a:defRPr>
            </a:defPPr>
            <a:lvl1pPr algn="ctr">
              <a:defRPr sz="2175" b="0">
                <a:solidFill>
                  <a:srgbClr val="BBBBBB"/>
                </a:solidFill>
                <a:latin typeface="Pretendard"/>
                <a:ea typeface="Pretendard"/>
                <a:cs typeface="Pretendard"/>
              </a:defRPr>
            </a:lvl1pPr>
            <a:lvl2pPr algn="ctr">
              <a:defRPr sz="2175" b="0">
                <a:solidFill>
                  <a:srgbClr val="BBBBBB"/>
                </a:solidFill>
                <a:latin typeface="Pretendard"/>
                <a:ea typeface="Pretendard"/>
                <a:cs typeface="Pretendard"/>
              </a:defRPr>
            </a:lvl2pPr>
            <a:lvl3pPr algn="ctr">
              <a:defRPr sz="2175" b="0">
                <a:solidFill>
                  <a:srgbClr val="BBBBBB"/>
                </a:solidFill>
                <a:latin typeface="Pretendard"/>
                <a:ea typeface="Pretendard"/>
                <a:cs typeface="Pretendard"/>
              </a:defRPr>
            </a:lvl3pPr>
            <a:lvl4pPr algn="ctr">
              <a:defRPr sz="2175" b="0">
                <a:solidFill>
                  <a:srgbClr val="BBBBBB"/>
                </a:solidFill>
                <a:latin typeface="Pretendard"/>
                <a:ea typeface="Pretendard"/>
                <a:cs typeface="Pretendard"/>
              </a:defRPr>
            </a:lvl4pPr>
            <a:lvl5pPr algn="ctr">
              <a:defRPr sz="2175" b="0">
                <a:solidFill>
                  <a:srgbClr val="BBBBBB"/>
                </a:solidFill>
                <a:latin typeface="Pretendard"/>
                <a:ea typeface="Pretendard"/>
                <a:cs typeface="Pretendard"/>
              </a:defRPr>
            </a:lvl5pPr>
            <a:lvl6pPr algn="ctr">
              <a:defRPr sz="2175" b="0">
                <a:solidFill>
                  <a:srgbClr val="BBBBBB"/>
                </a:solidFill>
                <a:latin typeface="Pretendard"/>
                <a:ea typeface="Pretendard"/>
                <a:cs typeface="Pretendard"/>
              </a:defRPr>
            </a:lvl6pPr>
            <a:lvl7pPr algn="ctr">
              <a:defRPr sz="2175" b="0">
                <a:solidFill>
                  <a:srgbClr val="BBBBBB"/>
                </a:solidFill>
                <a:latin typeface="Pretendard"/>
                <a:ea typeface="Pretendard"/>
                <a:cs typeface="Pretendard"/>
              </a:defRPr>
            </a:lvl7pPr>
            <a:lvl8pPr algn="ctr">
              <a:defRPr sz="2175" b="0">
                <a:solidFill>
                  <a:srgbClr val="BBBBBB"/>
                </a:solidFill>
                <a:latin typeface="Pretendard"/>
                <a:ea typeface="Pretendard"/>
                <a:cs typeface="Pretendard"/>
              </a:defRPr>
            </a:lvl8pPr>
            <a:lvl9pPr algn="ctr">
              <a:defRPr sz="2175" b="0">
                <a:solidFill>
                  <a:srgbClr val="BBBBBB"/>
                </a:solidFill>
                <a:latin typeface="Pretendard"/>
                <a:ea typeface="Pretendard"/>
                <a:cs typeface="Pretendard"/>
              </a:defRPr>
            </a:lvl9pPr>
          </a:lstStyle>
          <a:p xmlns:a="http://schemas.openxmlformats.org/drawingml/2006/main">
            <a:pPr algn="ctr">
              <a:defRPr sz="2175" b="0">
                <a:solidFill>
                  <a:srgbClr val="BBBBBB"/>
                </a:solidFill>
                <a:latin typeface="Pretendard"/>
                <a:ea typeface="Pretendard"/>
                <a:cs typeface="Pretendard"/>
              </a:defRPr>
            </a:pPr>
            <a:r>
              <a:rPr sz="2175" b="0">
                <a:solidFill>
                  <a:srgbClr val="BBBBBB"/>
                </a:solidFill>
                <a:latin typeface="Pretendard"/>
                <a:ea typeface="Pretendard"/>
                <a:cs typeface="Pretendard"/>
              </a:rPr>
              <a:t>표준 생성 엔탈피 비교</a:t>
            </a:r>
          </a:p>
        </p:txBody>
      </p:sp>
      <p:sp>
        <p:nvSpPr>
          <p:cNvPr id="22" name="R06 p15 한 줄 정리 컨테이너">
            <a:extLst xmlns:a="http://schemas.openxmlformats.org/drawingml/2006/main">
              <a:ext uri="{FF2B5EF4-FFF2-40B4-BE49-F238E27FC236}">
                <a16:creationId xmlns:a16="http://schemas.microsoft.com/office/drawing/2014/main" id="{33FAFA2C-6A70-4487-ACFE-D7547B293EB0}"/>
              </a:ext>
            </a:extLst>
          </p:cNvPr>
          <p:cNvSpPr>
            <a:spLocks xmlns:a="http://schemas.openxmlformats.org/drawingml/2006/main" noGrp="1"/>
          </p:cNvSpPr>
          <p:nvPr/>
        </p:nvSpPr>
        <p:spPr>
          <a:xfrm xmlns:a="http://schemas.openxmlformats.org/drawingml/2006/main">
            <a:off x="5524500" y="8572500"/>
            <a:ext cx="7239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3" name="R06 p15 한 줄 정리 배지">
            <a:extLst xmlns:a="http://schemas.openxmlformats.org/drawingml/2006/main">
              <a:ext uri="{FF2B5EF4-FFF2-40B4-BE49-F238E27FC236}">
                <a16:creationId xmlns:a16="http://schemas.microsoft.com/office/drawing/2014/main" id="{1C335E6A-9078-4ADB-BD06-5B3C7CFC83AD}"/>
              </a:ext>
            </a:extLst>
          </p:cNvPr>
          <p:cNvSpPr>
            <a:spLocks xmlns:a="http://schemas.openxmlformats.org/drawingml/2006/main" noGrp="1"/>
          </p:cNvSpPr>
          <p:nvPr/>
        </p:nvSpPr>
        <p:spPr>
          <a:xfrm xmlns:a="http://schemas.openxmlformats.org/drawingml/2006/main">
            <a:off x="56769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4" name="text">
            <a:extLst xmlns:a="http://schemas.openxmlformats.org/drawingml/2006/main">
              <a:ext uri="{FF2B5EF4-FFF2-40B4-BE49-F238E27FC236}">
                <a16:creationId xmlns:a16="http://schemas.microsoft.com/office/drawing/2014/main" id="{A3FC51FA-D617-4F27-880B-C1D648F85CDC}"/>
              </a:ext>
            </a:extLst>
          </p:cNvPr>
          <p:cNvSpPr>
            <a:spLocks xmlns:a="http://schemas.openxmlformats.org/drawingml/2006/main" noGrp="1"/>
          </p:cNvSpPr>
          <p:nvPr/>
        </p:nvSpPr>
        <p:spPr>
          <a:xfrm xmlns:a="http://schemas.openxmlformats.org/drawingml/2006/main">
            <a:off x="57531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5" name="text">
            <a:extLst xmlns:a="http://schemas.openxmlformats.org/drawingml/2006/main">
              <a:ext uri="{FF2B5EF4-FFF2-40B4-BE49-F238E27FC236}">
                <a16:creationId xmlns:a16="http://schemas.microsoft.com/office/drawing/2014/main" id="{2FDBCB03-DF1D-495E-931F-82FB8D75F8B5}"/>
              </a:ext>
            </a:extLst>
          </p:cNvPr>
          <p:cNvSpPr>
            <a:spLocks xmlns:a="http://schemas.openxmlformats.org/drawingml/2006/main" noGrp="1"/>
          </p:cNvSpPr>
          <p:nvPr/>
        </p:nvSpPr>
        <p:spPr>
          <a:xfrm xmlns:a="http://schemas.openxmlformats.org/drawingml/2006/main">
            <a:off x="7334250" y="8667750"/>
            <a:ext cx="5219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액체 물을 수증기로 바꾸려면 열이 필요하다</a:t>
            </a:r>
          </a:p>
        </p:txBody>
      </p:sp>
    </p:spTree>
    <p:extLst>
      <p:ext uri="{BB962C8B-B14F-4D97-AF65-F5344CB8AC3E}">
        <p14:creationId xmlns:p14="http://schemas.microsoft.com/office/powerpoint/2010/main" val="733256378"/>
      </p:ext>
    </p:extLst>
  </p:cSld>
</p:sld>
</file>

<file path=ppt/slides/slide4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15" name="레퍼런스 내용 영역">
            <a:extLst xmlns:a="http://schemas.openxmlformats.org/drawingml/2006/main">
              <a:ext uri="{FF2B5EF4-FFF2-40B4-BE49-F238E27FC236}">
                <a16:creationId xmlns:a16="http://schemas.microsoft.com/office/drawing/2014/main" id="{3E341830-CB6B-4CD2-B9A3-43AE17204D4B}"/>
              </a:ext>
            </a:extLst>
          </p:cNvPr>
          <p:cNvSpPr>
            <a:spLocks xmlns:a="http://schemas.openxmlformats.org/drawingml/2006/main" noGrp="1"/>
          </p:cNvSpPr>
          <p:nvPr/>
        </p:nvSpPr>
        <p:spPr>
          <a:xfrm xmlns:a="http://schemas.openxmlformats.org/drawingml/2006/main">
            <a:off x="1186815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11" name="레퍼런스 내용 영역">
            <a:extLst xmlns:a="http://schemas.openxmlformats.org/drawingml/2006/main">
              <a:ext uri="{FF2B5EF4-FFF2-40B4-BE49-F238E27FC236}">
                <a16:creationId xmlns:a16="http://schemas.microsoft.com/office/drawing/2014/main" id="{09E1D5C6-AC61-44BD-B53B-D3C84162D440}"/>
              </a:ext>
            </a:extLst>
          </p:cNvPr>
          <p:cNvSpPr>
            <a:spLocks xmlns:a="http://schemas.openxmlformats.org/drawingml/2006/main" noGrp="1"/>
          </p:cNvSpPr>
          <p:nvPr/>
        </p:nvSpPr>
        <p:spPr>
          <a:xfrm xmlns:a="http://schemas.openxmlformats.org/drawingml/2006/main">
            <a:off x="7038975"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sp>
        <p:nvSpPr>
          <p:cNvPr id="7" name="레퍼런스 내용 영역">
            <a:extLst xmlns:a="http://schemas.openxmlformats.org/drawingml/2006/main">
              <a:ext uri="{FF2B5EF4-FFF2-40B4-BE49-F238E27FC236}">
                <a16:creationId xmlns:a16="http://schemas.microsoft.com/office/drawing/2014/main" id="{2145CEF6-0F40-447F-82C5-86A90CF2171F}"/>
              </a:ext>
            </a:extLst>
          </p:cNvPr>
          <p:cNvSpPr>
            <a:spLocks xmlns:a="http://schemas.openxmlformats.org/drawingml/2006/main" noGrp="1"/>
          </p:cNvSpPr>
          <p:nvPr/>
        </p:nvSpPr>
        <p:spPr>
          <a:xfrm xmlns:a="http://schemas.openxmlformats.org/drawingml/2006/main">
            <a:off x="2209800" y="4572000"/>
            <a:ext cx="4210050" cy="3190875"/>
          </a:xfrm>
          <a:prstGeom xmlns:a="http://schemas.openxmlformats.org/drawingml/2006/main" prst="roundRect">
            <a:avLst>
              <a:gd name="adj" fmla="val 7857"/>
            </a:avLst>
          </a:prstGeom>
          <a:solidFill xmlns:a="http://schemas.openxmlformats.org/drawingml/2006/main">
            <a:srgbClr val="303030"/>
          </a:solidFill>
          <a:ln xmlns:a="http://schemas.openxmlformats.org/drawingml/2006/main" w="0">
            <a:noFill/>
          </a:ln>
        </p:spPr>
      </p:sp>
      <p:pic>
        <p:nvPicPr>
          <p:cNvPr id="23" name="">
            <a:extLst xmlns:a="http://schemas.openxmlformats.org/drawingml/2006/main">
              <a:ext uri="{FF2B5EF4-FFF2-40B4-BE49-F238E27FC236}">
                <a16:creationId xmlns:a16="http://schemas.microsoft.com/office/drawing/2014/main" id="{A9F5400E-5A8D-4404-BFA5-CDF19C06ABE5}"/>
              </a:ext>
            </a:extLst>
          </p:cNvPr>
          <p:cNvPicPr>
            <a:picLocks xmlns:a="http://schemas.openxmlformats.org/drawingml/2006/main" noChangeAspect="1"/>
          </p:cNvPicPr>
          <p:nvPr/>
        </p:nvPicPr>
        <p:blipFill>
          <a:blip xmlns:r="http://schemas.openxmlformats.org/officeDocument/2006/relationships" xmlns:a="http://schemas.openxmlformats.org/drawingml/2006/main" r:embed="Rf4a4eced51824fa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36919324-06CC-4EEF-9C78-E1F7D2DA5039}"/>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C177071-B9AB-4244-A874-7A15B060534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3 표준 생성 엔탈피</a:t>
            </a:r>
          </a:p>
        </p:txBody>
      </p:sp>
      <p:sp>
        <p:nvSpPr>
          <p:cNvPr id="4" name="text">
            <a:extLst xmlns:a="http://schemas.openxmlformats.org/drawingml/2006/main">
              <a:ext uri="{FF2B5EF4-FFF2-40B4-BE49-F238E27FC236}">
                <a16:creationId xmlns:a16="http://schemas.microsoft.com/office/drawing/2014/main" id="{7450EFC8-8FF4-445B-9828-C962F5C5D8DC}"/>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CCF5C176-2636-4EF5-8FB2-9DC894984EC2}"/>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계산 확인</a:t>
            </a:r>
          </a:p>
        </p:txBody>
      </p:sp>
      <p:sp>
        <p:nvSpPr>
          <p:cNvPr id="6" name="text">
            <a:extLst xmlns:a="http://schemas.openxmlformats.org/drawingml/2006/main">
              <a:ext uri="{FF2B5EF4-FFF2-40B4-BE49-F238E27FC236}">
                <a16:creationId xmlns:a16="http://schemas.microsoft.com/office/drawing/2014/main" id="{2AA1E589-22C3-4CED-A5DE-44B009D75DE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생성 엔탈피 계산에서 확인할 세 가지</a:t>
            </a:r>
          </a:p>
        </p:txBody>
      </p:sp>
      <p:sp>
        <p:nvSpPr>
          <p:cNvPr id="8" name="text">
            <a:extLst xmlns:a="http://schemas.openxmlformats.org/drawingml/2006/main">
              <a:ext uri="{FF2B5EF4-FFF2-40B4-BE49-F238E27FC236}">
                <a16:creationId xmlns:a16="http://schemas.microsoft.com/office/drawing/2014/main" id="{E7D63E0A-824B-420A-AD33-EEA6E5760CB5}"/>
              </a:ext>
            </a:extLst>
          </p:cNvPr>
          <p:cNvSpPr>
            <a:spLocks xmlns:a="http://schemas.openxmlformats.org/drawingml/2006/main" noGrp="1"/>
          </p:cNvSpPr>
          <p:nvPr/>
        </p:nvSpPr>
        <p:spPr>
          <a:xfrm xmlns:a="http://schemas.openxmlformats.org/drawingml/2006/main">
            <a:off x="245745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생성되는 양</a:t>
            </a:r>
          </a:p>
        </p:txBody>
      </p:sp>
      <p:sp>
        <p:nvSpPr>
          <p:cNvPr id="9" name="text">
            <a:extLst xmlns:a="http://schemas.openxmlformats.org/drawingml/2006/main">
              <a:ext uri="{FF2B5EF4-FFF2-40B4-BE49-F238E27FC236}">
                <a16:creationId xmlns:a16="http://schemas.microsoft.com/office/drawing/2014/main" id="{C3F160C3-03D6-449C-9C6B-70F002514142}"/>
              </a:ext>
            </a:extLst>
          </p:cNvPr>
          <p:cNvSpPr>
            <a:spLocks xmlns:a="http://schemas.openxmlformats.org/drawingml/2006/main" noGrp="1"/>
          </p:cNvSpPr>
          <p:nvPr/>
        </p:nvSpPr>
        <p:spPr>
          <a:xfrm xmlns:a="http://schemas.openxmlformats.org/drawingml/2006/main">
            <a:off x="245745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1 mol</a:t>
            </a:r>
          </a:p>
        </p:txBody>
      </p:sp>
      <p:sp>
        <p:nvSpPr>
          <p:cNvPr id="10" name="text">
            <a:extLst xmlns:a="http://schemas.openxmlformats.org/drawingml/2006/main">
              <a:ext uri="{FF2B5EF4-FFF2-40B4-BE49-F238E27FC236}">
                <a16:creationId xmlns:a16="http://schemas.microsoft.com/office/drawing/2014/main" id="{1080C800-0096-468B-83BC-F2ACF2C9CC9C}"/>
              </a:ext>
            </a:extLst>
          </p:cNvPr>
          <p:cNvSpPr>
            <a:spLocks xmlns:a="http://schemas.openxmlformats.org/drawingml/2006/main" noGrp="1"/>
          </p:cNvSpPr>
          <p:nvPr/>
        </p:nvSpPr>
        <p:spPr>
          <a:xfrm xmlns:a="http://schemas.openxmlformats.org/drawingml/2006/main">
            <a:off x="245745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생성되는 물질 1 mol을</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기준으로 한다.</a:t>
            </a:r>
          </a:p>
        </p:txBody>
      </p:sp>
      <p:sp>
        <p:nvSpPr>
          <p:cNvPr id="12" name="text">
            <a:extLst xmlns:a="http://schemas.openxmlformats.org/drawingml/2006/main">
              <a:ext uri="{FF2B5EF4-FFF2-40B4-BE49-F238E27FC236}">
                <a16:creationId xmlns:a16="http://schemas.microsoft.com/office/drawing/2014/main" id="{D52CB455-0375-435E-992D-60CBBB9561CB}"/>
              </a:ext>
            </a:extLst>
          </p:cNvPr>
          <p:cNvSpPr>
            <a:spLocks xmlns:a="http://schemas.openxmlformats.org/drawingml/2006/main" noGrp="1"/>
          </p:cNvSpPr>
          <p:nvPr/>
        </p:nvSpPr>
        <p:spPr>
          <a:xfrm xmlns:a="http://schemas.openxmlformats.org/drawingml/2006/main">
            <a:off x="7286625"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기준 원소·상태</a:t>
            </a:r>
          </a:p>
        </p:txBody>
      </p:sp>
      <p:sp>
        <p:nvSpPr>
          <p:cNvPr id="13" name="text">
            <a:extLst xmlns:a="http://schemas.openxmlformats.org/drawingml/2006/main">
              <a:ext uri="{FF2B5EF4-FFF2-40B4-BE49-F238E27FC236}">
                <a16:creationId xmlns:a16="http://schemas.microsoft.com/office/drawing/2014/main" id="{47D33EB0-1853-4581-B55A-AFF48AB4ED0C}"/>
              </a:ext>
            </a:extLst>
          </p:cNvPr>
          <p:cNvSpPr>
            <a:spLocks xmlns:a="http://schemas.openxmlformats.org/drawingml/2006/main" noGrp="1"/>
          </p:cNvSpPr>
          <p:nvPr/>
        </p:nvSpPr>
        <p:spPr>
          <a:xfrm xmlns:a="http://schemas.openxmlformats.org/drawingml/2006/main">
            <a:off x="7286625"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기준</a:t>
            </a:r>
          </a:p>
        </p:txBody>
      </p:sp>
      <p:sp>
        <p:nvSpPr>
          <p:cNvPr id="14" name="text">
            <a:extLst xmlns:a="http://schemas.openxmlformats.org/drawingml/2006/main">
              <a:ext uri="{FF2B5EF4-FFF2-40B4-BE49-F238E27FC236}">
                <a16:creationId xmlns:a16="http://schemas.microsoft.com/office/drawing/2014/main" id="{B3AC8377-72A6-45CE-8D56-AB5C39F5882F}"/>
              </a:ext>
            </a:extLst>
          </p:cNvPr>
          <p:cNvSpPr>
            <a:spLocks xmlns:a="http://schemas.openxmlformats.org/drawingml/2006/main" noGrp="1"/>
          </p:cNvSpPr>
          <p:nvPr/>
        </p:nvSpPr>
        <p:spPr>
          <a:xfrm xmlns:a="http://schemas.openxmlformats.org/drawingml/2006/main">
            <a:off x="7286625"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원소의 형태와</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고체·액체·기체를 구분한다.</a:t>
            </a:r>
          </a:p>
        </p:txBody>
      </p:sp>
      <p:sp>
        <p:nvSpPr>
          <p:cNvPr id="16" name="text">
            <a:extLst xmlns:a="http://schemas.openxmlformats.org/drawingml/2006/main">
              <a:ext uri="{FF2B5EF4-FFF2-40B4-BE49-F238E27FC236}">
                <a16:creationId xmlns:a16="http://schemas.microsoft.com/office/drawing/2014/main" id="{C80D8FD5-45EA-4949-B6C2-5CC516C467F9}"/>
              </a:ext>
            </a:extLst>
          </p:cNvPr>
          <p:cNvSpPr>
            <a:spLocks xmlns:a="http://schemas.openxmlformats.org/drawingml/2006/main" noGrp="1"/>
          </p:cNvSpPr>
          <p:nvPr/>
        </p:nvSpPr>
        <p:spPr>
          <a:xfrm xmlns:a="http://schemas.openxmlformats.org/drawingml/2006/main">
            <a:off x="12115800" y="4789932"/>
            <a:ext cx="3714750" cy="59436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FFFFFF"/>
                </a:solidFill>
                <a:latin typeface="Pretendard"/>
                <a:ea typeface="Pretendard"/>
                <a:cs typeface="Pretendard"/>
              </a:defRPr>
            </a:defPPr>
            <a:lvl1pPr algn="ctr">
              <a:defRPr sz="2976" b="1">
                <a:solidFill>
                  <a:srgbClr val="FFFFFF"/>
                </a:solidFill>
                <a:latin typeface="Pretendard"/>
                <a:ea typeface="Pretendard"/>
                <a:cs typeface="Pretendard"/>
              </a:defRPr>
            </a:lvl1pPr>
            <a:lvl2pPr algn="ctr">
              <a:defRPr sz="2976" b="1">
                <a:solidFill>
                  <a:srgbClr val="FFFFFF"/>
                </a:solidFill>
                <a:latin typeface="Pretendard"/>
                <a:ea typeface="Pretendard"/>
                <a:cs typeface="Pretendard"/>
              </a:defRPr>
            </a:lvl2pPr>
            <a:lvl3pPr algn="ctr">
              <a:defRPr sz="2976" b="1">
                <a:solidFill>
                  <a:srgbClr val="FFFFFF"/>
                </a:solidFill>
                <a:latin typeface="Pretendard"/>
                <a:ea typeface="Pretendard"/>
                <a:cs typeface="Pretendard"/>
              </a:defRPr>
            </a:lvl3pPr>
            <a:lvl4pPr algn="ctr">
              <a:defRPr sz="2976" b="1">
                <a:solidFill>
                  <a:srgbClr val="FFFFFF"/>
                </a:solidFill>
                <a:latin typeface="Pretendard"/>
                <a:ea typeface="Pretendard"/>
                <a:cs typeface="Pretendard"/>
              </a:defRPr>
            </a:lvl4pPr>
            <a:lvl5pPr algn="ctr">
              <a:defRPr sz="2976" b="1">
                <a:solidFill>
                  <a:srgbClr val="FFFFFF"/>
                </a:solidFill>
                <a:latin typeface="Pretendard"/>
                <a:ea typeface="Pretendard"/>
                <a:cs typeface="Pretendard"/>
              </a:defRPr>
            </a:lvl5pPr>
            <a:lvl6pPr algn="ctr">
              <a:defRPr sz="2976" b="1">
                <a:solidFill>
                  <a:srgbClr val="FFFFFF"/>
                </a:solidFill>
                <a:latin typeface="Pretendard"/>
                <a:ea typeface="Pretendard"/>
                <a:cs typeface="Pretendard"/>
              </a:defRPr>
            </a:lvl6pPr>
            <a:lvl7pPr algn="ctr">
              <a:defRPr sz="2976" b="1">
                <a:solidFill>
                  <a:srgbClr val="FFFFFF"/>
                </a:solidFill>
                <a:latin typeface="Pretendard"/>
                <a:ea typeface="Pretendard"/>
                <a:cs typeface="Pretendard"/>
              </a:defRPr>
            </a:lvl7pPr>
            <a:lvl8pPr algn="ctr">
              <a:defRPr sz="2976" b="1">
                <a:solidFill>
                  <a:srgbClr val="FFFFFF"/>
                </a:solidFill>
                <a:latin typeface="Pretendard"/>
                <a:ea typeface="Pretendard"/>
                <a:cs typeface="Pretendard"/>
              </a:defRPr>
            </a:lvl8pPr>
            <a:lvl9pPr algn="ctr">
              <a:defRPr sz="2976" b="1">
                <a:solidFill>
                  <a:srgbClr val="FFFFFF"/>
                </a:solidFill>
                <a:latin typeface="Pretendard"/>
                <a:ea typeface="Pretendard"/>
                <a:cs typeface="Pretendard"/>
              </a:defRPr>
            </a:lvl9pPr>
          </a:lstStyle>
          <a:p xmlns:a="http://schemas.openxmlformats.org/drawingml/2006/main">
            <a:pPr algn="ctr">
              <a:defRPr sz="2976" b="1">
                <a:solidFill>
                  <a:srgbClr val="FFFFFF"/>
                </a:solidFill>
                <a:latin typeface="Pretendard"/>
                <a:ea typeface="Pretendard"/>
                <a:cs typeface="Pretendard"/>
              </a:defRPr>
            </a:pPr>
            <a:r>
              <a:rPr sz="2976" b="1">
                <a:solidFill>
                  <a:srgbClr val="FFFFFF"/>
                </a:solidFill>
                <a:latin typeface="Pretendard"/>
                <a:ea typeface="Pretendard"/>
                <a:cs typeface="Pretendard"/>
              </a:rPr>
              <a:t>계수·단위</a:t>
            </a:r>
          </a:p>
        </p:txBody>
      </p:sp>
      <p:sp>
        <p:nvSpPr>
          <p:cNvPr id="17" name="text">
            <a:extLst xmlns:a="http://schemas.openxmlformats.org/drawingml/2006/main">
              <a:ext uri="{FF2B5EF4-FFF2-40B4-BE49-F238E27FC236}">
                <a16:creationId xmlns:a16="http://schemas.microsoft.com/office/drawing/2014/main" id="{51E66D95-7685-4E09-AEF9-32AA52D7CBFC}"/>
              </a:ext>
            </a:extLst>
          </p:cNvPr>
          <p:cNvSpPr>
            <a:spLocks xmlns:a="http://schemas.openxmlformats.org/drawingml/2006/main" noGrp="1"/>
          </p:cNvSpPr>
          <p:nvPr/>
        </p:nvSpPr>
        <p:spPr>
          <a:xfrm xmlns:a="http://schemas.openxmlformats.org/drawingml/2006/main">
            <a:off x="12115800" y="5731002"/>
            <a:ext cx="37147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976" b="1">
                <a:solidFill>
                  <a:srgbClr val="9FFF68"/>
                </a:solidFill>
                <a:latin typeface="Pretendard"/>
                <a:ea typeface="Pretendard"/>
                <a:cs typeface="Pretendard"/>
              </a:defRPr>
            </a:defPPr>
            <a:lvl1pPr algn="ctr">
              <a:defRPr sz="2976" b="1">
                <a:solidFill>
                  <a:srgbClr val="9FFF68"/>
                </a:solidFill>
                <a:latin typeface="Pretendard"/>
                <a:ea typeface="Pretendard"/>
                <a:cs typeface="Pretendard"/>
              </a:defRPr>
            </a:lvl1pPr>
            <a:lvl2pPr algn="ctr">
              <a:defRPr sz="2976" b="1">
                <a:solidFill>
                  <a:srgbClr val="9FFF68"/>
                </a:solidFill>
                <a:latin typeface="Pretendard"/>
                <a:ea typeface="Pretendard"/>
                <a:cs typeface="Pretendard"/>
              </a:defRPr>
            </a:lvl2pPr>
            <a:lvl3pPr algn="ctr">
              <a:defRPr sz="2976" b="1">
                <a:solidFill>
                  <a:srgbClr val="9FFF68"/>
                </a:solidFill>
                <a:latin typeface="Pretendard"/>
                <a:ea typeface="Pretendard"/>
                <a:cs typeface="Pretendard"/>
              </a:defRPr>
            </a:lvl3pPr>
            <a:lvl4pPr algn="ctr">
              <a:defRPr sz="2976" b="1">
                <a:solidFill>
                  <a:srgbClr val="9FFF68"/>
                </a:solidFill>
                <a:latin typeface="Pretendard"/>
                <a:ea typeface="Pretendard"/>
                <a:cs typeface="Pretendard"/>
              </a:defRPr>
            </a:lvl4pPr>
            <a:lvl5pPr algn="ctr">
              <a:defRPr sz="2976" b="1">
                <a:solidFill>
                  <a:srgbClr val="9FFF68"/>
                </a:solidFill>
                <a:latin typeface="Pretendard"/>
                <a:ea typeface="Pretendard"/>
                <a:cs typeface="Pretendard"/>
              </a:defRPr>
            </a:lvl5pPr>
            <a:lvl6pPr algn="ctr">
              <a:defRPr sz="2976" b="1">
                <a:solidFill>
                  <a:srgbClr val="9FFF68"/>
                </a:solidFill>
                <a:latin typeface="Pretendard"/>
                <a:ea typeface="Pretendard"/>
                <a:cs typeface="Pretendard"/>
              </a:defRPr>
            </a:lvl6pPr>
            <a:lvl7pPr algn="ctr">
              <a:defRPr sz="2976" b="1">
                <a:solidFill>
                  <a:srgbClr val="9FFF68"/>
                </a:solidFill>
                <a:latin typeface="Pretendard"/>
                <a:ea typeface="Pretendard"/>
                <a:cs typeface="Pretendard"/>
              </a:defRPr>
            </a:lvl7pPr>
            <a:lvl8pPr algn="ctr">
              <a:defRPr sz="2976" b="1">
                <a:solidFill>
                  <a:srgbClr val="9FFF68"/>
                </a:solidFill>
                <a:latin typeface="Pretendard"/>
                <a:ea typeface="Pretendard"/>
                <a:cs typeface="Pretendard"/>
              </a:defRPr>
            </a:lvl8pPr>
            <a:lvl9pPr algn="ctr">
              <a:defRPr sz="2976" b="1">
                <a:solidFill>
                  <a:srgbClr val="9FFF68"/>
                </a:solidFill>
                <a:latin typeface="Pretendard"/>
                <a:ea typeface="Pretendard"/>
                <a:cs typeface="Pretendard"/>
              </a:defRPr>
            </a:lvl9pPr>
          </a:lstStyle>
          <a:p xmlns:a="http://schemas.openxmlformats.org/drawingml/2006/main">
            <a:pPr algn="ctr">
              <a:defRPr sz="2976" b="1">
                <a:solidFill>
                  <a:srgbClr val="9FFF68"/>
                </a:solidFill>
                <a:latin typeface="Pretendard"/>
                <a:ea typeface="Pretendard"/>
                <a:cs typeface="Pretendard"/>
              </a:defRPr>
            </a:pPr>
            <a:r>
              <a:rPr sz="2976" b="1">
                <a:solidFill>
                  <a:srgbClr val="9FFF68"/>
                </a:solidFill>
                <a:latin typeface="Pretendard"/>
                <a:ea typeface="Pretendard"/>
                <a:cs typeface="Pretendard"/>
              </a:rPr>
              <a:t>계수</a:t>
            </a:r>
          </a:p>
        </p:txBody>
      </p:sp>
      <p:sp>
        <p:nvSpPr>
          <p:cNvPr id="18" name="text">
            <a:extLst xmlns:a="http://schemas.openxmlformats.org/drawingml/2006/main">
              <a:ext uri="{FF2B5EF4-FFF2-40B4-BE49-F238E27FC236}">
                <a16:creationId xmlns:a16="http://schemas.microsoft.com/office/drawing/2014/main" id="{1EE4DA37-B54B-4516-99D2-0D217C6C6A31}"/>
              </a:ext>
            </a:extLst>
          </p:cNvPr>
          <p:cNvSpPr>
            <a:spLocks xmlns:a="http://schemas.openxmlformats.org/drawingml/2006/main" noGrp="1"/>
          </p:cNvSpPr>
          <p:nvPr/>
        </p:nvSpPr>
        <p:spPr>
          <a:xfrm xmlns:a="http://schemas.openxmlformats.org/drawingml/2006/main">
            <a:off x="12115800" y="6493764"/>
            <a:ext cx="3714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32" b="0">
                <a:solidFill>
                  <a:srgbClr val="FFFFFF"/>
                </a:solidFill>
                <a:latin typeface="Pretendard"/>
                <a:ea typeface="Pretendard"/>
                <a:cs typeface="Pretendard"/>
              </a:defRPr>
            </a:defPPr>
            <a:lvl1pPr algn="ctr">
              <a:defRPr sz="2232" b="0">
                <a:solidFill>
                  <a:srgbClr val="FFFFFF"/>
                </a:solidFill>
                <a:latin typeface="Pretendard"/>
                <a:ea typeface="Pretendard"/>
                <a:cs typeface="Pretendard"/>
              </a:defRPr>
            </a:lvl1pPr>
            <a:lvl2pPr algn="ctr">
              <a:defRPr sz="2232" b="0">
                <a:solidFill>
                  <a:srgbClr val="FFFFFF"/>
                </a:solidFill>
                <a:latin typeface="Pretendard"/>
                <a:ea typeface="Pretendard"/>
                <a:cs typeface="Pretendard"/>
              </a:defRPr>
            </a:lvl2pPr>
            <a:lvl3pPr algn="ctr">
              <a:defRPr sz="2232" b="0">
                <a:solidFill>
                  <a:srgbClr val="FFFFFF"/>
                </a:solidFill>
                <a:latin typeface="Pretendard"/>
                <a:ea typeface="Pretendard"/>
                <a:cs typeface="Pretendard"/>
              </a:defRPr>
            </a:lvl3pPr>
            <a:lvl4pPr algn="ctr">
              <a:defRPr sz="2232" b="0">
                <a:solidFill>
                  <a:srgbClr val="FFFFFF"/>
                </a:solidFill>
                <a:latin typeface="Pretendard"/>
                <a:ea typeface="Pretendard"/>
                <a:cs typeface="Pretendard"/>
              </a:defRPr>
            </a:lvl4pPr>
            <a:lvl5pPr algn="ctr">
              <a:defRPr sz="2232" b="0">
                <a:solidFill>
                  <a:srgbClr val="FFFFFF"/>
                </a:solidFill>
                <a:latin typeface="Pretendard"/>
                <a:ea typeface="Pretendard"/>
                <a:cs typeface="Pretendard"/>
              </a:defRPr>
            </a:lvl5pPr>
            <a:lvl6pPr algn="ctr">
              <a:defRPr sz="2232" b="0">
                <a:solidFill>
                  <a:srgbClr val="FFFFFF"/>
                </a:solidFill>
                <a:latin typeface="Pretendard"/>
                <a:ea typeface="Pretendard"/>
                <a:cs typeface="Pretendard"/>
              </a:defRPr>
            </a:lvl6pPr>
            <a:lvl7pPr algn="ctr">
              <a:defRPr sz="2232" b="0">
                <a:solidFill>
                  <a:srgbClr val="FFFFFF"/>
                </a:solidFill>
                <a:latin typeface="Pretendard"/>
                <a:ea typeface="Pretendard"/>
                <a:cs typeface="Pretendard"/>
              </a:defRPr>
            </a:lvl7pPr>
            <a:lvl8pPr algn="ctr">
              <a:defRPr sz="2232" b="0">
                <a:solidFill>
                  <a:srgbClr val="FFFFFF"/>
                </a:solidFill>
                <a:latin typeface="Pretendard"/>
                <a:ea typeface="Pretendard"/>
                <a:cs typeface="Pretendard"/>
              </a:defRPr>
            </a:lvl8pPr>
            <a:lvl9pPr algn="ctr">
              <a:defRPr sz="2232" b="0">
                <a:solidFill>
                  <a:srgbClr val="FFFFFF"/>
                </a:solidFill>
                <a:latin typeface="Pretendard"/>
                <a:ea typeface="Pretendard"/>
                <a:cs typeface="Pretendard"/>
              </a:defRPr>
            </a:lvl9pPr>
          </a:lstStyle>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반응 계수를 곱하고</a:t>
            </a:r>
          </a:p>
          <a:p xmlns:a="http://schemas.openxmlformats.org/drawingml/2006/main">
            <a:pPr algn="ctr">
              <a:defRPr sz="2232" b="0">
                <a:solidFill>
                  <a:srgbClr val="FFFFFF"/>
                </a:solidFill>
                <a:latin typeface="Pretendard"/>
                <a:ea typeface="Pretendard"/>
                <a:cs typeface="Pretendard"/>
              </a:defRPr>
            </a:pPr>
            <a:r>
              <a:rPr sz="2232" b="0">
                <a:solidFill>
                  <a:srgbClr val="FFFFFF"/>
                </a:solidFill>
                <a:latin typeface="Pretendard"/>
                <a:ea typeface="Pretendard"/>
                <a:cs typeface="Pretendard"/>
              </a:rPr>
              <a:t>kJ/mol과 kJ를 구분한다.</a:t>
            </a:r>
          </a:p>
        </p:txBody>
      </p:sp>
      <p:sp>
        <p:nvSpPr>
          <p:cNvPr id="19" name="R06 p15 한 줄 정리 컨테이너">
            <a:extLst xmlns:a="http://schemas.openxmlformats.org/drawingml/2006/main">
              <a:ext uri="{FF2B5EF4-FFF2-40B4-BE49-F238E27FC236}">
                <a16:creationId xmlns:a16="http://schemas.microsoft.com/office/drawing/2014/main" id="{AE1F3B46-E51D-4E9B-B853-F001C3CF7A97}"/>
              </a:ext>
            </a:extLst>
          </p:cNvPr>
          <p:cNvSpPr>
            <a:spLocks xmlns:a="http://schemas.openxmlformats.org/drawingml/2006/main" noGrp="1"/>
          </p:cNvSpPr>
          <p:nvPr/>
        </p:nvSpPr>
        <p:spPr>
          <a:xfrm xmlns:a="http://schemas.openxmlformats.org/drawingml/2006/main">
            <a:off x="3810000" y="8572500"/>
            <a:ext cx="10668000" cy="762000"/>
          </a:xfrm>
          <a:prstGeom xmlns:a="http://schemas.openxmlformats.org/drawingml/2006/main" prst="roundRect">
            <a:avLst>
              <a:gd name="adj" fmla="val 22500"/>
            </a:avLst>
          </a:prstGeom>
          <a:solidFill xmlns:a="http://schemas.openxmlformats.org/drawingml/2006/main">
            <a:srgbClr val="10200C"/>
          </a:solidFill>
          <a:ln xmlns:a="http://schemas.openxmlformats.org/drawingml/2006/main" w="0">
            <a:noFill/>
          </a:ln>
        </p:spPr>
      </p:sp>
      <p:sp>
        <p:nvSpPr>
          <p:cNvPr id="20" name="R06 p15 한 줄 정리 배지">
            <a:extLst xmlns:a="http://schemas.openxmlformats.org/drawingml/2006/main">
              <a:ext uri="{FF2B5EF4-FFF2-40B4-BE49-F238E27FC236}">
                <a16:creationId xmlns:a16="http://schemas.microsoft.com/office/drawing/2014/main" id="{49AC640A-D204-4B29-B61A-5EBE45A0D2CA}"/>
              </a:ext>
            </a:extLst>
          </p:cNvPr>
          <p:cNvSpPr>
            <a:spLocks xmlns:a="http://schemas.openxmlformats.org/drawingml/2006/main" noGrp="1"/>
          </p:cNvSpPr>
          <p:nvPr/>
        </p:nvSpPr>
        <p:spPr>
          <a:xfrm xmlns:a="http://schemas.openxmlformats.org/drawingml/2006/main">
            <a:off x="3962400" y="8724900"/>
            <a:ext cx="1466850" cy="457200"/>
          </a:xfrm>
          <a:prstGeom xmlns:a="http://schemas.openxmlformats.org/drawingml/2006/main" prst="roundRect">
            <a:avLst>
              <a:gd name="adj" fmla="val 18750"/>
            </a:avLst>
          </a:prstGeom>
          <a:solidFill xmlns:a="http://schemas.openxmlformats.org/drawingml/2006/main">
            <a:srgbClr val="9FFF68"/>
          </a:solidFill>
          <a:ln xmlns:a="http://schemas.openxmlformats.org/drawingml/2006/main" w="0">
            <a:noFill/>
          </a:ln>
        </p:spPr>
      </p:sp>
      <p:sp>
        <p:nvSpPr>
          <p:cNvPr id="21" name="text">
            <a:extLst xmlns:a="http://schemas.openxmlformats.org/drawingml/2006/main">
              <a:ext uri="{FF2B5EF4-FFF2-40B4-BE49-F238E27FC236}">
                <a16:creationId xmlns:a16="http://schemas.microsoft.com/office/drawing/2014/main" id="{2DE9BF8A-37AC-4C39-A56C-172425C9A371}"/>
              </a:ext>
            </a:extLst>
          </p:cNvPr>
          <p:cNvSpPr>
            <a:spLocks xmlns:a="http://schemas.openxmlformats.org/drawingml/2006/main" noGrp="1"/>
          </p:cNvSpPr>
          <p:nvPr/>
        </p:nvSpPr>
        <p:spPr>
          <a:xfrm xmlns:a="http://schemas.openxmlformats.org/drawingml/2006/main">
            <a:off x="4038600" y="8724900"/>
            <a:ext cx="131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1">
                <a:solidFill>
                  <a:srgbClr val="14200C"/>
                </a:solidFill>
                <a:latin typeface="Pretendard"/>
                <a:ea typeface="Pretendard"/>
                <a:cs typeface="Pretendard"/>
              </a:defRPr>
            </a:defPPr>
            <a:lvl1pPr algn="ctr">
              <a:defRPr sz="1875" b="1">
                <a:solidFill>
                  <a:srgbClr val="14200C"/>
                </a:solidFill>
                <a:latin typeface="Pretendard"/>
                <a:ea typeface="Pretendard"/>
                <a:cs typeface="Pretendard"/>
              </a:defRPr>
            </a:lvl1pPr>
            <a:lvl2pPr algn="ctr">
              <a:defRPr sz="1875" b="1">
                <a:solidFill>
                  <a:srgbClr val="14200C"/>
                </a:solidFill>
                <a:latin typeface="Pretendard"/>
                <a:ea typeface="Pretendard"/>
                <a:cs typeface="Pretendard"/>
              </a:defRPr>
            </a:lvl2pPr>
            <a:lvl3pPr algn="ctr">
              <a:defRPr sz="1875" b="1">
                <a:solidFill>
                  <a:srgbClr val="14200C"/>
                </a:solidFill>
                <a:latin typeface="Pretendard"/>
                <a:ea typeface="Pretendard"/>
                <a:cs typeface="Pretendard"/>
              </a:defRPr>
            </a:lvl3pPr>
            <a:lvl4pPr algn="ctr">
              <a:defRPr sz="1875" b="1">
                <a:solidFill>
                  <a:srgbClr val="14200C"/>
                </a:solidFill>
                <a:latin typeface="Pretendard"/>
                <a:ea typeface="Pretendard"/>
                <a:cs typeface="Pretendard"/>
              </a:defRPr>
            </a:lvl4pPr>
            <a:lvl5pPr algn="ctr">
              <a:defRPr sz="1875" b="1">
                <a:solidFill>
                  <a:srgbClr val="14200C"/>
                </a:solidFill>
                <a:latin typeface="Pretendard"/>
                <a:ea typeface="Pretendard"/>
                <a:cs typeface="Pretendard"/>
              </a:defRPr>
            </a:lvl5pPr>
            <a:lvl6pPr algn="ctr">
              <a:defRPr sz="1875" b="1">
                <a:solidFill>
                  <a:srgbClr val="14200C"/>
                </a:solidFill>
                <a:latin typeface="Pretendard"/>
                <a:ea typeface="Pretendard"/>
                <a:cs typeface="Pretendard"/>
              </a:defRPr>
            </a:lvl6pPr>
            <a:lvl7pPr algn="ctr">
              <a:defRPr sz="1875" b="1">
                <a:solidFill>
                  <a:srgbClr val="14200C"/>
                </a:solidFill>
                <a:latin typeface="Pretendard"/>
                <a:ea typeface="Pretendard"/>
                <a:cs typeface="Pretendard"/>
              </a:defRPr>
            </a:lvl7pPr>
            <a:lvl8pPr algn="ctr">
              <a:defRPr sz="1875" b="1">
                <a:solidFill>
                  <a:srgbClr val="14200C"/>
                </a:solidFill>
                <a:latin typeface="Pretendard"/>
                <a:ea typeface="Pretendard"/>
                <a:cs typeface="Pretendard"/>
              </a:defRPr>
            </a:lvl8pPr>
            <a:lvl9pPr algn="ctr">
              <a:defRPr sz="1875" b="1">
                <a:solidFill>
                  <a:srgbClr val="14200C"/>
                </a:solidFill>
                <a:latin typeface="Pretendard"/>
                <a:ea typeface="Pretendard"/>
                <a:cs typeface="Pretendard"/>
              </a:defRPr>
            </a:lvl9pPr>
          </a:lstStyle>
          <a:p xmlns:a="http://schemas.openxmlformats.org/drawingml/2006/main">
            <a:pPr algn="ctr">
              <a:defRPr sz="1875" b="1">
                <a:solidFill>
                  <a:srgbClr val="14200C"/>
                </a:solidFill>
                <a:latin typeface="Pretendard"/>
                <a:ea typeface="Pretendard"/>
                <a:cs typeface="Pretendard"/>
              </a:defRPr>
            </a:pPr>
            <a:r>
              <a:rPr sz="1875" b="1">
                <a:solidFill>
                  <a:srgbClr val="14200C"/>
                </a:solidFill>
                <a:latin typeface="Pretendard"/>
                <a:ea typeface="Pretendard"/>
                <a:cs typeface="Pretendard"/>
              </a:rPr>
              <a:t>한 줄 정리</a:t>
            </a:r>
          </a:p>
        </p:txBody>
      </p:sp>
      <p:sp>
        <p:nvSpPr>
          <p:cNvPr id="22" name="text">
            <a:extLst xmlns:a="http://schemas.openxmlformats.org/drawingml/2006/main">
              <a:ext uri="{FF2B5EF4-FFF2-40B4-BE49-F238E27FC236}">
                <a16:creationId xmlns:a16="http://schemas.microsoft.com/office/drawing/2014/main" id="{6B0D633B-D81E-4566-A3B0-BAB1E843796F}"/>
              </a:ext>
            </a:extLst>
          </p:cNvPr>
          <p:cNvSpPr>
            <a:spLocks xmlns:a="http://schemas.openxmlformats.org/drawingml/2006/main" noGrp="1"/>
          </p:cNvSpPr>
          <p:nvPr/>
        </p:nvSpPr>
        <p:spPr>
          <a:xfrm xmlns:a="http://schemas.openxmlformats.org/drawingml/2006/main">
            <a:off x="5619750" y="8667750"/>
            <a:ext cx="8648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0">
                <a:solidFill>
                  <a:srgbClr val="FFFFFF"/>
                </a:solidFill>
                <a:latin typeface="Pretendard"/>
                <a:ea typeface="Pretendard"/>
                <a:cs typeface="Pretendard"/>
              </a:defRPr>
            </a:defPPr>
            <a:lvl1pPr algn="l">
              <a:defRPr sz="2250" b="0">
                <a:solidFill>
                  <a:srgbClr val="FFFFFF"/>
                </a:solidFill>
                <a:latin typeface="Pretendard"/>
                <a:ea typeface="Pretendard"/>
                <a:cs typeface="Pretendard"/>
              </a:defRPr>
            </a:lvl1pPr>
            <a:lvl2pPr algn="l">
              <a:defRPr sz="2250" b="0">
                <a:solidFill>
                  <a:srgbClr val="FFFFFF"/>
                </a:solidFill>
                <a:latin typeface="Pretendard"/>
                <a:ea typeface="Pretendard"/>
                <a:cs typeface="Pretendard"/>
              </a:defRPr>
            </a:lvl2pPr>
            <a:lvl3pPr algn="l">
              <a:defRPr sz="2250" b="0">
                <a:solidFill>
                  <a:srgbClr val="FFFFFF"/>
                </a:solidFill>
                <a:latin typeface="Pretendard"/>
                <a:ea typeface="Pretendard"/>
                <a:cs typeface="Pretendard"/>
              </a:defRPr>
            </a:lvl3pPr>
            <a:lvl4pPr algn="l">
              <a:defRPr sz="2250" b="0">
                <a:solidFill>
                  <a:srgbClr val="FFFFFF"/>
                </a:solidFill>
                <a:latin typeface="Pretendard"/>
                <a:ea typeface="Pretendard"/>
                <a:cs typeface="Pretendard"/>
              </a:defRPr>
            </a:lvl4pPr>
            <a:lvl5pPr algn="l">
              <a:defRPr sz="2250" b="0">
                <a:solidFill>
                  <a:srgbClr val="FFFFFF"/>
                </a:solidFill>
                <a:latin typeface="Pretendard"/>
                <a:ea typeface="Pretendard"/>
                <a:cs typeface="Pretendard"/>
              </a:defRPr>
            </a:lvl5pPr>
            <a:lvl6pPr algn="l">
              <a:defRPr sz="2250" b="0">
                <a:solidFill>
                  <a:srgbClr val="FFFFFF"/>
                </a:solidFill>
                <a:latin typeface="Pretendard"/>
                <a:ea typeface="Pretendard"/>
                <a:cs typeface="Pretendard"/>
              </a:defRPr>
            </a:lvl6pPr>
            <a:lvl7pPr algn="l">
              <a:defRPr sz="2250" b="0">
                <a:solidFill>
                  <a:srgbClr val="FFFFFF"/>
                </a:solidFill>
                <a:latin typeface="Pretendard"/>
                <a:ea typeface="Pretendard"/>
                <a:cs typeface="Pretendard"/>
              </a:defRPr>
            </a:lvl7pPr>
            <a:lvl8pPr algn="l">
              <a:defRPr sz="2250" b="0">
                <a:solidFill>
                  <a:srgbClr val="FFFFFF"/>
                </a:solidFill>
                <a:latin typeface="Pretendard"/>
                <a:ea typeface="Pretendard"/>
                <a:cs typeface="Pretendard"/>
              </a:defRPr>
            </a:lvl8pPr>
            <a:lvl9pPr algn="l">
              <a:defRPr sz="2250" b="0">
                <a:solidFill>
                  <a:srgbClr val="FFFFFF"/>
                </a:solidFill>
                <a:latin typeface="Pretendard"/>
                <a:ea typeface="Pretendard"/>
                <a:cs typeface="Pretendard"/>
              </a:defRPr>
            </a:lvl9pPr>
          </a:lstStyle>
          <a:p xmlns:a="http://schemas.openxmlformats.org/drawingml/2006/main">
            <a:pPr algn="l">
              <a:defRPr sz="2250" b="0">
                <a:solidFill>
                  <a:srgbClr val="FFFFFF"/>
                </a:solidFill>
                <a:latin typeface="Pretendard"/>
                <a:ea typeface="Pretendard"/>
                <a:cs typeface="Pretendard"/>
              </a:defRPr>
            </a:pPr>
            <a:r>
              <a:rPr sz="2250" b="0">
                <a:solidFill>
                  <a:srgbClr val="FFFFFF"/>
                </a:solidFill>
                <a:latin typeface="Pretendard"/>
                <a:ea typeface="Pretendard"/>
                <a:cs typeface="Pretendard"/>
              </a:rPr>
              <a:t>생성물의 합에서 반응물의 합을 뺀다.</a:t>
            </a:r>
          </a:p>
        </p:txBody>
      </p:sp>
    </p:spTree>
    <p:extLst>
      <p:ext uri="{BB962C8B-B14F-4D97-AF65-F5344CB8AC3E}">
        <p14:creationId xmlns:p14="http://schemas.microsoft.com/office/powerpoint/2010/main" val="646479615"/>
      </p:ext>
    </p:extLst>
  </p:cSld>
</p:sld>
</file>

<file path=ppt/slides/slide4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BE7358F-4DEB-4B6A-9381-ED6DC04B2A44}"/>
              </a:ext>
            </a:extLst>
          </p:cNvPr>
          <p:cNvPicPr>
            <a:picLocks xmlns:a="http://schemas.openxmlformats.org/drawingml/2006/main" noChangeAspect="1"/>
          </p:cNvPicPr>
          <p:nvPr/>
        </p:nvPicPr>
        <p:blipFill>
          <a:blip xmlns:r="http://schemas.openxmlformats.org/officeDocument/2006/relationships" xmlns:a="http://schemas.openxmlformats.org/drawingml/2006/main" r:embed="R8df5af74197a450b"/>
          <a:stretch xmlns:a="http://schemas.openxmlformats.org/drawingml/2006/main"/>
        </p:blipFill>
        <p:spPr>
          <a:xfrm xmlns:a="http://schemas.openxmlformats.org/drawingml/2006/main">
            <a:off x="4859" y="0"/>
            <a:ext cx="18278283" cy="10287000"/>
          </a:xfrm>
          <a:prstGeom xmlns:a="http://schemas.openxmlformats.org/drawingml/2006/main" prst="rect">
            <a:avLst/>
          </a:prstGeom>
        </p:spPr>
      </p:pic>
      <p:sp>
        <p:nvSpPr>
          <p:cNvPr id="2" name="표지와 같은 녹색 그라데이션">
            <a:extLst xmlns:a="http://schemas.openxmlformats.org/drawingml/2006/main">
              <a:ext uri="{FF2B5EF4-FFF2-40B4-BE49-F238E27FC236}">
                <a16:creationId xmlns:a16="http://schemas.microsoft.com/office/drawing/2014/main" id="{1DE44AE4-00D3-4BE6-98C0-CB6D8607A3EE}"/>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gradFill xmlns:a="http://schemas.openxmlformats.org/drawingml/2006/main">
            <a:gsLst>
              <a:gs pos="0">
                <a:srgbClr val="158C18"/>
              </a:gs>
              <a:gs pos="18000">
                <a:srgbClr val="158C18">
                  <a:alpha val="98000"/>
                </a:srgbClr>
              </a:gs>
              <a:gs pos="28000">
                <a:srgbClr val="158C18">
                  <a:alpha val="80000"/>
                </a:srgbClr>
              </a:gs>
              <a:gs pos="36000">
                <a:srgbClr val="158C18">
                  <a:alpha val="35000"/>
                </a:srgbClr>
              </a:gs>
              <a:gs pos="43000">
                <a:srgbClr val="158C18">
                  <a:alpha val="0"/>
                </a:srgbClr>
              </a:gs>
            </a:gsLst>
            <a:lin ang="0"/>
          </a:gradFill>
          <a:ln xmlns:a="http://schemas.openxmlformats.org/drawingml/2006/main" w="0">
            <a:noFill/>
          </a:ln>
        </p:spPr>
      </p:sp>
      <p:sp>
        <p:nvSpPr>
          <p:cNvPr id="3" name="Part 배경 51% 검정 덮개">
            <a:extLst xmlns:a="http://schemas.openxmlformats.org/drawingml/2006/main">
              <a:ext uri="{FF2B5EF4-FFF2-40B4-BE49-F238E27FC236}">
                <a16:creationId xmlns:a16="http://schemas.microsoft.com/office/drawing/2014/main" id="{B0DD3A51-81B8-4A89-8EC2-32B299043DC9}"/>
              </a:ext>
            </a:extLst>
          </p:cNvPr>
          <p:cNvSpPr>
            <a:spLocks xmlns:a="http://schemas.openxmlformats.org/drawingml/2006/main" noGrp="1"/>
          </p:cNvSpPr>
          <p:nvPr/>
        </p:nvSpPr>
        <p:spPr>
          <a:xfrm xmlns:a="http://schemas.openxmlformats.org/drawingml/2006/main">
            <a:off x="0" y="0"/>
            <a:ext cx="18288000" cy="10287000"/>
          </a:xfrm>
          <a:prstGeom xmlns:a="http://schemas.openxmlformats.org/drawingml/2006/main" prst="rect">
            <a:avLst/>
          </a:prstGeom>
          <a:solidFill xmlns:a="http://schemas.openxmlformats.org/drawingml/2006/main">
            <a:srgbClr val="000000">
              <a:alpha val="51000"/>
            </a:srgbClr>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963A6001-F646-419E-B5D2-BFA3BA67E6B1}"/>
              </a:ext>
            </a:extLst>
          </p:cNvPr>
          <p:cNvPicPr>
            <a:picLocks xmlns:a="http://schemas.openxmlformats.org/drawingml/2006/main" noChangeAspect="1"/>
          </p:cNvPicPr>
          <p:nvPr/>
        </p:nvPicPr>
        <p:blipFill>
          <a:blip xmlns:r="http://schemas.openxmlformats.org/officeDocument/2006/relationships" xmlns:a="http://schemas.openxmlformats.org/drawingml/2006/main" r:embed="Rbaee364f7ef340f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5" name="copyright">
            <a:extLst xmlns:a="http://schemas.openxmlformats.org/drawingml/2006/main">
              <a:ext uri="{FF2B5EF4-FFF2-40B4-BE49-F238E27FC236}">
                <a16:creationId xmlns:a16="http://schemas.microsoft.com/office/drawing/2014/main" id="{C420B28E-9A52-4D04-B1DE-04DA6CCFA12A}"/>
              </a:ext>
            </a:extLst>
          </p:cNvPr>
          <p:cNvSpPr>
            <a:spLocks xmlns:a="http://schemas.openxmlformats.org/drawingml/2006/main" noGrp="1"/>
          </p:cNvSpPr>
          <p:nvPr/>
        </p:nvSpPr>
        <p:spPr>
          <a:xfrm xmlns:a="http://schemas.openxmlformats.org/drawingml/2006/main">
            <a:off x="13716000" y="9848850"/>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575" b="0">
                <a:solidFill>
                  <a:srgbClr val="FFFFFF"/>
                </a:solidFill>
                <a:latin typeface="Pretendard"/>
                <a:ea typeface="Pretendard"/>
                <a:cs typeface="Pretendard"/>
              </a:defRPr>
            </a:defPPr>
            <a:lvl1pPr algn="r">
              <a:defRPr sz="1575" b="0">
                <a:solidFill>
                  <a:srgbClr val="FFFFFF"/>
                </a:solidFill>
                <a:latin typeface="Pretendard"/>
                <a:ea typeface="Pretendard"/>
                <a:cs typeface="Pretendard"/>
              </a:defRPr>
            </a:lvl1pPr>
            <a:lvl2pPr algn="r">
              <a:defRPr sz="1575" b="0">
                <a:solidFill>
                  <a:srgbClr val="FFFFFF"/>
                </a:solidFill>
                <a:latin typeface="Pretendard"/>
                <a:ea typeface="Pretendard"/>
                <a:cs typeface="Pretendard"/>
              </a:defRPr>
            </a:lvl2pPr>
            <a:lvl3pPr algn="r">
              <a:defRPr sz="1575" b="0">
                <a:solidFill>
                  <a:srgbClr val="FFFFFF"/>
                </a:solidFill>
                <a:latin typeface="Pretendard"/>
                <a:ea typeface="Pretendard"/>
                <a:cs typeface="Pretendard"/>
              </a:defRPr>
            </a:lvl3pPr>
            <a:lvl4pPr algn="r">
              <a:defRPr sz="1575" b="0">
                <a:solidFill>
                  <a:srgbClr val="FFFFFF"/>
                </a:solidFill>
                <a:latin typeface="Pretendard"/>
                <a:ea typeface="Pretendard"/>
                <a:cs typeface="Pretendard"/>
              </a:defRPr>
            </a:lvl4pPr>
            <a:lvl5pPr algn="r">
              <a:defRPr sz="1575" b="0">
                <a:solidFill>
                  <a:srgbClr val="FFFFFF"/>
                </a:solidFill>
                <a:latin typeface="Pretendard"/>
                <a:ea typeface="Pretendard"/>
                <a:cs typeface="Pretendard"/>
              </a:defRPr>
            </a:lvl5pPr>
            <a:lvl6pPr algn="r">
              <a:defRPr sz="1575" b="0">
                <a:solidFill>
                  <a:srgbClr val="FFFFFF"/>
                </a:solidFill>
                <a:latin typeface="Pretendard"/>
                <a:ea typeface="Pretendard"/>
                <a:cs typeface="Pretendard"/>
              </a:defRPr>
            </a:lvl6pPr>
            <a:lvl7pPr algn="r">
              <a:defRPr sz="1575" b="0">
                <a:solidFill>
                  <a:srgbClr val="FFFFFF"/>
                </a:solidFill>
                <a:latin typeface="Pretendard"/>
                <a:ea typeface="Pretendard"/>
                <a:cs typeface="Pretendard"/>
              </a:defRPr>
            </a:lvl7pPr>
            <a:lvl8pPr algn="r">
              <a:defRPr sz="1575" b="0">
                <a:solidFill>
                  <a:srgbClr val="FFFFFF"/>
                </a:solidFill>
                <a:latin typeface="Pretendard"/>
                <a:ea typeface="Pretendard"/>
                <a:cs typeface="Pretendard"/>
              </a:defRPr>
            </a:lvl8pPr>
            <a:lvl9pPr algn="r">
              <a:defRPr sz="1575" b="0">
                <a:solidFill>
                  <a:srgbClr val="FFFFFF"/>
                </a:solidFill>
                <a:latin typeface="Pretendard"/>
                <a:ea typeface="Pretendard"/>
                <a:cs typeface="Pretendard"/>
              </a:defRPr>
            </a:lvl9pPr>
          </a:lstStyle>
          <a:p xmlns:a="http://schemas.openxmlformats.org/drawingml/2006/main">
            <a:pPr algn="r">
              <a:defRPr sz="1575" b="0">
                <a:solidFill>
                  <a:srgbClr val="FFFFFF"/>
                </a:solidFill>
                <a:latin typeface="Pretendard"/>
                <a:ea typeface="Pretendard"/>
                <a:cs typeface="Pretendard"/>
              </a:defRPr>
            </a:pPr>
            <a:r>
              <a:rPr sz="1575" b="0">
                <a:solidFill>
                  <a:srgbClr val="FFFFFF"/>
                </a:solidFill>
                <a:latin typeface="Pretendard"/>
                <a:ea typeface="Pretendard"/>
                <a:cs typeface="Pretendard"/>
              </a:rPr>
              <a:t>© 2026. @sci_eum. All rights reserved.</a:t>
            </a:r>
          </a:p>
        </p:txBody>
      </p:sp>
      <p:sp>
        <p:nvSpPr>
          <p:cNvPr id="6" name="text">
            <a:extLst xmlns:a="http://schemas.openxmlformats.org/drawingml/2006/main">
              <a:ext uri="{FF2B5EF4-FFF2-40B4-BE49-F238E27FC236}">
                <a16:creationId xmlns:a16="http://schemas.microsoft.com/office/drawing/2014/main" id="{2EC8AEA6-002D-443E-A205-8BB64E3BB684}"/>
              </a:ext>
            </a:extLst>
          </p:cNvPr>
          <p:cNvSpPr>
            <a:spLocks xmlns:a="http://schemas.openxmlformats.org/drawingml/2006/main" noGrp="1"/>
          </p:cNvSpPr>
          <p:nvPr/>
        </p:nvSpPr>
        <p:spPr>
          <a:xfrm xmlns:a="http://schemas.openxmlformats.org/drawingml/2006/main">
            <a:off x="1323975" y="2466975"/>
            <a:ext cx="9525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5730" b="1">
                <a:solidFill>
                  <a:srgbClr val="9FFF68"/>
                </a:solidFill>
                <a:latin typeface="Pretendard"/>
                <a:ea typeface="Pretendard"/>
                <a:cs typeface="Pretendard"/>
              </a:defRPr>
            </a:defPPr>
            <a:lvl1pPr algn="l">
              <a:defRPr sz="5730" b="1">
                <a:solidFill>
                  <a:srgbClr val="9FFF68"/>
                </a:solidFill>
                <a:latin typeface="Pretendard"/>
                <a:ea typeface="Pretendard"/>
                <a:cs typeface="Pretendard"/>
              </a:defRPr>
            </a:lvl1pPr>
            <a:lvl2pPr algn="l">
              <a:defRPr sz="5730" b="1">
                <a:solidFill>
                  <a:srgbClr val="9FFF68"/>
                </a:solidFill>
                <a:latin typeface="Pretendard"/>
                <a:ea typeface="Pretendard"/>
                <a:cs typeface="Pretendard"/>
              </a:defRPr>
            </a:lvl2pPr>
            <a:lvl3pPr algn="l">
              <a:defRPr sz="5730" b="1">
                <a:solidFill>
                  <a:srgbClr val="9FFF68"/>
                </a:solidFill>
                <a:latin typeface="Pretendard"/>
                <a:ea typeface="Pretendard"/>
                <a:cs typeface="Pretendard"/>
              </a:defRPr>
            </a:lvl3pPr>
            <a:lvl4pPr algn="l">
              <a:defRPr sz="5730" b="1">
                <a:solidFill>
                  <a:srgbClr val="9FFF68"/>
                </a:solidFill>
                <a:latin typeface="Pretendard"/>
                <a:ea typeface="Pretendard"/>
                <a:cs typeface="Pretendard"/>
              </a:defRPr>
            </a:lvl4pPr>
            <a:lvl5pPr algn="l">
              <a:defRPr sz="5730" b="1">
                <a:solidFill>
                  <a:srgbClr val="9FFF68"/>
                </a:solidFill>
                <a:latin typeface="Pretendard"/>
                <a:ea typeface="Pretendard"/>
                <a:cs typeface="Pretendard"/>
              </a:defRPr>
            </a:lvl5pPr>
            <a:lvl6pPr algn="l">
              <a:defRPr sz="5730" b="1">
                <a:solidFill>
                  <a:srgbClr val="9FFF68"/>
                </a:solidFill>
                <a:latin typeface="Pretendard"/>
                <a:ea typeface="Pretendard"/>
                <a:cs typeface="Pretendard"/>
              </a:defRPr>
            </a:lvl6pPr>
            <a:lvl7pPr algn="l">
              <a:defRPr sz="5730" b="1">
                <a:solidFill>
                  <a:srgbClr val="9FFF68"/>
                </a:solidFill>
                <a:latin typeface="Pretendard"/>
                <a:ea typeface="Pretendard"/>
                <a:cs typeface="Pretendard"/>
              </a:defRPr>
            </a:lvl7pPr>
            <a:lvl8pPr algn="l">
              <a:defRPr sz="5730" b="1">
                <a:solidFill>
                  <a:srgbClr val="9FFF68"/>
                </a:solidFill>
                <a:latin typeface="Pretendard"/>
                <a:ea typeface="Pretendard"/>
                <a:cs typeface="Pretendard"/>
              </a:defRPr>
            </a:lvl8pPr>
            <a:lvl9pPr algn="l">
              <a:defRPr sz="5730" b="1">
                <a:solidFill>
                  <a:srgbClr val="9FFF68"/>
                </a:solidFill>
                <a:latin typeface="Pretendard"/>
                <a:ea typeface="Pretendard"/>
                <a:cs typeface="Pretendard"/>
              </a:defRPr>
            </a:lvl9pPr>
          </a:lstStyle>
          <a:p xmlns:a="http://schemas.openxmlformats.org/drawingml/2006/main">
            <a:pPr algn="l">
              <a:defRPr sz="5730" b="1">
                <a:solidFill>
                  <a:srgbClr val="9FFF68"/>
                </a:solidFill>
                <a:latin typeface="Pretendard"/>
                <a:ea typeface="Pretendard"/>
                <a:cs typeface="Pretendard"/>
              </a:defRPr>
            </a:pPr>
            <a:r>
              <a:rPr sz="5730" b="1">
                <a:solidFill>
                  <a:srgbClr val="9FFF68"/>
                </a:solidFill>
                <a:latin typeface="Pretendard"/>
                <a:ea typeface="Pretendard"/>
                <a:cs typeface="Pretendard"/>
              </a:rPr>
              <a:t>Part 4</a:t>
            </a:r>
          </a:p>
        </p:txBody>
      </p:sp>
      <p:sp>
        <p:nvSpPr>
          <p:cNvPr id="7" name="text">
            <a:extLst xmlns:a="http://schemas.openxmlformats.org/drawingml/2006/main">
              <a:ext uri="{FF2B5EF4-FFF2-40B4-BE49-F238E27FC236}">
                <a16:creationId xmlns:a16="http://schemas.microsoft.com/office/drawing/2014/main" id="{AF6EA862-C16D-45F7-BDDD-7D2C5FEF14A3}"/>
              </a:ext>
            </a:extLst>
          </p:cNvPr>
          <p:cNvSpPr>
            <a:spLocks xmlns:a="http://schemas.openxmlformats.org/drawingml/2006/main" noGrp="1"/>
          </p:cNvSpPr>
          <p:nvPr/>
        </p:nvSpPr>
        <p:spPr>
          <a:xfrm xmlns:a="http://schemas.openxmlformats.org/drawingml/2006/main">
            <a:off x="1323975" y="3686175"/>
            <a:ext cx="15811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7500" b="1">
                <a:solidFill>
                  <a:srgbClr val="FFFFFF"/>
                </a:solidFill>
                <a:latin typeface="Pretendard"/>
                <a:ea typeface="Pretendard"/>
                <a:cs typeface="Pretendard"/>
              </a:defRPr>
            </a:defPPr>
            <a:lvl1pPr algn="l">
              <a:defRPr sz="7500" b="1">
                <a:solidFill>
                  <a:srgbClr val="FFFFFF"/>
                </a:solidFill>
                <a:latin typeface="Pretendard"/>
                <a:ea typeface="Pretendard"/>
                <a:cs typeface="Pretendard"/>
              </a:defRPr>
            </a:lvl1pPr>
            <a:lvl2pPr algn="l">
              <a:defRPr sz="7500" b="1">
                <a:solidFill>
                  <a:srgbClr val="FFFFFF"/>
                </a:solidFill>
                <a:latin typeface="Pretendard"/>
                <a:ea typeface="Pretendard"/>
                <a:cs typeface="Pretendard"/>
              </a:defRPr>
            </a:lvl2pPr>
            <a:lvl3pPr algn="l">
              <a:defRPr sz="7500" b="1">
                <a:solidFill>
                  <a:srgbClr val="FFFFFF"/>
                </a:solidFill>
                <a:latin typeface="Pretendard"/>
                <a:ea typeface="Pretendard"/>
                <a:cs typeface="Pretendard"/>
              </a:defRPr>
            </a:lvl3pPr>
            <a:lvl4pPr algn="l">
              <a:defRPr sz="7500" b="1">
                <a:solidFill>
                  <a:srgbClr val="FFFFFF"/>
                </a:solidFill>
                <a:latin typeface="Pretendard"/>
                <a:ea typeface="Pretendard"/>
                <a:cs typeface="Pretendard"/>
              </a:defRPr>
            </a:lvl4pPr>
            <a:lvl5pPr algn="l">
              <a:defRPr sz="7500" b="1">
                <a:solidFill>
                  <a:srgbClr val="FFFFFF"/>
                </a:solidFill>
                <a:latin typeface="Pretendard"/>
                <a:ea typeface="Pretendard"/>
                <a:cs typeface="Pretendard"/>
              </a:defRPr>
            </a:lvl5pPr>
            <a:lvl6pPr algn="l">
              <a:defRPr sz="7500" b="1">
                <a:solidFill>
                  <a:srgbClr val="FFFFFF"/>
                </a:solidFill>
                <a:latin typeface="Pretendard"/>
                <a:ea typeface="Pretendard"/>
                <a:cs typeface="Pretendard"/>
              </a:defRPr>
            </a:lvl6pPr>
            <a:lvl7pPr algn="l">
              <a:defRPr sz="7500" b="1">
                <a:solidFill>
                  <a:srgbClr val="FFFFFF"/>
                </a:solidFill>
                <a:latin typeface="Pretendard"/>
                <a:ea typeface="Pretendard"/>
                <a:cs typeface="Pretendard"/>
              </a:defRPr>
            </a:lvl7pPr>
            <a:lvl8pPr algn="l">
              <a:defRPr sz="7500" b="1">
                <a:solidFill>
                  <a:srgbClr val="FFFFFF"/>
                </a:solidFill>
                <a:latin typeface="Pretendard"/>
                <a:ea typeface="Pretendard"/>
                <a:cs typeface="Pretendard"/>
              </a:defRPr>
            </a:lvl8pPr>
            <a:lvl9pPr algn="l">
              <a:defRPr sz="7500" b="1">
                <a:solidFill>
                  <a:srgbClr val="FFFFFF"/>
                </a:solidFill>
                <a:latin typeface="Pretendard"/>
                <a:ea typeface="Pretendard"/>
                <a:cs typeface="Pretendard"/>
              </a:defRPr>
            </a:lvl9pPr>
          </a:lstStyle>
          <a:p xmlns:a="http://schemas.openxmlformats.org/drawingml/2006/main">
            <a:pPr algn="l">
              <a:defRPr sz="7500" b="1">
                <a:solidFill>
                  <a:srgbClr val="FFFFFF"/>
                </a:solidFill>
                <a:latin typeface="Pretendard"/>
                <a:ea typeface="Pretendard"/>
                <a:cs typeface="Pretendard"/>
              </a:defRPr>
            </a:pPr>
            <a:r>
              <a:rPr sz="7500" b="1">
                <a:solidFill>
                  <a:srgbClr val="FFFFFF"/>
                </a:solidFill>
                <a:latin typeface="Pretendard"/>
                <a:ea typeface="Pretendard"/>
                <a:cs typeface="Pretendard"/>
              </a:rPr>
              <a:t>실험으로 확인하는 헤스 법칙</a:t>
            </a:r>
          </a:p>
        </p:txBody>
      </p:sp>
      <p:sp>
        <p:nvSpPr>
          <p:cNvPr id="8" name="text">
            <a:extLst xmlns:a="http://schemas.openxmlformats.org/drawingml/2006/main">
              <a:ext uri="{FF2B5EF4-FFF2-40B4-BE49-F238E27FC236}">
                <a16:creationId xmlns:a16="http://schemas.microsoft.com/office/drawing/2014/main" id="{C23ED340-36B4-4477-B0B0-4A2F44599099}"/>
              </a:ext>
            </a:extLst>
          </p:cNvPr>
          <p:cNvSpPr>
            <a:spLocks xmlns:a="http://schemas.openxmlformats.org/drawingml/2006/main" noGrp="1"/>
          </p:cNvSpPr>
          <p:nvPr/>
        </p:nvSpPr>
        <p:spPr>
          <a:xfrm xmlns:a="http://schemas.openxmlformats.org/drawingml/2006/main">
            <a:off x="1362075" y="5772150"/>
            <a:ext cx="156210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00" b="1">
                <a:solidFill>
                  <a:srgbClr val="FFFFFF"/>
                </a:solidFill>
                <a:latin typeface="Pretendard"/>
                <a:ea typeface="Pretendard"/>
                <a:cs typeface="Pretendard"/>
              </a:defRPr>
            </a:defPPr>
            <a:lvl1pPr algn="l">
              <a:defRPr sz="3000" b="1">
                <a:solidFill>
                  <a:srgbClr val="FFFFFF"/>
                </a:solidFill>
                <a:latin typeface="Pretendard"/>
                <a:ea typeface="Pretendard"/>
                <a:cs typeface="Pretendard"/>
              </a:defRPr>
            </a:lvl1pPr>
            <a:lvl2pPr algn="l">
              <a:defRPr sz="3000" b="1">
                <a:solidFill>
                  <a:srgbClr val="FFFFFF"/>
                </a:solidFill>
                <a:latin typeface="Pretendard"/>
                <a:ea typeface="Pretendard"/>
                <a:cs typeface="Pretendard"/>
              </a:defRPr>
            </a:lvl2pPr>
            <a:lvl3pPr algn="l">
              <a:defRPr sz="3000" b="1">
                <a:solidFill>
                  <a:srgbClr val="FFFFFF"/>
                </a:solidFill>
                <a:latin typeface="Pretendard"/>
                <a:ea typeface="Pretendard"/>
                <a:cs typeface="Pretendard"/>
              </a:defRPr>
            </a:lvl3pPr>
            <a:lvl4pPr algn="l">
              <a:defRPr sz="3000" b="1">
                <a:solidFill>
                  <a:srgbClr val="FFFFFF"/>
                </a:solidFill>
                <a:latin typeface="Pretendard"/>
                <a:ea typeface="Pretendard"/>
                <a:cs typeface="Pretendard"/>
              </a:defRPr>
            </a:lvl4pPr>
            <a:lvl5pPr algn="l">
              <a:defRPr sz="3000" b="1">
                <a:solidFill>
                  <a:srgbClr val="FFFFFF"/>
                </a:solidFill>
                <a:latin typeface="Pretendard"/>
                <a:ea typeface="Pretendard"/>
                <a:cs typeface="Pretendard"/>
              </a:defRPr>
            </a:lvl5pPr>
            <a:lvl6pPr algn="l">
              <a:defRPr sz="3000" b="1">
                <a:solidFill>
                  <a:srgbClr val="FFFFFF"/>
                </a:solidFill>
                <a:latin typeface="Pretendard"/>
                <a:ea typeface="Pretendard"/>
                <a:cs typeface="Pretendard"/>
              </a:defRPr>
            </a:lvl6pPr>
            <a:lvl7pPr algn="l">
              <a:defRPr sz="3000" b="1">
                <a:solidFill>
                  <a:srgbClr val="FFFFFF"/>
                </a:solidFill>
                <a:latin typeface="Pretendard"/>
                <a:ea typeface="Pretendard"/>
                <a:cs typeface="Pretendard"/>
              </a:defRPr>
            </a:lvl7pPr>
            <a:lvl8pPr algn="l">
              <a:defRPr sz="3000" b="1">
                <a:solidFill>
                  <a:srgbClr val="FFFFFF"/>
                </a:solidFill>
                <a:latin typeface="Pretendard"/>
                <a:ea typeface="Pretendard"/>
                <a:cs typeface="Pretendard"/>
              </a:defRPr>
            </a:lvl8pPr>
            <a:lvl9pPr algn="l">
              <a:defRPr sz="3000" b="1">
                <a:solidFill>
                  <a:srgbClr val="FFFFFF"/>
                </a:solidFill>
                <a:latin typeface="Pretendard"/>
                <a:ea typeface="Pretendard"/>
                <a:cs typeface="Pretendard"/>
              </a:defRPr>
            </a:lvl9pPr>
          </a:lstStyle>
          <a:p xmlns:a="http://schemas.openxmlformats.org/drawingml/2006/main">
            <a:pPr algn="l">
              <a:defRPr sz="3000" b="1">
                <a:solidFill>
                  <a:srgbClr val="FFFFFF"/>
                </a:solidFill>
                <a:latin typeface="Pretendard"/>
                <a:ea typeface="Pretendard"/>
                <a:cs typeface="Pretendard"/>
              </a:defRPr>
            </a:pPr>
            <a:r>
              <a:rPr sz="3000" b="1">
                <a:solidFill>
                  <a:srgbClr val="FFFFFF"/>
                </a:solidFill>
                <a:latin typeface="Pretendard"/>
                <a:ea typeface="Pretendard"/>
                <a:cs typeface="Pretendard"/>
              </a:rPr>
              <a:t>용해한 뒤 중화할 때와 고체를 직접 반응시킬 때의 열은 같을까?</a:t>
            </a:r>
          </a:p>
        </p:txBody>
      </p:sp>
    </p:spTree>
    <p:extLst>
      <p:ext uri="{BB962C8B-B14F-4D97-AF65-F5344CB8AC3E}">
        <p14:creationId xmlns:p14="http://schemas.microsoft.com/office/powerpoint/2010/main" val="2117974408"/>
      </p:ext>
    </p:extLst>
  </p:cSld>
</p:sld>
</file>

<file path=ppt/slides/slide4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4" name="v34 내용 영역">
            <a:extLst xmlns:a="http://schemas.openxmlformats.org/drawingml/2006/main">
              <a:ext uri="{FF2B5EF4-FFF2-40B4-BE49-F238E27FC236}">
                <a16:creationId xmlns:a16="http://schemas.microsoft.com/office/drawing/2014/main" id="{D7302201-B80D-4561-8480-943FF3B1999C}"/>
              </a:ext>
            </a:extLst>
          </p:cNvPr>
          <p:cNvSpPr>
            <a:spLocks xmlns:a="http://schemas.openxmlformats.org/drawingml/2006/main" noGrp="1"/>
          </p:cNvSpPr>
          <p:nvPr/>
        </p:nvSpPr>
        <p:spPr>
          <a:xfrm xmlns:a="http://schemas.openxmlformats.org/drawingml/2006/main">
            <a:off x="2190750" y="7477125"/>
            <a:ext cx="13906500" cy="1619250"/>
          </a:xfrm>
          <a:prstGeom xmlns:a="http://schemas.openxmlformats.org/drawingml/2006/main" prst="roundRect">
            <a:avLst>
              <a:gd name="adj" fmla="val 10588"/>
            </a:avLst>
          </a:prstGeom>
          <a:solidFill xmlns:a="http://schemas.openxmlformats.org/drawingml/2006/main">
            <a:srgbClr val="242424"/>
          </a:solidFill>
          <a:ln xmlns:a="http://schemas.openxmlformats.org/drawingml/2006/main" w="0">
            <a:noFill/>
          </a:ln>
        </p:spPr>
      </p:sp>
      <p:sp>
        <p:nvSpPr>
          <p:cNvPr id="13" name="v34 내용 영역">
            <a:extLst xmlns:a="http://schemas.openxmlformats.org/drawingml/2006/main">
              <a:ext uri="{FF2B5EF4-FFF2-40B4-BE49-F238E27FC236}">
                <a16:creationId xmlns:a16="http://schemas.microsoft.com/office/drawing/2014/main" id="{F71FBCFD-CEA0-4211-8652-B357F69BA99C}"/>
              </a:ext>
            </a:extLst>
          </p:cNvPr>
          <p:cNvSpPr>
            <a:spLocks xmlns:a="http://schemas.openxmlformats.org/drawingml/2006/main" noGrp="1"/>
          </p:cNvSpPr>
          <p:nvPr/>
        </p:nvSpPr>
        <p:spPr>
          <a:xfrm xmlns:a="http://schemas.openxmlformats.org/drawingml/2006/main">
            <a:off x="2190750" y="4286250"/>
            <a:ext cx="13906500" cy="2809875"/>
          </a:xfrm>
          <a:prstGeom xmlns:a="http://schemas.openxmlformats.org/drawingml/2006/main" prst="roundRect">
            <a:avLst>
              <a:gd name="adj" fmla="val 6102"/>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424BF820-07FE-4DA1-A6A4-F3CFDA3B1A65}"/>
              </a:ext>
            </a:extLst>
          </p:cNvPr>
          <p:cNvPicPr>
            <a:picLocks xmlns:a="http://schemas.openxmlformats.org/drawingml/2006/main" noChangeAspect="1"/>
          </p:cNvPicPr>
          <p:nvPr/>
        </p:nvPicPr>
        <p:blipFill>
          <a:blip xmlns:r="http://schemas.openxmlformats.org/officeDocument/2006/relationships" xmlns:a="http://schemas.openxmlformats.org/drawingml/2006/main" r:embed="Rfa5c7525d82843df"/>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CE7BAE02-84DE-4498-817F-00940F9706F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290E2155-F362-49DA-B8EC-83B8F0EFEF1B}"/>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EA53BCF3-5CEE-4155-A850-70C2EAA0234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A816266C-E19F-4CC1-8C26-36CC1EC36204}"/>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ABD64742-9AF6-4D48-9C81-FFE290EB05B9}"/>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같은 처음과 끝을 만드는 두 경로</a:t>
            </a:r>
          </a:p>
        </p:txBody>
      </p:sp>
      <p:pic>
        <p:nvPicPr>
          <p:cNvPr id="9" name="">
            <a:extLst xmlns:a="http://schemas.openxmlformats.org/drawingml/2006/main">
              <a:ext uri="{FF2B5EF4-FFF2-40B4-BE49-F238E27FC236}">
                <a16:creationId xmlns:a16="http://schemas.microsoft.com/office/drawing/2014/main" id="{BCB7FAE2-6FF7-4FD8-98DE-65FDE318C3F7}"/>
              </a:ext>
            </a:extLst>
          </p:cNvPr>
          <p:cNvPicPr>
            <a:picLocks xmlns:a="http://schemas.openxmlformats.org/drawingml/2006/main" noChangeAspect="1"/>
          </p:cNvPicPr>
          <p:nvPr/>
        </p:nvPicPr>
        <p:blipFill>
          <a:blip xmlns:r="http://schemas.openxmlformats.org/officeDocument/2006/relationships" xmlns:a="http://schemas.openxmlformats.org/drawingml/2006/main" r:embed="Rf6ddfe785f9c4d58"/>
          <a:stretch xmlns:a="http://schemas.openxmlformats.org/drawingml/2006/main"/>
        </p:blipFill>
        <p:spPr>
          <a:xfrm xmlns:a="http://schemas.openxmlformats.org/drawingml/2006/main">
            <a:off x="5191932" y="5191125"/>
            <a:ext cx="7904136" cy="76200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135467DB-5F45-440E-BDE6-581AC5D1D24C}"/>
              </a:ext>
            </a:extLst>
          </p:cNvPr>
          <p:cNvPicPr>
            <a:picLocks xmlns:a="http://schemas.openxmlformats.org/drawingml/2006/main" noChangeAspect="1"/>
          </p:cNvPicPr>
          <p:nvPr/>
        </p:nvPicPr>
        <p:blipFill>
          <a:blip xmlns:r="http://schemas.openxmlformats.org/officeDocument/2006/relationships" xmlns:a="http://schemas.openxmlformats.org/drawingml/2006/main" r:embed="Ra568b8d429c440ad"/>
          <a:stretch xmlns:a="http://schemas.openxmlformats.org/drawingml/2006/main"/>
        </p:blipFill>
        <p:spPr>
          <a:xfrm xmlns:a="http://schemas.openxmlformats.org/drawingml/2006/main">
            <a:off x="3165098" y="6211914"/>
            <a:ext cx="11957803" cy="720671"/>
          </a:xfrm>
          <a:prstGeom xmlns:a="http://schemas.openxmlformats.org/drawingml/2006/main" prst="rect">
            <a:avLst/>
          </a:prstGeom>
        </p:spPr>
      </p:pic>
      <p:pic>
        <p:nvPicPr>
          <p:cNvPr id="12" name="">
            <a:extLst xmlns:a="http://schemas.openxmlformats.org/drawingml/2006/main">
              <a:ext uri="{FF2B5EF4-FFF2-40B4-BE49-F238E27FC236}">
                <a16:creationId xmlns:a16="http://schemas.microsoft.com/office/drawing/2014/main" id="{EC8739C0-4D8F-47CA-9C75-2B3C38BF2DA9}"/>
              </a:ext>
            </a:extLst>
          </p:cNvPr>
          <p:cNvPicPr>
            <a:picLocks xmlns:a="http://schemas.openxmlformats.org/drawingml/2006/main" noChangeAspect="1"/>
          </p:cNvPicPr>
          <p:nvPr/>
        </p:nvPicPr>
        <p:blipFill>
          <a:blip xmlns:r="http://schemas.openxmlformats.org/officeDocument/2006/relationships" xmlns:a="http://schemas.openxmlformats.org/drawingml/2006/main" r:embed="R345ebc03bd32468d"/>
          <a:stretch xmlns:a="http://schemas.openxmlformats.org/drawingml/2006/main"/>
        </p:blipFill>
        <p:spPr>
          <a:xfrm xmlns:a="http://schemas.openxmlformats.org/drawingml/2006/main">
            <a:off x="3263113" y="8289509"/>
            <a:ext cx="11761774" cy="708857"/>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ABDC8D47-5024-4ADC-8B78-AABFE0D00733}"/>
              </a:ext>
            </a:extLst>
          </p:cNvPr>
          <p:cNvSpPr>
            <a:spLocks xmlns:a="http://schemas.openxmlformats.org/drawingml/2006/main" noGrp="1"/>
          </p:cNvSpPr>
          <p:nvPr/>
        </p:nvSpPr>
        <p:spPr>
          <a:xfrm xmlns:a="http://schemas.openxmlformats.org/drawingml/2006/main">
            <a:off x="2524125" y="4457700"/>
            <a:ext cx="4476750" cy="55245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1 · 용해 후 중화</a:t>
            </a:r>
          </a:p>
        </p:txBody>
      </p:sp>
      <p:sp>
        <p:nvSpPr>
          <p:cNvPr id="16" name="text">
            <a:extLst xmlns:a="http://schemas.openxmlformats.org/drawingml/2006/main">
              <a:ext uri="{FF2B5EF4-FFF2-40B4-BE49-F238E27FC236}">
                <a16:creationId xmlns:a16="http://schemas.microsoft.com/office/drawing/2014/main" id="{F0192E64-454B-46BF-B50D-E3B1EDC40FAC}"/>
              </a:ext>
            </a:extLst>
          </p:cNvPr>
          <p:cNvSpPr>
            <a:spLocks xmlns:a="http://schemas.openxmlformats.org/drawingml/2006/main" noGrp="1"/>
          </p:cNvSpPr>
          <p:nvPr/>
        </p:nvSpPr>
        <p:spPr>
          <a:xfrm xmlns:a="http://schemas.openxmlformats.org/drawingml/2006/main">
            <a:off x="2524125" y="7620000"/>
            <a:ext cx="4953000" cy="552450"/>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경로 2 · 고체와 직접 반응</a:t>
            </a:r>
          </a:p>
        </p:txBody>
      </p:sp>
    </p:spTree>
    <p:extLst>
      <p:ext uri="{BB962C8B-B14F-4D97-AF65-F5344CB8AC3E}">
        <p14:creationId xmlns:p14="http://schemas.microsoft.com/office/powerpoint/2010/main" val="1686788374"/>
      </p:ext>
    </p:extLst>
  </p:cSld>
</p:sld>
</file>

<file path=ppt/slides/slide4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 name="v34 내용 영역">
            <a:extLst xmlns:a="http://schemas.openxmlformats.org/drawingml/2006/main">
              <a:ext uri="{FF2B5EF4-FFF2-40B4-BE49-F238E27FC236}">
                <a16:creationId xmlns:a16="http://schemas.microsoft.com/office/drawing/2014/main" id="{85A66541-11AE-451C-9B67-761A42D07EEA}"/>
              </a:ext>
            </a:extLst>
          </p:cNvPr>
          <p:cNvSpPr>
            <a:spLocks xmlns:a="http://schemas.openxmlformats.org/drawingml/2006/main" noGrp="1"/>
          </p:cNvSpPr>
          <p:nvPr/>
        </p:nvSpPr>
        <p:spPr>
          <a:xfrm xmlns:a="http://schemas.openxmlformats.org/drawingml/2006/main">
            <a:off x="9334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7" name="v34 내용 영역">
            <a:extLst xmlns:a="http://schemas.openxmlformats.org/drawingml/2006/main">
              <a:ext uri="{FF2B5EF4-FFF2-40B4-BE49-F238E27FC236}">
                <a16:creationId xmlns:a16="http://schemas.microsoft.com/office/drawing/2014/main" id="{6269B912-8672-4130-8FEB-A3ECA459D755}"/>
              </a:ext>
            </a:extLst>
          </p:cNvPr>
          <p:cNvSpPr>
            <a:spLocks xmlns:a="http://schemas.openxmlformats.org/drawingml/2006/main" noGrp="1"/>
          </p:cNvSpPr>
          <p:nvPr/>
        </p:nvSpPr>
        <p:spPr>
          <a:xfrm xmlns:a="http://schemas.openxmlformats.org/drawingml/2006/main">
            <a:off x="2095500" y="7096125"/>
            <a:ext cx="6858000" cy="2095500"/>
          </a:xfrm>
          <a:prstGeom xmlns:a="http://schemas.openxmlformats.org/drawingml/2006/main" prst="roundRect">
            <a:avLst>
              <a:gd name="adj" fmla="val 8182"/>
            </a:avLst>
          </a:prstGeom>
          <a:solidFill xmlns:a="http://schemas.openxmlformats.org/drawingml/2006/main">
            <a:srgbClr val="242424"/>
          </a:solidFill>
          <a:ln xmlns:a="http://schemas.openxmlformats.org/drawingml/2006/main" w="0">
            <a:noFill/>
          </a:ln>
        </p:spPr>
      </p:sp>
      <p:sp>
        <p:nvSpPr>
          <p:cNvPr id="16" name="v34 내용 영역">
            <a:extLst xmlns:a="http://schemas.openxmlformats.org/drawingml/2006/main">
              <a:ext uri="{FF2B5EF4-FFF2-40B4-BE49-F238E27FC236}">
                <a16:creationId xmlns:a16="http://schemas.microsoft.com/office/drawing/2014/main" id="{76B39998-B995-4366-98A7-6A89C9157C8C}"/>
              </a:ext>
            </a:extLst>
          </p:cNvPr>
          <p:cNvSpPr>
            <a:spLocks xmlns:a="http://schemas.openxmlformats.org/drawingml/2006/main" noGrp="1"/>
          </p:cNvSpPr>
          <p:nvPr/>
        </p:nvSpPr>
        <p:spPr>
          <a:xfrm xmlns:a="http://schemas.openxmlformats.org/drawingml/2006/main">
            <a:off x="2095500" y="4667250"/>
            <a:ext cx="14097000" cy="2000250"/>
          </a:xfrm>
          <a:prstGeom xmlns:a="http://schemas.openxmlformats.org/drawingml/2006/main" prst="roundRect">
            <a:avLst>
              <a:gd name="adj" fmla="val 8571"/>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2E2020E5-1EEA-4D9E-AE8A-C312742C07D3}"/>
              </a:ext>
            </a:extLst>
          </p:cNvPr>
          <p:cNvPicPr>
            <a:picLocks xmlns:a="http://schemas.openxmlformats.org/drawingml/2006/main" noChangeAspect="1"/>
          </p:cNvPicPr>
          <p:nvPr/>
        </p:nvPicPr>
        <p:blipFill>
          <a:blip xmlns:r="http://schemas.openxmlformats.org/officeDocument/2006/relationships" xmlns:a="http://schemas.openxmlformats.org/drawingml/2006/main" r:embed="R470c87920f2f4e26"/>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DD8DCFCB-6410-47A3-A5BC-4F5901B9BD9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35167173-AD50-4E68-8728-DE8BD3FF489C}"/>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C5EA3686-9824-46DF-85A1-3B54C5DE9D7F}"/>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01</a:t>
            </a:r>
          </a:p>
        </p:txBody>
      </p:sp>
      <p:sp>
        <p:nvSpPr>
          <p:cNvPr id="5" name="text">
            <a:extLst xmlns:a="http://schemas.openxmlformats.org/drawingml/2006/main">
              <a:ext uri="{FF2B5EF4-FFF2-40B4-BE49-F238E27FC236}">
                <a16:creationId xmlns:a16="http://schemas.microsoft.com/office/drawing/2014/main" id="{1B71FBF7-AD14-4448-9CA3-80C28E1E5218}"/>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두 실험 경로</a:t>
            </a:r>
          </a:p>
        </p:txBody>
      </p:sp>
      <p:sp>
        <p:nvSpPr>
          <p:cNvPr id="6" name="핵심 문장">
            <a:extLst xmlns:a="http://schemas.openxmlformats.org/drawingml/2006/main">
              <a:ext uri="{FF2B5EF4-FFF2-40B4-BE49-F238E27FC236}">
                <a16:creationId xmlns:a16="http://schemas.microsoft.com/office/drawing/2014/main" id="{6D3991EB-FD5B-4BAF-9604-29FA4FBD903C}"/>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조건을 맞추자</a:t>
            </a:r>
          </a:p>
        </p:txBody>
      </p:sp>
      <p:pic>
        <p:nvPicPr>
          <p:cNvPr id="14" name="">
            <a:extLst xmlns:a="http://schemas.openxmlformats.org/drawingml/2006/main">
              <a:ext uri="{FF2B5EF4-FFF2-40B4-BE49-F238E27FC236}">
                <a16:creationId xmlns:a16="http://schemas.microsoft.com/office/drawing/2014/main" id="{398FB107-5AB1-44F5-9925-96EB1D142494}"/>
              </a:ext>
            </a:extLst>
          </p:cNvPr>
          <p:cNvPicPr>
            <a:picLocks xmlns:a="http://schemas.openxmlformats.org/drawingml/2006/main" noChangeAspect="1"/>
          </p:cNvPicPr>
          <p:nvPr/>
        </p:nvPicPr>
        <p:blipFill>
          <a:blip xmlns:r="http://schemas.openxmlformats.org/officeDocument/2006/relationships" xmlns:a="http://schemas.openxmlformats.org/drawingml/2006/main" r:embed="R713bb271860e4aec"/>
          <a:stretch xmlns:a="http://schemas.openxmlformats.org/drawingml/2006/main"/>
        </p:blipFill>
        <p:spPr>
          <a:xfrm xmlns:a="http://schemas.openxmlformats.org/drawingml/2006/main">
            <a:off x="5277836" y="4905375"/>
            <a:ext cx="7732328" cy="1476375"/>
          </a:xfrm>
          <a:prstGeom xmlns:a="http://schemas.openxmlformats.org/drawingml/2006/main" prst="rect">
            <a:avLst/>
          </a:prstGeom>
        </p:spPr>
      </p:pic>
      <p:sp>
        <p:nvSpPr>
          <p:cNvPr id="15" name="text">
            <a:extLst xmlns:a="http://schemas.openxmlformats.org/drawingml/2006/main">
              <a:ext uri="{FF2B5EF4-FFF2-40B4-BE49-F238E27FC236}">
                <a16:creationId xmlns:a16="http://schemas.microsoft.com/office/drawing/2014/main" id="{59E4986D-9AEC-4735-B748-D1B1346D3934}"/>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반응하는 양과 처음 온도를 같게 맞춘다.</a:t>
            </a:r>
          </a:p>
        </p:txBody>
      </p:sp>
      <p:sp>
        <p:nvSpPr>
          <p:cNvPr id="18" name="text">
            <a:extLst xmlns:a="http://schemas.openxmlformats.org/drawingml/2006/main">
              <a:ext uri="{FF2B5EF4-FFF2-40B4-BE49-F238E27FC236}">
                <a16:creationId xmlns:a16="http://schemas.microsoft.com/office/drawing/2014/main" id="{196CA8C0-B42D-4CDC-BE25-34F8556BEB71}"/>
              </a:ext>
            </a:extLst>
          </p:cNvPr>
          <p:cNvSpPr>
            <a:spLocks xmlns:a="http://schemas.openxmlformats.org/drawingml/2006/main" noGrp="1"/>
          </p:cNvSpPr>
          <p:nvPr/>
        </p:nvSpPr>
        <p:spPr>
          <a:xfrm xmlns:a="http://schemas.openxmlformats.org/drawingml/2006/main">
            <a:off x="2381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반응하는 양</a:t>
            </a:r>
          </a:p>
        </p:txBody>
      </p:sp>
      <p:sp>
        <p:nvSpPr>
          <p:cNvPr id="19" name="text">
            <a:extLst xmlns:a="http://schemas.openxmlformats.org/drawingml/2006/main">
              <a:ext uri="{FF2B5EF4-FFF2-40B4-BE49-F238E27FC236}">
                <a16:creationId xmlns:a16="http://schemas.microsoft.com/office/drawing/2014/main" id="{D03287E6-0325-468D-9B59-E3E3E745E18B}"/>
              </a:ext>
            </a:extLst>
          </p:cNvPr>
          <p:cNvSpPr>
            <a:spLocks xmlns:a="http://schemas.openxmlformats.org/drawingml/2006/main" noGrp="1"/>
          </p:cNvSpPr>
          <p:nvPr/>
        </p:nvSpPr>
        <p:spPr>
          <a:xfrm xmlns:a="http://schemas.openxmlformats.org/drawingml/2006/main">
            <a:off x="2428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수산화 나트륨과 염화 수소의</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양을 각각 0.200 mol로 맞춘다.</a:t>
            </a:r>
          </a:p>
        </p:txBody>
      </p:sp>
      <p:sp>
        <p:nvSpPr>
          <p:cNvPr id="21" name="text">
            <a:extLst xmlns:a="http://schemas.openxmlformats.org/drawingml/2006/main">
              <a:ext uri="{FF2B5EF4-FFF2-40B4-BE49-F238E27FC236}">
                <a16:creationId xmlns:a16="http://schemas.microsoft.com/office/drawing/2014/main" id="{FF8B6806-D6D8-4785-89C9-F4308E3243C4}"/>
              </a:ext>
            </a:extLst>
          </p:cNvPr>
          <p:cNvSpPr>
            <a:spLocks xmlns:a="http://schemas.openxmlformats.org/drawingml/2006/main" noGrp="1"/>
          </p:cNvSpPr>
          <p:nvPr/>
        </p:nvSpPr>
        <p:spPr>
          <a:xfrm xmlns:a="http://schemas.openxmlformats.org/drawingml/2006/main">
            <a:off x="9620250" y="7286625"/>
            <a:ext cx="2286000" cy="52387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처음 온도</a:t>
            </a:r>
          </a:p>
        </p:txBody>
      </p:sp>
      <p:sp>
        <p:nvSpPr>
          <p:cNvPr id="22" name="text">
            <a:extLst xmlns:a="http://schemas.openxmlformats.org/drawingml/2006/main">
              <a:ext uri="{FF2B5EF4-FFF2-40B4-BE49-F238E27FC236}">
                <a16:creationId xmlns:a16="http://schemas.microsoft.com/office/drawing/2014/main" id="{8E0080BA-3750-4916-9F4B-66D693EC8607}"/>
              </a:ext>
            </a:extLst>
          </p:cNvPr>
          <p:cNvSpPr>
            <a:spLocks xmlns:a="http://schemas.openxmlformats.org/drawingml/2006/main" noGrp="1"/>
          </p:cNvSpPr>
          <p:nvPr/>
        </p:nvSpPr>
        <p:spPr>
          <a:xfrm xmlns:a="http://schemas.openxmlformats.org/drawingml/2006/main">
            <a:off x="9667875" y="8001000"/>
            <a:ext cx="61912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FFFFFF"/>
                </a:solidFill>
                <a:latin typeface="Pretendard"/>
                <a:ea typeface="Pretendard"/>
                <a:cs typeface="Pretendard"/>
              </a:defRPr>
            </a:defPPr>
            <a:lvl1pPr algn="l">
              <a:defRPr sz="2400" b="0">
                <a:solidFill>
                  <a:srgbClr val="FFFFFF"/>
                </a:solidFill>
                <a:latin typeface="Pretendard"/>
                <a:ea typeface="Pretendard"/>
                <a:cs typeface="Pretendard"/>
              </a:defRPr>
            </a:lvl1pPr>
            <a:lvl2pPr algn="l">
              <a:defRPr sz="2400" b="0">
                <a:solidFill>
                  <a:srgbClr val="FFFFFF"/>
                </a:solidFill>
                <a:latin typeface="Pretendard"/>
                <a:ea typeface="Pretendard"/>
                <a:cs typeface="Pretendard"/>
              </a:defRPr>
            </a:lvl2pPr>
            <a:lvl3pPr algn="l">
              <a:defRPr sz="2400" b="0">
                <a:solidFill>
                  <a:srgbClr val="FFFFFF"/>
                </a:solidFill>
                <a:latin typeface="Pretendard"/>
                <a:ea typeface="Pretendard"/>
                <a:cs typeface="Pretendard"/>
              </a:defRPr>
            </a:lvl3pPr>
            <a:lvl4pPr algn="l">
              <a:defRPr sz="2400" b="0">
                <a:solidFill>
                  <a:srgbClr val="FFFFFF"/>
                </a:solidFill>
                <a:latin typeface="Pretendard"/>
                <a:ea typeface="Pretendard"/>
                <a:cs typeface="Pretendard"/>
              </a:defRPr>
            </a:lvl4pPr>
            <a:lvl5pPr algn="l">
              <a:defRPr sz="2400" b="0">
                <a:solidFill>
                  <a:srgbClr val="FFFFFF"/>
                </a:solidFill>
                <a:latin typeface="Pretendard"/>
                <a:ea typeface="Pretendard"/>
                <a:cs typeface="Pretendard"/>
              </a:defRPr>
            </a:lvl5pPr>
            <a:lvl6pPr algn="l">
              <a:defRPr sz="2400" b="0">
                <a:solidFill>
                  <a:srgbClr val="FFFFFF"/>
                </a:solidFill>
                <a:latin typeface="Pretendard"/>
                <a:ea typeface="Pretendard"/>
                <a:cs typeface="Pretendard"/>
              </a:defRPr>
            </a:lvl6pPr>
            <a:lvl7pPr algn="l">
              <a:defRPr sz="2400" b="0">
                <a:solidFill>
                  <a:srgbClr val="FFFFFF"/>
                </a:solidFill>
                <a:latin typeface="Pretendard"/>
                <a:ea typeface="Pretendard"/>
                <a:cs typeface="Pretendard"/>
              </a:defRPr>
            </a:lvl7pPr>
            <a:lvl8pPr algn="l">
              <a:defRPr sz="2400" b="0">
                <a:solidFill>
                  <a:srgbClr val="FFFFFF"/>
                </a:solidFill>
                <a:latin typeface="Pretendard"/>
                <a:ea typeface="Pretendard"/>
                <a:cs typeface="Pretendard"/>
              </a:defRPr>
            </a:lvl8pPr>
            <a:lvl9pPr algn="l">
              <a:defRPr sz="2400" b="0">
                <a:solidFill>
                  <a:srgbClr val="FFFFFF"/>
                </a:solidFill>
                <a:latin typeface="Pretendard"/>
                <a:ea typeface="Pretendard"/>
                <a:cs typeface="Pretendard"/>
              </a:defRPr>
            </a:lvl9pPr>
          </a:lstStyle>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용해 후 처음 온도로 식힌 뒤</a:t>
            </a:r>
          </a:p>
          <a:p xmlns:a="http://schemas.openxmlformats.org/drawingml/2006/main">
            <a:pPr algn="l">
              <a:defRPr sz="2400" b="0">
                <a:solidFill>
                  <a:srgbClr val="FFFFFF"/>
                </a:solidFill>
                <a:latin typeface="Pretendard"/>
                <a:ea typeface="Pretendard"/>
                <a:cs typeface="Pretendard"/>
              </a:defRPr>
            </a:pPr>
            <a:r>
              <a:rPr sz="2400" b="0">
                <a:solidFill>
                  <a:srgbClr val="FFFFFF"/>
                </a:solidFill>
                <a:latin typeface="Pretendard"/>
                <a:ea typeface="Pretendard"/>
                <a:cs typeface="Pretendard"/>
              </a:rPr>
              <a:t>염산을 넣어 중화열을 측정한다.</a:t>
            </a:r>
          </a:p>
        </p:txBody>
      </p:sp>
    </p:spTree>
    <p:extLst>
      <p:ext uri="{BB962C8B-B14F-4D97-AF65-F5344CB8AC3E}">
        <p14:creationId xmlns:p14="http://schemas.microsoft.com/office/powerpoint/2010/main" val="1230207143"/>
      </p:ext>
    </p:extLst>
  </p:cSld>
</p:sld>
</file>

<file path=ppt/slides/slide4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 name="v34 내용 영역">
            <a:extLst xmlns:a="http://schemas.openxmlformats.org/drawingml/2006/main">
              <a:ext uri="{FF2B5EF4-FFF2-40B4-BE49-F238E27FC236}">
                <a16:creationId xmlns:a16="http://schemas.microsoft.com/office/drawing/2014/main" id="{E8D3445A-C002-4202-A0E2-621FE33D5343}"/>
              </a:ext>
            </a:extLst>
          </p:cNvPr>
          <p:cNvSpPr>
            <a:spLocks xmlns:a="http://schemas.openxmlformats.org/drawingml/2006/main" noGrp="1"/>
          </p:cNvSpPr>
          <p:nvPr/>
        </p:nvSpPr>
        <p:spPr>
          <a:xfrm xmlns:a="http://schemas.openxmlformats.org/drawingml/2006/main">
            <a:off x="3810000" y="8334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4" name="v34 내용 영역">
            <a:extLst xmlns:a="http://schemas.openxmlformats.org/drawingml/2006/main">
              <a:ext uri="{FF2B5EF4-FFF2-40B4-BE49-F238E27FC236}">
                <a16:creationId xmlns:a16="http://schemas.microsoft.com/office/drawing/2014/main" id="{0C9553E1-01B3-4B59-9963-F54713328962}"/>
              </a:ext>
            </a:extLst>
          </p:cNvPr>
          <p:cNvSpPr>
            <a:spLocks xmlns:a="http://schemas.openxmlformats.org/drawingml/2006/main" noGrp="1"/>
          </p:cNvSpPr>
          <p:nvPr/>
        </p:nvSpPr>
        <p:spPr>
          <a:xfrm xmlns:a="http://schemas.openxmlformats.org/drawingml/2006/main">
            <a:off x="3810000" y="73818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sp>
        <p:nvSpPr>
          <p:cNvPr id="30" name="v34 내용 영역">
            <a:extLst xmlns:a="http://schemas.openxmlformats.org/drawingml/2006/main">
              <a:ext uri="{FF2B5EF4-FFF2-40B4-BE49-F238E27FC236}">
                <a16:creationId xmlns:a16="http://schemas.microsoft.com/office/drawing/2014/main" id="{FAAD15F7-1388-44A3-8814-991DA0BAF8FA}"/>
              </a:ext>
            </a:extLst>
          </p:cNvPr>
          <p:cNvSpPr>
            <a:spLocks xmlns:a="http://schemas.openxmlformats.org/drawingml/2006/main" noGrp="1"/>
          </p:cNvSpPr>
          <p:nvPr/>
        </p:nvSpPr>
        <p:spPr>
          <a:xfrm xmlns:a="http://schemas.openxmlformats.org/drawingml/2006/main">
            <a:off x="3810000" y="6429375"/>
            <a:ext cx="12287250" cy="762000"/>
          </a:xfrm>
          <a:prstGeom xmlns:a="http://schemas.openxmlformats.org/drawingml/2006/main" prst="roundRect">
            <a:avLst>
              <a:gd name="adj" fmla="val 22500"/>
            </a:avLst>
          </a:prstGeom>
          <a:solidFill xmlns:a="http://schemas.openxmlformats.org/drawingml/2006/main">
            <a:srgbClr val="242424"/>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C186750-939D-4F86-9DF1-40EEB1A1F624}"/>
              </a:ext>
            </a:extLst>
          </p:cNvPr>
          <p:cNvPicPr>
            <a:picLocks xmlns:a="http://schemas.openxmlformats.org/drawingml/2006/main" noChangeAspect="1"/>
          </p:cNvPicPr>
          <p:nvPr/>
        </p:nvPicPr>
        <p:blipFill>
          <a:blip xmlns:r="http://schemas.openxmlformats.org/officeDocument/2006/relationships" xmlns:a="http://schemas.openxmlformats.org/drawingml/2006/main" r:embed="R02a9bacc5e2f4269"/>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2363442F-54FC-4A52-BB05-17EC5182E872}"/>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93C87EB-2316-41C6-AECC-019D2DE7B5D9}"/>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D233E2F-8386-4E17-95BF-46983CA963F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603D284E-4CF5-4E82-B85C-9DA62F3E2D45}"/>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AAFF9F54-9B87-477D-AC8A-54B72C5A52FD}"/>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용액이 얻은 열에서 반응열로</a:t>
            </a:r>
          </a:p>
        </p:txBody>
      </p:sp>
      <p:pic>
        <p:nvPicPr>
          <p:cNvPr id="27" name="">
            <a:extLst xmlns:a="http://schemas.openxmlformats.org/drawingml/2006/main">
              <a:ext uri="{FF2B5EF4-FFF2-40B4-BE49-F238E27FC236}">
                <a16:creationId xmlns:a16="http://schemas.microsoft.com/office/drawing/2014/main" id="{569DFE5E-9401-47A8-AE2D-35E0D70E2CDF}"/>
              </a:ext>
            </a:extLst>
          </p:cNvPr>
          <p:cNvPicPr>
            <a:picLocks xmlns:a="http://schemas.openxmlformats.org/drawingml/2006/main" noChangeAspect="1"/>
          </p:cNvPicPr>
          <p:nvPr/>
        </p:nvPicPr>
        <p:blipFill>
          <a:blip xmlns:r="http://schemas.openxmlformats.org/officeDocument/2006/relationships" xmlns:a="http://schemas.openxmlformats.org/drawingml/2006/main" r:embed="Re2ad2b7d49c74d8a"/>
          <a:stretch xmlns:a="http://schemas.openxmlformats.org/drawingml/2006/main"/>
        </p:blipFill>
        <p:spPr>
          <a:xfrm xmlns:a="http://schemas.openxmlformats.org/drawingml/2006/main">
            <a:off x="5798783" y="4714875"/>
            <a:ext cx="6690435" cy="1333500"/>
          </a:xfrm>
          <a:prstGeom xmlns:a="http://schemas.openxmlformats.org/drawingml/2006/main" prst="rect">
            <a:avLst/>
          </a:prstGeom>
        </p:spPr>
      </p:pic>
      <p:sp>
        <p:nvSpPr>
          <p:cNvPr id="28" name="text">
            <a:extLst xmlns:a="http://schemas.openxmlformats.org/drawingml/2006/main">
              <a:ext uri="{FF2B5EF4-FFF2-40B4-BE49-F238E27FC236}">
                <a16:creationId xmlns:a16="http://schemas.microsoft.com/office/drawing/2014/main" id="{1B8936ED-45F8-402C-9368-40C3B6DA61B3}"/>
              </a:ext>
            </a:extLst>
          </p:cNvPr>
          <p:cNvSpPr>
            <a:spLocks xmlns:a="http://schemas.openxmlformats.org/drawingml/2006/main" noGrp="1"/>
          </p:cNvSpPr>
          <p:nvPr/>
        </p:nvSpPr>
        <p:spPr>
          <a:xfrm xmlns:a="http://schemas.openxmlformats.org/drawingml/2006/main">
            <a:off x="2095500" y="3810000"/>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온도가 오르면 용액은 열을 얻고, 반응에서는 열을 방출한다.</a:t>
            </a:r>
          </a:p>
        </p:txBody>
      </p:sp>
      <p:sp>
        <p:nvSpPr>
          <p:cNvPr id="29" name="text">
            <a:extLst xmlns:a="http://schemas.openxmlformats.org/drawingml/2006/main">
              <a:ext uri="{FF2B5EF4-FFF2-40B4-BE49-F238E27FC236}">
                <a16:creationId xmlns:a16="http://schemas.microsoft.com/office/drawing/2014/main" id="{643BE20E-9EE5-4BB2-958E-25241D17CF60}"/>
              </a:ext>
            </a:extLst>
          </p:cNvPr>
          <p:cNvSpPr>
            <a:spLocks xmlns:a="http://schemas.openxmlformats.org/drawingml/2006/main" noGrp="1"/>
          </p:cNvSpPr>
          <p:nvPr/>
        </p:nvSpPr>
        <p:spPr>
          <a:xfrm xmlns:a="http://schemas.openxmlformats.org/drawingml/2006/main">
            <a:off x="2190750" y="6429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c</a:t>
            </a:r>
          </a:p>
        </p:txBody>
      </p:sp>
      <p:sp>
        <p:nvSpPr>
          <p:cNvPr id="31" name="text">
            <a:extLst xmlns:a="http://schemas.openxmlformats.org/drawingml/2006/main">
              <a:ext uri="{FF2B5EF4-FFF2-40B4-BE49-F238E27FC236}">
                <a16:creationId xmlns:a16="http://schemas.microsoft.com/office/drawing/2014/main" id="{92E6EEBC-4F11-4D6A-B0CC-E7225D6A355B}"/>
              </a:ext>
            </a:extLst>
          </p:cNvPr>
          <p:cNvSpPr>
            <a:spLocks xmlns:a="http://schemas.openxmlformats.org/drawingml/2006/main" noGrp="1"/>
          </p:cNvSpPr>
          <p:nvPr/>
        </p:nvSpPr>
        <p:spPr>
          <a:xfrm xmlns:a="http://schemas.openxmlformats.org/drawingml/2006/main">
            <a:off x="4095750" y="6429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용액의 비열</a:t>
            </a:r>
          </a:p>
        </p:txBody>
      </p:sp>
      <p:sp>
        <p:nvSpPr>
          <p:cNvPr id="32" name="text">
            <a:extLst xmlns:a="http://schemas.openxmlformats.org/drawingml/2006/main">
              <a:ext uri="{FF2B5EF4-FFF2-40B4-BE49-F238E27FC236}">
                <a16:creationId xmlns:a16="http://schemas.microsoft.com/office/drawing/2014/main" id="{5284F4CA-4909-4AA8-9926-BD8706BF238B}"/>
              </a:ext>
            </a:extLst>
          </p:cNvPr>
          <p:cNvSpPr>
            <a:spLocks xmlns:a="http://schemas.openxmlformats.org/drawingml/2006/main" noGrp="1"/>
          </p:cNvSpPr>
          <p:nvPr/>
        </p:nvSpPr>
        <p:spPr>
          <a:xfrm xmlns:a="http://schemas.openxmlformats.org/drawingml/2006/main">
            <a:off x="8667750" y="6429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단위 질량의 온도를 1°C 높이는 데 필요한 열</a:t>
            </a:r>
          </a:p>
        </p:txBody>
      </p:sp>
      <p:sp>
        <p:nvSpPr>
          <p:cNvPr id="33" name="text">
            <a:extLst xmlns:a="http://schemas.openxmlformats.org/drawingml/2006/main">
              <a:ext uri="{FF2B5EF4-FFF2-40B4-BE49-F238E27FC236}">
                <a16:creationId xmlns:a16="http://schemas.microsoft.com/office/drawing/2014/main" id="{5F6CDED7-6A4D-43FF-88DB-F43DCF6B24F5}"/>
              </a:ext>
            </a:extLst>
          </p:cNvPr>
          <p:cNvSpPr>
            <a:spLocks xmlns:a="http://schemas.openxmlformats.org/drawingml/2006/main" noGrp="1"/>
          </p:cNvSpPr>
          <p:nvPr/>
        </p:nvSpPr>
        <p:spPr>
          <a:xfrm xmlns:a="http://schemas.openxmlformats.org/drawingml/2006/main">
            <a:off x="2190750" y="73818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m</a:t>
            </a:r>
          </a:p>
        </p:txBody>
      </p:sp>
      <p:sp>
        <p:nvSpPr>
          <p:cNvPr id="35" name="text">
            <a:extLst xmlns:a="http://schemas.openxmlformats.org/drawingml/2006/main">
              <a:ext uri="{FF2B5EF4-FFF2-40B4-BE49-F238E27FC236}">
                <a16:creationId xmlns:a16="http://schemas.microsoft.com/office/drawing/2014/main" id="{F4E18D3F-1497-4EFC-8F3D-6FBE4C93D501}"/>
              </a:ext>
            </a:extLst>
          </p:cNvPr>
          <p:cNvSpPr>
            <a:spLocks xmlns:a="http://schemas.openxmlformats.org/drawingml/2006/main" noGrp="1"/>
          </p:cNvSpPr>
          <p:nvPr/>
        </p:nvSpPr>
        <p:spPr>
          <a:xfrm xmlns:a="http://schemas.openxmlformats.org/drawingml/2006/main">
            <a:off x="4095750" y="73818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용액 전체의 질량</a:t>
            </a:r>
          </a:p>
        </p:txBody>
      </p:sp>
      <p:sp>
        <p:nvSpPr>
          <p:cNvPr id="36" name="text">
            <a:extLst xmlns:a="http://schemas.openxmlformats.org/drawingml/2006/main">
              <a:ext uri="{FF2B5EF4-FFF2-40B4-BE49-F238E27FC236}">
                <a16:creationId xmlns:a16="http://schemas.microsoft.com/office/drawing/2014/main" id="{8B90CCB7-BFAB-4657-8A21-06AEAF9213E4}"/>
              </a:ext>
            </a:extLst>
          </p:cNvPr>
          <p:cNvSpPr>
            <a:spLocks xmlns:a="http://schemas.openxmlformats.org/drawingml/2006/main" noGrp="1"/>
          </p:cNvSpPr>
          <p:nvPr/>
        </p:nvSpPr>
        <p:spPr>
          <a:xfrm xmlns:a="http://schemas.openxmlformats.org/drawingml/2006/main">
            <a:off x="8667750" y="73818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용매와 녹아 있는 물질의 질량을 모두 포함</a:t>
            </a:r>
          </a:p>
        </p:txBody>
      </p:sp>
      <p:sp>
        <p:nvSpPr>
          <p:cNvPr id="37" name="text">
            <a:extLst xmlns:a="http://schemas.openxmlformats.org/drawingml/2006/main">
              <a:ext uri="{FF2B5EF4-FFF2-40B4-BE49-F238E27FC236}">
                <a16:creationId xmlns:a16="http://schemas.microsoft.com/office/drawing/2014/main" id="{139C85BC-BD20-4515-AB00-C2EB981AFA97}"/>
              </a:ext>
            </a:extLst>
          </p:cNvPr>
          <p:cNvSpPr>
            <a:spLocks xmlns:a="http://schemas.openxmlformats.org/drawingml/2006/main" noGrp="1"/>
          </p:cNvSpPr>
          <p:nvPr/>
        </p:nvSpPr>
        <p:spPr>
          <a:xfrm xmlns:a="http://schemas.openxmlformats.org/drawingml/2006/main">
            <a:off x="2190750" y="8334375"/>
            <a:ext cx="1428750" cy="762000"/>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Δt</a:t>
            </a:r>
          </a:p>
        </p:txBody>
      </p:sp>
      <p:sp>
        <p:nvSpPr>
          <p:cNvPr id="39" name="text">
            <a:extLst xmlns:a="http://schemas.openxmlformats.org/drawingml/2006/main">
              <a:ext uri="{FF2B5EF4-FFF2-40B4-BE49-F238E27FC236}">
                <a16:creationId xmlns:a16="http://schemas.microsoft.com/office/drawing/2014/main" id="{A78DFAB2-2815-4512-B1A3-5612987D3EFD}"/>
              </a:ext>
            </a:extLst>
          </p:cNvPr>
          <p:cNvSpPr>
            <a:spLocks xmlns:a="http://schemas.openxmlformats.org/drawingml/2006/main" noGrp="1"/>
          </p:cNvSpPr>
          <p:nvPr/>
        </p:nvSpPr>
        <p:spPr>
          <a:xfrm xmlns:a="http://schemas.openxmlformats.org/drawingml/2006/main">
            <a:off x="4095750" y="8334375"/>
            <a:ext cx="4381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FFFFFF"/>
                </a:solidFill>
                <a:latin typeface="Pretendard"/>
                <a:ea typeface="Pretendard"/>
                <a:cs typeface="Pretendard"/>
              </a:defRPr>
            </a:defPPr>
            <a:lvl1pPr algn="l">
              <a:defRPr sz="2400" b="1">
                <a:solidFill>
                  <a:srgbClr val="FFFFFF"/>
                </a:solidFill>
                <a:latin typeface="Pretendard"/>
                <a:ea typeface="Pretendard"/>
                <a:cs typeface="Pretendard"/>
              </a:defRPr>
            </a:lvl1pPr>
            <a:lvl2pPr algn="l">
              <a:defRPr sz="2400" b="1">
                <a:solidFill>
                  <a:srgbClr val="FFFFFF"/>
                </a:solidFill>
                <a:latin typeface="Pretendard"/>
                <a:ea typeface="Pretendard"/>
                <a:cs typeface="Pretendard"/>
              </a:defRPr>
            </a:lvl2pPr>
            <a:lvl3pPr algn="l">
              <a:defRPr sz="2400" b="1">
                <a:solidFill>
                  <a:srgbClr val="FFFFFF"/>
                </a:solidFill>
                <a:latin typeface="Pretendard"/>
                <a:ea typeface="Pretendard"/>
                <a:cs typeface="Pretendard"/>
              </a:defRPr>
            </a:lvl3pPr>
            <a:lvl4pPr algn="l">
              <a:defRPr sz="2400" b="1">
                <a:solidFill>
                  <a:srgbClr val="FFFFFF"/>
                </a:solidFill>
                <a:latin typeface="Pretendard"/>
                <a:ea typeface="Pretendard"/>
                <a:cs typeface="Pretendard"/>
              </a:defRPr>
            </a:lvl4pPr>
            <a:lvl5pPr algn="l">
              <a:defRPr sz="2400" b="1">
                <a:solidFill>
                  <a:srgbClr val="FFFFFF"/>
                </a:solidFill>
                <a:latin typeface="Pretendard"/>
                <a:ea typeface="Pretendard"/>
                <a:cs typeface="Pretendard"/>
              </a:defRPr>
            </a:lvl5pPr>
            <a:lvl6pPr algn="l">
              <a:defRPr sz="2400" b="1">
                <a:solidFill>
                  <a:srgbClr val="FFFFFF"/>
                </a:solidFill>
                <a:latin typeface="Pretendard"/>
                <a:ea typeface="Pretendard"/>
                <a:cs typeface="Pretendard"/>
              </a:defRPr>
            </a:lvl6pPr>
            <a:lvl7pPr algn="l">
              <a:defRPr sz="2400" b="1">
                <a:solidFill>
                  <a:srgbClr val="FFFFFF"/>
                </a:solidFill>
                <a:latin typeface="Pretendard"/>
                <a:ea typeface="Pretendard"/>
                <a:cs typeface="Pretendard"/>
              </a:defRPr>
            </a:lvl7pPr>
            <a:lvl8pPr algn="l">
              <a:defRPr sz="2400" b="1">
                <a:solidFill>
                  <a:srgbClr val="FFFFFF"/>
                </a:solidFill>
                <a:latin typeface="Pretendard"/>
                <a:ea typeface="Pretendard"/>
                <a:cs typeface="Pretendard"/>
              </a:defRPr>
            </a:lvl8pPr>
            <a:lvl9pPr algn="l">
              <a:defRPr sz="2400" b="1">
                <a:solidFill>
                  <a:srgbClr val="FFFFFF"/>
                </a:solidFill>
                <a:latin typeface="Pretendard"/>
                <a:ea typeface="Pretendard"/>
                <a:cs typeface="Pretendard"/>
              </a:defRPr>
            </a:lvl9pPr>
          </a:lstStyle>
          <a:p xmlns:a="http://schemas.openxmlformats.org/drawingml/2006/main">
            <a:pPr algn="l">
              <a:defRPr sz="2400" b="1">
                <a:solidFill>
                  <a:srgbClr val="FFFFFF"/>
                </a:solidFill>
                <a:latin typeface="Pretendard"/>
                <a:ea typeface="Pretendard"/>
                <a:cs typeface="Pretendard"/>
              </a:defRPr>
            </a:pPr>
            <a:r>
              <a:rPr sz="2400" b="1">
                <a:solidFill>
                  <a:srgbClr val="FFFFFF"/>
                </a:solidFill>
                <a:latin typeface="Pretendard"/>
                <a:ea typeface="Pretendard"/>
                <a:cs typeface="Pretendard"/>
              </a:rPr>
              <a:t>나중 온도 − 처음 온도</a:t>
            </a:r>
          </a:p>
        </p:txBody>
      </p:sp>
      <p:sp>
        <p:nvSpPr>
          <p:cNvPr id="40" name="text">
            <a:extLst xmlns:a="http://schemas.openxmlformats.org/drawingml/2006/main">
              <a:ext uri="{FF2B5EF4-FFF2-40B4-BE49-F238E27FC236}">
                <a16:creationId xmlns:a16="http://schemas.microsoft.com/office/drawing/2014/main" id="{6B633664-6C52-449C-97FE-B75237C67D48}"/>
              </a:ext>
            </a:extLst>
          </p:cNvPr>
          <p:cNvSpPr>
            <a:spLocks xmlns:a="http://schemas.openxmlformats.org/drawingml/2006/main" noGrp="1"/>
          </p:cNvSpPr>
          <p:nvPr/>
        </p:nvSpPr>
        <p:spPr>
          <a:xfrm xmlns:a="http://schemas.openxmlformats.org/drawingml/2006/main">
            <a:off x="8667750" y="8334375"/>
            <a:ext cx="714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025" b="0">
                <a:solidFill>
                  <a:srgbClr val="BBBBBB"/>
                </a:solidFill>
                <a:latin typeface="Pretendard"/>
                <a:ea typeface="Pretendard"/>
                <a:cs typeface="Pretendard"/>
              </a:defRPr>
            </a:defPPr>
            <a:lvl1pPr algn="l">
              <a:defRPr sz="2025" b="0">
                <a:solidFill>
                  <a:srgbClr val="BBBBBB"/>
                </a:solidFill>
                <a:latin typeface="Pretendard"/>
                <a:ea typeface="Pretendard"/>
                <a:cs typeface="Pretendard"/>
              </a:defRPr>
            </a:lvl1pPr>
            <a:lvl2pPr algn="l">
              <a:defRPr sz="2025" b="0">
                <a:solidFill>
                  <a:srgbClr val="BBBBBB"/>
                </a:solidFill>
                <a:latin typeface="Pretendard"/>
                <a:ea typeface="Pretendard"/>
                <a:cs typeface="Pretendard"/>
              </a:defRPr>
            </a:lvl2pPr>
            <a:lvl3pPr algn="l">
              <a:defRPr sz="2025" b="0">
                <a:solidFill>
                  <a:srgbClr val="BBBBBB"/>
                </a:solidFill>
                <a:latin typeface="Pretendard"/>
                <a:ea typeface="Pretendard"/>
                <a:cs typeface="Pretendard"/>
              </a:defRPr>
            </a:lvl3pPr>
            <a:lvl4pPr algn="l">
              <a:defRPr sz="2025" b="0">
                <a:solidFill>
                  <a:srgbClr val="BBBBBB"/>
                </a:solidFill>
                <a:latin typeface="Pretendard"/>
                <a:ea typeface="Pretendard"/>
                <a:cs typeface="Pretendard"/>
              </a:defRPr>
            </a:lvl4pPr>
            <a:lvl5pPr algn="l">
              <a:defRPr sz="2025" b="0">
                <a:solidFill>
                  <a:srgbClr val="BBBBBB"/>
                </a:solidFill>
                <a:latin typeface="Pretendard"/>
                <a:ea typeface="Pretendard"/>
                <a:cs typeface="Pretendard"/>
              </a:defRPr>
            </a:lvl5pPr>
            <a:lvl6pPr algn="l">
              <a:defRPr sz="2025" b="0">
                <a:solidFill>
                  <a:srgbClr val="BBBBBB"/>
                </a:solidFill>
                <a:latin typeface="Pretendard"/>
                <a:ea typeface="Pretendard"/>
                <a:cs typeface="Pretendard"/>
              </a:defRPr>
            </a:lvl6pPr>
            <a:lvl7pPr algn="l">
              <a:defRPr sz="2025" b="0">
                <a:solidFill>
                  <a:srgbClr val="BBBBBB"/>
                </a:solidFill>
                <a:latin typeface="Pretendard"/>
                <a:ea typeface="Pretendard"/>
                <a:cs typeface="Pretendard"/>
              </a:defRPr>
            </a:lvl7pPr>
            <a:lvl8pPr algn="l">
              <a:defRPr sz="2025" b="0">
                <a:solidFill>
                  <a:srgbClr val="BBBBBB"/>
                </a:solidFill>
                <a:latin typeface="Pretendard"/>
                <a:ea typeface="Pretendard"/>
                <a:cs typeface="Pretendard"/>
              </a:defRPr>
            </a:lvl8pPr>
            <a:lvl9pPr algn="l">
              <a:defRPr sz="2025" b="0">
                <a:solidFill>
                  <a:srgbClr val="BBBBBB"/>
                </a:solidFill>
                <a:latin typeface="Pretendard"/>
                <a:ea typeface="Pretendard"/>
                <a:cs typeface="Pretendard"/>
              </a:defRPr>
            </a:lvl9pPr>
          </a:lstStyle>
          <a:p xmlns:a="http://schemas.openxmlformats.org/drawingml/2006/main">
            <a:pPr algn="l">
              <a:defRPr sz="2025" b="0">
                <a:solidFill>
                  <a:srgbClr val="BBBBBB"/>
                </a:solidFill>
                <a:latin typeface="Pretendard"/>
                <a:ea typeface="Pretendard"/>
                <a:cs typeface="Pretendard"/>
              </a:defRPr>
            </a:pPr>
            <a:r>
              <a:rPr sz="2025" b="0">
                <a:solidFill>
                  <a:srgbClr val="BBBBBB"/>
                </a:solidFill>
                <a:latin typeface="Pretendard"/>
                <a:ea typeface="Pretendard"/>
                <a:cs typeface="Pretendard"/>
              </a:rPr>
              <a:t>측정한 온도 상승량</a:t>
            </a:r>
          </a:p>
        </p:txBody>
      </p:sp>
    </p:spTree>
    <p:extLst>
      <p:ext uri="{BB962C8B-B14F-4D97-AF65-F5344CB8AC3E}">
        <p14:creationId xmlns:p14="http://schemas.microsoft.com/office/powerpoint/2010/main" val="983068532"/>
      </p:ext>
    </p:extLst>
  </p:cSld>
</p:sld>
</file>

<file path=ppt/slides/slide4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4AB8B26-17AA-4F45-BE3E-991B2A5CB843}"/>
              </a:ext>
            </a:extLst>
          </p:cNvPr>
          <p:cNvPicPr>
            <a:picLocks xmlns:a="http://schemas.openxmlformats.org/drawingml/2006/main" noChangeAspect="1"/>
          </p:cNvPicPr>
          <p:nvPr/>
        </p:nvPicPr>
        <p:blipFill>
          <a:blip xmlns:r="http://schemas.openxmlformats.org/officeDocument/2006/relationships" xmlns:a="http://schemas.openxmlformats.org/drawingml/2006/main" r:embed="Rcc2a532259a34dba"/>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BA288D55-730F-468A-8826-BFF8BF209FB0}"/>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D7860242-8D2A-457B-A90C-8DA4BD2729A1}"/>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1D5057D-BF85-44C3-98F2-6C5FD6201052}"/>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F0B6D360-792E-4E42-B1AC-333A9ACAE60E}"/>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84B4AA5F-4F26-40AD-9B06-D2FA85C0F7D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 온도와 용액의 질량</a:t>
            </a:r>
          </a:p>
        </p:txBody>
      </p:sp>
      <p:graphicFrame>
        <p:nvGraphicFramePr>
          <p:cNvPr id="7" name="">
            <a:extLst xmlns:a="http://schemas.openxmlformats.org/drawingml/2006/main">
              <a:ext uri="{FF2B5EF4-FFF2-40B4-BE49-F238E27FC236}">
                <a16:creationId xmlns:a16="http://schemas.microsoft.com/office/drawing/2014/main" id="{E29F18AC-1637-4DF5-93B4-6906BE59815F}"/>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2857500"/>
                <a:gridCol w="2857500"/>
                <a:gridCol w="2857500"/>
                <a:gridCol w="28575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질량 </a:t>
                      </a:r>
                      <a:r>
                        <a:rPr sz="3150" b="1">
                          <a:solidFill>
                            <a:srgbClr val="FFFFFF"/>
                          </a:solidFill>
                          <a:latin typeface="Pretendard"/>
                          <a:ea typeface="Pretendard"/>
                          <a:cs typeface="Pretendard"/>
                        </a:rPr>
                        <a:t>(</a:t>
                      </a:r>
                      <a:r>
                        <a:rPr sz="3150" b="1" i="1">
                          <a:solidFill>
                            <a:srgbClr val="FFFFFF"/>
                          </a:solidFill>
                          <a:latin typeface="Pretendard"/>
                          <a:ea typeface="Pretendard"/>
                          <a:cs typeface="Pretendard"/>
                        </a:rPr>
                        <a:t>g</a:t>
                      </a:r>
                      <a:r>
                        <a:rPr sz="3150" b="1">
                          <a:solidFill>
                            <a:srgbClr val="FFFFFF"/>
                          </a:solidFill>
                          <a:latin typeface="Pretendard"/>
                          <a:ea typeface="Pretendard"/>
                          <a:cs typeface="Pretendard"/>
                        </a:rPr>
                        <a:t>)</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처음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나중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Δt (°C)</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208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9.5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31.1</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6.1</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408</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25.0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36.0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11.0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441EA186-D4A6-448C-B042-6254A5BCC26B}"/>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AD0045A3-0844-47A7-91C8-F7804E46F6F8}"/>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6EB7BF49-BA60-41F2-8409-F7DB3A5C4DBB}"/>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A36CDB16-1F3E-4938-97B1-A6420ED86500}"/>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84E520C1-0407-4278-9F59-080C59F069AF}"/>
              </a:ext>
            </a:extLst>
          </p:cNvPr>
          <p:cNvSpPr>
            <a:spLocks xmlns:a="http://schemas.openxmlformats.org/drawingml/2006/main" noGrp="1"/>
          </p:cNvSpPr>
          <p:nvPr/>
        </p:nvSpPr>
        <p:spPr>
          <a:xfrm xmlns:a="http://schemas.openxmlformats.org/drawingml/2006/main">
            <a:off x="2095500" y="3762375"/>
            <a:ext cx="14097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BBBBBB"/>
                </a:solidFill>
                <a:latin typeface="Pretendard"/>
                <a:ea typeface="Pretendard"/>
                <a:cs typeface="Pretendard"/>
              </a:defRPr>
            </a:defPPr>
            <a:lvl1pPr algn="ctr">
              <a:defRPr sz="2250" b="0">
                <a:solidFill>
                  <a:srgbClr val="BBBBBB"/>
                </a:solidFill>
                <a:latin typeface="Pretendard"/>
                <a:ea typeface="Pretendard"/>
                <a:cs typeface="Pretendard"/>
              </a:defRPr>
            </a:lvl1pPr>
            <a:lvl2pPr algn="ctr">
              <a:defRPr sz="2250" b="0">
                <a:solidFill>
                  <a:srgbClr val="BBBBBB"/>
                </a:solidFill>
                <a:latin typeface="Pretendard"/>
                <a:ea typeface="Pretendard"/>
                <a:cs typeface="Pretendard"/>
              </a:defRPr>
            </a:lvl2pPr>
            <a:lvl3pPr algn="ctr">
              <a:defRPr sz="2250" b="0">
                <a:solidFill>
                  <a:srgbClr val="BBBBBB"/>
                </a:solidFill>
                <a:latin typeface="Pretendard"/>
                <a:ea typeface="Pretendard"/>
                <a:cs typeface="Pretendard"/>
              </a:defRPr>
            </a:lvl3pPr>
            <a:lvl4pPr algn="ctr">
              <a:defRPr sz="2250" b="0">
                <a:solidFill>
                  <a:srgbClr val="BBBBBB"/>
                </a:solidFill>
                <a:latin typeface="Pretendard"/>
                <a:ea typeface="Pretendard"/>
                <a:cs typeface="Pretendard"/>
              </a:defRPr>
            </a:lvl4pPr>
            <a:lvl5pPr algn="ctr">
              <a:defRPr sz="2250" b="0">
                <a:solidFill>
                  <a:srgbClr val="BBBBBB"/>
                </a:solidFill>
                <a:latin typeface="Pretendard"/>
                <a:ea typeface="Pretendard"/>
                <a:cs typeface="Pretendard"/>
              </a:defRPr>
            </a:lvl5pPr>
            <a:lvl6pPr algn="ctr">
              <a:defRPr sz="2250" b="0">
                <a:solidFill>
                  <a:srgbClr val="BBBBBB"/>
                </a:solidFill>
                <a:latin typeface="Pretendard"/>
                <a:ea typeface="Pretendard"/>
                <a:cs typeface="Pretendard"/>
              </a:defRPr>
            </a:lvl6pPr>
            <a:lvl7pPr algn="ctr">
              <a:defRPr sz="2250" b="0">
                <a:solidFill>
                  <a:srgbClr val="BBBBBB"/>
                </a:solidFill>
                <a:latin typeface="Pretendard"/>
                <a:ea typeface="Pretendard"/>
                <a:cs typeface="Pretendard"/>
              </a:defRPr>
            </a:lvl7pPr>
            <a:lvl8pPr algn="ctr">
              <a:defRPr sz="2250" b="0">
                <a:solidFill>
                  <a:srgbClr val="BBBBBB"/>
                </a:solidFill>
                <a:latin typeface="Pretendard"/>
                <a:ea typeface="Pretendard"/>
                <a:cs typeface="Pretendard"/>
              </a:defRPr>
            </a:lvl8pPr>
            <a:lvl9pPr algn="ctr">
              <a:defRPr sz="2250" b="0">
                <a:solidFill>
                  <a:srgbClr val="BBBBBB"/>
                </a:solidFill>
                <a:latin typeface="Pretendard"/>
                <a:ea typeface="Pretendard"/>
                <a:cs typeface="Pretendard"/>
              </a:defRPr>
            </a:lvl9pPr>
          </a:lstStyle>
          <a:p xmlns:a="http://schemas.openxmlformats.org/drawingml/2006/main">
            <a:pPr algn="ctr">
              <a:defRPr sz="2250" b="0">
                <a:solidFill>
                  <a:srgbClr val="BBBBBB"/>
                </a:solidFill>
                <a:latin typeface="Pretendard"/>
                <a:ea typeface="Pretendard"/>
                <a:cs typeface="Pretendard"/>
              </a:defRPr>
            </a:pPr>
            <a:r>
              <a:rPr sz="2250" b="0">
                <a:solidFill>
                  <a:srgbClr val="BBBBBB"/>
                </a:solidFill>
                <a:latin typeface="Pretendard"/>
                <a:ea typeface="Pretendard"/>
                <a:cs typeface="Pretendard"/>
              </a:rPr>
              <a:t>모든 용액의 비열 4.2 J/(g·°C), 밀도 1.0 g/mL로 가정</a:t>
            </a:r>
          </a:p>
        </p:txBody>
      </p:sp>
    </p:spTree>
    <p:extLst>
      <p:ext uri="{BB962C8B-B14F-4D97-AF65-F5344CB8AC3E}">
        <p14:creationId xmlns:p14="http://schemas.microsoft.com/office/powerpoint/2010/main" val="578924415"/>
      </p:ext>
    </p:extLst>
  </p:cSld>
</p:sld>
</file>

<file path=ppt/slides/slide4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 name="레퍼런스 내용 영역">
            <a:extLst xmlns:a="http://schemas.openxmlformats.org/drawingml/2006/main">
              <a:ext uri="{FF2B5EF4-FFF2-40B4-BE49-F238E27FC236}">
                <a16:creationId xmlns:a16="http://schemas.microsoft.com/office/drawing/2014/main" id="{20449524-6883-4112-9A1F-3C1A18F0C6CF}"/>
              </a:ext>
            </a:extLst>
          </p:cNvPr>
          <p:cNvSpPr>
            <a:spLocks xmlns:a="http://schemas.openxmlformats.org/drawingml/2006/main" noGrp="1"/>
          </p:cNvSpPr>
          <p:nvPr/>
        </p:nvSpPr>
        <p:spPr>
          <a:xfrm xmlns:a="http://schemas.openxmlformats.org/drawingml/2006/main">
            <a:off x="2857500" y="4619625"/>
            <a:ext cx="12573000" cy="4048125"/>
          </a:xfrm>
          <a:prstGeom xmlns:a="http://schemas.openxmlformats.org/drawingml/2006/main" prst="roundRect">
            <a:avLst>
              <a:gd name="adj" fmla="val 5176"/>
            </a:avLst>
          </a:prstGeom>
          <a:solidFill xmlns:a="http://schemas.openxmlformats.org/drawingml/2006/main">
            <a:srgbClr val="22222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A4725F75-4C1B-402F-BAEA-1E74F1492C26}"/>
              </a:ext>
            </a:extLst>
          </p:cNvPr>
          <p:cNvPicPr>
            <a:picLocks xmlns:a="http://schemas.openxmlformats.org/drawingml/2006/main" noChangeAspect="1"/>
          </p:cNvPicPr>
          <p:nvPr/>
        </p:nvPicPr>
        <p:blipFill>
          <a:blip xmlns:r="http://schemas.openxmlformats.org/officeDocument/2006/relationships" xmlns:a="http://schemas.openxmlformats.org/drawingml/2006/main" r:embed="Rfd0873d1f3d74ad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A277EBD-7D45-4B85-844D-92EE967E6155}"/>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7098437E-B675-4523-848B-B62D82464503}"/>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BA07B29A-9E03-4EA9-ACC8-29CF6A206429}"/>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8B3AD4BF-9AAA-4DE2-80A1-4D0E6A4ADC09}"/>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55F6DB2F-239A-4E64-BEE4-1DB411C5CF6F}"/>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용해 단계의 반응 엔탈피</a:t>
            </a:r>
          </a:p>
        </p:txBody>
      </p:sp>
      <p:pic>
        <p:nvPicPr>
          <p:cNvPr id="9" name="">
            <a:extLst xmlns:a="http://schemas.openxmlformats.org/drawingml/2006/main">
              <a:ext uri="{FF2B5EF4-FFF2-40B4-BE49-F238E27FC236}">
                <a16:creationId xmlns:a16="http://schemas.microsoft.com/office/drawing/2014/main" id="{FAC9844B-0BA5-46D9-B067-B5031EC6AB61}"/>
              </a:ext>
            </a:extLst>
          </p:cNvPr>
          <p:cNvPicPr>
            <a:picLocks xmlns:a="http://schemas.openxmlformats.org/drawingml/2006/main" noChangeAspect="1"/>
          </p:cNvPicPr>
          <p:nvPr/>
        </p:nvPicPr>
        <p:blipFill>
          <a:blip xmlns:r="http://schemas.openxmlformats.org/officeDocument/2006/relationships" xmlns:a="http://schemas.openxmlformats.org/drawingml/2006/main" r:embed="Ra10b01618bf444d9"/>
          <a:stretch xmlns:a="http://schemas.openxmlformats.org/drawingml/2006/main"/>
        </p:blipFill>
        <p:spPr>
          <a:xfrm xmlns:a="http://schemas.openxmlformats.org/drawingml/2006/main">
            <a:off x="4512652" y="5953125"/>
            <a:ext cx="9262696" cy="2333625"/>
          </a:xfrm>
          <a:prstGeom xmlns:a="http://schemas.openxmlformats.org/drawingml/2006/main" prst="rect">
            <a:avLst/>
          </a:prstGeom>
        </p:spPr>
      </p:pic>
      <p:sp>
        <p:nvSpPr>
          <p:cNvPr id="11" name="text">
            <a:extLst xmlns:a="http://schemas.openxmlformats.org/drawingml/2006/main">
              <a:ext uri="{FF2B5EF4-FFF2-40B4-BE49-F238E27FC236}">
                <a16:creationId xmlns:a16="http://schemas.microsoft.com/office/drawing/2014/main" id="{B62607C6-1192-4478-9986-FA280CEA4945}"/>
              </a:ext>
            </a:extLst>
          </p:cNvPr>
          <p:cNvSpPr>
            <a:spLocks xmlns:a="http://schemas.openxmlformats.org/drawingml/2006/main" noGrp="1"/>
          </p:cNvSpPr>
          <p:nvPr/>
        </p:nvSpPr>
        <p:spPr>
          <a:xfrm xmlns:a="http://schemas.openxmlformats.org/drawingml/2006/main">
            <a:off x="3333750" y="4905375"/>
            <a:ext cx="1162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250" b="1">
                <a:solidFill>
                  <a:srgbClr val="9FFF68"/>
                </a:solidFill>
                <a:latin typeface="Pretendard"/>
                <a:ea typeface="Pretendard"/>
                <a:cs typeface="Pretendard"/>
              </a:defRPr>
            </a:defPPr>
            <a:lvl1pPr algn="l">
              <a:defRPr sz="2250" b="1">
                <a:solidFill>
                  <a:srgbClr val="9FFF68"/>
                </a:solidFill>
                <a:latin typeface="Pretendard"/>
                <a:ea typeface="Pretendard"/>
                <a:cs typeface="Pretendard"/>
              </a:defRPr>
            </a:lvl1pPr>
            <a:lvl2pPr algn="l">
              <a:defRPr sz="2250" b="1">
                <a:solidFill>
                  <a:srgbClr val="9FFF68"/>
                </a:solidFill>
                <a:latin typeface="Pretendard"/>
                <a:ea typeface="Pretendard"/>
                <a:cs typeface="Pretendard"/>
              </a:defRPr>
            </a:lvl2pPr>
            <a:lvl3pPr algn="l">
              <a:defRPr sz="2250" b="1">
                <a:solidFill>
                  <a:srgbClr val="9FFF68"/>
                </a:solidFill>
                <a:latin typeface="Pretendard"/>
                <a:ea typeface="Pretendard"/>
                <a:cs typeface="Pretendard"/>
              </a:defRPr>
            </a:lvl3pPr>
            <a:lvl4pPr algn="l">
              <a:defRPr sz="2250" b="1">
                <a:solidFill>
                  <a:srgbClr val="9FFF68"/>
                </a:solidFill>
                <a:latin typeface="Pretendard"/>
                <a:ea typeface="Pretendard"/>
                <a:cs typeface="Pretendard"/>
              </a:defRPr>
            </a:lvl4pPr>
            <a:lvl5pPr algn="l">
              <a:defRPr sz="2250" b="1">
                <a:solidFill>
                  <a:srgbClr val="9FFF68"/>
                </a:solidFill>
                <a:latin typeface="Pretendard"/>
                <a:ea typeface="Pretendard"/>
                <a:cs typeface="Pretendard"/>
              </a:defRPr>
            </a:lvl5pPr>
            <a:lvl6pPr algn="l">
              <a:defRPr sz="2250" b="1">
                <a:solidFill>
                  <a:srgbClr val="9FFF68"/>
                </a:solidFill>
                <a:latin typeface="Pretendard"/>
                <a:ea typeface="Pretendard"/>
                <a:cs typeface="Pretendard"/>
              </a:defRPr>
            </a:lvl6pPr>
            <a:lvl7pPr algn="l">
              <a:defRPr sz="2250" b="1">
                <a:solidFill>
                  <a:srgbClr val="9FFF68"/>
                </a:solidFill>
                <a:latin typeface="Pretendard"/>
                <a:ea typeface="Pretendard"/>
                <a:cs typeface="Pretendard"/>
              </a:defRPr>
            </a:lvl7pPr>
            <a:lvl8pPr algn="l">
              <a:defRPr sz="2250" b="1">
                <a:solidFill>
                  <a:srgbClr val="9FFF68"/>
                </a:solidFill>
                <a:latin typeface="Pretendard"/>
                <a:ea typeface="Pretendard"/>
                <a:cs typeface="Pretendard"/>
              </a:defRPr>
            </a:lvl8pPr>
            <a:lvl9pPr algn="l">
              <a:defRPr sz="2250" b="1">
                <a:solidFill>
                  <a:srgbClr val="9FFF68"/>
                </a:solidFill>
                <a:latin typeface="Pretendard"/>
                <a:ea typeface="Pretendard"/>
                <a:cs typeface="Pretendard"/>
              </a:defRPr>
            </a:lvl9pPr>
          </a:lstStyle>
          <a:p xmlns:a="http://schemas.openxmlformats.org/drawingml/2006/main">
            <a:pPr algn="l">
              <a:defRPr sz="2250" b="1">
                <a:solidFill>
                  <a:srgbClr val="9FFF68"/>
                </a:solidFill>
                <a:latin typeface="Pretendard"/>
                <a:ea typeface="Pretendard"/>
                <a:cs typeface="Pretendard"/>
              </a:defRPr>
            </a:pPr>
            <a:r>
              <a:rPr sz="2250" b="1">
                <a:solidFill>
                  <a:srgbClr val="9FFF68"/>
                </a:solidFill>
                <a:latin typeface="Pretendard"/>
                <a:ea typeface="Pretendard"/>
                <a:cs typeface="Pretendard"/>
              </a:rPr>
              <a:t>용액의 열 → 반응한 양 → 반응 엔탈피</a:t>
            </a:r>
          </a:p>
        </p:txBody>
      </p:sp>
    </p:spTree>
    <p:extLst>
      <p:ext uri="{BB962C8B-B14F-4D97-AF65-F5344CB8AC3E}">
        <p14:creationId xmlns:p14="http://schemas.microsoft.com/office/powerpoint/2010/main" val="1208172149"/>
      </p:ext>
    </p:extLst>
  </p:cSld>
</p:sld>
</file>

<file path=ppt/slides/slide4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107A4FD-FD65-48C6-9684-B0DD0DEF4C11}"/>
              </a:ext>
            </a:extLst>
          </p:cNvPr>
          <p:cNvPicPr>
            <a:picLocks xmlns:a="http://schemas.openxmlformats.org/drawingml/2006/main" noChangeAspect="1"/>
          </p:cNvPicPr>
          <p:nvPr/>
        </p:nvPicPr>
        <p:blipFill>
          <a:blip xmlns:r="http://schemas.openxmlformats.org/officeDocument/2006/relationships" xmlns:a="http://schemas.openxmlformats.org/drawingml/2006/main" r:embed="R40453e5a9290430c"/>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8C50AAF-6922-40CD-A727-444DA14EF168}"/>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5348579D-479A-4AE6-A88D-CE7D69041AE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449AA735-A474-4905-90CB-0C11859FF017}"/>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A3F68E1C-1182-4DE7-AF8B-47CBEC48E0F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369A438D-E241-45DC-81AD-36749C152F73}"/>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나머지 두 단계와 비교</a:t>
            </a:r>
          </a:p>
        </p:txBody>
      </p:sp>
      <p:graphicFrame>
        <p:nvGraphicFramePr>
          <p:cNvPr id="7" name="">
            <a:extLst xmlns:a="http://schemas.openxmlformats.org/drawingml/2006/main">
              <a:ext uri="{FF2B5EF4-FFF2-40B4-BE49-F238E27FC236}">
                <a16:creationId xmlns:a16="http://schemas.microsoft.com/office/drawing/2014/main" id="{06FD5610-BC74-4959-9322-A0DE6940F436}"/>
              </a:ext>
            </a:extLst>
          </p:cNvPr>
          <p:cNvGraphicFramePr/>
          <p:nvPr/>
        </p:nvGraphicFramePr>
        <p:xfrm>
          <a:off xmlns:a="http://schemas.openxmlformats.org/drawingml/2006/main" x="1828800" y="4305300"/>
          <a:ext xmlns:a="http://schemas.openxmlformats.org/drawingml/2006/main" cx="14639925" cy="4000500"/>
        </p:xfrm>
        <a:graphic xmlns:a="http://schemas.openxmlformats.org/drawingml/2006/main">
          <a:graphicData uri="http://schemas.openxmlformats.org/drawingml/2006/table">
            <a:tbl>
              <a:tblPr/>
              <a:tblGrid>
                <a:gridCol w="3209925"/>
                <a:gridCol w="3810000"/>
                <a:gridCol w="3810000"/>
                <a:gridCol w="3810000"/>
              </a:tblGrid>
              <a:tr h="1000125">
                <a:tc>
                  <a:txBody>
                    <a:bodyPr wrap="none" lIns="114300" tIns="114300" rIns="114300" bIns="114300"/>
                    <a:lstStyle/>
                    <a:p>
                      <a:pPr algn="ctr"/>
                      <a:r>
                        <a:rPr sz="3150" b="1">
                          <a:solidFill>
                            <a:srgbClr val="FFFFFF"/>
                          </a:solidFill>
                          <a:latin typeface="Pretendard"/>
                          <a:ea typeface="Pretendard"/>
                          <a:cs typeface="Pretendard"/>
                        </a:rPr>
                        <a:t>반응 단계</a:t>
                      </a:r>
                    </a:p>
                  </a:txBody>
                  <a:tcPr marL="91440" marR="91440" marT="45720" marB="45720" anchor="ct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방출한 열 (kJ)</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NaOH 기준 (mol)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c>
                  <a:txBody>
                    <a:bodyPr wrap="none" lIns="114300" tIns="114300" rIns="114300" bIns="114300"/>
                    <a:lstStyle/>
                    <a:p>
                      <a:pPr algn="ctr"/>
                      <a:r>
                        <a:rPr sz="3150" b="1">
                          <a:solidFill>
                            <a:srgbClr val="FFFFFF"/>
                          </a:solidFill>
                          <a:latin typeface="Pretendard"/>
                          <a:ea typeface="Pretendard"/>
                          <a:cs typeface="Pretendard"/>
                        </a:rPr>
                        <a:t>Δ</a:t>
                      </a:r>
                      <a:r>
                        <a:rPr sz="3150" b="1" i="1">
                          <a:solidFill>
                            <a:srgbClr val="FFFFFF"/>
                          </a:solidFill>
                          <a:latin typeface="Pretendard"/>
                          <a:ea typeface="Pretendard"/>
                          <a:cs typeface="Pretendard"/>
                        </a:rPr>
                        <a:t>H</a:t>
                      </a:r>
                      <a:r>
                        <a:rPr sz="3150" b="1">
                          <a:solidFill>
                            <a:srgbClr val="FFFFFF"/>
                          </a:solidFill>
                          <a:latin typeface="Pretendard"/>
                          <a:ea typeface="Pretendard"/>
                          <a:cs typeface="Pretendard"/>
                        </a:rPr>
                        <a:t> (kJ/mol)</a:t>
                      </a:r>
                    </a:p>
                  </a:txBody>
                  <a:tcPr marL="91440" marR="91440" marT="45720" marB="45720" anchor="ctr">
                    <a:lnR w="9525">
                      <a:solidFill>
                        <a:srgbClr val="AAAAAA"/>
                      </a:solidFill>
                      <a:prstDash val="solid"/>
                    </a:lnR>
                    <a:lnT w="9525">
                      <a:solidFill>
                        <a:srgbClr val="AAAAAA"/>
                      </a:solidFill>
                      <a:prstDash val="solid"/>
                    </a:lnT>
                    <a:lnB w="9525">
                      <a:solidFill>
                        <a:srgbClr val="AAAAAA"/>
                      </a:solidFill>
                      <a:prstDash val="solid"/>
                    </a:lnB>
                    <a:solidFill>
                      <a:srgbClr val="3D3D3D"/>
                    </a:solidFill>
                  </a:tcPr>
                </a:tc>
              </a:tr>
              <a:tr h="1000125">
                <a:tc>
                  <a:txBody>
                    <a:bodyPr wrap="none" lIns="114300" tIns="114300" rIns="114300" bIns="114300"/>
                    <a:lstStyle/>
                    <a:p>
                      <a:pPr algn="ctr"/>
                      <a:r>
                        <a:rPr sz="3150" b="1">
                          <a:solidFill>
                            <a:srgbClr val="FFFFFF"/>
                          </a:solidFill>
                          <a:latin typeface="Pretendard"/>
                          <a:ea typeface="Pretendard"/>
                          <a:cs typeface="Pretendard"/>
                        </a:rPr>
                        <a:t>용해</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8.30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−41.50</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중화</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10.45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−52.25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r h="1000125">
                <a:tc>
                  <a:txBody>
                    <a:bodyPr wrap="none" lIns="114300" tIns="114300" rIns="114300" bIns="114300"/>
                    <a:lstStyle/>
                    <a:p>
                      <a:pPr algn="ctr"/>
                      <a:r>
                        <a:rPr sz="3150" b="1">
                          <a:solidFill>
                            <a:srgbClr val="FFFFFF"/>
                          </a:solidFill>
                          <a:latin typeface="Pretendard"/>
                          <a:ea typeface="Pretendard"/>
                          <a:cs typeface="Pretendard"/>
                        </a:rPr>
                        <a:t>직접 반응</a:t>
                      </a:r>
                    </a:p>
                  </a:txBody>
                  <a:tcPr marL="91440" marR="91440" marT="45720" marB="45720" anchor="ctr">
                    <a:lnL w="9525">
                      <a:solidFill>
                        <a:srgbClr val="AAAAAA"/>
                      </a:solidFill>
                      <a:prstDash val="solid"/>
                    </a:lnL>
                    <a:lnR w="9525">
                      <a:solidFill>
                        <a:srgbClr val="AAAAAA"/>
                      </a:solidFill>
                      <a:prstDash val="solid"/>
                    </a:lnR>
                    <a:lnB w="9525">
                      <a:solidFill>
                        <a:srgbClr val="AAAAAA"/>
                      </a:solidFill>
                      <a:prstDash val="solid"/>
                    </a:lnB>
                    <a:solidFill>
                      <a:srgbClr val="303030"/>
                    </a:solidFill>
                  </a:tcPr>
                </a:tc>
                <a:tc>
                  <a:txBody>
                    <a:bodyPr wrap="none" lIns="114300" tIns="114300" rIns="114300" bIns="114300"/>
                    <a:lstStyle/>
                    <a:p>
                      <a:pPr algn="ctr"/>
                      <a:r>
                        <a:rPr sz="3150" b="0">
                          <a:solidFill>
                            <a:srgbClr val="FFFFFF"/>
                          </a:solidFill>
                          <a:latin typeface="Pretendard"/>
                          <a:ea typeface="Pretendard"/>
                          <a:cs typeface="Pretendard"/>
                        </a:rPr>
                        <a:t>18.85</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FFFFFF"/>
                          </a:solidFill>
                          <a:latin typeface="Pretendard"/>
                          <a:ea typeface="Pretendard"/>
                          <a:cs typeface="Pretendard"/>
                        </a:rPr>
                        <a:t>0.200</a:t>
                      </a:r>
                    </a:p>
                  </a:txBody>
                  <a:tcPr marL="91440" marR="91440" marT="45720" marB="45720" anchor="ctr">
                    <a:lnR w="9525">
                      <a:solidFill>
                        <a:srgbClr val="AAAAAA"/>
                      </a:solidFill>
                      <a:prstDash val="solid"/>
                    </a:lnR>
                    <a:lnB w="9525">
                      <a:solidFill>
                        <a:srgbClr val="AAAAAA"/>
                      </a:solidFill>
                      <a:prstDash val="solid"/>
                    </a:lnB>
                    <a:solidFill>
                      <a:srgbClr val="252525"/>
                    </a:solidFill>
                  </a:tcPr>
                </a:tc>
                <a:tc>
                  <a:txBody>
                    <a:bodyPr wrap="none" lIns="114300" tIns="114300" rIns="114300" bIns="114300"/>
                    <a:lstStyle/>
                    <a:p>
                      <a:pPr algn="ctr"/>
                      <a:r>
                        <a:rPr sz="3150" b="0">
                          <a:solidFill>
                            <a:srgbClr val="9FFF68"/>
                          </a:solidFill>
                          <a:latin typeface="Pretendard"/>
                          <a:ea typeface="Pretendard"/>
                          <a:cs typeface="Pretendard"/>
                        </a:rPr>
                        <a:t>−94.25</a:t>
                      </a:r>
                    </a:p>
                  </a:txBody>
                  <a:tcPr marL="91440" marR="91440" marT="45720" marB="45720" anchor="ctr">
                    <a:lnR w="9525">
                      <a:solidFill>
                        <a:srgbClr val="AAAAAA"/>
                      </a:solidFill>
                      <a:prstDash val="solid"/>
                    </a:lnR>
                    <a:lnB w="9525">
                      <a:solidFill>
                        <a:srgbClr val="AAAAAA"/>
                      </a:solidFill>
                      <a:prstDash val="solid"/>
                    </a:lnB>
                    <a:solidFill>
                      <a:srgbClr val="252525"/>
                    </a:solidFill>
                  </a:tcPr>
                </a:tc>
              </a:tr>
            </a:tbl>
          </a:graphicData>
        </a:graphic>
      </p:graphicFrame>
      <p:sp>
        <p:nvSpPr>
          <p:cNvPr id="8" name="표 둥근 외곽 마스크">
            <a:extLst xmlns:a="http://schemas.openxmlformats.org/drawingml/2006/main">
              <a:ext uri="{FF2B5EF4-FFF2-40B4-BE49-F238E27FC236}">
                <a16:creationId xmlns:a16="http://schemas.microsoft.com/office/drawing/2014/main" id="{AB39FE64-E22D-419A-B435-B9A3A0A07215}"/>
              </a:ext>
            </a:extLst>
          </p:cNvPr>
          <p:cNvSpPr>
            <a:spLocks xmlns:a="http://schemas.openxmlformats.org/drawingml/2006/main" noGrp="1"/>
          </p:cNvSpPr>
          <p:nvPr/>
        </p:nvSpPr>
        <p:spPr>
          <a:xfrm xmlns:a="http://schemas.openxmlformats.org/drawingml/2006/main" rot="0">
            <a:off x="1828800"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9" name="표 둥근 외곽 마스크">
            <a:extLst xmlns:a="http://schemas.openxmlformats.org/drawingml/2006/main">
              <a:ext uri="{FF2B5EF4-FFF2-40B4-BE49-F238E27FC236}">
                <a16:creationId xmlns:a16="http://schemas.microsoft.com/office/drawing/2014/main" id="{3937D39E-5345-434E-87DB-F1BC1D7487E7}"/>
              </a:ext>
            </a:extLst>
          </p:cNvPr>
          <p:cNvSpPr>
            <a:spLocks xmlns:a="http://schemas.openxmlformats.org/drawingml/2006/main" noGrp="1"/>
          </p:cNvSpPr>
          <p:nvPr/>
        </p:nvSpPr>
        <p:spPr>
          <a:xfrm xmlns:a="http://schemas.openxmlformats.org/drawingml/2006/main" rot="5400000">
            <a:off x="16278225" y="430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0" name="표 둥근 외곽 마스크">
            <a:extLst xmlns:a="http://schemas.openxmlformats.org/drawingml/2006/main">
              <a:ext uri="{FF2B5EF4-FFF2-40B4-BE49-F238E27FC236}">
                <a16:creationId xmlns:a16="http://schemas.microsoft.com/office/drawing/2014/main" id="{A7B7FBF4-6A73-4F34-BBA3-5F88891E69E6}"/>
              </a:ext>
            </a:extLst>
          </p:cNvPr>
          <p:cNvSpPr>
            <a:spLocks xmlns:a="http://schemas.openxmlformats.org/drawingml/2006/main" noGrp="1"/>
          </p:cNvSpPr>
          <p:nvPr/>
        </p:nvSpPr>
        <p:spPr>
          <a:xfrm xmlns:a="http://schemas.openxmlformats.org/drawingml/2006/main" rot="10800000">
            <a:off x="16278225"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1" name="표 둥근 외곽 마스크">
            <a:extLst xmlns:a="http://schemas.openxmlformats.org/drawingml/2006/main">
              <a:ext uri="{FF2B5EF4-FFF2-40B4-BE49-F238E27FC236}">
                <a16:creationId xmlns:a16="http://schemas.microsoft.com/office/drawing/2014/main" id="{7204B06F-5B45-4760-9A28-6B42005F0823}"/>
              </a:ext>
            </a:extLst>
          </p:cNvPr>
          <p:cNvSpPr>
            <a:spLocks xmlns:a="http://schemas.openxmlformats.org/drawingml/2006/main" noGrp="1"/>
          </p:cNvSpPr>
          <p:nvPr/>
        </p:nvSpPr>
        <p:spPr>
          <a:xfrm xmlns:a="http://schemas.openxmlformats.org/drawingml/2006/main" rot="16200000">
            <a:off x="1828800" y="8115300"/>
            <a:ext cx="190500" cy="190500"/>
          </a:xfrm>
          <a:custGeom xmlns:a="http://schemas.openxmlformats.org/drawingml/2006/main">
            <a:pathLst>
              <a:path w="190500" h="190500">
                <a:moveTo>
                  <a:pt x="0" y="0"/>
                </a:moveTo>
                <a:lnTo>
                  <a:pt x="190500" y="0"/>
                </a:lnTo>
                <a:cubicBezTo>
                  <a:pt x="85725" y="0"/>
                  <a:pt x="0" y="85725"/>
                  <a:pt x="0" y="190500"/>
                </a:cubicBezTo>
                <a:close/>
              </a:path>
            </a:pathLst>
          </a:custGeom>
          <a:solidFill xmlns:a="http://schemas.openxmlformats.org/drawingml/2006/main">
            <a:srgbClr val="000000"/>
          </a:solidFill>
          <a:ln xmlns:a="http://schemas.openxmlformats.org/drawingml/2006/main" w="0">
            <a:noFill/>
          </a:ln>
        </p:spPr>
      </p:sp>
      <p:sp>
        <p:nvSpPr>
          <p:cNvPr id="12" name="text">
            <a:extLst xmlns:a="http://schemas.openxmlformats.org/drawingml/2006/main">
              <a:ext uri="{FF2B5EF4-FFF2-40B4-BE49-F238E27FC236}">
                <a16:creationId xmlns:a16="http://schemas.microsoft.com/office/drawing/2014/main" id="{5EA5779D-5E3F-476A-B79F-6A5D1894E037}"/>
              </a:ext>
            </a:extLst>
          </p:cNvPr>
          <p:cNvSpPr>
            <a:spLocks xmlns:a="http://schemas.openxmlformats.org/drawingml/2006/main" noGrp="1"/>
          </p:cNvSpPr>
          <p:nvPr/>
        </p:nvSpPr>
        <p:spPr>
          <a:xfrm xmlns:a="http://schemas.openxmlformats.org/drawingml/2006/main">
            <a:off x="1828800" y="8658225"/>
            <a:ext cx="146399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30" b="1">
                <a:solidFill>
                  <a:srgbClr val="BBBBBB"/>
                </a:solidFill>
                <a:latin typeface="Pretendard"/>
                <a:ea typeface="Pretendard"/>
                <a:cs typeface="Pretendard"/>
              </a:defRPr>
            </a:defPPr>
            <a:lvl1pPr algn="ctr">
              <a:defRPr sz="2730" b="1">
                <a:solidFill>
                  <a:srgbClr val="BBBBBB"/>
                </a:solidFill>
                <a:latin typeface="Pretendard"/>
                <a:ea typeface="Pretendard"/>
                <a:cs typeface="Pretendard"/>
              </a:defRPr>
            </a:lvl1pPr>
            <a:lvl2pPr algn="ctr">
              <a:defRPr sz="2730" b="1">
                <a:solidFill>
                  <a:srgbClr val="BBBBBB"/>
                </a:solidFill>
                <a:latin typeface="Pretendard"/>
                <a:ea typeface="Pretendard"/>
                <a:cs typeface="Pretendard"/>
              </a:defRPr>
            </a:lvl2pPr>
            <a:lvl3pPr algn="ctr">
              <a:defRPr sz="2730" b="1">
                <a:solidFill>
                  <a:srgbClr val="BBBBBB"/>
                </a:solidFill>
                <a:latin typeface="Pretendard"/>
                <a:ea typeface="Pretendard"/>
                <a:cs typeface="Pretendard"/>
              </a:defRPr>
            </a:lvl3pPr>
            <a:lvl4pPr algn="ctr">
              <a:defRPr sz="2730" b="1">
                <a:solidFill>
                  <a:srgbClr val="BBBBBB"/>
                </a:solidFill>
                <a:latin typeface="Pretendard"/>
                <a:ea typeface="Pretendard"/>
                <a:cs typeface="Pretendard"/>
              </a:defRPr>
            </a:lvl4pPr>
            <a:lvl5pPr algn="ctr">
              <a:defRPr sz="2730" b="1">
                <a:solidFill>
                  <a:srgbClr val="BBBBBB"/>
                </a:solidFill>
                <a:latin typeface="Pretendard"/>
                <a:ea typeface="Pretendard"/>
                <a:cs typeface="Pretendard"/>
              </a:defRPr>
            </a:lvl5pPr>
            <a:lvl6pPr algn="ctr">
              <a:defRPr sz="2730" b="1">
                <a:solidFill>
                  <a:srgbClr val="BBBBBB"/>
                </a:solidFill>
                <a:latin typeface="Pretendard"/>
                <a:ea typeface="Pretendard"/>
                <a:cs typeface="Pretendard"/>
              </a:defRPr>
            </a:lvl6pPr>
            <a:lvl7pPr algn="ctr">
              <a:defRPr sz="2730" b="1">
                <a:solidFill>
                  <a:srgbClr val="BBBBBB"/>
                </a:solidFill>
                <a:latin typeface="Pretendard"/>
                <a:ea typeface="Pretendard"/>
                <a:cs typeface="Pretendard"/>
              </a:defRPr>
            </a:lvl7pPr>
            <a:lvl8pPr algn="ctr">
              <a:defRPr sz="2730" b="1">
                <a:solidFill>
                  <a:srgbClr val="BBBBBB"/>
                </a:solidFill>
                <a:latin typeface="Pretendard"/>
                <a:ea typeface="Pretendard"/>
                <a:cs typeface="Pretendard"/>
              </a:defRPr>
            </a:lvl8pPr>
            <a:lvl9pPr algn="ctr">
              <a:defRPr sz="2730" b="1">
                <a:solidFill>
                  <a:srgbClr val="BBBBBB"/>
                </a:solidFill>
                <a:latin typeface="Pretendard"/>
                <a:ea typeface="Pretendard"/>
                <a:cs typeface="Pretendard"/>
              </a:defRPr>
            </a:lvl9pPr>
          </a:lstStyle>
          <a:p xmlns:a="http://schemas.openxmlformats.org/drawingml/2006/main">
            <a:pPr algn="ctr">
              <a:defRPr sz="2730" b="1">
                <a:solidFill>
                  <a:srgbClr val="BBBBBB"/>
                </a:solidFill>
                <a:latin typeface="Pretendard"/>
                <a:ea typeface="Pretendard"/>
                <a:cs typeface="Pretendard"/>
              </a:defRPr>
            </a:pPr>
            <a:r>
              <a:rPr sz="2730" b="1">
                <a:solidFill>
                  <a:srgbClr val="BBBBBB"/>
                </a:solidFill>
                <a:latin typeface="Pretendard"/>
                <a:ea typeface="Pretendard"/>
                <a:cs typeface="Pretendard"/>
              </a:rPr>
              <a:t>교재에 제시된 반올림 값을 같은 기준으로 비교한다.</a:t>
            </a:r>
          </a:p>
        </p:txBody>
      </p:sp>
    </p:spTree>
    <p:extLst>
      <p:ext uri="{BB962C8B-B14F-4D97-AF65-F5344CB8AC3E}">
        <p14:creationId xmlns:p14="http://schemas.microsoft.com/office/powerpoint/2010/main" val="2138423638"/>
      </p:ext>
    </p:extLst>
  </p:cSld>
</p:sld>
</file>

<file path=ppt/slides/slide4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9" name="v34 내용 영역">
            <a:extLst xmlns:a="http://schemas.openxmlformats.org/drawingml/2006/main">
              <a:ext uri="{FF2B5EF4-FFF2-40B4-BE49-F238E27FC236}">
                <a16:creationId xmlns:a16="http://schemas.microsoft.com/office/drawing/2014/main" id="{126E287F-DFC4-4CFA-BBA5-2A6F756D3723}"/>
              </a:ext>
            </a:extLst>
          </p:cNvPr>
          <p:cNvSpPr>
            <a:spLocks xmlns:a="http://schemas.openxmlformats.org/drawingml/2006/main" noGrp="1"/>
          </p:cNvSpPr>
          <p:nvPr/>
        </p:nvSpPr>
        <p:spPr>
          <a:xfrm xmlns:a="http://schemas.openxmlformats.org/drawingml/2006/main">
            <a:off x="2000250" y="4762500"/>
            <a:ext cx="14287500" cy="3524250"/>
          </a:xfrm>
          <a:prstGeom xmlns:a="http://schemas.openxmlformats.org/drawingml/2006/main" prst="roundRect">
            <a:avLst>
              <a:gd name="adj" fmla="val 4865"/>
            </a:avLst>
          </a:prstGeom>
          <a:solidFill xmlns:a="http://schemas.openxmlformats.org/drawingml/2006/main">
            <a:srgbClr val="242424"/>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E4605E0-F1A6-4194-A947-70E5B2B4EFAF}"/>
              </a:ext>
            </a:extLst>
          </p:cNvPr>
          <p:cNvPicPr>
            <a:picLocks xmlns:a="http://schemas.openxmlformats.org/drawingml/2006/main" noChangeAspect="1"/>
          </p:cNvPicPr>
          <p:nvPr/>
        </p:nvPicPr>
        <p:blipFill>
          <a:blip xmlns:r="http://schemas.openxmlformats.org/officeDocument/2006/relationships" xmlns:a="http://schemas.openxmlformats.org/drawingml/2006/main" r:embed="R6dead6060eca4a74"/>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EA9CDF91-CE5D-47D5-AFC0-1334C8C2459B}"/>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006228EE-83A7-4AE1-8D70-D61CE60C11D7}"/>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578153F1-92A6-422B-B763-731818EAA27D}"/>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02</a:t>
            </a:r>
          </a:p>
        </p:txBody>
      </p:sp>
      <p:sp>
        <p:nvSpPr>
          <p:cNvPr id="5" name="text">
            <a:extLst xmlns:a="http://schemas.openxmlformats.org/drawingml/2006/main">
              <a:ext uri="{FF2B5EF4-FFF2-40B4-BE49-F238E27FC236}">
                <a16:creationId xmlns:a16="http://schemas.microsoft.com/office/drawing/2014/main" id="{EC3CB068-369F-4340-BDAA-5C35FF3EB5ED}"/>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측정값과 반응 엔탈피</a:t>
            </a:r>
          </a:p>
        </p:txBody>
      </p:sp>
      <p:sp>
        <p:nvSpPr>
          <p:cNvPr id="6" name="핵심 문장">
            <a:extLst xmlns:a="http://schemas.openxmlformats.org/drawingml/2006/main">
              <a:ext uri="{FF2B5EF4-FFF2-40B4-BE49-F238E27FC236}">
                <a16:creationId xmlns:a16="http://schemas.microsoft.com/office/drawing/2014/main" id="{F739AE2C-149E-46D0-87E0-3D28A2617165}"/>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실험값은 얼마나 가까울까?</a:t>
            </a:r>
          </a:p>
        </p:txBody>
      </p:sp>
      <p:sp>
        <p:nvSpPr>
          <p:cNvPr id="7" name="text">
            <a:extLst xmlns:a="http://schemas.openxmlformats.org/drawingml/2006/main">
              <a:ext uri="{FF2B5EF4-FFF2-40B4-BE49-F238E27FC236}">
                <a16:creationId xmlns:a16="http://schemas.microsoft.com/office/drawing/2014/main" id="{D6BE6806-5515-4EA1-9B8B-D4CF3A396AF5}"/>
              </a:ext>
            </a:extLst>
          </p:cNvPr>
          <p:cNvSpPr>
            <a:spLocks xmlns:a="http://schemas.openxmlformats.org/drawingml/2006/main" noGrp="1"/>
          </p:cNvSpPr>
          <p:nvPr/>
        </p:nvSpPr>
        <p:spPr>
          <a:xfrm xmlns:a="http://schemas.openxmlformats.org/drawingml/2006/main">
            <a:off x="2095500" y="3829050"/>
            <a:ext cx="14097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0">
                <a:solidFill>
                  <a:srgbClr val="BBBBBB"/>
                </a:solidFill>
                <a:latin typeface="Pretendard"/>
                <a:ea typeface="Pretendard"/>
                <a:cs typeface="Pretendard"/>
              </a:defRPr>
            </a:defPPr>
            <a:lvl1pPr algn="l">
              <a:defRPr sz="2400" b="0">
                <a:solidFill>
                  <a:srgbClr val="BBBBBB"/>
                </a:solidFill>
                <a:latin typeface="Pretendard"/>
                <a:ea typeface="Pretendard"/>
                <a:cs typeface="Pretendard"/>
              </a:defRPr>
            </a:lvl1pPr>
            <a:lvl2pPr algn="l">
              <a:defRPr sz="2400" b="0">
                <a:solidFill>
                  <a:srgbClr val="BBBBBB"/>
                </a:solidFill>
                <a:latin typeface="Pretendard"/>
                <a:ea typeface="Pretendard"/>
                <a:cs typeface="Pretendard"/>
              </a:defRPr>
            </a:lvl2pPr>
            <a:lvl3pPr algn="l">
              <a:defRPr sz="2400" b="0">
                <a:solidFill>
                  <a:srgbClr val="BBBBBB"/>
                </a:solidFill>
                <a:latin typeface="Pretendard"/>
                <a:ea typeface="Pretendard"/>
                <a:cs typeface="Pretendard"/>
              </a:defRPr>
            </a:lvl3pPr>
            <a:lvl4pPr algn="l">
              <a:defRPr sz="2400" b="0">
                <a:solidFill>
                  <a:srgbClr val="BBBBBB"/>
                </a:solidFill>
                <a:latin typeface="Pretendard"/>
                <a:ea typeface="Pretendard"/>
                <a:cs typeface="Pretendard"/>
              </a:defRPr>
            </a:lvl4pPr>
            <a:lvl5pPr algn="l">
              <a:defRPr sz="2400" b="0">
                <a:solidFill>
                  <a:srgbClr val="BBBBBB"/>
                </a:solidFill>
                <a:latin typeface="Pretendard"/>
                <a:ea typeface="Pretendard"/>
                <a:cs typeface="Pretendard"/>
              </a:defRPr>
            </a:lvl5pPr>
            <a:lvl6pPr algn="l">
              <a:defRPr sz="2400" b="0">
                <a:solidFill>
                  <a:srgbClr val="BBBBBB"/>
                </a:solidFill>
                <a:latin typeface="Pretendard"/>
                <a:ea typeface="Pretendard"/>
                <a:cs typeface="Pretendard"/>
              </a:defRPr>
            </a:lvl6pPr>
            <a:lvl7pPr algn="l">
              <a:defRPr sz="2400" b="0">
                <a:solidFill>
                  <a:srgbClr val="BBBBBB"/>
                </a:solidFill>
                <a:latin typeface="Pretendard"/>
                <a:ea typeface="Pretendard"/>
                <a:cs typeface="Pretendard"/>
              </a:defRPr>
            </a:lvl7pPr>
            <a:lvl8pPr algn="l">
              <a:defRPr sz="2400" b="0">
                <a:solidFill>
                  <a:srgbClr val="BBBBBB"/>
                </a:solidFill>
                <a:latin typeface="Pretendard"/>
                <a:ea typeface="Pretendard"/>
                <a:cs typeface="Pretendard"/>
              </a:defRPr>
            </a:lvl8pPr>
            <a:lvl9pPr algn="l">
              <a:defRPr sz="2400" b="0">
                <a:solidFill>
                  <a:srgbClr val="BBBBBB"/>
                </a:solidFill>
                <a:latin typeface="Pretendard"/>
                <a:ea typeface="Pretendard"/>
                <a:cs typeface="Pretendard"/>
              </a:defRPr>
            </a:lvl9pPr>
          </a:lstStyle>
          <a:p xmlns:a="http://schemas.openxmlformats.org/drawingml/2006/main">
            <a:pPr algn="l">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두 단계의 합과 직접 반응을 비교한다.</a:t>
            </a:r>
          </a:p>
        </p:txBody>
      </p:sp>
      <p:pic>
        <p:nvPicPr>
          <p:cNvPr id="8" name="">
            <a:extLst xmlns:a="http://schemas.openxmlformats.org/drawingml/2006/main">
              <a:ext uri="{FF2B5EF4-FFF2-40B4-BE49-F238E27FC236}">
                <a16:creationId xmlns:a16="http://schemas.microsoft.com/office/drawing/2014/main" id="{B3682BE6-C6EE-4B98-9790-894415CCCB87}"/>
              </a:ext>
            </a:extLst>
          </p:cNvPr>
          <p:cNvPicPr>
            <a:picLocks xmlns:a="http://schemas.openxmlformats.org/drawingml/2006/main" noChangeAspect="1"/>
          </p:cNvPicPr>
          <p:nvPr/>
        </p:nvPicPr>
        <p:blipFill>
          <a:blip xmlns:r="http://schemas.openxmlformats.org/officeDocument/2006/relationships" xmlns:a="http://schemas.openxmlformats.org/drawingml/2006/main" r:embed="R0463526d1e8a4c90"/>
          <a:stretch xmlns:a="http://schemas.openxmlformats.org/drawingml/2006/main"/>
        </p:blipFill>
        <p:spPr>
          <a:xfrm xmlns:a="http://schemas.openxmlformats.org/drawingml/2006/main">
            <a:off x="5970965" y="5048250"/>
            <a:ext cx="9584570" cy="2952750"/>
          </a:xfrm>
          <a:prstGeom xmlns:a="http://schemas.openxmlformats.org/drawingml/2006/main" prst="rect">
            <a:avLst/>
          </a:prstGeom>
        </p:spPr>
      </p:pic>
      <p:sp>
        <p:nvSpPr>
          <p:cNvPr id="10" name="text">
            <a:extLst xmlns:a="http://schemas.openxmlformats.org/drawingml/2006/main">
              <a:ext uri="{FF2B5EF4-FFF2-40B4-BE49-F238E27FC236}">
                <a16:creationId xmlns:a16="http://schemas.microsoft.com/office/drawing/2014/main" id="{6CD5B078-2CBB-4B0F-8DE4-D4B32D77E664}"/>
              </a:ext>
            </a:extLst>
          </p:cNvPr>
          <p:cNvSpPr>
            <a:spLocks xmlns:a="http://schemas.openxmlformats.org/drawingml/2006/main" noGrp="1"/>
          </p:cNvSpPr>
          <p:nvPr/>
        </p:nvSpPr>
        <p:spPr>
          <a:xfrm xmlns:a="http://schemas.openxmlformats.org/drawingml/2006/main">
            <a:off x="2381250" y="5143500"/>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용해 + 중화</a:t>
            </a:r>
          </a:p>
        </p:txBody>
      </p:sp>
      <p:sp>
        <p:nvSpPr>
          <p:cNvPr id="11" name="text">
            <a:extLst xmlns:a="http://schemas.openxmlformats.org/drawingml/2006/main">
              <a:ext uri="{FF2B5EF4-FFF2-40B4-BE49-F238E27FC236}">
                <a16:creationId xmlns:a16="http://schemas.microsoft.com/office/drawing/2014/main" id="{F30C1E39-30E5-42D7-8D66-8014831835F4}"/>
              </a:ext>
            </a:extLst>
          </p:cNvPr>
          <p:cNvSpPr>
            <a:spLocks xmlns:a="http://schemas.openxmlformats.org/drawingml/2006/main" noGrp="1"/>
          </p:cNvSpPr>
          <p:nvPr/>
        </p:nvSpPr>
        <p:spPr>
          <a:xfrm xmlns:a="http://schemas.openxmlformats.org/drawingml/2006/main">
            <a:off x="2381250" y="6067425"/>
            <a:ext cx="2952750" cy="619125"/>
          </a:xfrm>
          <a:prstGeom xmlns:a="http://schemas.openxmlformats.org/drawingml/2006/main" prst="roundRect">
            <a:avLst/>
          </a:prstGeom>
          <a:solidFill xmlns:a="http://schemas.openxmlformats.org/drawingml/2006/main">
            <a:srgbClr val="444444"/>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직접 반응</a:t>
            </a:r>
          </a:p>
        </p:txBody>
      </p:sp>
      <p:sp>
        <p:nvSpPr>
          <p:cNvPr id="12" name="text">
            <a:extLst xmlns:a="http://schemas.openxmlformats.org/drawingml/2006/main">
              <a:ext uri="{FF2B5EF4-FFF2-40B4-BE49-F238E27FC236}">
                <a16:creationId xmlns:a16="http://schemas.microsoft.com/office/drawing/2014/main" id="{9C5AE359-4E71-4772-A763-28A11AE5BE50}"/>
              </a:ext>
            </a:extLst>
          </p:cNvPr>
          <p:cNvSpPr>
            <a:spLocks xmlns:a="http://schemas.openxmlformats.org/drawingml/2006/main" noGrp="1"/>
          </p:cNvSpPr>
          <p:nvPr/>
        </p:nvSpPr>
        <p:spPr>
          <a:xfrm xmlns:a="http://schemas.openxmlformats.org/drawingml/2006/main">
            <a:off x="2381250" y="6991350"/>
            <a:ext cx="2952750" cy="619125"/>
          </a:xfrm>
          <a:prstGeom xmlns:a="http://schemas.openxmlformats.org/drawingml/2006/main" prst="roundRect">
            <a:avLst/>
          </a:prstGeom>
          <a:solidFill xmlns:a="http://schemas.openxmlformats.org/drawingml/2006/main">
            <a:srgbClr val="365C25"/>
          </a:solidFill>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FFFFFF"/>
                </a:solidFill>
                <a:latin typeface="Pretendard"/>
                <a:ea typeface="Pretendard"/>
                <a:cs typeface="Pretendard"/>
              </a:defRPr>
            </a:defPPr>
            <a:lvl1pPr algn="ctr">
              <a:defRPr sz="2250" b="1">
                <a:solidFill>
                  <a:srgbClr val="FFFFFF"/>
                </a:solidFill>
                <a:latin typeface="Pretendard"/>
                <a:ea typeface="Pretendard"/>
                <a:cs typeface="Pretendard"/>
              </a:defRPr>
            </a:lvl1pPr>
            <a:lvl2pPr algn="ctr">
              <a:defRPr sz="2250" b="1">
                <a:solidFill>
                  <a:srgbClr val="FFFFFF"/>
                </a:solidFill>
                <a:latin typeface="Pretendard"/>
                <a:ea typeface="Pretendard"/>
                <a:cs typeface="Pretendard"/>
              </a:defRPr>
            </a:lvl2pPr>
            <a:lvl3pPr algn="ctr">
              <a:defRPr sz="2250" b="1">
                <a:solidFill>
                  <a:srgbClr val="FFFFFF"/>
                </a:solidFill>
                <a:latin typeface="Pretendard"/>
                <a:ea typeface="Pretendard"/>
                <a:cs typeface="Pretendard"/>
              </a:defRPr>
            </a:lvl3pPr>
            <a:lvl4pPr algn="ctr">
              <a:defRPr sz="2250" b="1">
                <a:solidFill>
                  <a:srgbClr val="FFFFFF"/>
                </a:solidFill>
                <a:latin typeface="Pretendard"/>
                <a:ea typeface="Pretendard"/>
                <a:cs typeface="Pretendard"/>
              </a:defRPr>
            </a:lvl4pPr>
            <a:lvl5pPr algn="ctr">
              <a:defRPr sz="2250" b="1">
                <a:solidFill>
                  <a:srgbClr val="FFFFFF"/>
                </a:solidFill>
                <a:latin typeface="Pretendard"/>
                <a:ea typeface="Pretendard"/>
                <a:cs typeface="Pretendard"/>
              </a:defRPr>
            </a:lvl5pPr>
            <a:lvl6pPr algn="ctr">
              <a:defRPr sz="2250" b="1">
                <a:solidFill>
                  <a:srgbClr val="FFFFFF"/>
                </a:solidFill>
                <a:latin typeface="Pretendard"/>
                <a:ea typeface="Pretendard"/>
                <a:cs typeface="Pretendard"/>
              </a:defRPr>
            </a:lvl6pPr>
            <a:lvl7pPr algn="ctr">
              <a:defRPr sz="2250" b="1">
                <a:solidFill>
                  <a:srgbClr val="FFFFFF"/>
                </a:solidFill>
                <a:latin typeface="Pretendard"/>
                <a:ea typeface="Pretendard"/>
                <a:cs typeface="Pretendard"/>
              </a:defRPr>
            </a:lvl7pPr>
            <a:lvl8pPr algn="ctr">
              <a:defRPr sz="2250" b="1">
                <a:solidFill>
                  <a:srgbClr val="FFFFFF"/>
                </a:solidFill>
                <a:latin typeface="Pretendard"/>
                <a:ea typeface="Pretendard"/>
                <a:cs typeface="Pretendard"/>
              </a:defRPr>
            </a:lvl8pPr>
            <a:lvl9pPr algn="ctr">
              <a:defRPr sz="2250" b="1">
                <a:solidFill>
                  <a:srgbClr val="FFFFFF"/>
                </a:solidFill>
                <a:latin typeface="Pretendard"/>
                <a:ea typeface="Pretendard"/>
                <a:cs typeface="Pretendard"/>
              </a:defRPr>
            </a:lvl9pPr>
          </a:lstStyle>
          <a:p xmlns:a="http://schemas.openxmlformats.org/drawingml/2006/main">
            <a:pPr algn="ctr">
              <a:defRPr sz="2250" b="1">
                <a:solidFill>
                  <a:srgbClr val="FFFFFF"/>
                </a:solidFill>
                <a:latin typeface="Pretendard"/>
                <a:ea typeface="Pretendard"/>
                <a:cs typeface="Pretendard"/>
              </a:defRPr>
            </a:pPr>
            <a:r>
              <a:rPr sz="2250" b="1">
                <a:solidFill>
                  <a:srgbClr val="FFFFFF"/>
                </a:solidFill>
                <a:latin typeface="Pretendard"/>
                <a:ea typeface="Pretendard"/>
                <a:cs typeface="Pretendard"/>
              </a:rPr>
              <a:t>두 값의 차이</a:t>
            </a:r>
          </a:p>
        </p:txBody>
      </p:sp>
      <p:sp>
        <p:nvSpPr>
          <p:cNvPr id="13" name="text">
            <a:extLst xmlns:a="http://schemas.openxmlformats.org/drawingml/2006/main">
              <a:ext uri="{FF2B5EF4-FFF2-40B4-BE49-F238E27FC236}">
                <a16:creationId xmlns:a16="http://schemas.microsoft.com/office/drawing/2014/main" id="{30E78F5B-3951-4EEA-8C1D-636AB5AA35D3}"/>
              </a:ext>
            </a:extLst>
          </p:cNvPr>
          <p:cNvSpPr>
            <a:spLocks xmlns:a="http://schemas.openxmlformats.org/drawingml/2006/main" noGrp="1"/>
          </p:cNvSpPr>
          <p:nvPr/>
        </p:nvSpPr>
        <p:spPr>
          <a:xfrm xmlns:a="http://schemas.openxmlformats.org/drawingml/2006/main">
            <a:off x="2095500" y="8715375"/>
            <a:ext cx="1409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400" b="0">
                <a:solidFill>
                  <a:srgbClr val="BBBBBB"/>
                </a:solidFill>
                <a:latin typeface="Pretendard"/>
                <a:ea typeface="Pretendard"/>
                <a:cs typeface="Pretendard"/>
              </a:defRPr>
            </a:defPPr>
            <a:lvl1pPr algn="ctr">
              <a:defRPr sz="2400" b="0">
                <a:solidFill>
                  <a:srgbClr val="BBBBBB"/>
                </a:solidFill>
                <a:latin typeface="Pretendard"/>
                <a:ea typeface="Pretendard"/>
                <a:cs typeface="Pretendard"/>
              </a:defRPr>
            </a:lvl1pPr>
            <a:lvl2pPr algn="ctr">
              <a:defRPr sz="2400" b="0">
                <a:solidFill>
                  <a:srgbClr val="BBBBBB"/>
                </a:solidFill>
                <a:latin typeface="Pretendard"/>
                <a:ea typeface="Pretendard"/>
                <a:cs typeface="Pretendard"/>
              </a:defRPr>
            </a:lvl2pPr>
            <a:lvl3pPr algn="ctr">
              <a:defRPr sz="2400" b="0">
                <a:solidFill>
                  <a:srgbClr val="BBBBBB"/>
                </a:solidFill>
                <a:latin typeface="Pretendard"/>
                <a:ea typeface="Pretendard"/>
                <a:cs typeface="Pretendard"/>
              </a:defRPr>
            </a:lvl3pPr>
            <a:lvl4pPr algn="ctr">
              <a:defRPr sz="2400" b="0">
                <a:solidFill>
                  <a:srgbClr val="BBBBBB"/>
                </a:solidFill>
                <a:latin typeface="Pretendard"/>
                <a:ea typeface="Pretendard"/>
                <a:cs typeface="Pretendard"/>
              </a:defRPr>
            </a:lvl4pPr>
            <a:lvl5pPr algn="ctr">
              <a:defRPr sz="2400" b="0">
                <a:solidFill>
                  <a:srgbClr val="BBBBBB"/>
                </a:solidFill>
                <a:latin typeface="Pretendard"/>
                <a:ea typeface="Pretendard"/>
                <a:cs typeface="Pretendard"/>
              </a:defRPr>
            </a:lvl5pPr>
            <a:lvl6pPr algn="ctr">
              <a:defRPr sz="2400" b="0">
                <a:solidFill>
                  <a:srgbClr val="BBBBBB"/>
                </a:solidFill>
                <a:latin typeface="Pretendard"/>
                <a:ea typeface="Pretendard"/>
                <a:cs typeface="Pretendard"/>
              </a:defRPr>
            </a:lvl6pPr>
            <a:lvl7pPr algn="ctr">
              <a:defRPr sz="2400" b="0">
                <a:solidFill>
                  <a:srgbClr val="BBBBBB"/>
                </a:solidFill>
                <a:latin typeface="Pretendard"/>
                <a:ea typeface="Pretendard"/>
                <a:cs typeface="Pretendard"/>
              </a:defRPr>
            </a:lvl7pPr>
            <a:lvl8pPr algn="ctr">
              <a:defRPr sz="2400" b="0">
                <a:solidFill>
                  <a:srgbClr val="BBBBBB"/>
                </a:solidFill>
                <a:latin typeface="Pretendard"/>
                <a:ea typeface="Pretendard"/>
                <a:cs typeface="Pretendard"/>
              </a:defRPr>
            </a:lvl8pPr>
            <a:lvl9pPr algn="ctr">
              <a:defRPr sz="2400" b="0">
                <a:solidFill>
                  <a:srgbClr val="BBBBBB"/>
                </a:solidFill>
                <a:latin typeface="Pretendard"/>
                <a:ea typeface="Pretendard"/>
                <a:cs typeface="Pretendard"/>
              </a:defRPr>
            </a:lvl9pPr>
          </a:lstStyle>
          <a:p xmlns:a="http://schemas.openxmlformats.org/drawingml/2006/main">
            <a:pPr algn="ctr">
              <a:defRPr sz="2400" b="0">
                <a:solidFill>
                  <a:srgbClr val="BBBBBB"/>
                </a:solidFill>
                <a:latin typeface="Pretendard"/>
                <a:ea typeface="Pretendard"/>
                <a:cs typeface="Pretendard"/>
              </a:defRPr>
            </a:pPr>
            <a:r>
              <a:rPr sz="2400" b="0">
                <a:solidFill>
                  <a:srgbClr val="BBBBBB"/>
                </a:solidFill>
                <a:latin typeface="Pretendard"/>
                <a:ea typeface="Pretendard"/>
                <a:cs typeface="Pretendard"/>
              </a:rPr>
              <a:t>외부로의 열 손실과 측정 오차 때문에 실험값에 차이가 생긴다.</a:t>
            </a:r>
          </a:p>
        </p:txBody>
      </p:sp>
    </p:spTree>
    <p:extLst>
      <p:ext uri="{BB962C8B-B14F-4D97-AF65-F5344CB8AC3E}">
        <p14:creationId xmlns:p14="http://schemas.microsoft.com/office/powerpoint/2010/main" val="1821819949"/>
      </p:ext>
    </p:extLst>
  </p:cSld>
</p:sld>
</file>

<file path=ppt/slides/slide5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DB7C1DF-B866-4CE8-A541-9149055F482A}"/>
              </a:ext>
            </a:extLst>
          </p:cNvPr>
          <p:cNvPicPr>
            <a:picLocks xmlns:a="http://schemas.openxmlformats.org/drawingml/2006/main" noChangeAspect="1"/>
          </p:cNvPicPr>
          <p:nvPr/>
        </p:nvPicPr>
        <p:blipFill>
          <a:blip xmlns:r="http://schemas.openxmlformats.org/officeDocument/2006/relationships" xmlns:a="http://schemas.openxmlformats.org/drawingml/2006/main" r:embed="Rd4f8b56501794170"/>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F860AF53-1905-4E41-9A82-0DF34BA98A0A}"/>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9318C269-74BC-4049-BA14-9829E984F75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A1CA79EC-C26D-4F14-A1D5-D3E92655F8B8}"/>
              </a:ext>
            </a:extLst>
          </p:cNvPr>
          <p:cNvSpPr>
            <a:spLocks xmlns:a="http://schemas.openxmlformats.org/drawingml/2006/main" noGrp="1"/>
          </p:cNvSpPr>
          <p:nvPr/>
        </p:nvSpPr>
        <p:spPr>
          <a:xfrm xmlns:a="http://schemas.openxmlformats.org/drawingml/2006/main">
            <a:off x="857250" y="1276350"/>
            <a:ext cx="666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53695118-33B6-49E4-B3FE-1FE9C4A8678F}"/>
              </a:ext>
            </a:extLst>
          </p:cNvPr>
          <p:cNvSpPr>
            <a:spLocks xmlns:a="http://schemas.openxmlformats.org/drawingml/2006/main" noGrp="1"/>
          </p:cNvSpPr>
          <p:nvPr/>
        </p:nvSpPr>
        <p:spPr>
          <a:xfrm xmlns:a="http://schemas.openxmlformats.org/drawingml/2006/main">
            <a:off x="1504950" y="1276350"/>
            <a:ext cx="14763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헤스 법칙의 활용</a:t>
            </a:r>
          </a:p>
        </p:txBody>
      </p:sp>
      <p:sp>
        <p:nvSpPr>
          <p:cNvPr id="6" name="핵심 문장">
            <a:extLst xmlns:a="http://schemas.openxmlformats.org/drawingml/2006/main">
              <a:ext uri="{FF2B5EF4-FFF2-40B4-BE49-F238E27FC236}">
                <a16:creationId xmlns:a16="http://schemas.microsoft.com/office/drawing/2014/main" id="{92260CDF-6256-46CC-AE2E-4CBE5801667E}"/>
              </a:ext>
            </a:extLst>
          </p:cNvPr>
          <p:cNvSpPr>
            <a:spLocks xmlns:a="http://schemas.openxmlformats.org/drawingml/2006/main" noGrp="1"/>
          </p:cNvSpPr>
          <p:nvPr/>
        </p:nvSpPr>
        <p:spPr>
          <a:xfrm xmlns:a="http://schemas.openxmlformats.org/drawingml/2006/main">
            <a:off x="1714500" y="228600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직접 재지 못한 </a:t>
            </a:r>
            <a:r>
              <a:rPr sz="4800" b="1">
                <a:solidFill>
                  <a:srgbClr val="FFFFFF"/>
                </a:solidFill>
                <a:latin typeface="Pretendard"/>
                <a:ea typeface="Pretendard"/>
                <a:cs typeface="Pretendard"/>
              </a:rPr>
              <a:t>Δ</a:t>
            </a:r>
            <a:r>
              <a:rPr sz="4800" b="1" i="1">
                <a:solidFill>
                  <a:srgbClr val="FFFFFF"/>
                </a:solidFill>
                <a:latin typeface="Pretendard"/>
                <a:ea typeface="Pretendard"/>
                <a:cs typeface="Pretendard"/>
              </a:rPr>
              <a:t>H</a:t>
            </a:r>
            <a:r>
              <a:rPr sz="4800" b="1">
                <a:solidFill>
                  <a:srgbClr val="FFFFFF"/>
                </a:solidFill>
                <a:latin typeface="Pretendard"/>
                <a:ea typeface="Pretendard"/>
                <a:cs typeface="Pretendard"/>
              </a:rPr>
              <a:t>를 알게 되는 까닭</a:t>
            </a:r>
          </a:p>
        </p:txBody>
      </p:sp>
      <p:pic>
        <p:nvPicPr>
          <p:cNvPr id="7" name="">
            <a:extLst xmlns:a="http://schemas.openxmlformats.org/drawingml/2006/main">
              <a:ext uri="{FF2B5EF4-FFF2-40B4-BE49-F238E27FC236}">
                <a16:creationId xmlns:a16="http://schemas.microsoft.com/office/drawing/2014/main" id="{3C1B42B3-3F35-4DE0-A11F-8C00BF01E9F3}"/>
              </a:ext>
            </a:extLst>
          </p:cNvPr>
          <p:cNvPicPr>
            <a:picLocks xmlns:a="http://schemas.openxmlformats.org/drawingml/2006/main" noChangeAspect="1"/>
          </p:cNvPicPr>
          <p:nvPr/>
        </p:nvPicPr>
        <p:blipFill>
          <a:blip xmlns:r="http://schemas.openxmlformats.org/officeDocument/2006/relationships" xmlns:a="http://schemas.openxmlformats.org/drawingml/2006/main" r:embed="R8381a951cd094070"/>
          <a:stretch xmlns:a="http://schemas.openxmlformats.org/drawingml/2006/main"/>
        </p:blipFill>
        <p:spPr>
          <a:xfrm xmlns:a="http://schemas.openxmlformats.org/drawingml/2006/main">
            <a:off x="4857750" y="3486150"/>
            <a:ext cx="8572500" cy="6115050"/>
          </a:xfrm>
          <a:prstGeom xmlns:a="http://schemas.openxmlformats.org/drawingml/2006/main" prst="rect">
            <a:avLst/>
          </a:prstGeom>
        </p:spPr>
      </p:pic>
      <p:sp>
        <p:nvSpPr>
          <p:cNvPr id="8" name="text">
            <a:extLst xmlns:a="http://schemas.openxmlformats.org/drawingml/2006/main">
              <a:ext uri="{FF2B5EF4-FFF2-40B4-BE49-F238E27FC236}">
                <a16:creationId xmlns:a16="http://schemas.microsoft.com/office/drawing/2014/main" id="{FF9FCF27-C86C-4F2C-B4C1-080B9E69FC82}"/>
              </a:ext>
            </a:extLst>
          </p:cNvPr>
          <p:cNvSpPr>
            <a:spLocks xmlns:a="http://schemas.openxmlformats.org/drawingml/2006/main" noGrp="1"/>
          </p:cNvSpPr>
          <p:nvPr/>
        </p:nvSpPr>
        <p:spPr>
          <a:xfrm xmlns:a="http://schemas.openxmlformats.org/drawingml/2006/main">
            <a:off x="5562600" y="4143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알고 있는 반응</a:t>
            </a:r>
          </a:p>
        </p:txBody>
      </p:sp>
      <p:sp>
        <p:nvSpPr>
          <p:cNvPr id="9" name="rich">
            <a:extLst xmlns:a="http://schemas.openxmlformats.org/drawingml/2006/main">
              <a:ext uri="{FF2B5EF4-FFF2-40B4-BE49-F238E27FC236}">
                <a16:creationId xmlns:a16="http://schemas.microsoft.com/office/drawing/2014/main" id="{7874C384-CE07-496C-8745-5D332AF8A3D8}"/>
              </a:ext>
            </a:extLst>
          </p:cNvPr>
          <p:cNvSpPr>
            <a:spLocks xmlns:a="http://schemas.openxmlformats.org/drawingml/2006/main" noGrp="1"/>
          </p:cNvSpPr>
          <p:nvPr/>
        </p:nvSpPr>
        <p:spPr>
          <a:xfrm xmlns:a="http://schemas.openxmlformats.org/drawingml/2006/main">
            <a:off x="5562600" y="4733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여러 반응을 조합한다.</a:t>
            </a:r>
          </a:p>
        </p:txBody>
      </p:sp>
      <p:sp>
        <p:nvSpPr>
          <p:cNvPr id="10" name="text">
            <a:extLst xmlns:a="http://schemas.openxmlformats.org/drawingml/2006/main">
              <a:ext uri="{FF2B5EF4-FFF2-40B4-BE49-F238E27FC236}">
                <a16:creationId xmlns:a16="http://schemas.microsoft.com/office/drawing/2014/main" id="{806C3D1D-9296-4CA7-BF61-B0FEB638F96A}"/>
              </a:ext>
            </a:extLst>
          </p:cNvPr>
          <p:cNvSpPr>
            <a:spLocks xmlns:a="http://schemas.openxmlformats.org/drawingml/2006/main" noGrp="1"/>
          </p:cNvSpPr>
          <p:nvPr/>
        </p:nvSpPr>
        <p:spPr>
          <a:xfrm xmlns:a="http://schemas.openxmlformats.org/drawingml/2006/main">
            <a:off x="5562600" y="58578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같은 처음과 끝</a:t>
            </a:r>
          </a:p>
        </p:txBody>
      </p:sp>
      <p:sp>
        <p:nvSpPr>
          <p:cNvPr id="11" name="rich">
            <a:extLst xmlns:a="http://schemas.openxmlformats.org/drawingml/2006/main">
              <a:ext uri="{FF2B5EF4-FFF2-40B4-BE49-F238E27FC236}">
                <a16:creationId xmlns:a16="http://schemas.microsoft.com/office/drawing/2014/main" id="{1B47C46F-F4C4-4570-9D98-06119CE17A83}"/>
              </a:ext>
            </a:extLst>
          </p:cNvPr>
          <p:cNvSpPr>
            <a:spLocks xmlns:a="http://schemas.openxmlformats.org/drawingml/2006/main" noGrp="1"/>
          </p:cNvSpPr>
          <p:nvPr/>
        </p:nvSpPr>
        <p:spPr>
          <a:xfrm xmlns:a="http://schemas.openxmlformats.org/drawingml/2006/main">
            <a:off x="5562600" y="64484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목표 반응과 같은 처음·나중 상태를 만든다.</a:t>
            </a:r>
          </a:p>
        </p:txBody>
      </p:sp>
      <p:sp>
        <p:nvSpPr>
          <p:cNvPr id="12" name="text">
            <a:extLst xmlns:a="http://schemas.openxmlformats.org/drawingml/2006/main">
              <a:ext uri="{FF2B5EF4-FFF2-40B4-BE49-F238E27FC236}">
                <a16:creationId xmlns:a16="http://schemas.microsoft.com/office/drawing/2014/main" id="{011B5AA7-FCAA-406E-A7A0-69939AF64095}"/>
              </a:ext>
            </a:extLst>
          </p:cNvPr>
          <p:cNvSpPr>
            <a:spLocks xmlns:a="http://schemas.openxmlformats.org/drawingml/2006/main" noGrp="1"/>
          </p:cNvSpPr>
          <p:nvPr/>
        </p:nvSpPr>
        <p:spPr>
          <a:xfrm xmlns:a="http://schemas.openxmlformats.org/drawingml/2006/main">
            <a:off x="5562600" y="7572375"/>
            <a:ext cx="7143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400" b="1">
                <a:solidFill>
                  <a:srgbClr val="245419"/>
                </a:solidFill>
                <a:latin typeface="Pretendard"/>
                <a:ea typeface="Pretendard"/>
                <a:cs typeface="Pretendard"/>
              </a:defRPr>
            </a:defPPr>
            <a:lvl1pPr algn="l">
              <a:defRPr sz="2400" b="1">
                <a:solidFill>
                  <a:srgbClr val="245419"/>
                </a:solidFill>
                <a:latin typeface="Pretendard"/>
                <a:ea typeface="Pretendard"/>
                <a:cs typeface="Pretendard"/>
              </a:defRPr>
            </a:lvl1pPr>
            <a:lvl2pPr algn="l">
              <a:defRPr sz="2400" b="1">
                <a:solidFill>
                  <a:srgbClr val="245419"/>
                </a:solidFill>
                <a:latin typeface="Pretendard"/>
                <a:ea typeface="Pretendard"/>
                <a:cs typeface="Pretendard"/>
              </a:defRPr>
            </a:lvl2pPr>
            <a:lvl3pPr algn="l">
              <a:defRPr sz="2400" b="1">
                <a:solidFill>
                  <a:srgbClr val="245419"/>
                </a:solidFill>
                <a:latin typeface="Pretendard"/>
                <a:ea typeface="Pretendard"/>
                <a:cs typeface="Pretendard"/>
              </a:defRPr>
            </a:lvl3pPr>
            <a:lvl4pPr algn="l">
              <a:defRPr sz="2400" b="1">
                <a:solidFill>
                  <a:srgbClr val="245419"/>
                </a:solidFill>
                <a:latin typeface="Pretendard"/>
                <a:ea typeface="Pretendard"/>
                <a:cs typeface="Pretendard"/>
              </a:defRPr>
            </a:lvl4pPr>
            <a:lvl5pPr algn="l">
              <a:defRPr sz="2400" b="1">
                <a:solidFill>
                  <a:srgbClr val="245419"/>
                </a:solidFill>
                <a:latin typeface="Pretendard"/>
                <a:ea typeface="Pretendard"/>
                <a:cs typeface="Pretendard"/>
              </a:defRPr>
            </a:lvl5pPr>
            <a:lvl6pPr algn="l">
              <a:defRPr sz="2400" b="1">
                <a:solidFill>
                  <a:srgbClr val="245419"/>
                </a:solidFill>
                <a:latin typeface="Pretendard"/>
                <a:ea typeface="Pretendard"/>
                <a:cs typeface="Pretendard"/>
              </a:defRPr>
            </a:lvl6pPr>
            <a:lvl7pPr algn="l">
              <a:defRPr sz="2400" b="1">
                <a:solidFill>
                  <a:srgbClr val="245419"/>
                </a:solidFill>
                <a:latin typeface="Pretendard"/>
                <a:ea typeface="Pretendard"/>
                <a:cs typeface="Pretendard"/>
              </a:defRPr>
            </a:lvl7pPr>
            <a:lvl8pPr algn="l">
              <a:defRPr sz="2400" b="1">
                <a:solidFill>
                  <a:srgbClr val="245419"/>
                </a:solidFill>
                <a:latin typeface="Pretendard"/>
                <a:ea typeface="Pretendard"/>
                <a:cs typeface="Pretendard"/>
              </a:defRPr>
            </a:lvl8pPr>
            <a:lvl9pPr algn="l">
              <a:defRPr sz="2400" b="1">
                <a:solidFill>
                  <a:srgbClr val="245419"/>
                </a:solidFill>
                <a:latin typeface="Pretendard"/>
                <a:ea typeface="Pretendard"/>
                <a:cs typeface="Pretendard"/>
              </a:defRPr>
            </a:lvl9pPr>
          </a:lstStyle>
          <a:p xmlns:a="http://schemas.openxmlformats.org/drawingml/2006/main">
            <a:pPr algn="l">
              <a:defRPr sz="2400" b="1">
                <a:solidFill>
                  <a:srgbClr val="245419"/>
                </a:solidFill>
                <a:latin typeface="Pretendard"/>
                <a:ea typeface="Pretendard"/>
                <a:cs typeface="Pretendard"/>
              </a:defRPr>
            </a:pPr>
            <a:r>
              <a:rPr sz="2400" b="1">
                <a:solidFill>
                  <a:srgbClr val="245419"/>
                </a:solidFill>
                <a:latin typeface="Pretendard"/>
                <a:ea typeface="Pretendard"/>
                <a:cs typeface="Pretendard"/>
              </a:rPr>
              <a:t>미지의 반응 엔탈피</a:t>
            </a:r>
          </a:p>
        </p:txBody>
      </p:sp>
      <p:sp>
        <p:nvSpPr>
          <p:cNvPr id="13" name="rich">
            <a:extLst xmlns:a="http://schemas.openxmlformats.org/drawingml/2006/main">
              <a:ext uri="{FF2B5EF4-FFF2-40B4-BE49-F238E27FC236}">
                <a16:creationId xmlns:a16="http://schemas.microsoft.com/office/drawing/2014/main" id="{2AD7DCA7-BF31-4982-A730-0139BD193B57}"/>
              </a:ext>
            </a:extLst>
          </p:cNvPr>
          <p:cNvSpPr>
            <a:spLocks xmlns:a="http://schemas.openxmlformats.org/drawingml/2006/main" noGrp="1"/>
          </p:cNvSpPr>
          <p:nvPr/>
        </p:nvSpPr>
        <p:spPr>
          <a:xfrm xmlns:a="http://schemas.openxmlformats.org/drawingml/2006/main">
            <a:off x="5562600" y="8162925"/>
            <a:ext cx="714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0">
                <a:solidFill>
                  <a:srgbClr val="222222"/>
                </a:solidFill>
                <a:latin typeface="Pretendard"/>
                <a:ea typeface="Pretendard"/>
                <a:cs typeface="Pretendard"/>
              </a:defRPr>
            </a:defPPr>
            <a:lvl1pPr algn="l">
              <a:defRPr sz="2100" b="0">
                <a:solidFill>
                  <a:srgbClr val="222222"/>
                </a:solidFill>
                <a:latin typeface="Pretendard"/>
                <a:ea typeface="Pretendard"/>
                <a:cs typeface="Pretendard"/>
              </a:defRPr>
            </a:lvl1pPr>
            <a:lvl2pPr algn="l">
              <a:defRPr sz="2100" b="0">
                <a:solidFill>
                  <a:srgbClr val="222222"/>
                </a:solidFill>
                <a:latin typeface="Pretendard"/>
                <a:ea typeface="Pretendard"/>
                <a:cs typeface="Pretendard"/>
              </a:defRPr>
            </a:lvl2pPr>
            <a:lvl3pPr algn="l">
              <a:defRPr sz="2100" b="0">
                <a:solidFill>
                  <a:srgbClr val="222222"/>
                </a:solidFill>
                <a:latin typeface="Pretendard"/>
                <a:ea typeface="Pretendard"/>
                <a:cs typeface="Pretendard"/>
              </a:defRPr>
            </a:lvl3pPr>
            <a:lvl4pPr algn="l">
              <a:defRPr sz="2100" b="0">
                <a:solidFill>
                  <a:srgbClr val="222222"/>
                </a:solidFill>
                <a:latin typeface="Pretendard"/>
                <a:ea typeface="Pretendard"/>
                <a:cs typeface="Pretendard"/>
              </a:defRPr>
            </a:lvl4pPr>
            <a:lvl5pPr algn="l">
              <a:defRPr sz="2100" b="0">
                <a:solidFill>
                  <a:srgbClr val="222222"/>
                </a:solidFill>
                <a:latin typeface="Pretendard"/>
                <a:ea typeface="Pretendard"/>
                <a:cs typeface="Pretendard"/>
              </a:defRPr>
            </a:lvl5pPr>
            <a:lvl6pPr algn="l">
              <a:defRPr sz="2100" b="0">
                <a:solidFill>
                  <a:srgbClr val="222222"/>
                </a:solidFill>
                <a:latin typeface="Pretendard"/>
                <a:ea typeface="Pretendard"/>
                <a:cs typeface="Pretendard"/>
              </a:defRPr>
            </a:lvl6pPr>
            <a:lvl7pPr algn="l">
              <a:defRPr sz="2100" b="0">
                <a:solidFill>
                  <a:srgbClr val="222222"/>
                </a:solidFill>
                <a:latin typeface="Pretendard"/>
                <a:ea typeface="Pretendard"/>
                <a:cs typeface="Pretendard"/>
              </a:defRPr>
            </a:lvl7pPr>
            <a:lvl8pPr algn="l">
              <a:defRPr sz="2100" b="0">
                <a:solidFill>
                  <a:srgbClr val="222222"/>
                </a:solidFill>
                <a:latin typeface="Pretendard"/>
                <a:ea typeface="Pretendard"/>
                <a:cs typeface="Pretendard"/>
              </a:defRPr>
            </a:lvl8pPr>
            <a:lvl9pPr algn="l">
              <a:defRPr sz="2100" b="0">
                <a:solidFill>
                  <a:srgbClr val="222222"/>
                </a:solidFill>
                <a:latin typeface="Pretendard"/>
                <a:ea typeface="Pretendard"/>
                <a:cs typeface="Pretendard"/>
              </a:defRPr>
            </a:lvl9pPr>
          </a:lstStyle>
          <a:p xmlns:a="http://schemas.openxmlformats.org/drawingml/2006/main">
            <a:pPr algn="l">
              <a:defRPr sz="2100" b="0">
                <a:solidFill>
                  <a:srgbClr val="222222"/>
                </a:solidFill>
                <a:latin typeface="Pretendard"/>
                <a:ea typeface="Pretendard"/>
                <a:cs typeface="Pretendard"/>
              </a:defRPr>
            </a:pPr>
            <a:r>
              <a:rPr sz="2100">
                <a:solidFill>
                  <a:srgbClr val="222222"/>
                </a:solidFill>
                <a:latin typeface="Pretendard"/>
                <a:ea typeface="Pretendard"/>
                <a:cs typeface="Pretendard"/>
              </a:rPr>
              <a:t>알려진 </a:t>
            </a:r>
            <a:r>
              <a:rPr sz="2100">
                <a:solidFill>
                  <a:srgbClr val="222222"/>
                </a:solidFill>
                <a:latin typeface="Pretendard"/>
                <a:ea typeface="Pretendard"/>
                <a:cs typeface="Pretendard"/>
              </a:rPr>
              <a:t>Δ</a:t>
            </a:r>
            <a:r>
              <a:rPr sz="2100" i="1">
                <a:solidFill>
                  <a:srgbClr val="222222"/>
                </a:solidFill>
                <a:latin typeface="Pretendard"/>
                <a:ea typeface="Pretendard"/>
                <a:cs typeface="Pretendard"/>
              </a:rPr>
              <a:t>H</a:t>
            </a:r>
            <a:r>
              <a:rPr sz="2100">
                <a:solidFill>
                  <a:srgbClr val="222222"/>
                </a:solidFill>
                <a:latin typeface="Pretendard"/>
                <a:ea typeface="Pretendard"/>
                <a:cs typeface="Pretendard"/>
              </a:rPr>
              <a:t>를 더해 구한다.</a:t>
            </a:r>
          </a:p>
        </p:txBody>
      </p:sp>
      <p:pic>
        <p:nvPicPr>
          <p:cNvPr id="14" name="">
            <a:extLst xmlns:a="http://schemas.openxmlformats.org/drawingml/2006/main">
              <a:ext uri="{FF2B5EF4-FFF2-40B4-BE49-F238E27FC236}">
                <a16:creationId xmlns:a16="http://schemas.microsoft.com/office/drawing/2014/main" id="{F52415D1-8847-4237-A7EB-3CB07B6EE772}"/>
              </a:ext>
            </a:extLst>
          </p:cNvPr>
          <p:cNvPicPr>
            <a:picLocks xmlns:a="http://schemas.openxmlformats.org/drawingml/2006/main" noChangeAspect="1"/>
          </p:cNvPicPr>
          <p:nvPr/>
        </p:nvPicPr>
        <p:blipFill>
          <a:blip xmlns:r="http://schemas.openxmlformats.org/officeDocument/2006/relationships" xmlns:a="http://schemas.openxmlformats.org/drawingml/2006/main" r:embed="Rc60cac1b2c654b5a"/>
          <a:stretch xmlns:a="http://schemas.openxmlformats.org/drawingml/2006/main"/>
        </p:blipFill>
        <p:spPr>
          <a:xfrm xmlns:a="http://schemas.openxmlformats.org/drawingml/2006/main">
            <a:off x="1902542" y="5791200"/>
            <a:ext cx="2290917" cy="3524250"/>
          </a:xfrm>
          <a:prstGeom xmlns:a="http://schemas.openxmlformats.org/drawingml/2006/main" prst="rect">
            <a:avLst/>
          </a:prstGeom>
        </p:spPr>
      </p:pic>
      <p:sp>
        <p:nvSpPr>
          <p:cNvPr id="16" name="참조 R03-22 여백 있는 말풍선">
            <a:extLst xmlns:a="http://schemas.openxmlformats.org/drawingml/2006/main">
              <a:ext uri="{FF2B5EF4-FFF2-40B4-BE49-F238E27FC236}">
                <a16:creationId xmlns:a16="http://schemas.microsoft.com/office/drawing/2014/main" id="{3CA94524-1694-4CC0-B3E7-1D373DA08761}"/>
              </a:ext>
            </a:extLst>
          </p:cNvPr>
          <p:cNvSpPr>
            <a:spLocks xmlns:a="http://schemas.openxmlformats.org/drawingml/2006/main" noGrp="1"/>
          </p:cNvSpPr>
          <p:nvPr/>
        </p:nvSpPr>
        <p:spPr>
          <a:xfrm xmlns:a="http://schemas.openxmlformats.org/drawingml/2006/main">
            <a:off x="895350" y="4048125"/>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17" name="인물 발화 연결 꼬리">
            <a:extLst xmlns:a="http://schemas.openxmlformats.org/drawingml/2006/main">
              <a:ext uri="{FF2B5EF4-FFF2-40B4-BE49-F238E27FC236}">
                <a16:creationId xmlns:a16="http://schemas.microsoft.com/office/drawing/2014/main" id="{7CC82AC2-660A-4A2E-B630-23D2ADB9F123}"/>
              </a:ext>
            </a:extLst>
          </p:cNvPr>
          <p:cNvSpPr>
            <a:spLocks xmlns:a="http://schemas.openxmlformats.org/drawingml/2006/main" noGrp="1"/>
          </p:cNvSpPr>
          <p:nvPr/>
        </p:nvSpPr>
        <p:spPr>
          <a:xfrm xmlns:a="http://schemas.openxmlformats.org/drawingml/2006/main">
            <a:off x="2895600" y="5372100"/>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18" name="캐릭터 질문 1">
            <a:extLst xmlns:a="http://schemas.openxmlformats.org/drawingml/2006/main">
              <a:ext uri="{FF2B5EF4-FFF2-40B4-BE49-F238E27FC236}">
                <a16:creationId xmlns:a16="http://schemas.microsoft.com/office/drawing/2014/main" id="{58FCF8F6-171D-4899-A7EB-3623DCD6E646}"/>
              </a:ext>
            </a:extLst>
          </p:cNvPr>
          <p:cNvSpPr>
            <a:spLocks xmlns:a="http://schemas.openxmlformats.org/drawingml/2006/main" noGrp="1"/>
          </p:cNvSpPr>
          <p:nvPr/>
        </p:nvSpPr>
        <p:spPr>
          <a:xfrm xmlns:a="http://schemas.openxmlformats.org/drawingml/2006/main">
            <a:off x="1123950" y="427672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다른 경로로도</a:t>
            </a:r>
          </a:p>
        </p:txBody>
      </p:sp>
      <p:sp>
        <p:nvSpPr>
          <p:cNvPr id="19" name="캐릭터 질문 2">
            <a:extLst xmlns:a="http://schemas.openxmlformats.org/drawingml/2006/main">
              <a:ext uri="{FF2B5EF4-FFF2-40B4-BE49-F238E27FC236}">
                <a16:creationId xmlns:a16="http://schemas.microsoft.com/office/drawing/2014/main" id="{35DD818B-3A47-4142-94C6-376C7DF7DDE9}"/>
              </a:ext>
            </a:extLst>
          </p:cNvPr>
          <p:cNvSpPr>
            <a:spLocks xmlns:a="http://schemas.openxmlformats.org/drawingml/2006/main" noGrp="1"/>
          </p:cNvSpPr>
          <p:nvPr/>
        </p:nvSpPr>
        <p:spPr>
          <a:xfrm xmlns:a="http://schemas.openxmlformats.org/drawingml/2006/main">
            <a:off x="1123950" y="47434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구할 수 있을까?</a:t>
            </a:r>
          </a:p>
        </p:txBody>
      </p:sp>
      <p:sp>
        <p:nvSpPr>
          <p:cNvPr id="20" name="참조 R03-22 여백 있는 말풍선">
            <a:extLst xmlns:a="http://schemas.openxmlformats.org/drawingml/2006/main">
              <a:ext uri="{FF2B5EF4-FFF2-40B4-BE49-F238E27FC236}">
                <a16:creationId xmlns:a16="http://schemas.microsoft.com/office/drawing/2014/main" id="{30D1A51C-1698-4F15-8B0A-51BC70553971}"/>
              </a:ext>
            </a:extLst>
          </p:cNvPr>
          <p:cNvSpPr>
            <a:spLocks xmlns:a="http://schemas.openxmlformats.org/drawingml/2006/main" noGrp="1"/>
          </p:cNvSpPr>
          <p:nvPr/>
        </p:nvSpPr>
        <p:spPr>
          <a:xfrm xmlns:a="http://schemas.openxmlformats.org/drawingml/2006/main">
            <a:off x="13906500" y="4019550"/>
            <a:ext cx="3333750" cy="1333500"/>
          </a:xfrm>
          <a:prstGeom xmlns:a="http://schemas.openxmlformats.org/drawingml/2006/main" prst="roundRect">
            <a:avLst>
              <a:gd name="adj" fmla="val 18571"/>
            </a:avLst>
          </a:prstGeom>
          <a:solidFill xmlns:a="http://schemas.openxmlformats.org/drawingml/2006/main">
            <a:srgbClr val="242424"/>
          </a:solidFill>
          <a:ln xmlns:a="http://schemas.openxmlformats.org/drawingml/2006/main" w="0">
            <a:noFill/>
          </a:ln>
        </p:spPr>
      </p:sp>
      <p:sp>
        <p:nvSpPr>
          <p:cNvPr id="21" name="인물 발화 연결 꼬리">
            <a:extLst xmlns:a="http://schemas.openxmlformats.org/drawingml/2006/main">
              <a:ext uri="{FF2B5EF4-FFF2-40B4-BE49-F238E27FC236}">
                <a16:creationId xmlns:a16="http://schemas.microsoft.com/office/drawing/2014/main" id="{3951D708-9DD3-49AF-8B6B-B44E2F39A792}"/>
              </a:ext>
            </a:extLst>
          </p:cNvPr>
          <p:cNvSpPr>
            <a:spLocks xmlns:a="http://schemas.openxmlformats.org/drawingml/2006/main" noGrp="1"/>
          </p:cNvSpPr>
          <p:nvPr/>
        </p:nvSpPr>
        <p:spPr>
          <a:xfrm xmlns:a="http://schemas.openxmlformats.org/drawingml/2006/main">
            <a:off x="15240000" y="5343525"/>
            <a:ext cx="342900" cy="266700"/>
          </a:xfrm>
          <a:custGeom xmlns:a="http://schemas.openxmlformats.org/drawingml/2006/main">
            <a:pathLst>
              <a:path w="342900" h="266700">
                <a:moveTo>
                  <a:pt x="0" y="0"/>
                </a:moveTo>
                <a:lnTo>
                  <a:pt x="276225" y="266700"/>
                </a:lnTo>
                <a:lnTo>
                  <a:pt x="342900" y="0"/>
                </a:lnTo>
                <a:close/>
              </a:path>
            </a:pathLst>
          </a:custGeom>
          <a:solidFill xmlns:a="http://schemas.openxmlformats.org/drawingml/2006/main">
            <a:srgbClr val="242424"/>
          </a:solidFill>
          <a:ln xmlns:a="http://schemas.openxmlformats.org/drawingml/2006/main" w="0">
            <a:noFill/>
          </a:ln>
        </p:spPr>
      </p:sp>
      <p:sp>
        <p:nvSpPr>
          <p:cNvPr id="22" name="캐릭터 질문 1">
            <a:extLst xmlns:a="http://schemas.openxmlformats.org/drawingml/2006/main">
              <a:ext uri="{FF2B5EF4-FFF2-40B4-BE49-F238E27FC236}">
                <a16:creationId xmlns:a16="http://schemas.microsoft.com/office/drawing/2014/main" id="{8F2C4BED-204D-4B8C-9481-9AF5ADD171F7}"/>
              </a:ext>
            </a:extLst>
          </p:cNvPr>
          <p:cNvSpPr>
            <a:spLocks xmlns:a="http://schemas.openxmlformats.org/drawingml/2006/main" noGrp="1"/>
          </p:cNvSpPr>
          <p:nvPr/>
        </p:nvSpPr>
        <p:spPr>
          <a:xfrm xmlns:a="http://schemas.openxmlformats.org/drawingml/2006/main">
            <a:off x="14135100" y="4248150"/>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처음과 끝이</a:t>
            </a:r>
          </a:p>
        </p:txBody>
      </p:sp>
      <p:sp>
        <p:nvSpPr>
          <p:cNvPr id="23" name="캐릭터 질문 2">
            <a:extLst xmlns:a="http://schemas.openxmlformats.org/drawingml/2006/main">
              <a:ext uri="{FF2B5EF4-FFF2-40B4-BE49-F238E27FC236}">
                <a16:creationId xmlns:a16="http://schemas.microsoft.com/office/drawing/2014/main" id="{E62419FB-6AE3-4F74-8BB4-82C077906F21}"/>
              </a:ext>
            </a:extLst>
          </p:cNvPr>
          <p:cNvSpPr>
            <a:spLocks xmlns:a="http://schemas.openxmlformats.org/drawingml/2006/main" noGrp="1"/>
          </p:cNvSpPr>
          <p:nvPr/>
        </p:nvSpPr>
        <p:spPr>
          <a:xfrm xmlns:a="http://schemas.openxmlformats.org/drawingml/2006/main">
            <a:off x="14135100" y="4714875"/>
            <a:ext cx="28765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00" b="0">
                <a:solidFill>
                  <a:srgbClr val="FFFFFF"/>
                </a:solidFill>
                <a:latin typeface="Pretendard"/>
                <a:ea typeface="Pretendard"/>
                <a:cs typeface="Pretendard"/>
              </a:defRPr>
            </a:defPPr>
            <a:lvl1pPr algn="ctr">
              <a:defRPr sz="2100" b="0">
                <a:solidFill>
                  <a:srgbClr val="FFFFFF"/>
                </a:solidFill>
                <a:latin typeface="Pretendard"/>
                <a:ea typeface="Pretendard"/>
                <a:cs typeface="Pretendard"/>
              </a:defRPr>
            </a:lvl1pPr>
            <a:lvl2pPr algn="ctr">
              <a:defRPr sz="2100" b="0">
                <a:solidFill>
                  <a:srgbClr val="FFFFFF"/>
                </a:solidFill>
                <a:latin typeface="Pretendard"/>
                <a:ea typeface="Pretendard"/>
                <a:cs typeface="Pretendard"/>
              </a:defRPr>
            </a:lvl2pPr>
            <a:lvl3pPr algn="ctr">
              <a:defRPr sz="2100" b="0">
                <a:solidFill>
                  <a:srgbClr val="FFFFFF"/>
                </a:solidFill>
                <a:latin typeface="Pretendard"/>
                <a:ea typeface="Pretendard"/>
                <a:cs typeface="Pretendard"/>
              </a:defRPr>
            </a:lvl3pPr>
            <a:lvl4pPr algn="ctr">
              <a:defRPr sz="2100" b="0">
                <a:solidFill>
                  <a:srgbClr val="FFFFFF"/>
                </a:solidFill>
                <a:latin typeface="Pretendard"/>
                <a:ea typeface="Pretendard"/>
                <a:cs typeface="Pretendard"/>
              </a:defRPr>
            </a:lvl4pPr>
            <a:lvl5pPr algn="ctr">
              <a:defRPr sz="2100" b="0">
                <a:solidFill>
                  <a:srgbClr val="FFFFFF"/>
                </a:solidFill>
                <a:latin typeface="Pretendard"/>
                <a:ea typeface="Pretendard"/>
                <a:cs typeface="Pretendard"/>
              </a:defRPr>
            </a:lvl5pPr>
            <a:lvl6pPr algn="ctr">
              <a:defRPr sz="2100" b="0">
                <a:solidFill>
                  <a:srgbClr val="FFFFFF"/>
                </a:solidFill>
                <a:latin typeface="Pretendard"/>
                <a:ea typeface="Pretendard"/>
                <a:cs typeface="Pretendard"/>
              </a:defRPr>
            </a:lvl6pPr>
            <a:lvl7pPr algn="ctr">
              <a:defRPr sz="2100" b="0">
                <a:solidFill>
                  <a:srgbClr val="FFFFFF"/>
                </a:solidFill>
                <a:latin typeface="Pretendard"/>
                <a:ea typeface="Pretendard"/>
                <a:cs typeface="Pretendard"/>
              </a:defRPr>
            </a:lvl7pPr>
            <a:lvl8pPr algn="ctr">
              <a:defRPr sz="2100" b="0">
                <a:solidFill>
                  <a:srgbClr val="FFFFFF"/>
                </a:solidFill>
                <a:latin typeface="Pretendard"/>
                <a:ea typeface="Pretendard"/>
                <a:cs typeface="Pretendard"/>
              </a:defRPr>
            </a:lvl8pPr>
            <a:lvl9pPr algn="ctr">
              <a:defRPr sz="2100" b="0">
                <a:solidFill>
                  <a:srgbClr val="FFFFFF"/>
                </a:solidFill>
                <a:latin typeface="Pretendard"/>
                <a:ea typeface="Pretendard"/>
                <a:cs typeface="Pretendard"/>
              </a:defRPr>
            </a:lvl9pPr>
          </a:lstStyle>
          <a:p xmlns:a="http://schemas.openxmlformats.org/drawingml/2006/main">
            <a:pPr algn="ctr">
              <a:defRPr sz="2100" b="0">
                <a:solidFill>
                  <a:srgbClr val="FFFFFF"/>
                </a:solidFill>
                <a:latin typeface="Pretendard"/>
                <a:ea typeface="Pretendard"/>
                <a:cs typeface="Pretendard"/>
              </a:defRPr>
            </a:pPr>
            <a:r>
              <a:rPr sz="2100">
                <a:solidFill>
                  <a:srgbClr val="FFFFFF"/>
                </a:solidFill>
                <a:latin typeface="Pretendard"/>
                <a:ea typeface="Pretendard"/>
                <a:cs typeface="Pretendard"/>
              </a:rPr>
              <a:t>같으면 가능해!</a:t>
            </a:r>
          </a:p>
        </p:txBody>
      </p:sp>
      <p:pic>
        <p:nvPicPr>
          <p:cNvPr id="24" name="">
            <a:extLst xmlns:a="http://schemas.openxmlformats.org/drawingml/2006/main">
              <a:ext uri="{FF2B5EF4-FFF2-40B4-BE49-F238E27FC236}">
                <a16:creationId xmlns:a16="http://schemas.microsoft.com/office/drawing/2014/main" id="{8AA41106-424B-436D-8E18-7AC64770B14E}"/>
              </a:ext>
            </a:extLst>
          </p:cNvPr>
          <p:cNvPicPr>
            <a:picLocks xmlns:a="http://schemas.openxmlformats.org/drawingml/2006/main" noChangeAspect="1"/>
          </p:cNvPicPr>
          <p:nvPr/>
        </p:nvPicPr>
        <p:blipFill>
          <a:blip xmlns:r="http://schemas.openxmlformats.org/officeDocument/2006/relationships" xmlns:a="http://schemas.openxmlformats.org/drawingml/2006/main" r:embed="Rc3895d8454e048da"/>
          <a:stretch xmlns:a="http://schemas.openxmlformats.org/drawingml/2006/main"/>
        </p:blipFill>
        <p:spPr>
          <a:xfrm xmlns:a="http://schemas.openxmlformats.org/drawingml/2006/main">
            <a:off x="14395845" y="5695950"/>
            <a:ext cx="2164559" cy="3619500"/>
          </a:xfrm>
          <a:prstGeom xmlns:a="http://schemas.openxmlformats.org/drawingml/2006/main" prst="rect">
            <a:avLst/>
          </a:prstGeom>
        </p:spPr>
      </p:pic>
    </p:spTree>
    <p:extLst>
      <p:ext uri="{BB962C8B-B14F-4D97-AF65-F5344CB8AC3E}">
        <p14:creationId xmlns:p14="http://schemas.microsoft.com/office/powerpoint/2010/main" val="658352610"/>
      </p:ext>
    </p:extLst>
  </p:cSld>
</p:sld>
</file>

<file path=ppt/slides/slide51.xml><?xml version="1.0" encoding="utf-8"?>
<p:sld xmlns:p="http://schemas.openxmlformats.org/presentationml/2006/main">
  <p:cSld>
    <p:bg>
      <p:bgPr>
        <a:solidFill xmlns:a="http://schemas.openxmlformats.org/drawingml/2006/main">
          <a:srgbClr val="080808"/>
        </a:solidFill>
      </p:bgPr>
    </p:bg>
    <p:spTree>
      <p:nvGrpSpPr>
        <p:cNvPr id="1" name=""/>
        <p:cNvGrpSpPr/>
        <p:nvPr/>
      </p:nvGrpSpPr>
      <p:grpSpPr>
        <a:xfrm xmlns:a="http://schemas.openxmlformats.org/drawingml/2006/main"/>
      </p:grpSpPr>
      <p:sp>
        <p:nvSpPr>
          <p:cNvPr id="7" name="레퍼런스 내용 영역">
            <a:extLst xmlns:a="http://schemas.openxmlformats.org/drawingml/2006/main">
              <a:ext uri="{FF2B5EF4-FFF2-40B4-BE49-F238E27FC236}">
                <a16:creationId xmlns:a16="http://schemas.microsoft.com/office/drawing/2014/main" id="{93394D76-4CF1-4C78-A96D-FB86782040D5}"/>
              </a:ext>
            </a:extLst>
          </p:cNvPr>
          <p:cNvSpPr>
            <a:spLocks xmlns:a="http://schemas.openxmlformats.org/drawingml/2006/main" noGrp="1"/>
          </p:cNvSpPr>
          <p:nvPr/>
        </p:nvSpPr>
        <p:spPr>
          <a:xfrm xmlns:a="http://schemas.openxmlformats.org/drawingml/2006/main">
            <a:off x="2529840" y="4572000"/>
            <a:ext cx="13228320" cy="4655820"/>
          </a:xfrm>
          <a:prstGeom xmlns:a="http://schemas.openxmlformats.org/drawingml/2006/main" prst="roundRect">
            <a:avLst>
              <a:gd name="adj" fmla="val 5319"/>
            </a:avLst>
          </a:prstGeom>
          <a:solidFill xmlns:a="http://schemas.openxmlformats.org/drawingml/2006/main">
            <a:srgbClr val="191919"/>
          </a:solidFill>
          <a:ln xmlns:a="http://schemas.openxmlformats.org/drawingml/2006/main" w="0">
            <a:noFill/>
          </a:ln>
        </p:spPr>
      </p:sp>
      <p:pic>
        <p:nvPicPr>
          <p:cNvPr id="17" name="">
            <a:extLst xmlns:a="http://schemas.openxmlformats.org/drawingml/2006/main">
              <a:ext uri="{FF2B5EF4-FFF2-40B4-BE49-F238E27FC236}">
                <a16:creationId xmlns:a16="http://schemas.microsoft.com/office/drawing/2014/main" id="{01ADFE70-ABD9-4592-BB00-8809D762B2DC}"/>
              </a:ext>
            </a:extLst>
          </p:cNvPr>
          <p:cNvPicPr>
            <a:picLocks xmlns:a="http://schemas.openxmlformats.org/drawingml/2006/main" noChangeAspect="1"/>
          </p:cNvPicPr>
          <p:nvPr/>
        </p:nvPicPr>
        <p:blipFill>
          <a:blip xmlns:r="http://schemas.openxmlformats.org/officeDocument/2006/relationships" xmlns:a="http://schemas.openxmlformats.org/drawingml/2006/main" r:embed="Re873811cc36d4e6e"/>
          <a:stretch xmlns:a="http://schemas.openxmlformats.org/drawingml/2006/main"/>
        </p:blipFill>
        <p:spPr>
          <a:xfrm xmlns:a="http://schemas.openxmlformats.org/drawingml/2006/main">
            <a:off x="16941803" y="430675"/>
            <a:ext cx="1028700" cy="637248"/>
          </a:xfrm>
          <a:prstGeom xmlns:a="http://schemas.openxmlformats.org/drawingml/2006/main" prst="rect">
            <a:avLst/>
          </a:prstGeom>
        </p:spPr>
      </p:pic>
      <p:sp>
        <p:nvSpPr>
          <p:cNvPr id="2" name="copyright">
            <a:extLst xmlns:a="http://schemas.openxmlformats.org/drawingml/2006/main">
              <a:ext uri="{FF2B5EF4-FFF2-40B4-BE49-F238E27FC236}">
                <a16:creationId xmlns:a16="http://schemas.microsoft.com/office/drawing/2014/main" id="{152979CA-7B3D-4B8B-BDD8-21F2DB335EC7}"/>
              </a:ext>
            </a:extLst>
          </p:cNvPr>
          <p:cNvSpPr>
            <a:spLocks xmlns:a="http://schemas.openxmlformats.org/drawingml/2006/main" noGrp="1"/>
          </p:cNvSpPr>
          <p:nvPr/>
        </p:nvSpPr>
        <p:spPr>
          <a:xfrm xmlns:a="http://schemas.openxmlformats.org/drawingml/2006/main">
            <a:off x="13716000" y="9886950"/>
            <a:ext cx="4191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r">
              <a:defRPr sz="1275" b="0">
                <a:solidFill>
                  <a:srgbClr val="FFFFFF"/>
                </a:solidFill>
                <a:latin typeface="Pretendard"/>
                <a:ea typeface="Pretendard"/>
                <a:cs typeface="Pretendard"/>
              </a:defRPr>
            </a:defPPr>
            <a:lvl1pPr algn="r">
              <a:defRPr sz="1275" b="0">
                <a:solidFill>
                  <a:srgbClr val="FFFFFF"/>
                </a:solidFill>
                <a:latin typeface="Pretendard"/>
                <a:ea typeface="Pretendard"/>
                <a:cs typeface="Pretendard"/>
              </a:defRPr>
            </a:lvl1pPr>
            <a:lvl2pPr algn="r">
              <a:defRPr sz="1275" b="0">
                <a:solidFill>
                  <a:srgbClr val="FFFFFF"/>
                </a:solidFill>
                <a:latin typeface="Pretendard"/>
                <a:ea typeface="Pretendard"/>
                <a:cs typeface="Pretendard"/>
              </a:defRPr>
            </a:lvl2pPr>
            <a:lvl3pPr algn="r">
              <a:defRPr sz="1275" b="0">
                <a:solidFill>
                  <a:srgbClr val="FFFFFF"/>
                </a:solidFill>
                <a:latin typeface="Pretendard"/>
                <a:ea typeface="Pretendard"/>
                <a:cs typeface="Pretendard"/>
              </a:defRPr>
            </a:lvl3pPr>
            <a:lvl4pPr algn="r">
              <a:defRPr sz="1275" b="0">
                <a:solidFill>
                  <a:srgbClr val="FFFFFF"/>
                </a:solidFill>
                <a:latin typeface="Pretendard"/>
                <a:ea typeface="Pretendard"/>
                <a:cs typeface="Pretendard"/>
              </a:defRPr>
            </a:lvl4pPr>
            <a:lvl5pPr algn="r">
              <a:defRPr sz="1275" b="0">
                <a:solidFill>
                  <a:srgbClr val="FFFFFF"/>
                </a:solidFill>
                <a:latin typeface="Pretendard"/>
                <a:ea typeface="Pretendard"/>
                <a:cs typeface="Pretendard"/>
              </a:defRPr>
            </a:lvl5pPr>
            <a:lvl6pPr algn="r">
              <a:defRPr sz="1275" b="0">
                <a:solidFill>
                  <a:srgbClr val="FFFFFF"/>
                </a:solidFill>
                <a:latin typeface="Pretendard"/>
                <a:ea typeface="Pretendard"/>
                <a:cs typeface="Pretendard"/>
              </a:defRPr>
            </a:lvl6pPr>
            <a:lvl7pPr algn="r">
              <a:defRPr sz="1275" b="0">
                <a:solidFill>
                  <a:srgbClr val="FFFFFF"/>
                </a:solidFill>
                <a:latin typeface="Pretendard"/>
                <a:ea typeface="Pretendard"/>
                <a:cs typeface="Pretendard"/>
              </a:defRPr>
            </a:lvl7pPr>
            <a:lvl8pPr algn="r">
              <a:defRPr sz="1275" b="0">
                <a:solidFill>
                  <a:srgbClr val="FFFFFF"/>
                </a:solidFill>
                <a:latin typeface="Pretendard"/>
                <a:ea typeface="Pretendard"/>
                <a:cs typeface="Pretendard"/>
              </a:defRPr>
            </a:lvl8pPr>
            <a:lvl9pPr algn="r">
              <a:defRPr sz="1275" b="0">
                <a:solidFill>
                  <a:srgbClr val="FFFFFF"/>
                </a:solidFill>
                <a:latin typeface="Pretendard"/>
                <a:ea typeface="Pretendard"/>
                <a:cs typeface="Pretendard"/>
              </a:defRPr>
            </a:lvl9pPr>
          </a:lstStyle>
          <a:p xmlns:a="http://schemas.openxmlformats.org/drawingml/2006/main">
            <a:pPr algn="r">
              <a:defRPr sz="1275" b="0">
                <a:solidFill>
                  <a:srgbClr val="FFFFFF"/>
                </a:solidFill>
                <a:latin typeface="Pretendard"/>
                <a:ea typeface="Pretendard"/>
                <a:cs typeface="Pretendard"/>
              </a:defRPr>
            </a:pPr>
            <a:r>
              <a:rPr sz="1275" b="0">
                <a:solidFill>
                  <a:srgbClr val="FFFFFF"/>
                </a:solidFill>
                <a:latin typeface="Pretendard"/>
                <a:ea typeface="Pretendard"/>
                <a:cs typeface="Pretendard"/>
              </a:rPr>
              <a:t>© 2026. @sci_eum. All rights reserved.</a:t>
            </a:r>
          </a:p>
        </p:txBody>
      </p:sp>
      <p:sp>
        <p:nvSpPr>
          <p:cNvPr id="3" name="text">
            <a:extLst xmlns:a="http://schemas.openxmlformats.org/drawingml/2006/main">
              <a:ext uri="{FF2B5EF4-FFF2-40B4-BE49-F238E27FC236}">
                <a16:creationId xmlns:a16="http://schemas.microsoft.com/office/drawing/2014/main" id="{A3602C16-CD70-4998-B3E6-F491B0E10B7E}"/>
              </a:ext>
            </a:extLst>
          </p:cNvPr>
          <p:cNvSpPr>
            <a:spLocks xmlns:a="http://schemas.openxmlformats.org/drawingml/2006/main" noGrp="1"/>
          </p:cNvSpPr>
          <p:nvPr/>
        </p:nvSpPr>
        <p:spPr>
          <a:xfrm xmlns:a="http://schemas.openxmlformats.org/drawingml/2006/main">
            <a:off x="857250" y="819150"/>
            <a:ext cx="1333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100" b="1">
                <a:solidFill>
                  <a:srgbClr val="898989"/>
                </a:solidFill>
                <a:latin typeface="Pretendard"/>
                <a:ea typeface="Pretendard"/>
                <a:cs typeface="Pretendard"/>
              </a:defRPr>
            </a:defPPr>
            <a:lvl1pPr algn="l">
              <a:defRPr sz="2100" b="1">
                <a:solidFill>
                  <a:srgbClr val="898989"/>
                </a:solidFill>
                <a:latin typeface="Pretendard"/>
                <a:ea typeface="Pretendard"/>
                <a:cs typeface="Pretendard"/>
              </a:defRPr>
            </a:lvl1pPr>
            <a:lvl2pPr algn="l">
              <a:defRPr sz="2100" b="1">
                <a:solidFill>
                  <a:srgbClr val="898989"/>
                </a:solidFill>
                <a:latin typeface="Pretendard"/>
                <a:ea typeface="Pretendard"/>
                <a:cs typeface="Pretendard"/>
              </a:defRPr>
            </a:lvl2pPr>
            <a:lvl3pPr algn="l">
              <a:defRPr sz="2100" b="1">
                <a:solidFill>
                  <a:srgbClr val="898989"/>
                </a:solidFill>
                <a:latin typeface="Pretendard"/>
                <a:ea typeface="Pretendard"/>
                <a:cs typeface="Pretendard"/>
              </a:defRPr>
            </a:lvl3pPr>
            <a:lvl4pPr algn="l">
              <a:defRPr sz="2100" b="1">
                <a:solidFill>
                  <a:srgbClr val="898989"/>
                </a:solidFill>
                <a:latin typeface="Pretendard"/>
                <a:ea typeface="Pretendard"/>
                <a:cs typeface="Pretendard"/>
              </a:defRPr>
            </a:lvl4pPr>
            <a:lvl5pPr algn="l">
              <a:defRPr sz="2100" b="1">
                <a:solidFill>
                  <a:srgbClr val="898989"/>
                </a:solidFill>
                <a:latin typeface="Pretendard"/>
                <a:ea typeface="Pretendard"/>
                <a:cs typeface="Pretendard"/>
              </a:defRPr>
            </a:lvl5pPr>
            <a:lvl6pPr algn="l">
              <a:defRPr sz="2100" b="1">
                <a:solidFill>
                  <a:srgbClr val="898989"/>
                </a:solidFill>
                <a:latin typeface="Pretendard"/>
                <a:ea typeface="Pretendard"/>
                <a:cs typeface="Pretendard"/>
              </a:defRPr>
            </a:lvl6pPr>
            <a:lvl7pPr algn="l">
              <a:defRPr sz="2100" b="1">
                <a:solidFill>
                  <a:srgbClr val="898989"/>
                </a:solidFill>
                <a:latin typeface="Pretendard"/>
                <a:ea typeface="Pretendard"/>
                <a:cs typeface="Pretendard"/>
              </a:defRPr>
            </a:lvl7pPr>
            <a:lvl8pPr algn="l">
              <a:defRPr sz="2100" b="1">
                <a:solidFill>
                  <a:srgbClr val="898989"/>
                </a:solidFill>
                <a:latin typeface="Pretendard"/>
                <a:ea typeface="Pretendard"/>
                <a:cs typeface="Pretendard"/>
              </a:defRPr>
            </a:lvl8pPr>
            <a:lvl9pPr algn="l">
              <a:defRPr sz="2100" b="1">
                <a:solidFill>
                  <a:srgbClr val="898989"/>
                </a:solidFill>
                <a:latin typeface="Pretendard"/>
                <a:ea typeface="Pretendard"/>
                <a:cs typeface="Pretendard"/>
              </a:defRPr>
            </a:lvl9pPr>
          </a:lstStyle>
          <a:p xmlns:a="http://schemas.openxmlformats.org/drawingml/2006/main">
            <a:pPr algn="l">
              <a:defRPr sz="2100" b="1">
                <a:solidFill>
                  <a:srgbClr val="898989"/>
                </a:solidFill>
                <a:latin typeface="Pretendard"/>
                <a:ea typeface="Pretendard"/>
                <a:cs typeface="Pretendard"/>
              </a:defRPr>
            </a:pPr>
            <a:r>
              <a:rPr sz="2100" b="1">
                <a:solidFill>
                  <a:srgbClr val="898989"/>
                </a:solidFill>
                <a:latin typeface="Pretendard"/>
                <a:ea typeface="Pretendard"/>
                <a:cs typeface="Pretendard"/>
              </a:rPr>
              <a:t>Part 4 실험으로 확인하는 헤스 법칙</a:t>
            </a:r>
          </a:p>
        </p:txBody>
      </p:sp>
      <p:sp>
        <p:nvSpPr>
          <p:cNvPr id="4" name="text">
            <a:extLst xmlns:a="http://schemas.openxmlformats.org/drawingml/2006/main">
              <a:ext uri="{FF2B5EF4-FFF2-40B4-BE49-F238E27FC236}">
                <a16:creationId xmlns:a16="http://schemas.microsoft.com/office/drawing/2014/main" id="{84D029FD-8B6A-4098-B5C3-CB8EB0934ED1}"/>
              </a:ext>
            </a:extLst>
          </p:cNvPr>
          <p:cNvSpPr>
            <a:spLocks xmlns:a="http://schemas.openxmlformats.org/drawingml/2006/main" noGrp="1"/>
          </p:cNvSpPr>
          <p:nvPr/>
        </p:nvSpPr>
        <p:spPr>
          <a:xfrm xmlns:a="http://schemas.openxmlformats.org/drawingml/2006/main">
            <a:off x="857250" y="1276350"/>
            <a:ext cx="7143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9FFF68"/>
                </a:solidFill>
                <a:latin typeface="Pretendard"/>
                <a:ea typeface="Pretendard"/>
                <a:cs typeface="Pretendard"/>
              </a:defRPr>
            </a:defPPr>
            <a:lvl1pPr algn="l">
              <a:defRPr sz="3300" b="1">
                <a:solidFill>
                  <a:srgbClr val="9FFF68"/>
                </a:solidFill>
                <a:latin typeface="Pretendard"/>
                <a:ea typeface="Pretendard"/>
                <a:cs typeface="Pretendard"/>
              </a:defRPr>
            </a:lvl1pPr>
            <a:lvl2pPr algn="l">
              <a:defRPr sz="3300" b="1">
                <a:solidFill>
                  <a:srgbClr val="9FFF68"/>
                </a:solidFill>
                <a:latin typeface="Pretendard"/>
                <a:ea typeface="Pretendard"/>
                <a:cs typeface="Pretendard"/>
              </a:defRPr>
            </a:lvl2pPr>
            <a:lvl3pPr algn="l">
              <a:defRPr sz="3300" b="1">
                <a:solidFill>
                  <a:srgbClr val="9FFF68"/>
                </a:solidFill>
                <a:latin typeface="Pretendard"/>
                <a:ea typeface="Pretendard"/>
                <a:cs typeface="Pretendard"/>
              </a:defRPr>
            </a:lvl3pPr>
            <a:lvl4pPr algn="l">
              <a:defRPr sz="3300" b="1">
                <a:solidFill>
                  <a:srgbClr val="9FFF68"/>
                </a:solidFill>
                <a:latin typeface="Pretendard"/>
                <a:ea typeface="Pretendard"/>
                <a:cs typeface="Pretendard"/>
              </a:defRPr>
            </a:lvl4pPr>
            <a:lvl5pPr algn="l">
              <a:defRPr sz="3300" b="1">
                <a:solidFill>
                  <a:srgbClr val="9FFF68"/>
                </a:solidFill>
                <a:latin typeface="Pretendard"/>
                <a:ea typeface="Pretendard"/>
                <a:cs typeface="Pretendard"/>
              </a:defRPr>
            </a:lvl5pPr>
            <a:lvl6pPr algn="l">
              <a:defRPr sz="3300" b="1">
                <a:solidFill>
                  <a:srgbClr val="9FFF68"/>
                </a:solidFill>
                <a:latin typeface="Pretendard"/>
                <a:ea typeface="Pretendard"/>
                <a:cs typeface="Pretendard"/>
              </a:defRPr>
            </a:lvl6pPr>
            <a:lvl7pPr algn="l">
              <a:defRPr sz="3300" b="1">
                <a:solidFill>
                  <a:srgbClr val="9FFF68"/>
                </a:solidFill>
                <a:latin typeface="Pretendard"/>
                <a:ea typeface="Pretendard"/>
                <a:cs typeface="Pretendard"/>
              </a:defRPr>
            </a:lvl7pPr>
            <a:lvl8pPr algn="l">
              <a:defRPr sz="3300" b="1">
                <a:solidFill>
                  <a:srgbClr val="9FFF68"/>
                </a:solidFill>
                <a:latin typeface="Pretendard"/>
                <a:ea typeface="Pretendard"/>
                <a:cs typeface="Pretendard"/>
              </a:defRPr>
            </a:lvl8pPr>
            <a:lvl9pPr algn="l">
              <a:defRPr sz="3300" b="1">
                <a:solidFill>
                  <a:srgbClr val="9FFF68"/>
                </a:solidFill>
                <a:latin typeface="Pretendard"/>
                <a:ea typeface="Pretendard"/>
                <a:cs typeface="Pretendard"/>
              </a:defRPr>
            </a:lvl9pPr>
          </a:lstStyle>
          <a:p xmlns:a="http://schemas.openxmlformats.org/drawingml/2006/main">
            <a:pPr algn="l">
              <a:defRPr sz="3300" b="1">
                <a:solidFill>
                  <a:srgbClr val="9FFF68"/>
                </a:solidFill>
                <a:latin typeface="Pretendard"/>
                <a:ea typeface="Pretendard"/>
                <a:cs typeface="Pretendard"/>
              </a:defRPr>
            </a:pPr>
            <a:r>
              <a:rPr sz="3300" b="1">
                <a:solidFill>
                  <a:srgbClr val="9FFF68"/>
                </a:solidFill>
                <a:latin typeface="Pretendard"/>
                <a:ea typeface="Pretendard"/>
                <a:cs typeface="Pretendard"/>
              </a:rPr>
              <a:t>03</a:t>
            </a:r>
          </a:p>
        </p:txBody>
      </p:sp>
      <p:sp>
        <p:nvSpPr>
          <p:cNvPr id="5" name="text">
            <a:extLst xmlns:a="http://schemas.openxmlformats.org/drawingml/2006/main">
              <a:ext uri="{FF2B5EF4-FFF2-40B4-BE49-F238E27FC236}">
                <a16:creationId xmlns:a16="http://schemas.microsoft.com/office/drawing/2014/main" id="{A86979C9-6C85-44E3-8CD5-0FF9218E233A}"/>
              </a:ext>
            </a:extLst>
          </p:cNvPr>
          <p:cNvSpPr>
            <a:spLocks xmlns:a="http://schemas.openxmlformats.org/drawingml/2006/main" noGrp="1"/>
          </p:cNvSpPr>
          <p:nvPr/>
        </p:nvSpPr>
        <p:spPr>
          <a:xfrm xmlns:a="http://schemas.openxmlformats.org/drawingml/2006/main">
            <a:off x="1504950" y="1276350"/>
            <a:ext cx="1457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300" b="1">
                <a:solidFill>
                  <a:srgbClr val="FFFFFF"/>
                </a:solidFill>
                <a:latin typeface="Pretendard"/>
                <a:ea typeface="Pretendard"/>
                <a:cs typeface="Pretendard"/>
              </a:defRPr>
            </a:defPPr>
            <a:lvl1pPr algn="l">
              <a:defRPr sz="3300" b="1">
                <a:solidFill>
                  <a:srgbClr val="FFFFFF"/>
                </a:solidFill>
                <a:latin typeface="Pretendard"/>
                <a:ea typeface="Pretendard"/>
                <a:cs typeface="Pretendard"/>
              </a:defRPr>
            </a:lvl1pPr>
            <a:lvl2pPr algn="l">
              <a:defRPr sz="3300" b="1">
                <a:solidFill>
                  <a:srgbClr val="FFFFFF"/>
                </a:solidFill>
                <a:latin typeface="Pretendard"/>
                <a:ea typeface="Pretendard"/>
                <a:cs typeface="Pretendard"/>
              </a:defRPr>
            </a:lvl2pPr>
            <a:lvl3pPr algn="l">
              <a:defRPr sz="3300" b="1">
                <a:solidFill>
                  <a:srgbClr val="FFFFFF"/>
                </a:solidFill>
                <a:latin typeface="Pretendard"/>
                <a:ea typeface="Pretendard"/>
                <a:cs typeface="Pretendard"/>
              </a:defRPr>
            </a:lvl3pPr>
            <a:lvl4pPr algn="l">
              <a:defRPr sz="3300" b="1">
                <a:solidFill>
                  <a:srgbClr val="FFFFFF"/>
                </a:solidFill>
                <a:latin typeface="Pretendard"/>
                <a:ea typeface="Pretendard"/>
                <a:cs typeface="Pretendard"/>
              </a:defRPr>
            </a:lvl4pPr>
            <a:lvl5pPr algn="l">
              <a:defRPr sz="3300" b="1">
                <a:solidFill>
                  <a:srgbClr val="FFFFFF"/>
                </a:solidFill>
                <a:latin typeface="Pretendard"/>
                <a:ea typeface="Pretendard"/>
                <a:cs typeface="Pretendard"/>
              </a:defRPr>
            </a:lvl5pPr>
            <a:lvl6pPr algn="l">
              <a:defRPr sz="3300" b="1">
                <a:solidFill>
                  <a:srgbClr val="FFFFFF"/>
                </a:solidFill>
                <a:latin typeface="Pretendard"/>
                <a:ea typeface="Pretendard"/>
                <a:cs typeface="Pretendard"/>
              </a:defRPr>
            </a:lvl6pPr>
            <a:lvl7pPr algn="l">
              <a:defRPr sz="3300" b="1">
                <a:solidFill>
                  <a:srgbClr val="FFFFFF"/>
                </a:solidFill>
                <a:latin typeface="Pretendard"/>
                <a:ea typeface="Pretendard"/>
                <a:cs typeface="Pretendard"/>
              </a:defRPr>
            </a:lvl7pPr>
            <a:lvl8pPr algn="l">
              <a:defRPr sz="3300" b="1">
                <a:solidFill>
                  <a:srgbClr val="FFFFFF"/>
                </a:solidFill>
                <a:latin typeface="Pretendard"/>
                <a:ea typeface="Pretendard"/>
                <a:cs typeface="Pretendard"/>
              </a:defRPr>
            </a:lvl8pPr>
            <a:lvl9pPr algn="l">
              <a:defRPr sz="3300" b="1">
                <a:solidFill>
                  <a:srgbClr val="FFFFFF"/>
                </a:solidFill>
                <a:latin typeface="Pretendard"/>
                <a:ea typeface="Pretendard"/>
                <a:cs typeface="Pretendard"/>
              </a:defRPr>
            </a:lvl9pPr>
          </a:lstStyle>
          <a:p xmlns:a="http://schemas.openxmlformats.org/drawingml/2006/main">
            <a:pPr algn="l">
              <a:defRPr sz="3300" b="1">
                <a:solidFill>
                  <a:srgbClr val="FFFFFF"/>
                </a:solidFill>
                <a:latin typeface="Pretendard"/>
                <a:ea typeface="Pretendard"/>
                <a:cs typeface="Pretendard"/>
              </a:defRPr>
            </a:pPr>
            <a:r>
              <a:rPr sz="3300" b="1">
                <a:solidFill>
                  <a:srgbClr val="FFFFFF"/>
                </a:solidFill>
                <a:latin typeface="Pretendard"/>
                <a:ea typeface="Pretendard"/>
                <a:cs typeface="Pretendard"/>
              </a:rPr>
              <a:t>수업 정리</a:t>
            </a:r>
          </a:p>
        </p:txBody>
      </p:sp>
      <p:sp>
        <p:nvSpPr>
          <p:cNvPr id="6" name="text">
            <a:extLst xmlns:a="http://schemas.openxmlformats.org/drawingml/2006/main">
              <a:ext uri="{FF2B5EF4-FFF2-40B4-BE49-F238E27FC236}">
                <a16:creationId xmlns:a16="http://schemas.microsoft.com/office/drawing/2014/main" id="{D750AF18-5B24-47C1-ABBF-CF1E59F218BE}"/>
              </a:ext>
            </a:extLst>
          </p:cNvPr>
          <p:cNvSpPr>
            <a:spLocks xmlns:a="http://schemas.openxmlformats.org/drawingml/2006/main" noGrp="1"/>
          </p:cNvSpPr>
          <p:nvPr/>
        </p:nvSpPr>
        <p:spPr>
          <a:xfrm xmlns:a="http://schemas.openxmlformats.org/drawingml/2006/main">
            <a:off x="1714500" y="2800350"/>
            <a:ext cx="14859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4800" b="1">
                <a:solidFill>
                  <a:srgbClr val="FFFFFF"/>
                </a:solidFill>
                <a:latin typeface="Pretendard"/>
                <a:ea typeface="Pretendard"/>
                <a:cs typeface="Pretendard"/>
              </a:defRPr>
            </a:defPPr>
            <a:lvl1pPr algn="ctr">
              <a:defRPr sz="4800" b="1">
                <a:solidFill>
                  <a:srgbClr val="FFFFFF"/>
                </a:solidFill>
                <a:latin typeface="Pretendard"/>
                <a:ea typeface="Pretendard"/>
                <a:cs typeface="Pretendard"/>
              </a:defRPr>
            </a:lvl1pPr>
            <a:lvl2pPr algn="ctr">
              <a:defRPr sz="4800" b="1">
                <a:solidFill>
                  <a:srgbClr val="FFFFFF"/>
                </a:solidFill>
                <a:latin typeface="Pretendard"/>
                <a:ea typeface="Pretendard"/>
                <a:cs typeface="Pretendard"/>
              </a:defRPr>
            </a:lvl2pPr>
            <a:lvl3pPr algn="ctr">
              <a:defRPr sz="4800" b="1">
                <a:solidFill>
                  <a:srgbClr val="FFFFFF"/>
                </a:solidFill>
                <a:latin typeface="Pretendard"/>
                <a:ea typeface="Pretendard"/>
                <a:cs typeface="Pretendard"/>
              </a:defRPr>
            </a:lvl3pPr>
            <a:lvl4pPr algn="ctr">
              <a:defRPr sz="4800" b="1">
                <a:solidFill>
                  <a:srgbClr val="FFFFFF"/>
                </a:solidFill>
                <a:latin typeface="Pretendard"/>
                <a:ea typeface="Pretendard"/>
                <a:cs typeface="Pretendard"/>
              </a:defRPr>
            </a:lvl4pPr>
            <a:lvl5pPr algn="ctr">
              <a:defRPr sz="4800" b="1">
                <a:solidFill>
                  <a:srgbClr val="FFFFFF"/>
                </a:solidFill>
                <a:latin typeface="Pretendard"/>
                <a:ea typeface="Pretendard"/>
                <a:cs typeface="Pretendard"/>
              </a:defRPr>
            </a:lvl5pPr>
            <a:lvl6pPr algn="ctr">
              <a:defRPr sz="4800" b="1">
                <a:solidFill>
                  <a:srgbClr val="FFFFFF"/>
                </a:solidFill>
                <a:latin typeface="Pretendard"/>
                <a:ea typeface="Pretendard"/>
                <a:cs typeface="Pretendard"/>
              </a:defRPr>
            </a:lvl6pPr>
            <a:lvl7pPr algn="ctr">
              <a:defRPr sz="4800" b="1">
                <a:solidFill>
                  <a:srgbClr val="FFFFFF"/>
                </a:solidFill>
                <a:latin typeface="Pretendard"/>
                <a:ea typeface="Pretendard"/>
                <a:cs typeface="Pretendard"/>
              </a:defRPr>
            </a:lvl7pPr>
            <a:lvl8pPr algn="ctr">
              <a:defRPr sz="4800" b="1">
                <a:solidFill>
                  <a:srgbClr val="FFFFFF"/>
                </a:solidFill>
                <a:latin typeface="Pretendard"/>
                <a:ea typeface="Pretendard"/>
                <a:cs typeface="Pretendard"/>
              </a:defRPr>
            </a:lvl8pPr>
            <a:lvl9pPr algn="ctr">
              <a:defRPr sz="4800" b="1">
                <a:solidFill>
                  <a:srgbClr val="FFFFFF"/>
                </a:solidFill>
                <a:latin typeface="Pretendard"/>
                <a:ea typeface="Pretendard"/>
                <a:cs typeface="Pretendard"/>
              </a:defRPr>
            </a:lvl9pPr>
          </a:lstStyle>
          <a:p xmlns:a="http://schemas.openxmlformats.org/drawingml/2006/main">
            <a:pPr algn="ctr">
              <a:defRPr sz="4800" b="1">
                <a:solidFill>
                  <a:srgbClr val="FFFFFF"/>
                </a:solidFill>
                <a:latin typeface="Pretendard"/>
                <a:ea typeface="Pretendard"/>
                <a:cs typeface="Pretendard"/>
              </a:defRPr>
            </a:pPr>
            <a:r>
              <a:rPr sz="4800" b="1">
                <a:solidFill>
                  <a:srgbClr val="FFFFFF"/>
                </a:solidFill>
                <a:latin typeface="Pretendard"/>
                <a:ea typeface="Pretendard"/>
                <a:cs typeface="Pretendard"/>
              </a:rPr>
              <a:t>식과 그래프를 근거로 설명해 보자</a:t>
            </a:r>
          </a:p>
        </p:txBody>
      </p:sp>
      <p:sp>
        <p:nvSpPr>
          <p:cNvPr id="8" name="text">
            <a:extLst xmlns:a="http://schemas.openxmlformats.org/drawingml/2006/main">
              <a:ext uri="{FF2B5EF4-FFF2-40B4-BE49-F238E27FC236}">
                <a16:creationId xmlns:a16="http://schemas.microsoft.com/office/drawing/2014/main" id="{5F3170EA-1AF2-45FD-B25D-6D8671336341}"/>
              </a:ext>
            </a:extLst>
          </p:cNvPr>
          <p:cNvSpPr>
            <a:spLocks xmlns:a="http://schemas.openxmlformats.org/drawingml/2006/main" noGrp="1"/>
          </p:cNvSpPr>
          <p:nvPr/>
        </p:nvSpPr>
        <p:spPr>
          <a:xfrm xmlns:a="http://schemas.openxmlformats.org/drawingml/2006/main">
            <a:off x="3061335" y="501777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1">
                <a:solidFill>
                  <a:srgbClr val="9FFF68"/>
                </a:solidFill>
                <a:latin typeface="Pretendard"/>
                <a:ea typeface="Pretendard"/>
                <a:cs typeface="Pretendard"/>
              </a:defRPr>
            </a:defPPr>
            <a:lvl1pPr algn="l">
              <a:defRPr sz="3060" b="1">
                <a:solidFill>
                  <a:srgbClr val="9FFF68"/>
                </a:solidFill>
                <a:latin typeface="Pretendard"/>
                <a:ea typeface="Pretendard"/>
                <a:cs typeface="Pretendard"/>
              </a:defRPr>
            </a:lvl1pPr>
            <a:lvl2pPr algn="l">
              <a:defRPr sz="3060" b="1">
                <a:solidFill>
                  <a:srgbClr val="9FFF68"/>
                </a:solidFill>
                <a:latin typeface="Pretendard"/>
                <a:ea typeface="Pretendard"/>
                <a:cs typeface="Pretendard"/>
              </a:defRPr>
            </a:lvl2pPr>
            <a:lvl3pPr algn="l">
              <a:defRPr sz="3060" b="1">
                <a:solidFill>
                  <a:srgbClr val="9FFF68"/>
                </a:solidFill>
                <a:latin typeface="Pretendard"/>
                <a:ea typeface="Pretendard"/>
                <a:cs typeface="Pretendard"/>
              </a:defRPr>
            </a:lvl3pPr>
            <a:lvl4pPr algn="l">
              <a:defRPr sz="3060" b="1">
                <a:solidFill>
                  <a:srgbClr val="9FFF68"/>
                </a:solidFill>
                <a:latin typeface="Pretendard"/>
                <a:ea typeface="Pretendard"/>
                <a:cs typeface="Pretendard"/>
              </a:defRPr>
            </a:lvl4pPr>
            <a:lvl5pPr algn="l">
              <a:defRPr sz="3060" b="1">
                <a:solidFill>
                  <a:srgbClr val="9FFF68"/>
                </a:solidFill>
                <a:latin typeface="Pretendard"/>
                <a:ea typeface="Pretendard"/>
                <a:cs typeface="Pretendard"/>
              </a:defRPr>
            </a:lvl5pPr>
            <a:lvl6pPr algn="l">
              <a:defRPr sz="3060" b="1">
                <a:solidFill>
                  <a:srgbClr val="9FFF68"/>
                </a:solidFill>
                <a:latin typeface="Pretendard"/>
                <a:ea typeface="Pretendard"/>
                <a:cs typeface="Pretendard"/>
              </a:defRPr>
            </a:lvl6pPr>
            <a:lvl7pPr algn="l">
              <a:defRPr sz="3060" b="1">
                <a:solidFill>
                  <a:srgbClr val="9FFF68"/>
                </a:solidFill>
                <a:latin typeface="Pretendard"/>
                <a:ea typeface="Pretendard"/>
                <a:cs typeface="Pretendard"/>
              </a:defRPr>
            </a:lvl7pPr>
            <a:lvl8pPr algn="l">
              <a:defRPr sz="3060" b="1">
                <a:solidFill>
                  <a:srgbClr val="9FFF68"/>
                </a:solidFill>
                <a:latin typeface="Pretendard"/>
                <a:ea typeface="Pretendard"/>
                <a:cs typeface="Pretendard"/>
              </a:defRPr>
            </a:lvl8pPr>
            <a:lvl9pPr algn="l">
              <a:defRPr sz="3060" b="1">
                <a:solidFill>
                  <a:srgbClr val="9FFF68"/>
                </a:solidFill>
                <a:latin typeface="Pretendard"/>
                <a:ea typeface="Pretendard"/>
                <a:cs typeface="Pretendard"/>
              </a:defRPr>
            </a:lvl9pPr>
          </a:lstStyle>
          <a:p xmlns:a="http://schemas.openxmlformats.org/drawingml/2006/main">
            <a:pPr algn="l">
              <a:defRPr sz="3060" b="1">
                <a:solidFill>
                  <a:srgbClr val="9FFF68"/>
                </a:solidFill>
                <a:latin typeface="Pretendard"/>
                <a:ea typeface="Pretendard"/>
                <a:cs typeface="Pretendard"/>
              </a:defRPr>
            </a:pPr>
            <a:r>
              <a:rPr sz="3060" b="1">
                <a:solidFill>
                  <a:srgbClr val="9FFF68"/>
                </a:solidFill>
                <a:latin typeface="Pretendard"/>
                <a:ea typeface="Pretendard"/>
                <a:cs typeface="Pretendard"/>
              </a:rPr>
              <a:t>✓</a:t>
            </a:r>
          </a:p>
        </p:txBody>
      </p:sp>
      <p:sp>
        <p:nvSpPr>
          <p:cNvPr id="9" name="text">
            <a:extLst xmlns:a="http://schemas.openxmlformats.org/drawingml/2006/main">
              <a:ext uri="{FF2B5EF4-FFF2-40B4-BE49-F238E27FC236}">
                <a16:creationId xmlns:a16="http://schemas.microsoft.com/office/drawing/2014/main" id="{E82EBA12-322B-46E6-9CF6-0232E9301320}"/>
              </a:ext>
            </a:extLst>
          </p:cNvPr>
          <p:cNvSpPr>
            <a:spLocks xmlns:a="http://schemas.openxmlformats.org/drawingml/2006/main" noGrp="1"/>
          </p:cNvSpPr>
          <p:nvPr/>
        </p:nvSpPr>
        <p:spPr>
          <a:xfrm xmlns:a="http://schemas.openxmlformats.org/drawingml/2006/main">
            <a:off x="3947160" y="501777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CO 생성 반응의 엔탈피 관계를 설명할 수 있는가?</a:t>
            </a:r>
          </a:p>
        </p:txBody>
      </p:sp>
      <p:sp>
        <p:nvSpPr>
          <p:cNvPr id="10" name="text">
            <a:extLst xmlns:a="http://schemas.openxmlformats.org/drawingml/2006/main">
              <a:ext uri="{FF2B5EF4-FFF2-40B4-BE49-F238E27FC236}">
                <a16:creationId xmlns:a16="http://schemas.microsoft.com/office/drawing/2014/main" id="{1A09C666-F008-4CEA-A518-ECBC157AD85B}"/>
              </a:ext>
            </a:extLst>
          </p:cNvPr>
          <p:cNvSpPr>
            <a:spLocks xmlns:a="http://schemas.openxmlformats.org/drawingml/2006/main" noGrp="1"/>
          </p:cNvSpPr>
          <p:nvPr/>
        </p:nvSpPr>
        <p:spPr>
          <a:xfrm xmlns:a="http://schemas.openxmlformats.org/drawingml/2006/main">
            <a:off x="3947160" y="558241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반응식의 방향과 그래프의 화살표를 대응한다.</a:t>
            </a:r>
          </a:p>
        </p:txBody>
      </p:sp>
      <p:sp>
        <p:nvSpPr>
          <p:cNvPr id="11" name="text">
            <a:extLst xmlns:a="http://schemas.openxmlformats.org/drawingml/2006/main">
              <a:ext uri="{FF2B5EF4-FFF2-40B4-BE49-F238E27FC236}">
                <a16:creationId xmlns:a16="http://schemas.microsoft.com/office/drawing/2014/main" id="{B56736A6-1EEE-43A8-A7E0-ADABC9AE3608}"/>
              </a:ext>
            </a:extLst>
          </p:cNvPr>
          <p:cNvSpPr>
            <a:spLocks xmlns:a="http://schemas.openxmlformats.org/drawingml/2006/main" noGrp="1"/>
          </p:cNvSpPr>
          <p:nvPr/>
        </p:nvSpPr>
        <p:spPr>
          <a:xfrm xmlns:a="http://schemas.openxmlformats.org/drawingml/2006/main">
            <a:off x="3061335" y="635508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2" name="text">
            <a:extLst xmlns:a="http://schemas.openxmlformats.org/drawingml/2006/main">
              <a:ext uri="{FF2B5EF4-FFF2-40B4-BE49-F238E27FC236}">
                <a16:creationId xmlns:a16="http://schemas.microsoft.com/office/drawing/2014/main" id="{82535FB0-655A-4D55-8150-AAF7C99753CC}"/>
              </a:ext>
            </a:extLst>
          </p:cNvPr>
          <p:cNvSpPr>
            <a:spLocks xmlns:a="http://schemas.openxmlformats.org/drawingml/2006/main" noGrp="1"/>
          </p:cNvSpPr>
          <p:nvPr/>
        </p:nvSpPr>
        <p:spPr>
          <a:xfrm xmlns:a="http://schemas.openxmlformats.org/drawingml/2006/main">
            <a:off x="3947160" y="635508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물의 기화 엔탈피가 양수인 까닭을 설명할 수 있는가?</a:t>
            </a:r>
          </a:p>
        </p:txBody>
      </p:sp>
      <p:sp>
        <p:nvSpPr>
          <p:cNvPr id="13" name="text">
            <a:extLst xmlns:a="http://schemas.openxmlformats.org/drawingml/2006/main">
              <a:ext uri="{FF2B5EF4-FFF2-40B4-BE49-F238E27FC236}">
                <a16:creationId xmlns:a16="http://schemas.microsoft.com/office/drawing/2014/main" id="{F4BCDCC7-A569-43D9-9A50-8F67FA8C992E}"/>
              </a:ext>
            </a:extLst>
          </p:cNvPr>
          <p:cNvSpPr>
            <a:spLocks xmlns:a="http://schemas.openxmlformats.org/drawingml/2006/main" noGrp="1"/>
          </p:cNvSpPr>
          <p:nvPr/>
        </p:nvSpPr>
        <p:spPr>
          <a:xfrm xmlns:a="http://schemas.openxmlformats.org/drawingml/2006/main">
            <a:off x="3947160" y="691972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액체와 기체의 엔탈피 차이를 근거로 말한다.</a:t>
            </a:r>
          </a:p>
        </p:txBody>
      </p:sp>
      <p:sp>
        <p:nvSpPr>
          <p:cNvPr id="14" name="text">
            <a:extLst xmlns:a="http://schemas.openxmlformats.org/drawingml/2006/main">
              <a:ext uri="{FF2B5EF4-FFF2-40B4-BE49-F238E27FC236}">
                <a16:creationId xmlns:a16="http://schemas.microsoft.com/office/drawing/2014/main" id="{05877130-E59A-413C-8CBA-50257850F2EE}"/>
              </a:ext>
            </a:extLst>
          </p:cNvPr>
          <p:cNvSpPr>
            <a:spLocks xmlns:a="http://schemas.openxmlformats.org/drawingml/2006/main" noGrp="1"/>
          </p:cNvSpPr>
          <p:nvPr/>
        </p:nvSpPr>
        <p:spPr>
          <a:xfrm xmlns:a="http://schemas.openxmlformats.org/drawingml/2006/main">
            <a:off x="3061335" y="7692390"/>
            <a:ext cx="5905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3060" b="0">
                <a:solidFill>
                  <a:srgbClr val="BBBBBB"/>
                </a:solidFill>
                <a:latin typeface="Pretendard"/>
                <a:ea typeface="Pretendard"/>
                <a:cs typeface="Pretendard"/>
              </a:defRPr>
            </a:defPPr>
            <a:lvl1pPr algn="l">
              <a:defRPr sz="3060" b="0">
                <a:solidFill>
                  <a:srgbClr val="BBBBBB"/>
                </a:solidFill>
                <a:latin typeface="Pretendard"/>
                <a:ea typeface="Pretendard"/>
                <a:cs typeface="Pretendard"/>
              </a:defRPr>
            </a:lvl1pPr>
            <a:lvl2pPr algn="l">
              <a:defRPr sz="3060" b="0">
                <a:solidFill>
                  <a:srgbClr val="BBBBBB"/>
                </a:solidFill>
                <a:latin typeface="Pretendard"/>
                <a:ea typeface="Pretendard"/>
                <a:cs typeface="Pretendard"/>
              </a:defRPr>
            </a:lvl2pPr>
            <a:lvl3pPr algn="l">
              <a:defRPr sz="3060" b="0">
                <a:solidFill>
                  <a:srgbClr val="BBBBBB"/>
                </a:solidFill>
                <a:latin typeface="Pretendard"/>
                <a:ea typeface="Pretendard"/>
                <a:cs typeface="Pretendard"/>
              </a:defRPr>
            </a:lvl3pPr>
            <a:lvl4pPr algn="l">
              <a:defRPr sz="3060" b="0">
                <a:solidFill>
                  <a:srgbClr val="BBBBBB"/>
                </a:solidFill>
                <a:latin typeface="Pretendard"/>
                <a:ea typeface="Pretendard"/>
                <a:cs typeface="Pretendard"/>
              </a:defRPr>
            </a:lvl4pPr>
            <a:lvl5pPr algn="l">
              <a:defRPr sz="3060" b="0">
                <a:solidFill>
                  <a:srgbClr val="BBBBBB"/>
                </a:solidFill>
                <a:latin typeface="Pretendard"/>
                <a:ea typeface="Pretendard"/>
                <a:cs typeface="Pretendard"/>
              </a:defRPr>
            </a:lvl5pPr>
            <a:lvl6pPr algn="l">
              <a:defRPr sz="3060" b="0">
                <a:solidFill>
                  <a:srgbClr val="BBBBBB"/>
                </a:solidFill>
                <a:latin typeface="Pretendard"/>
                <a:ea typeface="Pretendard"/>
                <a:cs typeface="Pretendard"/>
              </a:defRPr>
            </a:lvl6pPr>
            <a:lvl7pPr algn="l">
              <a:defRPr sz="3060" b="0">
                <a:solidFill>
                  <a:srgbClr val="BBBBBB"/>
                </a:solidFill>
                <a:latin typeface="Pretendard"/>
                <a:ea typeface="Pretendard"/>
                <a:cs typeface="Pretendard"/>
              </a:defRPr>
            </a:lvl7pPr>
            <a:lvl8pPr algn="l">
              <a:defRPr sz="3060" b="0">
                <a:solidFill>
                  <a:srgbClr val="BBBBBB"/>
                </a:solidFill>
                <a:latin typeface="Pretendard"/>
                <a:ea typeface="Pretendard"/>
                <a:cs typeface="Pretendard"/>
              </a:defRPr>
            </a:lvl8pPr>
            <a:lvl9pPr algn="l">
              <a:defRPr sz="3060" b="0">
                <a:solidFill>
                  <a:srgbClr val="BBBBBB"/>
                </a:solidFill>
                <a:latin typeface="Pretendard"/>
                <a:ea typeface="Pretendard"/>
                <a:cs typeface="Pretendard"/>
              </a:defRPr>
            </a:lvl9pPr>
          </a:lstStyle>
          <a:p xmlns:a="http://schemas.openxmlformats.org/drawingml/2006/main">
            <a:pPr algn="l">
              <a:defRPr sz="3060" b="0">
                <a:solidFill>
                  <a:srgbClr val="BBBBBB"/>
                </a:solidFill>
                <a:latin typeface="Pretendard"/>
                <a:ea typeface="Pretendard"/>
                <a:cs typeface="Pretendard"/>
              </a:defRPr>
            </a:pPr>
            <a:r>
              <a:rPr sz="3060" b="0">
                <a:solidFill>
                  <a:srgbClr val="BBBBBB"/>
                </a:solidFill>
                <a:latin typeface="Pretendard"/>
                <a:ea typeface="Pretendard"/>
                <a:cs typeface="Pretendard"/>
              </a:rPr>
              <a:t>□</a:t>
            </a:r>
          </a:p>
        </p:txBody>
      </p:sp>
      <p:sp>
        <p:nvSpPr>
          <p:cNvPr id="15" name="text">
            <a:extLst xmlns:a="http://schemas.openxmlformats.org/drawingml/2006/main">
              <a:ext uri="{FF2B5EF4-FFF2-40B4-BE49-F238E27FC236}">
                <a16:creationId xmlns:a16="http://schemas.microsoft.com/office/drawing/2014/main" id="{0B1E66E6-C949-4461-84F5-4CB7E5B2D074}"/>
              </a:ext>
            </a:extLst>
          </p:cNvPr>
          <p:cNvSpPr>
            <a:spLocks xmlns:a="http://schemas.openxmlformats.org/drawingml/2006/main" noGrp="1"/>
          </p:cNvSpPr>
          <p:nvPr/>
        </p:nvSpPr>
        <p:spPr>
          <a:xfrm xmlns:a="http://schemas.openxmlformats.org/drawingml/2006/main">
            <a:off x="3947160" y="7692390"/>
            <a:ext cx="11220450" cy="54483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700" b="1">
                <a:solidFill>
                  <a:srgbClr val="FFFFFF"/>
                </a:solidFill>
                <a:latin typeface="Pretendard"/>
                <a:ea typeface="Pretendard"/>
                <a:cs typeface="Pretendard"/>
              </a:defRPr>
            </a:defPPr>
            <a:lvl1pPr algn="l">
              <a:defRPr sz="2700" b="1">
                <a:solidFill>
                  <a:srgbClr val="FFFFFF"/>
                </a:solidFill>
                <a:latin typeface="Pretendard"/>
                <a:ea typeface="Pretendard"/>
                <a:cs typeface="Pretendard"/>
              </a:defRPr>
            </a:lvl1pPr>
            <a:lvl2pPr algn="l">
              <a:defRPr sz="2700" b="1">
                <a:solidFill>
                  <a:srgbClr val="FFFFFF"/>
                </a:solidFill>
                <a:latin typeface="Pretendard"/>
                <a:ea typeface="Pretendard"/>
                <a:cs typeface="Pretendard"/>
              </a:defRPr>
            </a:lvl2pPr>
            <a:lvl3pPr algn="l">
              <a:defRPr sz="2700" b="1">
                <a:solidFill>
                  <a:srgbClr val="FFFFFF"/>
                </a:solidFill>
                <a:latin typeface="Pretendard"/>
                <a:ea typeface="Pretendard"/>
                <a:cs typeface="Pretendard"/>
              </a:defRPr>
            </a:lvl3pPr>
            <a:lvl4pPr algn="l">
              <a:defRPr sz="2700" b="1">
                <a:solidFill>
                  <a:srgbClr val="FFFFFF"/>
                </a:solidFill>
                <a:latin typeface="Pretendard"/>
                <a:ea typeface="Pretendard"/>
                <a:cs typeface="Pretendard"/>
              </a:defRPr>
            </a:lvl4pPr>
            <a:lvl5pPr algn="l">
              <a:defRPr sz="2700" b="1">
                <a:solidFill>
                  <a:srgbClr val="FFFFFF"/>
                </a:solidFill>
                <a:latin typeface="Pretendard"/>
                <a:ea typeface="Pretendard"/>
                <a:cs typeface="Pretendard"/>
              </a:defRPr>
            </a:lvl5pPr>
            <a:lvl6pPr algn="l">
              <a:defRPr sz="2700" b="1">
                <a:solidFill>
                  <a:srgbClr val="FFFFFF"/>
                </a:solidFill>
                <a:latin typeface="Pretendard"/>
                <a:ea typeface="Pretendard"/>
                <a:cs typeface="Pretendard"/>
              </a:defRPr>
            </a:lvl6pPr>
            <a:lvl7pPr algn="l">
              <a:defRPr sz="2700" b="1">
                <a:solidFill>
                  <a:srgbClr val="FFFFFF"/>
                </a:solidFill>
                <a:latin typeface="Pretendard"/>
                <a:ea typeface="Pretendard"/>
                <a:cs typeface="Pretendard"/>
              </a:defRPr>
            </a:lvl7pPr>
            <a:lvl8pPr algn="l">
              <a:defRPr sz="2700" b="1">
                <a:solidFill>
                  <a:srgbClr val="FFFFFF"/>
                </a:solidFill>
                <a:latin typeface="Pretendard"/>
                <a:ea typeface="Pretendard"/>
                <a:cs typeface="Pretendard"/>
              </a:defRPr>
            </a:lvl8pPr>
            <a:lvl9pPr algn="l">
              <a:defRPr sz="2700" b="1">
                <a:solidFill>
                  <a:srgbClr val="FFFFFF"/>
                </a:solidFill>
                <a:latin typeface="Pretendard"/>
                <a:ea typeface="Pretendard"/>
                <a:cs typeface="Pretendard"/>
              </a:defRPr>
            </a:lvl9pPr>
          </a:lstStyle>
          <a:p xmlns:a="http://schemas.openxmlformats.org/drawingml/2006/main">
            <a:pPr algn="l">
              <a:defRPr sz="2700" b="1">
                <a:solidFill>
                  <a:srgbClr val="FFFFFF"/>
                </a:solidFill>
                <a:latin typeface="Pretendard"/>
                <a:ea typeface="Pretendard"/>
                <a:cs typeface="Pretendard"/>
              </a:defRPr>
            </a:pPr>
            <a:r>
              <a:rPr sz="2700" b="1">
                <a:solidFill>
                  <a:srgbClr val="FFFFFF"/>
                </a:solidFill>
                <a:latin typeface="Pretendard"/>
                <a:ea typeface="Pretendard"/>
                <a:cs typeface="Pretendard"/>
              </a:rPr>
              <a:t>두 경로의 실험값이 달라지는 까닭을 설명할 수 있는가?</a:t>
            </a:r>
          </a:p>
        </p:txBody>
      </p:sp>
      <p:sp>
        <p:nvSpPr>
          <p:cNvPr id="16" name="text">
            <a:extLst xmlns:a="http://schemas.openxmlformats.org/drawingml/2006/main">
              <a:ext uri="{FF2B5EF4-FFF2-40B4-BE49-F238E27FC236}">
                <a16:creationId xmlns:a16="http://schemas.microsoft.com/office/drawing/2014/main" id="{4BDA690D-D28B-43E4-A16E-EA26DADFD143}"/>
              </a:ext>
            </a:extLst>
          </p:cNvPr>
          <p:cNvSpPr>
            <a:spLocks xmlns:a="http://schemas.openxmlformats.org/drawingml/2006/main" noGrp="1"/>
          </p:cNvSpPr>
          <p:nvPr/>
        </p:nvSpPr>
        <p:spPr>
          <a:xfrm xmlns:a="http://schemas.openxmlformats.org/drawingml/2006/main">
            <a:off x="3947160" y="8257032"/>
            <a:ext cx="11220450" cy="4754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40" b="0">
                <a:solidFill>
                  <a:srgbClr val="BBBBBB"/>
                </a:solidFill>
                <a:latin typeface="Pretendard"/>
                <a:ea typeface="Pretendard"/>
                <a:cs typeface="Pretendard"/>
              </a:defRPr>
            </a:defPPr>
            <a:lvl1pPr algn="l">
              <a:defRPr sz="2340" b="0">
                <a:solidFill>
                  <a:srgbClr val="BBBBBB"/>
                </a:solidFill>
                <a:latin typeface="Pretendard"/>
                <a:ea typeface="Pretendard"/>
                <a:cs typeface="Pretendard"/>
              </a:defRPr>
            </a:lvl1pPr>
            <a:lvl2pPr algn="l">
              <a:defRPr sz="2340" b="0">
                <a:solidFill>
                  <a:srgbClr val="BBBBBB"/>
                </a:solidFill>
                <a:latin typeface="Pretendard"/>
                <a:ea typeface="Pretendard"/>
                <a:cs typeface="Pretendard"/>
              </a:defRPr>
            </a:lvl2pPr>
            <a:lvl3pPr algn="l">
              <a:defRPr sz="2340" b="0">
                <a:solidFill>
                  <a:srgbClr val="BBBBBB"/>
                </a:solidFill>
                <a:latin typeface="Pretendard"/>
                <a:ea typeface="Pretendard"/>
                <a:cs typeface="Pretendard"/>
              </a:defRPr>
            </a:lvl3pPr>
            <a:lvl4pPr algn="l">
              <a:defRPr sz="2340" b="0">
                <a:solidFill>
                  <a:srgbClr val="BBBBBB"/>
                </a:solidFill>
                <a:latin typeface="Pretendard"/>
                <a:ea typeface="Pretendard"/>
                <a:cs typeface="Pretendard"/>
              </a:defRPr>
            </a:lvl4pPr>
            <a:lvl5pPr algn="l">
              <a:defRPr sz="2340" b="0">
                <a:solidFill>
                  <a:srgbClr val="BBBBBB"/>
                </a:solidFill>
                <a:latin typeface="Pretendard"/>
                <a:ea typeface="Pretendard"/>
                <a:cs typeface="Pretendard"/>
              </a:defRPr>
            </a:lvl5pPr>
            <a:lvl6pPr algn="l">
              <a:defRPr sz="2340" b="0">
                <a:solidFill>
                  <a:srgbClr val="BBBBBB"/>
                </a:solidFill>
                <a:latin typeface="Pretendard"/>
                <a:ea typeface="Pretendard"/>
                <a:cs typeface="Pretendard"/>
              </a:defRPr>
            </a:lvl6pPr>
            <a:lvl7pPr algn="l">
              <a:defRPr sz="2340" b="0">
                <a:solidFill>
                  <a:srgbClr val="BBBBBB"/>
                </a:solidFill>
                <a:latin typeface="Pretendard"/>
                <a:ea typeface="Pretendard"/>
                <a:cs typeface="Pretendard"/>
              </a:defRPr>
            </a:lvl7pPr>
            <a:lvl8pPr algn="l">
              <a:defRPr sz="2340" b="0">
                <a:solidFill>
                  <a:srgbClr val="BBBBBB"/>
                </a:solidFill>
                <a:latin typeface="Pretendard"/>
                <a:ea typeface="Pretendard"/>
                <a:cs typeface="Pretendard"/>
              </a:defRPr>
            </a:lvl8pPr>
            <a:lvl9pPr algn="l">
              <a:defRPr sz="2340" b="0">
                <a:solidFill>
                  <a:srgbClr val="BBBBBB"/>
                </a:solidFill>
                <a:latin typeface="Pretendard"/>
                <a:ea typeface="Pretendard"/>
                <a:cs typeface="Pretendard"/>
              </a:defRPr>
            </a:lvl9pPr>
          </a:lstStyle>
          <a:p xmlns:a="http://schemas.openxmlformats.org/drawingml/2006/main">
            <a:pPr algn="l">
              <a:defRPr sz="2340" b="0">
                <a:solidFill>
                  <a:srgbClr val="BBBBBB"/>
                </a:solidFill>
                <a:latin typeface="Pretendard"/>
                <a:ea typeface="Pretendard"/>
                <a:cs typeface="Pretendard"/>
              </a:defRPr>
            </a:pPr>
            <a:r>
              <a:rPr sz="2340" b="0">
                <a:solidFill>
                  <a:srgbClr val="BBBBBB"/>
                </a:solidFill>
                <a:latin typeface="Pretendard"/>
                <a:ea typeface="Pretendard"/>
                <a:cs typeface="Pretendard"/>
              </a:rPr>
              <a:t>외부로의 열 손실과 측정 조건을 살펴본다.</a:t>
            </a:r>
          </a:p>
        </p:txBody>
      </p:sp>
    </p:spTree>
    <p:extLst>
      <p:ext uri="{BB962C8B-B14F-4D97-AF65-F5344CB8AC3E}">
        <p14:creationId xmlns:p14="http://schemas.microsoft.com/office/powerpoint/2010/main" val="197026382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2026-10-29T05:34:06.6550000Z</dcterms:created>
  <dcterms:modified xsi:type="dcterms:W3CDTF">2026-10-29T05:34:06.6550000Z</dcterms:modified>
</coreProperties>
</file>