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4cf74eb8fa4ce3" /><Relationship Type="http://schemas.openxmlformats.org/officeDocument/2006/relationships/extended-properties" Target="/docProps/app.xml" Id="R99f175070402419c" /><Relationship Type="http://schemas.openxmlformats.org/officeDocument/2006/relationships/officeDocument" Target="/ppt/presentation.xml" Id="R285e34fa2cd34a9f" /></Relationships>
</file>

<file path=ppt/presentation.xml><?xml version="1.0" encoding="utf-8"?>
<p:presentation xmlns:p="http://schemas.openxmlformats.org/presentationml/2006/main">
  <p:sldMasterIdLst>
    <p:sldMasterId xmlns:r="http://schemas.openxmlformats.org/officeDocument/2006/relationships" id="2147483648" r:id="R071a454c91ee429d"/>
  </p:sldMasterIdLst>
  <p:notesMasterIdLst>
    <p:notesMasterId xmlns:r="http://schemas.openxmlformats.org/officeDocument/2006/relationships" r:id="Rf21673b227ee450a"/>
  </p:notesMasterIdLst>
  <p:sldIdLst>
    <p:sldId xmlns:r="http://schemas.openxmlformats.org/officeDocument/2006/relationships" id="256" r:id="R3ac5c0044cb24864"/>
    <p:sldId xmlns:r="http://schemas.openxmlformats.org/officeDocument/2006/relationships" id="257" r:id="Re4069382d0534f92"/>
    <p:sldId xmlns:r="http://schemas.openxmlformats.org/officeDocument/2006/relationships" id="258" r:id="R7b938795d8174721"/>
    <p:sldId xmlns:r="http://schemas.openxmlformats.org/officeDocument/2006/relationships" id="259" r:id="R5583cab5fa4c48d0"/>
    <p:sldId xmlns:r="http://schemas.openxmlformats.org/officeDocument/2006/relationships" id="260" r:id="Rbb91cd7412e444fd"/>
    <p:sldId xmlns:r="http://schemas.openxmlformats.org/officeDocument/2006/relationships" id="261" r:id="R1c43706931c54dc0"/>
    <p:sldId xmlns:r="http://schemas.openxmlformats.org/officeDocument/2006/relationships" id="262" r:id="Rd5a0d12f207048f3"/>
    <p:sldId xmlns:r="http://schemas.openxmlformats.org/officeDocument/2006/relationships" id="263" r:id="R92f7d871417149fd"/>
    <p:sldId xmlns:r="http://schemas.openxmlformats.org/officeDocument/2006/relationships" id="264" r:id="R63f02a1b33d54d16"/>
    <p:sldId xmlns:r="http://schemas.openxmlformats.org/officeDocument/2006/relationships" id="265" r:id="Re654cf6a374a46f2"/>
    <p:sldId xmlns:r="http://schemas.openxmlformats.org/officeDocument/2006/relationships" id="266" r:id="R298b02f58d534e5f"/>
    <p:sldId xmlns:r="http://schemas.openxmlformats.org/officeDocument/2006/relationships" id="267" r:id="Re19761874b354ad9"/>
    <p:sldId xmlns:r="http://schemas.openxmlformats.org/officeDocument/2006/relationships" id="268" r:id="Rc2bf2c7b4fc04624"/>
    <p:sldId xmlns:r="http://schemas.openxmlformats.org/officeDocument/2006/relationships" id="269" r:id="R7035eb8c2dae4b38"/>
    <p:sldId xmlns:r="http://schemas.openxmlformats.org/officeDocument/2006/relationships" id="270" r:id="Rb9988d86208d41ac"/>
    <p:sldId xmlns:r="http://schemas.openxmlformats.org/officeDocument/2006/relationships" id="271" r:id="R280e50dc9e7d4651"/>
    <p:sldId xmlns:r="http://schemas.openxmlformats.org/officeDocument/2006/relationships" id="272" r:id="Rff7613e063f247bc"/>
    <p:sldId xmlns:r="http://schemas.openxmlformats.org/officeDocument/2006/relationships" id="273" r:id="R85e062b887da43fa"/>
    <p:sldId xmlns:r="http://schemas.openxmlformats.org/officeDocument/2006/relationships" id="274" r:id="R8c78cf04273e4521"/>
    <p:sldId xmlns:r="http://schemas.openxmlformats.org/officeDocument/2006/relationships" id="275" r:id="R2b043a83a6be478c"/>
    <p:sldId xmlns:r="http://schemas.openxmlformats.org/officeDocument/2006/relationships" id="276" r:id="R1f7b6e94f2014a97"/>
    <p:sldId xmlns:r="http://schemas.openxmlformats.org/officeDocument/2006/relationships" id="277" r:id="R3514f1af9fb04b4a"/>
    <p:sldId xmlns:r="http://schemas.openxmlformats.org/officeDocument/2006/relationships" id="278" r:id="R97cc141707c04910"/>
    <p:sldId xmlns:r="http://schemas.openxmlformats.org/officeDocument/2006/relationships" id="279" r:id="R3654a6dd08184754"/>
    <p:sldId xmlns:r="http://schemas.openxmlformats.org/officeDocument/2006/relationships" id="280" r:id="Rc74ad09a801e471f"/>
    <p:sldId xmlns:r="http://schemas.openxmlformats.org/officeDocument/2006/relationships" id="281" r:id="Rb5a4a9ca27dd467a"/>
    <p:sldId xmlns:r="http://schemas.openxmlformats.org/officeDocument/2006/relationships" id="282" r:id="Rbcbc8e6c27c2462e"/>
    <p:sldId xmlns:r="http://schemas.openxmlformats.org/officeDocument/2006/relationships" id="283" r:id="Rfe270376705f4705"/>
    <p:sldId xmlns:r="http://schemas.openxmlformats.org/officeDocument/2006/relationships" id="284" r:id="Rd6af632a19c34edf"/>
    <p:sldId xmlns:r="http://schemas.openxmlformats.org/officeDocument/2006/relationships" id="285" r:id="R5c90e1819fce41d6"/>
    <p:sldId xmlns:r="http://schemas.openxmlformats.org/officeDocument/2006/relationships" id="286" r:id="R3f9ef90d3a344e91"/>
    <p:sldId xmlns:r="http://schemas.openxmlformats.org/officeDocument/2006/relationships" id="287" r:id="R0e3860f56a924f04"/>
    <p:sldId xmlns:r="http://schemas.openxmlformats.org/officeDocument/2006/relationships" id="288" r:id="Rb214bc4144284052"/>
    <p:sldId xmlns:r="http://schemas.openxmlformats.org/officeDocument/2006/relationships" id="289" r:id="R793d465e57c445d1"/>
    <p:sldId xmlns:r="http://schemas.openxmlformats.org/officeDocument/2006/relationships" id="290" r:id="R70b3175a48a14bcd"/>
    <p:sldId xmlns:r="http://schemas.openxmlformats.org/officeDocument/2006/relationships" id="291" r:id="R96321bed510947fb"/>
    <p:sldId xmlns:r="http://schemas.openxmlformats.org/officeDocument/2006/relationships" id="292" r:id="R396e83cf3b964e29"/>
    <p:sldId xmlns:r="http://schemas.openxmlformats.org/officeDocument/2006/relationships" id="293" r:id="R3c619470099949a5"/>
    <p:sldId xmlns:r="http://schemas.openxmlformats.org/officeDocument/2006/relationships" id="294" r:id="R00c01e7496664e7d"/>
    <p:sldId xmlns:r="http://schemas.openxmlformats.org/officeDocument/2006/relationships" id="295" r:id="R60fdaa6f1b214456"/>
    <p:sldId xmlns:r="http://schemas.openxmlformats.org/officeDocument/2006/relationships" id="296" r:id="Rc55e426370c84c3c"/>
    <p:sldId xmlns:r="http://schemas.openxmlformats.org/officeDocument/2006/relationships" id="297" r:id="R610b9d3a1474469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2015419b618419a" /><Relationship Type="http://schemas.openxmlformats.org/officeDocument/2006/relationships/slideMaster" Target="/ppt/slideMasters/slideMaster1.xml" Id="R071a454c91ee429d" /><Relationship Type="http://schemas.openxmlformats.org/officeDocument/2006/relationships/notesMaster" Target="/ppt/notesMasters/notesMaster1.xml" Id="Rf21673b227ee450a" /><Relationship Type="http://schemas.openxmlformats.org/officeDocument/2006/relationships/presProps" Target="/ppt/presProps.xml" Id="R73b2ad68d13e4d21" /><Relationship Type="http://schemas.openxmlformats.org/officeDocument/2006/relationships/tableStyles" Target="/ppt/tableStyles.xml" Id="Rb67aea12e2da4158" /><Relationship Type="http://schemas.openxmlformats.org/officeDocument/2006/relationships/slide" Target="/ppt/slides/slide1.xml" Id="R3ac5c0044cb24864" /><Relationship Type="http://schemas.openxmlformats.org/officeDocument/2006/relationships/slide" Target="/ppt/slides/slide2.xml" Id="Re4069382d0534f92" /><Relationship Type="http://schemas.openxmlformats.org/officeDocument/2006/relationships/slide" Target="/ppt/slides/slide3.xml" Id="R7b938795d8174721" /><Relationship Type="http://schemas.openxmlformats.org/officeDocument/2006/relationships/slide" Target="/ppt/slides/slide4.xml" Id="R5583cab5fa4c48d0" /><Relationship Type="http://schemas.openxmlformats.org/officeDocument/2006/relationships/slide" Target="/ppt/slides/slide5.xml" Id="Rbb91cd7412e444fd" /><Relationship Type="http://schemas.openxmlformats.org/officeDocument/2006/relationships/slide" Target="/ppt/slides/slide6.xml" Id="R1c43706931c54dc0" /><Relationship Type="http://schemas.openxmlformats.org/officeDocument/2006/relationships/slide" Target="/ppt/slides/slide7.xml" Id="Rd5a0d12f207048f3" /><Relationship Type="http://schemas.openxmlformats.org/officeDocument/2006/relationships/slide" Target="/ppt/slides/slide8.xml" Id="R92f7d871417149fd" /><Relationship Type="http://schemas.openxmlformats.org/officeDocument/2006/relationships/slide" Target="/ppt/slides/slide9.xml" Id="R63f02a1b33d54d16" /><Relationship Type="http://schemas.openxmlformats.org/officeDocument/2006/relationships/slide" Target="/ppt/slides/slide10.xml" Id="Re654cf6a374a46f2" /><Relationship Type="http://schemas.openxmlformats.org/officeDocument/2006/relationships/slide" Target="/ppt/slides/slide11.xml" Id="R298b02f58d534e5f" /><Relationship Type="http://schemas.openxmlformats.org/officeDocument/2006/relationships/slide" Target="/ppt/slides/slide12.xml" Id="Re19761874b354ad9" /><Relationship Type="http://schemas.openxmlformats.org/officeDocument/2006/relationships/slide" Target="/ppt/slides/slide13.xml" Id="Rc2bf2c7b4fc04624" /><Relationship Type="http://schemas.openxmlformats.org/officeDocument/2006/relationships/slide" Target="/ppt/slides/slide14.xml" Id="R7035eb8c2dae4b38" /><Relationship Type="http://schemas.openxmlformats.org/officeDocument/2006/relationships/slide" Target="/ppt/slides/slide15.xml" Id="Rb9988d86208d41ac" /><Relationship Type="http://schemas.openxmlformats.org/officeDocument/2006/relationships/slide" Target="/ppt/slides/slide16.xml" Id="R280e50dc9e7d4651" /><Relationship Type="http://schemas.openxmlformats.org/officeDocument/2006/relationships/slide" Target="/ppt/slides/slide17.xml" Id="Rff7613e063f247bc" /><Relationship Type="http://schemas.openxmlformats.org/officeDocument/2006/relationships/slide" Target="/ppt/slides/slide18.xml" Id="R85e062b887da43fa" /><Relationship Type="http://schemas.openxmlformats.org/officeDocument/2006/relationships/slide" Target="/ppt/slides/slide19.xml" Id="R8c78cf04273e4521" /><Relationship Type="http://schemas.openxmlformats.org/officeDocument/2006/relationships/slide" Target="/ppt/slides/slide20.xml" Id="R2b043a83a6be478c" /><Relationship Type="http://schemas.openxmlformats.org/officeDocument/2006/relationships/slide" Target="/ppt/slides/slide21.xml" Id="R1f7b6e94f2014a97" /><Relationship Type="http://schemas.openxmlformats.org/officeDocument/2006/relationships/slide" Target="/ppt/slides/slide22.xml" Id="R3514f1af9fb04b4a" /><Relationship Type="http://schemas.openxmlformats.org/officeDocument/2006/relationships/slide" Target="/ppt/slides/slide23.xml" Id="R97cc141707c04910" /><Relationship Type="http://schemas.openxmlformats.org/officeDocument/2006/relationships/slide" Target="/ppt/slides/slide24.xml" Id="R3654a6dd08184754" /><Relationship Type="http://schemas.openxmlformats.org/officeDocument/2006/relationships/slide" Target="/ppt/slides/slide25.xml" Id="Rc74ad09a801e471f" /><Relationship Type="http://schemas.openxmlformats.org/officeDocument/2006/relationships/slide" Target="/ppt/slides/slide26.xml" Id="Rb5a4a9ca27dd467a" /><Relationship Type="http://schemas.openxmlformats.org/officeDocument/2006/relationships/slide" Target="/ppt/slides/slide27.xml" Id="Rbcbc8e6c27c2462e" /><Relationship Type="http://schemas.openxmlformats.org/officeDocument/2006/relationships/slide" Target="/ppt/slides/slide28.xml" Id="Rfe270376705f4705" /><Relationship Type="http://schemas.openxmlformats.org/officeDocument/2006/relationships/slide" Target="/ppt/slides/slide29.xml" Id="Rd6af632a19c34edf" /><Relationship Type="http://schemas.openxmlformats.org/officeDocument/2006/relationships/slide" Target="/ppt/slides/slide30.xml" Id="R5c90e1819fce41d6" /><Relationship Type="http://schemas.openxmlformats.org/officeDocument/2006/relationships/slide" Target="/ppt/slides/slide31.xml" Id="R3f9ef90d3a344e91" /><Relationship Type="http://schemas.openxmlformats.org/officeDocument/2006/relationships/slide" Target="/ppt/slides/slide32.xml" Id="R0e3860f56a924f04" /><Relationship Type="http://schemas.openxmlformats.org/officeDocument/2006/relationships/slide" Target="/ppt/slides/slide33.xml" Id="Rb214bc4144284052" /><Relationship Type="http://schemas.openxmlformats.org/officeDocument/2006/relationships/slide" Target="/ppt/slides/slide34.xml" Id="R793d465e57c445d1" /><Relationship Type="http://schemas.openxmlformats.org/officeDocument/2006/relationships/slide" Target="/ppt/slides/slide35.xml" Id="R70b3175a48a14bcd" /><Relationship Type="http://schemas.openxmlformats.org/officeDocument/2006/relationships/slide" Target="/ppt/slides/slide36.xml" Id="R96321bed510947fb" /><Relationship Type="http://schemas.openxmlformats.org/officeDocument/2006/relationships/slide" Target="/ppt/slides/slide37.xml" Id="R396e83cf3b964e29" /><Relationship Type="http://schemas.openxmlformats.org/officeDocument/2006/relationships/slide" Target="/ppt/slides/slide38.xml" Id="R3c619470099949a5" /><Relationship Type="http://schemas.openxmlformats.org/officeDocument/2006/relationships/slide" Target="/ppt/slides/slide39.xml" Id="R00c01e7496664e7d" /><Relationship Type="http://schemas.openxmlformats.org/officeDocument/2006/relationships/slide" Target="/ppt/slides/slide40.xml" Id="R60fdaa6f1b214456" /><Relationship Type="http://schemas.openxmlformats.org/officeDocument/2006/relationships/slide" Target="/ppt/slides/slide41.xml" Id="Rc55e426370c84c3c" /><Relationship Type="http://schemas.openxmlformats.org/officeDocument/2006/relationships/slide" Target="/ppt/slides/slide42.xml" Id="R610b9d3a147446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239b20d5d746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3f25d84a1d4cc6" /><Relationship Type="http://schemas.openxmlformats.org/officeDocument/2006/relationships/notesMaster" Target="/ppt/notesMasters/notesMaster1.xml" Id="Rad9cf6637f9f4a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4d7881076d4de2" /><Relationship Type="http://schemas.openxmlformats.org/officeDocument/2006/relationships/notesMaster" Target="/ppt/notesMasters/notesMaster1.xml" Id="R60423c7c362d4b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031c7a8d0d4ee4" /><Relationship Type="http://schemas.openxmlformats.org/officeDocument/2006/relationships/notesMaster" Target="/ppt/notesMasters/notesMaster1.xml" Id="R80dd0775ae6b4b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12f7956f184b24" /><Relationship Type="http://schemas.openxmlformats.org/officeDocument/2006/relationships/notesMaster" Target="/ppt/notesMasters/notesMaster1.xml" Id="R853b97785266444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99ac1d275634690" /><Relationship Type="http://schemas.openxmlformats.org/officeDocument/2006/relationships/notesMaster" Target="/ppt/notesMasters/notesMaster1.xml" Id="R10c3aa5d971f4e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cab25edae943eb" /><Relationship Type="http://schemas.openxmlformats.org/officeDocument/2006/relationships/notesMaster" Target="/ppt/notesMasters/notesMaster1.xml" Id="R990e7c43404043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2fed55c7ea4d41" /><Relationship Type="http://schemas.openxmlformats.org/officeDocument/2006/relationships/notesMaster" Target="/ppt/notesMasters/notesMaster1.xml" Id="Rff9439809c3040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afdc2067fa4019" /><Relationship Type="http://schemas.openxmlformats.org/officeDocument/2006/relationships/notesMaster" Target="/ppt/notesMasters/notesMaster1.xml" Id="Ra3a199c8c65245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c62612a2ff4e16" /><Relationship Type="http://schemas.openxmlformats.org/officeDocument/2006/relationships/notesMaster" Target="/ppt/notesMasters/notesMaster1.xml" Id="R6492a199216a4d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e8c89eefec4765" /><Relationship Type="http://schemas.openxmlformats.org/officeDocument/2006/relationships/notesMaster" Target="/ppt/notesMasters/notesMaster1.xml" Id="R48d25afb501a45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29997aced84a7f" /><Relationship Type="http://schemas.openxmlformats.org/officeDocument/2006/relationships/notesMaster" Target="/ppt/notesMasters/notesMaster1.xml" Id="Ra8c5676ebfa7493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f3dc7571584e22" /><Relationship Type="http://schemas.openxmlformats.org/officeDocument/2006/relationships/notesMaster" Target="/ppt/notesMasters/notesMaster1.xml" Id="R0a88cd1fcd564b3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971e394a474915" /><Relationship Type="http://schemas.openxmlformats.org/officeDocument/2006/relationships/notesMaster" Target="/ppt/notesMasters/notesMaster1.xml" Id="R09835921a66143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d1bc4754a69495f" /><Relationship Type="http://schemas.openxmlformats.org/officeDocument/2006/relationships/notesMaster" Target="/ppt/notesMasters/notesMaster1.xml" Id="R0ede0b6155bc437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bc1aa45e784719" /><Relationship Type="http://schemas.openxmlformats.org/officeDocument/2006/relationships/notesMaster" Target="/ppt/notesMasters/notesMaster1.xml" Id="Rcb60c014dbd442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14df1c758dc4bfb" /><Relationship Type="http://schemas.openxmlformats.org/officeDocument/2006/relationships/notesMaster" Target="/ppt/notesMasters/notesMaster1.xml" Id="Rfd631d1126a1435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32366fdc8045eb" /><Relationship Type="http://schemas.openxmlformats.org/officeDocument/2006/relationships/notesMaster" Target="/ppt/notesMasters/notesMaster1.xml" Id="R7adc31bcaf6e48a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d09c45ce80d421b" /><Relationship Type="http://schemas.openxmlformats.org/officeDocument/2006/relationships/notesMaster" Target="/ppt/notesMasters/notesMaster1.xml" Id="Rd48e358fa501465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9c94a657674664" /><Relationship Type="http://schemas.openxmlformats.org/officeDocument/2006/relationships/notesMaster" Target="/ppt/notesMasters/notesMaster1.xml" Id="R483cc9eba1e7417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404757cf0734a41" /><Relationship Type="http://schemas.openxmlformats.org/officeDocument/2006/relationships/notesMaster" Target="/ppt/notesMasters/notesMaster1.xml" Id="Rebc657f9aa9848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862936f1d4a4dbe" /><Relationship Type="http://schemas.openxmlformats.org/officeDocument/2006/relationships/notesMaster" Target="/ppt/notesMasters/notesMaster1.xml" Id="R801538f834304b1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817b8ff28c4c6a" /><Relationship Type="http://schemas.openxmlformats.org/officeDocument/2006/relationships/notesMaster" Target="/ppt/notesMasters/notesMaster1.xml" Id="Rb8d2f74090fe43d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52e7ec72fc4b24" /><Relationship Type="http://schemas.openxmlformats.org/officeDocument/2006/relationships/notesMaster" Target="/ppt/notesMasters/notesMaster1.xml" Id="R874793f0567e45d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cc915db96534738" /><Relationship Type="http://schemas.openxmlformats.org/officeDocument/2006/relationships/notesMaster" Target="/ppt/notesMasters/notesMaster1.xml" Id="R872f186be05d4a0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5cedefd5e8f412c" /><Relationship Type="http://schemas.openxmlformats.org/officeDocument/2006/relationships/notesMaster" Target="/ppt/notesMasters/notesMaster1.xml" Id="R909d737546ba41c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917f41d1f72493f" /><Relationship Type="http://schemas.openxmlformats.org/officeDocument/2006/relationships/notesMaster" Target="/ppt/notesMasters/notesMaster1.xml" Id="Rc840c6dd936b466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eff944ad8d243a2" /><Relationship Type="http://schemas.openxmlformats.org/officeDocument/2006/relationships/notesMaster" Target="/ppt/notesMasters/notesMaster1.xml" Id="R4811dbbdc1c54af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ff1138d98974327" /><Relationship Type="http://schemas.openxmlformats.org/officeDocument/2006/relationships/notesMaster" Target="/ppt/notesMasters/notesMaster1.xml" Id="Rb41806b39a3a4a0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c4a6f54044c46a8" /><Relationship Type="http://schemas.openxmlformats.org/officeDocument/2006/relationships/notesMaster" Target="/ppt/notesMasters/notesMaster1.xml" Id="R07de0986dcf642e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c741ccebd3b4dd5" /><Relationship Type="http://schemas.openxmlformats.org/officeDocument/2006/relationships/notesMaster" Target="/ppt/notesMasters/notesMaster1.xml" Id="R7425bcb105e7470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ac8b4cee44e45e7" /><Relationship Type="http://schemas.openxmlformats.org/officeDocument/2006/relationships/notesMaster" Target="/ppt/notesMasters/notesMaster1.xml" Id="R2441ccfa104e4fc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7539ee6a4f7472b" /><Relationship Type="http://schemas.openxmlformats.org/officeDocument/2006/relationships/notesMaster" Target="/ppt/notesMasters/notesMaster1.xml" Id="R7d608b646987403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0572617a3b74ff2" /><Relationship Type="http://schemas.openxmlformats.org/officeDocument/2006/relationships/notesMaster" Target="/ppt/notesMasters/notesMaster1.xml" Id="R76e7e8487e2b403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c1a68d12cf4568" /><Relationship Type="http://schemas.openxmlformats.org/officeDocument/2006/relationships/notesMaster" Target="/ppt/notesMasters/notesMaster1.xml" Id="Rdd2a0a693bd74c6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f2535d4eec54834" /><Relationship Type="http://schemas.openxmlformats.org/officeDocument/2006/relationships/notesMaster" Target="/ppt/notesMasters/notesMaster1.xml" Id="R77a946f6b1db4a0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294f6d22cd445cb" /><Relationship Type="http://schemas.openxmlformats.org/officeDocument/2006/relationships/notesMaster" Target="/ppt/notesMasters/notesMaster1.xml" Id="Rd7aca8b10a5845d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920773dc5554d43" /><Relationship Type="http://schemas.openxmlformats.org/officeDocument/2006/relationships/notesMaster" Target="/ppt/notesMasters/notesMaster1.xml" Id="R4698c4f2dea5493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c7b0b229bf34468" /><Relationship Type="http://schemas.openxmlformats.org/officeDocument/2006/relationships/notesMaster" Target="/ppt/notesMasters/notesMaster1.xml" Id="Rd31dbd001681411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afbe67610664874" /><Relationship Type="http://schemas.openxmlformats.org/officeDocument/2006/relationships/notesMaster" Target="/ppt/notesMasters/notesMaster1.xml" Id="R67bce968400448e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647476393764b19" /><Relationship Type="http://schemas.openxmlformats.org/officeDocument/2006/relationships/notesMaster" Target="/ppt/notesMasters/notesMaster1.xml" Id="Rf8a0dead10b14e4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698c37df9b64cf1" /><Relationship Type="http://schemas.openxmlformats.org/officeDocument/2006/relationships/notesMaster" Target="/ppt/notesMasters/notesMaster1.xml" Id="R5796bb62bdbb4f8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065a09de999947ab" /><Relationship Type="http://schemas.openxmlformats.org/officeDocument/2006/relationships/notesMaster" Target="/ppt/notesMasters/notesMaster1.xml" Id="R17e271dc915f49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1/42.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2/42.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3/42.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4/42.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5/42.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6/42.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7/42.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8/42.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9/42.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10/42.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11/42.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12/42.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13/42.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14/42.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15/42.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16/42.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17/42.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18/42.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19/42.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20/42.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21/42.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22/42.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23/42.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24/42.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25/42.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26/42.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27/42.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28/42.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29/42.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30/42.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31/42.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32/42.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33/42.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34/42.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35/42.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36/42.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37/42.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38/42.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39/42.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40/42.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41/42.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42/42.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6046af8aa84a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6ab998e8364c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0e04c90015d42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bdd8657bd4a491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96a135cbb04b0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2b11d60f1a4f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1450F9-215A-448E-86DB-B20E364E9D04}"/>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907839-3149-446F-A8FE-2839DB3AF8D5}"/>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DDA7188-CF36-40CD-B2DB-2221AE98994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285721-6738-4DFF-9E27-862AEEE1F63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0AF5D50-DC1B-401A-BA3E-D52E96A7015B}"/>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8B54BB-4FED-40F1-B333-6A2DFD3E35BD}"/>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A76939-BB23-4D67-B6E2-F1EDA7DD9BC0}"/>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42FDB38-59E3-4928-AA8C-BE28B8CB0A0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9668FD-FE38-4FF0-924C-289051E9787C}"/>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BEAEB7-0987-41C1-97FF-782FB8E50D51}"/>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35c2724cc144d3" /><Relationship Type="http://schemas.openxmlformats.org/officeDocument/2006/relationships/slideLayout" Target="/ppt/slideLayouts/slideLayout1.xml" Id="Rfdfca2eb299f4212" /><Relationship Type="http://schemas.openxmlformats.org/officeDocument/2006/relationships/slideLayout" Target="/ppt/slideLayouts/slideLayout2.xml" Id="R807fc83a4fad4bd9" /><Relationship Type="http://schemas.openxmlformats.org/officeDocument/2006/relationships/slideLayout" Target="/ppt/slideLayouts/slideLayout3.xml" Id="R84e15d9f39974afe" /><Relationship Type="http://schemas.openxmlformats.org/officeDocument/2006/relationships/slideLayout" Target="/ppt/slideLayouts/slideLayout4.xml" Id="R6d22f33a1b74499b" /><Relationship Type="http://schemas.openxmlformats.org/officeDocument/2006/relationships/slideLayout" Target="/ppt/slideLayouts/slideLayout5.xml" Id="R47e6ebc93e0e40c5" /><Relationship Type="http://schemas.openxmlformats.org/officeDocument/2006/relationships/slideLayout" Target="/ppt/slideLayouts/slideLayout6.xml" Id="R01ba4ce4c37e402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fca2eb299f4212"/>
    <p:sldLayoutId xmlns:r="http://schemas.openxmlformats.org/officeDocument/2006/relationships" id="2147483650" r:id="R807fc83a4fad4bd9"/>
    <p:sldLayoutId xmlns:r="http://schemas.openxmlformats.org/officeDocument/2006/relationships" id="2147483651" r:id="R84e15d9f39974afe"/>
    <p:sldLayoutId xmlns:r="http://schemas.openxmlformats.org/officeDocument/2006/relationships" id="2147483652" r:id="R6d22f33a1b74499b"/>
    <p:sldLayoutId xmlns:r="http://schemas.openxmlformats.org/officeDocument/2006/relationships" id="2147483653" r:id="R47e6ebc93e0e40c5"/>
    <p:sldLayoutId xmlns:r="http://schemas.openxmlformats.org/officeDocument/2006/relationships" id="2147483654" r:id="R01ba4ce4c37e402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42c3d12a8774df4" /><Relationship Type="http://schemas.openxmlformats.org/officeDocument/2006/relationships/image" Target="/ppt/media/image.png" Id="Rdda1fe1525f64bcb" /><Relationship Type="http://schemas.openxmlformats.org/officeDocument/2006/relationships/image" Target="/ppt/media/image2.png" Id="R79b8627057524a5d" /><Relationship Type="http://schemas.openxmlformats.org/officeDocument/2006/relationships/image" Target="/ppt/media/image3.png" Id="R46a4cb30d61f41e4" /><Relationship Type="http://schemas.openxmlformats.org/officeDocument/2006/relationships/notesSlide" Target="/ppt/notesSlides/notesSlide1.xml" Id="R7a8b228c4afe42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1591efef4e34d8e" /><Relationship Type="http://schemas.openxmlformats.org/officeDocument/2006/relationships/image" Target="/ppt/media/image4.png" Id="Re7127a3fc7034c82" /><Relationship Type="http://schemas.openxmlformats.org/officeDocument/2006/relationships/image" Target="/ppt/media/image5.png" Id="R267ef0c5973e4d25" /><Relationship Type="http://schemas.openxmlformats.org/officeDocument/2006/relationships/notesSlide" Target="/ppt/notesSlides/notesSlide2.xml" Id="R43a92ad1306a406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393187331f4880" /><Relationship Type="http://schemas.openxmlformats.org/officeDocument/2006/relationships/image" Target="/ppt/media/image6.png" Id="R364595452d754850" /><Relationship Type="http://schemas.openxmlformats.org/officeDocument/2006/relationships/notesSlide" Target="/ppt/notesSlides/notesSlide3.xml" Id="Rbe3bea88083546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1558312017c4624" /><Relationship Type="http://schemas.openxmlformats.org/officeDocument/2006/relationships/image" Target="/ppt/media/image7.png" Id="R662b726484a04aa6" /><Relationship Type="http://schemas.openxmlformats.org/officeDocument/2006/relationships/image" Target="/ppt/media/image8.png" Id="R510698b5a9a34fc1" /><Relationship Type="http://schemas.openxmlformats.org/officeDocument/2006/relationships/notesSlide" Target="/ppt/notesSlides/notesSlide4.xml" Id="R76e53d0eb7ed45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c2f9ea3ed14adb" /><Relationship Type="http://schemas.openxmlformats.org/officeDocument/2006/relationships/image" Target="/ppt/media/image9.png" Id="R545c68d4796a44b7" /><Relationship Type="http://schemas.openxmlformats.org/officeDocument/2006/relationships/image" Target="/ppt/media/image10.png" Id="R46dff38faec1415e" /><Relationship Type="http://schemas.openxmlformats.org/officeDocument/2006/relationships/notesSlide" Target="/ppt/notesSlides/notesSlide5.xml" Id="R4f13c501797e46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4d91b127e504b81" /><Relationship Type="http://schemas.openxmlformats.org/officeDocument/2006/relationships/image" Target="/ppt/media/image11.png" Id="R9ba7022553e84667" /><Relationship Type="http://schemas.openxmlformats.org/officeDocument/2006/relationships/notesSlide" Target="/ppt/notesSlides/notesSlide6.xml" Id="Rf13224a600d749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d8900f488a143e8" /><Relationship Type="http://schemas.openxmlformats.org/officeDocument/2006/relationships/image" Target="/ppt/media/image12.png" Id="R6bf64d62524f4829" /><Relationship Type="http://schemas.openxmlformats.org/officeDocument/2006/relationships/image" Target="/ppt/media/image13.png" Id="R241cf688915c474e" /><Relationship Type="http://schemas.openxmlformats.org/officeDocument/2006/relationships/image" Target="/ppt/media/image14.png" Id="Rcbdbd5e86b2d4cfa" /><Relationship Type="http://schemas.openxmlformats.org/officeDocument/2006/relationships/image" Target="/ppt/media/image15.png" Id="R8f3a302f5577479c" /><Relationship Type="http://schemas.openxmlformats.org/officeDocument/2006/relationships/notesSlide" Target="/ppt/notesSlides/notesSlide7.xml" Id="Ref1624a092c24f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21b87c2cfa4628" /><Relationship Type="http://schemas.openxmlformats.org/officeDocument/2006/relationships/image" Target="/ppt/media/image16.png" Id="Rb2590f9faf8543de" /><Relationship Type="http://schemas.openxmlformats.org/officeDocument/2006/relationships/image" Target="/ppt/media/image17.png" Id="Reec4418f8d614adc" /><Relationship Type="http://schemas.openxmlformats.org/officeDocument/2006/relationships/notesSlide" Target="/ppt/notesSlides/notesSlide8.xml" Id="Refc46decf93448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9bdf6b5a88493e" /><Relationship Type="http://schemas.openxmlformats.org/officeDocument/2006/relationships/image" Target="/ppt/media/image18.png" Id="R057c85fc56ec46d6" /><Relationship Type="http://schemas.openxmlformats.org/officeDocument/2006/relationships/image" Target="/ppt/media/image19.png" Id="Ree06f7b2357c4a63" /><Relationship Type="http://schemas.openxmlformats.org/officeDocument/2006/relationships/image" Target="/ppt/media/image20.png" Id="Rcbefbad5f5a4426d" /><Relationship Type="http://schemas.openxmlformats.org/officeDocument/2006/relationships/image" Target="/ppt/media/image21.png" Id="Ra78594d39f3b43f6" /><Relationship Type="http://schemas.openxmlformats.org/officeDocument/2006/relationships/notesSlide" Target="/ppt/notesSlides/notesSlide9.xml" Id="Rbf078122975546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8f975fc733c404c" /><Relationship Type="http://schemas.openxmlformats.org/officeDocument/2006/relationships/image" Target="/ppt/media/image22.png" Id="R4a964963e5114a1e" /><Relationship Type="http://schemas.openxmlformats.org/officeDocument/2006/relationships/image" Target="/ppt/media/image23.png" Id="R39a720a44e0a4a1f" /><Relationship Type="http://schemas.openxmlformats.org/officeDocument/2006/relationships/image" Target="/ppt/media/image24.png" Id="R0f48b554d839447f" /><Relationship Type="http://schemas.openxmlformats.org/officeDocument/2006/relationships/notesSlide" Target="/ppt/notesSlides/notesSlide10.xml" Id="R5b5f4fabc7174e6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7eac631e1cb4162" /><Relationship Type="http://schemas.openxmlformats.org/officeDocument/2006/relationships/image" Target="/ppt/media/image25.png" Id="R9cf3185dc61a45fb" /><Relationship Type="http://schemas.openxmlformats.org/officeDocument/2006/relationships/image" Target="/ppt/media/image26.png" Id="Radee0a79b42449d3" /><Relationship Type="http://schemas.openxmlformats.org/officeDocument/2006/relationships/image" Target="/ppt/media/image27.png" Id="R69ef1ab89cf141da" /><Relationship Type="http://schemas.openxmlformats.org/officeDocument/2006/relationships/notesSlide" Target="/ppt/notesSlides/notesSlide11.xml" Id="Rf38600579b5a4bd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c3aa76bc01d4e0e" /><Relationship Type="http://schemas.openxmlformats.org/officeDocument/2006/relationships/image" Target="/ppt/media/image28.png" Id="R5ca5af237719468c" /><Relationship Type="http://schemas.openxmlformats.org/officeDocument/2006/relationships/notesSlide" Target="/ppt/notesSlides/notesSlide12.xml" Id="Re3f168681b7f4a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e4b31e9ead74e03" /><Relationship Type="http://schemas.openxmlformats.org/officeDocument/2006/relationships/image" Target="/ppt/media/image29.png" Id="Rfe86adf7323b4732" /><Relationship Type="http://schemas.openxmlformats.org/officeDocument/2006/relationships/image" Target="/ppt/media/image30.png" Id="R1bcb342a00904ac1" /><Relationship Type="http://schemas.openxmlformats.org/officeDocument/2006/relationships/notesSlide" Target="/ppt/notesSlides/notesSlide13.xml" Id="R232a065f770443a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f978e9548b0422b" /><Relationship Type="http://schemas.openxmlformats.org/officeDocument/2006/relationships/image" Target="/ppt/media/image31.png" Id="R9254a9390759440b" /><Relationship Type="http://schemas.openxmlformats.org/officeDocument/2006/relationships/image" Target="/ppt/media/image32.png" Id="R9b523b6fef8b4b33" /><Relationship Type="http://schemas.openxmlformats.org/officeDocument/2006/relationships/notesSlide" Target="/ppt/notesSlides/notesSlide14.xml" Id="R6ac55195d3b045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22d6282605a40dc" /><Relationship Type="http://schemas.openxmlformats.org/officeDocument/2006/relationships/image" Target="/ppt/media/image33.png" Id="R4e158163ccf94395" /><Relationship Type="http://schemas.openxmlformats.org/officeDocument/2006/relationships/image" Target="/ppt/media/image34.png" Id="R9b3c6f4a00be4cd4" /><Relationship Type="http://schemas.openxmlformats.org/officeDocument/2006/relationships/image" Target="/ppt/media/image35.png" Id="R570f4b7b897f448e" /><Relationship Type="http://schemas.openxmlformats.org/officeDocument/2006/relationships/image" Target="/ppt/media/image36.png" Id="Rd48c373d38d44e12" /><Relationship Type="http://schemas.openxmlformats.org/officeDocument/2006/relationships/notesSlide" Target="/ppt/notesSlides/notesSlide15.xml" Id="Rb2a6c355dde348b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e074290fdbc4823" /><Relationship Type="http://schemas.openxmlformats.org/officeDocument/2006/relationships/image" Target="/ppt/media/image37.png" Id="R699706b5455f46db" /><Relationship Type="http://schemas.openxmlformats.org/officeDocument/2006/relationships/image" Target="/ppt/media/image38.png" Id="R4e45a60b15bb41ef" /><Relationship Type="http://schemas.openxmlformats.org/officeDocument/2006/relationships/notesSlide" Target="/ppt/notesSlides/notesSlide16.xml" Id="R45bead83cded4fb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1aa6f57b39c4d13" /><Relationship Type="http://schemas.openxmlformats.org/officeDocument/2006/relationships/image" Target="/ppt/media/image39.png" Id="R1d269ae11bee49d7" /><Relationship Type="http://schemas.openxmlformats.org/officeDocument/2006/relationships/image" Target="/ppt/media/image40.png" Id="R41c6dc2b754842d6" /><Relationship Type="http://schemas.openxmlformats.org/officeDocument/2006/relationships/image" Target="/ppt/media/image41.png" Id="R462b754a9af143aa" /><Relationship Type="http://schemas.openxmlformats.org/officeDocument/2006/relationships/notesSlide" Target="/ppt/notesSlides/notesSlide17.xml" Id="R0286f0a5337840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3e36f71e560417d" /><Relationship Type="http://schemas.openxmlformats.org/officeDocument/2006/relationships/image" Target="/ppt/media/image42.png" Id="R11ea87dd731b405c" /><Relationship Type="http://schemas.openxmlformats.org/officeDocument/2006/relationships/image" Target="/ppt/media/image43.png" Id="R1e49d72eeece45dc" /><Relationship Type="http://schemas.openxmlformats.org/officeDocument/2006/relationships/image" Target="/ppt/media/image44.png" Id="R5a889b90940549b2" /><Relationship Type="http://schemas.openxmlformats.org/officeDocument/2006/relationships/notesSlide" Target="/ppt/notesSlides/notesSlide18.xml" Id="Re355bcd6d1444c6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cea093bd0cb4d4f" /><Relationship Type="http://schemas.openxmlformats.org/officeDocument/2006/relationships/image" Target="/ppt/media/image45.png" Id="R90ebcb90a8524cf8" /><Relationship Type="http://schemas.openxmlformats.org/officeDocument/2006/relationships/image" Target="/ppt/media/image46.png" Id="R9e444fda01894063" /><Relationship Type="http://schemas.openxmlformats.org/officeDocument/2006/relationships/image" Target="/ppt/media/image47.png" Id="Rb87df5b2a5074cf2" /><Relationship Type="http://schemas.openxmlformats.org/officeDocument/2006/relationships/notesSlide" Target="/ppt/notesSlides/notesSlide19.xml" Id="Rf4d2eed364cf432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3321937506e47de" /><Relationship Type="http://schemas.openxmlformats.org/officeDocument/2006/relationships/image" Target="/ppt/media/image48.png" Id="R0b96fce33f51425a" /><Relationship Type="http://schemas.openxmlformats.org/officeDocument/2006/relationships/notesSlide" Target="/ppt/notesSlides/notesSlide20.xml" Id="Rc7fd5d45d9a44aa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1cbebd315b04d2f" /><Relationship Type="http://schemas.openxmlformats.org/officeDocument/2006/relationships/image" Target="/ppt/media/image49.png" Id="Rf07982f2b427472d" /><Relationship Type="http://schemas.openxmlformats.org/officeDocument/2006/relationships/image" Target="/ppt/media/image50.png" Id="Rc2d295be13c44599" /><Relationship Type="http://schemas.openxmlformats.org/officeDocument/2006/relationships/image" Target="/ppt/media/image51.png" Id="R6149bac4e3d042c8" /><Relationship Type="http://schemas.openxmlformats.org/officeDocument/2006/relationships/notesSlide" Target="/ppt/notesSlides/notesSlide21.xml" Id="Rc44b1333727b447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f41d778978f42b1" /><Relationship Type="http://schemas.openxmlformats.org/officeDocument/2006/relationships/image" Target="/ppt/media/image52.png" Id="Rbfd2d82b306745ac" /><Relationship Type="http://schemas.openxmlformats.org/officeDocument/2006/relationships/image" Target="/ppt/media/image53.png" Id="Rbac3b47d940c4f7c" /><Relationship Type="http://schemas.openxmlformats.org/officeDocument/2006/relationships/image" Target="/ppt/media/image54.png" Id="Reb04967399874e62" /><Relationship Type="http://schemas.openxmlformats.org/officeDocument/2006/relationships/notesSlide" Target="/ppt/notesSlides/notesSlide22.xml" Id="R2680253c8ca348a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85caff40ca446dc" /><Relationship Type="http://schemas.openxmlformats.org/officeDocument/2006/relationships/image" Target="/ppt/media/image55.png" Id="R4bd3575e7dfb4940" /><Relationship Type="http://schemas.openxmlformats.org/officeDocument/2006/relationships/image" Target="/ppt/media/image56.png" Id="R174f69470c004204" /><Relationship Type="http://schemas.openxmlformats.org/officeDocument/2006/relationships/notesSlide" Target="/ppt/notesSlides/notesSlide23.xml" Id="Rf63d368efd6a46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0069fbd105340d1" /><Relationship Type="http://schemas.openxmlformats.org/officeDocument/2006/relationships/image" Target="/ppt/media/image57.png" Id="R3b1aae0ec6664d2f" /><Relationship Type="http://schemas.openxmlformats.org/officeDocument/2006/relationships/image" Target="/ppt/media/image58.png" Id="R7d5ca021748f459c" /><Relationship Type="http://schemas.openxmlformats.org/officeDocument/2006/relationships/notesSlide" Target="/ppt/notesSlides/notesSlide24.xml" Id="Rbd3e43d717a745e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922964018eb34aaa" /><Relationship Type="http://schemas.openxmlformats.org/officeDocument/2006/relationships/image" Target="/ppt/media/image59.png" Id="R553fb2663f6d4bcf" /><Relationship Type="http://schemas.openxmlformats.org/officeDocument/2006/relationships/image" Target="/ppt/media/image60.png" Id="R10bb477a963247fc" /><Relationship Type="http://schemas.openxmlformats.org/officeDocument/2006/relationships/notesSlide" Target="/ppt/notesSlides/notesSlide25.xml" Id="R87c5ad853f0c429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4ab428bdf944a19" /><Relationship Type="http://schemas.openxmlformats.org/officeDocument/2006/relationships/image" Target="/ppt/media/image61.png" Id="R0541e51bb7014c0c" /><Relationship Type="http://schemas.openxmlformats.org/officeDocument/2006/relationships/notesSlide" Target="/ppt/notesSlides/notesSlide26.xml" Id="R16efa0c90aa8420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2b7562ad3cd470e" /><Relationship Type="http://schemas.openxmlformats.org/officeDocument/2006/relationships/image" Target="/ppt/media/image62.png" Id="R69e191bbd5e24006" /><Relationship Type="http://schemas.openxmlformats.org/officeDocument/2006/relationships/image" Target="/ppt/media/image63.png" Id="R68b9af2f9bf74099" /><Relationship Type="http://schemas.openxmlformats.org/officeDocument/2006/relationships/image" Target="/ppt/media/image64.png" Id="R4985a93062a743d5" /><Relationship Type="http://schemas.openxmlformats.org/officeDocument/2006/relationships/image" Target="/ppt/media/image65.png" Id="R8f25aefc77f24d51" /><Relationship Type="http://schemas.openxmlformats.org/officeDocument/2006/relationships/image" Target="/ppt/media/image66.png" Id="R6de7329ad47e4583" /><Relationship Type="http://schemas.openxmlformats.org/officeDocument/2006/relationships/notesSlide" Target="/ppt/notesSlides/notesSlide27.xml" Id="Rf60235e889f04b0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b0d6d1598034627" /><Relationship Type="http://schemas.openxmlformats.org/officeDocument/2006/relationships/image" Target="/ppt/media/image67.png" Id="R4dd4388912984292" /><Relationship Type="http://schemas.openxmlformats.org/officeDocument/2006/relationships/image" Target="/ppt/media/image68.png" Id="R47a4405a553a437e" /><Relationship Type="http://schemas.openxmlformats.org/officeDocument/2006/relationships/notesSlide" Target="/ppt/notesSlides/notesSlide28.xml" Id="Rf37374b3b975427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c0a9a4d93464015" /><Relationship Type="http://schemas.openxmlformats.org/officeDocument/2006/relationships/image" Target="/ppt/media/image69.png" Id="Rc32120937913498a" /><Relationship Type="http://schemas.openxmlformats.org/officeDocument/2006/relationships/notesSlide" Target="/ppt/notesSlides/notesSlide29.xml" Id="Rc479b728a6e14b8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72aec7a961f4f7f" /><Relationship Type="http://schemas.openxmlformats.org/officeDocument/2006/relationships/image" Target="/ppt/media/image70.png" Id="R135df98af63247a3" /><Relationship Type="http://schemas.openxmlformats.org/officeDocument/2006/relationships/image" Target="/ppt/media/image71.png" Id="Rf799e0fd0ba74508" /><Relationship Type="http://schemas.openxmlformats.org/officeDocument/2006/relationships/notesSlide" Target="/ppt/notesSlides/notesSlide30.xml" Id="R3067cad74e56454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0e2f247c7774f93" /><Relationship Type="http://schemas.openxmlformats.org/officeDocument/2006/relationships/image" Target="/ppt/media/image72.png" Id="R04b9866a68284e92" /><Relationship Type="http://schemas.openxmlformats.org/officeDocument/2006/relationships/image" Target="/ppt/media/image73.png" Id="Rb43579cdc7224509" /><Relationship Type="http://schemas.openxmlformats.org/officeDocument/2006/relationships/image" Target="/ppt/media/image74.png" Id="Rba8393a3f2dd4289" /><Relationship Type="http://schemas.openxmlformats.org/officeDocument/2006/relationships/notesSlide" Target="/ppt/notesSlides/notesSlide31.xml" Id="Rd88d3de3dc7947a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6271880cf8f8479b" /><Relationship Type="http://schemas.openxmlformats.org/officeDocument/2006/relationships/image" Target="/ppt/media/image75.png" Id="R3aacaf5f79c9424f" /><Relationship Type="http://schemas.openxmlformats.org/officeDocument/2006/relationships/notesSlide" Target="/ppt/notesSlides/notesSlide32.xml" Id="R744a06ff5b1b465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ae6ad28dd6494867" /><Relationship Type="http://schemas.openxmlformats.org/officeDocument/2006/relationships/image" Target="/ppt/media/image76.png" Id="R3fc25cddc3134ffa" /><Relationship Type="http://schemas.openxmlformats.org/officeDocument/2006/relationships/image" Target="/ppt/media/image77.png" Id="R8503494ee6e8416f" /><Relationship Type="http://schemas.openxmlformats.org/officeDocument/2006/relationships/notesSlide" Target="/ppt/notesSlides/notesSlide33.xml" Id="R15985fd5895645e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9fa0a23a9cde45ff" /><Relationship Type="http://schemas.openxmlformats.org/officeDocument/2006/relationships/image" Target="/ppt/media/image78.png" Id="R7a1cedaf57cd43d6" /><Relationship Type="http://schemas.openxmlformats.org/officeDocument/2006/relationships/image" Target="/ppt/media/image79.png" Id="R3db2a49122a1422e" /><Relationship Type="http://schemas.openxmlformats.org/officeDocument/2006/relationships/image" Target="/ppt/media/image80.png" Id="Ree2dad2a6b8247bf" /><Relationship Type="http://schemas.openxmlformats.org/officeDocument/2006/relationships/image" Target="/ppt/media/image81.png" Id="Rfcd64c79287241e5" /><Relationship Type="http://schemas.openxmlformats.org/officeDocument/2006/relationships/image" Target="/ppt/media/image82.png" Id="R9a7e52d57e9d4acd" /><Relationship Type="http://schemas.openxmlformats.org/officeDocument/2006/relationships/notesSlide" Target="/ppt/notesSlides/notesSlide34.xml" Id="Re996817243574e4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162502756864f94" /><Relationship Type="http://schemas.openxmlformats.org/officeDocument/2006/relationships/image" Target="/ppt/media/image83.png" Id="R6eecc32132994925" /><Relationship Type="http://schemas.openxmlformats.org/officeDocument/2006/relationships/image" Target="/ppt/media/image84.png" Id="Rf91d8be07c014104" /><Relationship Type="http://schemas.openxmlformats.org/officeDocument/2006/relationships/image" Target="/ppt/media/image85.png" Id="Rda841223a48e4ad1" /><Relationship Type="http://schemas.openxmlformats.org/officeDocument/2006/relationships/notesSlide" Target="/ppt/notesSlides/notesSlide35.xml" Id="Re3384d5667a3479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4eb49f745734ae4" /><Relationship Type="http://schemas.openxmlformats.org/officeDocument/2006/relationships/image" Target="/ppt/media/image86.png" Id="Rdcaf82c37a3c4828" /><Relationship Type="http://schemas.openxmlformats.org/officeDocument/2006/relationships/notesSlide" Target="/ppt/notesSlides/notesSlide36.xml" Id="Rcf585a50c3074d4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898248af8f1b4321" /><Relationship Type="http://schemas.openxmlformats.org/officeDocument/2006/relationships/image" Target="/ppt/media/image87.png" Id="Re37aee5882b24ac8" /><Relationship Type="http://schemas.openxmlformats.org/officeDocument/2006/relationships/notesSlide" Target="/ppt/notesSlides/notesSlide37.xml" Id="R25f3a09c9ef3441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4c830d9aec649a4" /><Relationship Type="http://schemas.openxmlformats.org/officeDocument/2006/relationships/image" Target="/ppt/media/image88.png" Id="Rb990c41dbfa44aa4" /><Relationship Type="http://schemas.openxmlformats.org/officeDocument/2006/relationships/notesSlide" Target="/ppt/notesSlides/notesSlide38.xml" Id="Rf8c5569074e84a0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4d51c0c3fd024fb7" /><Relationship Type="http://schemas.openxmlformats.org/officeDocument/2006/relationships/image" Target="/ppt/media/image89.png" Id="R017c7828ae404e24" /><Relationship Type="http://schemas.openxmlformats.org/officeDocument/2006/relationships/notesSlide" Target="/ppt/notesSlides/notesSlide39.xml" Id="R57e640b7e8734fa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1b4e766c7394a99" /><Relationship Type="http://schemas.openxmlformats.org/officeDocument/2006/relationships/image" Target="/ppt/media/image90.png" Id="Rbf9e6a71db57431a" /><Relationship Type="http://schemas.openxmlformats.org/officeDocument/2006/relationships/notesSlide" Target="/ppt/notesSlides/notesSlide40.xml" Id="Re61f64fa4fe14b5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844b5429ff84521" /><Relationship Type="http://schemas.openxmlformats.org/officeDocument/2006/relationships/image" Target="/ppt/media/image91.png" Id="R8296fd6717a34e9d" /><Relationship Type="http://schemas.openxmlformats.org/officeDocument/2006/relationships/image" Target="/ppt/media/image92.png" Id="R85953aeba4d14770" /><Relationship Type="http://schemas.openxmlformats.org/officeDocument/2006/relationships/image" Target="/ppt/media/image93.png" Id="R8f46d80c2e614e80" /><Relationship Type="http://schemas.openxmlformats.org/officeDocument/2006/relationships/image" Target="/ppt/media/image94.png" Id="R63da3d7015f04238" /><Relationship Type="http://schemas.openxmlformats.org/officeDocument/2006/relationships/notesSlide" Target="/ppt/notesSlides/notesSlide41.xml" Id="R7298a74f0a0c431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09a6921cd7a4914" /><Relationship Type="http://schemas.openxmlformats.org/officeDocument/2006/relationships/image" Target="/ppt/media/image95.png" Id="Rf7ee62074d094f70" /><Relationship Type="http://schemas.openxmlformats.org/officeDocument/2006/relationships/notesSlide" Target="/ppt/notesSlides/notesSlide42.xml" Id="R90fd9c55dce0481b"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18CDFF2-6546-458B-A9A5-39AE4B4018F6}"/>
              </a:ext>
            </a:extLst>
          </p:cNvPr>
          <p:cNvPicPr>
            <a:picLocks xmlns:a="http://schemas.openxmlformats.org/drawingml/2006/main" noChangeAspect="1"/>
          </p:cNvPicPr>
          <p:nvPr/>
        </p:nvPicPr>
        <p:blipFill>
          <a:blip xmlns:r="http://schemas.openxmlformats.org/officeDocument/2006/relationships" xmlns:a="http://schemas.openxmlformats.org/drawingml/2006/main" r:embed="Rdda1fe1525f64bc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A43FB19C-4C56-45B3-9C7B-1EEA990C5B8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A8AF86D2-B9F2-4559-B737-EC7AE3D25677}"/>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0605B36E-DAF9-4762-895A-BFDBC99AC609}"/>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34C27F85-A790-4CE2-9AC4-85F017AF29D1}"/>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8A34BF7A-9B16-4710-92D0-1A030E13643B}"/>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437A9E04-53E9-40FC-9235-84B54C7757BE}"/>
              </a:ext>
            </a:extLst>
          </p:cNvPr>
          <p:cNvPicPr>
            <a:picLocks xmlns:a="http://schemas.openxmlformats.org/drawingml/2006/main" noChangeAspect="1"/>
          </p:cNvPicPr>
          <p:nvPr/>
        </p:nvPicPr>
        <p:blipFill>
          <a:blip xmlns:r="http://schemas.openxmlformats.org/officeDocument/2006/relationships" xmlns:a="http://schemas.openxmlformats.org/drawingml/2006/main" r:embed="R79b8627057524a5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6D74CD2A-5D22-49CB-B0EE-6359706132C4}"/>
              </a:ext>
            </a:extLst>
          </p:cNvPr>
          <p:cNvPicPr>
            <a:picLocks xmlns:a="http://schemas.openxmlformats.org/drawingml/2006/main" noChangeAspect="1"/>
          </p:cNvPicPr>
          <p:nvPr/>
        </p:nvPicPr>
        <p:blipFill>
          <a:blip xmlns:r="http://schemas.openxmlformats.org/officeDocument/2006/relationships" xmlns:a="http://schemas.openxmlformats.org/drawingml/2006/main" r:embed="R46a4cb30d61f41e4"/>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1E715C07-013A-4EFF-BA38-5EDE2C17020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2933243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259D612-B08D-4417-ABC7-3AC552521892}"/>
              </a:ext>
            </a:extLst>
          </p:cNvPr>
          <p:cNvPicPr>
            <a:picLocks xmlns:a="http://schemas.openxmlformats.org/drawingml/2006/main" noChangeAspect="1"/>
          </p:cNvPicPr>
          <p:nvPr/>
        </p:nvPicPr>
        <p:blipFill>
          <a:blip xmlns:r="http://schemas.openxmlformats.org/officeDocument/2006/relationships" xmlns:a="http://schemas.openxmlformats.org/drawingml/2006/main" r:embed="Re7127a3fc7034c8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40D238F-3552-4297-B4C4-C0F879EF8A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F028983-23A3-40A9-A670-2A313F2F899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869ACB35-44D0-4009-BB28-7BD64661FF6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DEEB649-8811-49CB-B4CD-BCF6547EC78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0DCDF0C4-605B-4B7E-B1C5-BC348C143F5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8E2AD098-6529-49C7-9561-59C393FFE641}"/>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587BF604-49D2-45B2-A6B5-181FF25F26AE}"/>
              </a:ext>
            </a:extLst>
          </p:cNvPr>
          <p:cNvPicPr>
            <a:picLocks xmlns:a="http://schemas.openxmlformats.org/drawingml/2006/main" noChangeAspect="1"/>
          </p:cNvPicPr>
          <p:nvPr/>
        </p:nvPicPr>
        <p:blipFill>
          <a:blip xmlns:r="http://schemas.openxmlformats.org/officeDocument/2006/relationships" xmlns:a="http://schemas.openxmlformats.org/drawingml/2006/main" r:embed="R267ef0c5973e4d25"/>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6742406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BAEF6DE8-304A-46F0-89D4-3CBCDD3A4E41}"/>
              </a:ext>
            </a:extLst>
          </p:cNvPr>
          <p:cNvPicPr>
            <a:picLocks xmlns:a="http://schemas.openxmlformats.org/drawingml/2006/main" noChangeAspect="1"/>
          </p:cNvPicPr>
          <p:nvPr/>
        </p:nvPicPr>
        <p:blipFill>
          <a:blip xmlns:r="http://schemas.openxmlformats.org/officeDocument/2006/relationships" xmlns:a="http://schemas.openxmlformats.org/drawingml/2006/main" r:embed="R364595452d75485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5E60CAC-0297-4135-A61E-6A9B92F3641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FEB4C1D-2056-4D41-B710-CF35C436756F}"/>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EA3949B1-361D-476F-9AE6-60B8AEB689EE}"/>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B568C25E-E34A-4D44-98FC-3DFD13A2E50E}"/>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E6A25777-4B6C-4609-A808-F4DF679C5B7E}"/>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0222155D-80EF-4A29-B02B-BE0749DACAD2}"/>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A57C7F98-1B6C-44C9-B0BC-7C30371F3B9E}"/>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C217118B-B7AF-4CC1-978C-CCB5B4A7E557}"/>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19D9907B-CC94-40E4-868E-D9450D572A3A}"/>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CF36ACA-E9C4-4002-A197-FD182E98BB2C}"/>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FE110FF2-CAB4-4502-8497-BDF1203698C8}"/>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EB2E13B6-EF68-4562-8754-3588A8989F67}"/>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9D4D82E6-471F-45B0-BFF2-1EDCEAB3D456}"/>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849FD051-38D5-41F9-B084-F266885492E8}"/>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9895734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8166F841-049D-43A7-82A5-227528071156}"/>
              </a:ext>
            </a:extLst>
          </p:cNvPr>
          <p:cNvPicPr>
            <a:picLocks xmlns:a="http://schemas.openxmlformats.org/drawingml/2006/main" noChangeAspect="1"/>
          </p:cNvPicPr>
          <p:nvPr/>
        </p:nvPicPr>
        <p:blipFill>
          <a:blip xmlns:r="http://schemas.openxmlformats.org/officeDocument/2006/relationships" xmlns:a="http://schemas.openxmlformats.org/drawingml/2006/main" r:embed="R662b726484a04aa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29CB14-6292-431D-A3DB-703699BE0A0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FE1C4CC-2881-4601-906A-EBD090A6B2DF}"/>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5395FA25-4C6F-4A19-B727-A84DB8C70C5B}"/>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AE153A9-5583-4F3A-83BE-1FF37137D4B7}"/>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3C30CEB5-0D9C-4E98-939E-085F8B96DE6B}"/>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9E4F306D-B529-4140-B98A-D66A95E130A1}"/>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EAF2B092-C824-4F7C-8E95-0AB694808E19}"/>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1C702271-2503-4C09-BC61-F2C008F10EDE}"/>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B69D9751-175A-47C6-9851-02E48D638040}"/>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2319B53D-9AF6-48A3-9C7C-E18FC48B2A39}"/>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76C675E-9E86-412E-B240-A66363D16694}"/>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F77591F3-62DE-436F-A0A4-52024DBB8B6E}"/>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AE1EEF4F-4218-40F1-965F-43877AA85517}"/>
              </a:ext>
            </a:extLst>
          </p:cNvPr>
          <p:cNvPicPr>
            <a:picLocks xmlns:a="http://schemas.openxmlformats.org/drawingml/2006/main" noChangeAspect="1"/>
          </p:cNvPicPr>
          <p:nvPr/>
        </p:nvPicPr>
        <p:blipFill>
          <a:blip xmlns:r="http://schemas.openxmlformats.org/officeDocument/2006/relationships" xmlns:a="http://schemas.openxmlformats.org/drawingml/2006/main" r:embed="R510698b5a9a34fc1"/>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2080908038"/>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3846806-94A6-486B-A7C8-DCC2329AAE3C}"/>
              </a:ext>
            </a:extLst>
          </p:cNvPr>
          <p:cNvPicPr>
            <a:picLocks xmlns:a="http://schemas.openxmlformats.org/drawingml/2006/main" noChangeAspect="1"/>
          </p:cNvPicPr>
          <p:nvPr/>
        </p:nvPicPr>
        <p:blipFill>
          <a:blip xmlns:r="http://schemas.openxmlformats.org/officeDocument/2006/relationships" xmlns:a="http://schemas.openxmlformats.org/drawingml/2006/main" r:embed="R545c68d4796a44b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3654A3EC-4090-475D-9518-791E3A7ED8F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D058221D-ACB6-4426-9FB4-84958A99599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9CDBC030-AA56-4D6C-BFC5-817E85BD1A19}"/>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DD2A4CD-0D69-4117-BEB3-8198C235C014}"/>
              </a:ext>
            </a:extLst>
          </p:cNvPr>
          <p:cNvPicPr>
            <a:picLocks xmlns:a="http://schemas.openxmlformats.org/drawingml/2006/main" noChangeAspect="1"/>
          </p:cNvPicPr>
          <p:nvPr/>
        </p:nvPicPr>
        <p:blipFill>
          <a:blip xmlns:r="http://schemas.openxmlformats.org/officeDocument/2006/relationships" xmlns:a="http://schemas.openxmlformats.org/drawingml/2006/main" r:embed="R46dff38faec1415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B514CD43-A205-455B-8414-96AF524825D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1D51FCA5-7A4D-4082-BF49-CCB4D040905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8" name="text">
            <a:extLst xmlns:a="http://schemas.openxmlformats.org/drawingml/2006/main">
              <a:ext uri="{FF2B5EF4-FFF2-40B4-BE49-F238E27FC236}">
                <a16:creationId xmlns:a16="http://schemas.microsoft.com/office/drawing/2014/main" id="{A88D0310-88F7-4409-ACD7-92357B86AEB5}"/>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9" name="text">
            <a:extLst xmlns:a="http://schemas.openxmlformats.org/drawingml/2006/main">
              <a:ext uri="{FF2B5EF4-FFF2-40B4-BE49-F238E27FC236}">
                <a16:creationId xmlns:a16="http://schemas.microsoft.com/office/drawing/2014/main" id="{5D3AAA42-7BC1-45A3-B64C-A42DEE71313A}"/>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2619609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70D3765-D472-4CD3-B235-BC72469F5DDF}"/>
              </a:ext>
            </a:extLst>
          </p:cNvPr>
          <p:cNvPicPr>
            <a:picLocks xmlns:a="http://schemas.openxmlformats.org/drawingml/2006/main" noChangeAspect="1"/>
          </p:cNvPicPr>
          <p:nvPr/>
        </p:nvPicPr>
        <p:blipFill>
          <a:blip xmlns:r="http://schemas.openxmlformats.org/officeDocument/2006/relationships" xmlns:a="http://schemas.openxmlformats.org/drawingml/2006/main" r:embed="R9ba7022553e8466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864191-EB21-4990-B1E5-852372F5EB0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7CD28F5-4E3A-4AA5-B11F-D36DD1721E7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3FDB67B-E6D2-4FE9-A681-FD19A3902A6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8DC6295-B049-4B8D-BAE9-8D2942072CD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DB7E853-D727-4A2E-8487-F90C04D569BA}"/>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469DFBE1-9847-48CD-A5A7-FF4AF8F940C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4EA53E86-29EC-45E5-8173-B480F6871483}"/>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C67777B4-2EA5-4171-9971-C4644AB21928}"/>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0B86FC4A-184C-4DAF-8132-07775EF3267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691F0FA8-7C9E-4C42-BD72-87D22CC2F541}"/>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370A5A1E-EA13-42A4-9004-378713A3B4AB}"/>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90932612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DC6FE651-18C3-498F-9A9C-3DF4BF57B6F2}"/>
              </a:ext>
            </a:extLst>
          </p:cNvPr>
          <p:cNvPicPr>
            <a:picLocks xmlns:a="http://schemas.openxmlformats.org/drawingml/2006/main" noChangeAspect="1"/>
          </p:cNvPicPr>
          <p:nvPr/>
        </p:nvPicPr>
        <p:blipFill>
          <a:blip xmlns:r="http://schemas.openxmlformats.org/officeDocument/2006/relationships" xmlns:a="http://schemas.openxmlformats.org/drawingml/2006/main" r:embed="R6bf64d62524f482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DD45B8-E98E-4CD4-B685-ED01907943B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534B945-074C-4552-B9DF-70FC8D9A880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23A5FF85-136C-4E90-ACB2-097E50A2685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9922DFE-0044-4B34-90F2-78BB3F1E466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BCB0459-8799-475F-99A0-CA006BA463AB}"/>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pic>
        <p:nvPicPr>
          <p:cNvPr id="7" name="">
            <a:extLst xmlns:a="http://schemas.openxmlformats.org/drawingml/2006/main">
              <a:ext uri="{FF2B5EF4-FFF2-40B4-BE49-F238E27FC236}">
                <a16:creationId xmlns:a16="http://schemas.microsoft.com/office/drawing/2014/main" id="{9356D267-A642-4E62-968C-B9511565C0EA}"/>
              </a:ext>
            </a:extLst>
          </p:cNvPr>
          <p:cNvPicPr>
            <a:picLocks xmlns:a="http://schemas.openxmlformats.org/drawingml/2006/main" noChangeAspect="1"/>
          </p:cNvPicPr>
          <p:nvPr/>
        </p:nvPicPr>
        <p:blipFill>
          <a:blip xmlns:r="http://schemas.openxmlformats.org/officeDocument/2006/relationships" xmlns:a="http://schemas.openxmlformats.org/drawingml/2006/main" r:embed="R241cf688915c474e"/>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26CB7C9C-F82A-4AEA-89E5-E38E579BF90D}"/>
              </a:ext>
            </a:extLst>
          </p:cNvPr>
          <p:cNvSpPr>
            <a:spLocks xmlns:a="http://schemas.openxmlformats.org/drawingml/2006/main" noGrp="1"/>
          </p:cNvSpPr>
          <p:nvPr/>
        </p:nvSpPr>
        <p:spPr>
          <a:xfrm xmlns:a="http://schemas.openxmlformats.org/drawingml/2006/main">
            <a:off x="5562600" y="41148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61C938CB-B0D1-41F3-8EB2-27AA43AFA3F2}"/>
              </a:ext>
            </a:extLst>
          </p:cNvPr>
          <p:cNvSpPr>
            <a:spLocks xmlns:a="http://schemas.openxmlformats.org/drawingml/2006/main" noGrp="1"/>
          </p:cNvSpPr>
          <p:nvPr/>
        </p:nvSpPr>
        <p:spPr>
          <a:xfrm xmlns:a="http://schemas.openxmlformats.org/drawingml/2006/main">
            <a:off x="5562600" y="47053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반응 전후의 종류와 상태를 같게 한다.</a:t>
            </a:r>
          </a:p>
        </p:txBody>
      </p:sp>
      <p:sp>
        <p:nvSpPr>
          <p:cNvPr id="10" name="text">
            <a:extLst xmlns:a="http://schemas.openxmlformats.org/drawingml/2006/main">
              <a:ext uri="{FF2B5EF4-FFF2-40B4-BE49-F238E27FC236}">
                <a16:creationId xmlns:a16="http://schemas.microsoft.com/office/drawing/2014/main" id="{619A0BBC-61F1-4C58-B501-5F035E158DB2}"/>
              </a:ext>
            </a:extLst>
          </p:cNvPr>
          <p:cNvSpPr>
            <a:spLocks xmlns:a="http://schemas.openxmlformats.org/drawingml/2006/main" noGrp="1"/>
          </p:cNvSpPr>
          <p:nvPr/>
        </p:nvSpPr>
        <p:spPr>
          <a:xfrm xmlns:a="http://schemas.openxmlformats.org/drawingml/2006/main">
            <a:off x="5562600" y="581025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1E152FE5-FC92-47D9-9A57-35D94906CD64}"/>
              </a:ext>
            </a:extLst>
          </p:cNvPr>
          <p:cNvSpPr>
            <a:spLocks xmlns:a="http://schemas.openxmlformats.org/drawingml/2006/main" noGrp="1"/>
          </p:cNvSpPr>
          <p:nvPr/>
        </p:nvSpPr>
        <p:spPr>
          <a:xfrm xmlns:a="http://schemas.openxmlformats.org/drawingml/2006/main">
            <a:off x="5562600" y="640080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물질의 양을 같게 한다.</a:t>
            </a:r>
          </a:p>
        </p:txBody>
      </p:sp>
      <p:sp>
        <p:nvSpPr>
          <p:cNvPr id="12" name="text">
            <a:extLst xmlns:a="http://schemas.openxmlformats.org/drawingml/2006/main">
              <a:ext uri="{FF2B5EF4-FFF2-40B4-BE49-F238E27FC236}">
                <a16:creationId xmlns:a16="http://schemas.microsoft.com/office/drawing/2014/main" id="{679BA48A-35A0-4866-8E79-20BD1E43BADA}"/>
              </a:ext>
            </a:extLst>
          </p:cNvPr>
          <p:cNvSpPr>
            <a:spLocks xmlns:a="http://schemas.openxmlformats.org/drawingml/2006/main" noGrp="1"/>
          </p:cNvSpPr>
          <p:nvPr/>
        </p:nvSpPr>
        <p:spPr>
          <a:xfrm xmlns:a="http://schemas.openxmlformats.org/drawingml/2006/main">
            <a:off x="5562600" y="7505700"/>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982B47C6-2CAE-4395-A970-EDCD0D5B2EA1}"/>
              </a:ext>
            </a:extLst>
          </p:cNvPr>
          <p:cNvSpPr>
            <a:spLocks xmlns:a="http://schemas.openxmlformats.org/drawingml/2006/main" noGrp="1"/>
          </p:cNvSpPr>
          <p:nvPr/>
        </p:nvSpPr>
        <p:spPr>
          <a:xfrm xmlns:a="http://schemas.openxmlformats.org/drawingml/2006/main">
            <a:off x="5562600" y="8096250"/>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온도와 압력 조건을 같게 한다.</a:t>
            </a:r>
          </a:p>
        </p:txBody>
      </p:sp>
      <p:pic>
        <p:nvPicPr>
          <p:cNvPr id="14" name="">
            <a:extLst xmlns:a="http://schemas.openxmlformats.org/drawingml/2006/main">
              <a:ext uri="{FF2B5EF4-FFF2-40B4-BE49-F238E27FC236}">
                <a16:creationId xmlns:a16="http://schemas.microsoft.com/office/drawing/2014/main" id="{6A2ED499-6800-497D-ABBD-A86B062EE85A}"/>
              </a:ext>
            </a:extLst>
          </p:cNvPr>
          <p:cNvPicPr>
            <a:picLocks xmlns:a="http://schemas.openxmlformats.org/drawingml/2006/main" noChangeAspect="1"/>
          </p:cNvPicPr>
          <p:nvPr/>
        </p:nvPicPr>
        <p:blipFill>
          <a:blip xmlns:r="http://schemas.openxmlformats.org/officeDocument/2006/relationships" xmlns:a="http://schemas.openxmlformats.org/drawingml/2006/main" r:embed="Rcbdbd5e86b2d4cfa"/>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9101217F-3764-42B1-A406-5F93F26BDD43}"/>
              </a:ext>
            </a:extLst>
          </p:cNvPr>
          <p:cNvPicPr>
            <a:picLocks xmlns:a="http://schemas.openxmlformats.org/drawingml/2006/main" noChangeAspect="1"/>
          </p:cNvPicPr>
          <p:nvPr/>
        </p:nvPicPr>
        <p:blipFill>
          <a:blip xmlns:r="http://schemas.openxmlformats.org/officeDocument/2006/relationships" xmlns:a="http://schemas.openxmlformats.org/drawingml/2006/main" r:embed="R8f3a302f5577479c"/>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C15CAE03-8C09-436B-AA11-0AB0B6233AE5}"/>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BF0754B6-D960-44DC-8B89-DF64F56F2610}"/>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E4C526A6-12F2-41AC-BCD7-E020E365724B}"/>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경로만 다르게</a:t>
            </a:r>
          </a:p>
        </p:txBody>
      </p:sp>
      <p:sp>
        <p:nvSpPr>
          <p:cNvPr id="19" name="캐릭터 질문 2">
            <a:extLst xmlns:a="http://schemas.openxmlformats.org/drawingml/2006/main">
              <a:ext uri="{FF2B5EF4-FFF2-40B4-BE49-F238E27FC236}">
                <a16:creationId xmlns:a16="http://schemas.microsoft.com/office/drawing/2014/main" id="{C24455E9-0AB6-4402-B3C6-169755ED6AF7}"/>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비교해 볼까?</a:t>
            </a:r>
          </a:p>
        </p:txBody>
      </p:sp>
      <p:sp>
        <p:nvSpPr>
          <p:cNvPr id="20" name="참조 R03-22 여백 있는 말풍선">
            <a:extLst xmlns:a="http://schemas.openxmlformats.org/drawingml/2006/main">
              <a:ext uri="{FF2B5EF4-FFF2-40B4-BE49-F238E27FC236}">
                <a16:creationId xmlns:a16="http://schemas.microsoft.com/office/drawing/2014/main" id="{B8B69CC7-3041-4765-8EFE-C5B72FDF65D3}"/>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FB95553C-95EB-4B87-9E21-6101CB75FBDE}"/>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4A89C86E-141C-49D1-9CA5-8119A3AB503A}"/>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나머지 조건은</a:t>
            </a:r>
          </a:p>
        </p:txBody>
      </p:sp>
      <p:sp>
        <p:nvSpPr>
          <p:cNvPr id="23" name="캐릭터 질문 2">
            <a:extLst xmlns:a="http://schemas.openxmlformats.org/drawingml/2006/main">
              <a:ext uri="{FF2B5EF4-FFF2-40B4-BE49-F238E27FC236}">
                <a16:creationId xmlns:a16="http://schemas.microsoft.com/office/drawing/2014/main" id="{155C8133-8802-41E9-820C-A1D395273BCC}"/>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모두 같게!</a:t>
            </a:r>
          </a:p>
        </p:txBody>
      </p:sp>
    </p:spTree>
    <p:extLst>
      <p:ext uri="{BB962C8B-B14F-4D97-AF65-F5344CB8AC3E}">
        <p14:creationId xmlns:p14="http://schemas.microsoft.com/office/powerpoint/2010/main" val="13313747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EE63CE3-13EA-42EC-9027-6C5536BB31DE}"/>
              </a:ext>
            </a:extLst>
          </p:cNvPr>
          <p:cNvPicPr>
            <a:picLocks xmlns:a="http://schemas.openxmlformats.org/drawingml/2006/main" noChangeAspect="1"/>
          </p:cNvPicPr>
          <p:nvPr/>
        </p:nvPicPr>
        <p:blipFill>
          <a:blip xmlns:r="http://schemas.openxmlformats.org/officeDocument/2006/relationships" xmlns:a="http://schemas.openxmlformats.org/drawingml/2006/main" r:embed="Rb2590f9faf8543d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DF810A6-1BDF-45F9-80A9-FA5CF6168F2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6C6F70-D68A-4FED-9C6D-1D0270E4800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DE064B9-367E-432C-8675-C601EE42720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14E3A88-8702-4898-98C2-400258B8BFF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B52BD926-EFF7-4CB2-839E-04A0B0ABD04E}"/>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78914195-1535-420D-AA81-6C157737754D}"/>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C06B7503-57A0-48E3-B327-1E678EFD7620}"/>
              </a:ext>
            </a:extLst>
          </p:cNvPr>
          <p:cNvPicPr>
            <a:picLocks xmlns:a="http://schemas.openxmlformats.org/drawingml/2006/main" noChangeAspect="1"/>
          </p:cNvPicPr>
          <p:nvPr/>
        </p:nvPicPr>
        <p:blipFill>
          <a:blip xmlns:r="http://schemas.openxmlformats.org/officeDocument/2006/relationships" xmlns:a="http://schemas.openxmlformats.org/drawingml/2006/main" r:embed="Reec4418f8d614adc"/>
          <a:stretch xmlns:a="http://schemas.openxmlformats.org/drawingml/2006/main"/>
        </p:blipFill>
        <p:spPr>
          <a:xfrm xmlns:a="http://schemas.openxmlformats.org/drawingml/2006/main">
            <a:off x="2382454" y="4429125"/>
            <a:ext cx="7331842" cy="546735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60C4DC95-EFB5-4584-956A-E9B9F37D6C04}"/>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96C22C76-8F5E-4385-968E-420928F52689}"/>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−189.3 kJ</a:t>
            </a:r>
          </a:p>
        </p:txBody>
      </p:sp>
      <p:sp>
        <p:nvSpPr>
          <p:cNvPr id="11" name="text">
            <a:extLst xmlns:a="http://schemas.openxmlformats.org/drawingml/2006/main">
              <a:ext uri="{FF2B5EF4-FFF2-40B4-BE49-F238E27FC236}">
                <a16:creationId xmlns:a16="http://schemas.microsoft.com/office/drawing/2014/main" id="{16B393A7-6A51-4515-A18C-171E7B705CD5}"/>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894380E8-01B7-4E01-A105-41792FC46299}"/>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448AF393-8E9E-4021-9BE3-C59C03C11EB6}"/>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−76.9 + (−112.4)</a:t>
            </a:r>
          </a:p>
        </p:txBody>
      </p:sp>
      <p:sp>
        <p:nvSpPr>
          <p:cNvPr id="14" name="text">
            <a:extLst xmlns:a="http://schemas.openxmlformats.org/drawingml/2006/main">
              <a:ext uri="{FF2B5EF4-FFF2-40B4-BE49-F238E27FC236}">
                <a16:creationId xmlns:a16="http://schemas.microsoft.com/office/drawing/2014/main" id="{5CCCD946-DD76-47CC-8914-5782AC9BC951}"/>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−189.3 kJ</a:t>
            </a:r>
          </a:p>
        </p:txBody>
      </p:sp>
      <p:sp>
        <p:nvSpPr>
          <p:cNvPr id="15" name="경로 비교 결론">
            <a:extLst xmlns:a="http://schemas.openxmlformats.org/drawingml/2006/main">
              <a:ext uri="{FF2B5EF4-FFF2-40B4-BE49-F238E27FC236}">
                <a16:creationId xmlns:a16="http://schemas.microsoft.com/office/drawing/2014/main" id="{A6E5CE66-56AF-4E1F-A5AC-91CD06B6CD9F}"/>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ECA67B8E-FC0A-4845-AB9A-493FCD25512A}"/>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131926149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AE1C3AF1-F756-4CC4-A650-25BCEA228891}"/>
              </a:ext>
            </a:extLst>
          </p:cNvPr>
          <p:cNvPicPr>
            <a:picLocks xmlns:a="http://schemas.openxmlformats.org/drawingml/2006/main" noChangeAspect="1"/>
          </p:cNvPicPr>
          <p:nvPr/>
        </p:nvPicPr>
        <p:blipFill>
          <a:blip xmlns:r="http://schemas.openxmlformats.org/officeDocument/2006/relationships" xmlns:a="http://schemas.openxmlformats.org/drawingml/2006/main" r:embed="R057c85fc56ec46d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5FDC02-B047-45B9-A8D9-7AF650E1052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B0A90B5-8450-4E27-B55F-5AD4008D9C0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19CF7DB-ADB3-481C-9B3F-9C84EB6B488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43DBE61-2927-4AAD-9635-4BE9B3E405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0FA832A4-B842-4C9A-95CD-EB6676FBD43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C8DECFA7-F29B-4B09-9BBE-483EDF25D0C9}"/>
              </a:ext>
            </a:extLst>
          </p:cNvPr>
          <p:cNvPicPr>
            <a:picLocks xmlns:a="http://schemas.openxmlformats.org/drawingml/2006/main" noChangeAspect="1"/>
          </p:cNvPicPr>
          <p:nvPr/>
        </p:nvPicPr>
        <p:blipFill>
          <a:blip xmlns:r="http://schemas.openxmlformats.org/officeDocument/2006/relationships" xmlns:a="http://schemas.openxmlformats.org/drawingml/2006/main" r:embed="Ree06f7b2357c4a63"/>
          <a:stretch xmlns:a="http://schemas.openxmlformats.org/drawingml/2006/main"/>
        </p:blipFill>
        <p:spPr>
          <a:xfrm xmlns:a="http://schemas.openxmlformats.org/drawingml/2006/main">
            <a:off x="1905000" y="4922520"/>
            <a:ext cx="13844588" cy="81438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E348E731-0264-44B9-97EC-7AF1BBBFBD7F}"/>
              </a:ext>
            </a:extLst>
          </p:cNvPr>
          <p:cNvPicPr>
            <a:picLocks xmlns:a="http://schemas.openxmlformats.org/drawingml/2006/main" noChangeAspect="1"/>
          </p:cNvPicPr>
          <p:nvPr/>
        </p:nvPicPr>
        <p:blipFill>
          <a:blip xmlns:r="http://schemas.openxmlformats.org/officeDocument/2006/relationships" xmlns:a="http://schemas.openxmlformats.org/drawingml/2006/main" r:embed="Rcbefbad5f5a4426d"/>
          <a:stretch xmlns:a="http://schemas.openxmlformats.org/drawingml/2006/main"/>
        </p:blipFill>
        <p:spPr>
          <a:xfrm xmlns:a="http://schemas.openxmlformats.org/drawingml/2006/main">
            <a:off x="1905000" y="5631656"/>
            <a:ext cx="15066169" cy="814388"/>
          </a:xfrm>
          <a:prstGeom xmlns:a="http://schemas.openxmlformats.org/drawingml/2006/main" prst="rect">
            <a:avLst/>
          </a:prstGeom>
        </p:spPr>
      </p:pic>
      <p:sp>
        <p:nvSpPr>
          <p:cNvPr id="9" name="line">
            <a:extLst xmlns:a="http://schemas.openxmlformats.org/drawingml/2006/main">
              <a:ext uri="{FF2B5EF4-FFF2-40B4-BE49-F238E27FC236}">
                <a16:creationId xmlns:a16="http://schemas.microsoft.com/office/drawing/2014/main" id="{94D46948-CC27-4B47-8993-47489C550CD1}"/>
              </a:ext>
            </a:extLst>
          </p:cNvPr>
          <p:cNvSpPr>
            <a:spLocks xmlns:a="http://schemas.openxmlformats.org/drawingml/2006/main" noGrp="1"/>
          </p:cNvSpPr>
          <p:nvPr/>
        </p:nvSpPr>
        <p:spPr>
          <a:xfrm xmlns:a="http://schemas.openxmlformats.org/drawingml/2006/main">
            <a:off x="2219325" y="6560344"/>
            <a:ext cx="13877925" cy="9525"/>
          </a:xfrm>
          <a:custGeom xmlns:a="http://schemas.openxmlformats.org/drawingml/2006/main">
            <a:pathLst>
              <a:path w="13877925" h="9525">
                <a:moveTo>
                  <a:pt x="0" y="0"/>
                </a:moveTo>
                <a:lnTo>
                  <a:pt x="13877925" y="0"/>
                </a:lnTo>
              </a:path>
            </a:pathLst>
          </a:custGeom>
          <a:noFill xmlns:a="http://schemas.openxmlformats.org/drawingml/2006/main"/>
          <a:ln xmlns:a="http://schemas.openxmlformats.org/drawingml/2006/main" w="28575">
            <a:solidFill>
              <a:srgbClr val="898989"/>
            </a:solidFill>
            <a:prstDash val="solid"/>
          </a:ln>
        </p:spPr>
      </p:sp>
      <p:pic>
        <p:nvPicPr>
          <p:cNvPr id="10" name="">
            <a:extLst xmlns:a="http://schemas.openxmlformats.org/drawingml/2006/main">
              <a:ext uri="{FF2B5EF4-FFF2-40B4-BE49-F238E27FC236}">
                <a16:creationId xmlns:a16="http://schemas.microsoft.com/office/drawing/2014/main" id="{BAF776FC-F999-4621-8844-A2A682322722}"/>
              </a:ext>
            </a:extLst>
          </p:cNvPr>
          <p:cNvPicPr>
            <a:picLocks xmlns:a="http://schemas.openxmlformats.org/drawingml/2006/main" noChangeAspect="1"/>
          </p:cNvPicPr>
          <p:nvPr/>
        </p:nvPicPr>
        <p:blipFill>
          <a:blip xmlns:r="http://schemas.openxmlformats.org/officeDocument/2006/relationships" xmlns:a="http://schemas.openxmlformats.org/drawingml/2006/main" r:embed="Ra78594d39f3b43f6"/>
          <a:stretch xmlns:a="http://schemas.openxmlformats.org/drawingml/2006/main"/>
        </p:blipFill>
        <p:spPr>
          <a:xfrm xmlns:a="http://schemas.openxmlformats.org/drawingml/2006/main">
            <a:off x="1905000" y="6647498"/>
            <a:ext cx="13844588" cy="814388"/>
          </a:xfrm>
          <a:prstGeom xmlns:a="http://schemas.openxmlformats.org/drawingml/2006/main" prst="rect">
            <a:avLst/>
          </a:prstGeom>
        </p:spPr>
      </p:pic>
      <p:sp>
        <p:nvSpPr>
          <p:cNvPr id="11" name="해석·결론">
            <a:extLst xmlns:a="http://schemas.openxmlformats.org/drawingml/2006/main">
              <a:ext uri="{FF2B5EF4-FFF2-40B4-BE49-F238E27FC236}">
                <a16:creationId xmlns:a16="http://schemas.microsoft.com/office/drawing/2014/main" id="{6F53C41D-AC83-471C-AD2D-E67CA467EBA9}"/>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1A2385CB-DC17-4489-84F3-30A7DC5D3D78}"/>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−189.3 kJ</a:t>
            </a:r>
          </a:p>
        </p:txBody>
      </p:sp>
    </p:spTree>
    <p:extLst>
      <p:ext uri="{BB962C8B-B14F-4D97-AF65-F5344CB8AC3E}">
        <p14:creationId xmlns:p14="http://schemas.microsoft.com/office/powerpoint/2010/main" val="101491995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43A4E4E-D436-4C47-875B-8D2E7A9AC899}"/>
              </a:ext>
            </a:extLst>
          </p:cNvPr>
          <p:cNvPicPr>
            <a:picLocks xmlns:a="http://schemas.openxmlformats.org/drawingml/2006/main" noChangeAspect="1"/>
          </p:cNvPicPr>
          <p:nvPr/>
        </p:nvPicPr>
        <p:blipFill>
          <a:blip xmlns:r="http://schemas.openxmlformats.org/officeDocument/2006/relationships" xmlns:a="http://schemas.openxmlformats.org/drawingml/2006/main" r:embed="R4a964963e5114a1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D4B5B73-400F-4B60-BF42-1F8A077E6C1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7A69DEA-108F-4BF1-AE61-ACD0396380E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E6972DD-3423-48E0-A7EF-F85B1CCD9D1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398992A-DFF8-4FD4-81D7-A7A89736C81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D2D5677-6DCE-4608-BCB8-DEDAA5FFB34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98F5C51D-AF76-498E-8C12-6FF3B95A43F2}"/>
              </a:ext>
            </a:extLst>
          </p:cNvPr>
          <p:cNvPicPr>
            <a:picLocks xmlns:a="http://schemas.openxmlformats.org/drawingml/2006/main" noChangeAspect="1"/>
          </p:cNvPicPr>
          <p:nvPr/>
        </p:nvPicPr>
        <p:blipFill>
          <a:blip xmlns:r="http://schemas.openxmlformats.org/officeDocument/2006/relationships" xmlns:a="http://schemas.openxmlformats.org/drawingml/2006/main" r:embed="R39a720a44e0a4a1f"/>
          <a:stretch xmlns:a="http://schemas.openxmlformats.org/drawingml/2006/main"/>
        </p:blipFill>
        <p:spPr>
          <a:xfrm xmlns:a="http://schemas.openxmlformats.org/drawingml/2006/main">
            <a:off x="2247909" y="4836566"/>
            <a:ext cx="13811231" cy="13134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B95697B1-C231-4F5D-B5FD-AF69172CFECE}"/>
              </a:ext>
            </a:extLst>
          </p:cNvPr>
          <p:cNvPicPr>
            <a:picLocks xmlns:a="http://schemas.openxmlformats.org/drawingml/2006/main" noChangeAspect="1"/>
          </p:cNvPicPr>
          <p:nvPr/>
        </p:nvPicPr>
        <p:blipFill>
          <a:blip xmlns:r="http://schemas.openxmlformats.org/officeDocument/2006/relationships" xmlns:a="http://schemas.openxmlformats.org/drawingml/2006/main" r:embed="R0f48b554d839447f"/>
          <a:stretch xmlns:a="http://schemas.openxmlformats.org/drawingml/2006/main"/>
        </p:blipFill>
        <p:spPr>
          <a:xfrm xmlns:a="http://schemas.openxmlformats.org/drawingml/2006/main">
            <a:off x="1547813" y="5963591"/>
            <a:ext cx="15192375" cy="1444849"/>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6BD6F768-866B-481B-9CE5-3F8E9A024DD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0611EDD9-D196-4F98-BA60-66E6F3DF6922}"/>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
        <p:nvSpPr>
          <p:cNvPr id="11" name="text">
            <a:extLst xmlns:a="http://schemas.openxmlformats.org/drawingml/2006/main">
              <a:ext uri="{FF2B5EF4-FFF2-40B4-BE49-F238E27FC236}">
                <a16:creationId xmlns:a16="http://schemas.microsoft.com/office/drawing/2014/main" id="{0ECBD742-B8E3-47EF-BBA3-441CA5D5B184}"/>
              </a:ext>
            </a:extLst>
          </p:cNvPr>
          <p:cNvSpPr>
            <a:spLocks xmlns:a="http://schemas.openxmlformats.org/drawingml/2006/main" noGrp="1"/>
          </p:cNvSpPr>
          <p:nvPr/>
        </p:nvSpPr>
        <p:spPr>
          <a:xfrm xmlns:a="http://schemas.openxmlformats.org/drawingml/2006/main">
            <a:off x="2286000" y="74866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계수 2배</a:t>
            </a:r>
          </a:p>
        </p:txBody>
      </p:sp>
      <p:sp>
        <p:nvSpPr>
          <p:cNvPr id="12" name="text">
            <a:extLst xmlns:a="http://schemas.openxmlformats.org/drawingml/2006/main">
              <a:ext uri="{FF2B5EF4-FFF2-40B4-BE49-F238E27FC236}">
                <a16:creationId xmlns:a16="http://schemas.microsoft.com/office/drawing/2014/main" id="{59091331-73A0-43D9-B677-02085107DB55}"/>
              </a:ext>
            </a:extLst>
          </p:cNvPr>
          <p:cNvSpPr>
            <a:spLocks xmlns:a="http://schemas.openxmlformats.org/drawingml/2006/main" noGrp="1"/>
          </p:cNvSpPr>
          <p:nvPr/>
        </p:nvSpPr>
        <p:spPr>
          <a:xfrm xmlns:a="http://schemas.openxmlformats.org/drawingml/2006/main">
            <a:off x="11477625" y="74866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t>Δ</a:t>
            </a:r>
            <a:r>
              <a:rPr i="1">
                <a:latin typeface="Pretendard"/>
                <a:ea typeface="Pretendard"/>
                <a:cs typeface="Pretendard"/>
              </a:rPr>
              <a:t>H</a:t>
            </a:r>
            <a:r>
              <a:t>도 2배</a:t>
            </a:r>
          </a:p>
        </p:txBody>
      </p:sp>
    </p:spTree>
    <p:extLst>
      <p:ext uri="{BB962C8B-B14F-4D97-AF65-F5344CB8AC3E}">
        <p14:creationId xmlns:p14="http://schemas.microsoft.com/office/powerpoint/2010/main" val="21334049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F67DFAE5-7806-4A04-B282-C7AF76C140EB}"/>
              </a:ext>
            </a:extLst>
          </p:cNvPr>
          <p:cNvPicPr>
            <a:picLocks xmlns:a="http://schemas.openxmlformats.org/drawingml/2006/main" noChangeAspect="1"/>
          </p:cNvPicPr>
          <p:nvPr/>
        </p:nvPicPr>
        <p:blipFill>
          <a:blip xmlns:r="http://schemas.openxmlformats.org/officeDocument/2006/relationships" xmlns:a="http://schemas.openxmlformats.org/drawingml/2006/main" r:embed="R9cf3185dc61a45f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20242A3-09F0-41FB-84A8-5251107E2DE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B4AC3C1-5DAC-4408-8E11-B3ABB748B0B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6C3184EC-4DCF-4CDF-A8F1-BBC8CF58A00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A98BF03-ED81-4D17-989B-73FCC6FBBAE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D4DD081A-D69B-4DBF-9F44-63C98451949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972CDD28-665C-49AA-9013-3264A8E87357}"/>
              </a:ext>
            </a:extLst>
          </p:cNvPr>
          <p:cNvPicPr>
            <a:picLocks xmlns:a="http://schemas.openxmlformats.org/drawingml/2006/main" noChangeAspect="1"/>
          </p:cNvPicPr>
          <p:nvPr/>
        </p:nvPicPr>
        <p:blipFill>
          <a:blip xmlns:r="http://schemas.openxmlformats.org/officeDocument/2006/relationships" xmlns:a="http://schemas.openxmlformats.org/drawingml/2006/main" r:embed="Radee0a79b42449d3"/>
          <a:stretch xmlns:a="http://schemas.openxmlformats.org/drawingml/2006/main"/>
        </p:blipFill>
        <p:spPr>
          <a:xfrm xmlns:a="http://schemas.openxmlformats.org/drawingml/2006/main">
            <a:off x="2247929" y="5029187"/>
            <a:ext cx="13811193" cy="891045"/>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BF5A263-A08E-4444-9D0B-B372EA7E6DD1}"/>
              </a:ext>
            </a:extLst>
          </p:cNvPr>
          <p:cNvPicPr>
            <a:picLocks xmlns:a="http://schemas.openxmlformats.org/drawingml/2006/main" noChangeAspect="1"/>
          </p:cNvPicPr>
          <p:nvPr/>
        </p:nvPicPr>
        <p:blipFill>
          <a:blip xmlns:r="http://schemas.openxmlformats.org/officeDocument/2006/relationships" xmlns:a="http://schemas.openxmlformats.org/drawingml/2006/main" r:embed="R69ef1ab89cf141da"/>
          <a:stretch xmlns:a="http://schemas.openxmlformats.org/drawingml/2006/main"/>
        </p:blipFill>
        <p:spPr>
          <a:xfrm xmlns:a="http://schemas.openxmlformats.org/drawingml/2006/main">
            <a:off x="1332671" y="5997033"/>
            <a:ext cx="15622658" cy="961394"/>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50D26915-CE5E-4852-A6E0-4241A82730C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C8DF8E14-70D1-46F7-B147-EECA1E323771}"/>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
        <p:nvSpPr>
          <p:cNvPr id="11" name="text">
            <a:extLst xmlns:a="http://schemas.openxmlformats.org/drawingml/2006/main">
              <a:ext uri="{FF2B5EF4-FFF2-40B4-BE49-F238E27FC236}">
                <a16:creationId xmlns:a16="http://schemas.microsoft.com/office/drawing/2014/main" id="{C2861300-0594-4BBE-A3D5-274BB7A91E71}"/>
              </a:ext>
            </a:extLst>
          </p:cNvPr>
          <p:cNvSpPr>
            <a:spLocks xmlns:a="http://schemas.openxmlformats.org/drawingml/2006/main" noGrp="1"/>
          </p:cNvSpPr>
          <p:nvPr/>
        </p:nvSpPr>
        <p:spPr>
          <a:xfrm xmlns:a="http://schemas.openxmlformats.org/drawingml/2006/main">
            <a:off x="11430000" y="4593922"/>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발열 반응</a:t>
            </a:r>
          </a:p>
        </p:txBody>
      </p:sp>
      <p:sp>
        <p:nvSpPr>
          <p:cNvPr id="12" name="text">
            <a:extLst xmlns:a="http://schemas.openxmlformats.org/drawingml/2006/main">
              <a:ext uri="{FF2B5EF4-FFF2-40B4-BE49-F238E27FC236}">
                <a16:creationId xmlns:a16="http://schemas.microsoft.com/office/drawing/2014/main" id="{5B9306F5-2A82-48C5-B546-A9CACF64B537}"/>
              </a:ext>
            </a:extLst>
          </p:cNvPr>
          <p:cNvSpPr>
            <a:spLocks xmlns:a="http://schemas.openxmlformats.org/drawingml/2006/main" noGrp="1"/>
          </p:cNvSpPr>
          <p:nvPr/>
        </p:nvSpPr>
        <p:spPr>
          <a:xfrm xmlns:a="http://schemas.openxmlformats.org/drawingml/2006/main">
            <a:off x="11430000" y="6874178"/>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30" b="1">
                <a:solidFill>
                  <a:srgbClr val="57962F"/>
                </a:solidFill>
                <a:latin typeface="Pretendard"/>
                <a:ea typeface="Pretendard"/>
                <a:cs typeface="Pretendard"/>
              </a:defRPr>
            </a:defPPr>
            <a:lvl1pPr algn="l">
              <a:defRPr sz="2730" b="1">
                <a:solidFill>
                  <a:srgbClr val="57962F"/>
                </a:solidFill>
                <a:latin typeface="Pretendard"/>
                <a:ea typeface="Pretendard"/>
                <a:cs typeface="Pretendard"/>
              </a:defRPr>
            </a:lvl1pPr>
            <a:lvl2pPr algn="l">
              <a:defRPr sz="2730" b="1">
                <a:solidFill>
                  <a:srgbClr val="57962F"/>
                </a:solidFill>
                <a:latin typeface="Pretendard"/>
                <a:ea typeface="Pretendard"/>
                <a:cs typeface="Pretendard"/>
              </a:defRPr>
            </a:lvl2pPr>
            <a:lvl3pPr algn="l">
              <a:defRPr sz="2730" b="1">
                <a:solidFill>
                  <a:srgbClr val="57962F"/>
                </a:solidFill>
                <a:latin typeface="Pretendard"/>
                <a:ea typeface="Pretendard"/>
                <a:cs typeface="Pretendard"/>
              </a:defRPr>
            </a:lvl3pPr>
            <a:lvl4pPr algn="l">
              <a:defRPr sz="2730" b="1">
                <a:solidFill>
                  <a:srgbClr val="57962F"/>
                </a:solidFill>
                <a:latin typeface="Pretendard"/>
                <a:ea typeface="Pretendard"/>
                <a:cs typeface="Pretendard"/>
              </a:defRPr>
            </a:lvl4pPr>
            <a:lvl5pPr algn="l">
              <a:defRPr sz="2730" b="1">
                <a:solidFill>
                  <a:srgbClr val="57962F"/>
                </a:solidFill>
                <a:latin typeface="Pretendard"/>
                <a:ea typeface="Pretendard"/>
                <a:cs typeface="Pretendard"/>
              </a:defRPr>
            </a:lvl5pPr>
            <a:lvl6pPr algn="l">
              <a:defRPr sz="2730" b="1">
                <a:solidFill>
                  <a:srgbClr val="57962F"/>
                </a:solidFill>
                <a:latin typeface="Pretendard"/>
                <a:ea typeface="Pretendard"/>
                <a:cs typeface="Pretendard"/>
              </a:defRPr>
            </a:lvl6pPr>
            <a:lvl7pPr algn="l">
              <a:defRPr sz="2730" b="1">
                <a:solidFill>
                  <a:srgbClr val="57962F"/>
                </a:solidFill>
                <a:latin typeface="Pretendard"/>
                <a:ea typeface="Pretendard"/>
                <a:cs typeface="Pretendard"/>
              </a:defRPr>
            </a:lvl7pPr>
            <a:lvl8pPr algn="l">
              <a:defRPr sz="2730" b="1">
                <a:solidFill>
                  <a:srgbClr val="57962F"/>
                </a:solidFill>
                <a:latin typeface="Pretendard"/>
                <a:ea typeface="Pretendard"/>
                <a:cs typeface="Pretendard"/>
              </a:defRPr>
            </a:lvl8pPr>
            <a:lvl9pPr algn="l">
              <a:defRPr sz="2730" b="1">
                <a:solidFill>
                  <a:srgbClr val="57962F"/>
                </a:solidFill>
                <a:latin typeface="Pretendard"/>
                <a:ea typeface="Pretendard"/>
                <a:cs typeface="Pretendard"/>
              </a:defRPr>
            </a:lvl9pPr>
          </a:lstStyle>
          <a:p xmlns:a="http://schemas.openxmlformats.org/drawingml/2006/main">
            <a:pPr algn="l">
              <a:defRPr sz="2730" b="1">
                <a:solidFill>
                  <a:srgbClr val="57962F"/>
                </a:solidFill>
                <a:latin typeface="Pretendard"/>
                <a:ea typeface="Pretendard"/>
                <a:cs typeface="Pretendard"/>
              </a:defRPr>
            </a:pPr>
            <a:r>
              <a:rPr sz="2730" b="1">
                <a:solidFill>
                  <a:srgbClr val="57962F"/>
                </a:solidFill>
                <a:latin typeface="Pretendard"/>
                <a:ea typeface="Pretendard"/>
                <a:cs typeface="Pretendard"/>
              </a:rPr>
              <a:t>흡열 반응</a:t>
            </a:r>
          </a:p>
        </p:txBody>
      </p:sp>
    </p:spTree>
    <p:extLst>
      <p:ext uri="{BB962C8B-B14F-4D97-AF65-F5344CB8AC3E}">
        <p14:creationId xmlns:p14="http://schemas.microsoft.com/office/powerpoint/2010/main" val="118744730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BB6DB281-E66A-4159-81BB-73A59AC63336}"/>
              </a:ext>
            </a:extLst>
          </p:cNvPr>
          <p:cNvPicPr>
            <a:picLocks xmlns:a="http://schemas.openxmlformats.org/drawingml/2006/main" noChangeAspect="1"/>
          </p:cNvPicPr>
          <p:nvPr/>
        </p:nvPicPr>
        <p:blipFill>
          <a:blip xmlns:r="http://schemas.openxmlformats.org/officeDocument/2006/relationships" xmlns:a="http://schemas.openxmlformats.org/drawingml/2006/main" r:embed="R5ca5af237719468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AC2008E-258D-482E-BA72-860FE413E45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5DCAB4-F4DB-47C2-B1AC-1014A18D9E9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31C95819-F31F-49A1-9FE5-4985444FBEF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7CC3FADB-3388-443F-B394-B9F1B68C9E9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D4DEB9A-47ED-4E1A-8D81-00F424AAA4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D30E579A-5199-420B-A0DB-C70A7561D7C9}"/>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5429250"/>
                <a:gridCol w="5905500"/>
              </a:tblGrid>
              <a:tr h="952500">
                <a:tc>
                  <a:txBody>
                    <a:bodyPr wrap="none" lIns="114300" tIns="114300" rIns="114300" bIns="114300"/>
                    <a:lstStyle/>
                    <a:p>
                      <a:pPr algn="ctr"/>
                      <a:r>
                        <a:rPr sz="315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각 </a:t>
                      </a:r>
                      <a:r>
                        <a:rPr sz="3150" b="0">
                          <a:solidFill>
                            <a:srgbClr val="FFFFFF"/>
                          </a:solidFill>
                          <a:latin typeface="Pretendard"/>
                          <a:ea typeface="Pretendard"/>
                          <a:cs typeface="Pretendard"/>
                        </a:rPr>
                        <a:t>Δ</a:t>
                      </a:r>
                      <a:r>
                        <a:rPr sz="3150" b="0" i="1">
                          <a:solidFill>
                            <a:srgbClr val="FFFFFF"/>
                          </a:solidFill>
                          <a:latin typeface="Pretendard"/>
                          <a:ea typeface="Pretendard"/>
                          <a:cs typeface="Pretendard"/>
                        </a:rPr>
                        <a:t>H</a:t>
                      </a:r>
                      <a:r>
                        <a:rPr sz="315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430E759-D249-4416-B9D8-C1298055F842}"/>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2C2D948-B0DF-44C2-9BB1-85B8C374CE81}"/>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429534E-FA58-4ADD-9FEF-213D1C7A7182}"/>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5B8ADE8-F841-4E5D-A849-EA6E7B82691C}"/>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948995482"/>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7917494-616E-43B0-820A-4AD92AFC2DBE}"/>
              </a:ext>
            </a:extLst>
          </p:cNvPr>
          <p:cNvPicPr>
            <a:picLocks xmlns:a="http://schemas.openxmlformats.org/drawingml/2006/main" noChangeAspect="1"/>
          </p:cNvPicPr>
          <p:nvPr/>
        </p:nvPicPr>
        <p:blipFill>
          <a:blip xmlns:r="http://schemas.openxmlformats.org/officeDocument/2006/relationships" xmlns:a="http://schemas.openxmlformats.org/drawingml/2006/main" r:embed="Rfe86adf7323b4732"/>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C31DE854-B27C-4A86-A770-FB1E4706216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05DED1B8-0B66-4A09-83B8-5C171A837DB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BC01EBBC-FBD0-48E9-8BFF-FC1C910DFBE6}"/>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FC71144D-B142-4D62-B4F5-A6805F12E67F}"/>
              </a:ext>
            </a:extLst>
          </p:cNvPr>
          <p:cNvPicPr>
            <a:picLocks xmlns:a="http://schemas.openxmlformats.org/drawingml/2006/main" noChangeAspect="1"/>
          </p:cNvPicPr>
          <p:nvPr/>
        </p:nvPicPr>
        <p:blipFill>
          <a:blip xmlns:r="http://schemas.openxmlformats.org/officeDocument/2006/relationships" xmlns:a="http://schemas.openxmlformats.org/drawingml/2006/main" r:embed="R1bcb342a00904ac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B4A6151F-878C-4919-9D4F-8845E77CADF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EA3FE07A-35B7-4972-8FC6-721663C1EBBD}"/>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8" name="text">
            <a:extLst xmlns:a="http://schemas.openxmlformats.org/drawingml/2006/main">
              <a:ext uri="{FF2B5EF4-FFF2-40B4-BE49-F238E27FC236}">
                <a16:creationId xmlns:a16="http://schemas.microsoft.com/office/drawing/2014/main" id="{C87BBC18-35B2-4DBC-A825-DD20A9BFD3DE}"/>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9" name="text">
            <a:extLst xmlns:a="http://schemas.openxmlformats.org/drawingml/2006/main">
              <a:ext uri="{FF2B5EF4-FFF2-40B4-BE49-F238E27FC236}">
                <a16:creationId xmlns:a16="http://schemas.microsoft.com/office/drawing/2014/main" id="{4D5024A9-8B21-41EA-90BE-09466CC4BE48}"/>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6907909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A392BB7B-7FF5-4D97-8B3B-4CD038DC95CB}"/>
              </a:ext>
            </a:extLst>
          </p:cNvPr>
          <p:cNvPicPr>
            <a:picLocks xmlns:a="http://schemas.openxmlformats.org/drawingml/2006/main" noChangeAspect="1"/>
          </p:cNvPicPr>
          <p:nvPr/>
        </p:nvPicPr>
        <p:blipFill>
          <a:blip xmlns:r="http://schemas.openxmlformats.org/officeDocument/2006/relationships" xmlns:a="http://schemas.openxmlformats.org/drawingml/2006/main" r:embed="R9254a9390759440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E117ED3-9BDB-46AD-BEB6-53D0600C633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ECBEB8-8CC5-4367-AAB3-EB5288F8713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27FA692-D909-4E52-BD6D-4AEFE2161E4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53A39A0-E0FF-45C4-ADFC-E36742BCA1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1FC1B79-78B2-4BA1-ACE2-905C3C6C506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pic>
        <p:nvPicPr>
          <p:cNvPr id="7" name="">
            <a:extLst xmlns:a="http://schemas.openxmlformats.org/drawingml/2006/main">
              <a:ext uri="{FF2B5EF4-FFF2-40B4-BE49-F238E27FC236}">
                <a16:creationId xmlns:a16="http://schemas.microsoft.com/office/drawing/2014/main" id="{64E80431-8EF7-453A-BB82-F9C15BBAFFFD}"/>
              </a:ext>
            </a:extLst>
          </p:cNvPr>
          <p:cNvPicPr>
            <a:picLocks xmlns:a="http://schemas.openxmlformats.org/drawingml/2006/main" noChangeAspect="1"/>
          </p:cNvPicPr>
          <p:nvPr/>
        </p:nvPicPr>
        <p:blipFill>
          <a:blip xmlns:r="http://schemas.openxmlformats.org/officeDocument/2006/relationships" xmlns:a="http://schemas.openxmlformats.org/drawingml/2006/main" r:embed="R9b523b6fef8b4b33"/>
          <a:stretch xmlns:a="http://schemas.openxmlformats.org/drawingml/2006/main"/>
        </p:blipFill>
        <p:spPr>
          <a:xfrm xmlns:a="http://schemas.openxmlformats.org/drawingml/2006/main">
            <a:off x="2503792" y="5238750"/>
            <a:ext cx="2755292" cy="4238625"/>
          </a:xfrm>
          <a:prstGeom xmlns:a="http://schemas.openxmlformats.org/drawingml/2006/main" prst="rect">
            <a:avLst/>
          </a:prstGeom>
        </p:spPr>
      </p:pic>
      <p:sp>
        <p:nvSpPr>
          <p:cNvPr id="8" name="참조 R03-22 여백 있는 말풍선">
            <a:extLst xmlns:a="http://schemas.openxmlformats.org/drawingml/2006/main">
              <a:ext uri="{FF2B5EF4-FFF2-40B4-BE49-F238E27FC236}">
                <a16:creationId xmlns:a16="http://schemas.microsoft.com/office/drawing/2014/main" id="{CB510F2F-450B-47BE-A433-6F9FB3F2F3CA}"/>
              </a:ext>
            </a:extLst>
          </p:cNvPr>
          <p:cNvSpPr>
            <a:spLocks xmlns:a="http://schemas.openxmlformats.org/drawingml/2006/main" noGrp="1"/>
          </p:cNvSpPr>
          <p:nvPr/>
        </p:nvSpPr>
        <p:spPr>
          <a:xfrm xmlns:a="http://schemas.openxmlformats.org/drawingml/2006/main">
            <a:off x="1524000" y="3714750"/>
            <a:ext cx="4524375" cy="1390650"/>
          </a:xfrm>
          <a:prstGeom xmlns:a="http://schemas.openxmlformats.org/drawingml/2006/main" prst="roundRect">
            <a:avLst>
              <a:gd name="adj" fmla="val 17808"/>
            </a:avLst>
          </a:prstGeom>
          <a:solidFill xmlns:a="http://schemas.openxmlformats.org/drawingml/2006/main">
            <a:srgbClr val="F5F5F5"/>
          </a:solidFill>
          <a:ln xmlns:a="http://schemas.openxmlformats.org/drawingml/2006/main" w="0">
            <a:noFill/>
          </a:ln>
        </p:spPr>
      </p:sp>
      <p:sp>
        <p:nvSpPr>
          <p:cNvPr id="9" name="인물 발화 연결 꼬리">
            <a:extLst xmlns:a="http://schemas.openxmlformats.org/drawingml/2006/main">
              <a:ext uri="{FF2B5EF4-FFF2-40B4-BE49-F238E27FC236}">
                <a16:creationId xmlns:a16="http://schemas.microsoft.com/office/drawing/2014/main" id="{47E99B3C-D4FD-4C18-876A-226B22ACD392}"/>
              </a:ext>
            </a:extLst>
          </p:cNvPr>
          <p:cNvSpPr>
            <a:spLocks xmlns:a="http://schemas.openxmlformats.org/drawingml/2006/main" noGrp="1"/>
          </p:cNvSpPr>
          <p:nvPr/>
        </p:nvSpPr>
        <p:spPr>
          <a:xfrm xmlns:a="http://schemas.openxmlformats.org/drawingml/2006/main">
            <a:off x="3786188" y="50958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0" name="캐릭터 질문 1">
            <a:extLst xmlns:a="http://schemas.openxmlformats.org/drawingml/2006/main">
              <a:ext uri="{FF2B5EF4-FFF2-40B4-BE49-F238E27FC236}">
                <a16:creationId xmlns:a16="http://schemas.microsoft.com/office/drawing/2014/main" id="{381F7358-FAC8-4AA7-AAD7-82D6F0B6709C}"/>
              </a:ext>
            </a:extLst>
          </p:cNvPr>
          <p:cNvSpPr>
            <a:spLocks xmlns:a="http://schemas.openxmlformats.org/drawingml/2006/main" noGrp="1"/>
          </p:cNvSpPr>
          <p:nvPr/>
        </p:nvSpPr>
        <p:spPr>
          <a:xfrm xmlns:a="http://schemas.openxmlformats.org/drawingml/2006/main">
            <a:off x="1752600" y="3943350"/>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CO만 생길 때의 열을</a:t>
            </a:r>
          </a:p>
        </p:txBody>
      </p:sp>
      <p:sp>
        <p:nvSpPr>
          <p:cNvPr id="11" name="캐릭터 질문 2">
            <a:extLst xmlns:a="http://schemas.openxmlformats.org/drawingml/2006/main">
              <a:ext uri="{FF2B5EF4-FFF2-40B4-BE49-F238E27FC236}">
                <a16:creationId xmlns:a16="http://schemas.microsoft.com/office/drawing/2014/main" id="{C5964D29-BA82-4992-911D-C06F658626EB}"/>
              </a:ext>
            </a:extLst>
          </p:cNvPr>
          <p:cNvSpPr>
            <a:spLocks xmlns:a="http://schemas.openxmlformats.org/drawingml/2006/main" noGrp="1"/>
          </p:cNvSpPr>
          <p:nvPr/>
        </p:nvSpPr>
        <p:spPr>
          <a:xfrm xmlns:a="http://schemas.openxmlformats.org/drawingml/2006/main">
            <a:off x="1752600" y="4410075"/>
            <a:ext cx="40671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어떻게 구할까?</a:t>
            </a:r>
          </a:p>
        </p:txBody>
      </p:sp>
      <p:sp>
        <p:nvSpPr>
          <p:cNvPr id="12" name="R04-33 표제와 해석 영역">
            <a:extLst xmlns:a="http://schemas.openxmlformats.org/drawingml/2006/main">
              <a:ext uri="{FF2B5EF4-FFF2-40B4-BE49-F238E27FC236}">
                <a16:creationId xmlns:a16="http://schemas.microsoft.com/office/drawing/2014/main" id="{0C594A03-AA4F-45BF-BA2C-D099A3611CEE}"/>
              </a:ext>
            </a:extLst>
          </p:cNvPr>
          <p:cNvSpPr>
            <a:spLocks xmlns:a="http://schemas.openxmlformats.org/drawingml/2006/main" noGrp="1"/>
          </p:cNvSpPr>
          <p:nvPr/>
        </p:nvSpPr>
        <p:spPr>
          <a:xfrm xmlns:a="http://schemas.openxmlformats.org/drawingml/2006/main">
            <a:off x="6905625" y="390525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3" name="rich">
            <a:extLst xmlns:a="http://schemas.openxmlformats.org/drawingml/2006/main">
              <a:ext uri="{FF2B5EF4-FFF2-40B4-BE49-F238E27FC236}">
                <a16:creationId xmlns:a16="http://schemas.microsoft.com/office/drawing/2014/main" id="{9CCEDBC7-23EF-40B2-8641-4C898F678A68}"/>
              </a:ext>
            </a:extLst>
          </p:cNvPr>
          <p:cNvSpPr>
            <a:spLocks xmlns:a="http://schemas.openxmlformats.org/drawingml/2006/main" noGrp="1"/>
          </p:cNvSpPr>
          <p:nvPr/>
        </p:nvSpPr>
        <p:spPr>
          <a:xfrm xmlns:a="http://schemas.openxmlformats.org/drawingml/2006/main">
            <a:off x="7210425" y="406717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함께 생성될 수 있는 CO₂</a:t>
            </a:r>
          </a:p>
        </p:txBody>
      </p:sp>
      <p:sp>
        <p:nvSpPr>
          <p:cNvPr id="14" name="rich">
            <a:extLst xmlns:a="http://schemas.openxmlformats.org/drawingml/2006/main">
              <a:ext uri="{FF2B5EF4-FFF2-40B4-BE49-F238E27FC236}">
                <a16:creationId xmlns:a16="http://schemas.microsoft.com/office/drawing/2014/main" id="{961B05C0-3B7E-4944-9851-848F1A0E6394}"/>
              </a:ext>
            </a:extLst>
          </p:cNvPr>
          <p:cNvSpPr>
            <a:spLocks xmlns:a="http://schemas.openxmlformats.org/drawingml/2006/main" noGrp="1"/>
          </p:cNvSpPr>
          <p:nvPr/>
        </p:nvSpPr>
        <p:spPr>
          <a:xfrm xmlns:a="http://schemas.openxmlformats.org/drawingml/2006/main">
            <a:off x="7210425" y="469582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탄소가 불완전 연소할 때 CO₂도 생성될 수 있다.</a:t>
            </a:r>
          </a:p>
        </p:txBody>
      </p:sp>
      <p:sp>
        <p:nvSpPr>
          <p:cNvPr id="15" name="R04-33 표제와 해석 영역">
            <a:extLst xmlns:a="http://schemas.openxmlformats.org/drawingml/2006/main">
              <a:ext uri="{FF2B5EF4-FFF2-40B4-BE49-F238E27FC236}">
                <a16:creationId xmlns:a16="http://schemas.microsoft.com/office/drawing/2014/main" id="{28F00150-4870-4F43-8D1C-886B56A7B8B4}"/>
              </a:ext>
            </a:extLst>
          </p:cNvPr>
          <p:cNvSpPr>
            <a:spLocks xmlns:a="http://schemas.openxmlformats.org/drawingml/2006/main" noGrp="1"/>
          </p:cNvSpPr>
          <p:nvPr/>
        </p:nvSpPr>
        <p:spPr>
          <a:xfrm xmlns:a="http://schemas.openxmlformats.org/drawingml/2006/main">
            <a:off x="6905625" y="5724525"/>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CC2A29D7-F9C2-4F65-93E3-3F14B8C4C201}"/>
              </a:ext>
            </a:extLst>
          </p:cNvPr>
          <p:cNvSpPr>
            <a:spLocks xmlns:a="http://schemas.openxmlformats.org/drawingml/2006/main" noGrp="1"/>
          </p:cNvSpPr>
          <p:nvPr/>
        </p:nvSpPr>
        <p:spPr>
          <a:xfrm xmlns:a="http://schemas.openxmlformats.org/drawingml/2006/main">
            <a:off x="7210425" y="5886450"/>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따로 측정하기 어려운 열</a:t>
            </a:r>
          </a:p>
        </p:txBody>
      </p:sp>
      <p:sp>
        <p:nvSpPr>
          <p:cNvPr id="17" name="rich">
            <a:extLst xmlns:a="http://schemas.openxmlformats.org/drawingml/2006/main">
              <a:ext uri="{FF2B5EF4-FFF2-40B4-BE49-F238E27FC236}">
                <a16:creationId xmlns:a16="http://schemas.microsoft.com/office/drawing/2014/main" id="{30CDADBD-5E6E-4641-BCC1-BBD3F24CB744}"/>
              </a:ext>
            </a:extLst>
          </p:cNvPr>
          <p:cNvSpPr>
            <a:spLocks xmlns:a="http://schemas.openxmlformats.org/drawingml/2006/main" noGrp="1"/>
          </p:cNvSpPr>
          <p:nvPr/>
        </p:nvSpPr>
        <p:spPr>
          <a:xfrm xmlns:a="http://schemas.openxmlformats.org/drawingml/2006/main">
            <a:off x="7210425" y="6515100"/>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CO만 생성되는 반응의 열을 분리하기 어렵다.</a:t>
            </a:r>
          </a:p>
        </p:txBody>
      </p:sp>
      <p:sp>
        <p:nvSpPr>
          <p:cNvPr id="18" name="R04-33 표제와 해석 영역">
            <a:extLst xmlns:a="http://schemas.openxmlformats.org/drawingml/2006/main">
              <a:ext uri="{FF2B5EF4-FFF2-40B4-BE49-F238E27FC236}">
                <a16:creationId xmlns:a16="http://schemas.microsoft.com/office/drawing/2014/main" id="{57FB2567-C42A-4BA0-A5E2-A1FBEB554E30}"/>
              </a:ext>
            </a:extLst>
          </p:cNvPr>
          <p:cNvSpPr>
            <a:spLocks xmlns:a="http://schemas.openxmlformats.org/drawingml/2006/main" noGrp="1"/>
          </p:cNvSpPr>
          <p:nvPr/>
        </p:nvSpPr>
        <p:spPr>
          <a:xfrm xmlns:a="http://schemas.openxmlformats.org/drawingml/2006/main">
            <a:off x="6905625" y="7543800"/>
            <a:ext cx="10287000"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9" name="rich">
            <a:extLst xmlns:a="http://schemas.openxmlformats.org/drawingml/2006/main">
              <a:ext uri="{FF2B5EF4-FFF2-40B4-BE49-F238E27FC236}">
                <a16:creationId xmlns:a16="http://schemas.microsoft.com/office/drawing/2014/main" id="{A4BFBDFF-B1C1-4A27-9FB8-0361A515EB76}"/>
              </a:ext>
            </a:extLst>
          </p:cNvPr>
          <p:cNvSpPr>
            <a:spLocks xmlns:a="http://schemas.openxmlformats.org/drawingml/2006/main" noGrp="1"/>
          </p:cNvSpPr>
          <p:nvPr/>
        </p:nvSpPr>
        <p:spPr>
          <a:xfrm xmlns:a="http://schemas.openxmlformats.org/drawingml/2006/main">
            <a:off x="7210425" y="7705725"/>
            <a:ext cx="9677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다른 반응을 이용한 간접 측정</a:t>
            </a:r>
          </a:p>
        </p:txBody>
      </p:sp>
      <p:sp>
        <p:nvSpPr>
          <p:cNvPr id="20" name="rich">
            <a:extLst xmlns:a="http://schemas.openxmlformats.org/drawingml/2006/main">
              <a:ext uri="{FF2B5EF4-FFF2-40B4-BE49-F238E27FC236}">
                <a16:creationId xmlns:a16="http://schemas.microsoft.com/office/drawing/2014/main" id="{EB05CE68-D7DE-44EC-9273-2AF61D6E1F25}"/>
              </a:ext>
            </a:extLst>
          </p:cNvPr>
          <p:cNvSpPr>
            <a:spLocks xmlns:a="http://schemas.openxmlformats.org/drawingml/2006/main" noGrp="1"/>
          </p:cNvSpPr>
          <p:nvPr/>
        </p:nvSpPr>
        <p:spPr>
          <a:xfrm xmlns:a="http://schemas.openxmlformats.org/drawingml/2006/main">
            <a:off x="7210425" y="8334375"/>
            <a:ext cx="9677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이미 알고 있는 반응의 </a:t>
            </a:r>
            <a:r>
              <a:t>Δ</a:t>
            </a:r>
            <a:r>
              <a:rPr i="1">
                <a:latin typeface="Pretendard"/>
                <a:ea typeface="Pretendard"/>
                <a:cs typeface="Pretendard"/>
              </a:rPr>
              <a:t>H</a:t>
            </a:r>
            <a:r>
              <a:t>로 구한다.</a:t>
            </a:r>
          </a:p>
        </p:txBody>
      </p:sp>
    </p:spTree>
    <p:extLst>
      <p:ext uri="{BB962C8B-B14F-4D97-AF65-F5344CB8AC3E}">
        <p14:creationId xmlns:p14="http://schemas.microsoft.com/office/powerpoint/2010/main" val="114999495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6BCB43D0-00B3-4E49-BA78-B415FEFF81A0}"/>
              </a:ext>
            </a:extLst>
          </p:cNvPr>
          <p:cNvPicPr>
            <a:picLocks xmlns:a="http://schemas.openxmlformats.org/drawingml/2006/main" noChangeAspect="1"/>
          </p:cNvPicPr>
          <p:nvPr/>
        </p:nvPicPr>
        <p:blipFill>
          <a:blip xmlns:r="http://schemas.openxmlformats.org/officeDocument/2006/relationships" xmlns:a="http://schemas.openxmlformats.org/drawingml/2006/main" r:embed="R4e158163ccf9439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C4569B-8F8B-4039-B31A-9AC2B23A04D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AB87E0B-7D45-4E1E-B2B8-D191DEEFD7C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E9492C3-B8E3-4C95-9342-0EE6EDAE70E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C352BE2-CFFD-41C4-A8EC-074018268EE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B52224C3-0AEF-4B0C-8ED4-FA399C1F142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B84D5E59-ABCC-4F0A-8F70-207B24705703}"/>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3DAA22D1-6E24-48A6-9AE2-8F55E9178351}"/>
              </a:ext>
            </a:extLst>
          </p:cNvPr>
          <p:cNvPicPr>
            <a:picLocks xmlns:a="http://schemas.openxmlformats.org/drawingml/2006/main" noChangeAspect="1"/>
          </p:cNvPicPr>
          <p:nvPr/>
        </p:nvPicPr>
        <p:blipFill>
          <a:blip xmlns:r="http://schemas.openxmlformats.org/officeDocument/2006/relationships" xmlns:a="http://schemas.openxmlformats.org/drawingml/2006/main" r:embed="R9b3c6f4a00be4cd4"/>
          <a:stretch xmlns:a="http://schemas.openxmlformats.org/drawingml/2006/main"/>
        </p:blipFill>
        <p:spPr>
          <a:xfrm xmlns:a="http://schemas.openxmlformats.org/drawingml/2006/main">
            <a:off x="2505075" y="4423479"/>
            <a:ext cx="11577161" cy="1178576"/>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C609E35C-5BD7-4608-92DB-50891F665C90}"/>
              </a:ext>
            </a:extLst>
          </p:cNvPr>
          <p:cNvPicPr>
            <a:picLocks xmlns:a="http://schemas.openxmlformats.org/drawingml/2006/main" noChangeAspect="1"/>
          </p:cNvPicPr>
          <p:nvPr/>
        </p:nvPicPr>
        <p:blipFill>
          <a:blip xmlns:r="http://schemas.openxmlformats.org/officeDocument/2006/relationships" xmlns:a="http://schemas.openxmlformats.org/drawingml/2006/main" r:embed="R570f4b7b897f448e"/>
          <a:stretch xmlns:a="http://schemas.openxmlformats.org/drawingml/2006/main"/>
        </p:blipFill>
        <p:spPr>
          <a:xfrm xmlns:a="http://schemas.openxmlformats.org/drawingml/2006/main">
            <a:off x="2505415" y="5930080"/>
            <a:ext cx="13191445" cy="802958"/>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1908040-B171-4A8C-B24C-4AAC40B7B042}"/>
              </a:ext>
            </a:extLst>
          </p:cNvPr>
          <p:cNvPicPr>
            <a:picLocks xmlns:a="http://schemas.openxmlformats.org/drawingml/2006/main" noChangeAspect="1"/>
          </p:cNvPicPr>
          <p:nvPr/>
        </p:nvPicPr>
        <p:blipFill>
          <a:blip xmlns:r="http://schemas.openxmlformats.org/officeDocument/2006/relationships" xmlns:a="http://schemas.openxmlformats.org/drawingml/2006/main" r:embed="Rd48c373d38d44e12"/>
          <a:stretch xmlns:a="http://schemas.openxmlformats.org/drawingml/2006/main"/>
        </p:blipFill>
        <p:spPr>
          <a:xfrm xmlns:a="http://schemas.openxmlformats.org/drawingml/2006/main">
            <a:off x="2506108" y="6853749"/>
            <a:ext cx="13190060" cy="1178243"/>
          </a:xfrm>
          <a:prstGeom xmlns:a="http://schemas.openxmlformats.org/drawingml/2006/main" prst="rect">
            <a:avLst/>
          </a:prstGeom>
        </p:spPr>
      </p:pic>
    </p:spTree>
    <p:extLst>
      <p:ext uri="{BB962C8B-B14F-4D97-AF65-F5344CB8AC3E}">
        <p14:creationId xmlns:p14="http://schemas.microsoft.com/office/powerpoint/2010/main" val="9224810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44AFA50F-9572-43FD-AA85-6B164418ADCC}"/>
              </a:ext>
            </a:extLst>
          </p:cNvPr>
          <p:cNvPicPr>
            <a:picLocks xmlns:a="http://schemas.openxmlformats.org/drawingml/2006/main" noChangeAspect="1"/>
          </p:cNvPicPr>
          <p:nvPr/>
        </p:nvPicPr>
        <p:blipFill>
          <a:blip xmlns:r="http://schemas.openxmlformats.org/officeDocument/2006/relationships" xmlns:a="http://schemas.openxmlformats.org/drawingml/2006/main" r:embed="R699706b5455f46d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2E83B24-9698-49A8-9130-A8488EECAC5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59B5240-9835-448B-8337-314A61C1F42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A3848AC-3346-46CD-8E00-26221A0DECF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C32D2D06-66CE-46A2-A9BC-15469E7D779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C6A2E93A-22AE-4720-A72B-C552483499A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C27B3ACD-8CE9-4DF4-8B66-B6261945A94D}"/>
              </a:ext>
            </a:extLst>
          </p:cNvPr>
          <p:cNvPicPr>
            <a:picLocks xmlns:a="http://schemas.openxmlformats.org/drawingml/2006/main" noChangeAspect="1"/>
          </p:cNvPicPr>
          <p:nvPr/>
        </p:nvPicPr>
        <p:blipFill>
          <a:blip xmlns:r="http://schemas.openxmlformats.org/officeDocument/2006/relationships" xmlns:a="http://schemas.openxmlformats.org/drawingml/2006/main" r:embed="R4e45a60b15bb41ef"/>
          <a:stretch xmlns:a="http://schemas.openxmlformats.org/drawingml/2006/main"/>
        </p:blipFill>
        <p:spPr>
          <a:xfrm xmlns:a="http://schemas.openxmlformats.org/drawingml/2006/main">
            <a:off x="4782752" y="4095750"/>
            <a:ext cx="8741546" cy="347662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AB504EB-801D-4EBC-9FD7-2F407D5C1E47}"/>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두 연소 반응식을 빼면, 양변의 CO₂가 소거된다.</a:t>
            </a:r>
          </a:p>
        </p:txBody>
      </p:sp>
      <p:sp>
        <p:nvSpPr>
          <p:cNvPr id="9" name="해석·결론">
            <a:extLst xmlns:a="http://schemas.openxmlformats.org/drawingml/2006/main">
              <a:ext uri="{FF2B5EF4-FFF2-40B4-BE49-F238E27FC236}">
                <a16:creationId xmlns:a16="http://schemas.microsoft.com/office/drawing/2014/main" id="{852D0F1B-9F10-4A0C-AD89-94F2DB024BF9}"/>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1C307CAE-6CE4-4ECA-BBA7-2816C914F070}"/>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43927502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F91CFC7-3B8C-4EFB-AAC6-3A6097D08D09}"/>
              </a:ext>
            </a:extLst>
          </p:cNvPr>
          <p:cNvPicPr>
            <a:picLocks xmlns:a="http://schemas.openxmlformats.org/drawingml/2006/main" noChangeAspect="1"/>
          </p:cNvPicPr>
          <p:nvPr/>
        </p:nvPicPr>
        <p:blipFill>
          <a:blip xmlns:r="http://schemas.openxmlformats.org/officeDocument/2006/relationships" xmlns:a="http://schemas.openxmlformats.org/drawingml/2006/main" r:embed="R1d269ae11bee49d7"/>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CC2D059-070B-408F-9E26-54D0D646252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C0FF701-0E0A-4985-A42D-C61DD5596DB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45DD2D8-F77A-4FDF-B3D5-2A902779629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C071A80-D0A3-4158-9985-CCC672F1FD5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E8D1209-B20A-498C-A5BB-4DB743FEC45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8290CE58-7D73-4A6E-A98C-18F7CA43DB22}"/>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pic>
        <p:nvPicPr>
          <p:cNvPr id="8" name="">
            <a:extLst xmlns:a="http://schemas.openxmlformats.org/drawingml/2006/main">
              <a:ext uri="{FF2B5EF4-FFF2-40B4-BE49-F238E27FC236}">
                <a16:creationId xmlns:a16="http://schemas.microsoft.com/office/drawing/2014/main" id="{C466402E-C761-4566-B9BC-53779BD0A480}"/>
              </a:ext>
            </a:extLst>
          </p:cNvPr>
          <p:cNvPicPr>
            <a:picLocks xmlns:a="http://schemas.openxmlformats.org/drawingml/2006/main" noChangeAspect="1"/>
          </p:cNvPicPr>
          <p:nvPr/>
        </p:nvPicPr>
        <p:blipFill>
          <a:blip xmlns:r="http://schemas.openxmlformats.org/officeDocument/2006/relationships" xmlns:a="http://schemas.openxmlformats.org/drawingml/2006/main" r:embed="R41c6dc2b754842d6"/>
          <a:stretch xmlns:a="http://schemas.openxmlformats.org/drawingml/2006/main"/>
        </p:blipFill>
        <p:spPr>
          <a:xfrm xmlns:a="http://schemas.openxmlformats.org/drawingml/2006/main">
            <a:off x="2505415" y="5309931"/>
            <a:ext cx="13191445" cy="802958"/>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DEBA786-38AD-4098-9922-43803DCDBB18}"/>
              </a:ext>
            </a:extLst>
          </p:cNvPr>
          <p:cNvPicPr>
            <a:picLocks xmlns:a="http://schemas.openxmlformats.org/drawingml/2006/main" noChangeAspect="1"/>
          </p:cNvPicPr>
          <p:nvPr/>
        </p:nvPicPr>
        <p:blipFill>
          <a:blip xmlns:r="http://schemas.openxmlformats.org/officeDocument/2006/relationships" xmlns:a="http://schemas.openxmlformats.org/drawingml/2006/main" r:embed="R462b754a9af143aa"/>
          <a:stretch xmlns:a="http://schemas.openxmlformats.org/drawingml/2006/main"/>
        </p:blipFill>
        <p:spPr>
          <a:xfrm xmlns:a="http://schemas.openxmlformats.org/drawingml/2006/main">
            <a:off x="2506108" y="6233600"/>
            <a:ext cx="13190060" cy="1178243"/>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5E86A059-115C-474F-AAB4-579FA370B573}"/>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85916136-971B-4CEE-8B5C-1E182D2E008D}"/>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₃</a:t>
            </a:r>
            <a:r>
              <a:t> = −393.5 − (−283.0) = </a:t>
            </a:r>
            <a:r>
              <a:rPr b="1">
                <a:solidFill>
                  <a:srgbClr val="9FFF68"/>
                </a:solidFill>
              </a:rPr>
              <a:t>−110.5 kJ</a:t>
            </a:r>
          </a:p>
        </p:txBody>
      </p:sp>
    </p:spTree>
    <p:extLst>
      <p:ext uri="{BB962C8B-B14F-4D97-AF65-F5344CB8AC3E}">
        <p14:creationId xmlns:p14="http://schemas.microsoft.com/office/powerpoint/2010/main" val="116061682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2A56061-A862-4AEB-8C98-01C10DE3BF2C}"/>
              </a:ext>
            </a:extLst>
          </p:cNvPr>
          <p:cNvPicPr>
            <a:picLocks xmlns:a="http://schemas.openxmlformats.org/drawingml/2006/main" noChangeAspect="1"/>
          </p:cNvPicPr>
          <p:nvPr/>
        </p:nvPicPr>
        <p:blipFill>
          <a:blip xmlns:r="http://schemas.openxmlformats.org/officeDocument/2006/relationships" xmlns:a="http://schemas.openxmlformats.org/drawingml/2006/main" r:embed="R11ea87dd731b405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AE6236E-9F5A-4F20-82B2-BA48A6BF728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0077954-4419-44C1-98DD-65AB4DAB567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5F760CF-82C8-43D6-952E-3353EF02BFB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536F880E-671A-4F05-8865-BC64282238F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1B12220-DB19-445A-8E96-7960E20FEBA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29B0EA67-7679-434F-904A-495A42FFD621}"/>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5D20B73F-8067-43C6-8519-78732E4DB1AC}"/>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5E6284D0-DB5D-4BB7-A5A6-D684BCD46E8A}"/>
              </a:ext>
            </a:extLst>
          </p:cNvPr>
          <p:cNvPicPr>
            <a:picLocks xmlns:a="http://schemas.openxmlformats.org/drawingml/2006/main" noChangeAspect="1"/>
          </p:cNvPicPr>
          <p:nvPr/>
        </p:nvPicPr>
        <p:blipFill>
          <a:blip xmlns:r="http://schemas.openxmlformats.org/officeDocument/2006/relationships" xmlns:a="http://schemas.openxmlformats.org/drawingml/2006/main" r:embed="R1e49d72eeece45dc"/>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768AA289-8401-4075-801C-A14FEB6E2844}"/>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589D93B8-9830-4F23-94BE-9B247E62ADCE}"/>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rPr sz="3150" b="0">
                <a:solidFill>
                  <a:srgbClr val="000000"/>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26450917-7BE6-4FBC-A9F6-CD3815A11D6A}"/>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000000"/>
                </a:solidFill>
                <a:latin typeface="Pretendard"/>
                <a:ea typeface="Pretendard"/>
                <a:cs typeface="Pretendard"/>
              </a:defRPr>
            </a:defPPr>
            <a:lvl1pPr algn="l">
              <a:defRPr sz="3150" b="0">
                <a:solidFill>
                  <a:srgbClr val="000000"/>
                </a:solidFill>
                <a:latin typeface="Pretendard"/>
                <a:ea typeface="Pretendard"/>
                <a:cs typeface="Pretendard"/>
              </a:defRPr>
            </a:lvl1pPr>
            <a:lvl2pPr algn="l">
              <a:defRPr sz="3150" b="0">
                <a:solidFill>
                  <a:srgbClr val="000000"/>
                </a:solidFill>
                <a:latin typeface="Pretendard"/>
                <a:ea typeface="Pretendard"/>
                <a:cs typeface="Pretendard"/>
              </a:defRPr>
            </a:lvl2pPr>
            <a:lvl3pPr algn="l">
              <a:defRPr sz="3150" b="0">
                <a:solidFill>
                  <a:srgbClr val="000000"/>
                </a:solidFill>
                <a:latin typeface="Pretendard"/>
                <a:ea typeface="Pretendard"/>
                <a:cs typeface="Pretendard"/>
              </a:defRPr>
            </a:lvl3pPr>
            <a:lvl4pPr algn="l">
              <a:defRPr sz="3150" b="0">
                <a:solidFill>
                  <a:srgbClr val="000000"/>
                </a:solidFill>
                <a:latin typeface="Pretendard"/>
                <a:ea typeface="Pretendard"/>
                <a:cs typeface="Pretendard"/>
              </a:defRPr>
            </a:lvl4pPr>
            <a:lvl5pPr algn="l">
              <a:defRPr sz="3150" b="0">
                <a:solidFill>
                  <a:srgbClr val="000000"/>
                </a:solidFill>
                <a:latin typeface="Pretendard"/>
                <a:ea typeface="Pretendard"/>
                <a:cs typeface="Pretendard"/>
              </a:defRPr>
            </a:lvl5pPr>
            <a:lvl6pPr algn="l">
              <a:defRPr sz="3150" b="0">
                <a:solidFill>
                  <a:srgbClr val="000000"/>
                </a:solidFill>
                <a:latin typeface="Pretendard"/>
                <a:ea typeface="Pretendard"/>
                <a:cs typeface="Pretendard"/>
              </a:defRPr>
            </a:lvl6pPr>
            <a:lvl7pPr algn="l">
              <a:defRPr sz="3150" b="0">
                <a:solidFill>
                  <a:srgbClr val="000000"/>
                </a:solidFill>
                <a:latin typeface="Pretendard"/>
                <a:ea typeface="Pretendard"/>
                <a:cs typeface="Pretendard"/>
              </a:defRPr>
            </a:lvl7pPr>
            <a:lvl8pPr algn="l">
              <a:defRPr sz="3150" b="0">
                <a:solidFill>
                  <a:srgbClr val="000000"/>
                </a:solidFill>
                <a:latin typeface="Pretendard"/>
                <a:ea typeface="Pretendard"/>
                <a:cs typeface="Pretendard"/>
              </a:defRPr>
            </a:lvl8pPr>
            <a:lvl9pPr algn="l">
              <a:defRPr sz="3150" b="0">
                <a:solidFill>
                  <a:srgbClr val="000000"/>
                </a:solidFill>
                <a:latin typeface="Pretendard"/>
                <a:ea typeface="Pretendard"/>
                <a:cs typeface="Pretendard"/>
              </a:defRPr>
            </a:lvl9pPr>
          </a:lstStyle>
          <a:p xmlns:a="http://schemas.openxmlformats.org/drawingml/2006/main">
            <a:pPr algn="l">
              <a:defRPr sz="3150" b="0">
                <a:solidFill>
                  <a:srgbClr val="000000"/>
                </a:solidFill>
                <a:latin typeface="Pretendard"/>
                <a:ea typeface="Pretendard"/>
                <a:cs typeface="Pretendard"/>
              </a:defRPr>
            </a:pPr>
            <a:r>
              <a:t>헤스 법칙으로 두 물질 사이의 </a:t>
            </a:r>
            <a:r>
              <a:t>Δ</a:t>
            </a:r>
            <a:r>
              <a:rPr i="1">
                <a:latin typeface="Pretendard"/>
                <a:ea typeface="Pretendard"/>
                <a:cs typeface="Pretendard"/>
              </a:rPr>
              <a:t>H</a:t>
            </a:r>
            <a:r>
              <a:t>를 구한다.</a:t>
            </a:r>
          </a:p>
        </p:txBody>
      </p:sp>
      <p:pic>
        <p:nvPicPr>
          <p:cNvPr id="13" name="">
            <a:extLst xmlns:a="http://schemas.openxmlformats.org/drawingml/2006/main">
              <a:ext uri="{FF2B5EF4-FFF2-40B4-BE49-F238E27FC236}">
                <a16:creationId xmlns:a16="http://schemas.microsoft.com/office/drawing/2014/main" id="{7E794922-E9D8-458C-8CDF-44FFBD129AD0}"/>
              </a:ext>
            </a:extLst>
          </p:cNvPr>
          <p:cNvPicPr>
            <a:picLocks xmlns:a="http://schemas.openxmlformats.org/drawingml/2006/main" noChangeAspect="1"/>
          </p:cNvPicPr>
          <p:nvPr/>
        </p:nvPicPr>
        <p:blipFill>
          <a:blip xmlns:r="http://schemas.openxmlformats.org/officeDocument/2006/relationships" xmlns:a="http://schemas.openxmlformats.org/drawingml/2006/main" r:embed="R5a889b90940549b2"/>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18866536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9578E5B1-3A9C-4D03-AFED-DD86B6453081}"/>
              </a:ext>
            </a:extLst>
          </p:cNvPr>
          <p:cNvPicPr>
            <a:picLocks xmlns:a="http://schemas.openxmlformats.org/drawingml/2006/main" noChangeAspect="1"/>
          </p:cNvPicPr>
          <p:nvPr/>
        </p:nvPicPr>
        <p:blipFill>
          <a:blip xmlns:r="http://schemas.openxmlformats.org/officeDocument/2006/relationships" xmlns:a="http://schemas.openxmlformats.org/drawingml/2006/main" r:embed="R90ebcb90a8524cf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B65BD2A-0A12-4E2A-9378-E07288D9D28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43C043-B4FB-4A90-83BB-3B432C89271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32CA7E6-15D8-4EFE-9E98-CF14A8C8457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E035290-CBE2-4281-A3F3-95590B741C8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98792BC-D7E4-4D11-9E8B-176D0F8C6E9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연소열의 차이로 구한다</a:t>
            </a:r>
          </a:p>
        </p:txBody>
      </p:sp>
      <p:sp>
        <p:nvSpPr>
          <p:cNvPr id="7" name="text">
            <a:extLst xmlns:a="http://schemas.openxmlformats.org/drawingml/2006/main">
              <a:ext uri="{FF2B5EF4-FFF2-40B4-BE49-F238E27FC236}">
                <a16:creationId xmlns:a16="http://schemas.microsoft.com/office/drawing/2014/main" id="{F4100B86-D62C-4554-BE92-947DB9E08F4A}"/>
              </a:ext>
            </a:extLst>
          </p:cNvPr>
          <p:cNvSpPr>
            <a:spLocks xmlns:a="http://schemas.openxmlformats.org/drawingml/2006/main" noGrp="1"/>
          </p:cNvSpPr>
          <p:nvPr/>
        </p:nvSpPr>
        <p:spPr>
          <a:xfrm xmlns:a="http://schemas.openxmlformats.org/drawingml/2006/main">
            <a:off x="1428750" y="3743325"/>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25 °C, 1기압에서 같은 생성물 CO₂가 생기는 두 연소 반응을 비교한다.</a:t>
            </a:r>
          </a:p>
        </p:txBody>
      </p:sp>
      <p:pic>
        <p:nvPicPr>
          <p:cNvPr id="8" name="">
            <a:extLst xmlns:a="http://schemas.openxmlformats.org/drawingml/2006/main">
              <a:ext uri="{FF2B5EF4-FFF2-40B4-BE49-F238E27FC236}">
                <a16:creationId xmlns:a16="http://schemas.microsoft.com/office/drawing/2014/main" id="{814B251A-3AC5-4173-B614-0FD08FE16D00}"/>
              </a:ext>
            </a:extLst>
          </p:cNvPr>
          <p:cNvPicPr>
            <a:picLocks xmlns:a="http://schemas.openxmlformats.org/drawingml/2006/main" noChangeAspect="1"/>
          </p:cNvPicPr>
          <p:nvPr/>
        </p:nvPicPr>
        <p:blipFill>
          <a:blip xmlns:r="http://schemas.openxmlformats.org/officeDocument/2006/relationships" xmlns:a="http://schemas.openxmlformats.org/drawingml/2006/main" r:embed="R9e444fda01894063"/>
          <a:stretch xmlns:a="http://schemas.openxmlformats.org/drawingml/2006/main"/>
        </p:blipFill>
        <p:spPr>
          <a:xfrm xmlns:a="http://schemas.openxmlformats.org/drawingml/2006/main">
            <a:off x="1905000" y="5220667"/>
            <a:ext cx="11858625" cy="90294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43C6413C-D052-41EE-BB0C-5490B28CC583}"/>
              </a:ext>
            </a:extLst>
          </p:cNvPr>
          <p:cNvPicPr>
            <a:picLocks xmlns:a="http://schemas.openxmlformats.org/drawingml/2006/main" noChangeAspect="1"/>
          </p:cNvPicPr>
          <p:nvPr/>
        </p:nvPicPr>
        <p:blipFill>
          <a:blip xmlns:r="http://schemas.openxmlformats.org/officeDocument/2006/relationships" xmlns:a="http://schemas.openxmlformats.org/drawingml/2006/main" r:embed="Rb87df5b2a5074cf2"/>
          <a:stretch xmlns:a="http://schemas.openxmlformats.org/drawingml/2006/main"/>
        </p:blipFill>
        <p:spPr>
          <a:xfrm xmlns:a="http://schemas.openxmlformats.org/drawingml/2006/main">
            <a:off x="1905000" y="6354068"/>
            <a:ext cx="14449425" cy="903089"/>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B9D1F4AB-1010-45D0-BB97-8C19800B170E}"/>
              </a:ext>
            </a:extLst>
          </p:cNvPr>
          <p:cNvSpPr>
            <a:spLocks xmlns:a="http://schemas.openxmlformats.org/drawingml/2006/main" noGrp="1"/>
          </p:cNvSpPr>
          <p:nvPr/>
        </p:nvSpPr>
        <p:spPr>
          <a:xfrm xmlns:a="http://schemas.openxmlformats.org/drawingml/2006/main">
            <a:off x="2000250" y="7620000"/>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위 식에서 아래 식을 빼면 흑연 → 다이아몬드 반응이 된다.</a:t>
            </a:r>
          </a:p>
        </p:txBody>
      </p:sp>
      <p:sp>
        <p:nvSpPr>
          <p:cNvPr id="11" name="해석·결론">
            <a:extLst xmlns:a="http://schemas.openxmlformats.org/drawingml/2006/main">
              <a:ext uri="{FF2B5EF4-FFF2-40B4-BE49-F238E27FC236}">
                <a16:creationId xmlns:a16="http://schemas.microsoft.com/office/drawing/2014/main" id="{DF7384AF-E36A-4B22-9A16-A288AC90947F}"/>
              </a:ext>
            </a:extLst>
          </p:cNvPr>
          <p:cNvSpPr>
            <a:spLocks xmlns:a="http://schemas.openxmlformats.org/drawingml/2006/main" noGrp="1"/>
          </p:cNvSpPr>
          <p:nvPr/>
        </p:nvSpPr>
        <p:spPr>
          <a:xfrm xmlns:a="http://schemas.openxmlformats.org/drawingml/2006/main">
            <a:off x="1828800" y="852487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2" name="반응식·수식">
            <a:extLst xmlns:a="http://schemas.openxmlformats.org/drawingml/2006/main">
              <a:ext uri="{FF2B5EF4-FFF2-40B4-BE49-F238E27FC236}">
                <a16:creationId xmlns:a16="http://schemas.microsoft.com/office/drawing/2014/main" id="{A0C49365-D2E1-4482-ACFF-26C3828F5E8D}"/>
              </a:ext>
            </a:extLst>
          </p:cNvPr>
          <p:cNvSpPr>
            <a:spLocks xmlns:a="http://schemas.openxmlformats.org/drawingml/2006/main" noGrp="1"/>
          </p:cNvSpPr>
          <p:nvPr/>
        </p:nvSpPr>
        <p:spPr>
          <a:xfrm xmlns:a="http://schemas.openxmlformats.org/drawingml/2006/main">
            <a:off x="2143125" y="860107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−393.5 − (−395.4) = +1.9 kJ</a:t>
            </a:r>
          </a:p>
        </p:txBody>
      </p:sp>
    </p:spTree>
    <p:extLst>
      <p:ext uri="{BB962C8B-B14F-4D97-AF65-F5344CB8AC3E}">
        <p14:creationId xmlns:p14="http://schemas.microsoft.com/office/powerpoint/2010/main" val="18560370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A82C22B2-EF5F-4667-9B79-E0A9C3C1BF12}"/>
              </a:ext>
            </a:extLst>
          </p:cNvPr>
          <p:cNvPicPr>
            <a:picLocks xmlns:a="http://schemas.openxmlformats.org/drawingml/2006/main" noChangeAspect="1"/>
          </p:cNvPicPr>
          <p:nvPr/>
        </p:nvPicPr>
        <p:blipFill>
          <a:blip xmlns:r="http://schemas.openxmlformats.org/officeDocument/2006/relationships" xmlns:a="http://schemas.openxmlformats.org/drawingml/2006/main" r:embed="R0b96fce33f51425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69E6FC5-04DD-4983-9B31-545885F8340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F85ECBD-28CB-436B-A94C-B124F4068EF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7EA8052-9EEB-492F-8806-6BA44E8BCB1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53A301A-7933-4133-8BBA-2112972E5E3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95004F8B-7A37-409B-8051-D7B33EECAD0E}"/>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R05-29 번호 표제 상자">
            <a:extLst xmlns:a="http://schemas.openxmlformats.org/drawingml/2006/main">
              <a:ext uri="{FF2B5EF4-FFF2-40B4-BE49-F238E27FC236}">
                <a16:creationId xmlns:a16="http://schemas.microsoft.com/office/drawing/2014/main" id="{3CD87DAD-C105-46B4-BE1F-D0E73888B0F4}"/>
              </a:ext>
            </a:extLst>
          </p:cNvPr>
          <p:cNvSpPr>
            <a:spLocks xmlns:a="http://schemas.openxmlformats.org/drawingml/2006/main" noGrp="1"/>
          </p:cNvSpPr>
          <p:nvPr/>
        </p:nvSpPr>
        <p:spPr>
          <a:xfrm xmlns:a="http://schemas.openxmlformats.org/drawingml/2006/main">
            <a:off x="1905000" y="41338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428A610C-2739-447C-9A85-449F6BAC3630}"/>
              </a:ext>
            </a:extLst>
          </p:cNvPr>
          <p:cNvSpPr>
            <a:spLocks xmlns:a="http://schemas.openxmlformats.org/drawingml/2006/main" noGrp="1"/>
          </p:cNvSpPr>
          <p:nvPr/>
        </p:nvSpPr>
        <p:spPr>
          <a:xfrm xmlns:a="http://schemas.openxmlformats.org/drawingml/2006/main">
            <a:off x="2133600" y="43624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F1CEBDB9-C6F1-4E93-BE4A-2FB670AD6588}"/>
              </a:ext>
            </a:extLst>
          </p:cNvPr>
          <p:cNvSpPr>
            <a:spLocks xmlns:a="http://schemas.openxmlformats.org/drawingml/2006/main" noGrp="1"/>
          </p:cNvSpPr>
          <p:nvPr/>
        </p:nvSpPr>
        <p:spPr>
          <a:xfrm xmlns:a="http://schemas.openxmlformats.org/drawingml/2006/main">
            <a:off x="2952750" y="43243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목표식 확인</a:t>
            </a:r>
          </a:p>
        </p:txBody>
      </p:sp>
      <p:sp>
        <p:nvSpPr>
          <p:cNvPr id="10" name="R05-29 대응 설명 상자">
            <a:extLst xmlns:a="http://schemas.openxmlformats.org/drawingml/2006/main">
              <a:ext uri="{FF2B5EF4-FFF2-40B4-BE49-F238E27FC236}">
                <a16:creationId xmlns:a16="http://schemas.microsoft.com/office/drawing/2014/main" id="{64457D8E-E939-42FF-92EC-A05C9C2AAED4}"/>
              </a:ext>
            </a:extLst>
          </p:cNvPr>
          <p:cNvSpPr>
            <a:spLocks xmlns:a="http://schemas.openxmlformats.org/drawingml/2006/main" noGrp="1"/>
          </p:cNvSpPr>
          <p:nvPr/>
        </p:nvSpPr>
        <p:spPr>
          <a:xfrm xmlns:a="http://schemas.openxmlformats.org/drawingml/2006/main">
            <a:off x="6581775" y="41338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D086D58D-4659-4A57-AC89-1C45F6D2E6B6}"/>
              </a:ext>
            </a:extLst>
          </p:cNvPr>
          <p:cNvSpPr>
            <a:spLocks xmlns:a="http://schemas.openxmlformats.org/drawingml/2006/main" noGrp="1"/>
          </p:cNvSpPr>
          <p:nvPr/>
        </p:nvSpPr>
        <p:spPr>
          <a:xfrm xmlns:a="http://schemas.openxmlformats.org/drawingml/2006/main">
            <a:off x="6905625" y="43243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구하려는 반응의 물질·위치·계수를 확인한다.</a:t>
            </a:r>
          </a:p>
        </p:txBody>
      </p:sp>
      <p:sp>
        <p:nvSpPr>
          <p:cNvPr id="12" name="R05-29 번호 표제 상자">
            <a:extLst xmlns:a="http://schemas.openxmlformats.org/drawingml/2006/main">
              <a:ext uri="{FF2B5EF4-FFF2-40B4-BE49-F238E27FC236}">
                <a16:creationId xmlns:a16="http://schemas.microsoft.com/office/drawing/2014/main" id="{F735818C-B68B-438B-87EE-79ACBE3DA0B9}"/>
              </a:ext>
            </a:extLst>
          </p:cNvPr>
          <p:cNvSpPr>
            <a:spLocks xmlns:a="http://schemas.openxmlformats.org/drawingml/2006/main" noGrp="1"/>
          </p:cNvSpPr>
          <p:nvPr/>
        </p:nvSpPr>
        <p:spPr>
          <a:xfrm xmlns:a="http://schemas.openxmlformats.org/drawingml/2006/main">
            <a:off x="1905000" y="54102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0311E763-A5D7-4784-AAA6-F2403970B7CB}"/>
              </a:ext>
            </a:extLst>
          </p:cNvPr>
          <p:cNvSpPr>
            <a:spLocks xmlns:a="http://schemas.openxmlformats.org/drawingml/2006/main" noGrp="1"/>
          </p:cNvSpPr>
          <p:nvPr/>
        </p:nvSpPr>
        <p:spPr>
          <a:xfrm xmlns:a="http://schemas.openxmlformats.org/drawingml/2006/main">
            <a:off x="2133600" y="56388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02</a:t>
            </a:r>
          </a:p>
        </p:txBody>
      </p:sp>
      <p:sp>
        <p:nvSpPr>
          <p:cNvPr id="14" name="rich">
            <a:extLst xmlns:a="http://schemas.openxmlformats.org/drawingml/2006/main">
              <a:ext uri="{FF2B5EF4-FFF2-40B4-BE49-F238E27FC236}">
                <a16:creationId xmlns:a16="http://schemas.microsoft.com/office/drawing/2014/main" id="{951FE7FA-BF0E-4682-AC0C-6DE22B081802}"/>
              </a:ext>
            </a:extLst>
          </p:cNvPr>
          <p:cNvSpPr>
            <a:spLocks xmlns:a="http://schemas.openxmlformats.org/drawingml/2006/main" noGrp="1"/>
          </p:cNvSpPr>
          <p:nvPr/>
        </p:nvSpPr>
        <p:spPr>
          <a:xfrm xmlns:a="http://schemas.openxmlformats.org/drawingml/2006/main">
            <a:off x="2952750" y="56007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방향·계수 조절</a:t>
            </a:r>
          </a:p>
        </p:txBody>
      </p:sp>
      <p:sp>
        <p:nvSpPr>
          <p:cNvPr id="15" name="R05-29 대응 설명 상자">
            <a:extLst xmlns:a="http://schemas.openxmlformats.org/drawingml/2006/main">
              <a:ext uri="{FF2B5EF4-FFF2-40B4-BE49-F238E27FC236}">
                <a16:creationId xmlns:a16="http://schemas.microsoft.com/office/drawing/2014/main" id="{C1A9A810-C6EC-4144-B942-3217A91E5171}"/>
              </a:ext>
            </a:extLst>
          </p:cNvPr>
          <p:cNvSpPr>
            <a:spLocks xmlns:a="http://schemas.openxmlformats.org/drawingml/2006/main" noGrp="1"/>
          </p:cNvSpPr>
          <p:nvPr/>
        </p:nvSpPr>
        <p:spPr>
          <a:xfrm xmlns:a="http://schemas.openxmlformats.org/drawingml/2006/main">
            <a:off x="6581775" y="54102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D926C6CC-B66B-4214-AB47-2A86FF3E3FBF}"/>
              </a:ext>
            </a:extLst>
          </p:cNvPr>
          <p:cNvSpPr>
            <a:spLocks xmlns:a="http://schemas.openxmlformats.org/drawingml/2006/main" noGrp="1"/>
          </p:cNvSpPr>
          <p:nvPr/>
        </p:nvSpPr>
        <p:spPr>
          <a:xfrm xmlns:a="http://schemas.openxmlformats.org/drawingml/2006/main">
            <a:off x="6905625" y="56007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R05-29 번호 표제 상자">
            <a:extLst xmlns:a="http://schemas.openxmlformats.org/drawingml/2006/main">
              <a:ext uri="{FF2B5EF4-FFF2-40B4-BE49-F238E27FC236}">
                <a16:creationId xmlns:a16="http://schemas.microsoft.com/office/drawing/2014/main" id="{1B3D4A31-3DA1-4888-823D-5E608A4EC31C}"/>
              </a:ext>
            </a:extLst>
          </p:cNvPr>
          <p:cNvSpPr>
            <a:spLocks xmlns:a="http://schemas.openxmlformats.org/drawingml/2006/main" noGrp="1"/>
          </p:cNvSpPr>
          <p:nvPr/>
        </p:nvSpPr>
        <p:spPr>
          <a:xfrm xmlns:a="http://schemas.openxmlformats.org/drawingml/2006/main">
            <a:off x="1905000" y="668655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293F970F-E2DE-4184-B4D3-3AD32EB215F0}"/>
              </a:ext>
            </a:extLst>
          </p:cNvPr>
          <p:cNvSpPr>
            <a:spLocks xmlns:a="http://schemas.openxmlformats.org/drawingml/2006/main" noGrp="1"/>
          </p:cNvSpPr>
          <p:nvPr/>
        </p:nvSpPr>
        <p:spPr>
          <a:xfrm xmlns:a="http://schemas.openxmlformats.org/drawingml/2006/main">
            <a:off x="2133600" y="691515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03</a:t>
            </a:r>
          </a:p>
        </p:txBody>
      </p:sp>
      <p:sp>
        <p:nvSpPr>
          <p:cNvPr id="19" name="rich">
            <a:extLst xmlns:a="http://schemas.openxmlformats.org/drawingml/2006/main">
              <a:ext uri="{FF2B5EF4-FFF2-40B4-BE49-F238E27FC236}">
                <a16:creationId xmlns:a16="http://schemas.microsoft.com/office/drawing/2014/main" id="{33D86F88-5A15-4053-9573-5F0406B8EBD5}"/>
              </a:ext>
            </a:extLst>
          </p:cNvPr>
          <p:cNvSpPr>
            <a:spLocks xmlns:a="http://schemas.openxmlformats.org/drawingml/2006/main" noGrp="1"/>
          </p:cNvSpPr>
          <p:nvPr/>
        </p:nvSpPr>
        <p:spPr>
          <a:xfrm xmlns:a="http://schemas.openxmlformats.org/drawingml/2006/main">
            <a:off x="2952750" y="687705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중간 물질 소거</a:t>
            </a:r>
          </a:p>
        </p:txBody>
      </p:sp>
      <p:sp>
        <p:nvSpPr>
          <p:cNvPr id="20" name="R05-29 대응 설명 상자">
            <a:extLst xmlns:a="http://schemas.openxmlformats.org/drawingml/2006/main">
              <a:ext uri="{FF2B5EF4-FFF2-40B4-BE49-F238E27FC236}">
                <a16:creationId xmlns:a16="http://schemas.microsoft.com/office/drawing/2014/main" id="{CCF49F92-E9A3-4AF2-9B35-7F7A1C836F9D}"/>
              </a:ext>
            </a:extLst>
          </p:cNvPr>
          <p:cNvSpPr>
            <a:spLocks xmlns:a="http://schemas.openxmlformats.org/drawingml/2006/main" noGrp="1"/>
          </p:cNvSpPr>
          <p:nvPr/>
        </p:nvSpPr>
        <p:spPr>
          <a:xfrm xmlns:a="http://schemas.openxmlformats.org/drawingml/2006/main">
            <a:off x="6581775" y="668655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1" name="rich">
            <a:extLst xmlns:a="http://schemas.openxmlformats.org/drawingml/2006/main">
              <a:ext uri="{FF2B5EF4-FFF2-40B4-BE49-F238E27FC236}">
                <a16:creationId xmlns:a16="http://schemas.microsoft.com/office/drawing/2014/main" id="{6FE1038B-2DBA-4AC6-AB0D-D24DB0C15F10}"/>
              </a:ext>
            </a:extLst>
          </p:cNvPr>
          <p:cNvSpPr>
            <a:spLocks xmlns:a="http://schemas.openxmlformats.org/drawingml/2006/main" noGrp="1"/>
          </p:cNvSpPr>
          <p:nvPr/>
        </p:nvSpPr>
        <p:spPr>
          <a:xfrm xmlns:a="http://schemas.openxmlformats.org/drawingml/2006/main">
            <a:off x="6905625" y="687705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종류·상태·양이 같은 항을 소거한다.</a:t>
            </a:r>
          </a:p>
        </p:txBody>
      </p:sp>
      <p:sp>
        <p:nvSpPr>
          <p:cNvPr id="22" name="R05-29 번호 표제 상자">
            <a:extLst xmlns:a="http://schemas.openxmlformats.org/drawingml/2006/main">
              <a:ext uri="{FF2B5EF4-FFF2-40B4-BE49-F238E27FC236}">
                <a16:creationId xmlns:a16="http://schemas.microsoft.com/office/drawing/2014/main" id="{3D8C3929-C5E5-47B0-8D93-02E97B995FD5}"/>
              </a:ext>
            </a:extLst>
          </p:cNvPr>
          <p:cNvSpPr>
            <a:spLocks xmlns:a="http://schemas.openxmlformats.org/drawingml/2006/main" noGrp="1"/>
          </p:cNvSpPr>
          <p:nvPr/>
        </p:nvSpPr>
        <p:spPr>
          <a:xfrm xmlns:a="http://schemas.openxmlformats.org/drawingml/2006/main">
            <a:off x="1905000" y="7962900"/>
            <a:ext cx="4524375" cy="1066800"/>
          </a:xfrm>
          <a:prstGeom xmlns:a="http://schemas.openxmlformats.org/drawingml/2006/main" prst="roundRect">
            <a:avLst>
              <a:gd name="adj" fmla="val 14286"/>
            </a:avLst>
          </a:prstGeom>
          <a:solidFill xmlns:a="http://schemas.openxmlformats.org/drawingml/2006/main">
            <a:srgbClr val="303030"/>
          </a:solidFill>
          <a:ln xmlns:a="http://schemas.openxmlformats.org/drawingml/2006/main" w="0">
            <a:noFill/>
          </a:ln>
        </p:spPr>
      </p:sp>
      <p:sp>
        <p:nvSpPr>
          <p:cNvPr id="23" name="text">
            <a:extLst xmlns:a="http://schemas.openxmlformats.org/drawingml/2006/main">
              <a:ext uri="{FF2B5EF4-FFF2-40B4-BE49-F238E27FC236}">
                <a16:creationId xmlns:a16="http://schemas.microsoft.com/office/drawing/2014/main" id="{F01DFD2F-86C7-468B-ACA0-FCEDBA21C4B6}"/>
              </a:ext>
            </a:extLst>
          </p:cNvPr>
          <p:cNvSpPr>
            <a:spLocks xmlns:a="http://schemas.openxmlformats.org/drawingml/2006/main" noGrp="1"/>
          </p:cNvSpPr>
          <p:nvPr/>
        </p:nvSpPr>
        <p:spPr>
          <a:xfrm xmlns:a="http://schemas.openxmlformats.org/drawingml/2006/main">
            <a:off x="2133600" y="8191500"/>
            <a:ext cx="5905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9FFF68"/>
                </a:solidFill>
                <a:latin typeface="Pretendard"/>
                <a:ea typeface="Pretendard"/>
                <a:cs typeface="Pretendard"/>
              </a:defRPr>
            </a:defPPr>
            <a:lvl1pPr algn="ctr">
              <a:defRPr sz="2850" b="1">
                <a:solidFill>
                  <a:srgbClr val="9FFF68"/>
                </a:solidFill>
                <a:latin typeface="Pretendard"/>
                <a:ea typeface="Pretendard"/>
                <a:cs typeface="Pretendard"/>
              </a:defRPr>
            </a:lvl1pPr>
            <a:lvl2pPr algn="ctr">
              <a:defRPr sz="2850" b="1">
                <a:solidFill>
                  <a:srgbClr val="9FFF68"/>
                </a:solidFill>
                <a:latin typeface="Pretendard"/>
                <a:ea typeface="Pretendard"/>
                <a:cs typeface="Pretendard"/>
              </a:defRPr>
            </a:lvl2pPr>
            <a:lvl3pPr algn="ctr">
              <a:defRPr sz="2850" b="1">
                <a:solidFill>
                  <a:srgbClr val="9FFF68"/>
                </a:solidFill>
                <a:latin typeface="Pretendard"/>
                <a:ea typeface="Pretendard"/>
                <a:cs typeface="Pretendard"/>
              </a:defRPr>
            </a:lvl3pPr>
            <a:lvl4pPr algn="ctr">
              <a:defRPr sz="2850" b="1">
                <a:solidFill>
                  <a:srgbClr val="9FFF68"/>
                </a:solidFill>
                <a:latin typeface="Pretendard"/>
                <a:ea typeface="Pretendard"/>
                <a:cs typeface="Pretendard"/>
              </a:defRPr>
            </a:lvl4pPr>
            <a:lvl5pPr algn="ctr">
              <a:defRPr sz="2850" b="1">
                <a:solidFill>
                  <a:srgbClr val="9FFF68"/>
                </a:solidFill>
                <a:latin typeface="Pretendard"/>
                <a:ea typeface="Pretendard"/>
                <a:cs typeface="Pretendard"/>
              </a:defRPr>
            </a:lvl5pPr>
            <a:lvl6pPr algn="ctr">
              <a:defRPr sz="2850" b="1">
                <a:solidFill>
                  <a:srgbClr val="9FFF68"/>
                </a:solidFill>
                <a:latin typeface="Pretendard"/>
                <a:ea typeface="Pretendard"/>
                <a:cs typeface="Pretendard"/>
              </a:defRPr>
            </a:lvl6pPr>
            <a:lvl7pPr algn="ctr">
              <a:defRPr sz="2850" b="1">
                <a:solidFill>
                  <a:srgbClr val="9FFF68"/>
                </a:solidFill>
                <a:latin typeface="Pretendard"/>
                <a:ea typeface="Pretendard"/>
                <a:cs typeface="Pretendard"/>
              </a:defRPr>
            </a:lvl7pPr>
            <a:lvl8pPr algn="ctr">
              <a:defRPr sz="2850" b="1">
                <a:solidFill>
                  <a:srgbClr val="9FFF68"/>
                </a:solidFill>
                <a:latin typeface="Pretendard"/>
                <a:ea typeface="Pretendard"/>
                <a:cs typeface="Pretendard"/>
              </a:defRPr>
            </a:lvl8pPr>
            <a:lvl9pPr algn="ctr">
              <a:defRPr sz="2850" b="1">
                <a:solidFill>
                  <a:srgbClr val="9FFF68"/>
                </a:solidFill>
                <a:latin typeface="Pretendard"/>
                <a:ea typeface="Pretendard"/>
                <a:cs typeface="Pretendard"/>
              </a:defRPr>
            </a:lvl9pPr>
          </a:lstStyle>
          <a:p xmlns:a="http://schemas.openxmlformats.org/drawingml/2006/main">
            <a:pPr algn="ctr">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04</a:t>
            </a:r>
          </a:p>
        </p:txBody>
      </p:sp>
      <p:sp>
        <p:nvSpPr>
          <p:cNvPr id="24" name="rich">
            <a:extLst xmlns:a="http://schemas.openxmlformats.org/drawingml/2006/main">
              <a:ext uri="{FF2B5EF4-FFF2-40B4-BE49-F238E27FC236}">
                <a16:creationId xmlns:a16="http://schemas.microsoft.com/office/drawing/2014/main" id="{2A578D0D-045C-456C-903A-3A559FA3B13F}"/>
              </a:ext>
            </a:extLst>
          </p:cNvPr>
          <p:cNvSpPr>
            <a:spLocks xmlns:a="http://schemas.openxmlformats.org/drawingml/2006/main" noGrp="1"/>
          </p:cNvSpPr>
          <p:nvPr/>
        </p:nvSpPr>
        <p:spPr>
          <a:xfrm xmlns:a="http://schemas.openxmlformats.org/drawingml/2006/main">
            <a:off x="2952750" y="8153400"/>
            <a:ext cx="328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FFFFFF"/>
                </a:solidFill>
                <a:latin typeface="Pretendard"/>
                <a:ea typeface="Pretendard"/>
                <a:cs typeface="Pretendard"/>
              </a:defRPr>
            </a:defPPr>
            <a:lvl1pPr algn="l">
              <a:defRPr sz="3150" b="1">
                <a:solidFill>
                  <a:srgbClr val="FFFFFF"/>
                </a:solidFill>
                <a:latin typeface="Pretendard"/>
                <a:ea typeface="Pretendard"/>
                <a:cs typeface="Pretendard"/>
              </a:defRPr>
            </a:lvl1pPr>
            <a:lvl2pPr algn="l">
              <a:defRPr sz="3150" b="1">
                <a:solidFill>
                  <a:srgbClr val="FFFFFF"/>
                </a:solidFill>
                <a:latin typeface="Pretendard"/>
                <a:ea typeface="Pretendard"/>
                <a:cs typeface="Pretendard"/>
              </a:defRPr>
            </a:lvl2pPr>
            <a:lvl3pPr algn="l">
              <a:defRPr sz="3150" b="1">
                <a:solidFill>
                  <a:srgbClr val="FFFFFF"/>
                </a:solidFill>
                <a:latin typeface="Pretendard"/>
                <a:ea typeface="Pretendard"/>
                <a:cs typeface="Pretendard"/>
              </a:defRPr>
            </a:lvl3pPr>
            <a:lvl4pPr algn="l">
              <a:defRPr sz="3150" b="1">
                <a:solidFill>
                  <a:srgbClr val="FFFFFF"/>
                </a:solidFill>
                <a:latin typeface="Pretendard"/>
                <a:ea typeface="Pretendard"/>
                <a:cs typeface="Pretendard"/>
              </a:defRPr>
            </a:lvl4pPr>
            <a:lvl5pPr algn="l">
              <a:defRPr sz="3150" b="1">
                <a:solidFill>
                  <a:srgbClr val="FFFFFF"/>
                </a:solidFill>
                <a:latin typeface="Pretendard"/>
                <a:ea typeface="Pretendard"/>
                <a:cs typeface="Pretendard"/>
              </a:defRPr>
            </a:lvl5pPr>
            <a:lvl6pPr algn="l">
              <a:defRPr sz="3150" b="1">
                <a:solidFill>
                  <a:srgbClr val="FFFFFF"/>
                </a:solidFill>
                <a:latin typeface="Pretendard"/>
                <a:ea typeface="Pretendard"/>
                <a:cs typeface="Pretendard"/>
              </a:defRPr>
            </a:lvl6pPr>
            <a:lvl7pPr algn="l">
              <a:defRPr sz="3150" b="1">
                <a:solidFill>
                  <a:srgbClr val="FFFFFF"/>
                </a:solidFill>
                <a:latin typeface="Pretendard"/>
                <a:ea typeface="Pretendard"/>
                <a:cs typeface="Pretendard"/>
              </a:defRPr>
            </a:lvl7pPr>
            <a:lvl8pPr algn="l">
              <a:defRPr sz="3150" b="1">
                <a:solidFill>
                  <a:srgbClr val="FFFFFF"/>
                </a:solidFill>
                <a:latin typeface="Pretendard"/>
                <a:ea typeface="Pretendard"/>
                <a:cs typeface="Pretendard"/>
              </a:defRPr>
            </a:lvl8pPr>
            <a:lvl9pPr algn="l">
              <a:defRPr sz="3150" b="1">
                <a:solidFill>
                  <a:srgbClr val="FFFFFF"/>
                </a:solidFill>
                <a:latin typeface="Pretendard"/>
                <a:ea typeface="Pretendard"/>
                <a:cs typeface="Pretendard"/>
              </a:defRPr>
            </a:lvl9pPr>
          </a:lstStyle>
          <a:p xmlns:a="http://schemas.openxmlformats.org/drawingml/2006/main">
            <a:pPr algn="l">
              <a:defRPr sz="3150" b="1">
                <a:solidFill>
                  <a:srgbClr val="FFFFFF"/>
                </a:solidFill>
                <a:latin typeface="Pretendard"/>
                <a:ea typeface="Pretendard"/>
                <a:cs typeface="Pretendard"/>
              </a:defRPr>
            </a:pPr>
            <a:r>
              <a:t>Δ</a:t>
            </a:r>
            <a:r>
              <a:rPr i="1">
                <a:latin typeface="Pretendard"/>
                <a:ea typeface="Pretendard"/>
                <a:cs typeface="Pretendard"/>
              </a:rPr>
              <a:t>H</a:t>
            </a:r>
            <a:r>
              <a:t> 계산·검산</a:t>
            </a:r>
          </a:p>
        </p:txBody>
      </p:sp>
      <p:sp>
        <p:nvSpPr>
          <p:cNvPr id="25" name="R05-29 대응 설명 상자">
            <a:extLst xmlns:a="http://schemas.openxmlformats.org/drawingml/2006/main">
              <a:ext uri="{FF2B5EF4-FFF2-40B4-BE49-F238E27FC236}">
                <a16:creationId xmlns:a16="http://schemas.microsoft.com/office/drawing/2014/main" id="{3A7B7D2A-A1B8-4C5A-ACDA-AF6AEC6F3D2C}"/>
              </a:ext>
            </a:extLst>
          </p:cNvPr>
          <p:cNvSpPr>
            <a:spLocks xmlns:a="http://schemas.openxmlformats.org/drawingml/2006/main" noGrp="1"/>
          </p:cNvSpPr>
          <p:nvPr/>
        </p:nvSpPr>
        <p:spPr>
          <a:xfrm xmlns:a="http://schemas.openxmlformats.org/drawingml/2006/main">
            <a:off x="6581775" y="7962900"/>
            <a:ext cx="9801225" cy="1066800"/>
          </a:xfrm>
          <a:prstGeom xmlns:a="http://schemas.openxmlformats.org/drawingml/2006/main" prst="roundRect">
            <a:avLst>
              <a:gd name="adj" fmla="val 14286"/>
            </a:avLst>
          </a:prstGeom>
          <a:solidFill xmlns:a="http://schemas.openxmlformats.org/drawingml/2006/main">
            <a:srgbClr val="F5F5F5"/>
          </a:solidFill>
          <a:ln xmlns:a="http://schemas.openxmlformats.org/drawingml/2006/main" w="0">
            <a:noFill/>
          </a:ln>
        </p:spPr>
      </p:sp>
      <p:sp>
        <p:nvSpPr>
          <p:cNvPr id="26" name="rich">
            <a:extLst xmlns:a="http://schemas.openxmlformats.org/drawingml/2006/main">
              <a:ext uri="{FF2B5EF4-FFF2-40B4-BE49-F238E27FC236}">
                <a16:creationId xmlns:a16="http://schemas.microsoft.com/office/drawing/2014/main" id="{35472E35-183F-4D3C-9CE2-D02515FE5B01}"/>
              </a:ext>
            </a:extLst>
          </p:cNvPr>
          <p:cNvSpPr>
            <a:spLocks xmlns:a="http://schemas.openxmlformats.org/drawingml/2006/main" noGrp="1"/>
          </p:cNvSpPr>
          <p:nvPr/>
        </p:nvSpPr>
        <p:spPr>
          <a:xfrm xmlns:a="http://schemas.openxmlformats.org/drawingml/2006/main">
            <a:off x="6905625" y="8153400"/>
            <a:ext cx="919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0">
                <a:solidFill>
                  <a:srgbClr val="000000"/>
                </a:solidFill>
                <a:latin typeface="Pretendard"/>
                <a:ea typeface="Pretendard"/>
                <a:cs typeface="Pretendard"/>
              </a:defRPr>
            </a:defPPr>
            <a:lvl1pPr algn="l">
              <a:defRPr sz="3075" b="0">
                <a:solidFill>
                  <a:srgbClr val="000000"/>
                </a:solidFill>
                <a:latin typeface="Pretendard"/>
                <a:ea typeface="Pretendard"/>
                <a:cs typeface="Pretendard"/>
              </a:defRPr>
            </a:lvl1pPr>
            <a:lvl2pPr algn="l">
              <a:defRPr sz="3075" b="0">
                <a:solidFill>
                  <a:srgbClr val="000000"/>
                </a:solidFill>
                <a:latin typeface="Pretendard"/>
                <a:ea typeface="Pretendard"/>
                <a:cs typeface="Pretendard"/>
              </a:defRPr>
            </a:lvl2pPr>
            <a:lvl3pPr algn="l">
              <a:defRPr sz="3075" b="0">
                <a:solidFill>
                  <a:srgbClr val="000000"/>
                </a:solidFill>
                <a:latin typeface="Pretendard"/>
                <a:ea typeface="Pretendard"/>
                <a:cs typeface="Pretendard"/>
              </a:defRPr>
            </a:lvl3pPr>
            <a:lvl4pPr algn="l">
              <a:defRPr sz="3075" b="0">
                <a:solidFill>
                  <a:srgbClr val="000000"/>
                </a:solidFill>
                <a:latin typeface="Pretendard"/>
                <a:ea typeface="Pretendard"/>
                <a:cs typeface="Pretendard"/>
              </a:defRPr>
            </a:lvl4pPr>
            <a:lvl5pPr algn="l">
              <a:defRPr sz="3075" b="0">
                <a:solidFill>
                  <a:srgbClr val="000000"/>
                </a:solidFill>
                <a:latin typeface="Pretendard"/>
                <a:ea typeface="Pretendard"/>
                <a:cs typeface="Pretendard"/>
              </a:defRPr>
            </a:lvl5pPr>
            <a:lvl6pPr algn="l">
              <a:defRPr sz="3075" b="0">
                <a:solidFill>
                  <a:srgbClr val="000000"/>
                </a:solidFill>
                <a:latin typeface="Pretendard"/>
                <a:ea typeface="Pretendard"/>
                <a:cs typeface="Pretendard"/>
              </a:defRPr>
            </a:lvl6pPr>
            <a:lvl7pPr algn="l">
              <a:defRPr sz="3075" b="0">
                <a:solidFill>
                  <a:srgbClr val="000000"/>
                </a:solidFill>
                <a:latin typeface="Pretendard"/>
                <a:ea typeface="Pretendard"/>
                <a:cs typeface="Pretendard"/>
              </a:defRPr>
            </a:lvl7pPr>
            <a:lvl8pPr algn="l">
              <a:defRPr sz="3075" b="0">
                <a:solidFill>
                  <a:srgbClr val="000000"/>
                </a:solidFill>
                <a:latin typeface="Pretendard"/>
                <a:ea typeface="Pretendard"/>
                <a:cs typeface="Pretendard"/>
              </a:defRPr>
            </a:lvl8pPr>
            <a:lvl9pPr algn="l">
              <a:defRPr sz="3075" b="0">
                <a:solidFill>
                  <a:srgbClr val="000000"/>
                </a:solidFill>
                <a:latin typeface="Pretendard"/>
                <a:ea typeface="Pretendard"/>
                <a:cs typeface="Pretendard"/>
              </a:defRPr>
            </a:lvl9pPr>
          </a:lstStyle>
          <a:p xmlns:a="http://schemas.openxmlformats.org/drawingml/2006/main">
            <a:pPr algn="l">
              <a:defRPr sz="3075" b="0">
                <a:solidFill>
                  <a:srgbClr val="000000"/>
                </a:solidFill>
                <a:latin typeface="Pretendard"/>
                <a:ea typeface="Pretendard"/>
                <a:cs typeface="Pretendard"/>
              </a:defRPr>
            </a:pPr>
            <a:r>
              <a:t>남은 반응식과 부호·단위를 확인한다.</a:t>
            </a:r>
          </a:p>
        </p:txBody>
      </p:sp>
    </p:spTree>
    <p:extLst>
      <p:ext uri="{BB962C8B-B14F-4D97-AF65-F5344CB8AC3E}">
        <p14:creationId xmlns:p14="http://schemas.microsoft.com/office/powerpoint/2010/main" val="20386921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67DD9C0-1045-4044-8446-323EFDA54866}"/>
              </a:ext>
            </a:extLst>
          </p:cNvPr>
          <p:cNvPicPr>
            <a:picLocks xmlns:a="http://schemas.openxmlformats.org/drawingml/2006/main" noChangeAspect="1"/>
          </p:cNvPicPr>
          <p:nvPr/>
        </p:nvPicPr>
        <p:blipFill>
          <a:blip xmlns:r="http://schemas.openxmlformats.org/officeDocument/2006/relationships" xmlns:a="http://schemas.openxmlformats.org/drawingml/2006/main" r:embed="Rf07982f2b427472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85DDFA1-B700-41BA-A600-8AFDF824C86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82CA112-9D5B-49F3-9772-3A5144236B9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2E8BE82C-F682-4C09-A1CD-0FEC8BEBA41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47A04E6-211A-4450-8F8F-806333CA273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E4DA36B1-2DA8-4191-AB9D-A2E014CA8A9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CA416006-C67E-4551-BE34-0761120509C6}"/>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b="0">
                <a:solidFill>
                  <a:srgbClr val="777777"/>
                </a:solidFill>
              </a:rPr>
              <a:t>다음 두 반응을 이용하여 목표 반응의 </a:t>
            </a:r>
            <a:r>
              <a:rPr b="0">
                <a:solidFill>
                  <a:srgbClr val="777777"/>
                </a:solidFill>
              </a:rPr>
              <a:t>Δ</a:t>
            </a:r>
            <a:r>
              <a:rPr b="0" i="1">
                <a:solidFill>
                  <a:srgbClr val="777777"/>
                </a:solidFill>
                <a:latin typeface="Pretendard"/>
                <a:ea typeface="Pretendard"/>
                <a:cs typeface="Pretendard"/>
              </a:rPr>
              <a:t>H</a:t>
            </a:r>
            <a:r>
              <a:rPr b="0">
                <a:solidFill>
                  <a:srgbClr val="777777"/>
                </a:solidFill>
              </a:rPr>
              <a:t>를 구하시오.</a:t>
            </a:r>
          </a:p>
        </p:txBody>
      </p:sp>
      <p:pic>
        <p:nvPicPr>
          <p:cNvPr id="8" name="">
            <a:extLst xmlns:a="http://schemas.openxmlformats.org/drawingml/2006/main">
              <a:ext uri="{FF2B5EF4-FFF2-40B4-BE49-F238E27FC236}">
                <a16:creationId xmlns:a16="http://schemas.microsoft.com/office/drawing/2014/main" id="{E8570EBC-2612-4E99-836B-976179572775}"/>
              </a:ext>
            </a:extLst>
          </p:cNvPr>
          <p:cNvPicPr>
            <a:picLocks xmlns:a="http://schemas.openxmlformats.org/drawingml/2006/main" noChangeAspect="1"/>
          </p:cNvPicPr>
          <p:nvPr/>
        </p:nvPicPr>
        <p:blipFill>
          <a:blip xmlns:r="http://schemas.openxmlformats.org/officeDocument/2006/relationships" xmlns:a="http://schemas.openxmlformats.org/drawingml/2006/main" r:embed="Rc2d295be13c44599"/>
          <a:stretch xmlns:a="http://schemas.openxmlformats.org/drawingml/2006/main"/>
        </p:blipFill>
        <p:spPr>
          <a:xfrm xmlns:a="http://schemas.openxmlformats.org/drawingml/2006/main">
            <a:off x="2395728" y="4546473"/>
            <a:ext cx="13496544" cy="22905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43AEF70C-35B5-479B-AC38-B57B15458D9F}"/>
              </a:ext>
            </a:extLst>
          </p:cNvPr>
          <p:cNvSpPr>
            <a:spLocks xmlns:a="http://schemas.openxmlformats.org/drawingml/2006/main" noGrp="1"/>
          </p:cNvSpPr>
          <p:nvPr/>
        </p:nvSpPr>
        <p:spPr>
          <a:xfrm xmlns:a="http://schemas.openxmlformats.org/drawingml/2006/main">
            <a:off x="2247900" y="6957441"/>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A4B994DE-E1D1-422E-A8A1-C7802612C384}"/>
              </a:ext>
            </a:extLst>
          </p:cNvPr>
          <p:cNvPicPr>
            <a:picLocks xmlns:a="http://schemas.openxmlformats.org/drawingml/2006/main" noChangeAspect="1"/>
          </p:cNvPicPr>
          <p:nvPr/>
        </p:nvPicPr>
        <p:blipFill>
          <a:blip xmlns:r="http://schemas.openxmlformats.org/officeDocument/2006/relationships" xmlns:a="http://schemas.openxmlformats.org/drawingml/2006/main" r:embed="R6149bac4e3d042c8"/>
          <a:stretch xmlns:a="http://schemas.openxmlformats.org/drawingml/2006/main"/>
        </p:blipFill>
        <p:spPr>
          <a:xfrm xmlns:a="http://schemas.openxmlformats.org/drawingml/2006/main">
            <a:off x="5619750" y="6627495"/>
            <a:ext cx="11782044" cy="1549908"/>
          </a:xfrm>
          <a:prstGeom xmlns:a="http://schemas.openxmlformats.org/drawingml/2006/main" prst="rect">
            <a:avLst/>
          </a:prstGeom>
        </p:spPr>
      </p:pic>
    </p:spTree>
    <p:extLst>
      <p:ext uri="{BB962C8B-B14F-4D97-AF65-F5344CB8AC3E}">
        <p14:creationId xmlns:p14="http://schemas.microsoft.com/office/powerpoint/2010/main" val="10175161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0FEC51E1-7261-43FE-913D-85B4C2E952AC}"/>
              </a:ext>
            </a:extLst>
          </p:cNvPr>
          <p:cNvPicPr>
            <a:picLocks xmlns:a="http://schemas.openxmlformats.org/drawingml/2006/main" noChangeAspect="1"/>
          </p:cNvPicPr>
          <p:nvPr/>
        </p:nvPicPr>
        <p:blipFill>
          <a:blip xmlns:r="http://schemas.openxmlformats.org/officeDocument/2006/relationships" xmlns:a="http://schemas.openxmlformats.org/drawingml/2006/main" r:embed="Rbfd2d82b306745a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BC04D4C-8F01-4C6C-90EB-9166293EAC5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49EEB9B-C4EA-4973-8CD6-06DC25766A9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4290CDA6-5C4E-4C16-8083-BACE67CD8EE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10634FC-BCC5-4D08-B9D6-83E51F64E2D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91A5F7E-CAE9-4E4F-B849-439070DA562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sp>
        <p:nvSpPr>
          <p:cNvPr id="7" name="text">
            <a:extLst xmlns:a="http://schemas.openxmlformats.org/drawingml/2006/main">
              <a:ext uri="{FF2B5EF4-FFF2-40B4-BE49-F238E27FC236}">
                <a16:creationId xmlns:a16="http://schemas.microsoft.com/office/drawing/2014/main" id="{255E48DC-F99D-4842-8BB3-DFCF0F2A41D6}"/>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0">
                <a:solidFill>
                  <a:srgbClr val="777777"/>
                </a:solidFill>
                <a:latin typeface="Pretendard"/>
                <a:ea typeface="Pretendard"/>
                <a:cs typeface="Pretendard"/>
              </a:defRPr>
            </a:defPPr>
            <a:lvl1pPr algn="ctr">
              <a:defRPr sz="2730" b="0">
                <a:solidFill>
                  <a:srgbClr val="777777"/>
                </a:solidFill>
                <a:latin typeface="Pretendard"/>
                <a:ea typeface="Pretendard"/>
                <a:cs typeface="Pretendard"/>
              </a:defRPr>
            </a:lvl1pPr>
            <a:lvl2pPr algn="ctr">
              <a:defRPr sz="2730" b="0">
                <a:solidFill>
                  <a:srgbClr val="777777"/>
                </a:solidFill>
                <a:latin typeface="Pretendard"/>
                <a:ea typeface="Pretendard"/>
                <a:cs typeface="Pretendard"/>
              </a:defRPr>
            </a:lvl2pPr>
            <a:lvl3pPr algn="ctr">
              <a:defRPr sz="2730" b="0">
                <a:solidFill>
                  <a:srgbClr val="777777"/>
                </a:solidFill>
                <a:latin typeface="Pretendard"/>
                <a:ea typeface="Pretendard"/>
                <a:cs typeface="Pretendard"/>
              </a:defRPr>
            </a:lvl3pPr>
            <a:lvl4pPr algn="ctr">
              <a:defRPr sz="2730" b="0">
                <a:solidFill>
                  <a:srgbClr val="777777"/>
                </a:solidFill>
                <a:latin typeface="Pretendard"/>
                <a:ea typeface="Pretendard"/>
                <a:cs typeface="Pretendard"/>
              </a:defRPr>
            </a:lvl4pPr>
            <a:lvl5pPr algn="ctr">
              <a:defRPr sz="2730" b="0">
                <a:solidFill>
                  <a:srgbClr val="777777"/>
                </a:solidFill>
                <a:latin typeface="Pretendard"/>
                <a:ea typeface="Pretendard"/>
                <a:cs typeface="Pretendard"/>
              </a:defRPr>
            </a:lvl5pPr>
            <a:lvl6pPr algn="ctr">
              <a:defRPr sz="2730" b="0">
                <a:solidFill>
                  <a:srgbClr val="777777"/>
                </a:solidFill>
                <a:latin typeface="Pretendard"/>
                <a:ea typeface="Pretendard"/>
                <a:cs typeface="Pretendard"/>
              </a:defRPr>
            </a:lvl6pPr>
            <a:lvl7pPr algn="ctr">
              <a:defRPr sz="2730" b="0">
                <a:solidFill>
                  <a:srgbClr val="777777"/>
                </a:solidFill>
                <a:latin typeface="Pretendard"/>
                <a:ea typeface="Pretendard"/>
                <a:cs typeface="Pretendard"/>
              </a:defRPr>
            </a:lvl7pPr>
            <a:lvl8pPr algn="ctr">
              <a:defRPr sz="2730" b="0">
                <a:solidFill>
                  <a:srgbClr val="777777"/>
                </a:solidFill>
                <a:latin typeface="Pretendard"/>
                <a:ea typeface="Pretendard"/>
                <a:cs typeface="Pretendard"/>
              </a:defRPr>
            </a:lvl8pPr>
            <a:lvl9pPr algn="ctr">
              <a:defRPr sz="2730" b="0">
                <a:solidFill>
                  <a:srgbClr val="777777"/>
                </a:solidFill>
                <a:latin typeface="Pretendard"/>
                <a:ea typeface="Pretendard"/>
                <a:cs typeface="Pretendard"/>
              </a:defRPr>
            </a:lvl9pPr>
          </a:lstStyle>
          <a:p xmlns:a="http://schemas.openxmlformats.org/drawingml/2006/main">
            <a:pPr algn="ctr">
              <a:defRPr sz="2730" b="0">
                <a:solidFill>
                  <a:srgbClr val="777777"/>
                </a:solidFill>
                <a:latin typeface="Pretendard"/>
                <a:ea typeface="Pretendard"/>
                <a:cs typeface="Pretendard"/>
              </a:defRPr>
            </a:pPr>
            <a:r>
              <a:rPr sz="2730" b="0">
                <a:solidFill>
                  <a:srgbClr val="777777"/>
                </a:solidFill>
                <a:latin typeface="Pretendard"/>
                <a:ea typeface="Pretendard"/>
                <a:cs typeface="Pretendard"/>
              </a:rPr>
              <a:t>첫 번째 반응식을 2배하여 두 번째 반응식에서 뺀다.</a:t>
            </a:r>
          </a:p>
        </p:txBody>
      </p:sp>
      <p:pic>
        <p:nvPicPr>
          <p:cNvPr id="8" name="">
            <a:extLst xmlns:a="http://schemas.openxmlformats.org/drawingml/2006/main">
              <a:ext uri="{FF2B5EF4-FFF2-40B4-BE49-F238E27FC236}">
                <a16:creationId xmlns:a16="http://schemas.microsoft.com/office/drawing/2014/main" id="{5C3944A9-5B13-4E5B-B2D1-E0B73E7455FE}"/>
              </a:ext>
            </a:extLst>
          </p:cNvPr>
          <p:cNvPicPr>
            <a:picLocks xmlns:a="http://schemas.openxmlformats.org/drawingml/2006/main" noChangeAspect="1"/>
          </p:cNvPicPr>
          <p:nvPr/>
        </p:nvPicPr>
        <p:blipFill>
          <a:blip xmlns:r="http://schemas.openxmlformats.org/officeDocument/2006/relationships" xmlns:a="http://schemas.openxmlformats.org/drawingml/2006/main" r:embed="Rbac3b47d940c4f7c"/>
          <a:stretch xmlns:a="http://schemas.openxmlformats.org/drawingml/2006/main"/>
        </p:blipFill>
        <p:spPr>
          <a:xfrm xmlns:a="http://schemas.openxmlformats.org/drawingml/2006/main">
            <a:off x="2395728" y="4594098"/>
            <a:ext cx="13496544" cy="229057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6BCF85B-0B6A-4EB4-A511-F000E909EABF}"/>
              </a:ext>
            </a:extLst>
          </p:cNvPr>
          <p:cNvPicPr>
            <a:picLocks xmlns:a="http://schemas.openxmlformats.org/drawingml/2006/main" noChangeAspect="1"/>
          </p:cNvPicPr>
          <p:nvPr/>
        </p:nvPicPr>
        <p:blipFill>
          <a:blip xmlns:r="http://schemas.openxmlformats.org/officeDocument/2006/relationships" xmlns:a="http://schemas.openxmlformats.org/drawingml/2006/main" r:embed="Reb04967399874e62"/>
          <a:stretch xmlns:a="http://schemas.openxmlformats.org/drawingml/2006/main"/>
        </p:blipFill>
        <p:spPr>
          <a:xfrm xmlns:a="http://schemas.openxmlformats.org/drawingml/2006/main">
            <a:off x="3252978" y="6579870"/>
            <a:ext cx="11782044" cy="1549908"/>
          </a:xfrm>
          <a:prstGeom xmlns:a="http://schemas.openxmlformats.org/drawingml/2006/main" prst="rect">
            <a:avLst/>
          </a:prstGeom>
        </p:spPr>
      </p:pic>
      <p:sp>
        <p:nvSpPr>
          <p:cNvPr id="10" name="해석·결론">
            <a:extLst xmlns:a="http://schemas.openxmlformats.org/drawingml/2006/main">
              <a:ext uri="{FF2B5EF4-FFF2-40B4-BE49-F238E27FC236}">
                <a16:creationId xmlns:a16="http://schemas.microsoft.com/office/drawing/2014/main" id="{6D6B043E-9CDF-45C9-92EE-D1D6D36BEE7E}"/>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1" name="반응식·수식">
            <a:extLst xmlns:a="http://schemas.openxmlformats.org/drawingml/2006/main">
              <a:ext uri="{FF2B5EF4-FFF2-40B4-BE49-F238E27FC236}">
                <a16:creationId xmlns:a16="http://schemas.microsoft.com/office/drawing/2014/main" id="{9AF573FE-4807-4139-82ED-C67B6EA2FFB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9064504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5F9671D-6E23-439C-A390-92F14A4AC90F}"/>
              </a:ext>
            </a:extLst>
          </p:cNvPr>
          <p:cNvPicPr>
            <a:picLocks xmlns:a="http://schemas.openxmlformats.org/drawingml/2006/main" noChangeAspect="1"/>
          </p:cNvPicPr>
          <p:nvPr/>
        </p:nvPicPr>
        <p:blipFill>
          <a:blip xmlns:r="http://schemas.openxmlformats.org/officeDocument/2006/relationships" xmlns:a="http://schemas.openxmlformats.org/drawingml/2006/main" r:embed="R4bd3575e7dfb494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6B7D9FE-B067-496A-95E1-406E5C452EC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E29386B-BA95-408A-AD32-6121E564A6A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8C76A33-68CB-46FB-900E-0C20A3B48A3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C03849F-B377-4CD2-90A3-37C0C8286B6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21460096-2803-40F9-9B7A-A39C5639E38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E0CDE1F5-88F4-44BC-BE95-2A0A524BE8C0}"/>
              </a:ext>
            </a:extLst>
          </p:cNvPr>
          <p:cNvPicPr>
            <a:picLocks xmlns:a="http://schemas.openxmlformats.org/drawingml/2006/main" noChangeAspect="1"/>
          </p:cNvPicPr>
          <p:nvPr/>
        </p:nvPicPr>
        <p:blipFill>
          <a:blip xmlns:r="http://schemas.openxmlformats.org/officeDocument/2006/relationships" xmlns:a="http://schemas.openxmlformats.org/drawingml/2006/main" r:embed="R174f69470c004204"/>
          <a:stretch xmlns:a="http://schemas.openxmlformats.org/drawingml/2006/main"/>
        </p:blipFill>
        <p:spPr>
          <a:xfrm xmlns:a="http://schemas.openxmlformats.org/drawingml/2006/main">
            <a:off x="2286000" y="4917357"/>
            <a:ext cx="7334250" cy="3309785"/>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BF3AC4C-50FB-443E-9B45-48FFC87587D5}"/>
              </a:ext>
            </a:extLst>
          </p:cNvPr>
          <p:cNvSpPr>
            <a:spLocks xmlns:a="http://schemas.openxmlformats.org/drawingml/2006/main" noGrp="1"/>
          </p:cNvSpPr>
          <p:nvPr/>
        </p:nvSpPr>
        <p:spPr>
          <a:xfrm xmlns:a="http://schemas.openxmlformats.org/drawingml/2006/main">
            <a:off x="10668000" y="48577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8B847089-0805-487C-A881-5CCBFD010234}"/>
              </a:ext>
            </a:extLst>
          </p:cNvPr>
          <p:cNvSpPr>
            <a:spLocks xmlns:a="http://schemas.openxmlformats.org/drawingml/2006/main" noGrp="1"/>
          </p:cNvSpPr>
          <p:nvPr/>
        </p:nvSpPr>
        <p:spPr>
          <a:xfrm xmlns:a="http://schemas.openxmlformats.org/drawingml/2006/main">
            <a:off x="10668000" y="55435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₃ + </a:t>
            </a:r>
            <a:r>
              <a:t>Δ</a:t>
            </a:r>
            <a:r>
              <a:rPr i="1">
                <a:latin typeface="Pretendard"/>
                <a:ea typeface="Pretendard"/>
                <a:cs typeface="Pretendard"/>
              </a:rPr>
              <a:t>H</a:t>
            </a:r>
            <a:r>
              <a:t>₂</a:t>
            </a:r>
          </a:p>
        </p:txBody>
      </p:sp>
      <p:sp>
        <p:nvSpPr>
          <p:cNvPr id="10" name="text">
            <a:extLst xmlns:a="http://schemas.openxmlformats.org/drawingml/2006/main">
              <a:ext uri="{FF2B5EF4-FFF2-40B4-BE49-F238E27FC236}">
                <a16:creationId xmlns:a16="http://schemas.microsoft.com/office/drawing/2014/main" id="{2CBDDF84-AA44-4EB7-8010-7DC9AA2702AE}"/>
              </a:ext>
            </a:extLst>
          </p:cNvPr>
          <p:cNvSpPr>
            <a:spLocks xmlns:a="http://schemas.openxmlformats.org/drawingml/2006/main" noGrp="1"/>
          </p:cNvSpPr>
          <p:nvPr/>
        </p:nvSpPr>
        <p:spPr>
          <a:xfrm xmlns:a="http://schemas.openxmlformats.org/drawingml/2006/main">
            <a:off x="10668000" y="6838950"/>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E48ACFC5-CE5C-40A1-9858-B9C3A407958B}"/>
              </a:ext>
            </a:extLst>
          </p:cNvPr>
          <p:cNvSpPr>
            <a:spLocks xmlns:a="http://schemas.openxmlformats.org/drawingml/2006/main" noGrp="1"/>
          </p:cNvSpPr>
          <p:nvPr/>
        </p:nvSpPr>
        <p:spPr>
          <a:xfrm xmlns:a="http://schemas.openxmlformats.org/drawingml/2006/main">
            <a:off x="10668000" y="752475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a:t>
            </a:r>
          </a:p>
        </p:txBody>
      </p:sp>
    </p:spTree>
    <p:extLst>
      <p:ext uri="{BB962C8B-B14F-4D97-AF65-F5344CB8AC3E}">
        <p14:creationId xmlns:p14="http://schemas.microsoft.com/office/powerpoint/2010/main" val="933797391"/>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C5D9862-5965-4C78-B405-DFC4EFE88929}"/>
              </a:ext>
            </a:extLst>
          </p:cNvPr>
          <p:cNvPicPr>
            <a:picLocks xmlns:a="http://schemas.openxmlformats.org/drawingml/2006/main" noChangeAspect="1"/>
          </p:cNvPicPr>
          <p:nvPr/>
        </p:nvPicPr>
        <p:blipFill>
          <a:blip xmlns:r="http://schemas.openxmlformats.org/officeDocument/2006/relationships" xmlns:a="http://schemas.openxmlformats.org/drawingml/2006/main" r:embed="R3b1aae0ec6664d2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DC12D80A-CEDF-4938-B2BC-2F8F6E39C97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4E0C6376-AE62-4DF3-B6D1-7EC18FD3FA0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C3DDA2FC-D6E5-40C1-8DC5-E853CA1EDD8F}"/>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B1F6AEBE-A7B0-4B4B-B85B-36176C7CC862}"/>
              </a:ext>
            </a:extLst>
          </p:cNvPr>
          <p:cNvPicPr>
            <a:picLocks xmlns:a="http://schemas.openxmlformats.org/drawingml/2006/main" noChangeAspect="1"/>
          </p:cNvPicPr>
          <p:nvPr/>
        </p:nvPicPr>
        <p:blipFill>
          <a:blip xmlns:r="http://schemas.openxmlformats.org/officeDocument/2006/relationships" xmlns:a="http://schemas.openxmlformats.org/drawingml/2006/main" r:embed="R7d5ca021748f459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834BA88F-01B8-49F9-BEE5-73E10AAAEFB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CEF0FB58-012C-4909-B9E8-E0DC7F6B5ACE}"/>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8" name="text">
            <a:extLst xmlns:a="http://schemas.openxmlformats.org/drawingml/2006/main">
              <a:ext uri="{FF2B5EF4-FFF2-40B4-BE49-F238E27FC236}">
                <a16:creationId xmlns:a16="http://schemas.microsoft.com/office/drawing/2014/main" id="{28F05280-AF3B-405B-913D-E1CD12112C4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9" name="text">
            <a:extLst xmlns:a="http://schemas.openxmlformats.org/drawingml/2006/main">
              <a:ext uri="{FF2B5EF4-FFF2-40B4-BE49-F238E27FC236}">
                <a16:creationId xmlns:a16="http://schemas.microsoft.com/office/drawing/2014/main" id="{B3D33753-D3CE-4C46-9789-4FB8BC41E04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01745650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A57ACE5C-7101-4B71-BE0C-716D860F5114}"/>
              </a:ext>
            </a:extLst>
          </p:cNvPr>
          <p:cNvPicPr>
            <a:picLocks xmlns:a="http://schemas.openxmlformats.org/drawingml/2006/main" noChangeAspect="1"/>
          </p:cNvPicPr>
          <p:nvPr/>
        </p:nvPicPr>
        <p:blipFill>
          <a:blip xmlns:r="http://schemas.openxmlformats.org/officeDocument/2006/relationships" xmlns:a="http://schemas.openxmlformats.org/drawingml/2006/main" r:embed="R553fb2663f6d4bc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9E1BF74-318F-462A-B734-34C7675BDC6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E16B35-B013-4D00-9536-F7365657E65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08FCAC1-4806-4219-A182-81273C76706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9D3D274-451E-4473-A43B-62F49C1A06E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927EB30-2E1B-4D66-8071-19EBBC6F29A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DE008829-4431-4F0D-B720-6CFB221F4307}"/>
              </a:ext>
            </a:extLst>
          </p:cNvPr>
          <p:cNvSpPr>
            <a:spLocks xmlns:a="http://schemas.openxmlformats.org/drawingml/2006/main" noGrp="1"/>
          </p:cNvSpPr>
          <p:nvPr/>
        </p:nvSpPr>
        <p:spPr>
          <a:xfrm xmlns:a="http://schemas.openxmlformats.org/drawingml/2006/main">
            <a:off x="1524000" y="3667125"/>
            <a:ext cx="15240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63E1D8FC-E3D8-4F58-9C07-53A5AD4D8BD3}"/>
              </a:ext>
            </a:extLst>
          </p:cNvPr>
          <p:cNvPicPr>
            <a:picLocks xmlns:a="http://schemas.openxmlformats.org/drawingml/2006/main" noChangeAspect="1"/>
          </p:cNvPicPr>
          <p:nvPr/>
        </p:nvPicPr>
        <p:blipFill>
          <a:blip xmlns:r="http://schemas.openxmlformats.org/officeDocument/2006/relationships" xmlns:a="http://schemas.openxmlformats.org/drawingml/2006/main" r:embed="R10bb477a963247fc"/>
          <a:stretch xmlns:a="http://schemas.openxmlformats.org/drawingml/2006/main"/>
        </p:blipFill>
        <p:spPr>
          <a:xfrm xmlns:a="http://schemas.openxmlformats.org/drawingml/2006/main">
            <a:off x="3476986" y="4733925"/>
            <a:ext cx="11334028" cy="1206818"/>
          </a:xfrm>
          <a:prstGeom xmlns:a="http://schemas.openxmlformats.org/drawingml/2006/main" prst="rect">
            <a:avLst/>
          </a:prstGeom>
        </p:spPr>
      </p:pic>
      <p:sp>
        <p:nvSpPr>
          <p:cNvPr id="9" name="rich">
            <a:extLst xmlns:a="http://schemas.openxmlformats.org/drawingml/2006/main">
              <a:ext uri="{FF2B5EF4-FFF2-40B4-BE49-F238E27FC236}">
                <a16:creationId xmlns:a16="http://schemas.microsoft.com/office/drawing/2014/main" id="{862FA811-C5CE-4945-B146-93B336D6BA0E}"/>
              </a:ext>
            </a:extLst>
          </p:cNvPr>
          <p:cNvSpPr>
            <a:spLocks xmlns:a="http://schemas.openxmlformats.org/drawingml/2006/main" noGrp="1"/>
          </p:cNvSpPr>
          <p:nvPr/>
        </p:nvSpPr>
        <p:spPr>
          <a:xfrm xmlns:a="http://schemas.openxmlformats.org/drawingml/2006/main">
            <a:off x="3790950" y="67151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생성되는 물질 </a:t>
            </a:r>
            <a:r>
              <a:rPr b="1">
                <a:solidFill>
                  <a:srgbClr val="57962F"/>
                </a:solidFill>
              </a:rPr>
              <a:t>1 mol</a:t>
            </a:r>
            <a:r>
              <a:t>을 기준으로 나타낸다.</a:t>
            </a:r>
          </a:p>
        </p:txBody>
      </p:sp>
      <p:sp>
        <p:nvSpPr>
          <p:cNvPr id="10" name="rich">
            <a:extLst xmlns:a="http://schemas.openxmlformats.org/drawingml/2006/main">
              <a:ext uri="{FF2B5EF4-FFF2-40B4-BE49-F238E27FC236}">
                <a16:creationId xmlns:a16="http://schemas.microsoft.com/office/drawing/2014/main" id="{78800F07-C79A-43DE-A2C6-52FA9321A375}"/>
              </a:ext>
            </a:extLst>
          </p:cNvPr>
          <p:cNvSpPr>
            <a:spLocks xmlns:a="http://schemas.openxmlformats.org/drawingml/2006/main" noGrp="1"/>
          </p:cNvSpPr>
          <p:nvPr/>
        </p:nvSpPr>
        <p:spPr>
          <a:xfrm xmlns:a="http://schemas.openxmlformats.org/drawingml/2006/main">
            <a:off x="3790950" y="77343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0">
                <a:solidFill>
                  <a:srgbClr val="000000"/>
                </a:solidFill>
                <a:latin typeface="Pretendard"/>
                <a:ea typeface="Pretendard"/>
                <a:cs typeface="Pretendard"/>
              </a:defRPr>
            </a:defPPr>
            <a:lvl1pPr algn="l">
              <a:defRPr sz="3225" b="0">
                <a:solidFill>
                  <a:srgbClr val="000000"/>
                </a:solidFill>
                <a:latin typeface="Pretendard"/>
                <a:ea typeface="Pretendard"/>
                <a:cs typeface="Pretendard"/>
              </a:defRPr>
            </a:lvl1pPr>
            <a:lvl2pPr algn="l">
              <a:defRPr sz="3225" b="0">
                <a:solidFill>
                  <a:srgbClr val="000000"/>
                </a:solidFill>
                <a:latin typeface="Pretendard"/>
                <a:ea typeface="Pretendard"/>
                <a:cs typeface="Pretendard"/>
              </a:defRPr>
            </a:lvl2pPr>
            <a:lvl3pPr algn="l">
              <a:defRPr sz="3225" b="0">
                <a:solidFill>
                  <a:srgbClr val="000000"/>
                </a:solidFill>
                <a:latin typeface="Pretendard"/>
                <a:ea typeface="Pretendard"/>
                <a:cs typeface="Pretendard"/>
              </a:defRPr>
            </a:lvl3pPr>
            <a:lvl4pPr algn="l">
              <a:defRPr sz="3225" b="0">
                <a:solidFill>
                  <a:srgbClr val="000000"/>
                </a:solidFill>
                <a:latin typeface="Pretendard"/>
                <a:ea typeface="Pretendard"/>
                <a:cs typeface="Pretendard"/>
              </a:defRPr>
            </a:lvl4pPr>
            <a:lvl5pPr algn="l">
              <a:defRPr sz="3225" b="0">
                <a:solidFill>
                  <a:srgbClr val="000000"/>
                </a:solidFill>
                <a:latin typeface="Pretendard"/>
                <a:ea typeface="Pretendard"/>
                <a:cs typeface="Pretendard"/>
              </a:defRPr>
            </a:lvl5pPr>
            <a:lvl6pPr algn="l">
              <a:defRPr sz="3225" b="0">
                <a:solidFill>
                  <a:srgbClr val="000000"/>
                </a:solidFill>
                <a:latin typeface="Pretendard"/>
                <a:ea typeface="Pretendard"/>
                <a:cs typeface="Pretendard"/>
              </a:defRPr>
            </a:lvl6pPr>
            <a:lvl7pPr algn="l">
              <a:defRPr sz="3225" b="0">
                <a:solidFill>
                  <a:srgbClr val="000000"/>
                </a:solidFill>
                <a:latin typeface="Pretendard"/>
                <a:ea typeface="Pretendard"/>
                <a:cs typeface="Pretendard"/>
              </a:defRPr>
            </a:lvl7pPr>
            <a:lvl8pPr algn="l">
              <a:defRPr sz="3225" b="0">
                <a:solidFill>
                  <a:srgbClr val="000000"/>
                </a:solidFill>
                <a:latin typeface="Pretendard"/>
                <a:ea typeface="Pretendard"/>
                <a:cs typeface="Pretendard"/>
              </a:defRPr>
            </a:lvl8pPr>
            <a:lvl9pPr algn="l">
              <a:defRPr sz="3225" b="0">
                <a:solidFill>
                  <a:srgbClr val="000000"/>
                </a:solidFill>
                <a:latin typeface="Pretendard"/>
                <a:ea typeface="Pretendard"/>
                <a:cs typeface="Pretendard"/>
              </a:defRPr>
            </a:lvl9pPr>
          </a:lstStyle>
          <a:p xmlns:a="http://schemas.openxmlformats.org/drawingml/2006/main">
            <a:pPr algn="l">
              <a:defRPr sz="3225" b="0">
                <a:solidFill>
                  <a:srgbClr val="000000"/>
                </a:solidFill>
                <a:latin typeface="Pretendard"/>
                <a:ea typeface="Pretendard"/>
                <a:cs typeface="Pretendard"/>
              </a:defRPr>
            </a:pPr>
            <a:r>
              <a:t>H₂O</a:t>
            </a:r>
            <a:r>
              <a:t>(</a:t>
            </a:r>
            <a:r>
              <a:rPr i="1">
                <a:latin typeface="Pretendard"/>
                <a:ea typeface="Pretendard"/>
                <a:cs typeface="Pretendard"/>
              </a:rPr>
              <a:t>l</a:t>
            </a:r>
            <a:r>
              <a:t>)의 표준 생성 엔탈피는</a:t>
            </a:r>
          </a:p>
        </p:txBody>
      </p:sp>
      <p:sp>
        <p:nvSpPr>
          <p:cNvPr id="11" name="text">
            <a:extLst xmlns:a="http://schemas.openxmlformats.org/drawingml/2006/main">
              <a:ext uri="{FF2B5EF4-FFF2-40B4-BE49-F238E27FC236}">
                <a16:creationId xmlns:a16="http://schemas.microsoft.com/office/drawing/2014/main" id="{F62CD390-4B9B-40E4-B526-05C68AA2CC43}"/>
              </a:ext>
            </a:extLst>
          </p:cNvPr>
          <p:cNvSpPr>
            <a:spLocks xmlns:a="http://schemas.openxmlformats.org/drawingml/2006/main" noGrp="1"/>
          </p:cNvSpPr>
          <p:nvPr/>
        </p:nvSpPr>
        <p:spPr>
          <a:xfrm xmlns:a="http://schemas.openxmlformats.org/drawingml/2006/main">
            <a:off x="3790950" y="83820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650" b="1">
                <a:solidFill>
                  <a:srgbClr val="57962F"/>
                </a:solidFill>
                <a:latin typeface="Pretendard"/>
                <a:ea typeface="Pretendard"/>
                <a:cs typeface="Pretendard"/>
              </a:defRPr>
            </a:defPPr>
            <a:lvl1pPr algn="l">
              <a:defRPr sz="4650" b="1">
                <a:solidFill>
                  <a:srgbClr val="57962F"/>
                </a:solidFill>
                <a:latin typeface="Pretendard"/>
                <a:ea typeface="Pretendard"/>
                <a:cs typeface="Pretendard"/>
              </a:defRPr>
            </a:lvl1pPr>
            <a:lvl2pPr algn="l">
              <a:defRPr sz="4650" b="1">
                <a:solidFill>
                  <a:srgbClr val="57962F"/>
                </a:solidFill>
                <a:latin typeface="Pretendard"/>
                <a:ea typeface="Pretendard"/>
                <a:cs typeface="Pretendard"/>
              </a:defRPr>
            </a:lvl2pPr>
            <a:lvl3pPr algn="l">
              <a:defRPr sz="4650" b="1">
                <a:solidFill>
                  <a:srgbClr val="57962F"/>
                </a:solidFill>
                <a:latin typeface="Pretendard"/>
                <a:ea typeface="Pretendard"/>
                <a:cs typeface="Pretendard"/>
              </a:defRPr>
            </a:lvl3pPr>
            <a:lvl4pPr algn="l">
              <a:defRPr sz="4650" b="1">
                <a:solidFill>
                  <a:srgbClr val="57962F"/>
                </a:solidFill>
                <a:latin typeface="Pretendard"/>
                <a:ea typeface="Pretendard"/>
                <a:cs typeface="Pretendard"/>
              </a:defRPr>
            </a:lvl4pPr>
            <a:lvl5pPr algn="l">
              <a:defRPr sz="4650" b="1">
                <a:solidFill>
                  <a:srgbClr val="57962F"/>
                </a:solidFill>
                <a:latin typeface="Pretendard"/>
                <a:ea typeface="Pretendard"/>
                <a:cs typeface="Pretendard"/>
              </a:defRPr>
            </a:lvl5pPr>
            <a:lvl6pPr algn="l">
              <a:defRPr sz="4650" b="1">
                <a:solidFill>
                  <a:srgbClr val="57962F"/>
                </a:solidFill>
                <a:latin typeface="Pretendard"/>
                <a:ea typeface="Pretendard"/>
                <a:cs typeface="Pretendard"/>
              </a:defRPr>
            </a:lvl6pPr>
            <a:lvl7pPr algn="l">
              <a:defRPr sz="4650" b="1">
                <a:solidFill>
                  <a:srgbClr val="57962F"/>
                </a:solidFill>
                <a:latin typeface="Pretendard"/>
                <a:ea typeface="Pretendard"/>
                <a:cs typeface="Pretendard"/>
              </a:defRPr>
            </a:lvl7pPr>
            <a:lvl8pPr algn="l">
              <a:defRPr sz="4650" b="1">
                <a:solidFill>
                  <a:srgbClr val="57962F"/>
                </a:solidFill>
                <a:latin typeface="Pretendard"/>
                <a:ea typeface="Pretendard"/>
                <a:cs typeface="Pretendard"/>
              </a:defRPr>
            </a:lvl8pPr>
            <a:lvl9pPr algn="l">
              <a:defRPr sz="4650" b="1">
                <a:solidFill>
                  <a:srgbClr val="57962F"/>
                </a:solidFill>
                <a:latin typeface="Pretendard"/>
                <a:ea typeface="Pretendard"/>
                <a:cs typeface="Pretendard"/>
              </a:defRPr>
            </a:lvl9pPr>
          </a:lstStyle>
          <a:p xmlns:a="http://schemas.openxmlformats.org/drawingml/2006/main">
            <a:pPr algn="l">
              <a:defRPr sz="4650" b="1">
                <a:solidFill>
                  <a:srgbClr val="57962F"/>
                </a:solidFill>
                <a:latin typeface="Pretendard"/>
                <a:ea typeface="Pretendard"/>
                <a:cs typeface="Pretendard"/>
              </a:defRPr>
            </a:pPr>
            <a:r>
              <a:rPr sz="4650" b="1">
                <a:solidFill>
                  <a:srgbClr val="57962F"/>
                </a:solidFill>
                <a:latin typeface="Pretendard"/>
                <a:ea typeface="Pretendard"/>
                <a:cs typeface="Pretendard"/>
              </a:rPr>
              <a:t>−285.8 kJ/mol</a:t>
            </a:r>
          </a:p>
        </p:txBody>
      </p:sp>
    </p:spTree>
    <p:extLst>
      <p:ext uri="{BB962C8B-B14F-4D97-AF65-F5344CB8AC3E}">
        <p14:creationId xmlns:p14="http://schemas.microsoft.com/office/powerpoint/2010/main" val="151176208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0CDB68B2-C7BA-47F0-BA20-F92E5664E03A}"/>
              </a:ext>
            </a:extLst>
          </p:cNvPr>
          <p:cNvPicPr>
            <a:picLocks xmlns:a="http://schemas.openxmlformats.org/drawingml/2006/main" noChangeAspect="1"/>
          </p:cNvPicPr>
          <p:nvPr/>
        </p:nvPicPr>
        <p:blipFill>
          <a:blip xmlns:r="http://schemas.openxmlformats.org/officeDocument/2006/relationships" xmlns:a="http://schemas.openxmlformats.org/drawingml/2006/main" r:embed="R0541e51bb7014c0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F69F240-4325-4C6E-BE9C-5EB81A4679F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63E740-F21A-4B96-92D5-3A294769347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D18208D-B1E4-467B-B40D-B5B3BD87045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B7C22D0-1C21-4437-93D9-3D2FFDBA1DE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81047C6-FA78-47A5-88E0-5AE757C3141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476F82EF-34DC-4713-8C8C-9D8771242BFA}"/>
              </a:ext>
            </a:extLst>
          </p:cNvPr>
          <p:cNvGraphicFramePr/>
          <p:nvPr/>
        </p:nvGraphicFramePr>
        <p:xfrm>
          <a:off xmlns:a="http://schemas.openxmlformats.org/drawingml/2006/main" x="3476625" y="4238625"/>
          <a:ext xmlns:a="http://schemas.openxmlformats.org/drawingml/2006/main" cx="11334750" cy="3810000"/>
        </p:xfrm>
        <a:graphic xmlns:a="http://schemas.openxmlformats.org/drawingml/2006/main">
          <a:graphicData uri="http://schemas.openxmlformats.org/drawingml/2006/table">
            <a:tbl>
              <a:tblPr/>
              <a:tblGrid>
                <a:gridCol w="4762500"/>
                <a:gridCol w="6572250"/>
              </a:tblGrid>
              <a:tr h="952500">
                <a:tc>
                  <a:txBody>
                    <a:bodyPr wrap="none" lIns="114300" tIns="114300" rIns="114300" bIns="114300"/>
                    <a:lstStyle/>
                    <a:p>
                      <a:pPr algn="ctr"/>
                      <a:r>
                        <a:rPr sz="315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150" b="1">
                          <a:solidFill>
                            <a:srgbClr val="FFFFFF"/>
                          </a:solidFill>
                          <a:latin typeface="Pretendard"/>
                          <a:ea typeface="Pretendard"/>
                          <a:cs typeface="Pretendard"/>
                        </a:rPr>
                        <a:t>C</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s</a:t>
                      </a:r>
                      <a:r>
                        <a:rPr sz="315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H₂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150" b="1">
                          <a:solidFill>
                            <a:srgbClr val="FFFFFF"/>
                          </a:solidFill>
                          <a:latin typeface="Pretendard"/>
                          <a:ea typeface="Pretendard"/>
                          <a:cs typeface="Pretendard"/>
                        </a:rPr>
                        <a:t>O₂</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D2CF1140-8358-4F0A-81FF-6C2288161552}"/>
              </a:ext>
            </a:extLst>
          </p:cNvPr>
          <p:cNvSpPr>
            <a:spLocks xmlns:a="http://schemas.openxmlformats.org/drawingml/2006/main" noGrp="1"/>
          </p:cNvSpPr>
          <p:nvPr/>
        </p:nvSpPr>
        <p:spPr>
          <a:xfrm xmlns:a="http://schemas.openxmlformats.org/drawingml/2006/main" rot="0">
            <a:off x="34766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DCD3A1A-A765-45E0-A21D-9EE04835C301}"/>
              </a:ext>
            </a:extLst>
          </p:cNvPr>
          <p:cNvSpPr>
            <a:spLocks xmlns:a="http://schemas.openxmlformats.org/drawingml/2006/main" noGrp="1"/>
          </p:cNvSpPr>
          <p:nvPr/>
        </p:nvSpPr>
        <p:spPr>
          <a:xfrm xmlns:a="http://schemas.openxmlformats.org/drawingml/2006/main" rot="5400000">
            <a:off x="1462087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29AD659-6010-4706-8687-9E60ABF33D8C}"/>
              </a:ext>
            </a:extLst>
          </p:cNvPr>
          <p:cNvSpPr>
            <a:spLocks xmlns:a="http://schemas.openxmlformats.org/drawingml/2006/main" noGrp="1"/>
          </p:cNvSpPr>
          <p:nvPr/>
        </p:nvSpPr>
        <p:spPr>
          <a:xfrm xmlns:a="http://schemas.openxmlformats.org/drawingml/2006/main" rot="10800000">
            <a:off x="1462087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58773FD8-9EF0-478F-A41E-5A01C233D96D}"/>
              </a:ext>
            </a:extLst>
          </p:cNvPr>
          <p:cNvSpPr>
            <a:spLocks xmlns:a="http://schemas.openxmlformats.org/drawingml/2006/main" noGrp="1"/>
          </p:cNvSpPr>
          <p:nvPr/>
        </p:nvSpPr>
        <p:spPr>
          <a:xfrm xmlns:a="http://schemas.openxmlformats.org/drawingml/2006/main" rot="16200000">
            <a:off x="3476625" y="7858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2E52A2DF-87B5-4A56-9715-FB1A34720239}"/>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14458373-5E49-458C-A347-DE1A6799F4B9}"/>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11168785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1F04A337-4C37-4F05-9D16-2EF6AD53BD06}"/>
              </a:ext>
            </a:extLst>
          </p:cNvPr>
          <p:cNvPicPr>
            <a:picLocks xmlns:a="http://schemas.openxmlformats.org/drawingml/2006/main" noChangeAspect="1"/>
          </p:cNvPicPr>
          <p:nvPr/>
        </p:nvPicPr>
        <p:blipFill>
          <a:blip xmlns:r="http://schemas.openxmlformats.org/officeDocument/2006/relationships" xmlns:a="http://schemas.openxmlformats.org/drawingml/2006/main" r:embed="R69e191bbd5e2400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D6D605-BF84-4C9F-A8AD-B4F6DBD574A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F09F9DB-6575-4AA2-9A36-BFA1C4F27DA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77A1BD2-3C3D-49A9-B968-5A00CBBAA18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640FCC6-D19C-4193-9B62-D86F0BD095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0A65D1B-805B-4BC9-AC2E-90F3864221A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A0665D5A-7299-45A0-9F08-F850EB0F1428}"/>
              </a:ext>
            </a:extLst>
          </p:cNvPr>
          <p:cNvPicPr>
            <a:picLocks xmlns:a="http://schemas.openxmlformats.org/drawingml/2006/main" noChangeAspect="1"/>
          </p:cNvPicPr>
          <p:nvPr/>
        </p:nvPicPr>
        <p:blipFill>
          <a:blip xmlns:r="http://schemas.openxmlformats.org/officeDocument/2006/relationships" xmlns:a="http://schemas.openxmlformats.org/drawingml/2006/main" r:embed="R68b9af2f9bf74099"/>
          <a:stretch xmlns:a="http://schemas.openxmlformats.org/drawingml/2006/main"/>
        </p:blipFill>
        <p:spPr>
          <a:xfrm xmlns:a="http://schemas.openxmlformats.org/drawingml/2006/main">
            <a:off x="2444353" y="4574381"/>
            <a:ext cx="13418344" cy="14287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46C872FF-76CF-433A-A654-33FD1BA34E32}"/>
              </a:ext>
            </a:extLst>
          </p:cNvPr>
          <p:cNvPicPr>
            <a:picLocks xmlns:a="http://schemas.openxmlformats.org/drawingml/2006/main" noChangeAspect="1"/>
          </p:cNvPicPr>
          <p:nvPr/>
        </p:nvPicPr>
        <p:blipFill>
          <a:blip xmlns:r="http://schemas.openxmlformats.org/officeDocument/2006/relationships" xmlns:a="http://schemas.openxmlformats.org/drawingml/2006/main" r:embed="R4985a93062a743d5"/>
          <a:stretch xmlns:a="http://schemas.openxmlformats.org/drawingml/2006/main"/>
        </p:blipFill>
        <p:spPr>
          <a:xfrm xmlns:a="http://schemas.openxmlformats.org/drawingml/2006/main">
            <a:off x="2444353" y="6165056"/>
            <a:ext cx="13418344" cy="1428750"/>
          </a:xfrm>
          <a:prstGeom xmlns:a="http://schemas.openxmlformats.org/drawingml/2006/main" prst="rect">
            <a:avLst/>
          </a:prstGeom>
        </p:spPr>
      </p:pic>
      <p:sp>
        <p:nvSpPr>
          <p:cNvPr id="9" name="해석·결론">
            <a:extLst xmlns:a="http://schemas.openxmlformats.org/drawingml/2006/main">
              <a:ext uri="{FF2B5EF4-FFF2-40B4-BE49-F238E27FC236}">
                <a16:creationId xmlns:a16="http://schemas.microsoft.com/office/drawing/2014/main" id="{AE2EC337-B50E-48C2-8D10-F45423A255D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466D653A-D437-4033-8A7A-FB2965327BB9}"/>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
        <p:nvSpPr>
          <p:cNvPr id="11" name="text">
            <a:extLst xmlns:a="http://schemas.openxmlformats.org/drawingml/2006/main">
              <a:ext uri="{FF2B5EF4-FFF2-40B4-BE49-F238E27FC236}">
                <a16:creationId xmlns:a16="http://schemas.microsoft.com/office/drawing/2014/main" id="{7E97182C-71EA-4B98-A117-1026D788F509}"/>
              </a:ext>
            </a:extLst>
          </p:cNvPr>
          <p:cNvSpPr>
            <a:spLocks xmlns:a="http://schemas.openxmlformats.org/drawingml/2006/main" noGrp="1"/>
          </p:cNvSpPr>
          <p:nvPr/>
        </p:nvSpPr>
        <p:spPr>
          <a:xfrm xmlns:a="http://schemas.openxmlformats.org/drawingml/2006/main">
            <a:off x="10572750" y="4236244"/>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액체 물</a:t>
            </a:r>
          </a:p>
        </p:txBody>
      </p:sp>
      <p:pic>
        <p:nvPicPr>
          <p:cNvPr id="12" name="">
            <a:extLst xmlns:a="http://schemas.openxmlformats.org/drawingml/2006/main">
              <a:ext uri="{FF2B5EF4-FFF2-40B4-BE49-F238E27FC236}">
                <a16:creationId xmlns:a16="http://schemas.microsoft.com/office/drawing/2014/main" id="{E41D45B9-E8F6-424E-B043-88D49B66D4C6}"/>
              </a:ext>
            </a:extLst>
          </p:cNvPr>
          <p:cNvPicPr>
            <a:picLocks xmlns:a="http://schemas.openxmlformats.org/drawingml/2006/main" noChangeAspect="1"/>
          </p:cNvPicPr>
          <p:nvPr/>
        </p:nvPicPr>
        <p:blipFill>
          <a:blip xmlns:r="http://schemas.openxmlformats.org/officeDocument/2006/relationships" xmlns:a="http://schemas.openxmlformats.org/drawingml/2006/main" r:embed="R8f25aefc77f24d51"/>
          <a:stretch xmlns:a="http://schemas.openxmlformats.org/drawingml/2006/main"/>
        </p:blipFill>
        <p:spPr>
          <a:xfrm xmlns:a="http://schemas.openxmlformats.org/drawingml/2006/main">
            <a:off x="9486900" y="4617244"/>
            <a:ext cx="1085850" cy="57150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4CD3C3F4-B571-48C4-9DA2-B38BAEBD9530}"/>
              </a:ext>
            </a:extLst>
          </p:cNvPr>
          <p:cNvSpPr>
            <a:spLocks xmlns:a="http://schemas.openxmlformats.org/drawingml/2006/main" noGrp="1"/>
          </p:cNvSpPr>
          <p:nvPr/>
        </p:nvSpPr>
        <p:spPr>
          <a:xfrm xmlns:a="http://schemas.openxmlformats.org/drawingml/2006/main">
            <a:off x="10572750" y="5791200"/>
            <a:ext cx="247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수증기</a:t>
            </a:r>
          </a:p>
        </p:txBody>
      </p:sp>
      <p:pic>
        <p:nvPicPr>
          <p:cNvPr id="14" name="">
            <a:extLst xmlns:a="http://schemas.openxmlformats.org/drawingml/2006/main">
              <a:ext uri="{FF2B5EF4-FFF2-40B4-BE49-F238E27FC236}">
                <a16:creationId xmlns:a16="http://schemas.microsoft.com/office/drawing/2014/main" id="{876BFE33-385F-4EE2-B10F-362E5AD3943A}"/>
              </a:ext>
            </a:extLst>
          </p:cNvPr>
          <p:cNvPicPr>
            <a:picLocks xmlns:a="http://schemas.openxmlformats.org/drawingml/2006/main" noChangeAspect="1"/>
          </p:cNvPicPr>
          <p:nvPr/>
        </p:nvPicPr>
        <p:blipFill>
          <a:blip xmlns:r="http://schemas.openxmlformats.org/officeDocument/2006/relationships" xmlns:a="http://schemas.openxmlformats.org/drawingml/2006/main" r:embed="R6de7329ad47e4583"/>
          <a:stretch xmlns:a="http://schemas.openxmlformats.org/drawingml/2006/main"/>
        </p:blipFill>
        <p:spPr>
          <a:xfrm xmlns:a="http://schemas.openxmlformats.org/drawingml/2006/main">
            <a:off x="9486900" y="6172200"/>
            <a:ext cx="1085850" cy="571500"/>
          </a:xfrm>
          <a:prstGeom xmlns:a="http://schemas.openxmlformats.org/drawingml/2006/main" prst="rect">
            <a:avLst/>
          </a:prstGeom>
        </p:spPr>
      </p:pic>
    </p:spTree>
    <p:extLst>
      <p:ext uri="{BB962C8B-B14F-4D97-AF65-F5344CB8AC3E}">
        <p14:creationId xmlns:p14="http://schemas.microsoft.com/office/powerpoint/2010/main" val="63379878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9DC3E9B-EB09-4949-8F04-64A8FCC97E90}"/>
              </a:ext>
            </a:extLst>
          </p:cNvPr>
          <p:cNvPicPr>
            <a:picLocks xmlns:a="http://schemas.openxmlformats.org/drawingml/2006/main" noChangeAspect="1"/>
          </p:cNvPicPr>
          <p:nvPr/>
        </p:nvPicPr>
        <p:blipFill>
          <a:blip xmlns:r="http://schemas.openxmlformats.org/officeDocument/2006/relationships" xmlns:a="http://schemas.openxmlformats.org/drawingml/2006/main" r:embed="R4dd438891298429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60883A-B1C8-42B1-A7DA-013466FB7E1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432E6F4-B97E-4F82-B56A-61C4107FC19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349A2B2-4427-4983-8D97-BB75262F907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F893521-5835-4919-8EDD-06E29FA3EE3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B0955204-7EE4-4A98-9B2F-271F33D6D4D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F4C6A5AD-0B86-4922-8781-6DA602C6111F}"/>
              </a:ext>
            </a:extLst>
          </p:cNvPr>
          <p:cNvPicPr>
            <a:picLocks xmlns:a="http://schemas.openxmlformats.org/drawingml/2006/main" noChangeAspect="1"/>
          </p:cNvPicPr>
          <p:nvPr/>
        </p:nvPicPr>
        <p:blipFill>
          <a:blip xmlns:r="http://schemas.openxmlformats.org/officeDocument/2006/relationships" xmlns:a="http://schemas.openxmlformats.org/drawingml/2006/main" r:embed="R47a4405a553a437e"/>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9AE097FA-705B-4C07-A2E9-DC5A270C4724}"/>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F7A9F41F-309F-401B-A4BC-5170B85618D0}"/>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세 과정을 합하면 CH₄의 연소 반응이 된다.</a:t>
            </a:r>
          </a:p>
        </p:txBody>
      </p:sp>
    </p:spTree>
    <p:extLst>
      <p:ext uri="{BB962C8B-B14F-4D97-AF65-F5344CB8AC3E}">
        <p14:creationId xmlns:p14="http://schemas.microsoft.com/office/powerpoint/2010/main" val="44813118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E37B248-F68C-479D-A63C-8410C15F9629}"/>
              </a:ext>
            </a:extLst>
          </p:cNvPr>
          <p:cNvPicPr>
            <a:picLocks xmlns:a="http://schemas.openxmlformats.org/drawingml/2006/main" noChangeAspect="1"/>
          </p:cNvPicPr>
          <p:nvPr/>
        </p:nvPicPr>
        <p:blipFill>
          <a:blip xmlns:r="http://schemas.openxmlformats.org/officeDocument/2006/relationships" xmlns:a="http://schemas.openxmlformats.org/drawingml/2006/main" r:embed="Rc32120937913498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3E5D353-EDFD-4B1E-8DB6-5AA5249D34C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2E31D2C-9127-41D1-BEA1-17048755C43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77127AA-2C5D-494D-B5AB-172E41AFBAC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9423AB96-E481-4359-A5DD-F3AFD99A58B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A01DF23F-7793-46FA-A009-09BC8D9A6C4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04-33 관계식 강조 상자">
            <a:extLst xmlns:a="http://schemas.openxmlformats.org/drawingml/2006/main">
              <a:ext uri="{FF2B5EF4-FFF2-40B4-BE49-F238E27FC236}">
                <a16:creationId xmlns:a16="http://schemas.microsoft.com/office/drawing/2014/main" id="{35E685A1-2DBB-4E96-8914-B5D8B292335B}"/>
              </a:ext>
            </a:extLst>
          </p:cNvPr>
          <p:cNvSpPr>
            <a:spLocks xmlns:a="http://schemas.openxmlformats.org/drawingml/2006/main" noGrp="1"/>
          </p:cNvSpPr>
          <p:nvPr/>
        </p:nvSpPr>
        <p:spPr>
          <a:xfrm xmlns:a="http://schemas.openxmlformats.org/drawingml/2006/main">
            <a:off x="3448050" y="3914775"/>
            <a:ext cx="11382375" cy="2162175"/>
          </a:xfrm>
          <a:prstGeom xmlns:a="http://schemas.openxmlformats.org/drawingml/2006/main" prst="roundRect">
            <a:avLst>
              <a:gd name="adj" fmla="val 10573"/>
            </a:avLst>
          </a:prstGeom>
          <a:solidFill xmlns:a="http://schemas.openxmlformats.org/drawingml/2006/main">
            <a:srgbClr val="303030"/>
          </a:solidFill>
          <a:ln xmlns:a="http://schemas.openxmlformats.org/drawingml/2006/main" w="0">
            <a:noFill/>
          </a:ln>
        </p:spPr>
      </p:sp>
      <p:sp>
        <p:nvSpPr>
          <p:cNvPr id="8" name="rich">
            <a:extLst xmlns:a="http://schemas.openxmlformats.org/drawingml/2006/main">
              <a:ext uri="{FF2B5EF4-FFF2-40B4-BE49-F238E27FC236}">
                <a16:creationId xmlns:a16="http://schemas.microsoft.com/office/drawing/2014/main" id="{99720A60-4389-4FF4-9A65-97813A77ED96}"/>
              </a:ext>
            </a:extLst>
          </p:cNvPr>
          <p:cNvSpPr>
            <a:spLocks xmlns:a="http://schemas.openxmlformats.org/drawingml/2006/main" noGrp="1"/>
          </p:cNvSpPr>
          <p:nvPr/>
        </p:nvSpPr>
        <p:spPr>
          <a:xfrm xmlns:a="http://schemas.openxmlformats.org/drawingml/2006/main">
            <a:off x="3829050" y="41243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9FFF68"/>
                </a:solidFill>
                <a:latin typeface="Pretendard"/>
                <a:ea typeface="Pretendard"/>
                <a:cs typeface="Pretendard"/>
              </a:defRPr>
            </a:defPPr>
            <a:lvl1pPr algn="l">
              <a:defRPr sz="4200" b="1">
                <a:solidFill>
                  <a:srgbClr val="9FFF68"/>
                </a:solidFill>
                <a:latin typeface="Pretendard"/>
                <a:ea typeface="Pretendard"/>
                <a:cs typeface="Pretendard"/>
              </a:defRPr>
            </a:lvl1pPr>
            <a:lvl2pPr algn="l">
              <a:defRPr sz="4200" b="1">
                <a:solidFill>
                  <a:srgbClr val="9FFF68"/>
                </a:solidFill>
                <a:latin typeface="Pretendard"/>
                <a:ea typeface="Pretendard"/>
                <a:cs typeface="Pretendard"/>
              </a:defRPr>
            </a:lvl2pPr>
            <a:lvl3pPr algn="l">
              <a:defRPr sz="4200" b="1">
                <a:solidFill>
                  <a:srgbClr val="9FFF68"/>
                </a:solidFill>
                <a:latin typeface="Pretendard"/>
                <a:ea typeface="Pretendard"/>
                <a:cs typeface="Pretendard"/>
              </a:defRPr>
            </a:lvl3pPr>
            <a:lvl4pPr algn="l">
              <a:defRPr sz="4200" b="1">
                <a:solidFill>
                  <a:srgbClr val="9FFF68"/>
                </a:solidFill>
                <a:latin typeface="Pretendard"/>
                <a:ea typeface="Pretendard"/>
                <a:cs typeface="Pretendard"/>
              </a:defRPr>
            </a:lvl4pPr>
            <a:lvl5pPr algn="l">
              <a:defRPr sz="4200" b="1">
                <a:solidFill>
                  <a:srgbClr val="9FFF68"/>
                </a:solidFill>
                <a:latin typeface="Pretendard"/>
                <a:ea typeface="Pretendard"/>
                <a:cs typeface="Pretendard"/>
              </a:defRPr>
            </a:lvl5pPr>
            <a:lvl6pPr algn="l">
              <a:defRPr sz="4200" b="1">
                <a:solidFill>
                  <a:srgbClr val="9FFF68"/>
                </a:solidFill>
                <a:latin typeface="Pretendard"/>
                <a:ea typeface="Pretendard"/>
                <a:cs typeface="Pretendard"/>
              </a:defRPr>
            </a:lvl6pPr>
            <a:lvl7pPr algn="l">
              <a:defRPr sz="4200" b="1">
                <a:solidFill>
                  <a:srgbClr val="9FFF68"/>
                </a:solidFill>
                <a:latin typeface="Pretendard"/>
                <a:ea typeface="Pretendard"/>
                <a:cs typeface="Pretendard"/>
              </a:defRPr>
            </a:lvl7pPr>
            <a:lvl8pPr algn="l">
              <a:defRPr sz="4200" b="1">
                <a:solidFill>
                  <a:srgbClr val="9FFF68"/>
                </a:solidFill>
                <a:latin typeface="Pretendard"/>
                <a:ea typeface="Pretendard"/>
                <a:cs typeface="Pretendard"/>
              </a:defRPr>
            </a:lvl8pPr>
            <a:lvl9pPr algn="l">
              <a:defRPr sz="4200" b="1">
                <a:solidFill>
                  <a:srgbClr val="9FFF68"/>
                </a:solidFill>
                <a:latin typeface="Pretendard"/>
                <a:ea typeface="Pretendard"/>
                <a:cs typeface="Pretendard"/>
              </a:defRPr>
            </a:lvl9pPr>
          </a:lstStyle>
          <a:p xmlns:a="http://schemas.openxmlformats.org/drawingml/2006/main">
            <a:pPr algn="l">
              <a:defRPr sz="4200" b="1">
                <a:solidFill>
                  <a:srgbClr val="9FFF68"/>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9" name="text">
            <a:extLst xmlns:a="http://schemas.openxmlformats.org/drawingml/2006/main">
              <a:ext uri="{FF2B5EF4-FFF2-40B4-BE49-F238E27FC236}">
                <a16:creationId xmlns:a16="http://schemas.microsoft.com/office/drawing/2014/main" id="{5C5A7418-064A-4492-8345-59F21DEA25DB}"/>
              </a:ext>
            </a:extLst>
          </p:cNvPr>
          <p:cNvSpPr>
            <a:spLocks xmlns:a="http://schemas.openxmlformats.org/drawingml/2006/main" noGrp="1"/>
          </p:cNvSpPr>
          <p:nvPr/>
        </p:nvSpPr>
        <p:spPr>
          <a:xfrm xmlns:a="http://schemas.openxmlformats.org/drawingml/2006/main">
            <a:off x="5143500" y="5029200"/>
            <a:ext cx="923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FFFFFF"/>
                </a:solidFill>
                <a:latin typeface="Pretendard"/>
                <a:ea typeface="Pretendard"/>
                <a:cs typeface="Pretendard"/>
              </a:defRPr>
            </a:defPPr>
            <a:lvl1pPr algn="l">
              <a:defRPr sz="4200" b="1">
                <a:solidFill>
                  <a:srgbClr val="FFFFFF"/>
                </a:solidFill>
                <a:latin typeface="Pretendard"/>
                <a:ea typeface="Pretendard"/>
                <a:cs typeface="Pretendard"/>
              </a:defRPr>
            </a:lvl1pPr>
            <a:lvl2pPr algn="l">
              <a:defRPr sz="4200" b="1">
                <a:solidFill>
                  <a:srgbClr val="FFFFFF"/>
                </a:solidFill>
                <a:latin typeface="Pretendard"/>
                <a:ea typeface="Pretendard"/>
                <a:cs typeface="Pretendard"/>
              </a:defRPr>
            </a:lvl2pPr>
            <a:lvl3pPr algn="l">
              <a:defRPr sz="4200" b="1">
                <a:solidFill>
                  <a:srgbClr val="FFFFFF"/>
                </a:solidFill>
                <a:latin typeface="Pretendard"/>
                <a:ea typeface="Pretendard"/>
                <a:cs typeface="Pretendard"/>
              </a:defRPr>
            </a:lvl3pPr>
            <a:lvl4pPr algn="l">
              <a:defRPr sz="4200" b="1">
                <a:solidFill>
                  <a:srgbClr val="FFFFFF"/>
                </a:solidFill>
                <a:latin typeface="Pretendard"/>
                <a:ea typeface="Pretendard"/>
                <a:cs typeface="Pretendard"/>
              </a:defRPr>
            </a:lvl4pPr>
            <a:lvl5pPr algn="l">
              <a:defRPr sz="4200" b="1">
                <a:solidFill>
                  <a:srgbClr val="FFFFFF"/>
                </a:solidFill>
                <a:latin typeface="Pretendard"/>
                <a:ea typeface="Pretendard"/>
                <a:cs typeface="Pretendard"/>
              </a:defRPr>
            </a:lvl5pPr>
            <a:lvl6pPr algn="l">
              <a:defRPr sz="4200" b="1">
                <a:solidFill>
                  <a:srgbClr val="FFFFFF"/>
                </a:solidFill>
                <a:latin typeface="Pretendard"/>
                <a:ea typeface="Pretendard"/>
                <a:cs typeface="Pretendard"/>
              </a:defRPr>
            </a:lvl6pPr>
            <a:lvl7pPr algn="l">
              <a:defRPr sz="4200" b="1">
                <a:solidFill>
                  <a:srgbClr val="FFFFFF"/>
                </a:solidFill>
                <a:latin typeface="Pretendard"/>
                <a:ea typeface="Pretendard"/>
                <a:cs typeface="Pretendard"/>
              </a:defRPr>
            </a:lvl7pPr>
            <a:lvl8pPr algn="l">
              <a:defRPr sz="4200" b="1">
                <a:solidFill>
                  <a:srgbClr val="FFFFFF"/>
                </a:solidFill>
                <a:latin typeface="Pretendard"/>
                <a:ea typeface="Pretendard"/>
                <a:cs typeface="Pretendard"/>
              </a:defRPr>
            </a:lvl8pPr>
            <a:lvl9pPr algn="l">
              <a:defRPr sz="4200" b="1">
                <a:solidFill>
                  <a:srgbClr val="FFFFFF"/>
                </a:solidFill>
                <a:latin typeface="Pretendard"/>
                <a:ea typeface="Pretendard"/>
                <a:cs typeface="Pretendard"/>
              </a:defRPr>
            </a:lvl9pPr>
          </a:lstStyle>
          <a:p xmlns:a="http://schemas.openxmlformats.org/drawingml/2006/main">
            <a:pPr algn="l">
              <a:defRPr sz="4200" b="1">
                <a:solidFill>
                  <a:srgbClr val="FFFFFF"/>
                </a:solidFill>
                <a:latin typeface="Pretendard"/>
                <a:ea typeface="Pretendard"/>
                <a:cs typeface="Pretendard"/>
              </a:defRPr>
            </a:pPr>
            <a:r>
              <a:rPr sz="4200" b="1">
                <a:solidFill>
                  <a:srgbClr val="FFFFFF"/>
                </a:solidFill>
                <a:latin typeface="Pretendard"/>
                <a:ea typeface="Pretendard"/>
                <a:cs typeface="Pretendard"/>
              </a:rPr>
              <a:t>− 반응물의 표준 생성 엔탈피 합</a:t>
            </a:r>
          </a:p>
        </p:txBody>
      </p:sp>
      <p:sp>
        <p:nvSpPr>
          <p:cNvPr id="10" name="R04-33 표제와 해석 영역">
            <a:extLst xmlns:a="http://schemas.openxmlformats.org/drawingml/2006/main">
              <a:ext uri="{FF2B5EF4-FFF2-40B4-BE49-F238E27FC236}">
                <a16:creationId xmlns:a16="http://schemas.microsoft.com/office/drawing/2014/main" id="{656F2BD2-A91D-46A3-BF58-271C1A8BB01F}"/>
              </a:ext>
            </a:extLst>
          </p:cNvPr>
          <p:cNvSpPr>
            <a:spLocks xmlns:a="http://schemas.openxmlformats.org/drawingml/2006/main" noGrp="1"/>
          </p:cNvSpPr>
          <p:nvPr/>
        </p:nvSpPr>
        <p:spPr>
          <a:xfrm xmlns:a="http://schemas.openxmlformats.org/drawingml/2006/main">
            <a:off x="3448050" y="6496050"/>
            <a:ext cx="11382375" cy="1581150"/>
          </a:xfrm>
          <a:prstGeom xmlns:a="http://schemas.openxmlformats.org/drawingml/2006/main" prst="roundRect">
            <a:avLst>
              <a:gd name="adj" fmla="val 12048"/>
            </a:avLst>
          </a:prstGeom>
          <a:solidFill xmlns:a="http://schemas.openxmlformats.org/drawingml/2006/main">
            <a:srgbClr val="F5F5F5"/>
          </a:solidFill>
          <a:ln xmlns:a="http://schemas.openxmlformats.org/drawingml/2006/main" w="0">
            <a:noFill/>
          </a:ln>
        </p:spPr>
      </p:sp>
      <p:sp>
        <p:nvSpPr>
          <p:cNvPr id="11" name="rich">
            <a:extLst xmlns:a="http://schemas.openxmlformats.org/drawingml/2006/main">
              <a:ext uri="{FF2B5EF4-FFF2-40B4-BE49-F238E27FC236}">
                <a16:creationId xmlns:a16="http://schemas.microsoft.com/office/drawing/2014/main" id="{5F8D0EF7-5806-48D6-AD49-D4E06EC9AE07}"/>
              </a:ext>
            </a:extLst>
          </p:cNvPr>
          <p:cNvSpPr>
            <a:spLocks xmlns:a="http://schemas.openxmlformats.org/drawingml/2006/main" noGrp="1"/>
          </p:cNvSpPr>
          <p:nvPr/>
        </p:nvSpPr>
        <p:spPr>
          <a:xfrm xmlns:a="http://schemas.openxmlformats.org/drawingml/2006/main">
            <a:off x="3752850" y="6657975"/>
            <a:ext cx="107727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57962F"/>
                </a:solidFill>
                <a:latin typeface="Pretendard"/>
                <a:ea typeface="Pretendard"/>
                <a:cs typeface="Pretendard"/>
              </a:defRPr>
            </a:defPPr>
            <a:lvl1pPr algn="l">
              <a:defRPr sz="3075" b="1">
                <a:solidFill>
                  <a:srgbClr val="57962F"/>
                </a:solidFill>
                <a:latin typeface="Pretendard"/>
                <a:ea typeface="Pretendard"/>
                <a:cs typeface="Pretendard"/>
              </a:defRPr>
            </a:lvl1pPr>
            <a:lvl2pPr algn="l">
              <a:defRPr sz="3075" b="1">
                <a:solidFill>
                  <a:srgbClr val="57962F"/>
                </a:solidFill>
                <a:latin typeface="Pretendard"/>
                <a:ea typeface="Pretendard"/>
                <a:cs typeface="Pretendard"/>
              </a:defRPr>
            </a:lvl2pPr>
            <a:lvl3pPr algn="l">
              <a:defRPr sz="3075" b="1">
                <a:solidFill>
                  <a:srgbClr val="57962F"/>
                </a:solidFill>
                <a:latin typeface="Pretendard"/>
                <a:ea typeface="Pretendard"/>
                <a:cs typeface="Pretendard"/>
              </a:defRPr>
            </a:lvl3pPr>
            <a:lvl4pPr algn="l">
              <a:defRPr sz="3075" b="1">
                <a:solidFill>
                  <a:srgbClr val="57962F"/>
                </a:solidFill>
                <a:latin typeface="Pretendard"/>
                <a:ea typeface="Pretendard"/>
                <a:cs typeface="Pretendard"/>
              </a:defRPr>
            </a:lvl4pPr>
            <a:lvl5pPr algn="l">
              <a:defRPr sz="3075" b="1">
                <a:solidFill>
                  <a:srgbClr val="57962F"/>
                </a:solidFill>
                <a:latin typeface="Pretendard"/>
                <a:ea typeface="Pretendard"/>
                <a:cs typeface="Pretendard"/>
              </a:defRPr>
            </a:lvl5pPr>
            <a:lvl6pPr algn="l">
              <a:defRPr sz="3075" b="1">
                <a:solidFill>
                  <a:srgbClr val="57962F"/>
                </a:solidFill>
                <a:latin typeface="Pretendard"/>
                <a:ea typeface="Pretendard"/>
                <a:cs typeface="Pretendard"/>
              </a:defRPr>
            </a:lvl6pPr>
            <a:lvl7pPr algn="l">
              <a:defRPr sz="3075" b="1">
                <a:solidFill>
                  <a:srgbClr val="57962F"/>
                </a:solidFill>
                <a:latin typeface="Pretendard"/>
                <a:ea typeface="Pretendard"/>
                <a:cs typeface="Pretendard"/>
              </a:defRPr>
            </a:lvl7pPr>
            <a:lvl8pPr algn="l">
              <a:defRPr sz="3075" b="1">
                <a:solidFill>
                  <a:srgbClr val="57962F"/>
                </a:solidFill>
                <a:latin typeface="Pretendard"/>
                <a:ea typeface="Pretendard"/>
                <a:cs typeface="Pretendard"/>
              </a:defRPr>
            </a:lvl8pPr>
            <a:lvl9pPr algn="l">
              <a:defRPr sz="3075" b="1">
                <a:solidFill>
                  <a:srgbClr val="57962F"/>
                </a:solidFill>
                <a:latin typeface="Pretendard"/>
                <a:ea typeface="Pretendard"/>
                <a:cs typeface="Pretendard"/>
              </a:defRPr>
            </a:lvl9pPr>
          </a:lstStyle>
          <a:p xmlns:a="http://schemas.openxmlformats.org/drawingml/2006/main">
            <a:pPr algn="l">
              <a:defRPr sz="3075" b="1">
                <a:solidFill>
                  <a:srgbClr val="57962F"/>
                </a:solidFill>
                <a:latin typeface="Pretendard"/>
                <a:ea typeface="Pretendard"/>
                <a:cs typeface="Pretendard"/>
              </a:defRPr>
            </a:pPr>
            <a:r>
              <a:t>각 물질의 반응 계수</a:t>
            </a:r>
          </a:p>
        </p:txBody>
      </p:sp>
      <p:sp>
        <p:nvSpPr>
          <p:cNvPr id="12" name="rich">
            <a:extLst xmlns:a="http://schemas.openxmlformats.org/drawingml/2006/main">
              <a:ext uri="{FF2B5EF4-FFF2-40B4-BE49-F238E27FC236}">
                <a16:creationId xmlns:a16="http://schemas.microsoft.com/office/drawing/2014/main" id="{32F403C8-9FB9-41C0-A358-56883B57AF41}"/>
              </a:ext>
            </a:extLst>
          </p:cNvPr>
          <p:cNvSpPr>
            <a:spLocks xmlns:a="http://schemas.openxmlformats.org/drawingml/2006/main" noGrp="1"/>
          </p:cNvSpPr>
          <p:nvPr/>
        </p:nvSpPr>
        <p:spPr>
          <a:xfrm xmlns:a="http://schemas.openxmlformats.org/drawingml/2006/main">
            <a:off x="3752850" y="7286625"/>
            <a:ext cx="107727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표의 값에 반응 계수를 곱한다.</a:t>
            </a:r>
          </a:p>
        </p:txBody>
      </p:sp>
      <p:sp>
        <p:nvSpPr>
          <p:cNvPr id="13" name="text">
            <a:extLst xmlns:a="http://schemas.openxmlformats.org/drawingml/2006/main">
              <a:ext uri="{FF2B5EF4-FFF2-40B4-BE49-F238E27FC236}">
                <a16:creationId xmlns:a16="http://schemas.microsoft.com/office/drawing/2014/main" id="{328E2E2B-A032-4368-B116-8E1767D99E4B}"/>
              </a:ext>
            </a:extLst>
          </p:cNvPr>
          <p:cNvSpPr>
            <a:spLocks xmlns:a="http://schemas.openxmlformats.org/drawingml/2006/main" noGrp="1"/>
          </p:cNvSpPr>
          <p:nvPr/>
        </p:nvSpPr>
        <p:spPr>
          <a:xfrm xmlns:a="http://schemas.openxmlformats.org/drawingml/2006/main">
            <a:off x="3971925" y="86772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48962650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E3A3F016-4922-458D-89DD-7F07D161A650}"/>
              </a:ext>
            </a:extLst>
          </p:cNvPr>
          <p:cNvPicPr>
            <a:picLocks xmlns:a="http://schemas.openxmlformats.org/drawingml/2006/main" noChangeAspect="1"/>
          </p:cNvPicPr>
          <p:nvPr/>
        </p:nvPicPr>
        <p:blipFill>
          <a:blip xmlns:r="http://schemas.openxmlformats.org/officeDocument/2006/relationships" xmlns:a="http://schemas.openxmlformats.org/drawingml/2006/main" r:embed="R135df98af63247a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A6FA061-C89E-4FBD-A67C-0F131B68786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4152ACB-B40E-41F9-B9D7-C889DD7A046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E7B935C5-ACAD-4AB2-94FD-041CDDB37C0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13FB20B-BADD-4577-A5E4-E364CC083E8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4B14693-85BD-4FB3-BA73-1666D46A462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C66EBD47-306A-4044-8BF1-336DD1FBA000}"/>
              </a:ext>
            </a:extLst>
          </p:cNvPr>
          <p:cNvPicPr>
            <a:picLocks xmlns:a="http://schemas.openxmlformats.org/drawingml/2006/main" noChangeAspect="1"/>
          </p:cNvPicPr>
          <p:nvPr/>
        </p:nvPicPr>
        <p:blipFill>
          <a:blip xmlns:r="http://schemas.openxmlformats.org/officeDocument/2006/relationships" xmlns:a="http://schemas.openxmlformats.org/drawingml/2006/main" r:embed="Rf799e0fd0ba74508"/>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9567EDF5-93CA-467F-9569-1CE3B2B44A7D}"/>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6DE3688D-F0E4-4169-8236-33371B88157B}"/>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6AB1B27-C8CE-4B39-9876-83D77FB5844E}"/>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4A41351-F9EE-4457-A53B-F6ACD4CFAFE3}"/>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E38E86E5-BC77-4453-97B0-57D083B78D66}"/>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D4B5B47B-A8CC-4455-8769-970E5687B463}"/>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3176A292-AFEB-4034-8212-3888F1645408}"/>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F258684D-8C1D-407D-A156-FFBB074FA64E}"/>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F86753D3-5607-487E-9FCA-8AF24C25BE71}"/>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15160970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22DE0E8-6071-4505-BD4A-8ECB45C0FF1F}"/>
              </a:ext>
            </a:extLst>
          </p:cNvPr>
          <p:cNvPicPr>
            <a:picLocks xmlns:a="http://schemas.openxmlformats.org/drawingml/2006/main" noChangeAspect="1"/>
          </p:cNvPicPr>
          <p:nvPr/>
        </p:nvPicPr>
        <p:blipFill>
          <a:blip xmlns:r="http://schemas.openxmlformats.org/officeDocument/2006/relationships" xmlns:a="http://schemas.openxmlformats.org/drawingml/2006/main" r:embed="R04b9866a68284e9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DB1E1E5-B56B-4430-93F0-990D929BE0B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AFF3E59-3E79-4E79-8AC5-7D0BCCE8C8F1}"/>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305597F-3347-437C-8465-82AA6A5425B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23C69E4-4B0E-48EF-AF22-5E52BAAA5E95}"/>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6FBC6315-2D90-44D8-B3F1-631A80E351F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0F7B8020-EBF4-4393-9A36-7DDB816B13EE}"/>
              </a:ext>
            </a:extLst>
          </p:cNvPr>
          <p:cNvPicPr>
            <a:picLocks xmlns:a="http://schemas.openxmlformats.org/drawingml/2006/main" noChangeAspect="1"/>
          </p:cNvPicPr>
          <p:nvPr/>
        </p:nvPicPr>
        <p:blipFill>
          <a:blip xmlns:r="http://schemas.openxmlformats.org/officeDocument/2006/relationships" xmlns:a="http://schemas.openxmlformats.org/drawingml/2006/main" r:embed="Rb43579cdc7224509"/>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D1D745DB-3396-4A7C-8C60-F6EF92EF51D2}"/>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D0C98A56-BBC6-434C-A200-D1B743C91253}"/>
              </a:ext>
            </a:extLst>
          </p:cNvPr>
          <p:cNvPicPr>
            <a:picLocks xmlns:a="http://schemas.openxmlformats.org/drawingml/2006/main" noChangeAspect="1"/>
          </p:cNvPicPr>
          <p:nvPr/>
        </p:nvPicPr>
        <p:blipFill>
          <a:blip xmlns:r="http://schemas.openxmlformats.org/officeDocument/2006/relationships" xmlns:a="http://schemas.openxmlformats.org/drawingml/2006/main" r:embed="Rba8393a3f2dd4289"/>
          <a:stretch xmlns:a="http://schemas.openxmlformats.org/drawingml/2006/main"/>
        </p:blipFill>
        <p:spPr>
          <a:xfrm xmlns:a="http://schemas.openxmlformats.org/drawingml/2006/main">
            <a:off x="9810750" y="5317579"/>
            <a:ext cx="6667500" cy="566242"/>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585A65FA-F34C-45A2-BD1F-D6179512D05A}"/>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032D0501-56B1-465F-8AEB-C6BE7047621E}"/>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A8A2C54F-9E72-4CB7-8D8E-0633BA63274C}"/>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6931438-C35D-49A5-978C-0356BFCFCC4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55773134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C8468A1E-373A-4201-B87F-369F871CACB3}"/>
              </a:ext>
            </a:extLst>
          </p:cNvPr>
          <p:cNvPicPr>
            <a:picLocks xmlns:a="http://schemas.openxmlformats.org/drawingml/2006/main" noChangeAspect="1"/>
          </p:cNvPicPr>
          <p:nvPr/>
        </p:nvPicPr>
        <p:blipFill>
          <a:blip xmlns:r="http://schemas.openxmlformats.org/officeDocument/2006/relationships" xmlns:a="http://schemas.openxmlformats.org/drawingml/2006/main" r:embed="R3aacaf5f79c9424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5CAAE58-7DC7-4C6E-921A-D65FC76C9E9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A61DEB-71A7-4E1F-AB01-7F59BDA85DC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313436D-444B-456D-B603-03900956075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B4052BB-5FAA-4791-8DAB-49B0F30CD776}"/>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8DA22CC-9EAD-4478-A985-979DF69C962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854C0EEC-7C24-49C8-821C-0F052F3CAC40}"/>
              </a:ext>
            </a:extLst>
          </p:cNvPr>
          <p:cNvGraphicFramePr/>
          <p:nvPr/>
        </p:nvGraphicFramePr>
        <p:xfrm>
          <a:off xmlns:a="http://schemas.openxmlformats.org/drawingml/2006/main" x="3476625" y="4286250"/>
          <a:ext xmlns:a="http://schemas.openxmlformats.org/drawingml/2006/main" cx="11334750" cy="3810000"/>
        </p:xfrm>
        <a:graphic xmlns:a="http://schemas.openxmlformats.org/drawingml/2006/main">
          <a:graphicData uri="http://schemas.openxmlformats.org/drawingml/2006/table">
            <a:tbl>
              <a:tblPr/>
              <a:tblGrid>
                <a:gridCol w="2857500"/>
                <a:gridCol w="8477250"/>
              </a:tblGrid>
              <a:tr h="952500">
                <a:tc>
                  <a:txBody>
                    <a:bodyPr wrap="none" lIns="114300" tIns="114300" rIns="114300" bIns="114300"/>
                    <a:lstStyle/>
                    <a:p>
                      <a:pPr algn="ctr"/>
                      <a:r>
                        <a:rPr sz="30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52500">
                <a:tc>
                  <a:txBody>
                    <a:bodyPr wrap="none" lIns="114300" tIns="114300" rIns="114300" bIns="114300"/>
                    <a:lstStyle/>
                    <a:p>
                      <a:pPr algn="ctr"/>
                      <a:r>
                        <a:rPr sz="30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952500">
                <a:tc>
                  <a:txBody>
                    <a:bodyPr wrap="none" lIns="114300" tIns="114300" rIns="114300" bIns="114300"/>
                    <a:lstStyle/>
                    <a:p>
                      <a:pPr algn="ctr"/>
                      <a:r>
                        <a:rPr sz="30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AF93F6B-E650-4B61-B147-C374719FEAA1}"/>
              </a:ext>
            </a:extLst>
          </p:cNvPr>
          <p:cNvSpPr>
            <a:spLocks xmlns:a="http://schemas.openxmlformats.org/drawingml/2006/main" noGrp="1"/>
          </p:cNvSpPr>
          <p:nvPr/>
        </p:nvSpPr>
        <p:spPr>
          <a:xfrm xmlns:a="http://schemas.openxmlformats.org/drawingml/2006/main" rot="0">
            <a:off x="34766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5220D266-6B27-42D5-AD5E-4AF85BFD1029}"/>
              </a:ext>
            </a:extLst>
          </p:cNvPr>
          <p:cNvSpPr>
            <a:spLocks xmlns:a="http://schemas.openxmlformats.org/drawingml/2006/main" noGrp="1"/>
          </p:cNvSpPr>
          <p:nvPr/>
        </p:nvSpPr>
        <p:spPr>
          <a:xfrm xmlns:a="http://schemas.openxmlformats.org/drawingml/2006/main" rot="5400000">
            <a:off x="1462087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5BAC80D6-A0CE-4564-B5A1-6FFEEB7A722C}"/>
              </a:ext>
            </a:extLst>
          </p:cNvPr>
          <p:cNvSpPr>
            <a:spLocks xmlns:a="http://schemas.openxmlformats.org/drawingml/2006/main" noGrp="1"/>
          </p:cNvSpPr>
          <p:nvPr/>
        </p:nvSpPr>
        <p:spPr>
          <a:xfrm xmlns:a="http://schemas.openxmlformats.org/drawingml/2006/main" rot="10800000">
            <a:off x="1462087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87213D37-EB6E-4310-8460-C0E64BD7D734}"/>
              </a:ext>
            </a:extLst>
          </p:cNvPr>
          <p:cNvSpPr>
            <a:spLocks xmlns:a="http://schemas.openxmlformats.org/drawingml/2006/main" noGrp="1"/>
          </p:cNvSpPr>
          <p:nvPr/>
        </p:nvSpPr>
        <p:spPr>
          <a:xfrm xmlns:a="http://schemas.openxmlformats.org/drawingml/2006/main" rot="16200000">
            <a:off x="3476625" y="7905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58040410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33788F8-E843-41BB-8438-DFEA74C7D4A4}"/>
              </a:ext>
            </a:extLst>
          </p:cNvPr>
          <p:cNvPicPr>
            <a:picLocks xmlns:a="http://schemas.openxmlformats.org/drawingml/2006/main" noChangeAspect="1"/>
          </p:cNvPicPr>
          <p:nvPr/>
        </p:nvPicPr>
        <p:blipFill>
          <a:blip xmlns:r="http://schemas.openxmlformats.org/officeDocument/2006/relationships" xmlns:a="http://schemas.openxmlformats.org/drawingml/2006/main" r:embed="R3fc25cddc3134ffa"/>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D0F0F3A-AFB6-4F5A-A574-645490A0907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84720041-ACF5-446E-80DF-88DE604492B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sp>
        <p:nvSpPr>
          <p:cNvPr id="4" name="로고 대비 바탕">
            <a:extLst xmlns:a="http://schemas.openxmlformats.org/drawingml/2006/main">
              <a:ext uri="{FF2B5EF4-FFF2-40B4-BE49-F238E27FC236}">
                <a16:creationId xmlns:a16="http://schemas.microsoft.com/office/drawing/2014/main" id="{10178D77-DE9E-449B-A758-93FA4BEDD5F0}"/>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F29EF9E5-6C84-4650-8EA0-F0AD7D12B199}"/>
              </a:ext>
            </a:extLst>
          </p:cNvPr>
          <p:cNvPicPr>
            <a:picLocks xmlns:a="http://schemas.openxmlformats.org/drawingml/2006/main" noChangeAspect="1"/>
          </p:cNvPicPr>
          <p:nvPr/>
        </p:nvPicPr>
        <p:blipFill>
          <a:blip xmlns:r="http://schemas.openxmlformats.org/officeDocument/2006/relationships" xmlns:a="http://schemas.openxmlformats.org/drawingml/2006/main" r:embed="R8503494ee6e8416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6" name="copyright">
            <a:extLst xmlns:a="http://schemas.openxmlformats.org/drawingml/2006/main">
              <a:ext uri="{FF2B5EF4-FFF2-40B4-BE49-F238E27FC236}">
                <a16:creationId xmlns:a16="http://schemas.microsoft.com/office/drawing/2014/main" id="{49EC87CA-1453-46BE-9AF8-026DB4CE62E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7" name="text">
            <a:extLst xmlns:a="http://schemas.openxmlformats.org/drawingml/2006/main">
              <a:ext uri="{FF2B5EF4-FFF2-40B4-BE49-F238E27FC236}">
                <a16:creationId xmlns:a16="http://schemas.microsoft.com/office/drawing/2014/main" id="{8B4D87AF-922E-43A8-BA00-ACCF30405CB7}"/>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8" name="text">
            <a:extLst xmlns:a="http://schemas.openxmlformats.org/drawingml/2006/main">
              <a:ext uri="{FF2B5EF4-FFF2-40B4-BE49-F238E27FC236}">
                <a16:creationId xmlns:a16="http://schemas.microsoft.com/office/drawing/2014/main" id="{80791E9B-EACC-4283-B184-8ACA5F1206A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9" name="text">
            <a:extLst xmlns:a="http://schemas.openxmlformats.org/drawingml/2006/main">
              <a:ext uri="{FF2B5EF4-FFF2-40B4-BE49-F238E27FC236}">
                <a16:creationId xmlns:a16="http://schemas.microsoft.com/office/drawing/2014/main" id="{02AF0098-FE5E-4998-A636-FD5995CA7678}"/>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49129119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667EABF7-A662-4E2A-B970-8842E6D7B786}"/>
              </a:ext>
            </a:extLst>
          </p:cNvPr>
          <p:cNvPicPr>
            <a:picLocks xmlns:a="http://schemas.openxmlformats.org/drawingml/2006/main" noChangeAspect="1"/>
          </p:cNvPicPr>
          <p:nvPr/>
        </p:nvPicPr>
        <p:blipFill>
          <a:blip xmlns:r="http://schemas.openxmlformats.org/officeDocument/2006/relationships" xmlns:a="http://schemas.openxmlformats.org/drawingml/2006/main" r:embed="R7a1cedaf57cd43d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C0CFDDC-194D-4C15-B04D-A052416DFF5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E005B3-27FE-440F-B9D4-B6982AD8975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021B580-9405-4336-9193-3CD526A6096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BE34B96-D0EB-43DF-BF9A-D5B8590841C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0DA229EA-DA2E-4625-9D01-2B71EF5CBE9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20F543CB-E490-4AB2-94FC-45C1B1D29C9B}"/>
              </a:ext>
            </a:extLst>
          </p:cNvPr>
          <p:cNvPicPr>
            <a:picLocks xmlns:a="http://schemas.openxmlformats.org/drawingml/2006/main" noChangeAspect="1"/>
          </p:cNvPicPr>
          <p:nvPr/>
        </p:nvPicPr>
        <p:blipFill>
          <a:blip xmlns:r="http://schemas.openxmlformats.org/officeDocument/2006/relationships" xmlns:a="http://schemas.openxmlformats.org/drawingml/2006/main" r:embed="R3db2a49122a1422e"/>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ACFD7214-6825-47DE-A0B7-59841B84CED7}"/>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DC325A03-F4A1-417F-9759-5C4F2B7603B4}"/>
              </a:ext>
            </a:extLst>
          </p:cNvPr>
          <p:cNvPicPr>
            <a:picLocks xmlns:a="http://schemas.openxmlformats.org/drawingml/2006/main" noChangeAspect="1"/>
          </p:cNvPicPr>
          <p:nvPr/>
        </p:nvPicPr>
        <p:blipFill>
          <a:blip xmlns:r="http://schemas.openxmlformats.org/officeDocument/2006/relationships" xmlns:a="http://schemas.openxmlformats.org/drawingml/2006/main" r:embed="Ree2dad2a6b8247bf"/>
          <a:stretch xmlns:a="http://schemas.openxmlformats.org/drawingml/2006/main"/>
        </p:blipFill>
        <p:spPr>
          <a:xfrm xmlns:a="http://schemas.openxmlformats.org/drawingml/2006/main">
            <a:off x="8686316" y="5095875"/>
            <a:ext cx="6916119"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EACF73F8-80D6-429E-AD93-601EE64197FC}"/>
              </a:ext>
            </a:extLst>
          </p:cNvPr>
          <p:cNvPicPr>
            <a:picLocks xmlns:a="http://schemas.openxmlformats.org/drawingml/2006/main" noChangeAspect="1"/>
          </p:cNvPicPr>
          <p:nvPr/>
        </p:nvPicPr>
        <p:blipFill>
          <a:blip xmlns:r="http://schemas.openxmlformats.org/officeDocument/2006/relationships" xmlns:a="http://schemas.openxmlformats.org/drawingml/2006/main" r:embed="Rfcd64c79287241e5"/>
          <a:stretch xmlns:a="http://schemas.openxmlformats.org/drawingml/2006/main"/>
        </p:blipFill>
        <p:spPr>
          <a:xfrm xmlns:a="http://schemas.openxmlformats.org/drawingml/2006/main">
            <a:off x="7524750" y="6093810"/>
            <a:ext cx="9239250" cy="55683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0CCDF206-5B7E-4806-9E46-A4DD358A5F1D}"/>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BFE7A309-8D23-4F88-890A-42BC95D8172A}"/>
              </a:ext>
            </a:extLst>
          </p:cNvPr>
          <p:cNvPicPr>
            <a:picLocks xmlns:a="http://schemas.openxmlformats.org/drawingml/2006/main" noChangeAspect="1"/>
          </p:cNvPicPr>
          <p:nvPr/>
        </p:nvPicPr>
        <p:blipFill>
          <a:blip xmlns:r="http://schemas.openxmlformats.org/officeDocument/2006/relationships" xmlns:a="http://schemas.openxmlformats.org/drawingml/2006/main" r:embed="R9a7e52d57e9d4acd"/>
          <a:stretch xmlns:a="http://schemas.openxmlformats.org/drawingml/2006/main"/>
        </p:blipFill>
        <p:spPr>
          <a:xfrm xmlns:a="http://schemas.openxmlformats.org/drawingml/2006/main">
            <a:off x="7524750" y="8055960"/>
            <a:ext cx="9239250" cy="556830"/>
          </a:xfrm>
          <a:prstGeom xmlns:a="http://schemas.openxmlformats.org/drawingml/2006/main" prst="rect">
            <a:avLst/>
          </a:prstGeom>
        </p:spPr>
      </p:pic>
    </p:spTree>
    <p:extLst>
      <p:ext uri="{BB962C8B-B14F-4D97-AF65-F5344CB8AC3E}">
        <p14:creationId xmlns:p14="http://schemas.microsoft.com/office/powerpoint/2010/main" val="220840805"/>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5583A7B0-B4C6-4B87-A37B-AE048976F39E}"/>
              </a:ext>
            </a:extLst>
          </p:cNvPr>
          <p:cNvPicPr>
            <a:picLocks xmlns:a="http://schemas.openxmlformats.org/drawingml/2006/main" noChangeAspect="1"/>
          </p:cNvPicPr>
          <p:nvPr/>
        </p:nvPicPr>
        <p:blipFill>
          <a:blip xmlns:r="http://schemas.openxmlformats.org/officeDocument/2006/relationships" xmlns:a="http://schemas.openxmlformats.org/drawingml/2006/main" r:embed="R6eecc3213299492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7DD563-F954-4D85-AA74-8B4F38A4FF5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566751F-38B5-4F27-A716-041F8CBF281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4D3573F-025F-41F9-997B-55CA2133348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49853D0-DB28-4FAF-921C-0BAC9E94499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995BECD3-5453-49FC-8357-38629DECBEF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5CB3D399-BA64-46B9-9D24-61F27FA86F0E}"/>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777777"/>
                </a:solidFill>
                <a:latin typeface="Pretendard"/>
                <a:ea typeface="Pretendard"/>
                <a:cs typeface="Pretendard"/>
              </a:defRPr>
            </a:defPPr>
            <a:lvl1pPr algn="ctr">
              <a:defRPr sz="2850" b="0">
                <a:solidFill>
                  <a:srgbClr val="777777"/>
                </a:solidFill>
                <a:latin typeface="Pretendard"/>
                <a:ea typeface="Pretendard"/>
                <a:cs typeface="Pretendard"/>
              </a:defRPr>
            </a:lvl1pPr>
            <a:lvl2pPr algn="ctr">
              <a:defRPr sz="2850" b="0">
                <a:solidFill>
                  <a:srgbClr val="777777"/>
                </a:solidFill>
                <a:latin typeface="Pretendard"/>
                <a:ea typeface="Pretendard"/>
                <a:cs typeface="Pretendard"/>
              </a:defRPr>
            </a:lvl2pPr>
            <a:lvl3pPr algn="ctr">
              <a:defRPr sz="2850" b="0">
                <a:solidFill>
                  <a:srgbClr val="777777"/>
                </a:solidFill>
                <a:latin typeface="Pretendard"/>
                <a:ea typeface="Pretendard"/>
                <a:cs typeface="Pretendard"/>
              </a:defRPr>
            </a:lvl3pPr>
            <a:lvl4pPr algn="ctr">
              <a:defRPr sz="2850" b="0">
                <a:solidFill>
                  <a:srgbClr val="777777"/>
                </a:solidFill>
                <a:latin typeface="Pretendard"/>
                <a:ea typeface="Pretendard"/>
                <a:cs typeface="Pretendard"/>
              </a:defRPr>
            </a:lvl4pPr>
            <a:lvl5pPr algn="ctr">
              <a:defRPr sz="2850" b="0">
                <a:solidFill>
                  <a:srgbClr val="777777"/>
                </a:solidFill>
                <a:latin typeface="Pretendard"/>
                <a:ea typeface="Pretendard"/>
                <a:cs typeface="Pretendard"/>
              </a:defRPr>
            </a:lvl5pPr>
            <a:lvl6pPr algn="ctr">
              <a:defRPr sz="2850" b="0">
                <a:solidFill>
                  <a:srgbClr val="777777"/>
                </a:solidFill>
                <a:latin typeface="Pretendard"/>
                <a:ea typeface="Pretendard"/>
                <a:cs typeface="Pretendard"/>
              </a:defRPr>
            </a:lvl6pPr>
            <a:lvl7pPr algn="ctr">
              <a:defRPr sz="2850" b="0">
                <a:solidFill>
                  <a:srgbClr val="777777"/>
                </a:solidFill>
                <a:latin typeface="Pretendard"/>
                <a:ea typeface="Pretendard"/>
                <a:cs typeface="Pretendard"/>
              </a:defRPr>
            </a:lvl7pPr>
            <a:lvl8pPr algn="ctr">
              <a:defRPr sz="2850" b="0">
                <a:solidFill>
                  <a:srgbClr val="777777"/>
                </a:solidFill>
                <a:latin typeface="Pretendard"/>
                <a:ea typeface="Pretendard"/>
                <a:cs typeface="Pretendard"/>
              </a:defRPr>
            </a:lvl8pPr>
            <a:lvl9pPr algn="ctr">
              <a:defRPr sz="2850" b="0">
                <a:solidFill>
                  <a:srgbClr val="777777"/>
                </a:solidFill>
                <a:latin typeface="Pretendard"/>
                <a:ea typeface="Pretendard"/>
                <a:cs typeface="Pretendard"/>
              </a:defRPr>
            </a:lvl9pPr>
          </a:lstStyle>
          <a:p xmlns:a="http://schemas.openxmlformats.org/drawingml/2006/main">
            <a:pPr algn="ctr">
              <a:defRPr sz="2850" b="0">
                <a:solidFill>
                  <a:srgbClr val="777777"/>
                </a:solidFill>
                <a:latin typeface="Pretendard"/>
                <a:ea typeface="Pretendard"/>
                <a:cs typeface="Pretendard"/>
              </a:defRPr>
            </a:pPr>
            <a:r>
              <a:rPr sz="2850" b="0">
                <a:solidFill>
                  <a:srgbClr val="777777"/>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3E755F28-16EE-491D-BDFE-D00B5F565095}"/>
              </a:ext>
            </a:extLst>
          </p:cNvPr>
          <p:cNvPicPr>
            <a:picLocks xmlns:a="http://schemas.openxmlformats.org/drawingml/2006/main" noChangeAspect="1"/>
          </p:cNvPicPr>
          <p:nvPr/>
        </p:nvPicPr>
        <p:blipFill>
          <a:blip xmlns:r="http://schemas.openxmlformats.org/officeDocument/2006/relationships" xmlns:a="http://schemas.openxmlformats.org/drawingml/2006/main" r:embed="Rf91d8be07c014104"/>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90BB0FB8-FF28-41BC-A03D-505300005C46}"/>
              </a:ext>
            </a:extLst>
          </p:cNvPr>
          <p:cNvPicPr>
            <a:picLocks xmlns:a="http://schemas.openxmlformats.org/drawingml/2006/main" noChangeAspect="1"/>
          </p:cNvPicPr>
          <p:nvPr/>
        </p:nvPicPr>
        <p:blipFill>
          <a:blip xmlns:r="http://schemas.openxmlformats.org/officeDocument/2006/relationships" xmlns:a="http://schemas.openxmlformats.org/drawingml/2006/main" r:embed="Rda841223a48e4ad1"/>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CA8E20A0-4456-4A81-960E-7C8944703614}"/>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D58D6FA2-B46C-4E90-ABCC-AB195AD1CADD}"/>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91246C1C-7BB9-44F2-81D1-F86C3043D937}"/>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3BFADFDC-7304-4E1E-8C73-D9536AB26E6C}"/>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25015467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2CDDECE6-8ED6-4CFF-AE34-84AF35611D1E}"/>
              </a:ext>
            </a:extLst>
          </p:cNvPr>
          <p:cNvPicPr>
            <a:picLocks xmlns:a="http://schemas.openxmlformats.org/drawingml/2006/main" noChangeAspect="1"/>
          </p:cNvPicPr>
          <p:nvPr/>
        </p:nvPicPr>
        <p:blipFill>
          <a:blip xmlns:r="http://schemas.openxmlformats.org/officeDocument/2006/relationships" xmlns:a="http://schemas.openxmlformats.org/drawingml/2006/main" r:embed="Rdcaf82c37a3c482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94544F0-DADC-49EB-80FF-EE3E7B3BB25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DECFC10-E780-4DAB-97F0-60C67C95AB3B}"/>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5071F80-BA3D-4048-8D44-38D5F96F311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A034959-B2A9-47E7-93FF-4D7182AAC86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0B1D545-00CD-4D5F-B747-435CF1DD626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5EE7E2A5-162C-456E-8CAA-B9539C83FC90}"/>
              </a:ext>
            </a:extLst>
          </p:cNvPr>
          <p:cNvSpPr>
            <a:spLocks xmlns:a="http://schemas.openxmlformats.org/drawingml/2006/main" noGrp="1"/>
          </p:cNvSpPr>
          <p:nvPr/>
        </p:nvSpPr>
        <p:spPr>
          <a:xfrm xmlns:a="http://schemas.openxmlformats.org/drawingml/2006/main">
            <a:off x="3781425" y="3933825"/>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57962F"/>
                </a:solidFill>
                <a:latin typeface="Pretendard"/>
                <a:ea typeface="Pretendard"/>
                <a:cs typeface="Pretendard"/>
              </a:defRPr>
            </a:defPPr>
            <a:lvl1pPr algn="l">
              <a:defRPr sz="5730" b="1">
                <a:solidFill>
                  <a:srgbClr val="57962F"/>
                </a:solidFill>
                <a:latin typeface="Pretendard"/>
                <a:ea typeface="Pretendard"/>
                <a:cs typeface="Pretendard"/>
              </a:defRPr>
            </a:lvl1pPr>
            <a:lvl2pPr algn="l">
              <a:defRPr sz="5730" b="1">
                <a:solidFill>
                  <a:srgbClr val="57962F"/>
                </a:solidFill>
                <a:latin typeface="Pretendard"/>
                <a:ea typeface="Pretendard"/>
                <a:cs typeface="Pretendard"/>
              </a:defRPr>
            </a:lvl2pPr>
            <a:lvl3pPr algn="l">
              <a:defRPr sz="5730" b="1">
                <a:solidFill>
                  <a:srgbClr val="57962F"/>
                </a:solidFill>
                <a:latin typeface="Pretendard"/>
                <a:ea typeface="Pretendard"/>
                <a:cs typeface="Pretendard"/>
              </a:defRPr>
            </a:lvl3pPr>
            <a:lvl4pPr algn="l">
              <a:defRPr sz="5730" b="1">
                <a:solidFill>
                  <a:srgbClr val="57962F"/>
                </a:solidFill>
                <a:latin typeface="Pretendard"/>
                <a:ea typeface="Pretendard"/>
                <a:cs typeface="Pretendard"/>
              </a:defRPr>
            </a:lvl4pPr>
            <a:lvl5pPr algn="l">
              <a:defRPr sz="5730" b="1">
                <a:solidFill>
                  <a:srgbClr val="57962F"/>
                </a:solidFill>
                <a:latin typeface="Pretendard"/>
                <a:ea typeface="Pretendard"/>
                <a:cs typeface="Pretendard"/>
              </a:defRPr>
            </a:lvl5pPr>
            <a:lvl6pPr algn="l">
              <a:defRPr sz="5730" b="1">
                <a:solidFill>
                  <a:srgbClr val="57962F"/>
                </a:solidFill>
                <a:latin typeface="Pretendard"/>
                <a:ea typeface="Pretendard"/>
                <a:cs typeface="Pretendard"/>
              </a:defRPr>
            </a:lvl6pPr>
            <a:lvl7pPr algn="l">
              <a:defRPr sz="5730" b="1">
                <a:solidFill>
                  <a:srgbClr val="57962F"/>
                </a:solidFill>
                <a:latin typeface="Pretendard"/>
                <a:ea typeface="Pretendard"/>
                <a:cs typeface="Pretendard"/>
              </a:defRPr>
            </a:lvl7pPr>
            <a:lvl8pPr algn="l">
              <a:defRPr sz="5730" b="1">
                <a:solidFill>
                  <a:srgbClr val="57962F"/>
                </a:solidFill>
                <a:latin typeface="Pretendard"/>
                <a:ea typeface="Pretendard"/>
                <a:cs typeface="Pretendard"/>
              </a:defRPr>
            </a:lvl8pPr>
            <a:lvl9pPr algn="l">
              <a:defRPr sz="5730" b="1">
                <a:solidFill>
                  <a:srgbClr val="57962F"/>
                </a:solidFill>
                <a:latin typeface="Pretendard"/>
                <a:ea typeface="Pretendard"/>
                <a:cs typeface="Pretendard"/>
              </a:defRPr>
            </a:lvl9pPr>
          </a:lstStyle>
          <a:p xmlns:a="http://schemas.openxmlformats.org/drawingml/2006/main">
            <a:pPr algn="l">
              <a:defRPr sz="5730" b="1">
                <a:solidFill>
                  <a:srgbClr val="57962F"/>
                </a:solidFill>
                <a:latin typeface="Pretendard"/>
                <a:ea typeface="Pretendard"/>
                <a:cs typeface="Pretendard"/>
              </a:defRPr>
            </a:pPr>
            <a:r>
              <a:t>Q용액 = c × m × Δt</a:t>
            </a:r>
          </a:p>
        </p:txBody>
      </p:sp>
      <p:sp>
        <p:nvSpPr>
          <p:cNvPr id="8" name="R04-33 기호 표제">
            <a:extLst xmlns:a="http://schemas.openxmlformats.org/drawingml/2006/main">
              <a:ext uri="{FF2B5EF4-FFF2-40B4-BE49-F238E27FC236}">
                <a16:creationId xmlns:a16="http://schemas.microsoft.com/office/drawing/2014/main" id="{D9C0C716-05B8-48A2-A866-EA1C198E2872}"/>
              </a:ext>
            </a:extLst>
          </p:cNvPr>
          <p:cNvSpPr>
            <a:spLocks xmlns:a="http://schemas.openxmlformats.org/drawingml/2006/main" noGrp="1"/>
          </p:cNvSpPr>
          <p:nvPr/>
        </p:nvSpPr>
        <p:spPr>
          <a:xfrm xmlns:a="http://schemas.openxmlformats.org/drawingml/2006/main">
            <a:off x="3781425" y="54102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C3383CB-F1EA-4496-8B2C-FBD8C20AC780}"/>
              </a:ext>
            </a:extLst>
          </p:cNvPr>
          <p:cNvSpPr>
            <a:spLocks xmlns:a="http://schemas.openxmlformats.org/drawingml/2006/main" noGrp="1"/>
          </p:cNvSpPr>
          <p:nvPr/>
        </p:nvSpPr>
        <p:spPr>
          <a:xfrm xmlns:a="http://schemas.openxmlformats.org/drawingml/2006/main">
            <a:off x="3924300" y="54959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c</a:t>
            </a:r>
          </a:p>
        </p:txBody>
      </p:sp>
      <p:sp>
        <p:nvSpPr>
          <p:cNvPr id="10" name="R04-33 기호 설명">
            <a:extLst xmlns:a="http://schemas.openxmlformats.org/drawingml/2006/main">
              <a:ext uri="{FF2B5EF4-FFF2-40B4-BE49-F238E27FC236}">
                <a16:creationId xmlns:a16="http://schemas.microsoft.com/office/drawing/2014/main" id="{AC86055A-7339-4170-9037-B5069E85D836}"/>
              </a:ext>
            </a:extLst>
          </p:cNvPr>
          <p:cNvSpPr>
            <a:spLocks xmlns:a="http://schemas.openxmlformats.org/drawingml/2006/main" noGrp="1"/>
          </p:cNvSpPr>
          <p:nvPr/>
        </p:nvSpPr>
        <p:spPr>
          <a:xfrm xmlns:a="http://schemas.openxmlformats.org/drawingml/2006/main">
            <a:off x="5314950" y="54102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AA641ABB-7534-47C8-971E-E33D6E9D6C85}"/>
              </a:ext>
            </a:extLst>
          </p:cNvPr>
          <p:cNvSpPr>
            <a:spLocks xmlns:a="http://schemas.openxmlformats.org/drawingml/2006/main" noGrp="1"/>
          </p:cNvSpPr>
          <p:nvPr/>
        </p:nvSpPr>
        <p:spPr>
          <a:xfrm xmlns:a="http://schemas.openxmlformats.org/drawingml/2006/main">
            <a:off x="5638800" y="54959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용액의 비열</a:t>
            </a:r>
          </a:p>
        </p:txBody>
      </p:sp>
      <p:sp>
        <p:nvSpPr>
          <p:cNvPr id="12" name="R04-33 기호 표제">
            <a:extLst xmlns:a="http://schemas.openxmlformats.org/drawingml/2006/main">
              <a:ext uri="{FF2B5EF4-FFF2-40B4-BE49-F238E27FC236}">
                <a16:creationId xmlns:a16="http://schemas.microsoft.com/office/drawing/2014/main" id="{28889A3E-9F6F-4762-8F49-249F0C13DC69}"/>
              </a:ext>
            </a:extLst>
          </p:cNvPr>
          <p:cNvSpPr>
            <a:spLocks xmlns:a="http://schemas.openxmlformats.org/drawingml/2006/main" noGrp="1"/>
          </p:cNvSpPr>
          <p:nvPr/>
        </p:nvSpPr>
        <p:spPr>
          <a:xfrm xmlns:a="http://schemas.openxmlformats.org/drawingml/2006/main">
            <a:off x="3781425" y="638175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0DE7F4D-BF40-4CAD-B0B0-707489561D17}"/>
              </a:ext>
            </a:extLst>
          </p:cNvPr>
          <p:cNvSpPr>
            <a:spLocks xmlns:a="http://schemas.openxmlformats.org/drawingml/2006/main" noGrp="1"/>
          </p:cNvSpPr>
          <p:nvPr/>
        </p:nvSpPr>
        <p:spPr>
          <a:xfrm xmlns:a="http://schemas.openxmlformats.org/drawingml/2006/main">
            <a:off x="3924300" y="646747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m</a:t>
            </a:r>
          </a:p>
        </p:txBody>
      </p:sp>
      <p:sp>
        <p:nvSpPr>
          <p:cNvPr id="14" name="R04-33 기호 설명">
            <a:extLst xmlns:a="http://schemas.openxmlformats.org/drawingml/2006/main">
              <a:ext uri="{FF2B5EF4-FFF2-40B4-BE49-F238E27FC236}">
                <a16:creationId xmlns:a16="http://schemas.microsoft.com/office/drawing/2014/main" id="{1C895E68-AF56-48F7-B0C4-A5711EE1F43C}"/>
              </a:ext>
            </a:extLst>
          </p:cNvPr>
          <p:cNvSpPr>
            <a:spLocks xmlns:a="http://schemas.openxmlformats.org/drawingml/2006/main" noGrp="1"/>
          </p:cNvSpPr>
          <p:nvPr/>
        </p:nvSpPr>
        <p:spPr>
          <a:xfrm xmlns:a="http://schemas.openxmlformats.org/drawingml/2006/main">
            <a:off x="5314950" y="638175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8D26B6D1-DD92-4894-B4EA-D66A10D44E7E}"/>
              </a:ext>
            </a:extLst>
          </p:cNvPr>
          <p:cNvSpPr>
            <a:spLocks xmlns:a="http://schemas.openxmlformats.org/drawingml/2006/main" noGrp="1"/>
          </p:cNvSpPr>
          <p:nvPr/>
        </p:nvSpPr>
        <p:spPr>
          <a:xfrm xmlns:a="http://schemas.openxmlformats.org/drawingml/2006/main">
            <a:off x="5638800" y="64674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용액 전체의 질량</a:t>
            </a:r>
          </a:p>
        </p:txBody>
      </p:sp>
      <p:sp>
        <p:nvSpPr>
          <p:cNvPr id="16" name="R04-33 기호 표제">
            <a:extLst xmlns:a="http://schemas.openxmlformats.org/drawingml/2006/main">
              <a:ext uri="{FF2B5EF4-FFF2-40B4-BE49-F238E27FC236}">
                <a16:creationId xmlns:a16="http://schemas.microsoft.com/office/drawing/2014/main" id="{35CCCDEF-F8FB-4AAF-B299-E3ED6F24F219}"/>
              </a:ext>
            </a:extLst>
          </p:cNvPr>
          <p:cNvSpPr>
            <a:spLocks xmlns:a="http://schemas.openxmlformats.org/drawingml/2006/main" noGrp="1"/>
          </p:cNvSpPr>
          <p:nvPr/>
        </p:nvSpPr>
        <p:spPr>
          <a:xfrm xmlns:a="http://schemas.openxmlformats.org/drawingml/2006/main">
            <a:off x="3781425" y="7353300"/>
            <a:ext cx="1381125" cy="819150"/>
          </a:xfrm>
          <a:prstGeom xmlns:a="http://schemas.openxmlformats.org/drawingml/2006/main" prst="roundRect">
            <a:avLst>
              <a:gd name="adj" fmla="val 16279"/>
            </a:avLst>
          </a:prstGeom>
          <a:solidFill xmlns:a="http://schemas.openxmlformats.org/drawingml/2006/main">
            <a:srgbClr val="303030"/>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B07593E4-26DC-459D-974E-D5ECCEF8931E}"/>
              </a:ext>
            </a:extLst>
          </p:cNvPr>
          <p:cNvSpPr>
            <a:spLocks xmlns:a="http://schemas.openxmlformats.org/drawingml/2006/main" noGrp="1"/>
          </p:cNvSpPr>
          <p:nvPr/>
        </p:nvSpPr>
        <p:spPr>
          <a:xfrm xmlns:a="http://schemas.openxmlformats.org/drawingml/2006/main">
            <a:off x="3924300" y="7439025"/>
            <a:ext cx="109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450" b="1">
                <a:solidFill>
                  <a:srgbClr val="9FFF68"/>
                </a:solidFill>
                <a:latin typeface="Pretendard"/>
                <a:ea typeface="Pretendard"/>
                <a:cs typeface="Pretendard"/>
              </a:defRPr>
            </a:defPPr>
            <a:lvl1pPr algn="ctr">
              <a:defRPr sz="3450" b="1">
                <a:solidFill>
                  <a:srgbClr val="9FFF68"/>
                </a:solidFill>
                <a:latin typeface="Pretendard"/>
                <a:ea typeface="Pretendard"/>
                <a:cs typeface="Pretendard"/>
              </a:defRPr>
            </a:lvl1pPr>
            <a:lvl2pPr algn="ctr">
              <a:defRPr sz="3450" b="1">
                <a:solidFill>
                  <a:srgbClr val="9FFF68"/>
                </a:solidFill>
                <a:latin typeface="Pretendard"/>
                <a:ea typeface="Pretendard"/>
                <a:cs typeface="Pretendard"/>
              </a:defRPr>
            </a:lvl2pPr>
            <a:lvl3pPr algn="ctr">
              <a:defRPr sz="3450" b="1">
                <a:solidFill>
                  <a:srgbClr val="9FFF68"/>
                </a:solidFill>
                <a:latin typeface="Pretendard"/>
                <a:ea typeface="Pretendard"/>
                <a:cs typeface="Pretendard"/>
              </a:defRPr>
            </a:lvl3pPr>
            <a:lvl4pPr algn="ctr">
              <a:defRPr sz="3450" b="1">
                <a:solidFill>
                  <a:srgbClr val="9FFF68"/>
                </a:solidFill>
                <a:latin typeface="Pretendard"/>
                <a:ea typeface="Pretendard"/>
                <a:cs typeface="Pretendard"/>
              </a:defRPr>
            </a:lvl4pPr>
            <a:lvl5pPr algn="ctr">
              <a:defRPr sz="3450" b="1">
                <a:solidFill>
                  <a:srgbClr val="9FFF68"/>
                </a:solidFill>
                <a:latin typeface="Pretendard"/>
                <a:ea typeface="Pretendard"/>
                <a:cs typeface="Pretendard"/>
              </a:defRPr>
            </a:lvl5pPr>
            <a:lvl6pPr algn="ctr">
              <a:defRPr sz="3450" b="1">
                <a:solidFill>
                  <a:srgbClr val="9FFF68"/>
                </a:solidFill>
                <a:latin typeface="Pretendard"/>
                <a:ea typeface="Pretendard"/>
                <a:cs typeface="Pretendard"/>
              </a:defRPr>
            </a:lvl6pPr>
            <a:lvl7pPr algn="ctr">
              <a:defRPr sz="3450" b="1">
                <a:solidFill>
                  <a:srgbClr val="9FFF68"/>
                </a:solidFill>
                <a:latin typeface="Pretendard"/>
                <a:ea typeface="Pretendard"/>
                <a:cs typeface="Pretendard"/>
              </a:defRPr>
            </a:lvl7pPr>
            <a:lvl8pPr algn="ctr">
              <a:defRPr sz="3450" b="1">
                <a:solidFill>
                  <a:srgbClr val="9FFF68"/>
                </a:solidFill>
                <a:latin typeface="Pretendard"/>
                <a:ea typeface="Pretendard"/>
                <a:cs typeface="Pretendard"/>
              </a:defRPr>
            </a:lvl8pPr>
            <a:lvl9pPr algn="ctr">
              <a:defRPr sz="3450" b="1">
                <a:solidFill>
                  <a:srgbClr val="9FFF68"/>
                </a:solidFill>
                <a:latin typeface="Pretendard"/>
                <a:ea typeface="Pretendard"/>
                <a:cs typeface="Pretendard"/>
              </a:defRPr>
            </a:lvl9pPr>
          </a:lstStyle>
          <a:p xmlns:a="http://schemas.openxmlformats.org/drawingml/2006/main">
            <a:pPr algn="ctr">
              <a:defRPr sz="3450" b="1">
                <a:solidFill>
                  <a:srgbClr val="9FFF68"/>
                </a:solidFill>
                <a:latin typeface="Pretendard"/>
                <a:ea typeface="Pretendard"/>
                <a:cs typeface="Pretendard"/>
              </a:defRPr>
            </a:pPr>
            <a:r>
              <a:rPr sz="3450" b="1">
                <a:solidFill>
                  <a:srgbClr val="9FFF68"/>
                </a:solidFill>
                <a:latin typeface="Pretendard"/>
                <a:ea typeface="Pretendard"/>
                <a:cs typeface="Pretendard"/>
              </a:rPr>
              <a:t>Δt</a:t>
            </a:r>
          </a:p>
        </p:txBody>
      </p:sp>
      <p:sp>
        <p:nvSpPr>
          <p:cNvPr id="18" name="R04-33 기호 설명">
            <a:extLst xmlns:a="http://schemas.openxmlformats.org/drawingml/2006/main">
              <a:ext uri="{FF2B5EF4-FFF2-40B4-BE49-F238E27FC236}">
                <a16:creationId xmlns:a16="http://schemas.microsoft.com/office/drawing/2014/main" id="{C9C1F5CA-CD02-4624-B837-EBE36979D042}"/>
              </a:ext>
            </a:extLst>
          </p:cNvPr>
          <p:cNvSpPr>
            <a:spLocks xmlns:a="http://schemas.openxmlformats.org/drawingml/2006/main" noGrp="1"/>
          </p:cNvSpPr>
          <p:nvPr/>
        </p:nvSpPr>
        <p:spPr>
          <a:xfrm xmlns:a="http://schemas.openxmlformats.org/drawingml/2006/main">
            <a:off x="5314950" y="7353300"/>
            <a:ext cx="9191625" cy="819150"/>
          </a:xfrm>
          <a:prstGeom xmlns:a="http://schemas.openxmlformats.org/drawingml/2006/main" prst="roundRect">
            <a:avLst>
              <a:gd name="adj" fmla="val 16279"/>
            </a:avLst>
          </a:prstGeom>
          <a:solidFill xmlns:a="http://schemas.openxmlformats.org/drawingml/2006/main">
            <a:srgbClr val="F5F5F5"/>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DE542EF-49D8-42CD-9B70-5250847AB939}"/>
              </a:ext>
            </a:extLst>
          </p:cNvPr>
          <p:cNvSpPr>
            <a:spLocks xmlns:a="http://schemas.openxmlformats.org/drawingml/2006/main" noGrp="1"/>
          </p:cNvSpPr>
          <p:nvPr/>
        </p:nvSpPr>
        <p:spPr>
          <a:xfrm xmlns:a="http://schemas.openxmlformats.org/drawingml/2006/main">
            <a:off x="5638800" y="743902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rPr sz="3300" b="0">
                <a:solidFill>
                  <a:srgbClr val="000000"/>
                </a:solidFill>
                <a:latin typeface="Pretendard"/>
                <a:ea typeface="Pretendard"/>
                <a:cs typeface="Pretendard"/>
              </a:rPr>
              <a:t>나중 온도 − 처음 온도</a:t>
            </a:r>
          </a:p>
        </p:txBody>
      </p:sp>
      <p:sp>
        <p:nvSpPr>
          <p:cNvPr id="25" name="해석·결론">
            <a:extLst xmlns:a="http://schemas.openxmlformats.org/drawingml/2006/main">
              <a:ext uri="{FF2B5EF4-FFF2-40B4-BE49-F238E27FC236}">
                <a16:creationId xmlns:a16="http://schemas.microsoft.com/office/drawing/2014/main" id="{96CDEAAA-BAFE-4BF6-98D1-21B4C63486EA}"/>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26" name="반응식·수식">
            <a:extLst xmlns:a="http://schemas.openxmlformats.org/drawingml/2006/main">
              <a:ext uri="{FF2B5EF4-FFF2-40B4-BE49-F238E27FC236}">
                <a16:creationId xmlns:a16="http://schemas.microsoft.com/office/drawing/2014/main" id="{A032ACFA-040F-4F56-B565-CF2700C6C426}"/>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80719907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607A996-D417-4911-AD73-90BE34A746A0}"/>
              </a:ext>
            </a:extLst>
          </p:cNvPr>
          <p:cNvPicPr>
            <a:picLocks xmlns:a="http://schemas.openxmlformats.org/drawingml/2006/main" noChangeAspect="1"/>
          </p:cNvPicPr>
          <p:nvPr/>
        </p:nvPicPr>
        <p:blipFill>
          <a:blip xmlns:r="http://schemas.openxmlformats.org/officeDocument/2006/relationships" xmlns:a="http://schemas.openxmlformats.org/drawingml/2006/main" r:embed="Re37aee5882b24ac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B687323-6799-4193-BC16-C870E10952A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9A414C-DED2-44EC-8084-65B8D4E81D2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44EF048-644D-4101-86E8-FE025BF6E9B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DB19809-75D3-4AED-91A3-6F54A681AC2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D9E05EB1-2B5F-48AE-BD07-1DA55428FCE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974BE031-330D-459F-90C1-45EA9E6AB08C}"/>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2B63F47E-6B6E-41FE-A2CE-B94321D648D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1E6DFCB6-E03A-4BD4-B815-BDB39356A63E}"/>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6D013E5-C191-4DE4-840A-10741B0B02A6}"/>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CCD71CF6-C681-4DA5-A5DD-621001AE16B2}"/>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442CEB81-A51F-426E-8E18-6206470976C3}"/>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50614966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E6D9E353-D721-48F5-A11A-4C63C539EC9E}"/>
              </a:ext>
            </a:extLst>
          </p:cNvPr>
          <p:cNvPicPr>
            <a:picLocks xmlns:a="http://schemas.openxmlformats.org/drawingml/2006/main" noChangeAspect="1"/>
          </p:cNvPicPr>
          <p:nvPr/>
        </p:nvPicPr>
        <p:blipFill>
          <a:blip xmlns:r="http://schemas.openxmlformats.org/officeDocument/2006/relationships" xmlns:a="http://schemas.openxmlformats.org/drawingml/2006/main" r:embed="Rb990c41dbfa44aa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04119BB-3173-4634-8951-97E95A6B6DD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04B528A-824E-48EB-9203-7EAEE910D74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D818F5F0-6CFF-4FB8-8B41-34E6D93DD09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19980E5-F658-462C-9B00-2FB58F28C49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0E98731-4FB0-4B7A-B6DE-62B0D245519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R05-29 계산 행 01">
            <a:extLst xmlns:a="http://schemas.openxmlformats.org/drawingml/2006/main">
              <a:ext uri="{FF2B5EF4-FFF2-40B4-BE49-F238E27FC236}">
                <a16:creationId xmlns:a16="http://schemas.microsoft.com/office/drawing/2014/main" id="{608B54D2-7CD4-4B78-B850-E57CA4ED2B24}"/>
              </a:ext>
            </a:extLst>
          </p:cNvPr>
          <p:cNvSpPr>
            <a:spLocks xmlns:a="http://schemas.openxmlformats.org/drawingml/2006/main" noGrp="1"/>
          </p:cNvSpPr>
          <p:nvPr/>
        </p:nvSpPr>
        <p:spPr>
          <a:xfrm xmlns:a="http://schemas.openxmlformats.org/drawingml/2006/main">
            <a:off x="1857375" y="4038600"/>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68B6456D-7062-4254-9C5C-ABF1A0F0E92D}"/>
              </a:ext>
            </a:extLst>
          </p:cNvPr>
          <p:cNvSpPr>
            <a:spLocks xmlns:a="http://schemas.openxmlformats.org/drawingml/2006/main" noGrp="1"/>
          </p:cNvSpPr>
          <p:nvPr/>
        </p:nvSpPr>
        <p:spPr>
          <a:xfrm xmlns:a="http://schemas.openxmlformats.org/drawingml/2006/main">
            <a:off x="2085975" y="446722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01</a:t>
            </a:r>
          </a:p>
        </p:txBody>
      </p:sp>
      <p:sp>
        <p:nvSpPr>
          <p:cNvPr id="9" name="rich">
            <a:extLst xmlns:a="http://schemas.openxmlformats.org/drawingml/2006/main">
              <a:ext uri="{FF2B5EF4-FFF2-40B4-BE49-F238E27FC236}">
                <a16:creationId xmlns:a16="http://schemas.microsoft.com/office/drawing/2014/main" id="{8AEBF8FA-33BE-454B-A351-F92E60BEBA4B}"/>
              </a:ext>
            </a:extLst>
          </p:cNvPr>
          <p:cNvSpPr>
            <a:spLocks xmlns:a="http://schemas.openxmlformats.org/drawingml/2006/main" noGrp="1"/>
          </p:cNvSpPr>
          <p:nvPr/>
        </p:nvSpPr>
        <p:spPr>
          <a:xfrm xmlns:a="http://schemas.openxmlformats.org/drawingml/2006/main">
            <a:off x="3114675" y="419100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용액이 얻은 열</a:t>
            </a:r>
          </a:p>
        </p:txBody>
      </p:sp>
      <p:sp>
        <p:nvSpPr>
          <p:cNvPr id="10" name="rich">
            <a:extLst xmlns:a="http://schemas.openxmlformats.org/drawingml/2006/main">
              <a:ext uri="{FF2B5EF4-FFF2-40B4-BE49-F238E27FC236}">
                <a16:creationId xmlns:a16="http://schemas.microsoft.com/office/drawing/2014/main" id="{D3DD7C6B-B252-4E7C-8294-C60FB1EF0600}"/>
              </a:ext>
            </a:extLst>
          </p:cNvPr>
          <p:cNvSpPr>
            <a:spLocks xmlns:a="http://schemas.openxmlformats.org/drawingml/2006/main" noGrp="1"/>
          </p:cNvSpPr>
          <p:nvPr/>
        </p:nvSpPr>
        <p:spPr>
          <a:xfrm xmlns:a="http://schemas.openxmlformats.org/drawingml/2006/main">
            <a:off x="3114675" y="475297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Q용액 = 4.2 × 208 × 9.5 = 8299.2 J ≈ 8.30 kJ</a:t>
            </a:r>
          </a:p>
        </p:txBody>
      </p:sp>
      <p:sp>
        <p:nvSpPr>
          <p:cNvPr id="11" name="R05-29 계산 행 02">
            <a:extLst xmlns:a="http://schemas.openxmlformats.org/drawingml/2006/main">
              <a:ext uri="{FF2B5EF4-FFF2-40B4-BE49-F238E27FC236}">
                <a16:creationId xmlns:a16="http://schemas.microsoft.com/office/drawing/2014/main" id="{1B4F4207-19AE-40B5-8CC4-7C3CEC159177}"/>
              </a:ext>
            </a:extLst>
          </p:cNvPr>
          <p:cNvSpPr>
            <a:spLocks xmlns:a="http://schemas.openxmlformats.org/drawingml/2006/main" noGrp="1"/>
          </p:cNvSpPr>
          <p:nvPr/>
        </p:nvSpPr>
        <p:spPr>
          <a:xfrm xmlns:a="http://schemas.openxmlformats.org/drawingml/2006/main">
            <a:off x="1857375" y="5781675"/>
            <a:ext cx="14573250" cy="1524000"/>
          </a:xfrm>
          <a:prstGeom xmlns:a="http://schemas.openxmlformats.org/drawingml/2006/main" prst="roundRect">
            <a:avLst>
              <a:gd name="adj" fmla="val 11250"/>
            </a:avLst>
          </a:prstGeom>
          <a:solidFill xmlns:a="http://schemas.openxmlformats.org/drawingml/2006/main">
            <a:srgbClr val="F5F5F5"/>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9BD93379-5561-4546-9780-AFCCBD03020E}"/>
              </a:ext>
            </a:extLst>
          </p:cNvPr>
          <p:cNvSpPr>
            <a:spLocks xmlns:a="http://schemas.openxmlformats.org/drawingml/2006/main" noGrp="1"/>
          </p:cNvSpPr>
          <p:nvPr/>
        </p:nvSpPr>
        <p:spPr>
          <a:xfrm xmlns:a="http://schemas.openxmlformats.org/drawingml/2006/main">
            <a:off x="2085975" y="6210300"/>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57962F"/>
                </a:solidFill>
                <a:latin typeface="Pretendard"/>
                <a:ea typeface="Pretendard"/>
                <a:cs typeface="Pretendard"/>
              </a:defRPr>
            </a:defPPr>
            <a:lvl1pPr algn="ctr">
              <a:defRPr sz="3375" b="1">
                <a:solidFill>
                  <a:srgbClr val="57962F"/>
                </a:solidFill>
                <a:latin typeface="Pretendard"/>
                <a:ea typeface="Pretendard"/>
                <a:cs typeface="Pretendard"/>
              </a:defRPr>
            </a:lvl1pPr>
            <a:lvl2pPr algn="ctr">
              <a:defRPr sz="3375" b="1">
                <a:solidFill>
                  <a:srgbClr val="57962F"/>
                </a:solidFill>
                <a:latin typeface="Pretendard"/>
                <a:ea typeface="Pretendard"/>
                <a:cs typeface="Pretendard"/>
              </a:defRPr>
            </a:lvl2pPr>
            <a:lvl3pPr algn="ctr">
              <a:defRPr sz="3375" b="1">
                <a:solidFill>
                  <a:srgbClr val="57962F"/>
                </a:solidFill>
                <a:latin typeface="Pretendard"/>
                <a:ea typeface="Pretendard"/>
                <a:cs typeface="Pretendard"/>
              </a:defRPr>
            </a:lvl3pPr>
            <a:lvl4pPr algn="ctr">
              <a:defRPr sz="3375" b="1">
                <a:solidFill>
                  <a:srgbClr val="57962F"/>
                </a:solidFill>
                <a:latin typeface="Pretendard"/>
                <a:ea typeface="Pretendard"/>
                <a:cs typeface="Pretendard"/>
              </a:defRPr>
            </a:lvl4pPr>
            <a:lvl5pPr algn="ctr">
              <a:defRPr sz="3375" b="1">
                <a:solidFill>
                  <a:srgbClr val="57962F"/>
                </a:solidFill>
                <a:latin typeface="Pretendard"/>
                <a:ea typeface="Pretendard"/>
                <a:cs typeface="Pretendard"/>
              </a:defRPr>
            </a:lvl5pPr>
            <a:lvl6pPr algn="ctr">
              <a:defRPr sz="3375" b="1">
                <a:solidFill>
                  <a:srgbClr val="57962F"/>
                </a:solidFill>
                <a:latin typeface="Pretendard"/>
                <a:ea typeface="Pretendard"/>
                <a:cs typeface="Pretendard"/>
              </a:defRPr>
            </a:lvl6pPr>
            <a:lvl7pPr algn="ctr">
              <a:defRPr sz="3375" b="1">
                <a:solidFill>
                  <a:srgbClr val="57962F"/>
                </a:solidFill>
                <a:latin typeface="Pretendard"/>
                <a:ea typeface="Pretendard"/>
                <a:cs typeface="Pretendard"/>
              </a:defRPr>
            </a:lvl7pPr>
            <a:lvl8pPr algn="ctr">
              <a:defRPr sz="3375" b="1">
                <a:solidFill>
                  <a:srgbClr val="57962F"/>
                </a:solidFill>
                <a:latin typeface="Pretendard"/>
                <a:ea typeface="Pretendard"/>
                <a:cs typeface="Pretendard"/>
              </a:defRPr>
            </a:lvl8pPr>
            <a:lvl9pPr algn="ctr">
              <a:defRPr sz="3375" b="1">
                <a:solidFill>
                  <a:srgbClr val="57962F"/>
                </a:solidFill>
                <a:latin typeface="Pretendard"/>
                <a:ea typeface="Pretendard"/>
                <a:cs typeface="Pretendard"/>
              </a:defRPr>
            </a:lvl9pPr>
          </a:lstStyle>
          <a:p xmlns:a="http://schemas.openxmlformats.org/drawingml/2006/main">
            <a:pPr algn="ctr">
              <a:defRPr sz="3375" b="1">
                <a:solidFill>
                  <a:srgbClr val="57962F"/>
                </a:solidFill>
                <a:latin typeface="Pretendard"/>
                <a:ea typeface="Pretendard"/>
                <a:cs typeface="Pretendard"/>
              </a:defRPr>
            </a:pPr>
            <a:r>
              <a:rPr sz="3375" b="1">
                <a:solidFill>
                  <a:srgbClr val="57962F"/>
                </a:solidFill>
                <a:latin typeface="Pretendard"/>
                <a:ea typeface="Pretendard"/>
                <a:cs typeface="Pretendard"/>
              </a:rPr>
              <a:t>02</a:t>
            </a:r>
          </a:p>
        </p:txBody>
      </p:sp>
      <p:sp>
        <p:nvSpPr>
          <p:cNvPr id="13" name="rich">
            <a:extLst xmlns:a="http://schemas.openxmlformats.org/drawingml/2006/main">
              <a:ext uri="{FF2B5EF4-FFF2-40B4-BE49-F238E27FC236}">
                <a16:creationId xmlns:a16="http://schemas.microsoft.com/office/drawing/2014/main" id="{6970ACB3-0A18-4ECD-8887-416C3412B424}"/>
              </a:ext>
            </a:extLst>
          </p:cNvPr>
          <p:cNvSpPr>
            <a:spLocks xmlns:a="http://schemas.openxmlformats.org/drawingml/2006/main" noGrp="1"/>
          </p:cNvSpPr>
          <p:nvPr/>
        </p:nvSpPr>
        <p:spPr>
          <a:xfrm xmlns:a="http://schemas.openxmlformats.org/drawingml/2006/main">
            <a:off x="3114675" y="5934075"/>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777777"/>
                </a:solidFill>
                <a:latin typeface="Pretendard"/>
                <a:ea typeface="Pretendard"/>
                <a:cs typeface="Pretendard"/>
              </a:defRPr>
            </a:defPPr>
            <a:lvl1pPr algn="l">
              <a:defRPr sz="2625" b="1">
                <a:solidFill>
                  <a:srgbClr val="777777"/>
                </a:solidFill>
                <a:latin typeface="Pretendard"/>
                <a:ea typeface="Pretendard"/>
                <a:cs typeface="Pretendard"/>
              </a:defRPr>
            </a:lvl1pPr>
            <a:lvl2pPr algn="l">
              <a:defRPr sz="2625" b="1">
                <a:solidFill>
                  <a:srgbClr val="777777"/>
                </a:solidFill>
                <a:latin typeface="Pretendard"/>
                <a:ea typeface="Pretendard"/>
                <a:cs typeface="Pretendard"/>
              </a:defRPr>
            </a:lvl2pPr>
            <a:lvl3pPr algn="l">
              <a:defRPr sz="2625" b="1">
                <a:solidFill>
                  <a:srgbClr val="777777"/>
                </a:solidFill>
                <a:latin typeface="Pretendard"/>
                <a:ea typeface="Pretendard"/>
                <a:cs typeface="Pretendard"/>
              </a:defRPr>
            </a:lvl3pPr>
            <a:lvl4pPr algn="l">
              <a:defRPr sz="2625" b="1">
                <a:solidFill>
                  <a:srgbClr val="777777"/>
                </a:solidFill>
                <a:latin typeface="Pretendard"/>
                <a:ea typeface="Pretendard"/>
                <a:cs typeface="Pretendard"/>
              </a:defRPr>
            </a:lvl4pPr>
            <a:lvl5pPr algn="l">
              <a:defRPr sz="2625" b="1">
                <a:solidFill>
                  <a:srgbClr val="777777"/>
                </a:solidFill>
                <a:latin typeface="Pretendard"/>
                <a:ea typeface="Pretendard"/>
                <a:cs typeface="Pretendard"/>
              </a:defRPr>
            </a:lvl5pPr>
            <a:lvl6pPr algn="l">
              <a:defRPr sz="2625" b="1">
                <a:solidFill>
                  <a:srgbClr val="777777"/>
                </a:solidFill>
                <a:latin typeface="Pretendard"/>
                <a:ea typeface="Pretendard"/>
                <a:cs typeface="Pretendard"/>
              </a:defRPr>
            </a:lvl6pPr>
            <a:lvl7pPr algn="l">
              <a:defRPr sz="2625" b="1">
                <a:solidFill>
                  <a:srgbClr val="777777"/>
                </a:solidFill>
                <a:latin typeface="Pretendard"/>
                <a:ea typeface="Pretendard"/>
                <a:cs typeface="Pretendard"/>
              </a:defRPr>
            </a:lvl7pPr>
            <a:lvl8pPr algn="l">
              <a:defRPr sz="2625" b="1">
                <a:solidFill>
                  <a:srgbClr val="777777"/>
                </a:solidFill>
                <a:latin typeface="Pretendard"/>
                <a:ea typeface="Pretendard"/>
                <a:cs typeface="Pretendard"/>
              </a:defRPr>
            </a:lvl8pPr>
            <a:lvl9pPr algn="l">
              <a:defRPr sz="2625" b="1">
                <a:solidFill>
                  <a:srgbClr val="777777"/>
                </a:solidFill>
                <a:latin typeface="Pretendard"/>
                <a:ea typeface="Pretendard"/>
                <a:cs typeface="Pretendard"/>
              </a:defRPr>
            </a:lvl9pPr>
          </a:lstStyle>
          <a:p xmlns:a="http://schemas.openxmlformats.org/drawingml/2006/main">
            <a:pPr algn="l">
              <a:defRPr sz="2625" b="1">
                <a:solidFill>
                  <a:srgbClr val="777777"/>
                </a:solidFill>
                <a:latin typeface="Pretendard"/>
                <a:ea typeface="Pretendard"/>
                <a:cs typeface="Pretendard"/>
              </a:defRPr>
            </a:pPr>
            <a:r>
              <a:t>반응한 물질의 양</a:t>
            </a:r>
          </a:p>
        </p:txBody>
      </p:sp>
      <p:sp>
        <p:nvSpPr>
          <p:cNvPr id="14" name="rich">
            <a:extLst xmlns:a="http://schemas.openxmlformats.org/drawingml/2006/main">
              <a:ext uri="{FF2B5EF4-FFF2-40B4-BE49-F238E27FC236}">
                <a16:creationId xmlns:a16="http://schemas.microsoft.com/office/drawing/2014/main" id="{6390B2F6-0E34-405B-B3FB-7C83131E7712}"/>
              </a:ext>
            </a:extLst>
          </p:cNvPr>
          <p:cNvSpPr>
            <a:spLocks xmlns:a="http://schemas.openxmlformats.org/drawingml/2006/main" noGrp="1"/>
          </p:cNvSpPr>
          <p:nvPr/>
        </p:nvSpPr>
        <p:spPr>
          <a:xfrm xmlns:a="http://schemas.openxmlformats.org/drawingml/2006/main">
            <a:off x="3114675" y="6496050"/>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NaOH의 양 = 8.0 ÷ 40.0 = 0.200 mol</a:t>
            </a:r>
          </a:p>
        </p:txBody>
      </p:sp>
      <p:sp>
        <p:nvSpPr>
          <p:cNvPr id="15" name="R05-29 계산 행 03">
            <a:extLst xmlns:a="http://schemas.openxmlformats.org/drawingml/2006/main">
              <a:ext uri="{FF2B5EF4-FFF2-40B4-BE49-F238E27FC236}">
                <a16:creationId xmlns:a16="http://schemas.microsoft.com/office/drawing/2014/main" id="{60731E86-B427-4544-A391-81BECA724404}"/>
              </a:ext>
            </a:extLst>
          </p:cNvPr>
          <p:cNvSpPr>
            <a:spLocks xmlns:a="http://schemas.openxmlformats.org/drawingml/2006/main" noGrp="1"/>
          </p:cNvSpPr>
          <p:nvPr/>
        </p:nvSpPr>
        <p:spPr>
          <a:xfrm xmlns:a="http://schemas.openxmlformats.org/drawingml/2006/main">
            <a:off x="1857375" y="7524750"/>
            <a:ext cx="14573250" cy="1524000"/>
          </a:xfrm>
          <a:prstGeom xmlns:a="http://schemas.openxmlformats.org/drawingml/2006/main" prst="roundRect">
            <a:avLst>
              <a:gd name="adj" fmla="val 11250"/>
            </a:avLst>
          </a:prstGeom>
          <a:solidFill xmlns:a="http://schemas.openxmlformats.org/drawingml/2006/main">
            <a:srgbClr val="303030"/>
          </a:solidFill>
          <a:ln xmlns:a="http://schemas.openxmlformats.org/drawingml/2006/main" w="0">
            <a:noFill/>
          </a:ln>
        </p:spPr>
      </p:sp>
      <p:sp>
        <p:nvSpPr>
          <p:cNvPr id="16" name="text">
            <a:extLst xmlns:a="http://schemas.openxmlformats.org/drawingml/2006/main">
              <a:ext uri="{FF2B5EF4-FFF2-40B4-BE49-F238E27FC236}">
                <a16:creationId xmlns:a16="http://schemas.microsoft.com/office/drawing/2014/main" id="{3A3B9957-225C-4B21-BFED-1F4A28EF22E3}"/>
              </a:ext>
            </a:extLst>
          </p:cNvPr>
          <p:cNvSpPr>
            <a:spLocks xmlns:a="http://schemas.openxmlformats.org/drawingml/2006/main" noGrp="1"/>
          </p:cNvSpPr>
          <p:nvPr/>
        </p:nvSpPr>
        <p:spPr>
          <a:xfrm xmlns:a="http://schemas.openxmlformats.org/drawingml/2006/main">
            <a:off x="2085975" y="7953375"/>
            <a:ext cx="7239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75" b="1">
                <a:solidFill>
                  <a:srgbClr val="9FFF68"/>
                </a:solidFill>
                <a:latin typeface="Pretendard"/>
                <a:ea typeface="Pretendard"/>
                <a:cs typeface="Pretendard"/>
              </a:defRPr>
            </a:defPPr>
            <a:lvl1pPr algn="ctr">
              <a:defRPr sz="3375" b="1">
                <a:solidFill>
                  <a:srgbClr val="9FFF68"/>
                </a:solidFill>
                <a:latin typeface="Pretendard"/>
                <a:ea typeface="Pretendard"/>
                <a:cs typeface="Pretendard"/>
              </a:defRPr>
            </a:lvl1pPr>
            <a:lvl2pPr algn="ctr">
              <a:defRPr sz="3375" b="1">
                <a:solidFill>
                  <a:srgbClr val="9FFF68"/>
                </a:solidFill>
                <a:latin typeface="Pretendard"/>
                <a:ea typeface="Pretendard"/>
                <a:cs typeface="Pretendard"/>
              </a:defRPr>
            </a:lvl2pPr>
            <a:lvl3pPr algn="ctr">
              <a:defRPr sz="3375" b="1">
                <a:solidFill>
                  <a:srgbClr val="9FFF68"/>
                </a:solidFill>
                <a:latin typeface="Pretendard"/>
                <a:ea typeface="Pretendard"/>
                <a:cs typeface="Pretendard"/>
              </a:defRPr>
            </a:lvl3pPr>
            <a:lvl4pPr algn="ctr">
              <a:defRPr sz="3375" b="1">
                <a:solidFill>
                  <a:srgbClr val="9FFF68"/>
                </a:solidFill>
                <a:latin typeface="Pretendard"/>
                <a:ea typeface="Pretendard"/>
                <a:cs typeface="Pretendard"/>
              </a:defRPr>
            </a:lvl4pPr>
            <a:lvl5pPr algn="ctr">
              <a:defRPr sz="3375" b="1">
                <a:solidFill>
                  <a:srgbClr val="9FFF68"/>
                </a:solidFill>
                <a:latin typeface="Pretendard"/>
                <a:ea typeface="Pretendard"/>
                <a:cs typeface="Pretendard"/>
              </a:defRPr>
            </a:lvl5pPr>
            <a:lvl6pPr algn="ctr">
              <a:defRPr sz="3375" b="1">
                <a:solidFill>
                  <a:srgbClr val="9FFF68"/>
                </a:solidFill>
                <a:latin typeface="Pretendard"/>
                <a:ea typeface="Pretendard"/>
                <a:cs typeface="Pretendard"/>
              </a:defRPr>
            </a:lvl6pPr>
            <a:lvl7pPr algn="ctr">
              <a:defRPr sz="3375" b="1">
                <a:solidFill>
                  <a:srgbClr val="9FFF68"/>
                </a:solidFill>
                <a:latin typeface="Pretendard"/>
                <a:ea typeface="Pretendard"/>
                <a:cs typeface="Pretendard"/>
              </a:defRPr>
            </a:lvl7pPr>
            <a:lvl8pPr algn="ctr">
              <a:defRPr sz="3375" b="1">
                <a:solidFill>
                  <a:srgbClr val="9FFF68"/>
                </a:solidFill>
                <a:latin typeface="Pretendard"/>
                <a:ea typeface="Pretendard"/>
                <a:cs typeface="Pretendard"/>
              </a:defRPr>
            </a:lvl8pPr>
            <a:lvl9pPr algn="ctr">
              <a:defRPr sz="3375" b="1">
                <a:solidFill>
                  <a:srgbClr val="9FFF68"/>
                </a:solidFill>
                <a:latin typeface="Pretendard"/>
                <a:ea typeface="Pretendard"/>
                <a:cs typeface="Pretendard"/>
              </a:defRPr>
            </a:lvl9pPr>
          </a:lstStyle>
          <a:p xmlns:a="http://schemas.openxmlformats.org/drawingml/2006/main">
            <a:pPr algn="ctr">
              <a:defRPr sz="3375" b="1">
                <a:solidFill>
                  <a:srgbClr val="9FFF68"/>
                </a:solidFill>
                <a:latin typeface="Pretendard"/>
                <a:ea typeface="Pretendard"/>
                <a:cs typeface="Pretendard"/>
              </a:defRPr>
            </a:pPr>
            <a:r>
              <a:rPr sz="3375" b="1">
                <a:solidFill>
                  <a:srgbClr val="9FFF68"/>
                </a:solidFill>
                <a:latin typeface="Pretendard"/>
                <a:ea typeface="Pretendard"/>
                <a:cs typeface="Pretendard"/>
              </a:rPr>
              <a:t>03</a:t>
            </a:r>
          </a:p>
        </p:txBody>
      </p:sp>
      <p:sp>
        <p:nvSpPr>
          <p:cNvPr id="17" name="rich">
            <a:extLst xmlns:a="http://schemas.openxmlformats.org/drawingml/2006/main">
              <a:ext uri="{FF2B5EF4-FFF2-40B4-BE49-F238E27FC236}">
                <a16:creationId xmlns:a16="http://schemas.microsoft.com/office/drawing/2014/main" id="{93986ACC-7280-4E04-A371-11D119435A88}"/>
              </a:ext>
            </a:extLst>
          </p:cNvPr>
          <p:cNvSpPr>
            <a:spLocks xmlns:a="http://schemas.openxmlformats.org/drawingml/2006/main" noGrp="1"/>
          </p:cNvSpPr>
          <p:nvPr/>
        </p:nvSpPr>
        <p:spPr>
          <a:xfrm xmlns:a="http://schemas.openxmlformats.org/drawingml/2006/main">
            <a:off x="3114675" y="7677150"/>
            <a:ext cx="1301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625" b="1">
                <a:solidFill>
                  <a:srgbClr val="C8C8C8"/>
                </a:solidFill>
                <a:latin typeface="Pretendard"/>
                <a:ea typeface="Pretendard"/>
                <a:cs typeface="Pretendard"/>
              </a:defRPr>
            </a:defPPr>
            <a:lvl1pPr algn="l">
              <a:defRPr sz="2625" b="1">
                <a:solidFill>
                  <a:srgbClr val="C8C8C8"/>
                </a:solidFill>
                <a:latin typeface="Pretendard"/>
                <a:ea typeface="Pretendard"/>
                <a:cs typeface="Pretendard"/>
              </a:defRPr>
            </a:lvl1pPr>
            <a:lvl2pPr algn="l">
              <a:defRPr sz="2625" b="1">
                <a:solidFill>
                  <a:srgbClr val="C8C8C8"/>
                </a:solidFill>
                <a:latin typeface="Pretendard"/>
                <a:ea typeface="Pretendard"/>
                <a:cs typeface="Pretendard"/>
              </a:defRPr>
            </a:lvl2pPr>
            <a:lvl3pPr algn="l">
              <a:defRPr sz="2625" b="1">
                <a:solidFill>
                  <a:srgbClr val="C8C8C8"/>
                </a:solidFill>
                <a:latin typeface="Pretendard"/>
                <a:ea typeface="Pretendard"/>
                <a:cs typeface="Pretendard"/>
              </a:defRPr>
            </a:lvl3pPr>
            <a:lvl4pPr algn="l">
              <a:defRPr sz="2625" b="1">
                <a:solidFill>
                  <a:srgbClr val="C8C8C8"/>
                </a:solidFill>
                <a:latin typeface="Pretendard"/>
                <a:ea typeface="Pretendard"/>
                <a:cs typeface="Pretendard"/>
              </a:defRPr>
            </a:lvl4pPr>
            <a:lvl5pPr algn="l">
              <a:defRPr sz="2625" b="1">
                <a:solidFill>
                  <a:srgbClr val="C8C8C8"/>
                </a:solidFill>
                <a:latin typeface="Pretendard"/>
                <a:ea typeface="Pretendard"/>
                <a:cs typeface="Pretendard"/>
              </a:defRPr>
            </a:lvl5pPr>
            <a:lvl6pPr algn="l">
              <a:defRPr sz="2625" b="1">
                <a:solidFill>
                  <a:srgbClr val="C8C8C8"/>
                </a:solidFill>
                <a:latin typeface="Pretendard"/>
                <a:ea typeface="Pretendard"/>
                <a:cs typeface="Pretendard"/>
              </a:defRPr>
            </a:lvl6pPr>
            <a:lvl7pPr algn="l">
              <a:defRPr sz="2625" b="1">
                <a:solidFill>
                  <a:srgbClr val="C8C8C8"/>
                </a:solidFill>
                <a:latin typeface="Pretendard"/>
                <a:ea typeface="Pretendard"/>
                <a:cs typeface="Pretendard"/>
              </a:defRPr>
            </a:lvl7pPr>
            <a:lvl8pPr algn="l">
              <a:defRPr sz="2625" b="1">
                <a:solidFill>
                  <a:srgbClr val="C8C8C8"/>
                </a:solidFill>
                <a:latin typeface="Pretendard"/>
                <a:ea typeface="Pretendard"/>
                <a:cs typeface="Pretendard"/>
              </a:defRPr>
            </a:lvl8pPr>
            <a:lvl9pPr algn="l">
              <a:defRPr sz="2625" b="1">
                <a:solidFill>
                  <a:srgbClr val="C8C8C8"/>
                </a:solidFill>
                <a:latin typeface="Pretendard"/>
                <a:ea typeface="Pretendard"/>
                <a:cs typeface="Pretendard"/>
              </a:defRPr>
            </a:lvl9pPr>
          </a:lstStyle>
          <a:p xmlns:a="http://schemas.openxmlformats.org/drawingml/2006/main">
            <a:pPr algn="l">
              <a:defRPr sz="2625" b="1">
                <a:solidFill>
                  <a:srgbClr val="C8C8C8"/>
                </a:solidFill>
                <a:latin typeface="Pretendard"/>
                <a:ea typeface="Pretendard"/>
                <a:cs typeface="Pretendard"/>
              </a:defRPr>
            </a:pPr>
            <a:r>
              <a:t>반응 엔탈피</a:t>
            </a:r>
          </a:p>
        </p:txBody>
      </p:sp>
      <p:sp>
        <p:nvSpPr>
          <p:cNvPr id="18" name="rich">
            <a:extLst xmlns:a="http://schemas.openxmlformats.org/drawingml/2006/main">
              <a:ext uri="{FF2B5EF4-FFF2-40B4-BE49-F238E27FC236}">
                <a16:creationId xmlns:a16="http://schemas.microsoft.com/office/drawing/2014/main" id="{5EA5F9F9-C29B-4B8C-BA51-E9349F77E06E}"/>
              </a:ext>
            </a:extLst>
          </p:cNvPr>
          <p:cNvSpPr>
            <a:spLocks xmlns:a="http://schemas.openxmlformats.org/drawingml/2006/main" noGrp="1"/>
          </p:cNvSpPr>
          <p:nvPr/>
        </p:nvSpPr>
        <p:spPr>
          <a:xfrm xmlns:a="http://schemas.openxmlformats.org/drawingml/2006/main">
            <a:off x="3114675" y="8239125"/>
            <a:ext cx="130111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27294216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5C38323-4637-41CA-809A-25B55DE993FF}"/>
              </a:ext>
            </a:extLst>
          </p:cNvPr>
          <p:cNvPicPr>
            <a:picLocks xmlns:a="http://schemas.openxmlformats.org/drawingml/2006/main" noChangeAspect="1"/>
          </p:cNvPicPr>
          <p:nvPr/>
        </p:nvPicPr>
        <p:blipFill>
          <a:blip xmlns:r="http://schemas.openxmlformats.org/officeDocument/2006/relationships" xmlns:a="http://schemas.openxmlformats.org/drawingml/2006/main" r:embed="R017c7828ae404e2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6C92144-A0A3-4A5C-AF8B-12BA882E7A9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C937C0A-E86C-4D51-A5B2-245AA17BF52A}"/>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10B451BD-0A62-4155-9E24-915DE29D3D4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590AFCF-814D-4752-BE0C-5C3E98A4DE7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18C938B0-14E1-4774-AD7F-D0F6EE7833C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2A9F5A4A-8575-4E48-81CB-971247E99EF9}"/>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EBD42B3-7CF8-4D9E-8EE4-301DCC50D5D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0C3FE2DA-29D0-42F7-A37D-0B7279ABEB36}"/>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E49DE9A1-222E-4D33-962D-26DF8980350A}"/>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3F919C7-4EE1-4730-AC35-8FE77A076A1B}"/>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B8D698CB-A7AB-4384-8A52-BA1B04D6C78F}"/>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68749813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CAF6A81-2845-418E-93CF-2F091105F30D}"/>
              </a:ext>
            </a:extLst>
          </p:cNvPr>
          <p:cNvPicPr>
            <a:picLocks xmlns:a="http://schemas.openxmlformats.org/drawingml/2006/main" noChangeAspect="1"/>
          </p:cNvPicPr>
          <p:nvPr/>
        </p:nvPicPr>
        <p:blipFill>
          <a:blip xmlns:r="http://schemas.openxmlformats.org/officeDocument/2006/relationships" xmlns:a="http://schemas.openxmlformats.org/drawingml/2006/main" r:embed="Rbf9e6a71db57431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292BAA6-4DD2-49AE-BAC1-89BEC36C9AF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F22CE49-DC3E-40BD-8D23-8D9F6465EDB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5719808-F13E-403A-8A39-5C40600278D0}"/>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0E76A53-AFDD-4E0E-928F-993EBB3F4C6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6EB8D99-D98F-483D-A12B-0639077B506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902B76CF-96C0-4275-B5AA-DED55F511D0D}"/>
              </a:ext>
            </a:extLst>
          </p:cNvPr>
          <p:cNvSpPr>
            <a:spLocks xmlns:a="http://schemas.openxmlformats.org/drawingml/2006/main" noGrp="1"/>
          </p:cNvSpPr>
          <p:nvPr/>
        </p:nvSpPr>
        <p:spPr>
          <a:xfrm xmlns:a="http://schemas.openxmlformats.org/drawingml/2006/main">
            <a:off x="4000500" y="421005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두 단계의 합</a:t>
            </a:r>
          </a:p>
        </p:txBody>
      </p:sp>
      <p:sp>
        <p:nvSpPr>
          <p:cNvPr id="8" name="반응식·수식">
            <a:extLst xmlns:a="http://schemas.openxmlformats.org/drawingml/2006/main">
              <a:ext uri="{FF2B5EF4-FFF2-40B4-BE49-F238E27FC236}">
                <a16:creationId xmlns:a16="http://schemas.microsoft.com/office/drawing/2014/main" id="{8120A3BA-D5B1-4356-B718-B7A51546DE8A}"/>
              </a:ext>
            </a:extLst>
          </p:cNvPr>
          <p:cNvSpPr>
            <a:spLocks xmlns:a="http://schemas.openxmlformats.org/drawingml/2006/main" noGrp="1"/>
          </p:cNvSpPr>
          <p:nvPr/>
        </p:nvSpPr>
        <p:spPr>
          <a:xfrm xmlns:a="http://schemas.openxmlformats.org/drawingml/2006/main">
            <a:off x="4000500" y="48958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75" b="0">
                <a:solidFill>
                  <a:srgbClr val="000000"/>
                </a:solidFill>
                <a:latin typeface="Pretendard"/>
                <a:ea typeface="Pretendard"/>
                <a:cs typeface="Pretendard"/>
              </a:defRPr>
            </a:defPPr>
            <a:lvl1pPr algn="l">
              <a:defRPr sz="4275" b="0">
                <a:solidFill>
                  <a:srgbClr val="000000"/>
                </a:solidFill>
                <a:latin typeface="Pretendard"/>
                <a:ea typeface="Pretendard"/>
                <a:cs typeface="Pretendard"/>
              </a:defRPr>
            </a:lvl1pPr>
            <a:lvl2pPr algn="l">
              <a:defRPr sz="4275" b="0">
                <a:solidFill>
                  <a:srgbClr val="000000"/>
                </a:solidFill>
                <a:latin typeface="Pretendard"/>
                <a:ea typeface="Pretendard"/>
                <a:cs typeface="Pretendard"/>
              </a:defRPr>
            </a:lvl2pPr>
            <a:lvl3pPr algn="l">
              <a:defRPr sz="4275" b="0">
                <a:solidFill>
                  <a:srgbClr val="000000"/>
                </a:solidFill>
                <a:latin typeface="Pretendard"/>
                <a:ea typeface="Pretendard"/>
                <a:cs typeface="Pretendard"/>
              </a:defRPr>
            </a:lvl3pPr>
            <a:lvl4pPr algn="l">
              <a:defRPr sz="4275" b="0">
                <a:solidFill>
                  <a:srgbClr val="000000"/>
                </a:solidFill>
                <a:latin typeface="Pretendard"/>
                <a:ea typeface="Pretendard"/>
                <a:cs typeface="Pretendard"/>
              </a:defRPr>
            </a:lvl4pPr>
            <a:lvl5pPr algn="l">
              <a:defRPr sz="4275" b="0">
                <a:solidFill>
                  <a:srgbClr val="000000"/>
                </a:solidFill>
                <a:latin typeface="Pretendard"/>
                <a:ea typeface="Pretendard"/>
                <a:cs typeface="Pretendard"/>
              </a:defRPr>
            </a:lvl5pPr>
            <a:lvl6pPr algn="l">
              <a:defRPr sz="4275" b="0">
                <a:solidFill>
                  <a:srgbClr val="000000"/>
                </a:solidFill>
                <a:latin typeface="Pretendard"/>
                <a:ea typeface="Pretendard"/>
                <a:cs typeface="Pretendard"/>
              </a:defRPr>
            </a:lvl6pPr>
            <a:lvl7pPr algn="l">
              <a:defRPr sz="4275" b="0">
                <a:solidFill>
                  <a:srgbClr val="000000"/>
                </a:solidFill>
                <a:latin typeface="Pretendard"/>
                <a:ea typeface="Pretendard"/>
                <a:cs typeface="Pretendard"/>
              </a:defRPr>
            </a:lvl7pPr>
            <a:lvl8pPr algn="l">
              <a:defRPr sz="4275" b="0">
                <a:solidFill>
                  <a:srgbClr val="000000"/>
                </a:solidFill>
                <a:latin typeface="Pretendard"/>
                <a:ea typeface="Pretendard"/>
                <a:cs typeface="Pretendard"/>
              </a:defRPr>
            </a:lvl8pPr>
            <a:lvl9pPr algn="l">
              <a:defRPr sz="4275" b="0">
                <a:solidFill>
                  <a:srgbClr val="000000"/>
                </a:solidFill>
                <a:latin typeface="Pretendard"/>
                <a:ea typeface="Pretendard"/>
                <a:cs typeface="Pretendard"/>
              </a:defRPr>
            </a:lvl9pPr>
          </a:lstStyle>
          <a:p xmlns:a="http://schemas.openxmlformats.org/drawingml/2006/main">
            <a:pPr algn="l">
              <a:defRPr sz="4275" b="0">
                <a:solidFill>
                  <a:srgbClr val="000000"/>
                </a:solidFill>
                <a:latin typeface="Pretendard"/>
                <a:ea typeface="Pretendard"/>
                <a:cs typeface="Pretendard"/>
              </a:defRPr>
            </a:pPr>
            <a:r>
              <a:t>−41.50 + (−52.25)</a:t>
            </a:r>
          </a:p>
        </p:txBody>
      </p:sp>
      <p:sp>
        <p:nvSpPr>
          <p:cNvPr id="9" name="text">
            <a:extLst xmlns:a="http://schemas.openxmlformats.org/drawingml/2006/main">
              <a:ext uri="{FF2B5EF4-FFF2-40B4-BE49-F238E27FC236}">
                <a16:creationId xmlns:a16="http://schemas.microsoft.com/office/drawing/2014/main" id="{56BEC511-BB73-4E53-8872-E594118B12D3}"/>
              </a:ext>
            </a:extLst>
          </p:cNvPr>
          <p:cNvSpPr>
            <a:spLocks xmlns:a="http://schemas.openxmlformats.org/drawingml/2006/main" noGrp="1"/>
          </p:cNvSpPr>
          <p:nvPr/>
        </p:nvSpPr>
        <p:spPr>
          <a:xfrm xmlns:a="http://schemas.openxmlformats.org/drawingml/2006/main">
            <a:off x="4000500" y="56769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57962F"/>
                </a:solidFill>
                <a:latin typeface="Pretendard"/>
                <a:ea typeface="Pretendard"/>
                <a:cs typeface="Pretendard"/>
              </a:defRPr>
            </a:defPPr>
            <a:lvl1pPr algn="l">
              <a:defRPr sz="5100" b="1">
                <a:solidFill>
                  <a:srgbClr val="57962F"/>
                </a:solidFill>
                <a:latin typeface="Pretendard"/>
                <a:ea typeface="Pretendard"/>
                <a:cs typeface="Pretendard"/>
              </a:defRPr>
            </a:lvl1pPr>
            <a:lvl2pPr algn="l">
              <a:defRPr sz="5100" b="1">
                <a:solidFill>
                  <a:srgbClr val="57962F"/>
                </a:solidFill>
                <a:latin typeface="Pretendard"/>
                <a:ea typeface="Pretendard"/>
                <a:cs typeface="Pretendard"/>
              </a:defRPr>
            </a:lvl2pPr>
            <a:lvl3pPr algn="l">
              <a:defRPr sz="5100" b="1">
                <a:solidFill>
                  <a:srgbClr val="57962F"/>
                </a:solidFill>
                <a:latin typeface="Pretendard"/>
                <a:ea typeface="Pretendard"/>
                <a:cs typeface="Pretendard"/>
              </a:defRPr>
            </a:lvl3pPr>
            <a:lvl4pPr algn="l">
              <a:defRPr sz="5100" b="1">
                <a:solidFill>
                  <a:srgbClr val="57962F"/>
                </a:solidFill>
                <a:latin typeface="Pretendard"/>
                <a:ea typeface="Pretendard"/>
                <a:cs typeface="Pretendard"/>
              </a:defRPr>
            </a:lvl4pPr>
            <a:lvl5pPr algn="l">
              <a:defRPr sz="5100" b="1">
                <a:solidFill>
                  <a:srgbClr val="57962F"/>
                </a:solidFill>
                <a:latin typeface="Pretendard"/>
                <a:ea typeface="Pretendard"/>
                <a:cs typeface="Pretendard"/>
              </a:defRPr>
            </a:lvl5pPr>
            <a:lvl6pPr algn="l">
              <a:defRPr sz="5100" b="1">
                <a:solidFill>
                  <a:srgbClr val="57962F"/>
                </a:solidFill>
                <a:latin typeface="Pretendard"/>
                <a:ea typeface="Pretendard"/>
                <a:cs typeface="Pretendard"/>
              </a:defRPr>
            </a:lvl6pPr>
            <a:lvl7pPr algn="l">
              <a:defRPr sz="5100" b="1">
                <a:solidFill>
                  <a:srgbClr val="57962F"/>
                </a:solidFill>
                <a:latin typeface="Pretendard"/>
                <a:ea typeface="Pretendard"/>
                <a:cs typeface="Pretendard"/>
              </a:defRPr>
            </a:lvl7pPr>
            <a:lvl8pPr algn="l">
              <a:defRPr sz="5100" b="1">
                <a:solidFill>
                  <a:srgbClr val="57962F"/>
                </a:solidFill>
                <a:latin typeface="Pretendard"/>
                <a:ea typeface="Pretendard"/>
                <a:cs typeface="Pretendard"/>
              </a:defRPr>
            </a:lvl8pPr>
            <a:lvl9pPr algn="l">
              <a:defRPr sz="5100" b="1">
                <a:solidFill>
                  <a:srgbClr val="57962F"/>
                </a:solidFill>
                <a:latin typeface="Pretendard"/>
                <a:ea typeface="Pretendard"/>
                <a:cs typeface="Pretendard"/>
              </a:defRPr>
            </a:lvl9pPr>
          </a:lstStyle>
          <a:p xmlns:a="http://schemas.openxmlformats.org/drawingml/2006/main">
            <a:pPr algn="l">
              <a:defRPr sz="5100" b="1">
                <a:solidFill>
                  <a:srgbClr val="57962F"/>
                </a:solidFill>
                <a:latin typeface="Pretendard"/>
                <a:ea typeface="Pretendard"/>
                <a:cs typeface="Pretendard"/>
              </a:defRPr>
            </a:pPr>
            <a:r>
              <a:rPr sz="5100" b="1">
                <a:solidFill>
                  <a:srgbClr val="57962F"/>
                </a:solidFill>
                <a:latin typeface="Pretendard"/>
                <a:ea typeface="Pretendard"/>
                <a:cs typeface="Pretendard"/>
              </a:rPr>
              <a:t>= −93.75 kJ/mol</a:t>
            </a:r>
          </a:p>
        </p:txBody>
      </p:sp>
      <p:sp>
        <p:nvSpPr>
          <p:cNvPr id="10" name="text">
            <a:extLst xmlns:a="http://schemas.openxmlformats.org/drawingml/2006/main">
              <a:ext uri="{FF2B5EF4-FFF2-40B4-BE49-F238E27FC236}">
                <a16:creationId xmlns:a16="http://schemas.microsoft.com/office/drawing/2014/main" id="{E27F2010-C607-4C9E-AC1F-3B54B15E34D1}"/>
              </a:ext>
            </a:extLst>
          </p:cNvPr>
          <p:cNvSpPr>
            <a:spLocks xmlns:a="http://schemas.openxmlformats.org/drawingml/2006/main" noGrp="1"/>
          </p:cNvSpPr>
          <p:nvPr/>
        </p:nvSpPr>
        <p:spPr>
          <a:xfrm xmlns:a="http://schemas.openxmlformats.org/drawingml/2006/main">
            <a:off x="4000500" y="69532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898989"/>
                </a:solidFill>
                <a:latin typeface="Pretendard"/>
                <a:ea typeface="Pretendard"/>
                <a:cs typeface="Pretendard"/>
              </a:defRPr>
            </a:defPPr>
            <a:lvl1pPr algn="l">
              <a:defRPr sz="3000" b="1">
                <a:solidFill>
                  <a:srgbClr val="898989"/>
                </a:solidFill>
                <a:latin typeface="Pretendard"/>
                <a:ea typeface="Pretendard"/>
                <a:cs typeface="Pretendard"/>
              </a:defRPr>
            </a:lvl1pPr>
            <a:lvl2pPr algn="l">
              <a:defRPr sz="3000" b="1">
                <a:solidFill>
                  <a:srgbClr val="898989"/>
                </a:solidFill>
                <a:latin typeface="Pretendard"/>
                <a:ea typeface="Pretendard"/>
                <a:cs typeface="Pretendard"/>
              </a:defRPr>
            </a:lvl2pPr>
            <a:lvl3pPr algn="l">
              <a:defRPr sz="3000" b="1">
                <a:solidFill>
                  <a:srgbClr val="898989"/>
                </a:solidFill>
                <a:latin typeface="Pretendard"/>
                <a:ea typeface="Pretendard"/>
                <a:cs typeface="Pretendard"/>
              </a:defRPr>
            </a:lvl3pPr>
            <a:lvl4pPr algn="l">
              <a:defRPr sz="3000" b="1">
                <a:solidFill>
                  <a:srgbClr val="898989"/>
                </a:solidFill>
                <a:latin typeface="Pretendard"/>
                <a:ea typeface="Pretendard"/>
                <a:cs typeface="Pretendard"/>
              </a:defRPr>
            </a:lvl4pPr>
            <a:lvl5pPr algn="l">
              <a:defRPr sz="3000" b="1">
                <a:solidFill>
                  <a:srgbClr val="898989"/>
                </a:solidFill>
                <a:latin typeface="Pretendard"/>
                <a:ea typeface="Pretendard"/>
                <a:cs typeface="Pretendard"/>
              </a:defRPr>
            </a:lvl5pPr>
            <a:lvl6pPr algn="l">
              <a:defRPr sz="3000" b="1">
                <a:solidFill>
                  <a:srgbClr val="898989"/>
                </a:solidFill>
                <a:latin typeface="Pretendard"/>
                <a:ea typeface="Pretendard"/>
                <a:cs typeface="Pretendard"/>
              </a:defRPr>
            </a:lvl6pPr>
            <a:lvl7pPr algn="l">
              <a:defRPr sz="3000" b="1">
                <a:solidFill>
                  <a:srgbClr val="898989"/>
                </a:solidFill>
                <a:latin typeface="Pretendard"/>
                <a:ea typeface="Pretendard"/>
                <a:cs typeface="Pretendard"/>
              </a:defRPr>
            </a:lvl7pPr>
            <a:lvl8pPr algn="l">
              <a:defRPr sz="3000" b="1">
                <a:solidFill>
                  <a:srgbClr val="898989"/>
                </a:solidFill>
                <a:latin typeface="Pretendard"/>
                <a:ea typeface="Pretendard"/>
                <a:cs typeface="Pretendard"/>
              </a:defRPr>
            </a:lvl8pPr>
            <a:lvl9pPr algn="l">
              <a:defRPr sz="3000" b="1">
                <a:solidFill>
                  <a:srgbClr val="898989"/>
                </a:solidFill>
                <a:latin typeface="Pretendard"/>
                <a:ea typeface="Pretendard"/>
                <a:cs typeface="Pretendard"/>
              </a:defRPr>
            </a:lvl9pPr>
          </a:lstStyle>
          <a:p xmlns:a="http://schemas.openxmlformats.org/drawingml/2006/main">
            <a:pPr algn="l">
              <a:defRPr sz="3000" b="1">
                <a:solidFill>
                  <a:srgbClr val="898989"/>
                </a:solidFill>
                <a:latin typeface="Pretendard"/>
                <a:ea typeface="Pretendard"/>
                <a:cs typeface="Pretendard"/>
              </a:defRPr>
            </a:pPr>
            <a:r>
              <a:rPr sz="3000" b="1">
                <a:solidFill>
                  <a:srgbClr val="898989"/>
                </a:solidFill>
                <a:latin typeface="Pretendard"/>
                <a:ea typeface="Pretendard"/>
                <a:cs typeface="Pretendard"/>
              </a:rPr>
              <a:t>직접 반응</a:t>
            </a:r>
          </a:p>
        </p:txBody>
      </p:sp>
      <p:sp>
        <p:nvSpPr>
          <p:cNvPr id="11" name="text">
            <a:extLst xmlns:a="http://schemas.openxmlformats.org/drawingml/2006/main">
              <a:ext uri="{FF2B5EF4-FFF2-40B4-BE49-F238E27FC236}">
                <a16:creationId xmlns:a16="http://schemas.microsoft.com/office/drawing/2014/main" id="{8F844BB8-CBB4-49D8-848A-D751608D603C}"/>
              </a:ext>
            </a:extLst>
          </p:cNvPr>
          <p:cNvSpPr>
            <a:spLocks xmlns:a="http://schemas.openxmlformats.org/drawingml/2006/main" noGrp="1"/>
          </p:cNvSpPr>
          <p:nvPr/>
        </p:nvSpPr>
        <p:spPr>
          <a:xfrm xmlns:a="http://schemas.openxmlformats.org/drawingml/2006/main">
            <a:off x="4000500" y="76295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100" b="1">
                <a:solidFill>
                  <a:srgbClr val="000000"/>
                </a:solidFill>
                <a:latin typeface="Pretendard"/>
                <a:ea typeface="Pretendard"/>
                <a:cs typeface="Pretendard"/>
              </a:defRPr>
            </a:defPPr>
            <a:lvl1pPr algn="l">
              <a:defRPr sz="5100" b="1">
                <a:solidFill>
                  <a:srgbClr val="000000"/>
                </a:solidFill>
                <a:latin typeface="Pretendard"/>
                <a:ea typeface="Pretendard"/>
                <a:cs typeface="Pretendard"/>
              </a:defRPr>
            </a:lvl1pPr>
            <a:lvl2pPr algn="l">
              <a:defRPr sz="5100" b="1">
                <a:solidFill>
                  <a:srgbClr val="000000"/>
                </a:solidFill>
                <a:latin typeface="Pretendard"/>
                <a:ea typeface="Pretendard"/>
                <a:cs typeface="Pretendard"/>
              </a:defRPr>
            </a:lvl2pPr>
            <a:lvl3pPr algn="l">
              <a:defRPr sz="5100" b="1">
                <a:solidFill>
                  <a:srgbClr val="000000"/>
                </a:solidFill>
                <a:latin typeface="Pretendard"/>
                <a:ea typeface="Pretendard"/>
                <a:cs typeface="Pretendard"/>
              </a:defRPr>
            </a:lvl3pPr>
            <a:lvl4pPr algn="l">
              <a:defRPr sz="5100" b="1">
                <a:solidFill>
                  <a:srgbClr val="000000"/>
                </a:solidFill>
                <a:latin typeface="Pretendard"/>
                <a:ea typeface="Pretendard"/>
                <a:cs typeface="Pretendard"/>
              </a:defRPr>
            </a:lvl4pPr>
            <a:lvl5pPr algn="l">
              <a:defRPr sz="5100" b="1">
                <a:solidFill>
                  <a:srgbClr val="000000"/>
                </a:solidFill>
                <a:latin typeface="Pretendard"/>
                <a:ea typeface="Pretendard"/>
                <a:cs typeface="Pretendard"/>
              </a:defRPr>
            </a:lvl5pPr>
            <a:lvl6pPr algn="l">
              <a:defRPr sz="5100" b="1">
                <a:solidFill>
                  <a:srgbClr val="000000"/>
                </a:solidFill>
                <a:latin typeface="Pretendard"/>
                <a:ea typeface="Pretendard"/>
                <a:cs typeface="Pretendard"/>
              </a:defRPr>
            </a:lvl6pPr>
            <a:lvl7pPr algn="l">
              <a:defRPr sz="5100" b="1">
                <a:solidFill>
                  <a:srgbClr val="000000"/>
                </a:solidFill>
                <a:latin typeface="Pretendard"/>
                <a:ea typeface="Pretendard"/>
                <a:cs typeface="Pretendard"/>
              </a:defRPr>
            </a:lvl7pPr>
            <a:lvl8pPr algn="l">
              <a:defRPr sz="5100" b="1">
                <a:solidFill>
                  <a:srgbClr val="000000"/>
                </a:solidFill>
                <a:latin typeface="Pretendard"/>
                <a:ea typeface="Pretendard"/>
                <a:cs typeface="Pretendard"/>
              </a:defRPr>
            </a:lvl8pPr>
            <a:lvl9pPr algn="l">
              <a:defRPr sz="5100" b="1">
                <a:solidFill>
                  <a:srgbClr val="000000"/>
                </a:solidFill>
                <a:latin typeface="Pretendard"/>
                <a:ea typeface="Pretendard"/>
                <a:cs typeface="Pretendard"/>
              </a:defRPr>
            </a:lvl9pPr>
          </a:lstStyle>
          <a:p xmlns:a="http://schemas.openxmlformats.org/drawingml/2006/main">
            <a:pPr algn="l">
              <a:defRPr sz="5100" b="1">
                <a:solidFill>
                  <a:srgbClr val="000000"/>
                </a:solidFill>
                <a:latin typeface="Pretendard"/>
                <a:ea typeface="Pretendard"/>
                <a:cs typeface="Pretendard"/>
              </a:defRPr>
            </a:pPr>
            <a:r>
              <a:rPr sz="5100" b="1">
                <a:solidFill>
                  <a:srgbClr val="000000"/>
                </a:solidFill>
                <a:latin typeface="Pretendard"/>
                <a:ea typeface="Pretendard"/>
                <a:cs typeface="Pretendard"/>
              </a:rPr>
              <a:t>−94.25 kJ/mol</a:t>
            </a:r>
          </a:p>
        </p:txBody>
      </p:sp>
      <p:sp>
        <p:nvSpPr>
          <p:cNvPr id="17" name="해석·결론">
            <a:extLst xmlns:a="http://schemas.openxmlformats.org/drawingml/2006/main">
              <a:ext uri="{FF2B5EF4-FFF2-40B4-BE49-F238E27FC236}">
                <a16:creationId xmlns:a16="http://schemas.microsoft.com/office/drawing/2014/main" id="{C9B61D9F-9DDD-44D7-B59A-13B611CCE089}"/>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8" name="반응식·수식">
            <a:extLst xmlns:a="http://schemas.openxmlformats.org/drawingml/2006/main">
              <a:ext uri="{FF2B5EF4-FFF2-40B4-BE49-F238E27FC236}">
                <a16:creationId xmlns:a16="http://schemas.microsoft.com/office/drawing/2014/main" id="{D59BA68A-49BB-48D1-95F3-BA74F8B63D13}"/>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두 결과의 차이: 0.50 kJ/mol</a:t>
            </a:r>
          </a:p>
        </p:txBody>
      </p:sp>
    </p:spTree>
    <p:extLst>
      <p:ext uri="{BB962C8B-B14F-4D97-AF65-F5344CB8AC3E}">
        <p14:creationId xmlns:p14="http://schemas.microsoft.com/office/powerpoint/2010/main" val="136202177"/>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26E6C4CC-BFBC-4481-8D00-D7B99D5E5A1B}"/>
              </a:ext>
            </a:extLst>
          </p:cNvPr>
          <p:cNvPicPr>
            <a:picLocks xmlns:a="http://schemas.openxmlformats.org/drawingml/2006/main" noChangeAspect="1"/>
          </p:cNvPicPr>
          <p:nvPr/>
        </p:nvPicPr>
        <p:blipFill>
          <a:blip xmlns:r="http://schemas.openxmlformats.org/officeDocument/2006/relationships" xmlns:a="http://schemas.openxmlformats.org/drawingml/2006/main" r:embed="R8296fd6717a34e9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AAB4898-DCD5-4FA8-A836-DDA411530AE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295A2ED-CE68-40EA-8AA2-41714BD82DE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D74D4D9-C091-40C9-99B5-12F74798280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687549CD-BF07-4E1C-8651-51F3ED8C002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3E4A98FB-8AED-47E8-95B3-F531DC08F29D}"/>
              </a:ext>
            </a:extLst>
          </p:cNvPr>
          <p:cNvSpPr>
            <a:spLocks xmlns:a="http://schemas.openxmlformats.org/drawingml/2006/main" noGrp="1"/>
          </p:cNvSpPr>
          <p:nvPr/>
        </p:nvSpPr>
        <p:spPr>
          <a:xfrm xmlns:a="http://schemas.openxmlformats.org/drawingml/2006/main">
            <a:off x="952500" y="220980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pic>
        <p:nvPicPr>
          <p:cNvPr id="7" name="">
            <a:extLst xmlns:a="http://schemas.openxmlformats.org/drawingml/2006/main">
              <a:ext uri="{FF2B5EF4-FFF2-40B4-BE49-F238E27FC236}">
                <a16:creationId xmlns:a16="http://schemas.microsoft.com/office/drawing/2014/main" id="{E383E16F-A59A-47D4-90DD-21C8CF143BFD}"/>
              </a:ext>
            </a:extLst>
          </p:cNvPr>
          <p:cNvPicPr>
            <a:picLocks xmlns:a="http://schemas.openxmlformats.org/drawingml/2006/main" noChangeAspect="1"/>
          </p:cNvPicPr>
          <p:nvPr/>
        </p:nvPicPr>
        <p:blipFill>
          <a:blip xmlns:r="http://schemas.openxmlformats.org/officeDocument/2006/relationships" xmlns:a="http://schemas.openxmlformats.org/drawingml/2006/main" r:embed="R85953aeba4d14770"/>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631EC28D-7F2C-41D6-A094-9F324F5D4C79}"/>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4AAE8A22-5184-40CF-884A-0AB83985CDA6}"/>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여러 반응을 조합한다.</a:t>
            </a:r>
          </a:p>
        </p:txBody>
      </p:sp>
      <p:sp>
        <p:nvSpPr>
          <p:cNvPr id="10" name="text">
            <a:extLst xmlns:a="http://schemas.openxmlformats.org/drawingml/2006/main">
              <a:ext uri="{FF2B5EF4-FFF2-40B4-BE49-F238E27FC236}">
                <a16:creationId xmlns:a16="http://schemas.microsoft.com/office/drawing/2014/main" id="{35E3BDC2-F2C3-4DED-A6F2-C60F25A79A72}"/>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2933CC4A-61A1-4FB3-8B10-06F45E5746BB}"/>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A6EA43A7-76B0-4A7B-A9C7-27FC3A61C5D1}"/>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B2ECB452-14CF-4607-8C25-2A84B2F2B7EC}"/>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0">
                <a:solidFill>
                  <a:srgbClr val="000000"/>
                </a:solidFill>
                <a:latin typeface="Pretendard"/>
                <a:ea typeface="Pretendard"/>
                <a:cs typeface="Pretendard"/>
              </a:defRPr>
            </a:defPPr>
            <a:lvl1pPr algn="l">
              <a:defRPr sz="2850" b="0">
                <a:solidFill>
                  <a:srgbClr val="000000"/>
                </a:solidFill>
                <a:latin typeface="Pretendard"/>
                <a:ea typeface="Pretendard"/>
                <a:cs typeface="Pretendard"/>
              </a:defRPr>
            </a:lvl1pPr>
            <a:lvl2pPr algn="l">
              <a:defRPr sz="2850" b="0">
                <a:solidFill>
                  <a:srgbClr val="000000"/>
                </a:solidFill>
                <a:latin typeface="Pretendard"/>
                <a:ea typeface="Pretendard"/>
                <a:cs typeface="Pretendard"/>
              </a:defRPr>
            </a:lvl2pPr>
            <a:lvl3pPr algn="l">
              <a:defRPr sz="2850" b="0">
                <a:solidFill>
                  <a:srgbClr val="000000"/>
                </a:solidFill>
                <a:latin typeface="Pretendard"/>
                <a:ea typeface="Pretendard"/>
                <a:cs typeface="Pretendard"/>
              </a:defRPr>
            </a:lvl3pPr>
            <a:lvl4pPr algn="l">
              <a:defRPr sz="2850" b="0">
                <a:solidFill>
                  <a:srgbClr val="000000"/>
                </a:solidFill>
                <a:latin typeface="Pretendard"/>
                <a:ea typeface="Pretendard"/>
                <a:cs typeface="Pretendard"/>
              </a:defRPr>
            </a:lvl4pPr>
            <a:lvl5pPr algn="l">
              <a:defRPr sz="2850" b="0">
                <a:solidFill>
                  <a:srgbClr val="000000"/>
                </a:solidFill>
                <a:latin typeface="Pretendard"/>
                <a:ea typeface="Pretendard"/>
                <a:cs typeface="Pretendard"/>
              </a:defRPr>
            </a:lvl5pPr>
            <a:lvl6pPr algn="l">
              <a:defRPr sz="2850" b="0">
                <a:solidFill>
                  <a:srgbClr val="000000"/>
                </a:solidFill>
                <a:latin typeface="Pretendard"/>
                <a:ea typeface="Pretendard"/>
                <a:cs typeface="Pretendard"/>
              </a:defRPr>
            </a:lvl6pPr>
            <a:lvl7pPr algn="l">
              <a:defRPr sz="2850" b="0">
                <a:solidFill>
                  <a:srgbClr val="000000"/>
                </a:solidFill>
                <a:latin typeface="Pretendard"/>
                <a:ea typeface="Pretendard"/>
                <a:cs typeface="Pretendard"/>
              </a:defRPr>
            </a:lvl7pPr>
            <a:lvl8pPr algn="l">
              <a:defRPr sz="2850" b="0">
                <a:solidFill>
                  <a:srgbClr val="000000"/>
                </a:solidFill>
                <a:latin typeface="Pretendard"/>
                <a:ea typeface="Pretendard"/>
                <a:cs typeface="Pretendard"/>
              </a:defRPr>
            </a:lvl8pPr>
            <a:lvl9pPr algn="l">
              <a:defRPr sz="2850" b="0">
                <a:solidFill>
                  <a:srgbClr val="000000"/>
                </a:solidFill>
                <a:latin typeface="Pretendard"/>
                <a:ea typeface="Pretendard"/>
                <a:cs typeface="Pretendard"/>
              </a:defRPr>
            </a:lvl9pPr>
          </a:lstStyle>
          <a:p xmlns:a="http://schemas.openxmlformats.org/drawingml/2006/main">
            <a:pPr algn="l">
              <a:defRPr sz="2850" b="0">
                <a:solidFill>
                  <a:srgbClr val="000000"/>
                </a:solidFill>
                <a:latin typeface="Pretendard"/>
                <a:ea typeface="Pretendard"/>
                <a:cs typeface="Pretendard"/>
              </a:defRPr>
            </a:pPr>
            <a:r>
              <a:t>알려진 </a:t>
            </a:r>
            <a:r>
              <a:t>Δ</a:t>
            </a:r>
            <a:r>
              <a:rPr i="1">
                <a:latin typeface="Pretendard"/>
                <a:ea typeface="Pretendard"/>
                <a:cs typeface="Pretendard"/>
              </a:rPr>
              <a:t>H</a:t>
            </a:r>
            <a:r>
              <a:t>를 더해 구한다.</a:t>
            </a:r>
          </a:p>
        </p:txBody>
      </p:sp>
      <p:pic>
        <p:nvPicPr>
          <p:cNvPr id="14" name="">
            <a:extLst xmlns:a="http://schemas.openxmlformats.org/drawingml/2006/main">
              <a:ext uri="{FF2B5EF4-FFF2-40B4-BE49-F238E27FC236}">
                <a16:creationId xmlns:a16="http://schemas.microsoft.com/office/drawing/2014/main" id="{14AD6853-4F4A-4DDA-A6F9-99673BCB7F1E}"/>
              </a:ext>
            </a:extLst>
          </p:cNvPr>
          <p:cNvPicPr>
            <a:picLocks xmlns:a="http://schemas.openxmlformats.org/drawingml/2006/main" noChangeAspect="1"/>
          </p:cNvPicPr>
          <p:nvPr/>
        </p:nvPicPr>
        <p:blipFill>
          <a:blip xmlns:r="http://schemas.openxmlformats.org/officeDocument/2006/relationships" xmlns:a="http://schemas.openxmlformats.org/drawingml/2006/main" r:embed="R8f46d80c2e614e80"/>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9A6057AC-E00C-40D4-9FF8-1B5E3EBB11E3}"/>
              </a:ext>
            </a:extLst>
          </p:cNvPr>
          <p:cNvPicPr>
            <a:picLocks xmlns:a="http://schemas.openxmlformats.org/drawingml/2006/main" noChangeAspect="1"/>
          </p:cNvPicPr>
          <p:nvPr/>
        </p:nvPicPr>
        <p:blipFill>
          <a:blip xmlns:r="http://schemas.openxmlformats.org/officeDocument/2006/relationships" xmlns:a="http://schemas.openxmlformats.org/drawingml/2006/main" r:embed="R63da3d7015f04238"/>
          <a:stretch xmlns:a="http://schemas.openxmlformats.org/drawingml/2006/main"/>
        </p:blipFill>
        <p:spPr>
          <a:xfrm xmlns:a="http://schemas.openxmlformats.org/drawingml/2006/main">
            <a:off x="14395766" y="5695950"/>
            <a:ext cx="2164717" cy="361950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05B1F8FA-BB8F-4E7A-B882-0E2084BE26AE}"/>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E27D8669-622E-4DA7-9EDD-9F0A6331F5CB}"/>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48639851-4076-4E1E-9382-896E378F4B7F}"/>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다른 경로로도</a:t>
            </a:r>
          </a:p>
        </p:txBody>
      </p:sp>
      <p:sp>
        <p:nvSpPr>
          <p:cNvPr id="19" name="캐릭터 질문 2">
            <a:extLst xmlns:a="http://schemas.openxmlformats.org/drawingml/2006/main">
              <a:ext uri="{FF2B5EF4-FFF2-40B4-BE49-F238E27FC236}">
                <a16:creationId xmlns:a16="http://schemas.microsoft.com/office/drawing/2014/main" id="{54D9B596-68F4-42F8-925B-576C6E2AC67C}"/>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B9D64C8B-D7DC-45C9-962D-43E04550C1BE}"/>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F5F5F5"/>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BE0D112B-1A3F-4A5A-B128-699C640A6AF7}"/>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F5F5F5"/>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4FDD7C10-D4DC-44CA-B4D9-DFCF8A89DB14}"/>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처음과 끝이</a:t>
            </a:r>
          </a:p>
        </p:txBody>
      </p:sp>
      <p:sp>
        <p:nvSpPr>
          <p:cNvPr id="23" name="캐릭터 질문 2">
            <a:extLst xmlns:a="http://schemas.openxmlformats.org/drawingml/2006/main">
              <a:ext uri="{FF2B5EF4-FFF2-40B4-BE49-F238E27FC236}">
                <a16:creationId xmlns:a16="http://schemas.microsoft.com/office/drawing/2014/main" id="{5D33277F-D9F1-42CC-B813-70D79D3C4513}"/>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000000"/>
                </a:solidFill>
                <a:latin typeface="Pretendard"/>
                <a:ea typeface="Pretendard"/>
                <a:cs typeface="Pretendard"/>
              </a:defRPr>
            </a:defPPr>
            <a:lvl1pPr algn="ctr">
              <a:defRPr sz="2700" b="0">
                <a:solidFill>
                  <a:srgbClr val="000000"/>
                </a:solidFill>
                <a:latin typeface="Pretendard"/>
                <a:ea typeface="Pretendard"/>
                <a:cs typeface="Pretendard"/>
              </a:defRPr>
            </a:lvl1pPr>
            <a:lvl2pPr algn="ctr">
              <a:defRPr sz="2700" b="0">
                <a:solidFill>
                  <a:srgbClr val="000000"/>
                </a:solidFill>
                <a:latin typeface="Pretendard"/>
                <a:ea typeface="Pretendard"/>
                <a:cs typeface="Pretendard"/>
              </a:defRPr>
            </a:lvl2pPr>
            <a:lvl3pPr algn="ctr">
              <a:defRPr sz="2700" b="0">
                <a:solidFill>
                  <a:srgbClr val="000000"/>
                </a:solidFill>
                <a:latin typeface="Pretendard"/>
                <a:ea typeface="Pretendard"/>
                <a:cs typeface="Pretendard"/>
              </a:defRPr>
            </a:lvl3pPr>
            <a:lvl4pPr algn="ctr">
              <a:defRPr sz="2700" b="0">
                <a:solidFill>
                  <a:srgbClr val="000000"/>
                </a:solidFill>
                <a:latin typeface="Pretendard"/>
                <a:ea typeface="Pretendard"/>
                <a:cs typeface="Pretendard"/>
              </a:defRPr>
            </a:lvl4pPr>
            <a:lvl5pPr algn="ctr">
              <a:defRPr sz="2700" b="0">
                <a:solidFill>
                  <a:srgbClr val="000000"/>
                </a:solidFill>
                <a:latin typeface="Pretendard"/>
                <a:ea typeface="Pretendard"/>
                <a:cs typeface="Pretendard"/>
              </a:defRPr>
            </a:lvl5pPr>
            <a:lvl6pPr algn="ctr">
              <a:defRPr sz="2700" b="0">
                <a:solidFill>
                  <a:srgbClr val="000000"/>
                </a:solidFill>
                <a:latin typeface="Pretendard"/>
                <a:ea typeface="Pretendard"/>
                <a:cs typeface="Pretendard"/>
              </a:defRPr>
            </a:lvl6pPr>
            <a:lvl7pPr algn="ctr">
              <a:defRPr sz="2700" b="0">
                <a:solidFill>
                  <a:srgbClr val="000000"/>
                </a:solidFill>
                <a:latin typeface="Pretendard"/>
                <a:ea typeface="Pretendard"/>
                <a:cs typeface="Pretendard"/>
              </a:defRPr>
            </a:lvl7pPr>
            <a:lvl8pPr algn="ctr">
              <a:defRPr sz="2700" b="0">
                <a:solidFill>
                  <a:srgbClr val="000000"/>
                </a:solidFill>
                <a:latin typeface="Pretendard"/>
                <a:ea typeface="Pretendard"/>
                <a:cs typeface="Pretendard"/>
              </a:defRPr>
            </a:lvl8pPr>
            <a:lvl9pPr algn="ctr">
              <a:defRPr sz="2700" b="0">
                <a:solidFill>
                  <a:srgbClr val="000000"/>
                </a:solidFill>
                <a:latin typeface="Pretendard"/>
                <a:ea typeface="Pretendard"/>
                <a:cs typeface="Pretendard"/>
              </a:defRPr>
            </a:lvl9pPr>
          </a:lstStyle>
          <a:p xmlns:a="http://schemas.openxmlformats.org/drawingml/2006/main">
            <a:pPr algn="ctr">
              <a:defRPr sz="2700" b="0">
                <a:solidFill>
                  <a:srgbClr val="000000"/>
                </a:solidFill>
                <a:latin typeface="Pretendard"/>
                <a:ea typeface="Pretendard"/>
                <a:cs typeface="Pretendard"/>
              </a:defRPr>
            </a:pPr>
            <a:r>
              <a:t>같으면 가능해!</a:t>
            </a:r>
          </a:p>
        </p:txBody>
      </p:sp>
    </p:spTree>
    <p:extLst>
      <p:ext uri="{BB962C8B-B14F-4D97-AF65-F5344CB8AC3E}">
        <p14:creationId xmlns:p14="http://schemas.microsoft.com/office/powerpoint/2010/main" val="107952587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7ED1988D-D6B8-4E9E-989F-F2999FFD762D}"/>
              </a:ext>
            </a:extLst>
          </p:cNvPr>
          <p:cNvPicPr>
            <a:picLocks xmlns:a="http://schemas.openxmlformats.org/drawingml/2006/main" noChangeAspect="1"/>
          </p:cNvPicPr>
          <p:nvPr/>
        </p:nvPicPr>
        <p:blipFill>
          <a:blip xmlns:r="http://schemas.openxmlformats.org/officeDocument/2006/relationships" xmlns:a="http://schemas.openxmlformats.org/drawingml/2006/main" r:embed="Rf7ee62074d094f70"/>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B29EA33-40FE-4F9C-A982-671C919623F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9C22904-CC56-42F7-8B37-59D42F31A17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154E212-0090-482D-A501-DBC1E655376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D8D9780C-EF9B-4316-B584-D8D63C8CA0E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DD3DED21-810E-47CC-957A-0037ECD4653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12" name="R03-38 확인 목록 영역">
            <a:extLst xmlns:a="http://schemas.openxmlformats.org/drawingml/2006/main">
              <a:ext uri="{FF2B5EF4-FFF2-40B4-BE49-F238E27FC236}">
                <a16:creationId xmlns:a16="http://schemas.microsoft.com/office/drawing/2014/main" id="{F041A82E-7431-4C0A-B050-732F79CA65D0}"/>
              </a:ext>
            </a:extLst>
          </p:cNvPr>
          <p:cNvSpPr>
            <a:spLocks xmlns:a="http://schemas.openxmlformats.org/drawingml/2006/main" noGrp="1"/>
          </p:cNvSpPr>
          <p:nvPr/>
        </p:nvSpPr>
        <p:spPr>
          <a:xfrm xmlns:a="http://schemas.openxmlformats.org/drawingml/2006/main">
            <a:off x="3810000" y="4410075"/>
            <a:ext cx="10668000" cy="5276850"/>
          </a:xfrm>
          <a:prstGeom xmlns:a="http://schemas.openxmlformats.org/drawingml/2006/main" prst="roundRect">
            <a:avLst>
              <a:gd name="adj" fmla="val 5054"/>
            </a:avLst>
          </a:prstGeom>
          <a:solidFill xmlns:a="http://schemas.openxmlformats.org/drawingml/2006/main">
            <a:srgbClr val="F5F5F5"/>
          </a:solidFill>
          <a:ln xmlns:a="http://schemas.openxmlformats.org/drawingml/2006/main" w="0">
            <a:noFill/>
          </a:ln>
        </p:spPr>
      </p:sp>
      <p:sp>
        <p:nvSpPr>
          <p:cNvPr id="13" name="R03-38 확인 칸">
            <a:extLst xmlns:a="http://schemas.openxmlformats.org/drawingml/2006/main">
              <a:ext uri="{FF2B5EF4-FFF2-40B4-BE49-F238E27FC236}">
                <a16:creationId xmlns:a16="http://schemas.microsoft.com/office/drawing/2014/main" id="{B639211E-A118-4FDD-816B-330FFB9467BD}"/>
              </a:ext>
            </a:extLst>
          </p:cNvPr>
          <p:cNvSpPr>
            <a:spLocks xmlns:a="http://schemas.openxmlformats.org/drawingml/2006/main" noGrp="1"/>
          </p:cNvSpPr>
          <p:nvPr/>
        </p:nvSpPr>
        <p:spPr>
          <a:xfrm xmlns:a="http://schemas.openxmlformats.org/drawingml/2006/main">
            <a:off x="4114800" y="48101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4" name="rich">
            <a:extLst xmlns:a="http://schemas.openxmlformats.org/drawingml/2006/main">
              <a:ext uri="{FF2B5EF4-FFF2-40B4-BE49-F238E27FC236}">
                <a16:creationId xmlns:a16="http://schemas.microsoft.com/office/drawing/2014/main" id="{FF0FB7FF-469D-436D-A797-1DC592C38A60}"/>
              </a:ext>
            </a:extLst>
          </p:cNvPr>
          <p:cNvSpPr>
            <a:spLocks xmlns:a="http://schemas.openxmlformats.org/drawingml/2006/main" noGrp="1"/>
          </p:cNvSpPr>
          <p:nvPr/>
        </p:nvSpPr>
        <p:spPr>
          <a:xfrm xmlns:a="http://schemas.openxmlformats.org/drawingml/2006/main">
            <a:off x="4762500" y="46958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CO 생성 반응</a:t>
            </a:r>
          </a:p>
        </p:txBody>
      </p:sp>
      <p:sp>
        <p:nvSpPr>
          <p:cNvPr id="15" name="rich">
            <a:extLst xmlns:a="http://schemas.openxmlformats.org/drawingml/2006/main">
              <a:ext uri="{FF2B5EF4-FFF2-40B4-BE49-F238E27FC236}">
                <a16:creationId xmlns:a16="http://schemas.microsoft.com/office/drawing/2014/main" id="{B97329CD-DB2E-40D7-8D96-974A671E1952}"/>
              </a:ext>
            </a:extLst>
          </p:cNvPr>
          <p:cNvSpPr>
            <a:spLocks xmlns:a="http://schemas.openxmlformats.org/drawingml/2006/main" noGrp="1"/>
          </p:cNvSpPr>
          <p:nvPr/>
        </p:nvSpPr>
        <p:spPr>
          <a:xfrm xmlns:a="http://schemas.openxmlformats.org/drawingml/2006/main">
            <a:off x="4762500" y="53149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₃ = </a:t>
            </a:r>
            <a:r>
              <a:t>Δ</a:t>
            </a:r>
            <a:r>
              <a:rPr i="1">
                <a:latin typeface="Pretendard"/>
                <a:ea typeface="Pretendard"/>
                <a:cs typeface="Pretendard"/>
              </a:rPr>
              <a:t>H</a:t>
            </a:r>
            <a:r>
              <a:t>₁ − </a:t>
            </a:r>
            <a:r>
              <a:t>Δ</a:t>
            </a:r>
            <a:r>
              <a:rPr i="1">
                <a:latin typeface="Pretendard"/>
                <a:ea typeface="Pretendard"/>
                <a:cs typeface="Pretendard"/>
              </a:rPr>
              <a:t>H</a:t>
            </a:r>
            <a:r>
              <a:t>₂가 되는 까닭은?</a:t>
            </a:r>
          </a:p>
        </p:txBody>
      </p:sp>
      <p:sp>
        <p:nvSpPr>
          <p:cNvPr id="16" name="R03-38 확인 칸">
            <a:extLst xmlns:a="http://schemas.openxmlformats.org/drawingml/2006/main">
              <a:ext uri="{FF2B5EF4-FFF2-40B4-BE49-F238E27FC236}">
                <a16:creationId xmlns:a16="http://schemas.microsoft.com/office/drawing/2014/main" id="{335045E8-C53F-4587-9F59-CE7CE7A70CB6}"/>
              </a:ext>
            </a:extLst>
          </p:cNvPr>
          <p:cNvSpPr>
            <a:spLocks xmlns:a="http://schemas.openxmlformats.org/drawingml/2006/main" noGrp="1"/>
          </p:cNvSpPr>
          <p:nvPr/>
        </p:nvSpPr>
        <p:spPr>
          <a:xfrm xmlns:a="http://schemas.openxmlformats.org/drawingml/2006/main">
            <a:off x="4114800" y="642937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17" name="rich">
            <a:extLst xmlns:a="http://schemas.openxmlformats.org/drawingml/2006/main">
              <a:ext uri="{FF2B5EF4-FFF2-40B4-BE49-F238E27FC236}">
                <a16:creationId xmlns:a16="http://schemas.microsoft.com/office/drawing/2014/main" id="{4639F6D2-8EA8-466F-B220-7CD744A2D5CD}"/>
              </a:ext>
            </a:extLst>
          </p:cNvPr>
          <p:cNvSpPr>
            <a:spLocks xmlns:a="http://schemas.openxmlformats.org/drawingml/2006/main" noGrp="1"/>
          </p:cNvSpPr>
          <p:nvPr/>
        </p:nvSpPr>
        <p:spPr>
          <a:xfrm xmlns:a="http://schemas.openxmlformats.org/drawingml/2006/main">
            <a:off x="4762500" y="631507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물의 기화</a:t>
            </a:r>
          </a:p>
        </p:txBody>
      </p:sp>
      <p:sp>
        <p:nvSpPr>
          <p:cNvPr id="18" name="rich">
            <a:extLst xmlns:a="http://schemas.openxmlformats.org/drawingml/2006/main">
              <a:ext uri="{FF2B5EF4-FFF2-40B4-BE49-F238E27FC236}">
                <a16:creationId xmlns:a16="http://schemas.microsoft.com/office/drawing/2014/main" id="{E7D35BFB-F45D-4E52-933A-24695075CB2A}"/>
              </a:ext>
            </a:extLst>
          </p:cNvPr>
          <p:cNvSpPr>
            <a:spLocks xmlns:a="http://schemas.openxmlformats.org/drawingml/2006/main" noGrp="1"/>
          </p:cNvSpPr>
          <p:nvPr/>
        </p:nvSpPr>
        <p:spPr>
          <a:xfrm xmlns:a="http://schemas.openxmlformats.org/drawingml/2006/main">
            <a:off x="4762500" y="693420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Δ</a:t>
            </a:r>
            <a:r>
              <a:rPr i="1">
                <a:latin typeface="Pretendard"/>
                <a:ea typeface="Pretendard"/>
                <a:cs typeface="Pretendard"/>
              </a:rPr>
              <a:t>H</a:t>
            </a:r>
            <a:r>
              <a:t>의 부호를 근거와 함께 설명하시오.</a:t>
            </a:r>
          </a:p>
        </p:txBody>
      </p:sp>
      <p:sp>
        <p:nvSpPr>
          <p:cNvPr id="19" name="R03-38 확인 칸">
            <a:extLst xmlns:a="http://schemas.openxmlformats.org/drawingml/2006/main">
              <a:ext uri="{FF2B5EF4-FFF2-40B4-BE49-F238E27FC236}">
                <a16:creationId xmlns:a16="http://schemas.microsoft.com/office/drawing/2014/main" id="{7CE1E07A-9932-451F-955A-740D3F6AE892}"/>
              </a:ext>
            </a:extLst>
          </p:cNvPr>
          <p:cNvSpPr>
            <a:spLocks xmlns:a="http://schemas.openxmlformats.org/drawingml/2006/main" noGrp="1"/>
          </p:cNvSpPr>
          <p:nvPr/>
        </p:nvSpPr>
        <p:spPr>
          <a:xfrm xmlns:a="http://schemas.openxmlformats.org/drawingml/2006/main">
            <a:off x="4114800" y="8048625"/>
            <a:ext cx="371475" cy="371475"/>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9050">
            <a:solidFill>
              <a:srgbClr val="898989"/>
            </a:solidFill>
          </a:ln>
        </p:spPr>
      </p:sp>
      <p:sp>
        <p:nvSpPr>
          <p:cNvPr id="20" name="rich">
            <a:extLst xmlns:a="http://schemas.openxmlformats.org/drawingml/2006/main">
              <a:ext uri="{FF2B5EF4-FFF2-40B4-BE49-F238E27FC236}">
                <a16:creationId xmlns:a16="http://schemas.microsoft.com/office/drawing/2014/main" id="{2FC37BF9-DA2E-4399-ACB5-FD2AD35E990C}"/>
              </a:ext>
            </a:extLst>
          </p:cNvPr>
          <p:cNvSpPr>
            <a:spLocks xmlns:a="http://schemas.openxmlformats.org/drawingml/2006/main" noGrp="1"/>
          </p:cNvSpPr>
          <p:nvPr/>
        </p:nvSpPr>
        <p:spPr>
          <a:xfrm xmlns:a="http://schemas.openxmlformats.org/drawingml/2006/main">
            <a:off x="4762500" y="7934325"/>
            <a:ext cx="9410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225" b="1">
                <a:solidFill>
                  <a:srgbClr val="57962F"/>
                </a:solidFill>
                <a:latin typeface="Pretendard"/>
                <a:ea typeface="Pretendard"/>
                <a:cs typeface="Pretendard"/>
              </a:defRPr>
            </a:defPPr>
            <a:lvl1pPr algn="l">
              <a:defRPr sz="3225" b="1">
                <a:solidFill>
                  <a:srgbClr val="57962F"/>
                </a:solidFill>
                <a:latin typeface="Pretendard"/>
                <a:ea typeface="Pretendard"/>
                <a:cs typeface="Pretendard"/>
              </a:defRPr>
            </a:lvl1pPr>
            <a:lvl2pPr algn="l">
              <a:defRPr sz="3225" b="1">
                <a:solidFill>
                  <a:srgbClr val="57962F"/>
                </a:solidFill>
                <a:latin typeface="Pretendard"/>
                <a:ea typeface="Pretendard"/>
                <a:cs typeface="Pretendard"/>
              </a:defRPr>
            </a:lvl2pPr>
            <a:lvl3pPr algn="l">
              <a:defRPr sz="3225" b="1">
                <a:solidFill>
                  <a:srgbClr val="57962F"/>
                </a:solidFill>
                <a:latin typeface="Pretendard"/>
                <a:ea typeface="Pretendard"/>
                <a:cs typeface="Pretendard"/>
              </a:defRPr>
            </a:lvl3pPr>
            <a:lvl4pPr algn="l">
              <a:defRPr sz="3225" b="1">
                <a:solidFill>
                  <a:srgbClr val="57962F"/>
                </a:solidFill>
                <a:latin typeface="Pretendard"/>
                <a:ea typeface="Pretendard"/>
                <a:cs typeface="Pretendard"/>
              </a:defRPr>
            </a:lvl4pPr>
            <a:lvl5pPr algn="l">
              <a:defRPr sz="3225" b="1">
                <a:solidFill>
                  <a:srgbClr val="57962F"/>
                </a:solidFill>
                <a:latin typeface="Pretendard"/>
                <a:ea typeface="Pretendard"/>
                <a:cs typeface="Pretendard"/>
              </a:defRPr>
            </a:lvl5pPr>
            <a:lvl6pPr algn="l">
              <a:defRPr sz="3225" b="1">
                <a:solidFill>
                  <a:srgbClr val="57962F"/>
                </a:solidFill>
                <a:latin typeface="Pretendard"/>
                <a:ea typeface="Pretendard"/>
                <a:cs typeface="Pretendard"/>
              </a:defRPr>
            </a:lvl6pPr>
            <a:lvl7pPr algn="l">
              <a:defRPr sz="3225" b="1">
                <a:solidFill>
                  <a:srgbClr val="57962F"/>
                </a:solidFill>
                <a:latin typeface="Pretendard"/>
                <a:ea typeface="Pretendard"/>
                <a:cs typeface="Pretendard"/>
              </a:defRPr>
            </a:lvl7pPr>
            <a:lvl8pPr algn="l">
              <a:defRPr sz="3225" b="1">
                <a:solidFill>
                  <a:srgbClr val="57962F"/>
                </a:solidFill>
                <a:latin typeface="Pretendard"/>
                <a:ea typeface="Pretendard"/>
                <a:cs typeface="Pretendard"/>
              </a:defRPr>
            </a:lvl8pPr>
            <a:lvl9pPr algn="l">
              <a:defRPr sz="3225" b="1">
                <a:solidFill>
                  <a:srgbClr val="57962F"/>
                </a:solidFill>
                <a:latin typeface="Pretendard"/>
                <a:ea typeface="Pretendard"/>
                <a:cs typeface="Pretendard"/>
              </a:defRPr>
            </a:lvl9pPr>
          </a:lstStyle>
          <a:p xmlns:a="http://schemas.openxmlformats.org/drawingml/2006/main">
            <a:pPr algn="l">
              <a:defRPr sz="3225" b="1">
                <a:solidFill>
                  <a:srgbClr val="57962F"/>
                </a:solidFill>
                <a:latin typeface="Pretendard"/>
                <a:ea typeface="Pretendard"/>
                <a:cs typeface="Pretendard"/>
              </a:defRPr>
            </a:pPr>
            <a:r>
              <a:t>실험값의 차이</a:t>
            </a:r>
          </a:p>
        </p:txBody>
      </p:sp>
      <p:sp>
        <p:nvSpPr>
          <p:cNvPr id="21" name="rich">
            <a:extLst xmlns:a="http://schemas.openxmlformats.org/drawingml/2006/main">
              <a:ext uri="{FF2B5EF4-FFF2-40B4-BE49-F238E27FC236}">
                <a16:creationId xmlns:a16="http://schemas.microsoft.com/office/drawing/2014/main" id="{E06188DC-2BB6-4C74-BEE0-F34B62AA6C50}"/>
              </a:ext>
            </a:extLst>
          </p:cNvPr>
          <p:cNvSpPr>
            <a:spLocks xmlns:a="http://schemas.openxmlformats.org/drawingml/2006/main" noGrp="1"/>
          </p:cNvSpPr>
          <p:nvPr/>
        </p:nvSpPr>
        <p:spPr>
          <a:xfrm xmlns:a="http://schemas.openxmlformats.org/drawingml/2006/main">
            <a:off x="4762500" y="8553450"/>
            <a:ext cx="9410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두 값이 정확히 같지 않을 수 있는 이유는?</a:t>
            </a:r>
          </a:p>
        </p:txBody>
      </p:sp>
      <p:sp>
        <p:nvSpPr>
          <p:cNvPr id="22" name="text">
            <a:extLst xmlns:a="http://schemas.openxmlformats.org/drawingml/2006/main">
              <a:ext uri="{FF2B5EF4-FFF2-40B4-BE49-F238E27FC236}">
                <a16:creationId xmlns:a16="http://schemas.microsoft.com/office/drawing/2014/main" id="{3D15A7AC-48CE-4CDE-BAF4-F88A51362D06}"/>
              </a:ext>
            </a:extLst>
          </p:cNvPr>
          <p:cNvSpPr>
            <a:spLocks xmlns:a="http://schemas.openxmlformats.org/drawingml/2006/main" noGrp="1"/>
          </p:cNvSpPr>
          <p:nvPr/>
        </p:nvSpPr>
        <p:spPr>
          <a:xfrm xmlns:a="http://schemas.openxmlformats.org/drawingml/2006/main">
            <a:off x="2286000" y="3686175"/>
            <a:ext cx="1371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898989"/>
                </a:solidFill>
                <a:latin typeface="Pretendard"/>
                <a:ea typeface="Pretendard"/>
                <a:cs typeface="Pretendard"/>
              </a:defRPr>
            </a:defPPr>
            <a:lvl1pPr algn="ctr">
              <a:defRPr sz="2700" b="0">
                <a:solidFill>
                  <a:srgbClr val="898989"/>
                </a:solidFill>
                <a:latin typeface="Pretendard"/>
                <a:ea typeface="Pretendard"/>
                <a:cs typeface="Pretendard"/>
              </a:defRPr>
            </a:lvl1pPr>
            <a:lvl2pPr algn="ctr">
              <a:defRPr sz="2700" b="0">
                <a:solidFill>
                  <a:srgbClr val="898989"/>
                </a:solidFill>
                <a:latin typeface="Pretendard"/>
                <a:ea typeface="Pretendard"/>
                <a:cs typeface="Pretendard"/>
              </a:defRPr>
            </a:lvl2pPr>
            <a:lvl3pPr algn="ctr">
              <a:defRPr sz="2700" b="0">
                <a:solidFill>
                  <a:srgbClr val="898989"/>
                </a:solidFill>
                <a:latin typeface="Pretendard"/>
                <a:ea typeface="Pretendard"/>
                <a:cs typeface="Pretendard"/>
              </a:defRPr>
            </a:lvl3pPr>
            <a:lvl4pPr algn="ctr">
              <a:defRPr sz="2700" b="0">
                <a:solidFill>
                  <a:srgbClr val="898989"/>
                </a:solidFill>
                <a:latin typeface="Pretendard"/>
                <a:ea typeface="Pretendard"/>
                <a:cs typeface="Pretendard"/>
              </a:defRPr>
            </a:lvl4pPr>
            <a:lvl5pPr algn="ctr">
              <a:defRPr sz="2700" b="0">
                <a:solidFill>
                  <a:srgbClr val="898989"/>
                </a:solidFill>
                <a:latin typeface="Pretendard"/>
                <a:ea typeface="Pretendard"/>
                <a:cs typeface="Pretendard"/>
              </a:defRPr>
            </a:lvl5pPr>
            <a:lvl6pPr algn="ctr">
              <a:defRPr sz="2700" b="0">
                <a:solidFill>
                  <a:srgbClr val="898989"/>
                </a:solidFill>
                <a:latin typeface="Pretendard"/>
                <a:ea typeface="Pretendard"/>
                <a:cs typeface="Pretendard"/>
              </a:defRPr>
            </a:lvl6pPr>
            <a:lvl7pPr algn="ctr">
              <a:defRPr sz="2700" b="0">
                <a:solidFill>
                  <a:srgbClr val="898989"/>
                </a:solidFill>
                <a:latin typeface="Pretendard"/>
                <a:ea typeface="Pretendard"/>
                <a:cs typeface="Pretendard"/>
              </a:defRPr>
            </a:lvl7pPr>
            <a:lvl8pPr algn="ctr">
              <a:defRPr sz="2700" b="0">
                <a:solidFill>
                  <a:srgbClr val="898989"/>
                </a:solidFill>
                <a:latin typeface="Pretendard"/>
                <a:ea typeface="Pretendard"/>
                <a:cs typeface="Pretendard"/>
              </a:defRPr>
            </a:lvl8pPr>
            <a:lvl9pPr algn="ctr">
              <a:defRPr sz="2700" b="0">
                <a:solidFill>
                  <a:srgbClr val="898989"/>
                </a:solidFill>
                <a:latin typeface="Pretendard"/>
                <a:ea typeface="Pretendard"/>
                <a:cs typeface="Pretendard"/>
              </a:defRPr>
            </a:lvl9pPr>
          </a:lstStyle>
          <a:p xmlns:a="http://schemas.openxmlformats.org/drawingml/2006/main">
            <a:pPr algn="ctr">
              <a:defRPr sz="2700" b="0">
                <a:solidFill>
                  <a:srgbClr val="898989"/>
                </a:solidFill>
                <a:latin typeface="Pretendard"/>
                <a:ea typeface="Pretendard"/>
                <a:cs typeface="Pretendard"/>
              </a:defRPr>
            </a:pPr>
            <a:r>
              <a:rPr sz="2700" b="0">
                <a:solidFill>
                  <a:srgbClr val="898989"/>
                </a:solidFill>
                <a:latin typeface="Pretendard"/>
                <a:ea typeface="Pretendard"/>
                <a:cs typeface="Pretendard"/>
              </a:rPr>
              <a:t>식과 그래프를 근거로 이유를 설명해 보자.</a:t>
            </a:r>
          </a:p>
        </p:txBody>
      </p:sp>
    </p:spTree>
    <p:extLst>
      <p:ext uri="{BB962C8B-B14F-4D97-AF65-F5344CB8AC3E}">
        <p14:creationId xmlns:p14="http://schemas.microsoft.com/office/powerpoint/2010/main" val="5074879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2026-10-27T23:03:05.7940000Z</dcterms:created>
  <dcterms:modified xsi:type="dcterms:W3CDTF">2026-10-27T23:03:05.7940000Z</dcterms:modified>
</coreProperties>
</file>