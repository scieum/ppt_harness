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e4f573fa114b59" /><Relationship Type="http://schemas.openxmlformats.org/officeDocument/2006/relationships/extended-properties" Target="/docProps/app.xml" Id="R9635b239b8ba41f0" /><Relationship Type="http://schemas.openxmlformats.org/officeDocument/2006/relationships/officeDocument" Target="/ppt/presentation.xml" Id="Rae5eb5ed72104d65" /></Relationships>
</file>

<file path=ppt/presentation.xml><?xml version="1.0" encoding="utf-8"?>
<p:presentation xmlns:p="http://schemas.openxmlformats.org/presentationml/2006/main">
  <p:sldMasterIdLst>
    <p:sldMasterId xmlns:r="http://schemas.openxmlformats.org/officeDocument/2006/relationships" id="2147483648" r:id="R5bcabca2aa214995"/>
  </p:sldMasterIdLst>
  <p:notesMasterIdLst>
    <p:notesMasterId xmlns:r="http://schemas.openxmlformats.org/officeDocument/2006/relationships" r:id="R17f6f8e87573465c"/>
  </p:notesMasterIdLst>
  <p:sldIdLst>
    <p:sldId xmlns:r="http://schemas.openxmlformats.org/officeDocument/2006/relationships" id="256" r:id="R8ad0e37611be46e6"/>
    <p:sldId xmlns:r="http://schemas.openxmlformats.org/officeDocument/2006/relationships" id="257" r:id="Re02334f59bf64d9f"/>
    <p:sldId xmlns:r="http://schemas.openxmlformats.org/officeDocument/2006/relationships" id="258" r:id="R285cdf530a674661"/>
    <p:sldId xmlns:r="http://schemas.openxmlformats.org/officeDocument/2006/relationships" id="259" r:id="R3d911401ca674886"/>
    <p:sldId xmlns:r="http://schemas.openxmlformats.org/officeDocument/2006/relationships" id="260" r:id="Rdec1d2ea766c4ff5"/>
    <p:sldId xmlns:r="http://schemas.openxmlformats.org/officeDocument/2006/relationships" id="261" r:id="Reada1a3487f740d2"/>
    <p:sldId xmlns:r="http://schemas.openxmlformats.org/officeDocument/2006/relationships" id="262" r:id="Rbccd70ec702041c7"/>
    <p:sldId xmlns:r="http://schemas.openxmlformats.org/officeDocument/2006/relationships" id="263" r:id="R0fcd658a8fd343f0"/>
    <p:sldId xmlns:r="http://schemas.openxmlformats.org/officeDocument/2006/relationships" id="264" r:id="R70c5801c68c64ac7"/>
    <p:sldId xmlns:r="http://schemas.openxmlformats.org/officeDocument/2006/relationships" id="265" r:id="R292f701f8f2e4c96"/>
    <p:sldId xmlns:r="http://schemas.openxmlformats.org/officeDocument/2006/relationships" id="266" r:id="Rcdea3acbbe5940d4"/>
    <p:sldId xmlns:r="http://schemas.openxmlformats.org/officeDocument/2006/relationships" id="267" r:id="R7ea038dc6c564a2e"/>
    <p:sldId xmlns:r="http://schemas.openxmlformats.org/officeDocument/2006/relationships" id="268" r:id="R150cda4ee0a24f4a"/>
    <p:sldId xmlns:r="http://schemas.openxmlformats.org/officeDocument/2006/relationships" id="269" r:id="R0c3062c422b745f0"/>
    <p:sldId xmlns:r="http://schemas.openxmlformats.org/officeDocument/2006/relationships" id="270" r:id="R7293885f86ef4b9a"/>
    <p:sldId xmlns:r="http://schemas.openxmlformats.org/officeDocument/2006/relationships" id="271" r:id="R529d033dfe394cfe"/>
    <p:sldId xmlns:r="http://schemas.openxmlformats.org/officeDocument/2006/relationships" id="272" r:id="R2e9f7e3748b64bb0"/>
    <p:sldId xmlns:r="http://schemas.openxmlformats.org/officeDocument/2006/relationships" id="273" r:id="Ra9810b509f484fd9"/>
    <p:sldId xmlns:r="http://schemas.openxmlformats.org/officeDocument/2006/relationships" id="274" r:id="R722484eb16b64045"/>
    <p:sldId xmlns:r="http://schemas.openxmlformats.org/officeDocument/2006/relationships" id="275" r:id="R59f645f38cbd4858"/>
    <p:sldId xmlns:r="http://schemas.openxmlformats.org/officeDocument/2006/relationships" id="276" r:id="R0c69360481164b49"/>
    <p:sldId xmlns:r="http://schemas.openxmlformats.org/officeDocument/2006/relationships" id="277" r:id="R749c7b5c6974496d"/>
    <p:sldId xmlns:r="http://schemas.openxmlformats.org/officeDocument/2006/relationships" id="278" r:id="R5fe4b3cb773f43de"/>
    <p:sldId xmlns:r="http://schemas.openxmlformats.org/officeDocument/2006/relationships" id="279" r:id="R5fa6830e01d3453f"/>
    <p:sldId xmlns:r="http://schemas.openxmlformats.org/officeDocument/2006/relationships" id="280" r:id="Rb98aed7a21d5404c"/>
    <p:sldId xmlns:r="http://schemas.openxmlformats.org/officeDocument/2006/relationships" id="281" r:id="R6db01ec2f1b54008"/>
    <p:sldId xmlns:r="http://schemas.openxmlformats.org/officeDocument/2006/relationships" id="282" r:id="Rb219e21f5d424f11"/>
    <p:sldId xmlns:r="http://schemas.openxmlformats.org/officeDocument/2006/relationships" id="283" r:id="R2061e85f1bb54228"/>
    <p:sldId xmlns:r="http://schemas.openxmlformats.org/officeDocument/2006/relationships" id="284" r:id="Rd70af8c7d31f4cb4"/>
    <p:sldId xmlns:r="http://schemas.openxmlformats.org/officeDocument/2006/relationships" id="285" r:id="R170064eedd0d4d9d"/>
    <p:sldId xmlns:r="http://schemas.openxmlformats.org/officeDocument/2006/relationships" id="286" r:id="R1873a75fc87c4751"/>
    <p:sldId xmlns:r="http://schemas.openxmlformats.org/officeDocument/2006/relationships" id="287" r:id="R5266bbf5c5e24871"/>
    <p:sldId xmlns:r="http://schemas.openxmlformats.org/officeDocument/2006/relationships" id="288" r:id="Re5421390df004eab"/>
    <p:sldId xmlns:r="http://schemas.openxmlformats.org/officeDocument/2006/relationships" id="289" r:id="R20d7579c79824ffd"/>
    <p:sldId xmlns:r="http://schemas.openxmlformats.org/officeDocument/2006/relationships" id="290" r:id="R9f2230b09b04439b"/>
    <p:sldId xmlns:r="http://schemas.openxmlformats.org/officeDocument/2006/relationships" id="291" r:id="R6a1eef0badc74f1e"/>
    <p:sldId xmlns:r="http://schemas.openxmlformats.org/officeDocument/2006/relationships" id="292" r:id="Rec7a39bcd1674bc0"/>
    <p:sldId xmlns:r="http://schemas.openxmlformats.org/officeDocument/2006/relationships" id="293" r:id="Rdda4066459984abd"/>
    <p:sldId xmlns:r="http://schemas.openxmlformats.org/officeDocument/2006/relationships" id="294" r:id="Rb54bffb49f434a02"/>
    <p:sldId xmlns:r="http://schemas.openxmlformats.org/officeDocument/2006/relationships" id="295" r:id="R7eeff21cd53142f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2a3d99d7b140eb" /><Relationship Type="http://schemas.openxmlformats.org/officeDocument/2006/relationships/slideMaster" Target="/ppt/slideMasters/slideMaster1.xml" Id="R5bcabca2aa214995" /><Relationship Type="http://schemas.openxmlformats.org/officeDocument/2006/relationships/notesMaster" Target="/ppt/notesMasters/notesMaster1.xml" Id="R17f6f8e87573465c" /><Relationship Type="http://schemas.openxmlformats.org/officeDocument/2006/relationships/presProps" Target="/ppt/presProps.xml" Id="Rf5e371e28a28401a" /><Relationship Type="http://schemas.openxmlformats.org/officeDocument/2006/relationships/tableStyles" Target="/ppt/tableStyles.xml" Id="R824d1f5dfe9e4db6" /><Relationship Type="http://schemas.openxmlformats.org/officeDocument/2006/relationships/slide" Target="/ppt/slides/slide1.xml" Id="R8ad0e37611be46e6" /><Relationship Type="http://schemas.openxmlformats.org/officeDocument/2006/relationships/slide" Target="/ppt/slides/slide2.xml" Id="Re02334f59bf64d9f" /><Relationship Type="http://schemas.openxmlformats.org/officeDocument/2006/relationships/slide" Target="/ppt/slides/slide3.xml" Id="R285cdf530a674661" /><Relationship Type="http://schemas.openxmlformats.org/officeDocument/2006/relationships/slide" Target="/ppt/slides/slide4.xml" Id="R3d911401ca674886" /><Relationship Type="http://schemas.openxmlformats.org/officeDocument/2006/relationships/slide" Target="/ppt/slides/slide5.xml" Id="Rdec1d2ea766c4ff5" /><Relationship Type="http://schemas.openxmlformats.org/officeDocument/2006/relationships/slide" Target="/ppt/slides/slide6.xml" Id="Reada1a3487f740d2" /><Relationship Type="http://schemas.openxmlformats.org/officeDocument/2006/relationships/slide" Target="/ppt/slides/slide7.xml" Id="Rbccd70ec702041c7" /><Relationship Type="http://schemas.openxmlformats.org/officeDocument/2006/relationships/slide" Target="/ppt/slides/slide8.xml" Id="R0fcd658a8fd343f0" /><Relationship Type="http://schemas.openxmlformats.org/officeDocument/2006/relationships/slide" Target="/ppt/slides/slide9.xml" Id="R70c5801c68c64ac7" /><Relationship Type="http://schemas.openxmlformats.org/officeDocument/2006/relationships/slide" Target="/ppt/slides/slide10.xml" Id="R292f701f8f2e4c96" /><Relationship Type="http://schemas.openxmlformats.org/officeDocument/2006/relationships/slide" Target="/ppt/slides/slide11.xml" Id="Rcdea3acbbe5940d4" /><Relationship Type="http://schemas.openxmlformats.org/officeDocument/2006/relationships/slide" Target="/ppt/slides/slide12.xml" Id="R7ea038dc6c564a2e" /><Relationship Type="http://schemas.openxmlformats.org/officeDocument/2006/relationships/slide" Target="/ppt/slides/slide13.xml" Id="R150cda4ee0a24f4a" /><Relationship Type="http://schemas.openxmlformats.org/officeDocument/2006/relationships/slide" Target="/ppt/slides/slide14.xml" Id="R0c3062c422b745f0" /><Relationship Type="http://schemas.openxmlformats.org/officeDocument/2006/relationships/slide" Target="/ppt/slides/slide15.xml" Id="R7293885f86ef4b9a" /><Relationship Type="http://schemas.openxmlformats.org/officeDocument/2006/relationships/slide" Target="/ppt/slides/slide16.xml" Id="R529d033dfe394cfe" /><Relationship Type="http://schemas.openxmlformats.org/officeDocument/2006/relationships/slide" Target="/ppt/slides/slide17.xml" Id="R2e9f7e3748b64bb0" /><Relationship Type="http://schemas.openxmlformats.org/officeDocument/2006/relationships/slide" Target="/ppt/slides/slide18.xml" Id="Ra9810b509f484fd9" /><Relationship Type="http://schemas.openxmlformats.org/officeDocument/2006/relationships/slide" Target="/ppt/slides/slide19.xml" Id="R722484eb16b64045" /><Relationship Type="http://schemas.openxmlformats.org/officeDocument/2006/relationships/slide" Target="/ppt/slides/slide20.xml" Id="R59f645f38cbd4858" /><Relationship Type="http://schemas.openxmlformats.org/officeDocument/2006/relationships/slide" Target="/ppt/slides/slide21.xml" Id="R0c69360481164b49" /><Relationship Type="http://schemas.openxmlformats.org/officeDocument/2006/relationships/slide" Target="/ppt/slides/slide22.xml" Id="R749c7b5c6974496d" /><Relationship Type="http://schemas.openxmlformats.org/officeDocument/2006/relationships/slide" Target="/ppt/slides/slide23.xml" Id="R5fe4b3cb773f43de" /><Relationship Type="http://schemas.openxmlformats.org/officeDocument/2006/relationships/slide" Target="/ppt/slides/slide24.xml" Id="R5fa6830e01d3453f" /><Relationship Type="http://schemas.openxmlformats.org/officeDocument/2006/relationships/slide" Target="/ppt/slides/slide25.xml" Id="Rb98aed7a21d5404c" /><Relationship Type="http://schemas.openxmlformats.org/officeDocument/2006/relationships/slide" Target="/ppt/slides/slide26.xml" Id="R6db01ec2f1b54008" /><Relationship Type="http://schemas.openxmlformats.org/officeDocument/2006/relationships/slide" Target="/ppt/slides/slide27.xml" Id="Rb219e21f5d424f11" /><Relationship Type="http://schemas.openxmlformats.org/officeDocument/2006/relationships/slide" Target="/ppt/slides/slide28.xml" Id="R2061e85f1bb54228" /><Relationship Type="http://schemas.openxmlformats.org/officeDocument/2006/relationships/slide" Target="/ppt/slides/slide29.xml" Id="Rd70af8c7d31f4cb4" /><Relationship Type="http://schemas.openxmlformats.org/officeDocument/2006/relationships/slide" Target="/ppt/slides/slide30.xml" Id="R170064eedd0d4d9d" /><Relationship Type="http://schemas.openxmlformats.org/officeDocument/2006/relationships/slide" Target="/ppt/slides/slide31.xml" Id="R1873a75fc87c4751" /><Relationship Type="http://schemas.openxmlformats.org/officeDocument/2006/relationships/slide" Target="/ppt/slides/slide32.xml" Id="R5266bbf5c5e24871" /><Relationship Type="http://schemas.openxmlformats.org/officeDocument/2006/relationships/slide" Target="/ppt/slides/slide33.xml" Id="Re5421390df004eab" /><Relationship Type="http://schemas.openxmlformats.org/officeDocument/2006/relationships/slide" Target="/ppt/slides/slide34.xml" Id="R20d7579c79824ffd" /><Relationship Type="http://schemas.openxmlformats.org/officeDocument/2006/relationships/slide" Target="/ppt/slides/slide35.xml" Id="R9f2230b09b04439b" /><Relationship Type="http://schemas.openxmlformats.org/officeDocument/2006/relationships/slide" Target="/ppt/slides/slide36.xml" Id="R6a1eef0badc74f1e" /><Relationship Type="http://schemas.openxmlformats.org/officeDocument/2006/relationships/slide" Target="/ppt/slides/slide37.xml" Id="Rec7a39bcd1674bc0" /><Relationship Type="http://schemas.openxmlformats.org/officeDocument/2006/relationships/slide" Target="/ppt/slides/slide38.xml" Id="Rdda4066459984abd" /><Relationship Type="http://schemas.openxmlformats.org/officeDocument/2006/relationships/slide" Target="/ppt/slides/slide39.xml" Id="Rb54bffb49f434a02" /><Relationship Type="http://schemas.openxmlformats.org/officeDocument/2006/relationships/slide" Target="/ppt/slides/slide40.xml" Id="R7eeff21cd53142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fa3463012b41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db1b06b4044168" /><Relationship Type="http://schemas.openxmlformats.org/officeDocument/2006/relationships/notesMaster" Target="/ppt/notesMasters/notesMaster1.xml" Id="Rd004bf9bdf044a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bcd8a338fb47d8" /><Relationship Type="http://schemas.openxmlformats.org/officeDocument/2006/relationships/notesMaster" Target="/ppt/notesMasters/notesMaster1.xml" Id="R708ec8c4b85c41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66d8dbdfbc401e" /><Relationship Type="http://schemas.openxmlformats.org/officeDocument/2006/relationships/notesMaster" Target="/ppt/notesMasters/notesMaster1.xml" Id="R7c860314ad654e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4d021e38ee4574" /><Relationship Type="http://schemas.openxmlformats.org/officeDocument/2006/relationships/notesMaster" Target="/ppt/notesMasters/notesMaster1.xml" Id="Rc1e27425583d45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46222748694180" /><Relationship Type="http://schemas.openxmlformats.org/officeDocument/2006/relationships/notesMaster" Target="/ppt/notesMasters/notesMaster1.xml" Id="R900a6e29409744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c42fbb74904da9" /><Relationship Type="http://schemas.openxmlformats.org/officeDocument/2006/relationships/notesMaster" Target="/ppt/notesMasters/notesMaster1.xml" Id="R4786dccce4d24c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7b740100e84172" /><Relationship Type="http://schemas.openxmlformats.org/officeDocument/2006/relationships/notesMaster" Target="/ppt/notesMasters/notesMaster1.xml" Id="R333c5bc3b2cd46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2a0275f31c4b6c" /><Relationship Type="http://schemas.openxmlformats.org/officeDocument/2006/relationships/notesMaster" Target="/ppt/notesMasters/notesMaster1.xml" Id="R76aade2638d241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8e0b4aa7c6406b" /><Relationship Type="http://schemas.openxmlformats.org/officeDocument/2006/relationships/notesMaster" Target="/ppt/notesMasters/notesMaster1.xml" Id="R2dc24fbf7a5249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dc5f3bc7404713" /><Relationship Type="http://schemas.openxmlformats.org/officeDocument/2006/relationships/notesMaster" Target="/ppt/notesMasters/notesMaster1.xml" Id="R58c878a9870244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9c52c6f3ba43cc" /><Relationship Type="http://schemas.openxmlformats.org/officeDocument/2006/relationships/notesMaster" Target="/ppt/notesMasters/notesMaster1.xml" Id="R1e8b183bfb4947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64b178e68d4099" /><Relationship Type="http://schemas.openxmlformats.org/officeDocument/2006/relationships/notesMaster" Target="/ppt/notesMasters/notesMaster1.xml" Id="Re8f5370749834b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14d9bf455649c0" /><Relationship Type="http://schemas.openxmlformats.org/officeDocument/2006/relationships/notesMaster" Target="/ppt/notesMasters/notesMaster1.xml" Id="R06c52a49888d4c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b744bb164b4b99" /><Relationship Type="http://schemas.openxmlformats.org/officeDocument/2006/relationships/notesMaster" Target="/ppt/notesMasters/notesMaster1.xml" Id="R758943cd17a747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f6ca4ab3084c45" /><Relationship Type="http://schemas.openxmlformats.org/officeDocument/2006/relationships/notesMaster" Target="/ppt/notesMasters/notesMaster1.xml" Id="R4687f5120ca04c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c305e2e3004a20" /><Relationship Type="http://schemas.openxmlformats.org/officeDocument/2006/relationships/notesMaster" Target="/ppt/notesMasters/notesMaster1.xml" Id="R845ab93ebe8c4da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173785c1404a57" /><Relationship Type="http://schemas.openxmlformats.org/officeDocument/2006/relationships/notesMaster" Target="/ppt/notesMasters/notesMaster1.xml" Id="R28d38dc467b94e7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8cbe6ba8d964add" /><Relationship Type="http://schemas.openxmlformats.org/officeDocument/2006/relationships/notesMaster" Target="/ppt/notesMasters/notesMaster1.xml" Id="R72c0cee5b1d949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2164368dac4be6" /><Relationship Type="http://schemas.openxmlformats.org/officeDocument/2006/relationships/notesMaster" Target="/ppt/notesMasters/notesMaster1.xml" Id="R470237432960460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eddb80b03a4dc4" /><Relationship Type="http://schemas.openxmlformats.org/officeDocument/2006/relationships/notesMaster" Target="/ppt/notesMasters/notesMaster1.xml" Id="R65aad0e7e5ce4e8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02c3dfc03b4dd0" /><Relationship Type="http://schemas.openxmlformats.org/officeDocument/2006/relationships/notesMaster" Target="/ppt/notesMasters/notesMaster1.xml" Id="R75a2873197784f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c3a3c4d7c14bca" /><Relationship Type="http://schemas.openxmlformats.org/officeDocument/2006/relationships/notesMaster" Target="/ppt/notesMasters/notesMaster1.xml" Id="R20264a4e888e45b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9a71a26f204dc8" /><Relationship Type="http://schemas.openxmlformats.org/officeDocument/2006/relationships/notesMaster" Target="/ppt/notesMasters/notesMaster1.xml" Id="Rf94e5603274c456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ab4f44cb78746da" /><Relationship Type="http://schemas.openxmlformats.org/officeDocument/2006/relationships/notesMaster" Target="/ppt/notesMasters/notesMaster1.xml" Id="R429f2cedc9fc432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3e88404837492a" /><Relationship Type="http://schemas.openxmlformats.org/officeDocument/2006/relationships/notesMaster" Target="/ppt/notesMasters/notesMaster1.xml" Id="R5d2faf2bd88c45c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53721a090df432e" /><Relationship Type="http://schemas.openxmlformats.org/officeDocument/2006/relationships/notesMaster" Target="/ppt/notesMasters/notesMaster1.xml" Id="R5163580c321849c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a6feb4a8b04a4a" /><Relationship Type="http://schemas.openxmlformats.org/officeDocument/2006/relationships/notesMaster" Target="/ppt/notesMasters/notesMaster1.xml" Id="R8e2ee2929ab747b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2a673181c140cf" /><Relationship Type="http://schemas.openxmlformats.org/officeDocument/2006/relationships/notesMaster" Target="/ppt/notesMasters/notesMaster1.xml" Id="R817c0ad04a5f4c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00b761a9ad4ae3" /><Relationship Type="http://schemas.openxmlformats.org/officeDocument/2006/relationships/notesMaster" Target="/ppt/notesMasters/notesMaster1.xml" Id="R7fc5e2d9c85741b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4912f7bbc39496e" /><Relationship Type="http://schemas.openxmlformats.org/officeDocument/2006/relationships/notesMaster" Target="/ppt/notesMasters/notesMaster1.xml" Id="R046af9dad249443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c01497c92b44320" /><Relationship Type="http://schemas.openxmlformats.org/officeDocument/2006/relationships/notesMaster" Target="/ppt/notesMasters/notesMaster1.xml" Id="Ra4686467d40441e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72c0c48f88b424c" /><Relationship Type="http://schemas.openxmlformats.org/officeDocument/2006/relationships/notesMaster" Target="/ppt/notesMasters/notesMaster1.xml" Id="Rf9de562960c24bb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6b3892ce1cb41d1" /><Relationship Type="http://schemas.openxmlformats.org/officeDocument/2006/relationships/notesMaster" Target="/ppt/notesMasters/notesMaster1.xml" Id="Ra144d5f0eb564d1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5d100e9798547e7" /><Relationship Type="http://schemas.openxmlformats.org/officeDocument/2006/relationships/notesMaster" Target="/ppt/notesMasters/notesMaster1.xml" Id="Rb931822a56ca496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70acdd062774918" /><Relationship Type="http://schemas.openxmlformats.org/officeDocument/2006/relationships/notesMaster" Target="/ppt/notesMasters/notesMaster1.xml" Id="Rc45f676f45f4488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7420c86667c469a" /><Relationship Type="http://schemas.openxmlformats.org/officeDocument/2006/relationships/notesMaster" Target="/ppt/notesMasters/notesMaster1.xml" Id="Red2a520bd550456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b31d5334d494923" /><Relationship Type="http://schemas.openxmlformats.org/officeDocument/2006/relationships/notesMaster" Target="/ppt/notesMasters/notesMaster1.xml" Id="Rda3cecb89af1410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e0d478a44884b60" /><Relationship Type="http://schemas.openxmlformats.org/officeDocument/2006/relationships/notesMaster" Target="/ppt/notesMasters/notesMaster1.xml" Id="R1220d8050f0148d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a2f1ea6baad4b88" /><Relationship Type="http://schemas.openxmlformats.org/officeDocument/2006/relationships/notesMaster" Target="/ppt/notesMasters/notesMaster1.xml" Id="R2ca9c435d6cd449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cbb3a0745ac4c56" /><Relationship Type="http://schemas.openxmlformats.org/officeDocument/2006/relationships/notesMaster" Target="/ppt/notesMasters/notesMaster1.xml" Id="Rc035cfbead3342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f7f5437a1e49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4f5e1bf37e45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b78dbd2e9d44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a3ae2d15bc49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a36cd0df504c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93139fefdc45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C5E4C7-6464-411D-A564-895AC66FCD9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0F9A12-2985-41F5-9F4B-B0D8A304CC6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72C996-4C93-4E28-8595-130A45B703A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E0F4F1-4901-4A60-A77F-5418B8DBEAA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6602B4-0222-4E3C-A983-F6863CA30DC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66630C-B470-4AA7-BABF-17C7EF53010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507AFD-2837-4558-8426-A04314F0AC4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DA7B42-1C7D-4434-85F9-F6123BF32189}"/>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E3C0E8-C2F9-490D-9186-C8AC65F75A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0CFB60-1AA3-464A-946F-28B7F3C7125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23ff9adc9947b9" /><Relationship Type="http://schemas.openxmlformats.org/officeDocument/2006/relationships/slideLayout" Target="/ppt/slideLayouts/slideLayout1.xml" Id="R9187a414354c4fbc" /><Relationship Type="http://schemas.openxmlformats.org/officeDocument/2006/relationships/slideLayout" Target="/ppt/slideLayouts/slideLayout2.xml" Id="R6d62ef0b4c424416" /><Relationship Type="http://schemas.openxmlformats.org/officeDocument/2006/relationships/slideLayout" Target="/ppt/slideLayouts/slideLayout3.xml" Id="R53b8591e22ea46fa" /><Relationship Type="http://schemas.openxmlformats.org/officeDocument/2006/relationships/slideLayout" Target="/ppt/slideLayouts/slideLayout4.xml" Id="R24d59c14b97a490a" /><Relationship Type="http://schemas.openxmlformats.org/officeDocument/2006/relationships/slideLayout" Target="/ppt/slideLayouts/slideLayout5.xml" Id="R84557aa6e49c4b3a" /><Relationship Type="http://schemas.openxmlformats.org/officeDocument/2006/relationships/slideLayout" Target="/ppt/slideLayouts/slideLayout6.xml" Id="R1293fecc970849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87a414354c4fbc"/>
    <p:sldLayoutId xmlns:r="http://schemas.openxmlformats.org/officeDocument/2006/relationships" id="2147483650" r:id="R6d62ef0b4c424416"/>
    <p:sldLayoutId xmlns:r="http://schemas.openxmlformats.org/officeDocument/2006/relationships" id="2147483651" r:id="R53b8591e22ea46fa"/>
    <p:sldLayoutId xmlns:r="http://schemas.openxmlformats.org/officeDocument/2006/relationships" id="2147483652" r:id="R24d59c14b97a490a"/>
    <p:sldLayoutId xmlns:r="http://schemas.openxmlformats.org/officeDocument/2006/relationships" id="2147483653" r:id="R84557aa6e49c4b3a"/>
    <p:sldLayoutId xmlns:r="http://schemas.openxmlformats.org/officeDocument/2006/relationships" id="2147483654" r:id="R1293fecc970849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c80a9525524c0d" /><Relationship Type="http://schemas.openxmlformats.org/officeDocument/2006/relationships/image" Target="/ppt/media/image.png" Id="R4bc2c25bb6a24f13" /><Relationship Type="http://schemas.openxmlformats.org/officeDocument/2006/relationships/image" Target="/ppt/media/image2.png" Id="R36b51d3154b34424" /><Relationship Type="http://schemas.openxmlformats.org/officeDocument/2006/relationships/notesSlide" Target="/ppt/notesSlides/notesSlide1.xml" Id="R41fdadf74dd24d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85ea5c92134e40" /><Relationship Type="http://schemas.openxmlformats.org/officeDocument/2006/relationships/image" Target="/ppt/media/image3.png" Id="R48bbfd6243514559" /><Relationship Type="http://schemas.openxmlformats.org/officeDocument/2006/relationships/image" Target="/ppt/media/image4.png" Id="Rc9533933b2c740c7" /><Relationship Type="http://schemas.openxmlformats.org/officeDocument/2006/relationships/notesSlide" Target="/ppt/notesSlides/notesSlide2.xml" Id="R4f1d162c42d748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56ae2a27ff48b9" /><Relationship Type="http://schemas.openxmlformats.org/officeDocument/2006/relationships/image" Target="/ppt/media/image5.png" Id="Re9db34ce30894bdf" /><Relationship Type="http://schemas.openxmlformats.org/officeDocument/2006/relationships/notesSlide" Target="/ppt/notesSlides/notesSlide3.xml" Id="Rb8848a28758241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cf27fcb2114724" /><Relationship Type="http://schemas.openxmlformats.org/officeDocument/2006/relationships/image" Target="/ppt/media/image6.png" Id="Rb52e24ad10eb4966" /><Relationship Type="http://schemas.openxmlformats.org/officeDocument/2006/relationships/image" Target="/ppt/media/image7.png" Id="R381d41f90469487d" /><Relationship Type="http://schemas.openxmlformats.org/officeDocument/2006/relationships/notesSlide" Target="/ppt/notesSlides/notesSlide4.xml" Id="R74601349bfa84a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3e7fde714e4a6f" /><Relationship Type="http://schemas.openxmlformats.org/officeDocument/2006/relationships/image" Target="/ppt/media/image8.png" Id="R587083a884bb41b0" /><Relationship Type="http://schemas.openxmlformats.org/officeDocument/2006/relationships/notesSlide" Target="/ppt/notesSlides/notesSlide5.xml" Id="Rd97fb08f48af4a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849ee99baeb4454" /><Relationship Type="http://schemas.openxmlformats.org/officeDocument/2006/relationships/image" Target="/ppt/media/image9.png" Id="Rc4c3d2b0542c422d" /><Relationship Type="http://schemas.openxmlformats.org/officeDocument/2006/relationships/notesSlide" Target="/ppt/notesSlides/notesSlide6.xml" Id="R4b22409052b44f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9eca0affaf41c5" /><Relationship Type="http://schemas.openxmlformats.org/officeDocument/2006/relationships/image" Target="/ppt/media/image10.png" Id="Rb95b8111125f4ee4" /><Relationship Type="http://schemas.openxmlformats.org/officeDocument/2006/relationships/notesSlide" Target="/ppt/notesSlides/notesSlide7.xml" Id="R6e9132f3089c48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279588107048cc" /><Relationship Type="http://schemas.openxmlformats.org/officeDocument/2006/relationships/image" Target="/ppt/media/image11.png" Id="R99bf4ce7f7e04b36" /><Relationship Type="http://schemas.openxmlformats.org/officeDocument/2006/relationships/image" Target="/ppt/media/image12.png" Id="Rb2912a7edacf4251" /><Relationship Type="http://schemas.openxmlformats.org/officeDocument/2006/relationships/notesSlide" Target="/ppt/notesSlides/notesSlide8.xml" Id="R8496250ca2c74c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139fa41a1d84ab9" /><Relationship Type="http://schemas.openxmlformats.org/officeDocument/2006/relationships/image" Target="/ppt/media/image13.png" Id="R97c1d2d5cae94bbd" /><Relationship Type="http://schemas.openxmlformats.org/officeDocument/2006/relationships/image" Target="/ppt/media/image14.png" Id="R0e30ebd63c6f460b" /><Relationship Type="http://schemas.openxmlformats.org/officeDocument/2006/relationships/image" Target="/ppt/media/image15.png" Id="R6ce1cb238c3540f6" /><Relationship Type="http://schemas.openxmlformats.org/officeDocument/2006/relationships/image" Target="/ppt/media/image16.png" Id="Rf62afb97c1014b0d" /><Relationship Type="http://schemas.openxmlformats.org/officeDocument/2006/relationships/notesSlide" Target="/ppt/notesSlides/notesSlide9.xml" Id="Rf699dc335ec649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8186f6fada04c33" /><Relationship Type="http://schemas.openxmlformats.org/officeDocument/2006/relationships/image" Target="/ppt/media/image17.png" Id="R3bce09ce05df4c6f" /><Relationship Type="http://schemas.openxmlformats.org/officeDocument/2006/relationships/image" Target="/ppt/media/image18.png" Id="Ra8a4e572d9884b7d" /><Relationship Type="http://schemas.openxmlformats.org/officeDocument/2006/relationships/image" Target="/ppt/media/image19.png" Id="R47593b74deb1438b" /><Relationship Type="http://schemas.openxmlformats.org/officeDocument/2006/relationships/notesSlide" Target="/ppt/notesSlides/notesSlide10.xml" Id="Rf184a77fa33d41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0c3b263c4fd4df8" /><Relationship Type="http://schemas.openxmlformats.org/officeDocument/2006/relationships/image" Target="/ppt/media/image20.png" Id="Rd496e538069f46cc" /><Relationship Type="http://schemas.openxmlformats.org/officeDocument/2006/relationships/image" Target="/ppt/media/image21.png" Id="Re1bbf2f450ff4f92" /><Relationship Type="http://schemas.openxmlformats.org/officeDocument/2006/relationships/image" Target="/ppt/media/image22.png" Id="Rbffa42e1fa7e400b" /><Relationship Type="http://schemas.openxmlformats.org/officeDocument/2006/relationships/notesSlide" Target="/ppt/notesSlides/notesSlide11.xml" Id="Rfd1503a586cc42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5bcfddb8a344e26" /><Relationship Type="http://schemas.openxmlformats.org/officeDocument/2006/relationships/image" Target="/ppt/media/image23.png" Id="R0da0bff9679a4cbf" /><Relationship Type="http://schemas.openxmlformats.org/officeDocument/2006/relationships/notesSlide" Target="/ppt/notesSlides/notesSlide12.xml" Id="R69745145fd6d41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39db5db3fb14042" /><Relationship Type="http://schemas.openxmlformats.org/officeDocument/2006/relationships/image" Target="/ppt/media/image24.png" Id="R8db93c86c5864cd0" /><Relationship Type="http://schemas.openxmlformats.org/officeDocument/2006/relationships/notesSlide" Target="/ppt/notesSlides/notesSlide13.xml" Id="Rb7248d28c85248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e20f7e83dc4b84" /><Relationship Type="http://schemas.openxmlformats.org/officeDocument/2006/relationships/image" Target="/ppt/media/image25.png" Id="Ra94754e8504e4096" /><Relationship Type="http://schemas.openxmlformats.org/officeDocument/2006/relationships/notesSlide" Target="/ppt/notesSlides/notesSlide14.xml" Id="R8bc48171c9cb4f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9827b9bca64612" /><Relationship Type="http://schemas.openxmlformats.org/officeDocument/2006/relationships/image" Target="/ppt/media/image26.png" Id="Rb7b9f4194b6f445c" /><Relationship Type="http://schemas.openxmlformats.org/officeDocument/2006/relationships/image" Target="/ppt/media/image27.png" Id="R36898f7d2b014766" /><Relationship Type="http://schemas.openxmlformats.org/officeDocument/2006/relationships/image" Target="/ppt/media/image28.png" Id="Re673903a00684fe7" /><Relationship Type="http://schemas.openxmlformats.org/officeDocument/2006/relationships/image" Target="/ppt/media/image29.png" Id="R3b39618e058643d7" /><Relationship Type="http://schemas.openxmlformats.org/officeDocument/2006/relationships/notesSlide" Target="/ppt/notesSlides/notesSlide15.xml" Id="Rd8135345b4b54c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97685546774418" /><Relationship Type="http://schemas.openxmlformats.org/officeDocument/2006/relationships/image" Target="/ppt/media/image30.png" Id="R292e837f9f3248d7" /><Relationship Type="http://schemas.openxmlformats.org/officeDocument/2006/relationships/image" Target="/ppt/media/image31.png" Id="R9bb1afd5e7ce4901" /><Relationship Type="http://schemas.openxmlformats.org/officeDocument/2006/relationships/notesSlide" Target="/ppt/notesSlides/notesSlide16.xml" Id="R611b0685d4ce4a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faf2c8d11934bb4" /><Relationship Type="http://schemas.openxmlformats.org/officeDocument/2006/relationships/image" Target="/ppt/media/image32.png" Id="Rda69d3921c4d4cba" /><Relationship Type="http://schemas.openxmlformats.org/officeDocument/2006/relationships/image" Target="/ppt/media/image33.png" Id="R9f22bdbe99714824" /><Relationship Type="http://schemas.openxmlformats.org/officeDocument/2006/relationships/image" Target="/ppt/media/image34.png" Id="R52bea3d8e15545da" /><Relationship Type="http://schemas.openxmlformats.org/officeDocument/2006/relationships/notesSlide" Target="/ppt/notesSlides/notesSlide17.xml" Id="Ra52dda4e32df44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2ad7abe3fc342d5" /><Relationship Type="http://schemas.openxmlformats.org/officeDocument/2006/relationships/image" Target="/ppt/media/image35.png" Id="Rf6b2a29cd35b4f92" /><Relationship Type="http://schemas.openxmlformats.org/officeDocument/2006/relationships/notesSlide" Target="/ppt/notesSlides/notesSlide18.xml" Id="R585ba66673d24a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587d3931014b03" /><Relationship Type="http://schemas.openxmlformats.org/officeDocument/2006/relationships/image" Target="/ppt/media/image36.png" Id="Re781926c8ead4d21" /><Relationship Type="http://schemas.openxmlformats.org/officeDocument/2006/relationships/image" Target="/ppt/media/image37.png" Id="R9ba16c0aa49744b2" /><Relationship Type="http://schemas.openxmlformats.org/officeDocument/2006/relationships/image" Target="/ppt/media/image38.png" Id="R575ad78f3c1143a3" /><Relationship Type="http://schemas.openxmlformats.org/officeDocument/2006/relationships/notesSlide" Target="/ppt/notesSlides/notesSlide19.xml" Id="R1ad0c599f2644c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632402cf20d4512" /><Relationship Type="http://schemas.openxmlformats.org/officeDocument/2006/relationships/image" Target="/ppt/media/image39.png" Id="R2b2d7265a5774a56" /><Relationship Type="http://schemas.openxmlformats.org/officeDocument/2006/relationships/image" Target="/ppt/media/image40.png" Id="Rd6af3944a094490b" /><Relationship Type="http://schemas.openxmlformats.org/officeDocument/2006/relationships/image" Target="/ppt/media/image41.png" Id="R1e3e5f54a123448c" /><Relationship Type="http://schemas.openxmlformats.org/officeDocument/2006/relationships/notesSlide" Target="/ppt/notesSlides/notesSlide20.xml" Id="R5fcd29a8e5b24e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1ca3933bd324f96" /><Relationship Type="http://schemas.openxmlformats.org/officeDocument/2006/relationships/image" Target="/ppt/media/image42.png" Id="Ra76163030edb45a8" /><Relationship Type="http://schemas.openxmlformats.org/officeDocument/2006/relationships/image" Target="/ppt/media/image43.png" Id="R2328513e4d844540" /><Relationship Type="http://schemas.openxmlformats.org/officeDocument/2006/relationships/notesSlide" Target="/ppt/notesSlides/notesSlide21.xml" Id="R5b130fa5d0c64b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9cec3e7fcd24bc5" /><Relationship Type="http://schemas.openxmlformats.org/officeDocument/2006/relationships/image" Target="/ppt/media/image44.png" Id="Rfbf1c428123d4a7f" /><Relationship Type="http://schemas.openxmlformats.org/officeDocument/2006/relationships/notesSlide" Target="/ppt/notesSlides/notesSlide22.xml" Id="Rb0d53d5f04c643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c2890f892a24209" /><Relationship Type="http://schemas.openxmlformats.org/officeDocument/2006/relationships/image" Target="/ppt/media/image45.png" Id="R68e7ff6220a045ad" /><Relationship Type="http://schemas.openxmlformats.org/officeDocument/2006/relationships/image" Target="/ppt/media/image46.png" Id="R495207c24f0a4bd5" /><Relationship Type="http://schemas.openxmlformats.org/officeDocument/2006/relationships/notesSlide" Target="/ppt/notesSlides/notesSlide23.xml" Id="R929af081f3db4a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b42478730c04864" /><Relationship Type="http://schemas.openxmlformats.org/officeDocument/2006/relationships/image" Target="/ppt/media/image47.png" Id="R85cfad7da10249f1" /><Relationship Type="http://schemas.openxmlformats.org/officeDocument/2006/relationships/notesSlide" Target="/ppt/notesSlides/notesSlide24.xml" Id="Ra4eaf3fe98f241f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9df814612b04ae5" /><Relationship Type="http://schemas.openxmlformats.org/officeDocument/2006/relationships/image" Target="/ppt/media/image48.png" Id="R2fffbb879b524ae6" /><Relationship Type="http://schemas.openxmlformats.org/officeDocument/2006/relationships/image" Target="/ppt/media/image49.png" Id="R23a0a937037d4475" /><Relationship Type="http://schemas.openxmlformats.org/officeDocument/2006/relationships/image" Target="/ppt/media/image50.png" Id="Re9a201304cd64cb3" /><Relationship Type="http://schemas.openxmlformats.org/officeDocument/2006/relationships/notesSlide" Target="/ppt/notesSlides/notesSlide25.xml" Id="R88e9e12821eb483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c822536c1414a2c" /><Relationship Type="http://schemas.openxmlformats.org/officeDocument/2006/relationships/image" Target="/ppt/media/image51.png" Id="Re892d202abba4859" /><Relationship Type="http://schemas.openxmlformats.org/officeDocument/2006/relationships/image" Target="/ppt/media/image52.png" Id="R05181bb74d434a43" /><Relationship Type="http://schemas.openxmlformats.org/officeDocument/2006/relationships/notesSlide" Target="/ppt/notesSlides/notesSlide26.xml" Id="Rc26458967ae640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f7753a9042a4c0b" /><Relationship Type="http://schemas.openxmlformats.org/officeDocument/2006/relationships/image" Target="/ppt/media/image53.png" Id="Rd3ae0dc3e25c45e9" /><Relationship Type="http://schemas.openxmlformats.org/officeDocument/2006/relationships/notesSlide" Target="/ppt/notesSlides/notesSlide27.xml" Id="R28f2bf16fd854de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d1169eefc22458b" /><Relationship Type="http://schemas.openxmlformats.org/officeDocument/2006/relationships/image" Target="/ppt/media/image54.png" Id="R18c8adc382414a10" /><Relationship Type="http://schemas.openxmlformats.org/officeDocument/2006/relationships/image" Target="/ppt/media/image55.png" Id="Rcab175dd9342419c" /><Relationship Type="http://schemas.openxmlformats.org/officeDocument/2006/relationships/notesSlide" Target="/ppt/notesSlides/notesSlide28.xml" Id="R12a46c2d994b46d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78b85054d93466e" /><Relationship Type="http://schemas.openxmlformats.org/officeDocument/2006/relationships/image" Target="/ppt/media/image56.png" Id="Rdd895934ecc14a9a" /><Relationship Type="http://schemas.openxmlformats.org/officeDocument/2006/relationships/image" Target="/ppt/media/image57.png" Id="R63f614a5dde74d73" /><Relationship Type="http://schemas.openxmlformats.org/officeDocument/2006/relationships/image" Target="/ppt/media/image58.png" Id="Rbf55b56a98564547" /><Relationship Type="http://schemas.openxmlformats.org/officeDocument/2006/relationships/notesSlide" Target="/ppt/notesSlides/notesSlide29.xml" Id="R797dca3507174ca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6a90351432041e7" /><Relationship Type="http://schemas.openxmlformats.org/officeDocument/2006/relationships/image" Target="/ppt/media/image59.png" Id="R3bf0ac7278214ffc" /><Relationship Type="http://schemas.openxmlformats.org/officeDocument/2006/relationships/notesSlide" Target="/ppt/notesSlides/notesSlide30.xml" Id="R9c92105d8b1c4f4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ba07c1c7a66423f" /><Relationship Type="http://schemas.openxmlformats.org/officeDocument/2006/relationships/image" Target="/ppt/media/image60.png" Id="R0e534c83ab324619" /><Relationship Type="http://schemas.openxmlformats.org/officeDocument/2006/relationships/notesSlide" Target="/ppt/notesSlides/notesSlide31.xml" Id="R79611898558148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83d144dab644832" /><Relationship Type="http://schemas.openxmlformats.org/officeDocument/2006/relationships/image" Target="/ppt/media/image61.png" Id="R87531c9b20c94124" /><Relationship Type="http://schemas.openxmlformats.org/officeDocument/2006/relationships/image" Target="/ppt/media/image62.png" Id="R03fcb2d72d9149d6" /><Relationship Type="http://schemas.openxmlformats.org/officeDocument/2006/relationships/image" Target="/ppt/media/image63.png" Id="R2fc97d8591a64582" /><Relationship Type="http://schemas.openxmlformats.org/officeDocument/2006/relationships/image" Target="/ppt/media/image64.png" Id="Rd1556ca9c4e644a5" /><Relationship Type="http://schemas.openxmlformats.org/officeDocument/2006/relationships/image" Target="/ppt/media/image65.png" Id="R6648772d53d84bcd" /><Relationship Type="http://schemas.openxmlformats.org/officeDocument/2006/relationships/notesSlide" Target="/ppt/notesSlides/notesSlide32.xml" Id="Rd98f1fab7f7740a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f804e79e86e4c96" /><Relationship Type="http://schemas.openxmlformats.org/officeDocument/2006/relationships/image" Target="/ppt/media/image66.png" Id="R9f00d02aa1864a93" /><Relationship Type="http://schemas.openxmlformats.org/officeDocument/2006/relationships/image" Target="/ppt/media/image67.png" Id="Rab80dfb8731a4267" /><Relationship Type="http://schemas.openxmlformats.org/officeDocument/2006/relationships/image" Target="/ppt/media/image68.png" Id="Raabe1409a0b34b35" /><Relationship Type="http://schemas.openxmlformats.org/officeDocument/2006/relationships/notesSlide" Target="/ppt/notesSlides/notesSlide33.xml" Id="Rb063a52efacf4e2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39b2119f62647df" /><Relationship Type="http://schemas.openxmlformats.org/officeDocument/2006/relationships/image" Target="/ppt/media/image69.png" Id="Ra8bbed78db5d4ba8" /><Relationship Type="http://schemas.openxmlformats.org/officeDocument/2006/relationships/notesSlide" Target="/ppt/notesSlides/notesSlide34.xml" Id="R892e5352c62d434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3f4171fe7e54e3c" /><Relationship Type="http://schemas.openxmlformats.org/officeDocument/2006/relationships/image" Target="/ppt/media/image70.png" Id="R2328128232f2448e" /><Relationship Type="http://schemas.openxmlformats.org/officeDocument/2006/relationships/notesSlide" Target="/ppt/notesSlides/notesSlide35.xml" Id="Rfbf8ee0c427348f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cf112b2781b421a" /><Relationship Type="http://schemas.openxmlformats.org/officeDocument/2006/relationships/image" Target="/ppt/media/image71.png" Id="Re294057c553047ee" /><Relationship Type="http://schemas.openxmlformats.org/officeDocument/2006/relationships/notesSlide" Target="/ppt/notesSlides/notesSlide36.xml" Id="Rf9556fac50f9490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27a6949766e4bd6" /><Relationship Type="http://schemas.openxmlformats.org/officeDocument/2006/relationships/image" Target="/ppt/media/image72.png" Id="R46a12cba05924eb6" /><Relationship Type="http://schemas.openxmlformats.org/officeDocument/2006/relationships/notesSlide" Target="/ppt/notesSlides/notesSlide37.xml" Id="R1a805bb9772148a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17a670a598d404d" /><Relationship Type="http://schemas.openxmlformats.org/officeDocument/2006/relationships/image" Target="/ppt/media/image73.png" Id="R1a3cc60216f84b58" /><Relationship Type="http://schemas.openxmlformats.org/officeDocument/2006/relationships/notesSlide" Target="/ppt/notesSlides/notesSlide38.xml" Id="Re75d60b7e002435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641a730067b42ff" /><Relationship Type="http://schemas.openxmlformats.org/officeDocument/2006/relationships/image" Target="/ppt/media/image74.png" Id="Re84a135342da4d3a" /><Relationship Type="http://schemas.openxmlformats.org/officeDocument/2006/relationships/notesSlide" Target="/ppt/notesSlides/notesSlide39.xml" Id="Rb921e03be2eb441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a4eb45751a24a2d" /><Relationship Type="http://schemas.openxmlformats.org/officeDocument/2006/relationships/image" Target="/ppt/media/image75.png" Id="R1da6d099b79449c4" /><Relationship Type="http://schemas.openxmlformats.org/officeDocument/2006/relationships/notesSlide" Target="/ppt/notesSlides/notesSlide40.xml" Id="R269ee0e3922148b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84CC8234-71D6-4182-B952-3561A2470F7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E6156A17-D395-444C-9CF8-CB622A68B9FC}"/>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EEF70C3A-409B-45D0-97C2-DE1E65867BC8}"/>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BC0B1022-2F7D-49E6-B691-5696294702CE}"/>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ACDBE52D-2592-4B2A-AF91-F5A082DAB2F5}"/>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F663E5F2-0159-4A50-BE9C-29BBEA9B9572}"/>
              </a:ext>
            </a:extLst>
          </p:cNvPr>
          <p:cNvPicPr>
            <a:picLocks xmlns:a="http://schemas.openxmlformats.org/drawingml/2006/main" noChangeAspect="1"/>
          </p:cNvPicPr>
          <p:nvPr/>
        </p:nvPicPr>
        <p:blipFill>
          <a:blip xmlns:r="http://schemas.openxmlformats.org/officeDocument/2006/relationships" xmlns:a="http://schemas.openxmlformats.org/drawingml/2006/main" r:embed="R4bc2c25bb6a24f1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417408B-98B5-4517-A0F5-97C0EA7EF87A}"/>
              </a:ext>
            </a:extLst>
          </p:cNvPr>
          <p:cNvPicPr>
            <a:picLocks xmlns:a="http://schemas.openxmlformats.org/drawingml/2006/main" noChangeAspect="1"/>
          </p:cNvPicPr>
          <p:nvPr/>
        </p:nvPicPr>
        <p:blipFill>
          <a:blip xmlns:r="http://schemas.openxmlformats.org/officeDocument/2006/relationships" xmlns:a="http://schemas.openxmlformats.org/drawingml/2006/main" r:embed="R36b51d3154b34424"/>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27A04F82-0888-4588-84C6-93725182D0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7453530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F25FB14-B150-4E59-A99C-DD72E3E04957}"/>
              </a:ext>
            </a:extLst>
          </p:cNvPr>
          <p:cNvPicPr>
            <a:picLocks xmlns:a="http://schemas.openxmlformats.org/drawingml/2006/main" noChangeAspect="1"/>
          </p:cNvPicPr>
          <p:nvPr/>
        </p:nvPicPr>
        <p:blipFill>
          <a:blip xmlns:r="http://schemas.openxmlformats.org/officeDocument/2006/relationships" xmlns:a="http://schemas.openxmlformats.org/drawingml/2006/main" r:embed="R48bbfd62435145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15C5CA-CB93-4A48-ADC5-E307C8D1F3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CE8088-7ABE-488D-ACA6-93DF33DBDA9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4B6629DF-84C8-4D2F-8508-AE7BA0793A6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94E7A19-F468-4EF7-A233-24B5CD9E45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3901109E-5569-45E4-ADF2-4AE8A99697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52B01C1F-533E-48B6-BFF0-66259FFAFDDA}"/>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157ADD65-070A-45F4-B6EC-CE6EA9B59136}"/>
              </a:ext>
            </a:extLst>
          </p:cNvPr>
          <p:cNvPicPr>
            <a:picLocks xmlns:a="http://schemas.openxmlformats.org/drawingml/2006/main" noChangeAspect="1"/>
          </p:cNvPicPr>
          <p:nvPr/>
        </p:nvPicPr>
        <p:blipFill>
          <a:blip xmlns:r="http://schemas.openxmlformats.org/officeDocument/2006/relationships" xmlns:a="http://schemas.openxmlformats.org/drawingml/2006/main" r:embed="Rc9533933b2c740c7"/>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4060174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F7DBB2B6-9682-4E93-9524-E05DE9C243A4}"/>
              </a:ext>
            </a:extLst>
          </p:cNvPr>
          <p:cNvPicPr>
            <a:picLocks xmlns:a="http://schemas.openxmlformats.org/drawingml/2006/main" noChangeAspect="1"/>
          </p:cNvPicPr>
          <p:nvPr/>
        </p:nvPicPr>
        <p:blipFill>
          <a:blip xmlns:r="http://schemas.openxmlformats.org/officeDocument/2006/relationships" xmlns:a="http://schemas.openxmlformats.org/drawingml/2006/main" r:embed="Re9db34ce30894bd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8622E7-FF96-49DA-882B-EC74423E64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ED10CC9-0AE7-4946-9456-D3E4C0B5910C}"/>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93672F43-E473-41F8-AFBB-28A961D383ED}"/>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9602C46F-A206-4347-897E-19E13CD1D056}"/>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2E1C3971-3FA8-48AE-B2F1-E4F9D125B4B4}"/>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900D66E0-255C-400B-8B1D-6F1AFA23B5D9}"/>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0960994-B1F8-4E03-8311-BF253BE7106B}"/>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3272EB23-1BFD-4BB7-826A-3182FA208019}"/>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16C77516-1341-451A-AC80-DC8EA3E9E0D0}"/>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C097B39-99E4-4F7A-979F-A3BEA46B1DC3}"/>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39C90EB7-DE65-45AF-87A9-6E26798D43E4}"/>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03594D1D-7FDE-4CE9-9A16-4ADB1D6850A3}"/>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24C7B8A-24F1-4367-9882-AC8145E6E20C}"/>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D123EBD1-ED6C-4097-BBA4-94D1AA5DB72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2140274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9D27BB0-2F36-4A73-87E8-F008E0F7905C}"/>
              </a:ext>
            </a:extLst>
          </p:cNvPr>
          <p:cNvPicPr>
            <a:picLocks xmlns:a="http://schemas.openxmlformats.org/drawingml/2006/main" noChangeAspect="1"/>
          </p:cNvPicPr>
          <p:nvPr/>
        </p:nvPicPr>
        <p:blipFill>
          <a:blip xmlns:r="http://schemas.openxmlformats.org/officeDocument/2006/relationships" xmlns:a="http://schemas.openxmlformats.org/drawingml/2006/main" r:embed="Rb52e24ad10eb496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41D1C4-9D04-412E-BB9C-3D514D05DD3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2A4F82-B704-4567-9CF5-66B8B709C97E}"/>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CFA480CA-2340-49BF-9F2A-0733087D1C64}"/>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BB8F89-3EF6-407B-B716-F0918891CA3A}"/>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23078BD-15C4-4E50-805B-2D48A76A1B3D}"/>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345EFFC1-DDC7-494F-9F6A-2DF9BF0974AC}"/>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2A9AD129-8B06-4768-8ABF-F0CEC4951054}"/>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162A6B1-ACB7-4100-A7DE-C41AA6842318}"/>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7D5300F3-4036-4810-AEEC-5B87B686F597}"/>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2039DC66-DAE2-408C-8EEC-BE0F14198D71}"/>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13025E1-E488-489E-A1B3-EE4E2596266D}"/>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D529B14-C70C-41BE-89CB-C6A12B096C85}"/>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9F2AB931-3EF0-4AC0-B7D4-8F0F651265DE}"/>
              </a:ext>
            </a:extLst>
          </p:cNvPr>
          <p:cNvPicPr>
            <a:picLocks xmlns:a="http://schemas.openxmlformats.org/drawingml/2006/main" noChangeAspect="1"/>
          </p:cNvPicPr>
          <p:nvPr/>
        </p:nvPicPr>
        <p:blipFill>
          <a:blip xmlns:r="http://schemas.openxmlformats.org/officeDocument/2006/relationships" xmlns:a="http://schemas.openxmlformats.org/drawingml/2006/main" r:embed="R381d41f90469487d"/>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064088220"/>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9802580A-97EB-45DC-AA13-F0613B5D86E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9AB4C3D-54B9-4D2D-BE27-AEE90A514607}"/>
              </a:ext>
            </a:extLst>
          </p:cNvPr>
          <p:cNvPicPr>
            <a:picLocks xmlns:a="http://schemas.openxmlformats.org/drawingml/2006/main" noChangeAspect="1"/>
          </p:cNvPicPr>
          <p:nvPr/>
        </p:nvPicPr>
        <p:blipFill>
          <a:blip xmlns:r="http://schemas.openxmlformats.org/officeDocument/2006/relationships" xmlns:a="http://schemas.openxmlformats.org/drawingml/2006/main" r:embed="R587083a884bb41b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804CFDCC-3E0D-4FA7-8420-B588E76EAF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428268B9-4254-4D09-9F9E-971223DE595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E4920590-7C61-4505-963F-2119AFA1A1C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FA0920FA-5274-4E32-AE97-537AA225B84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0510797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1F8AB3E-C2CE-46E9-BB37-29962E37BBC2}"/>
              </a:ext>
            </a:extLst>
          </p:cNvPr>
          <p:cNvPicPr>
            <a:picLocks xmlns:a="http://schemas.openxmlformats.org/drawingml/2006/main" noChangeAspect="1"/>
          </p:cNvPicPr>
          <p:nvPr/>
        </p:nvPicPr>
        <p:blipFill>
          <a:blip xmlns:r="http://schemas.openxmlformats.org/officeDocument/2006/relationships" xmlns:a="http://schemas.openxmlformats.org/drawingml/2006/main" r:embed="Rc4c3d2b0542c42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1D080E-D48E-4864-8FFF-3F85694736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05B1B4-F8A2-48B8-8D83-A2300E41512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62BD878-129E-4AA0-9962-A4183FE3C1D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EB66E0A-73DB-4F5D-9C33-AE091C279B6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4047811-A43F-41EF-A151-06D012381AD9}"/>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9BD54070-2B9E-48CC-AD38-AE0C79D791B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DAA74A85-6F5E-467F-91E6-BDB877BDCAF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C36670A2-932A-41A1-992D-C580132626C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470D2CB8-0B69-44AF-B46D-79EB762BDAF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2CFAD3F4-39E2-41B7-9C14-2A0C823D49D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157ACD78-39DC-4C75-BDAB-FED24D87932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9646973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97CBDE7-AEC8-428A-B5E4-27D85248354B}"/>
              </a:ext>
            </a:extLst>
          </p:cNvPr>
          <p:cNvPicPr>
            <a:picLocks xmlns:a="http://schemas.openxmlformats.org/drawingml/2006/main" noChangeAspect="1"/>
          </p:cNvPicPr>
          <p:nvPr/>
        </p:nvPicPr>
        <p:blipFill>
          <a:blip xmlns:r="http://schemas.openxmlformats.org/officeDocument/2006/relationships" xmlns:a="http://schemas.openxmlformats.org/drawingml/2006/main" r:embed="Rb95b8111125f4ee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6E0D0C-28EE-42EE-AE1E-8927C51276B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4CE113-4AE7-4735-8DFA-7E5B16B47F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1D8DA6C-523C-480F-B115-DADA2A9B7C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B603ABF-3D2C-4309-A4F8-6E90139CA4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BF921DAC-5253-40CB-A81D-0C2314EAEF0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D687C81F-5F5B-4D4F-BE9E-16C11A4F393A}"/>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080B961A-86B4-41EA-AA0D-715F0B40A3DD}"/>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72331E8A-F338-4599-8D04-903BA66FD24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33876E50-AE6A-486B-9F37-044B712E5EE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672B80EC-2CC1-4154-9DCF-B6A75494F4C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F744B75C-68EB-4A9A-982C-A2800F0C162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CF9BEA80-D34B-4CE6-9423-8C433FFB2BA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5567720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FB9BD04-C1F6-4887-9189-E0CF613715A7}"/>
              </a:ext>
            </a:extLst>
          </p:cNvPr>
          <p:cNvPicPr>
            <a:picLocks xmlns:a="http://schemas.openxmlformats.org/drawingml/2006/main" noChangeAspect="1"/>
          </p:cNvPicPr>
          <p:nvPr/>
        </p:nvPicPr>
        <p:blipFill>
          <a:blip xmlns:r="http://schemas.openxmlformats.org/officeDocument/2006/relationships" xmlns:a="http://schemas.openxmlformats.org/drawingml/2006/main" r:embed="R99bf4ce7f7e04b3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CC1226-2AA5-4B6E-BA50-DC9DD6BD1DF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217A3D-08C1-4AD4-A312-01DDBB8A8E1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45EC049-BA75-41AF-A5AC-555C32236F7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7168DB4-6D30-48BC-9131-6A595BFBF7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A9D9249C-8531-408F-8C18-F63930DA4802}"/>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BE3C85B3-75F7-41FE-AB13-2A6C983B27F1}"/>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24539B63-4911-43A3-B0EF-6C729DC2FD1B}"/>
              </a:ext>
            </a:extLst>
          </p:cNvPr>
          <p:cNvPicPr>
            <a:picLocks xmlns:a="http://schemas.openxmlformats.org/drawingml/2006/main" noChangeAspect="1"/>
          </p:cNvPicPr>
          <p:nvPr/>
        </p:nvPicPr>
        <p:blipFill>
          <a:blip xmlns:r="http://schemas.openxmlformats.org/officeDocument/2006/relationships" xmlns:a="http://schemas.openxmlformats.org/drawingml/2006/main" r:embed="Rb2912a7edacf4251"/>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96152C3-E5D3-44EA-9DAD-EB1E15AA7C85}"/>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EE002858-D367-4B29-A542-EE9FA74229B5}"/>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E4D1367D-1A2D-4C96-9D67-D9D7208C5F91}"/>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07FBD72E-5712-4218-B8D5-700938414D98}"/>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B15EC9A0-5DD8-4525-AF7F-CEE177B3A126}"/>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3C9C0D3C-2104-468F-95D3-728F71AD10E8}"/>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C984C2B7-09BD-42F8-BE0E-777212629C8C}"/>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84241FF7-E354-491D-B271-C9414DFCA4CD}"/>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3150139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E6C438B-B580-4FC7-99B1-D680BC85B7CC}"/>
              </a:ext>
            </a:extLst>
          </p:cNvPr>
          <p:cNvPicPr>
            <a:picLocks xmlns:a="http://schemas.openxmlformats.org/drawingml/2006/main" noChangeAspect="1"/>
          </p:cNvPicPr>
          <p:nvPr/>
        </p:nvPicPr>
        <p:blipFill>
          <a:blip xmlns:r="http://schemas.openxmlformats.org/officeDocument/2006/relationships" xmlns:a="http://schemas.openxmlformats.org/drawingml/2006/main" r:embed="R97c1d2d5cae94b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B14C95-F183-48AC-BEE2-867367CD84C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34BE32-5621-4B05-996E-C1414F9464A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F8EC4AF-B068-4D2C-A45D-F0E94D735C7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45672B9-FA12-4BBA-B247-0E5CDE78F5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5903BE20-0892-4583-A7C9-14534B1E8CF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B7D1C59-0594-4C5B-9DF7-F08FE526210E}"/>
              </a:ext>
            </a:extLst>
          </p:cNvPr>
          <p:cNvPicPr>
            <a:picLocks xmlns:a="http://schemas.openxmlformats.org/drawingml/2006/main" noChangeAspect="1"/>
          </p:cNvPicPr>
          <p:nvPr/>
        </p:nvPicPr>
        <p:blipFill>
          <a:blip xmlns:r="http://schemas.openxmlformats.org/officeDocument/2006/relationships" xmlns:a="http://schemas.openxmlformats.org/drawingml/2006/main" r:embed="R0e30ebd63c6f460b"/>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1E48CDE-098D-4B6F-AD0D-FA6624AFCDA3}"/>
              </a:ext>
            </a:extLst>
          </p:cNvPr>
          <p:cNvPicPr>
            <a:picLocks xmlns:a="http://schemas.openxmlformats.org/drawingml/2006/main" noChangeAspect="1"/>
          </p:cNvPicPr>
          <p:nvPr/>
        </p:nvPicPr>
        <p:blipFill>
          <a:blip xmlns:r="http://schemas.openxmlformats.org/officeDocument/2006/relationships" xmlns:a="http://schemas.openxmlformats.org/drawingml/2006/main" r:embed="R6ce1cb238c3540f6"/>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5AC5C8E0-4A65-4FF1-9248-2145A17F90D3}"/>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CE8492D4-36E0-4A3E-88D4-A32FD3355DE5}"/>
              </a:ext>
            </a:extLst>
          </p:cNvPr>
          <p:cNvPicPr>
            <a:picLocks xmlns:a="http://schemas.openxmlformats.org/drawingml/2006/main" noChangeAspect="1"/>
          </p:cNvPicPr>
          <p:nvPr/>
        </p:nvPicPr>
        <p:blipFill>
          <a:blip xmlns:r="http://schemas.openxmlformats.org/officeDocument/2006/relationships" xmlns:a="http://schemas.openxmlformats.org/drawingml/2006/main" r:embed="Rf62afb97c1014b0d"/>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6211A91D-6115-4AFC-8605-21A0B2CA5340}"/>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A54D7613-D978-408B-8E0F-0F8647AC06D7}"/>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7958467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785FF0F-4B78-4DA1-8211-E1DE5CB1348A}"/>
              </a:ext>
            </a:extLst>
          </p:cNvPr>
          <p:cNvPicPr>
            <a:picLocks xmlns:a="http://schemas.openxmlformats.org/drawingml/2006/main" noChangeAspect="1"/>
          </p:cNvPicPr>
          <p:nvPr/>
        </p:nvPicPr>
        <p:blipFill>
          <a:blip xmlns:r="http://schemas.openxmlformats.org/officeDocument/2006/relationships" xmlns:a="http://schemas.openxmlformats.org/drawingml/2006/main" r:embed="R3bce09ce05df4c6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56CC20-1B91-4BD2-AE53-021DDA62C1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2DACD3-4DDE-40F9-9E4E-D8B1ADE8820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85A73CB-BCE3-4AEF-A764-1155C980DFD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EAE855-95E6-4A2A-BBE5-12DD801ABA1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D09FE94-6357-4CEE-9856-BE6632DE99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A816EF78-CB62-4AD3-8786-A80F571BFAC1}"/>
              </a:ext>
            </a:extLst>
          </p:cNvPr>
          <p:cNvPicPr>
            <a:picLocks xmlns:a="http://schemas.openxmlformats.org/drawingml/2006/main" noChangeAspect="1"/>
          </p:cNvPicPr>
          <p:nvPr/>
        </p:nvPicPr>
        <p:blipFill>
          <a:blip xmlns:r="http://schemas.openxmlformats.org/officeDocument/2006/relationships" xmlns:a="http://schemas.openxmlformats.org/drawingml/2006/main" r:embed="Ra8a4e572d9884b7d"/>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12AA690-AE21-46DE-B69D-C142D737B0E7}"/>
              </a:ext>
            </a:extLst>
          </p:cNvPr>
          <p:cNvPicPr>
            <a:picLocks xmlns:a="http://schemas.openxmlformats.org/drawingml/2006/main" noChangeAspect="1"/>
          </p:cNvPicPr>
          <p:nvPr/>
        </p:nvPicPr>
        <p:blipFill>
          <a:blip xmlns:r="http://schemas.openxmlformats.org/officeDocument/2006/relationships" xmlns:a="http://schemas.openxmlformats.org/drawingml/2006/main" r:embed="R47593b74deb1438b"/>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25B7000-1220-4118-BBD4-BBADD967AAD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71AF4CE-6006-4F66-87E4-72B87A4A25A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2075550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2151EBD-EDB0-4F94-BC2D-ACF8BC9F683E}"/>
              </a:ext>
            </a:extLst>
          </p:cNvPr>
          <p:cNvPicPr>
            <a:picLocks xmlns:a="http://schemas.openxmlformats.org/drawingml/2006/main" noChangeAspect="1"/>
          </p:cNvPicPr>
          <p:nvPr/>
        </p:nvPicPr>
        <p:blipFill>
          <a:blip xmlns:r="http://schemas.openxmlformats.org/officeDocument/2006/relationships" xmlns:a="http://schemas.openxmlformats.org/drawingml/2006/main" r:embed="Rd496e538069f46c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30CD894-A257-4E61-8550-1752713CF9B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21BA06-7D12-47D0-B84B-3725EFE1CCE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021C59B-357A-4849-91A1-270720888FD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024DF5A-F712-4866-BF96-64AECF9926D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2F765C8-B81C-4AE3-84FE-87A49FED3B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6E47B964-7D8B-46BE-9607-4FF48EB8ED2E}"/>
              </a:ext>
            </a:extLst>
          </p:cNvPr>
          <p:cNvPicPr>
            <a:picLocks xmlns:a="http://schemas.openxmlformats.org/drawingml/2006/main" noChangeAspect="1"/>
          </p:cNvPicPr>
          <p:nvPr/>
        </p:nvPicPr>
        <p:blipFill>
          <a:blip xmlns:r="http://schemas.openxmlformats.org/officeDocument/2006/relationships" xmlns:a="http://schemas.openxmlformats.org/drawingml/2006/main" r:embed="Re1bbf2f450ff4f92"/>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4C17A18-8C84-474C-83F1-20D4A66AF1AD}"/>
              </a:ext>
            </a:extLst>
          </p:cNvPr>
          <p:cNvPicPr>
            <a:picLocks xmlns:a="http://schemas.openxmlformats.org/drawingml/2006/main" noChangeAspect="1"/>
          </p:cNvPicPr>
          <p:nvPr/>
        </p:nvPicPr>
        <p:blipFill>
          <a:blip xmlns:r="http://schemas.openxmlformats.org/officeDocument/2006/relationships" xmlns:a="http://schemas.openxmlformats.org/drawingml/2006/main" r:embed="Rbffa42e1fa7e400b"/>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564DA5E8-640F-4489-8F26-295EB467B0A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75D8B9E-C11F-4692-901F-050B0BE2476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4289666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7B6F112-766B-4CC0-87E7-2DBA405BEBC9}"/>
              </a:ext>
            </a:extLst>
          </p:cNvPr>
          <p:cNvPicPr>
            <a:picLocks xmlns:a="http://schemas.openxmlformats.org/drawingml/2006/main" noChangeAspect="1"/>
          </p:cNvPicPr>
          <p:nvPr/>
        </p:nvPicPr>
        <p:blipFill>
          <a:blip xmlns:r="http://schemas.openxmlformats.org/officeDocument/2006/relationships" xmlns:a="http://schemas.openxmlformats.org/drawingml/2006/main" r:embed="R0da0bff9679a4cb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56FEB3-3BD0-45B1-A66A-C47B41A22CD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6B79CF-2BC3-4DA5-A50A-ABE5E59598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8E0B8CA-F994-4183-A6BF-4C9DEEFE2FB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E53B7AD-D8A5-47D5-87E5-9B6F0477C5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5A103E4-3BD0-4D42-A5CD-96862CDA85F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B9B2749D-6F8F-46D0-BF12-7CF6F586AB11}"/>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F58762C-42EB-48E2-A179-D527C04295C7}"/>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C1F598F-5C33-4E2E-AB19-EA4A67E1A8B2}"/>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16E0568-9ED5-4D3C-9FAC-474191361EC1}"/>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11075A7-D46B-46CC-8B68-BA237FE2CD28}"/>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6583825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3E164D67-D53D-4817-87E6-721A2F22653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37EC12A-058D-4305-8432-5650AA8F3BCA}"/>
              </a:ext>
            </a:extLst>
          </p:cNvPr>
          <p:cNvPicPr>
            <a:picLocks xmlns:a="http://schemas.openxmlformats.org/drawingml/2006/main" noChangeAspect="1"/>
          </p:cNvPicPr>
          <p:nvPr/>
        </p:nvPicPr>
        <p:blipFill>
          <a:blip xmlns:r="http://schemas.openxmlformats.org/officeDocument/2006/relationships" xmlns:a="http://schemas.openxmlformats.org/drawingml/2006/main" r:embed="R8db93c86c5864c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88D5DF84-5EFE-4AE7-A041-317C0FA0D4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578E6277-6858-48C2-80D3-3F0672F0406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9043FB17-D7EE-4D5E-A758-228FAA19C48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0310CCC6-3F78-4393-876E-25F316EC406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0599820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50A1C1E-29F9-40B3-8572-2C7541953258}"/>
              </a:ext>
            </a:extLst>
          </p:cNvPr>
          <p:cNvPicPr>
            <a:picLocks xmlns:a="http://schemas.openxmlformats.org/drawingml/2006/main" noChangeAspect="1"/>
          </p:cNvPicPr>
          <p:nvPr/>
        </p:nvPicPr>
        <p:blipFill>
          <a:blip xmlns:r="http://schemas.openxmlformats.org/officeDocument/2006/relationships" xmlns:a="http://schemas.openxmlformats.org/drawingml/2006/main" r:embed="Ra94754e8504e40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FDD254-CDD4-4A65-B096-322A2FADA3D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8E2E6E-A3C9-49C1-B97D-F249BB7F8B1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888A2AC-5A9B-4581-A692-26762F07ECA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3728EF8-3EAF-46BE-8AFA-9A1AD5C2E3C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EA29F1E-E5FF-439D-B840-359C0DA20B3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C52B7732-2EB4-4F4A-85DB-9D0D3C96F15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AC4E2E6-516F-4F54-AD3C-CD3821D9F5C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63A1EEDC-A099-44BD-848F-B7FFF1DAABD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E480542-7560-4629-A644-6C3C0D4B24D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817DA520-A513-4C0F-BA83-A2E0907A445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F022A19C-5804-4048-A1BF-D0A4CD2149B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3051143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87AEC04-D37F-4488-9C89-73E79BCFA306}"/>
              </a:ext>
            </a:extLst>
          </p:cNvPr>
          <p:cNvPicPr>
            <a:picLocks xmlns:a="http://schemas.openxmlformats.org/drawingml/2006/main" noChangeAspect="1"/>
          </p:cNvPicPr>
          <p:nvPr/>
        </p:nvPicPr>
        <p:blipFill>
          <a:blip xmlns:r="http://schemas.openxmlformats.org/officeDocument/2006/relationships" xmlns:a="http://schemas.openxmlformats.org/drawingml/2006/main" r:embed="Rb7b9f4194b6f445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75EF2F-BEAC-471E-BB5E-150A828CFCE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7F8F88-DDB9-419A-8E4A-7D12B82591E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0353EF6-5FC7-4DDA-A3A3-656F21BB2C7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CF4D773-514E-4C56-9D8B-2F8E94A1F3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762FD2B-DA4F-449C-97E2-ACAF37108AC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E44DBF13-F6FB-40E7-B768-3CB30ADB8248}"/>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FF8B2328-07F9-4B97-885A-0E898E445295}"/>
              </a:ext>
            </a:extLst>
          </p:cNvPr>
          <p:cNvPicPr>
            <a:picLocks xmlns:a="http://schemas.openxmlformats.org/drawingml/2006/main" noChangeAspect="1"/>
          </p:cNvPicPr>
          <p:nvPr/>
        </p:nvPicPr>
        <p:blipFill>
          <a:blip xmlns:r="http://schemas.openxmlformats.org/officeDocument/2006/relationships" xmlns:a="http://schemas.openxmlformats.org/drawingml/2006/main" r:embed="R36898f7d2b014766"/>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9BAB28F-266E-4415-B307-7D5E800E2A5A}"/>
              </a:ext>
            </a:extLst>
          </p:cNvPr>
          <p:cNvPicPr>
            <a:picLocks xmlns:a="http://schemas.openxmlformats.org/drawingml/2006/main" noChangeAspect="1"/>
          </p:cNvPicPr>
          <p:nvPr/>
        </p:nvPicPr>
        <p:blipFill>
          <a:blip xmlns:r="http://schemas.openxmlformats.org/officeDocument/2006/relationships" xmlns:a="http://schemas.openxmlformats.org/drawingml/2006/main" r:embed="Re673903a00684fe7"/>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9F05D53-BB9E-49B4-83CB-BD78E409C2C8}"/>
              </a:ext>
            </a:extLst>
          </p:cNvPr>
          <p:cNvPicPr>
            <a:picLocks xmlns:a="http://schemas.openxmlformats.org/drawingml/2006/main" noChangeAspect="1"/>
          </p:cNvPicPr>
          <p:nvPr/>
        </p:nvPicPr>
        <p:blipFill>
          <a:blip xmlns:r="http://schemas.openxmlformats.org/officeDocument/2006/relationships" xmlns:a="http://schemas.openxmlformats.org/drawingml/2006/main" r:embed="R3b39618e058643d7"/>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1261811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DAF5C30-96E6-46FF-9252-50E9AC9D528A}"/>
              </a:ext>
            </a:extLst>
          </p:cNvPr>
          <p:cNvPicPr>
            <a:picLocks xmlns:a="http://schemas.openxmlformats.org/drawingml/2006/main" noChangeAspect="1"/>
          </p:cNvPicPr>
          <p:nvPr/>
        </p:nvPicPr>
        <p:blipFill>
          <a:blip xmlns:r="http://schemas.openxmlformats.org/officeDocument/2006/relationships" xmlns:a="http://schemas.openxmlformats.org/drawingml/2006/main" r:embed="R292e837f9f3248d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6BC3B1-825B-4DDE-B7BC-502885827D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1EDC5C-C82F-49B0-A23C-50C1E63083E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7570D2F-BAD7-449F-8F4C-EA4611C53A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B1B3272-7CA3-41F8-BA7C-C95876E2C0F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52D89A2-179A-4934-A28B-6C3005A5AF8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90B276A0-6A45-4D30-BDA2-DE622FD1C93F}"/>
              </a:ext>
            </a:extLst>
          </p:cNvPr>
          <p:cNvPicPr>
            <a:picLocks xmlns:a="http://schemas.openxmlformats.org/drawingml/2006/main" noChangeAspect="1"/>
          </p:cNvPicPr>
          <p:nvPr/>
        </p:nvPicPr>
        <p:blipFill>
          <a:blip xmlns:r="http://schemas.openxmlformats.org/officeDocument/2006/relationships" xmlns:a="http://schemas.openxmlformats.org/drawingml/2006/main" r:embed="R9bb1afd5e7ce4901"/>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66B1E56-70E6-4FB7-A97B-5F27111B3CF5}"/>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38A415ED-7EFE-4D93-A278-7250599010C2}"/>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78F2520-F611-4F81-A5AE-A1A6D4B014D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9895103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1A71E5B-2BFB-478A-B61C-86AD748341DB}"/>
              </a:ext>
            </a:extLst>
          </p:cNvPr>
          <p:cNvPicPr>
            <a:picLocks xmlns:a="http://schemas.openxmlformats.org/drawingml/2006/main" noChangeAspect="1"/>
          </p:cNvPicPr>
          <p:nvPr/>
        </p:nvPicPr>
        <p:blipFill>
          <a:blip xmlns:r="http://schemas.openxmlformats.org/officeDocument/2006/relationships" xmlns:a="http://schemas.openxmlformats.org/drawingml/2006/main" r:embed="Rda69d3921c4d4cb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D746FC-7FA7-4FC7-9993-ABD4DDA391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2DCEF8-9C04-4311-AF53-93B42983837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67609EA-E1D9-4B91-A019-E6D48C555C1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A6D956E-1FD8-4700-81CE-47C6D990C3C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8F4D473-0751-48B4-A817-F481E702F6C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1674E05F-53B5-4E1F-9373-BA112913DB5F}"/>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F519739A-0AC9-4B43-835A-06FC5174DBD3}"/>
              </a:ext>
            </a:extLst>
          </p:cNvPr>
          <p:cNvPicPr>
            <a:picLocks xmlns:a="http://schemas.openxmlformats.org/drawingml/2006/main" noChangeAspect="1"/>
          </p:cNvPicPr>
          <p:nvPr/>
        </p:nvPicPr>
        <p:blipFill>
          <a:blip xmlns:r="http://schemas.openxmlformats.org/officeDocument/2006/relationships" xmlns:a="http://schemas.openxmlformats.org/drawingml/2006/main" r:embed="R9f22bdbe99714824"/>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7A521B4-0275-4432-82F9-67E8CDD68F80}"/>
              </a:ext>
            </a:extLst>
          </p:cNvPr>
          <p:cNvPicPr>
            <a:picLocks xmlns:a="http://schemas.openxmlformats.org/drawingml/2006/main" noChangeAspect="1"/>
          </p:cNvPicPr>
          <p:nvPr/>
        </p:nvPicPr>
        <p:blipFill>
          <a:blip xmlns:r="http://schemas.openxmlformats.org/officeDocument/2006/relationships" xmlns:a="http://schemas.openxmlformats.org/drawingml/2006/main" r:embed="R52bea3d8e15545da"/>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F4854602-C5D7-4363-A180-393796AB8AE9}"/>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E95C5E49-8A20-4BED-BFA5-6A78B883DF0C}"/>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9635854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609A6292-FFAE-4BC3-AFB6-E700AD1DB835}"/>
              </a:ext>
            </a:extLst>
          </p:cNvPr>
          <p:cNvPicPr>
            <a:picLocks xmlns:a="http://schemas.openxmlformats.org/drawingml/2006/main" noChangeAspect="1"/>
          </p:cNvPicPr>
          <p:nvPr/>
        </p:nvPicPr>
        <p:blipFill>
          <a:blip xmlns:r="http://schemas.openxmlformats.org/officeDocument/2006/relationships" xmlns:a="http://schemas.openxmlformats.org/drawingml/2006/main" r:embed="Rf6b2a29cd35b4f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2C92DE-E0E9-4982-AD6D-51DDCC14FD6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D6461B-1B75-47F0-BC6F-0ACFE81002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77D704C-E788-4217-B33A-2D9CC38ACF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C01F74A-2686-4A5A-93E9-C9CC2BC475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CDC7D48-A569-4F37-82BE-F13A33B7740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B8657B47-2B39-4012-9836-D84265522DBE}"/>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AFB631D-2BA3-4F11-BB00-57A3F57CF205}"/>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D5C30AE-770F-43D4-9F84-2888A9156467}"/>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986817CE-E768-40BA-8D68-C1DCC0DB5250}"/>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C5F0A800-40CF-487C-BA42-C71CDDBA5BA7}"/>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C471BCC4-84C4-4716-B9B1-4146F7027450}"/>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BB10A6-9353-4171-8ADC-3CCDD6F3C656}"/>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B9347B6-862B-47A3-B817-C58B316D07DC}"/>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9977BC75-4D60-4A5D-9568-F3076FF12379}"/>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77C7FE0C-7457-47FF-A932-C699F7B9C153}"/>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72CE6938-795C-4590-B41A-DEF5F56E93F6}"/>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A998638-5DBC-453B-B71B-4585D5EBB7BD}"/>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13DD014-0E86-4235-AE70-3F716DCEDF76}"/>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0C439ED1-3CAF-4612-8EAC-75742F299843}"/>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2C935801-2027-4439-9B3D-0105F3F97DA2}"/>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F0120B15-93F1-4A43-A332-9008DEFDCADF}"/>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709B465-ADDA-4317-9C2F-4EA0ECF78439}"/>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49E22242-6B16-43A8-8332-2C9242882709}"/>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5F4BE418-A913-4B61-8766-08C6FECFDA12}"/>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F441A6B7-8C7D-413F-9D40-792878C14EDA}"/>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78644319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9D42E3F-4128-4484-8D60-F5B65C886A54}"/>
              </a:ext>
            </a:extLst>
          </p:cNvPr>
          <p:cNvPicPr>
            <a:picLocks xmlns:a="http://schemas.openxmlformats.org/drawingml/2006/main" noChangeAspect="1"/>
          </p:cNvPicPr>
          <p:nvPr/>
        </p:nvPicPr>
        <p:blipFill>
          <a:blip xmlns:r="http://schemas.openxmlformats.org/officeDocument/2006/relationships" xmlns:a="http://schemas.openxmlformats.org/drawingml/2006/main" r:embed="Re781926c8ead4d2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7C0713-F86D-456F-B666-6C53280C8B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0E5F53D-D064-4BE5-89E1-09D30C6656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BB72CD8-24CA-4479-B419-6747D709B9B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C87F29D-2049-48E6-9A74-C44DE5B0337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C654DE0-4EEF-49CA-81EA-1FD4D1D92A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0BF6D030-0A16-4F16-A31A-AB3929FC87D3}"/>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C92176A5-DF5E-488B-91BA-273CFC5D57E2}"/>
              </a:ext>
            </a:extLst>
          </p:cNvPr>
          <p:cNvPicPr>
            <a:picLocks xmlns:a="http://schemas.openxmlformats.org/drawingml/2006/main" noChangeAspect="1"/>
          </p:cNvPicPr>
          <p:nvPr/>
        </p:nvPicPr>
        <p:blipFill>
          <a:blip xmlns:r="http://schemas.openxmlformats.org/officeDocument/2006/relationships" xmlns:a="http://schemas.openxmlformats.org/drawingml/2006/main" r:embed="R9ba16c0aa49744b2"/>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687E328-BC8A-4E2C-A9FB-E51007F76883}"/>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F44BCA09-B608-4FB1-A970-0BA8455A8EB0}"/>
              </a:ext>
            </a:extLst>
          </p:cNvPr>
          <p:cNvPicPr>
            <a:picLocks xmlns:a="http://schemas.openxmlformats.org/drawingml/2006/main" noChangeAspect="1"/>
          </p:cNvPicPr>
          <p:nvPr/>
        </p:nvPicPr>
        <p:blipFill>
          <a:blip xmlns:r="http://schemas.openxmlformats.org/officeDocument/2006/relationships" xmlns:a="http://schemas.openxmlformats.org/drawingml/2006/main" r:embed="R575ad78f3c1143a3"/>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60822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36F5D01-5E6D-4C3D-8CD3-3F1CC38E4153}"/>
              </a:ext>
            </a:extLst>
          </p:cNvPr>
          <p:cNvPicPr>
            <a:picLocks xmlns:a="http://schemas.openxmlformats.org/drawingml/2006/main" noChangeAspect="1"/>
          </p:cNvPicPr>
          <p:nvPr/>
        </p:nvPicPr>
        <p:blipFill>
          <a:blip xmlns:r="http://schemas.openxmlformats.org/officeDocument/2006/relationships" xmlns:a="http://schemas.openxmlformats.org/drawingml/2006/main" r:embed="R2b2d7265a5774a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410B3E0-F113-46BC-A064-05C32551358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C83BBD-B1C8-44C8-97CD-4ADA40C05CE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E244BD9-A362-4D37-AEE5-FD7CE1DF74A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FD36249-A212-466B-BB1F-CE4D51B54D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BA530BD-74F4-4EB9-8DB7-14D1EE79989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946CC32C-2BC7-4F45-8B7D-C2F3A24EB1EF}"/>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794930E7-4E94-4899-A168-FC2E9D1FEA96}"/>
              </a:ext>
            </a:extLst>
          </p:cNvPr>
          <p:cNvPicPr>
            <a:picLocks xmlns:a="http://schemas.openxmlformats.org/drawingml/2006/main" noChangeAspect="1"/>
          </p:cNvPicPr>
          <p:nvPr/>
        </p:nvPicPr>
        <p:blipFill>
          <a:blip xmlns:r="http://schemas.openxmlformats.org/officeDocument/2006/relationships" xmlns:a="http://schemas.openxmlformats.org/drawingml/2006/main" r:embed="Rd6af3944a094490b"/>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E287925-29FE-4736-997C-7A5803AE6DBD}"/>
              </a:ext>
            </a:extLst>
          </p:cNvPr>
          <p:cNvPicPr>
            <a:picLocks xmlns:a="http://schemas.openxmlformats.org/drawingml/2006/main" noChangeAspect="1"/>
          </p:cNvPicPr>
          <p:nvPr/>
        </p:nvPicPr>
        <p:blipFill>
          <a:blip xmlns:r="http://schemas.openxmlformats.org/officeDocument/2006/relationships" xmlns:a="http://schemas.openxmlformats.org/drawingml/2006/main" r:embed="R1e3e5f54a123448c"/>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65CDC84C-B76B-425C-8978-2AD0749E00C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26DC744E-9EE8-459C-BEE8-492623A0A8C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7415446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7CAEE6B-6307-4CF7-8C3D-20335E5F5743}"/>
              </a:ext>
            </a:extLst>
          </p:cNvPr>
          <p:cNvPicPr>
            <a:picLocks xmlns:a="http://schemas.openxmlformats.org/drawingml/2006/main" noChangeAspect="1"/>
          </p:cNvPicPr>
          <p:nvPr/>
        </p:nvPicPr>
        <p:blipFill>
          <a:blip xmlns:r="http://schemas.openxmlformats.org/officeDocument/2006/relationships" xmlns:a="http://schemas.openxmlformats.org/drawingml/2006/main" r:embed="Ra76163030edb45a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A5D98A7-6024-488B-BA25-37EEE88816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FBBDF9-2F8D-4D6D-BE05-1FC90934578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BC4E2AD-8EE3-420E-94BC-8D65D47956B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6B4A3F0-F30C-4703-955A-E5CE2F600F9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F63C77A-244E-4C17-8A68-98E0B4999A3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105D556A-6EF9-4B9F-A32A-1DD700233D24}"/>
              </a:ext>
            </a:extLst>
          </p:cNvPr>
          <p:cNvPicPr>
            <a:picLocks xmlns:a="http://schemas.openxmlformats.org/drawingml/2006/main" noChangeAspect="1"/>
          </p:cNvPicPr>
          <p:nvPr/>
        </p:nvPicPr>
        <p:blipFill>
          <a:blip xmlns:r="http://schemas.openxmlformats.org/officeDocument/2006/relationships" xmlns:a="http://schemas.openxmlformats.org/drawingml/2006/main" r:embed="R2328513e4d844540"/>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7DB3FAF-490D-4600-BC98-BF33777378CA}"/>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DB0B8834-E1D2-43A5-95E6-2429205D1FEB}"/>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65D4938A-1DB2-42AD-AEE0-FBEF3730CB2C}"/>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8C2112B5-B2C9-4505-B41F-44F211037096}"/>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703504986"/>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CFBE5D35-FA05-479D-9553-B2D3CC85A07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9223DEB-220A-477B-8696-F92B173710BC}"/>
              </a:ext>
            </a:extLst>
          </p:cNvPr>
          <p:cNvPicPr>
            <a:picLocks xmlns:a="http://schemas.openxmlformats.org/drawingml/2006/main" noChangeAspect="1"/>
          </p:cNvPicPr>
          <p:nvPr/>
        </p:nvPicPr>
        <p:blipFill>
          <a:blip xmlns:r="http://schemas.openxmlformats.org/officeDocument/2006/relationships" xmlns:a="http://schemas.openxmlformats.org/drawingml/2006/main" r:embed="Rfbf1c428123d4a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B0C6C970-F26D-4C5B-BD4D-4A11CA158E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B1A7F7E-D7AD-4B44-A86D-E2C09B6EBD4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B344EB4C-FCFE-4012-8956-9E599DA2A14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D60AEDA4-3CBA-44D5-89BD-35C98FDCCED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5459195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C7A6A30-2DCB-49A3-8254-A47E5A470787}"/>
              </a:ext>
            </a:extLst>
          </p:cNvPr>
          <p:cNvPicPr>
            <a:picLocks xmlns:a="http://schemas.openxmlformats.org/drawingml/2006/main" noChangeAspect="1"/>
          </p:cNvPicPr>
          <p:nvPr/>
        </p:nvPicPr>
        <p:blipFill>
          <a:blip xmlns:r="http://schemas.openxmlformats.org/officeDocument/2006/relationships" xmlns:a="http://schemas.openxmlformats.org/drawingml/2006/main" r:embed="R68e7ff6220a045a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7D8E0D-CAD7-447D-BD43-C32B4E16BC2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2DA254-A2DF-4248-B0E5-0748BAC70F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F723933-3E4A-4CB8-8E04-84AA4E564C2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CC92C8A-1727-4B3E-8BB1-D1ED8BAB06D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CC70E17-7809-40E8-ACBF-CB40E219176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8E0491B8-6E8D-46A5-AFC8-A63F92B131F6}"/>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F2B5E859-9A13-46DB-955D-F287130EA477}"/>
              </a:ext>
            </a:extLst>
          </p:cNvPr>
          <p:cNvPicPr>
            <a:picLocks xmlns:a="http://schemas.openxmlformats.org/drawingml/2006/main" noChangeAspect="1"/>
          </p:cNvPicPr>
          <p:nvPr/>
        </p:nvPicPr>
        <p:blipFill>
          <a:blip xmlns:r="http://schemas.openxmlformats.org/officeDocument/2006/relationships" xmlns:a="http://schemas.openxmlformats.org/drawingml/2006/main" r:embed="R495207c24f0a4bd5"/>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69B30FEE-5221-4F38-AD12-EC8E1E81BC2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0E56D868-D757-4BA3-AC95-DCABCACC379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FF785EFB-C126-4134-BFA8-059B9F53804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33DB9D35-EEB4-4113-9F85-DD314430434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46072671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40FED1D-974A-4AA9-B84E-10661D75B225}"/>
              </a:ext>
            </a:extLst>
          </p:cNvPr>
          <p:cNvPicPr>
            <a:picLocks xmlns:a="http://schemas.openxmlformats.org/drawingml/2006/main" noChangeAspect="1"/>
          </p:cNvPicPr>
          <p:nvPr/>
        </p:nvPicPr>
        <p:blipFill>
          <a:blip xmlns:r="http://schemas.openxmlformats.org/officeDocument/2006/relationships" xmlns:a="http://schemas.openxmlformats.org/drawingml/2006/main" r:embed="R85cfad7da10249f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67A64E-5B17-4AFC-818A-3053C955C6F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9670C46-83EA-4E7A-9638-B5FEE9D2E33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15D2CE5-C05E-4B04-93F3-8F40EBBDDB1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ABB0D2-7D72-49E5-8A11-2A22B08A40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6750D76-0138-4D41-83E3-C45B6F7294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49D5DD36-D4FF-4B97-9401-864D99617299}"/>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43ADB9F-8E21-4E51-91E3-12A7D94B4C77}"/>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533B580-9B02-4C35-9A5D-77D983E91D4F}"/>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187F87E-162C-4809-9AFD-85A32B28E190}"/>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5677776-3FE9-415C-AC00-E0E10C137E4F}"/>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73888211-BE11-45C3-AF04-308985DACD34}"/>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89B465CF-915F-408C-9518-94FEB1BAC110}"/>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81995995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0663D68-0C3F-4440-AC1C-B191DB87582D}"/>
              </a:ext>
            </a:extLst>
          </p:cNvPr>
          <p:cNvPicPr>
            <a:picLocks xmlns:a="http://schemas.openxmlformats.org/drawingml/2006/main" noChangeAspect="1"/>
          </p:cNvPicPr>
          <p:nvPr/>
        </p:nvPicPr>
        <p:blipFill>
          <a:blip xmlns:r="http://schemas.openxmlformats.org/officeDocument/2006/relationships" xmlns:a="http://schemas.openxmlformats.org/drawingml/2006/main" r:embed="R2fffbb879b524a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9DB1B8-AFE0-48BF-90BA-9B6F592C57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A9FF2A-9247-4A4C-914E-D403ABE02FB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02B8B97-2B97-4BB4-AE3A-9FA20A0F2C2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70793EE-F437-49EE-9AFE-E537B5660BF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E07A934-934E-4D3A-9F17-D66AF1D783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6626BC4A-E238-4DD3-80B4-9C4322AB7B9B}"/>
              </a:ext>
            </a:extLst>
          </p:cNvPr>
          <p:cNvPicPr>
            <a:picLocks xmlns:a="http://schemas.openxmlformats.org/drawingml/2006/main" noChangeAspect="1"/>
          </p:cNvPicPr>
          <p:nvPr/>
        </p:nvPicPr>
        <p:blipFill>
          <a:blip xmlns:r="http://schemas.openxmlformats.org/officeDocument/2006/relationships" xmlns:a="http://schemas.openxmlformats.org/drawingml/2006/main" r:embed="R23a0a937037d4475"/>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7A6D1C8-92DA-4627-9278-AC465748FD4C}"/>
              </a:ext>
            </a:extLst>
          </p:cNvPr>
          <p:cNvPicPr>
            <a:picLocks xmlns:a="http://schemas.openxmlformats.org/drawingml/2006/main" noChangeAspect="1"/>
          </p:cNvPicPr>
          <p:nvPr/>
        </p:nvPicPr>
        <p:blipFill>
          <a:blip xmlns:r="http://schemas.openxmlformats.org/officeDocument/2006/relationships" xmlns:a="http://schemas.openxmlformats.org/drawingml/2006/main" r:embed="Re9a201304cd64cb3"/>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2A1A0360-80C4-4224-9CB2-AC3C8E28881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8B7975F-FB64-4421-B95F-03484A9ADA4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7148723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F1B8B40-8B23-42BE-AA63-51C3EC7EFB26}"/>
              </a:ext>
            </a:extLst>
          </p:cNvPr>
          <p:cNvPicPr>
            <a:picLocks xmlns:a="http://schemas.openxmlformats.org/drawingml/2006/main" noChangeAspect="1"/>
          </p:cNvPicPr>
          <p:nvPr/>
        </p:nvPicPr>
        <p:blipFill>
          <a:blip xmlns:r="http://schemas.openxmlformats.org/officeDocument/2006/relationships" xmlns:a="http://schemas.openxmlformats.org/drawingml/2006/main" r:embed="Re892d202abba48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676BE3D-86B0-4C7A-84E5-D004B0241E1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00697D-D818-4A30-A1E6-33736ACC3C5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FBF8CAB-4226-41B8-A27A-F2F7A534F57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B5F76FE-A374-4F78-9476-FD245D5E1E2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6EC46F9-9C36-49C3-B80C-7F70851B96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E9DE93F8-531E-4EFA-BB4F-F2039D74081D}"/>
              </a:ext>
            </a:extLst>
          </p:cNvPr>
          <p:cNvPicPr>
            <a:picLocks xmlns:a="http://schemas.openxmlformats.org/drawingml/2006/main" noChangeAspect="1"/>
          </p:cNvPicPr>
          <p:nvPr/>
        </p:nvPicPr>
        <p:blipFill>
          <a:blip xmlns:r="http://schemas.openxmlformats.org/officeDocument/2006/relationships" xmlns:a="http://schemas.openxmlformats.org/drawingml/2006/main" r:embed="R05181bb74d434a43"/>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4B3D9CF8-5221-46E8-8BB5-72C69F6DA03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1D5D9890-A42D-43A5-B463-56C7FA524AB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9416821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7D39360-FE81-4824-BD32-D5BA3AE80F29}"/>
              </a:ext>
            </a:extLst>
          </p:cNvPr>
          <p:cNvPicPr>
            <a:picLocks xmlns:a="http://schemas.openxmlformats.org/drawingml/2006/main" noChangeAspect="1"/>
          </p:cNvPicPr>
          <p:nvPr/>
        </p:nvPicPr>
        <p:blipFill>
          <a:blip xmlns:r="http://schemas.openxmlformats.org/officeDocument/2006/relationships" xmlns:a="http://schemas.openxmlformats.org/drawingml/2006/main" r:embed="Rd3ae0dc3e25c45e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F4980EA-663F-4D7A-98AE-5813920396F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BE0C52A-A344-45C1-A897-EBB653BAA44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E5A0097-665C-4B4F-98DE-6EAA0F13C9F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89295C-2ACC-4B6C-828D-3D0254CE772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BDE4620-756C-49D4-AE88-3597BD1C7A1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79972D81-AD3C-4963-A9BC-411D8F819651}"/>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83492A2B-79DC-481E-9A21-81F1535D3690}"/>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61A66941-1900-4869-96F2-6D2DFA47D85B}"/>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52F5204E-98F6-494F-8CE6-A06763CB5DB5}"/>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E009DBAC-5EDF-4104-A11D-C056C24E7A4F}"/>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67F3809E-33EB-45AD-BA63-2BC545B8D3CA}"/>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92484744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F830EBC-2AE2-489A-B0B2-3FBE52A5687D}"/>
              </a:ext>
            </a:extLst>
          </p:cNvPr>
          <p:cNvPicPr>
            <a:picLocks xmlns:a="http://schemas.openxmlformats.org/drawingml/2006/main" noChangeAspect="1"/>
          </p:cNvPicPr>
          <p:nvPr/>
        </p:nvPicPr>
        <p:blipFill>
          <a:blip xmlns:r="http://schemas.openxmlformats.org/officeDocument/2006/relationships" xmlns:a="http://schemas.openxmlformats.org/drawingml/2006/main" r:embed="R18c8adc382414a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EDA269B-4414-4FCF-8534-D492EF0298A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525E383-D8A1-4DA9-A02A-9948A49ADE0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F9AA4D6-D635-4794-8407-FE20A6BA96F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8CD76E5-5B02-4B79-B86C-CEB3D880A9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07C2C07-642E-43C0-9888-2406997C7FD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A129F616-3B6E-4B14-9258-6C39AE935D2E}"/>
              </a:ext>
            </a:extLst>
          </p:cNvPr>
          <p:cNvPicPr>
            <a:picLocks xmlns:a="http://schemas.openxmlformats.org/drawingml/2006/main" noChangeAspect="1"/>
          </p:cNvPicPr>
          <p:nvPr/>
        </p:nvPicPr>
        <p:blipFill>
          <a:blip xmlns:r="http://schemas.openxmlformats.org/officeDocument/2006/relationships" xmlns:a="http://schemas.openxmlformats.org/drawingml/2006/main" r:embed="Rcab175dd9342419c"/>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1405F5DE-BFB6-4955-AC58-62E20ABFEBA2}"/>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4C824A92-7D8E-4E14-8E6B-36402B674F77}"/>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E1C6EC9-C3CF-4DC2-9ACE-BEBD6E5925D0}"/>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5AC41E5-AD7C-4CF7-B19D-6E9B19AEED61}"/>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D095627C-6F35-4805-8283-B71D71D0F5A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37C1F5B1-B9D4-489E-97FA-183838DAB5B1}"/>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90432778-E375-4228-A0B6-B3E0A998ADEF}"/>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87B65C60-6B1B-4774-B4DD-D2F76872F43F}"/>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2EAABDB7-65B3-447A-B338-94492D8E77F8}"/>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65774281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75A369F-8BE9-49B0-9AA8-F67C47743EAE}"/>
              </a:ext>
            </a:extLst>
          </p:cNvPr>
          <p:cNvPicPr>
            <a:picLocks xmlns:a="http://schemas.openxmlformats.org/drawingml/2006/main" noChangeAspect="1"/>
          </p:cNvPicPr>
          <p:nvPr/>
        </p:nvPicPr>
        <p:blipFill>
          <a:blip xmlns:r="http://schemas.openxmlformats.org/officeDocument/2006/relationships" xmlns:a="http://schemas.openxmlformats.org/drawingml/2006/main" r:embed="Rdd895934ecc14a9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9FF5125-A606-4A8F-A2A0-395114B6EF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1F8273-D6FD-4E9B-9119-ACC528361D7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07B95EF-BCEE-489D-AAF8-B5CC18ED37A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32B2CF1-252E-46D6-8E01-D18E5DD331F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24E42F6-18AA-4870-BF14-4514C4BFCD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5D51FDDD-3DA9-49E6-B590-BD9C0E7C2DC2}"/>
              </a:ext>
            </a:extLst>
          </p:cNvPr>
          <p:cNvPicPr>
            <a:picLocks xmlns:a="http://schemas.openxmlformats.org/drawingml/2006/main" noChangeAspect="1"/>
          </p:cNvPicPr>
          <p:nvPr/>
        </p:nvPicPr>
        <p:blipFill>
          <a:blip xmlns:r="http://schemas.openxmlformats.org/officeDocument/2006/relationships" xmlns:a="http://schemas.openxmlformats.org/drawingml/2006/main" r:embed="R63f614a5dde74d73"/>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78589BC-1CB8-4710-8F66-11FFABFEA748}"/>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F7EF391B-18D1-4C1B-9B4A-7A22554D3DC5}"/>
              </a:ext>
            </a:extLst>
          </p:cNvPr>
          <p:cNvPicPr>
            <a:picLocks xmlns:a="http://schemas.openxmlformats.org/drawingml/2006/main" noChangeAspect="1"/>
          </p:cNvPicPr>
          <p:nvPr/>
        </p:nvPicPr>
        <p:blipFill>
          <a:blip xmlns:r="http://schemas.openxmlformats.org/officeDocument/2006/relationships" xmlns:a="http://schemas.openxmlformats.org/drawingml/2006/main" r:embed="Rbf55b56a98564547"/>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53F99355-D160-4FAC-BB37-F8E971DCEBB3}"/>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B9904EDD-BAE4-4370-AE95-B4606F67575A}"/>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80ED59B4-CE97-4F8F-9B5D-D90ACB8CA30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A836C21-286E-4215-A1EC-311A5EDC30D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4545125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0FC07C5-33E4-4740-82CA-4D8E560FEEDD}"/>
              </a:ext>
            </a:extLst>
          </p:cNvPr>
          <p:cNvPicPr>
            <a:picLocks xmlns:a="http://schemas.openxmlformats.org/drawingml/2006/main" noChangeAspect="1"/>
          </p:cNvPicPr>
          <p:nvPr/>
        </p:nvPicPr>
        <p:blipFill>
          <a:blip xmlns:r="http://schemas.openxmlformats.org/officeDocument/2006/relationships" xmlns:a="http://schemas.openxmlformats.org/drawingml/2006/main" r:embed="R3bf0ac7278214f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E3FAD1-0D9B-47AB-A8B1-B8A8F510262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5BBEC9-972F-4564-82A4-D6347E8DF63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F9EDE3B-9935-42BB-868A-A788A602E0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832D8AC-68DF-4771-ADF9-4B937246B13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4161C2F-A635-49AE-8492-A258E1CE05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8A80F865-AF3A-4D48-957B-DBB5174B6445}"/>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FE31004-CEA5-4968-B351-4801C039CCC7}"/>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78C8299-F7D1-4173-849A-27D5E2337AFE}"/>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2669497-389D-4005-8B8C-3D936D528F9B}"/>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1E20AB6-EBF8-4BC6-AEBA-63859DFDA77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660347446"/>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4F1E6611-9E29-461E-B198-565CF2E0D8C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AA9F6496-6C2A-4DEB-A2E4-F8A7A95ABD0B}"/>
              </a:ext>
            </a:extLst>
          </p:cNvPr>
          <p:cNvPicPr>
            <a:picLocks xmlns:a="http://schemas.openxmlformats.org/drawingml/2006/main" noChangeAspect="1"/>
          </p:cNvPicPr>
          <p:nvPr/>
        </p:nvPicPr>
        <p:blipFill>
          <a:blip xmlns:r="http://schemas.openxmlformats.org/officeDocument/2006/relationships" xmlns:a="http://schemas.openxmlformats.org/drawingml/2006/main" r:embed="R0e534c83ab32461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B6C242AD-8A26-4347-83AF-BBDF31C7D20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F1795F7C-0AD7-4401-99E2-6317031F977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19DDD6A5-D2AB-43EA-9A51-4CEACE01423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89B92E5E-CB95-4045-BCCF-B97EC527824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88123970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7396438-522F-4814-BA05-D8AC60CF95A5}"/>
              </a:ext>
            </a:extLst>
          </p:cNvPr>
          <p:cNvPicPr>
            <a:picLocks xmlns:a="http://schemas.openxmlformats.org/drawingml/2006/main" noChangeAspect="1"/>
          </p:cNvPicPr>
          <p:nvPr/>
        </p:nvPicPr>
        <p:blipFill>
          <a:blip xmlns:r="http://schemas.openxmlformats.org/officeDocument/2006/relationships" xmlns:a="http://schemas.openxmlformats.org/drawingml/2006/main" r:embed="R87531c9b20c941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A08C04-A0A1-4982-B398-F6244ED500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CCA3C6-D5B4-47F9-8BC2-F7845B57E71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3F6FEAB-15DB-4945-9C2C-36F631EB3C5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F6AB8CA-D6FD-4F12-B2A2-FAF87E47DD9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19AA6587-A4A5-4060-BAA4-2E83D5F85F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E4C8C1D8-C7BA-42EA-B69C-00D621124009}"/>
              </a:ext>
            </a:extLst>
          </p:cNvPr>
          <p:cNvPicPr>
            <a:picLocks xmlns:a="http://schemas.openxmlformats.org/drawingml/2006/main" noChangeAspect="1"/>
          </p:cNvPicPr>
          <p:nvPr/>
        </p:nvPicPr>
        <p:blipFill>
          <a:blip xmlns:r="http://schemas.openxmlformats.org/officeDocument/2006/relationships" xmlns:a="http://schemas.openxmlformats.org/drawingml/2006/main" r:embed="R03fcb2d72d9149d6"/>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6393740-3F7F-431C-BAC9-5DB2D6FCEFED}"/>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3B1DF42C-EF83-48CF-8E93-99ABED8FC188}"/>
              </a:ext>
            </a:extLst>
          </p:cNvPr>
          <p:cNvPicPr>
            <a:picLocks xmlns:a="http://schemas.openxmlformats.org/drawingml/2006/main" noChangeAspect="1"/>
          </p:cNvPicPr>
          <p:nvPr/>
        </p:nvPicPr>
        <p:blipFill>
          <a:blip xmlns:r="http://schemas.openxmlformats.org/officeDocument/2006/relationships" xmlns:a="http://schemas.openxmlformats.org/drawingml/2006/main" r:embed="R2fc97d8591a64582"/>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A7FA365-65C6-4F66-AC8E-D58319168C83}"/>
              </a:ext>
            </a:extLst>
          </p:cNvPr>
          <p:cNvPicPr>
            <a:picLocks xmlns:a="http://schemas.openxmlformats.org/drawingml/2006/main" noChangeAspect="1"/>
          </p:cNvPicPr>
          <p:nvPr/>
        </p:nvPicPr>
        <p:blipFill>
          <a:blip xmlns:r="http://schemas.openxmlformats.org/officeDocument/2006/relationships" xmlns:a="http://schemas.openxmlformats.org/drawingml/2006/main" r:embed="Rd1556ca9c4e644a5"/>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1BC422A-06F2-40EF-822E-38E6B19DEAFA}"/>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00E698CF-62A1-4842-A062-BAFA5CD8936D}"/>
              </a:ext>
            </a:extLst>
          </p:cNvPr>
          <p:cNvPicPr>
            <a:picLocks xmlns:a="http://schemas.openxmlformats.org/drawingml/2006/main" noChangeAspect="1"/>
          </p:cNvPicPr>
          <p:nvPr/>
        </p:nvPicPr>
        <p:blipFill>
          <a:blip xmlns:r="http://schemas.openxmlformats.org/officeDocument/2006/relationships" xmlns:a="http://schemas.openxmlformats.org/drawingml/2006/main" r:embed="R6648772d53d84bcd"/>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95858618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5319BF0-B0F2-4E12-917F-9787CDE6F0CC}"/>
              </a:ext>
            </a:extLst>
          </p:cNvPr>
          <p:cNvPicPr>
            <a:picLocks xmlns:a="http://schemas.openxmlformats.org/drawingml/2006/main" noChangeAspect="1"/>
          </p:cNvPicPr>
          <p:nvPr/>
        </p:nvPicPr>
        <p:blipFill>
          <a:blip xmlns:r="http://schemas.openxmlformats.org/officeDocument/2006/relationships" xmlns:a="http://schemas.openxmlformats.org/drawingml/2006/main" r:embed="R9f00d02aa1864a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85BC38-0684-4AB1-830E-6DD1E484D22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63CAB50-AE30-4BE6-8756-D9BF64E2FBC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C123C37-2EA1-427F-BF57-1EA17AE9CCE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A79018F-AB41-4CC5-BB3E-0CFC1C3DA1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00F0887E-2131-4F6A-9097-0982E9BFCB4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03AF3BBA-4638-4C1A-AAD0-1A7D2B20BA51}"/>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E30116DC-E83F-4161-8BA8-96B9506F17C9}"/>
              </a:ext>
            </a:extLst>
          </p:cNvPr>
          <p:cNvPicPr>
            <a:picLocks xmlns:a="http://schemas.openxmlformats.org/drawingml/2006/main" noChangeAspect="1"/>
          </p:cNvPicPr>
          <p:nvPr/>
        </p:nvPicPr>
        <p:blipFill>
          <a:blip xmlns:r="http://schemas.openxmlformats.org/officeDocument/2006/relationships" xmlns:a="http://schemas.openxmlformats.org/drawingml/2006/main" r:embed="Rab80dfb8731a4267"/>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2319F27-30ED-4FBC-9A21-167C72E791A3}"/>
              </a:ext>
            </a:extLst>
          </p:cNvPr>
          <p:cNvPicPr>
            <a:picLocks xmlns:a="http://schemas.openxmlformats.org/drawingml/2006/main" noChangeAspect="1"/>
          </p:cNvPicPr>
          <p:nvPr/>
        </p:nvPicPr>
        <p:blipFill>
          <a:blip xmlns:r="http://schemas.openxmlformats.org/officeDocument/2006/relationships" xmlns:a="http://schemas.openxmlformats.org/drawingml/2006/main" r:embed="Raabe1409a0b34b35"/>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D5DE3A4B-441F-4E77-B7F7-DCD83C84B2C0}"/>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091E04B-D260-48FD-942D-D8AA05405992}"/>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8B214E96-E838-4042-B235-978CFAD04FA5}"/>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47EA9EA-900D-4210-8D5D-1B88F9C3AF53}"/>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51763589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764FD6C-23C5-4EF1-97DF-08E222C98886}"/>
              </a:ext>
            </a:extLst>
          </p:cNvPr>
          <p:cNvPicPr>
            <a:picLocks xmlns:a="http://schemas.openxmlformats.org/drawingml/2006/main" noChangeAspect="1"/>
          </p:cNvPicPr>
          <p:nvPr/>
        </p:nvPicPr>
        <p:blipFill>
          <a:blip xmlns:r="http://schemas.openxmlformats.org/officeDocument/2006/relationships" xmlns:a="http://schemas.openxmlformats.org/drawingml/2006/main" r:embed="Ra8bbed78db5d4ba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50DA436-E759-4E09-8F55-EC4D72B6CDE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DF5729-289A-4A12-B474-93A833C168B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5E4D06F-B919-422B-B001-16F1D9141A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E2222BF-A5C5-4400-B364-5C930C058DE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16DDCD9-F532-42C7-B6AD-7F4D7DD94DD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95995EA8-16AE-4F30-AE9C-C80804C08428}"/>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F437D47A-CF31-458C-8287-9B8C24F6C876}"/>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08F73C07-0C9C-4E89-82EC-EB17B24E8296}"/>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5FC4B802-763D-425A-867A-B9020EF57227}"/>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BF12475-CF82-491F-83B3-73253852F261}"/>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26E71A11-0CC0-4080-8D05-35CAF3B843DF}"/>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6304749-53C4-4AAA-95E7-7BCB0AF6BADA}"/>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71846284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EA3CDDC-E4F2-423D-909F-917537E50621}"/>
              </a:ext>
            </a:extLst>
          </p:cNvPr>
          <p:cNvPicPr>
            <a:picLocks xmlns:a="http://schemas.openxmlformats.org/drawingml/2006/main" noChangeAspect="1"/>
          </p:cNvPicPr>
          <p:nvPr/>
        </p:nvPicPr>
        <p:blipFill>
          <a:blip xmlns:r="http://schemas.openxmlformats.org/officeDocument/2006/relationships" xmlns:a="http://schemas.openxmlformats.org/drawingml/2006/main" r:embed="R2328128232f244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B636E0-ABCD-4CDD-812D-DBF60D80BA7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E16CC5D-3FA6-47F6-8A20-E452AA810C5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0646C53-D581-4970-A8C0-14DD59E56F0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0B1ACE-33F9-453A-93E2-3E0C21A18A2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AFF6BEB-C987-479E-95D8-04CF077080B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85F5EB50-B449-4C6E-A5EC-8E6012391F4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D6D6B9E-6247-4DD6-B42A-912FD53AFD16}"/>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CFAEF7B-10FB-460E-BD7E-19B4C729394A}"/>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38369FB-E1D8-4E5E-B118-625EB6742927}"/>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2E72109-2616-4376-B3D8-B317D8902D34}"/>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7DDE178-FBA7-4A49-A445-086F9987626F}"/>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32749515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4597C14-74FC-4253-A187-4005BF8C1BE2}"/>
              </a:ext>
            </a:extLst>
          </p:cNvPr>
          <p:cNvPicPr>
            <a:picLocks xmlns:a="http://schemas.openxmlformats.org/drawingml/2006/main" noChangeAspect="1"/>
          </p:cNvPicPr>
          <p:nvPr/>
        </p:nvPicPr>
        <p:blipFill>
          <a:blip xmlns:r="http://schemas.openxmlformats.org/officeDocument/2006/relationships" xmlns:a="http://schemas.openxmlformats.org/drawingml/2006/main" r:embed="Re294057c553047e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BD7474D-4EE2-4892-8A27-41C0F0E620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20CBA50-9F96-4801-BD77-F601D3F939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8C95F80-9267-4406-9D72-DE264C79B3B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688DC0E-9DDE-446C-B543-097F8C82D42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64F6572-2955-4E42-A39A-99C8BFD0AFD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13500F9B-4AFB-438B-981D-B4C6326C75F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3D63AF94-2786-4E76-A1D2-FB298089793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03F249D3-860F-498B-95A6-D2D5EE5A82D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C245E9E-644F-4BCC-A7BB-68D973779420}"/>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9210B92C-5FB9-4F75-A141-D6618F93A15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30D331F6-C579-445E-A386-4216843526B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60877656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4B96322-BF69-4618-B4B0-A98E34D148D8}"/>
              </a:ext>
            </a:extLst>
          </p:cNvPr>
          <p:cNvPicPr>
            <a:picLocks xmlns:a="http://schemas.openxmlformats.org/drawingml/2006/main" noChangeAspect="1"/>
          </p:cNvPicPr>
          <p:nvPr/>
        </p:nvPicPr>
        <p:blipFill>
          <a:blip xmlns:r="http://schemas.openxmlformats.org/officeDocument/2006/relationships" xmlns:a="http://schemas.openxmlformats.org/drawingml/2006/main" r:embed="R46a12cba05924eb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917CBD-CF33-462C-AC28-5B724A7BF22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7F06CF-0673-49C6-95FC-F806F5546D7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2ED7F06-4BA3-46D4-A3BF-DA91DBBA32A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343B9BD-2D3F-4314-B287-93E6D9E9308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D874DA8-5BE6-4BD9-9640-0BBFAC93582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E298D857-CFB4-4BFA-B70C-72A421DC3F8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0DBA1AB-AF7C-4964-8870-5D46B08FEDA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414C53B-E42F-4E55-BC9D-0E4C693F0FD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DE3D1D5-B4B8-4471-8C5E-8327D0E6BBC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DA22D5E-B586-4AA9-B3CB-CD6606407394}"/>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80B195A-74A5-439E-83BF-692007CDD374}"/>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213061167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6AA2A7-B297-4613-823A-71DA815CCE7D}"/>
              </a:ext>
            </a:extLst>
          </p:cNvPr>
          <p:cNvPicPr>
            <a:picLocks xmlns:a="http://schemas.openxmlformats.org/drawingml/2006/main" noChangeAspect="1"/>
          </p:cNvPicPr>
          <p:nvPr/>
        </p:nvPicPr>
        <p:blipFill>
          <a:blip xmlns:r="http://schemas.openxmlformats.org/officeDocument/2006/relationships" xmlns:a="http://schemas.openxmlformats.org/drawingml/2006/main" r:embed="R1a3cc60216f84b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5F9BA9-61DA-4126-BD3A-062EB87A55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1393D60-3ACA-4391-8022-351588CB9F7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01FC5BC-926D-4285-99F2-006FC53972E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FA3BC97-22FB-4ED2-9F1B-A5F9A813843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2BC18D6-4098-45A1-9C41-B25F484D1B5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969D4EF3-43CF-4EEE-8FAF-61EF97A8222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19E074E9-4976-4DB1-A111-69CF84977566}"/>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9FEF90A3-9973-4990-81F6-908E5C7ACE5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B4248D75-C1EB-4487-A020-859AFBA2FBA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22032A06-BCD8-4FEE-8ADB-7738B5AA219B}"/>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2D8A3F3-1322-4410-BA7D-E11AC549B7D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70604827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76FFD0C-2848-4348-B814-315F3F01ACEB}"/>
              </a:ext>
            </a:extLst>
          </p:cNvPr>
          <p:cNvPicPr>
            <a:picLocks xmlns:a="http://schemas.openxmlformats.org/drawingml/2006/main" noChangeAspect="1"/>
          </p:cNvPicPr>
          <p:nvPr/>
        </p:nvPicPr>
        <p:blipFill>
          <a:blip xmlns:r="http://schemas.openxmlformats.org/officeDocument/2006/relationships" xmlns:a="http://schemas.openxmlformats.org/drawingml/2006/main" r:embed="Re84a135342da4d3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169BB4-FF7A-4FC0-A9F9-6AA4D7718D1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D3FF92-15AD-4030-B6A8-CFF17832AE5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A18190F-FC4B-4766-8471-F421002E4F2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D12C4D0-2C56-42F0-B1B8-6BE8C453E2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5D679E0E-2199-4C37-9A37-B842EA743BC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81129DEC-9AEC-4E5F-B04C-FA57B1C0AF5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4779653A-9EE8-4AA0-B357-0D50B1495C7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2E57A145-4BA7-44F8-8BC9-B0D6B745B92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85DB7E37-630F-4169-AF7D-5EF41F17941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9DCC000C-2C13-460D-A223-7F4656BD312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BD67D5B-AE4C-48E4-AF95-70CB5267443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01006024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7BA4F79-51E2-4F90-B41B-65FDA666E4F7}"/>
              </a:ext>
            </a:extLst>
          </p:cNvPr>
          <p:cNvPicPr>
            <a:picLocks xmlns:a="http://schemas.openxmlformats.org/drawingml/2006/main" noChangeAspect="1"/>
          </p:cNvPicPr>
          <p:nvPr/>
        </p:nvPicPr>
        <p:blipFill>
          <a:blip xmlns:r="http://schemas.openxmlformats.org/officeDocument/2006/relationships" xmlns:a="http://schemas.openxmlformats.org/drawingml/2006/main" r:embed="R1da6d099b79449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B2E063-C21B-4F6E-B09F-533A3BF52B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C3DBF34-C402-4D57-B542-34B5E27F0A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8CA241D-D17D-450E-B5F4-BCA406ABFD7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2C49BEF-0125-4777-A7F5-2A7EA640F39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407194D6-FAB5-4D79-9FE6-7E0B7048E98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BC2ACB9C-15FA-47C4-9B0C-B2866339F2E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6D3F051E-0387-4D1B-AD1B-765818CE2F3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91C62DBF-29EE-4370-9C44-24D9663B748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4829F77C-506D-4AC5-A44E-84279F1D585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4A3D90ED-63D2-4D85-AC92-A2C6EAFA897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94B082E-98AC-4645-AFA4-7D22002230FF}"/>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7067389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2026-10-27T14:01:18.7560000Z</dcterms:created>
  <dcterms:modified xsi:type="dcterms:W3CDTF">2026-10-27T14:01:18.7560000Z</dcterms:modified>
</coreProperties>
</file>