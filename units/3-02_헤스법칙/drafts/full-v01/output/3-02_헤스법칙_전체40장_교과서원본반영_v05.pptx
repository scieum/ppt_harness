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2fdcde7b5b4b86" /><Relationship Type="http://schemas.openxmlformats.org/officeDocument/2006/relationships/extended-properties" Target="/docProps/app.xml" Id="R05ce39e02b854385" /><Relationship Type="http://schemas.openxmlformats.org/officeDocument/2006/relationships/officeDocument" Target="/ppt/presentation.xml" Id="R9f0062587e8b47f7" /></Relationships>
</file>

<file path=ppt/presentation.xml><?xml version="1.0" encoding="utf-8"?>
<p:presentation xmlns:p="http://schemas.openxmlformats.org/presentationml/2006/main">
  <p:sldMasterIdLst>
    <p:sldMasterId xmlns:r="http://schemas.openxmlformats.org/officeDocument/2006/relationships" id="2147483648" r:id="R9af34f6c645c4ba7"/>
  </p:sldMasterIdLst>
  <p:notesMasterIdLst>
    <p:notesMasterId xmlns:r="http://schemas.openxmlformats.org/officeDocument/2006/relationships" r:id="Reeb8645bce8a4291"/>
  </p:notesMasterIdLst>
  <p:sldIdLst>
    <p:sldId xmlns:r="http://schemas.openxmlformats.org/officeDocument/2006/relationships" id="256" r:id="R5da27a0d34b1491a"/>
    <p:sldId xmlns:r="http://schemas.openxmlformats.org/officeDocument/2006/relationships" id="257" r:id="R4f995106221e4c5c"/>
    <p:sldId xmlns:r="http://schemas.openxmlformats.org/officeDocument/2006/relationships" id="258" r:id="R484536c529134e90"/>
    <p:sldId xmlns:r="http://schemas.openxmlformats.org/officeDocument/2006/relationships" id="259" r:id="R124b3f80d5d14e92"/>
    <p:sldId xmlns:r="http://schemas.openxmlformats.org/officeDocument/2006/relationships" id="260" r:id="R053b3ba79e2847d3"/>
    <p:sldId xmlns:r="http://schemas.openxmlformats.org/officeDocument/2006/relationships" id="261" r:id="R475a5481fc8d4c5b"/>
    <p:sldId xmlns:r="http://schemas.openxmlformats.org/officeDocument/2006/relationships" id="262" r:id="Re33166b3b1544756"/>
    <p:sldId xmlns:r="http://schemas.openxmlformats.org/officeDocument/2006/relationships" id="263" r:id="R0f2852bc2111490d"/>
    <p:sldId xmlns:r="http://schemas.openxmlformats.org/officeDocument/2006/relationships" id="264" r:id="R986bc90a91274a4a"/>
    <p:sldId xmlns:r="http://schemas.openxmlformats.org/officeDocument/2006/relationships" id="265" r:id="R6a59c10180c04da1"/>
    <p:sldId xmlns:r="http://schemas.openxmlformats.org/officeDocument/2006/relationships" id="266" r:id="Rc8a1b51920464ff6"/>
    <p:sldId xmlns:r="http://schemas.openxmlformats.org/officeDocument/2006/relationships" id="267" r:id="Refd3c332b4d74caa"/>
    <p:sldId xmlns:r="http://schemas.openxmlformats.org/officeDocument/2006/relationships" id="268" r:id="Rf4f8776c01ba4304"/>
    <p:sldId xmlns:r="http://schemas.openxmlformats.org/officeDocument/2006/relationships" id="269" r:id="R4547e8f2404f4cd3"/>
    <p:sldId xmlns:r="http://schemas.openxmlformats.org/officeDocument/2006/relationships" id="270" r:id="Racad1a4c1a034135"/>
    <p:sldId xmlns:r="http://schemas.openxmlformats.org/officeDocument/2006/relationships" id="271" r:id="Ra876e296254442bd"/>
    <p:sldId xmlns:r="http://schemas.openxmlformats.org/officeDocument/2006/relationships" id="272" r:id="Rfc106087435542df"/>
    <p:sldId xmlns:r="http://schemas.openxmlformats.org/officeDocument/2006/relationships" id="273" r:id="Rec46d08fcbd5465c"/>
    <p:sldId xmlns:r="http://schemas.openxmlformats.org/officeDocument/2006/relationships" id="274" r:id="Rad24cc28f8a7450b"/>
    <p:sldId xmlns:r="http://schemas.openxmlformats.org/officeDocument/2006/relationships" id="275" r:id="Re80e34b9bb9e43c5"/>
    <p:sldId xmlns:r="http://schemas.openxmlformats.org/officeDocument/2006/relationships" id="276" r:id="R0efe14a0eff24cf1"/>
    <p:sldId xmlns:r="http://schemas.openxmlformats.org/officeDocument/2006/relationships" id="277" r:id="Rbc17dcc05cd94b36"/>
    <p:sldId xmlns:r="http://schemas.openxmlformats.org/officeDocument/2006/relationships" id="278" r:id="R09ac99d2f56c45bc"/>
    <p:sldId xmlns:r="http://schemas.openxmlformats.org/officeDocument/2006/relationships" id="279" r:id="R54905032d7c54f4e"/>
    <p:sldId xmlns:r="http://schemas.openxmlformats.org/officeDocument/2006/relationships" id="280" r:id="R7ab00b1942f847db"/>
    <p:sldId xmlns:r="http://schemas.openxmlformats.org/officeDocument/2006/relationships" id="281" r:id="R51e40845f50041e7"/>
    <p:sldId xmlns:r="http://schemas.openxmlformats.org/officeDocument/2006/relationships" id="282" r:id="R4cfeef19674746b6"/>
    <p:sldId xmlns:r="http://schemas.openxmlformats.org/officeDocument/2006/relationships" id="283" r:id="R5921daadcc454a2a"/>
    <p:sldId xmlns:r="http://schemas.openxmlformats.org/officeDocument/2006/relationships" id="284" r:id="Red81d27eee684c3c"/>
    <p:sldId xmlns:r="http://schemas.openxmlformats.org/officeDocument/2006/relationships" id="285" r:id="R39e8bd4a020a4cbe"/>
    <p:sldId xmlns:r="http://schemas.openxmlformats.org/officeDocument/2006/relationships" id="286" r:id="R927ed5ab8b8743e4"/>
    <p:sldId xmlns:r="http://schemas.openxmlformats.org/officeDocument/2006/relationships" id="287" r:id="R79ed2f85a0d54d5a"/>
    <p:sldId xmlns:r="http://schemas.openxmlformats.org/officeDocument/2006/relationships" id="288" r:id="R723d4eb8ef454662"/>
    <p:sldId xmlns:r="http://schemas.openxmlformats.org/officeDocument/2006/relationships" id="289" r:id="R54c41d1873464720"/>
    <p:sldId xmlns:r="http://schemas.openxmlformats.org/officeDocument/2006/relationships" id="290" r:id="R52a341cd1b064474"/>
    <p:sldId xmlns:r="http://schemas.openxmlformats.org/officeDocument/2006/relationships" id="291" r:id="R56bedc4f164d495f"/>
    <p:sldId xmlns:r="http://schemas.openxmlformats.org/officeDocument/2006/relationships" id="292" r:id="R982198f0e69b4e6d"/>
    <p:sldId xmlns:r="http://schemas.openxmlformats.org/officeDocument/2006/relationships" id="293" r:id="R0357b195550c4729"/>
    <p:sldId xmlns:r="http://schemas.openxmlformats.org/officeDocument/2006/relationships" id="294" r:id="Rf63adba2b0a14b8a"/>
    <p:sldId xmlns:r="http://schemas.openxmlformats.org/officeDocument/2006/relationships" id="295" r:id="Rd0d33d18be884f3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c6692d42134f0d" /><Relationship Type="http://schemas.openxmlformats.org/officeDocument/2006/relationships/slideMaster" Target="/ppt/slideMasters/slideMaster1.xml" Id="R9af34f6c645c4ba7" /><Relationship Type="http://schemas.openxmlformats.org/officeDocument/2006/relationships/notesMaster" Target="/ppt/notesMasters/notesMaster1.xml" Id="Reeb8645bce8a4291" /><Relationship Type="http://schemas.openxmlformats.org/officeDocument/2006/relationships/presProps" Target="/ppt/presProps.xml" Id="R2793b0079ba64c04" /><Relationship Type="http://schemas.openxmlformats.org/officeDocument/2006/relationships/tableStyles" Target="/ppt/tableStyles.xml" Id="R21634e3b45c1483f" /><Relationship Type="http://schemas.openxmlformats.org/officeDocument/2006/relationships/slide" Target="/ppt/slides/slide1.xml" Id="R5da27a0d34b1491a" /><Relationship Type="http://schemas.openxmlformats.org/officeDocument/2006/relationships/slide" Target="/ppt/slides/slide2.xml" Id="R4f995106221e4c5c" /><Relationship Type="http://schemas.openxmlformats.org/officeDocument/2006/relationships/slide" Target="/ppt/slides/slide3.xml" Id="R484536c529134e90" /><Relationship Type="http://schemas.openxmlformats.org/officeDocument/2006/relationships/slide" Target="/ppt/slides/slide4.xml" Id="R124b3f80d5d14e92" /><Relationship Type="http://schemas.openxmlformats.org/officeDocument/2006/relationships/slide" Target="/ppt/slides/slide5.xml" Id="R053b3ba79e2847d3" /><Relationship Type="http://schemas.openxmlformats.org/officeDocument/2006/relationships/slide" Target="/ppt/slides/slide6.xml" Id="R475a5481fc8d4c5b" /><Relationship Type="http://schemas.openxmlformats.org/officeDocument/2006/relationships/slide" Target="/ppt/slides/slide7.xml" Id="Re33166b3b1544756" /><Relationship Type="http://schemas.openxmlformats.org/officeDocument/2006/relationships/slide" Target="/ppt/slides/slide8.xml" Id="R0f2852bc2111490d" /><Relationship Type="http://schemas.openxmlformats.org/officeDocument/2006/relationships/slide" Target="/ppt/slides/slide9.xml" Id="R986bc90a91274a4a" /><Relationship Type="http://schemas.openxmlformats.org/officeDocument/2006/relationships/slide" Target="/ppt/slides/slide10.xml" Id="R6a59c10180c04da1" /><Relationship Type="http://schemas.openxmlformats.org/officeDocument/2006/relationships/slide" Target="/ppt/slides/slide11.xml" Id="Rc8a1b51920464ff6" /><Relationship Type="http://schemas.openxmlformats.org/officeDocument/2006/relationships/slide" Target="/ppt/slides/slide12.xml" Id="Refd3c332b4d74caa" /><Relationship Type="http://schemas.openxmlformats.org/officeDocument/2006/relationships/slide" Target="/ppt/slides/slide13.xml" Id="Rf4f8776c01ba4304" /><Relationship Type="http://schemas.openxmlformats.org/officeDocument/2006/relationships/slide" Target="/ppt/slides/slide14.xml" Id="R4547e8f2404f4cd3" /><Relationship Type="http://schemas.openxmlformats.org/officeDocument/2006/relationships/slide" Target="/ppt/slides/slide15.xml" Id="Racad1a4c1a034135" /><Relationship Type="http://schemas.openxmlformats.org/officeDocument/2006/relationships/slide" Target="/ppt/slides/slide16.xml" Id="Ra876e296254442bd" /><Relationship Type="http://schemas.openxmlformats.org/officeDocument/2006/relationships/slide" Target="/ppt/slides/slide17.xml" Id="Rfc106087435542df" /><Relationship Type="http://schemas.openxmlformats.org/officeDocument/2006/relationships/slide" Target="/ppt/slides/slide18.xml" Id="Rec46d08fcbd5465c" /><Relationship Type="http://schemas.openxmlformats.org/officeDocument/2006/relationships/slide" Target="/ppt/slides/slide19.xml" Id="Rad24cc28f8a7450b" /><Relationship Type="http://schemas.openxmlformats.org/officeDocument/2006/relationships/slide" Target="/ppt/slides/slide20.xml" Id="Re80e34b9bb9e43c5" /><Relationship Type="http://schemas.openxmlformats.org/officeDocument/2006/relationships/slide" Target="/ppt/slides/slide21.xml" Id="R0efe14a0eff24cf1" /><Relationship Type="http://schemas.openxmlformats.org/officeDocument/2006/relationships/slide" Target="/ppt/slides/slide22.xml" Id="Rbc17dcc05cd94b36" /><Relationship Type="http://schemas.openxmlformats.org/officeDocument/2006/relationships/slide" Target="/ppt/slides/slide23.xml" Id="R09ac99d2f56c45bc" /><Relationship Type="http://schemas.openxmlformats.org/officeDocument/2006/relationships/slide" Target="/ppt/slides/slide24.xml" Id="R54905032d7c54f4e" /><Relationship Type="http://schemas.openxmlformats.org/officeDocument/2006/relationships/slide" Target="/ppt/slides/slide25.xml" Id="R7ab00b1942f847db" /><Relationship Type="http://schemas.openxmlformats.org/officeDocument/2006/relationships/slide" Target="/ppt/slides/slide26.xml" Id="R51e40845f50041e7" /><Relationship Type="http://schemas.openxmlformats.org/officeDocument/2006/relationships/slide" Target="/ppt/slides/slide27.xml" Id="R4cfeef19674746b6" /><Relationship Type="http://schemas.openxmlformats.org/officeDocument/2006/relationships/slide" Target="/ppt/slides/slide28.xml" Id="R5921daadcc454a2a" /><Relationship Type="http://schemas.openxmlformats.org/officeDocument/2006/relationships/slide" Target="/ppt/slides/slide29.xml" Id="Red81d27eee684c3c" /><Relationship Type="http://schemas.openxmlformats.org/officeDocument/2006/relationships/slide" Target="/ppt/slides/slide30.xml" Id="R39e8bd4a020a4cbe" /><Relationship Type="http://schemas.openxmlformats.org/officeDocument/2006/relationships/slide" Target="/ppt/slides/slide31.xml" Id="R927ed5ab8b8743e4" /><Relationship Type="http://schemas.openxmlformats.org/officeDocument/2006/relationships/slide" Target="/ppt/slides/slide32.xml" Id="R79ed2f85a0d54d5a" /><Relationship Type="http://schemas.openxmlformats.org/officeDocument/2006/relationships/slide" Target="/ppt/slides/slide33.xml" Id="R723d4eb8ef454662" /><Relationship Type="http://schemas.openxmlformats.org/officeDocument/2006/relationships/slide" Target="/ppt/slides/slide34.xml" Id="R54c41d1873464720" /><Relationship Type="http://schemas.openxmlformats.org/officeDocument/2006/relationships/slide" Target="/ppt/slides/slide35.xml" Id="R52a341cd1b064474" /><Relationship Type="http://schemas.openxmlformats.org/officeDocument/2006/relationships/slide" Target="/ppt/slides/slide36.xml" Id="R56bedc4f164d495f" /><Relationship Type="http://schemas.openxmlformats.org/officeDocument/2006/relationships/slide" Target="/ppt/slides/slide37.xml" Id="R982198f0e69b4e6d" /><Relationship Type="http://schemas.openxmlformats.org/officeDocument/2006/relationships/slide" Target="/ppt/slides/slide38.xml" Id="R0357b195550c4729" /><Relationship Type="http://schemas.openxmlformats.org/officeDocument/2006/relationships/slide" Target="/ppt/slides/slide39.xml" Id="Rf63adba2b0a14b8a" /><Relationship Type="http://schemas.openxmlformats.org/officeDocument/2006/relationships/slide" Target="/ppt/slides/slide40.xml" Id="Rd0d33d18be884f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3c6177c86c40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a81a2c329a4d76" /><Relationship Type="http://schemas.openxmlformats.org/officeDocument/2006/relationships/notesMaster" Target="/ppt/notesMasters/notesMaster1.xml" Id="R94eee8ef31a445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9a7c94ab184d03" /><Relationship Type="http://schemas.openxmlformats.org/officeDocument/2006/relationships/notesMaster" Target="/ppt/notesMasters/notesMaster1.xml" Id="R720a0006795349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14b5cf88dd4c32" /><Relationship Type="http://schemas.openxmlformats.org/officeDocument/2006/relationships/notesMaster" Target="/ppt/notesMasters/notesMaster1.xml" Id="R69cb7012b4904d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fcda2b1f174128" /><Relationship Type="http://schemas.openxmlformats.org/officeDocument/2006/relationships/notesMaster" Target="/ppt/notesMasters/notesMaster1.xml" Id="R53a071597aba4c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3cb2696cd8461a" /><Relationship Type="http://schemas.openxmlformats.org/officeDocument/2006/relationships/notesMaster" Target="/ppt/notesMasters/notesMaster1.xml" Id="R261155e8d8864f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c0ed8d69c941bd" /><Relationship Type="http://schemas.openxmlformats.org/officeDocument/2006/relationships/notesMaster" Target="/ppt/notesMasters/notesMaster1.xml" Id="R1b3c1d39eb804b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a124556c2b46d4" /><Relationship Type="http://schemas.openxmlformats.org/officeDocument/2006/relationships/notesMaster" Target="/ppt/notesMasters/notesMaster1.xml" Id="R60654f98d0484d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84fa2228a64eba" /><Relationship Type="http://schemas.openxmlformats.org/officeDocument/2006/relationships/notesMaster" Target="/ppt/notesMasters/notesMaster1.xml" Id="R012cca3afb5049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b6acb0cf364627" /><Relationship Type="http://schemas.openxmlformats.org/officeDocument/2006/relationships/notesMaster" Target="/ppt/notesMasters/notesMaster1.xml" Id="R0523843b3dd14d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21e7b574e74570" /><Relationship Type="http://schemas.openxmlformats.org/officeDocument/2006/relationships/notesMaster" Target="/ppt/notesMasters/notesMaster1.xml" Id="Rba53e495f1ff4b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b1451ba4d814c36" /><Relationship Type="http://schemas.openxmlformats.org/officeDocument/2006/relationships/notesMaster" Target="/ppt/notesMasters/notesMaster1.xml" Id="R5dc73de7909940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73dbc82f40436c" /><Relationship Type="http://schemas.openxmlformats.org/officeDocument/2006/relationships/notesMaster" Target="/ppt/notesMasters/notesMaster1.xml" Id="R494fe7cfa4dc40d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b90a489851542f7" /><Relationship Type="http://schemas.openxmlformats.org/officeDocument/2006/relationships/notesMaster" Target="/ppt/notesMasters/notesMaster1.xml" Id="R0e534a357ce34f7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4dc5db57ad4a61" /><Relationship Type="http://schemas.openxmlformats.org/officeDocument/2006/relationships/notesMaster" Target="/ppt/notesMasters/notesMaster1.xml" Id="R2804c1f72ce64aa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66b7e314a3544b5" /><Relationship Type="http://schemas.openxmlformats.org/officeDocument/2006/relationships/notesMaster" Target="/ppt/notesMasters/notesMaster1.xml" Id="R6986dbb6e48e402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02acaee542b4a96" /><Relationship Type="http://schemas.openxmlformats.org/officeDocument/2006/relationships/notesMaster" Target="/ppt/notesMasters/notesMaster1.xml" Id="Ra2a874e8d8664e2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a55572d9a6046c0" /><Relationship Type="http://schemas.openxmlformats.org/officeDocument/2006/relationships/notesMaster" Target="/ppt/notesMasters/notesMaster1.xml" Id="R031886ac75f9495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9676dfc3e324de4" /><Relationship Type="http://schemas.openxmlformats.org/officeDocument/2006/relationships/notesMaster" Target="/ppt/notesMasters/notesMaster1.xml" Id="R142fef42683c4a1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206d19cc69a4008" /><Relationship Type="http://schemas.openxmlformats.org/officeDocument/2006/relationships/notesMaster" Target="/ppt/notesMasters/notesMaster1.xml" Id="R027a2d9d775647d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47734faa4f143b2" /><Relationship Type="http://schemas.openxmlformats.org/officeDocument/2006/relationships/notesMaster" Target="/ppt/notesMasters/notesMaster1.xml" Id="Ra2de5e786627433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4bb0096269c4f9f" /><Relationship Type="http://schemas.openxmlformats.org/officeDocument/2006/relationships/notesMaster" Target="/ppt/notesMasters/notesMaster1.xml" Id="R114ba39e252e4a7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6d84850114d48a3" /><Relationship Type="http://schemas.openxmlformats.org/officeDocument/2006/relationships/notesMaster" Target="/ppt/notesMasters/notesMaster1.xml" Id="Rc33abfaa0428434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6a0717405ab4d4d" /><Relationship Type="http://schemas.openxmlformats.org/officeDocument/2006/relationships/notesMaster" Target="/ppt/notesMasters/notesMaster1.xml" Id="Rc48a37429c79451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9c48116ec0e4f0b" /><Relationship Type="http://schemas.openxmlformats.org/officeDocument/2006/relationships/notesMaster" Target="/ppt/notesMasters/notesMaster1.xml" Id="R12ff70bd5c9d49f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c023c479fb74e06" /><Relationship Type="http://schemas.openxmlformats.org/officeDocument/2006/relationships/notesMaster" Target="/ppt/notesMasters/notesMaster1.xml" Id="R31848583f998404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e75e9d974f94f64" /><Relationship Type="http://schemas.openxmlformats.org/officeDocument/2006/relationships/notesMaster" Target="/ppt/notesMasters/notesMaster1.xml" Id="R00210ba99d0a44c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891b2c488d14d3b" /><Relationship Type="http://schemas.openxmlformats.org/officeDocument/2006/relationships/notesMaster" Target="/ppt/notesMasters/notesMaster1.xml" Id="R8389620c14fc477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ae677d456ff4adb" /><Relationship Type="http://schemas.openxmlformats.org/officeDocument/2006/relationships/notesMaster" Target="/ppt/notesMasters/notesMaster1.xml" Id="R6b352587e61a4d5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11d75aee9cd49de" /><Relationship Type="http://schemas.openxmlformats.org/officeDocument/2006/relationships/notesMaster" Target="/ppt/notesMasters/notesMaster1.xml" Id="Rb509bb5b670a433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7b94e17a7e148ef" /><Relationship Type="http://schemas.openxmlformats.org/officeDocument/2006/relationships/notesMaster" Target="/ppt/notesMasters/notesMaster1.xml" Id="R91a8d166af12426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2c45e4b04ff407b" /><Relationship Type="http://schemas.openxmlformats.org/officeDocument/2006/relationships/notesMaster" Target="/ppt/notesMasters/notesMaster1.xml" Id="R19274d08bdd94ac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9f9ace2853343f3" /><Relationship Type="http://schemas.openxmlformats.org/officeDocument/2006/relationships/notesMaster" Target="/ppt/notesMasters/notesMaster1.xml" Id="R46780b682a6440d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efedd6e9fb449cf" /><Relationship Type="http://schemas.openxmlformats.org/officeDocument/2006/relationships/notesMaster" Target="/ppt/notesMasters/notesMaster1.xml" Id="R602489022bb44c5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48176fe25c84b24" /><Relationship Type="http://schemas.openxmlformats.org/officeDocument/2006/relationships/notesMaster" Target="/ppt/notesMasters/notesMaster1.xml" Id="Rc89e8cd2903e487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03cfa64f1854e6c" /><Relationship Type="http://schemas.openxmlformats.org/officeDocument/2006/relationships/notesMaster" Target="/ppt/notesMasters/notesMaster1.xml" Id="Rd00a11198498474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2a556ab28a84882" /><Relationship Type="http://schemas.openxmlformats.org/officeDocument/2006/relationships/notesMaster" Target="/ppt/notesMasters/notesMaster1.xml" Id="Re2a6c5c38b6b434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bb144255fbf43da" /><Relationship Type="http://schemas.openxmlformats.org/officeDocument/2006/relationships/notesMaster" Target="/ppt/notesMasters/notesMaster1.xml" Id="Rae75d06bc9144eb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56cce5f413c4abc" /><Relationship Type="http://schemas.openxmlformats.org/officeDocument/2006/relationships/notesMaster" Target="/ppt/notesMasters/notesMaster1.xml" Id="R2dfa4ef11fc1445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ae00adb44a2460b" /><Relationship Type="http://schemas.openxmlformats.org/officeDocument/2006/relationships/notesMaster" Target="/ppt/notesMasters/notesMaster1.xml" Id="R0d92d4f7237b42c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7c266e3a6f34157" /><Relationship Type="http://schemas.openxmlformats.org/officeDocument/2006/relationships/notesMaster" Target="/ppt/notesMasters/notesMaster1.xml" Id="Racda48d5f5e047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1장.</a:t>
            </a:r>
          </a:p>
          <a:p xmlns:a="http://schemas.openxmlformats.org/drawingml/2006/main">
            <a:r>
              <a:t>대표 검토본 1/5. 전체 계획 1장. 원래 등록 캐릭터 에셋을 사용해야 하나 현재 원본이 열리지 않아 표지 캐릭터는 아직 미반영이다. 재생성 인물을 대체재로 넣지 않았다. 도입 순서는 표지→동기 유발→수업 목차→학습 목표.</a:t>
            </a:r>
          </a:p>
          <a:p xmlns:a="http://schemas.openxmlformats.org/drawingml/2006/main">
            <a:r>
              <a:t>출처: 등록 캐릭터 에셋 파일은 build/original-character-assets.json 및 자산 기록 참조. 디자인: 사용자 수정본 실제1쪽, brief.md. 생성 후 거부된 hess-cover-scene.png는 이 PPT에 포함하지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2장.</a:t>
            </a:r>
          </a:p>
          <a:p xmlns:a="http://schemas.openxmlformats.org/drawingml/2006/main">
            <a:r>
              <a:t>대표 검토본 2/5. 전체 계획2장, Part0. 먼저 출발점과 도착점을 가리켜 두 경로의 높이 차를 예상하게 한다. 경로의 길이나 걷는 데 쓰는 신체 에너지를 반응열과 같다고 설명하지 않는다. 반응열의 답은 본문에서 확인한다. 현재 등록 원본이 열리지 않아 말풍선의 캐릭터는 미반영 상태이며 원본 확보 후 연결한다.</a:t>
            </a:r>
          </a:p>
          <a:p xmlns:a="http://schemas.openxmlformats.org/drawingml/2006/main">
            <a:r>
              <a:t>출처: W22 완자 물질과 에너지 PDF/인쇄118의 처음·나중 상태 비교를 바탕으로 교사 제작 높이 비유. 캐릭터는 등록 원본 대기 중이며 현재 미배치; 자산 기록 참조. 디자인: 사용자 수정본4·31쪽.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3/40.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4/40.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5/40.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7/40.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8장.</a:t>
            </a:r>
          </a:p>
          <a:p xmlns:a="http://schemas.openxmlformats.org/drawingml/2006/main">
            <a:r>
              <a:t>2026-10-27 원본 반응식 교체. 최신 출처: T84 그림III-8; ΔH1=-189.3, ΔH2=-76.9, ΔH3=-112.4 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T84 원본 반응식 세 개. ΔH2+ΔH3=ΔH1</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9/40.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T76 물 생성 반응 1mol·2mol 원본. -285.8/-571.6kJ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10/40.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생성식과 T87 분해식 원본. -74.8/+74.8kJ/mol</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11/40.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12/40.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13/40.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14/40.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세 반응식 원본. CO 생성 ΔH3, CO 산화 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15/40.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원본 식 조합. ③=①−②</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16/40.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17장.</a:t>
            </a:r>
          </a:p>
          <a:p xmlns:a="http://schemas.openxmlformats.org/drawingml/2006/main">
            <a:r>
              <a:t>2026-10-27 원본 반응식 교체. 최신 출처: T85 원본 식 두 개. ΔH3=ΔH1−ΔH2=-110.5kJ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18/40.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19/40.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 반응식 이미지 재생성 없음</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20/40.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원본 그래프. ΔH1=ΔH3+ΔH2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21/40.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22/40.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생성식 원본. T86 표준 생성 엔탈피 정의·표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23/40.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24/40.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물·수증기 생성 반응식 원본 두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25/40.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T87 원본 과정1~3. CH4 분해식은 역반응이므로 모든 과정을 더함</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26/40.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27/40.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연소 반응식 원본, T86~87 수치로 -890.3kJ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28/40.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기화식 원본. ΔH3=+44.0kJ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29/40.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30/40.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31/40.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W22 120 원본 NaOH 반응식 세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32/40.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33/40.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34/40.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35/40.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36/40.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37/40.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38/40.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39/40.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CO 생성 ΔH3=ΔH1−ΔH2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40/40.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a331a461b94a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81745d259df4b3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b1abecffe045c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353d96c2b34c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3606a42da32477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615088675844a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480EF6-C182-40AF-AAD4-E6F50BCD4288}"/>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49EDEAA-E612-4D5D-AEF6-BF7452273B88}"/>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4070827-F0BC-44E8-B3C5-4C35D6A3A1DB}"/>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A8810A-D103-4108-81D6-97433D8A287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FD0B2E4-9B81-4E4D-A4DE-0F90C6EEE80A}"/>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493EA2F-BF37-406E-A63F-7368D78BC9F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9450D8-20B4-461D-B33C-0C6AF7DCE23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7A8E34C-AE1E-49F8-A569-F9399DCD3E4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36654C-468B-4A98-A9AB-4754198F72E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2A627DF-D618-45D7-A883-687E0309E8DB}"/>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5516aef08746e5" /><Relationship Type="http://schemas.openxmlformats.org/officeDocument/2006/relationships/slideLayout" Target="/ppt/slideLayouts/slideLayout1.xml" Id="Re5dbb72314c0488c" /><Relationship Type="http://schemas.openxmlformats.org/officeDocument/2006/relationships/slideLayout" Target="/ppt/slideLayouts/slideLayout2.xml" Id="R2b4c1ba5f4184082" /><Relationship Type="http://schemas.openxmlformats.org/officeDocument/2006/relationships/slideLayout" Target="/ppt/slideLayouts/slideLayout3.xml" Id="R7a52ebef891e472e" /><Relationship Type="http://schemas.openxmlformats.org/officeDocument/2006/relationships/slideLayout" Target="/ppt/slideLayouts/slideLayout4.xml" Id="R05087df1296643cc" /><Relationship Type="http://schemas.openxmlformats.org/officeDocument/2006/relationships/slideLayout" Target="/ppt/slideLayouts/slideLayout5.xml" Id="Rf98cb05b942a41ef" /><Relationship Type="http://schemas.openxmlformats.org/officeDocument/2006/relationships/slideLayout" Target="/ppt/slideLayouts/slideLayout6.xml" Id="Ra565665787464a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dbb72314c0488c"/>
    <p:sldLayoutId xmlns:r="http://schemas.openxmlformats.org/officeDocument/2006/relationships" id="2147483650" r:id="R2b4c1ba5f4184082"/>
    <p:sldLayoutId xmlns:r="http://schemas.openxmlformats.org/officeDocument/2006/relationships" id="2147483651" r:id="R7a52ebef891e472e"/>
    <p:sldLayoutId xmlns:r="http://schemas.openxmlformats.org/officeDocument/2006/relationships" id="2147483652" r:id="R05087df1296643cc"/>
    <p:sldLayoutId xmlns:r="http://schemas.openxmlformats.org/officeDocument/2006/relationships" id="2147483653" r:id="Rf98cb05b942a41ef"/>
    <p:sldLayoutId xmlns:r="http://schemas.openxmlformats.org/officeDocument/2006/relationships" id="2147483654" r:id="Ra565665787464a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2d185c143ec470f" /><Relationship Type="http://schemas.openxmlformats.org/officeDocument/2006/relationships/image" Target="/ppt/media/image.png" Id="Rdbbf1fd99d4541e6" /><Relationship Type="http://schemas.openxmlformats.org/officeDocument/2006/relationships/image" Target="/ppt/media/image2.png" Id="R8337b869855143b5" /><Relationship Type="http://schemas.openxmlformats.org/officeDocument/2006/relationships/notesSlide" Target="/ppt/notesSlides/notesSlide1.xml" Id="R762deefdbb5147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9ed7240f90d4bb9" /><Relationship Type="http://schemas.openxmlformats.org/officeDocument/2006/relationships/image" Target="/ppt/media/image3.png" Id="R2323e52889f14778" /><Relationship Type="http://schemas.openxmlformats.org/officeDocument/2006/relationships/notesSlide" Target="/ppt/notesSlides/notesSlide2.xml" Id="R06124942a96444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7e7657e3e64604" /><Relationship Type="http://schemas.openxmlformats.org/officeDocument/2006/relationships/image" Target="/ppt/media/image4.png" Id="R2cda2ec318fc4d2c" /><Relationship Type="http://schemas.openxmlformats.org/officeDocument/2006/relationships/notesSlide" Target="/ppt/notesSlides/notesSlide3.xml" Id="R224def30e8974c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011cda6c7fd48ac" /><Relationship Type="http://schemas.openxmlformats.org/officeDocument/2006/relationships/image" Target="/ppt/media/image5.png" Id="R06a2b223075649c1" /><Relationship Type="http://schemas.openxmlformats.org/officeDocument/2006/relationships/notesSlide" Target="/ppt/notesSlides/notesSlide4.xml" Id="Rba9803b81f6448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98fb3e53ee84eca" /><Relationship Type="http://schemas.openxmlformats.org/officeDocument/2006/relationships/image" Target="/ppt/media/image6.png" Id="R06129746c9d046a5" /><Relationship Type="http://schemas.openxmlformats.org/officeDocument/2006/relationships/notesSlide" Target="/ppt/notesSlides/notesSlide5.xml" Id="Rff9a64db30cf4a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e181fda90264d50" /><Relationship Type="http://schemas.openxmlformats.org/officeDocument/2006/relationships/image" Target="/ppt/media/image7.png" Id="Rb8d6f18fed214420" /><Relationship Type="http://schemas.openxmlformats.org/officeDocument/2006/relationships/notesSlide" Target="/ppt/notesSlides/notesSlide6.xml" Id="R018f4d1da2174f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bb6276a7d3b405d" /><Relationship Type="http://schemas.openxmlformats.org/officeDocument/2006/relationships/image" Target="/ppt/media/image8.png" Id="R89b12f9b6466416b" /><Relationship Type="http://schemas.openxmlformats.org/officeDocument/2006/relationships/notesSlide" Target="/ppt/notesSlides/notesSlide7.xml" Id="R35e0b125c6ca41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5f766540400485a" /><Relationship Type="http://schemas.openxmlformats.org/officeDocument/2006/relationships/image" Target="/ppt/media/image9.png" Id="Rd74926d891974920" /><Relationship Type="http://schemas.openxmlformats.org/officeDocument/2006/relationships/image" Target="/ppt/media/image10.png" Id="R73e1fb34af824c35" /><Relationship Type="http://schemas.openxmlformats.org/officeDocument/2006/relationships/notesSlide" Target="/ppt/notesSlides/notesSlide8.xml" Id="Ra92d7905860545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2dc049c4fa94fb1" /><Relationship Type="http://schemas.openxmlformats.org/officeDocument/2006/relationships/image" Target="/ppt/media/image11.png" Id="R29d21100a0684c78" /><Relationship Type="http://schemas.openxmlformats.org/officeDocument/2006/relationships/image" Target="/ppt/media/image12.png" Id="Rda7bc2bc79f746c0" /><Relationship Type="http://schemas.openxmlformats.org/officeDocument/2006/relationships/image" Target="/ppt/media/image13.png" Id="R0bd44ecd0ad5421d" /><Relationship Type="http://schemas.openxmlformats.org/officeDocument/2006/relationships/image" Target="/ppt/media/image14.png" Id="Rf335d79d119d475e" /><Relationship Type="http://schemas.openxmlformats.org/officeDocument/2006/relationships/notesSlide" Target="/ppt/notesSlides/notesSlide9.xml" Id="R5be2003f218b46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32b5558ea034d37" /><Relationship Type="http://schemas.openxmlformats.org/officeDocument/2006/relationships/image" Target="/ppt/media/image15.png" Id="R7e970ebb923f4f93" /><Relationship Type="http://schemas.openxmlformats.org/officeDocument/2006/relationships/image" Target="/ppt/media/image16.png" Id="Re59158344e444a70" /><Relationship Type="http://schemas.openxmlformats.org/officeDocument/2006/relationships/image" Target="/ppt/media/image17.png" Id="R7d355418a80642a5" /><Relationship Type="http://schemas.openxmlformats.org/officeDocument/2006/relationships/notesSlide" Target="/ppt/notesSlides/notesSlide10.xml" Id="Ra7f358ab75154f4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13ba77a25cd453c" /><Relationship Type="http://schemas.openxmlformats.org/officeDocument/2006/relationships/image" Target="/ppt/media/image18.png" Id="Rb47b4b7b53ac4ea5" /><Relationship Type="http://schemas.openxmlformats.org/officeDocument/2006/relationships/image" Target="/ppt/media/image19.png" Id="R07c4cfda0fac435d" /><Relationship Type="http://schemas.openxmlformats.org/officeDocument/2006/relationships/image" Target="/ppt/media/image20.png" Id="R6a753ca933104047" /><Relationship Type="http://schemas.openxmlformats.org/officeDocument/2006/relationships/notesSlide" Target="/ppt/notesSlides/notesSlide11.xml" Id="R8338fb9b27164da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29d14cc397c4c2f" /><Relationship Type="http://schemas.openxmlformats.org/officeDocument/2006/relationships/image" Target="/ppt/media/image21.png" Id="R02a45b7d51174925" /><Relationship Type="http://schemas.openxmlformats.org/officeDocument/2006/relationships/notesSlide" Target="/ppt/notesSlides/notesSlide12.xml" Id="R87d8568d7e2b400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3cf45b34d064b89" /><Relationship Type="http://schemas.openxmlformats.org/officeDocument/2006/relationships/image" Target="/ppt/media/image22.png" Id="R78ae559713814457" /><Relationship Type="http://schemas.openxmlformats.org/officeDocument/2006/relationships/notesSlide" Target="/ppt/notesSlides/notesSlide13.xml" Id="R501b4551295145f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d14fd8014cc47e6" /><Relationship Type="http://schemas.openxmlformats.org/officeDocument/2006/relationships/image" Target="/ppt/media/image23.png" Id="Rc1301a452d304574" /><Relationship Type="http://schemas.openxmlformats.org/officeDocument/2006/relationships/notesSlide" Target="/ppt/notesSlides/notesSlide14.xml" Id="R310a22902a0f46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c7a8ec509c345db" /><Relationship Type="http://schemas.openxmlformats.org/officeDocument/2006/relationships/image" Target="/ppt/media/image24.png" Id="Ra7c2c032964f4059" /><Relationship Type="http://schemas.openxmlformats.org/officeDocument/2006/relationships/image" Target="/ppt/media/image25.png" Id="Red40e8ea0f9a45c5" /><Relationship Type="http://schemas.openxmlformats.org/officeDocument/2006/relationships/image" Target="/ppt/media/image26.png" Id="Raec4c1c5754b4e2d" /><Relationship Type="http://schemas.openxmlformats.org/officeDocument/2006/relationships/image" Target="/ppt/media/image27.png" Id="R17aa75fc3ae14360" /><Relationship Type="http://schemas.openxmlformats.org/officeDocument/2006/relationships/notesSlide" Target="/ppt/notesSlides/notesSlide15.xml" Id="R7857cfe50a4f4c4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abdd2b63db44c47" /><Relationship Type="http://schemas.openxmlformats.org/officeDocument/2006/relationships/image" Target="/ppt/media/image28.png" Id="R6bbc8476ebe449dc" /><Relationship Type="http://schemas.openxmlformats.org/officeDocument/2006/relationships/image" Target="/ppt/media/image29.png" Id="R267ace0e250a4217" /><Relationship Type="http://schemas.openxmlformats.org/officeDocument/2006/relationships/notesSlide" Target="/ppt/notesSlides/notesSlide16.xml" Id="R7a2a32a9629349b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1eab3e3daf44e86" /><Relationship Type="http://schemas.openxmlformats.org/officeDocument/2006/relationships/image" Target="/ppt/media/image30.png" Id="R56987c5dd0324906" /><Relationship Type="http://schemas.openxmlformats.org/officeDocument/2006/relationships/image" Target="/ppt/media/image31.png" Id="Rf372ffbfadcf49c1" /><Relationship Type="http://schemas.openxmlformats.org/officeDocument/2006/relationships/image" Target="/ppt/media/image32.png" Id="Rebac0a637bbe4440" /><Relationship Type="http://schemas.openxmlformats.org/officeDocument/2006/relationships/notesSlide" Target="/ppt/notesSlides/notesSlide17.xml" Id="Rb6b809a3a38b40b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d66c9a7d5004d2b" /><Relationship Type="http://schemas.openxmlformats.org/officeDocument/2006/relationships/image" Target="/ppt/media/image33.png" Id="R88bff4862bd54ea3" /><Relationship Type="http://schemas.openxmlformats.org/officeDocument/2006/relationships/notesSlide" Target="/ppt/notesSlides/notesSlide18.xml" Id="Rfc1b79d35e064ff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3156b5a30c34cdf" /><Relationship Type="http://schemas.openxmlformats.org/officeDocument/2006/relationships/image" Target="/ppt/media/image34.png" Id="Rbc9800b0badb4d86" /><Relationship Type="http://schemas.openxmlformats.org/officeDocument/2006/relationships/image" Target="/ppt/media/image35.png" Id="R5bb03bc4f88d40f0" /><Relationship Type="http://schemas.openxmlformats.org/officeDocument/2006/relationships/image" Target="/ppt/media/image36.png" Id="R5db7bc1a85774cc5" /><Relationship Type="http://schemas.openxmlformats.org/officeDocument/2006/relationships/notesSlide" Target="/ppt/notesSlides/notesSlide19.xml" Id="Re44a84cef6bf49c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fe57be320e342a1" /><Relationship Type="http://schemas.openxmlformats.org/officeDocument/2006/relationships/image" Target="/ppt/media/image37.png" Id="Ree6e7e4a460d40d8" /><Relationship Type="http://schemas.openxmlformats.org/officeDocument/2006/relationships/image" Target="/ppt/media/image38.png" Id="Rd63e6d0651344ee4" /><Relationship Type="http://schemas.openxmlformats.org/officeDocument/2006/relationships/image" Target="/ppt/media/image39.png" Id="R2764729639fb4804" /><Relationship Type="http://schemas.openxmlformats.org/officeDocument/2006/relationships/notesSlide" Target="/ppt/notesSlides/notesSlide20.xml" Id="R32386003dc2946d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0f076688bc645f8" /><Relationship Type="http://schemas.openxmlformats.org/officeDocument/2006/relationships/image" Target="/ppt/media/image40.png" Id="R269cac20cb584781" /><Relationship Type="http://schemas.openxmlformats.org/officeDocument/2006/relationships/image" Target="/ppt/media/image41.png" Id="R5064354cdee242b4" /><Relationship Type="http://schemas.openxmlformats.org/officeDocument/2006/relationships/notesSlide" Target="/ppt/notesSlides/notesSlide21.xml" Id="Rd4ebabd11bbb485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f3e1e41e2c64e83" /><Relationship Type="http://schemas.openxmlformats.org/officeDocument/2006/relationships/image" Target="/ppt/media/image42.png" Id="R936e50b03b514f34" /><Relationship Type="http://schemas.openxmlformats.org/officeDocument/2006/relationships/notesSlide" Target="/ppt/notesSlides/notesSlide22.xml" Id="R6206bb3848664d9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49363a57e5a45e7" /><Relationship Type="http://schemas.openxmlformats.org/officeDocument/2006/relationships/image" Target="/ppt/media/image43.png" Id="R7974a3b964a34ced" /><Relationship Type="http://schemas.openxmlformats.org/officeDocument/2006/relationships/image" Target="/ppt/media/image44.png" Id="R766d09358fd44777" /><Relationship Type="http://schemas.openxmlformats.org/officeDocument/2006/relationships/notesSlide" Target="/ppt/notesSlides/notesSlide23.xml" Id="Raaf7165122934cd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f06c71524f54bf7" /><Relationship Type="http://schemas.openxmlformats.org/officeDocument/2006/relationships/image" Target="/ppt/media/image45.png" Id="Rd51c22ca51e04260" /><Relationship Type="http://schemas.openxmlformats.org/officeDocument/2006/relationships/notesSlide" Target="/ppt/notesSlides/notesSlide24.xml" Id="Rd53a925ff58c4e8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d96cf0623014952" /><Relationship Type="http://schemas.openxmlformats.org/officeDocument/2006/relationships/image" Target="/ppt/media/image46.png" Id="R6d27bc60347e494d" /><Relationship Type="http://schemas.openxmlformats.org/officeDocument/2006/relationships/image" Target="/ppt/media/image47.png" Id="R8187ff2078eb4be7" /><Relationship Type="http://schemas.openxmlformats.org/officeDocument/2006/relationships/image" Target="/ppt/media/image48.png" Id="Rf505cbf0dbb94037" /><Relationship Type="http://schemas.openxmlformats.org/officeDocument/2006/relationships/notesSlide" Target="/ppt/notesSlides/notesSlide25.xml" Id="R265678092f17416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a833d3012ea4947" /><Relationship Type="http://schemas.openxmlformats.org/officeDocument/2006/relationships/image" Target="/ppt/media/image49.png" Id="R147f3f5563b444f4" /><Relationship Type="http://schemas.openxmlformats.org/officeDocument/2006/relationships/image" Target="/ppt/media/image50.png" Id="R3ff38704b6ec4ef2" /><Relationship Type="http://schemas.openxmlformats.org/officeDocument/2006/relationships/notesSlide" Target="/ppt/notesSlides/notesSlide26.xml" Id="R554199693b57414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d0899f7fe9b4882" /><Relationship Type="http://schemas.openxmlformats.org/officeDocument/2006/relationships/image" Target="/ppt/media/image51.png" Id="Re382abf430a04f40" /><Relationship Type="http://schemas.openxmlformats.org/officeDocument/2006/relationships/notesSlide" Target="/ppt/notesSlides/notesSlide27.xml" Id="R36ea8b6d44c1408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15de18da9584a24" /><Relationship Type="http://schemas.openxmlformats.org/officeDocument/2006/relationships/image" Target="/ppt/media/image52.png" Id="R1472c1a044fc45b3" /><Relationship Type="http://schemas.openxmlformats.org/officeDocument/2006/relationships/image" Target="/ppt/media/image53.png" Id="R2b558f1fcac44e2e" /><Relationship Type="http://schemas.openxmlformats.org/officeDocument/2006/relationships/notesSlide" Target="/ppt/notesSlides/notesSlide28.xml" Id="R6190939a2877456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2ea6eb398e24a99" /><Relationship Type="http://schemas.openxmlformats.org/officeDocument/2006/relationships/image" Target="/ppt/media/image54.png" Id="R023a254081c64269" /><Relationship Type="http://schemas.openxmlformats.org/officeDocument/2006/relationships/image" Target="/ppt/media/image55.png" Id="R06b50d257bbf4fb9" /><Relationship Type="http://schemas.openxmlformats.org/officeDocument/2006/relationships/image" Target="/ppt/media/image56.png" Id="R95eaccbee7e04e8c" /><Relationship Type="http://schemas.openxmlformats.org/officeDocument/2006/relationships/notesSlide" Target="/ppt/notesSlides/notesSlide29.xml" Id="R081a554928d746a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3477e9c89824ac1" /><Relationship Type="http://schemas.openxmlformats.org/officeDocument/2006/relationships/image" Target="/ppt/media/image57.png" Id="Raa125ea00edd43e2" /><Relationship Type="http://schemas.openxmlformats.org/officeDocument/2006/relationships/notesSlide" Target="/ppt/notesSlides/notesSlide30.xml" Id="R171fc2206a684ba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e421aca13334101" /><Relationship Type="http://schemas.openxmlformats.org/officeDocument/2006/relationships/image" Target="/ppt/media/image58.png" Id="R6eaf94b33e2248ad" /><Relationship Type="http://schemas.openxmlformats.org/officeDocument/2006/relationships/notesSlide" Target="/ppt/notesSlides/notesSlide31.xml" Id="Rac9b41baec2545c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cb65df1bb9940df" /><Relationship Type="http://schemas.openxmlformats.org/officeDocument/2006/relationships/image" Target="/ppt/media/image59.png" Id="R2262c45f3b314a08" /><Relationship Type="http://schemas.openxmlformats.org/officeDocument/2006/relationships/image" Target="/ppt/media/image60.png" Id="Ra764a92673e04e71" /><Relationship Type="http://schemas.openxmlformats.org/officeDocument/2006/relationships/image" Target="/ppt/media/image61.png" Id="Ra35ae39eef5b47c9" /><Relationship Type="http://schemas.openxmlformats.org/officeDocument/2006/relationships/image" Target="/ppt/media/image62.png" Id="Rcad7dd036d7246f9" /><Relationship Type="http://schemas.openxmlformats.org/officeDocument/2006/relationships/image" Target="/ppt/media/image63.png" Id="Ree096cb0ece54bd2" /><Relationship Type="http://schemas.openxmlformats.org/officeDocument/2006/relationships/notesSlide" Target="/ppt/notesSlides/notesSlide32.xml" Id="Rf37ca2de1e6d4a3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2c713c4f5434be0" /><Relationship Type="http://schemas.openxmlformats.org/officeDocument/2006/relationships/image" Target="/ppt/media/image64.png" Id="R6ef1b18f49d242a9" /><Relationship Type="http://schemas.openxmlformats.org/officeDocument/2006/relationships/image" Target="/ppt/media/image65.png" Id="Re3b32e53a7264cd6" /><Relationship Type="http://schemas.openxmlformats.org/officeDocument/2006/relationships/image" Target="/ppt/media/image66.png" Id="R3288e24735224504" /><Relationship Type="http://schemas.openxmlformats.org/officeDocument/2006/relationships/notesSlide" Target="/ppt/notesSlides/notesSlide33.xml" Id="Raa019c996049465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031b42c6c8349cb" /><Relationship Type="http://schemas.openxmlformats.org/officeDocument/2006/relationships/image" Target="/ppt/media/image67.png" Id="Re1ed9db70b3f4a2c" /><Relationship Type="http://schemas.openxmlformats.org/officeDocument/2006/relationships/notesSlide" Target="/ppt/notesSlides/notesSlide34.xml" Id="R8e271e35eb6049e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5922d4a1dc4b4959" /><Relationship Type="http://schemas.openxmlformats.org/officeDocument/2006/relationships/image" Target="/ppt/media/image68.png" Id="Rf41e6575f4cb49e6" /><Relationship Type="http://schemas.openxmlformats.org/officeDocument/2006/relationships/notesSlide" Target="/ppt/notesSlides/notesSlide35.xml" Id="R62a4a79d83e64f1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91b60d5ec32f4cb9" /><Relationship Type="http://schemas.openxmlformats.org/officeDocument/2006/relationships/image" Target="/ppt/media/image69.png" Id="Rd470b81a67c248d5" /><Relationship Type="http://schemas.openxmlformats.org/officeDocument/2006/relationships/notesSlide" Target="/ppt/notesSlides/notesSlide36.xml" Id="R77660dd8091f470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9f58f1e647b4e92" /><Relationship Type="http://schemas.openxmlformats.org/officeDocument/2006/relationships/image" Target="/ppt/media/image70.png" Id="Re8bd5cf32a074f88" /><Relationship Type="http://schemas.openxmlformats.org/officeDocument/2006/relationships/notesSlide" Target="/ppt/notesSlides/notesSlide37.xml" Id="R8adb7d645317418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d7832b28c51435e" /><Relationship Type="http://schemas.openxmlformats.org/officeDocument/2006/relationships/image" Target="/ppt/media/image71.png" Id="R8759399b94474ad8" /><Relationship Type="http://schemas.openxmlformats.org/officeDocument/2006/relationships/notesSlide" Target="/ppt/notesSlides/notesSlide38.xml" Id="R4f4a824d2343459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4b71bd9e4e724f13" /><Relationship Type="http://schemas.openxmlformats.org/officeDocument/2006/relationships/image" Target="/ppt/media/image72.png" Id="R3da4397ca215403f" /><Relationship Type="http://schemas.openxmlformats.org/officeDocument/2006/relationships/notesSlide" Target="/ppt/notesSlides/notesSlide39.xml" Id="R68be1f6644a848d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39581ac149d0446c" /><Relationship Type="http://schemas.openxmlformats.org/officeDocument/2006/relationships/image" Target="/ppt/media/image73.png" Id="R30c3c52b78ea4545" /><Relationship Type="http://schemas.openxmlformats.org/officeDocument/2006/relationships/notesSlide" Target="/ppt/notesSlides/notesSlide40.xml" Id="R41c051ad78f8441e"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sp>
        <p:nvSpPr>
          <p:cNvPr id="9" name="원본형 녹색 그라데이션">
            <a:extLst xmlns:a="http://schemas.openxmlformats.org/drawingml/2006/main">
              <a:ext uri="{FF2B5EF4-FFF2-40B4-BE49-F238E27FC236}">
                <a16:creationId xmlns:a16="http://schemas.microsoft.com/office/drawing/2014/main" id="{7C26F3D7-4286-4000-9E42-2C60CA15DC6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6000">
                <a:srgbClr val="0C7D08">
                  <a:alpha val="96000"/>
                </a:srgbClr>
              </a:gs>
              <a:gs pos="48000">
                <a:srgbClr val="0C7D08">
                  <a:alpha val="55000"/>
                </a:srgbClr>
              </a:gs>
              <a:gs pos="69000">
                <a:srgbClr val="0C7D08">
                  <a:alpha val="0"/>
                </a:srgbClr>
              </a:gs>
            </a:gsLst>
            <a:lin ang="0"/>
          </a:gradFill>
          <a:ln xmlns:a="http://schemas.openxmlformats.org/drawingml/2006/main" w="0">
            <a:noFill/>
          </a:ln>
        </p:spPr>
      </p:sp>
      <p:sp>
        <p:nvSpPr>
          <p:cNvPr id="2" name="대단원명">
            <a:extLst xmlns:a="http://schemas.openxmlformats.org/drawingml/2006/main">
              <a:ext uri="{FF2B5EF4-FFF2-40B4-BE49-F238E27FC236}">
                <a16:creationId xmlns:a16="http://schemas.microsoft.com/office/drawing/2014/main" id="{BE547FAC-6111-4471-8BAB-DC656428948E}"/>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3" name="소단원명">
            <a:extLst xmlns:a="http://schemas.openxmlformats.org/drawingml/2006/main">
              <a:ext uri="{FF2B5EF4-FFF2-40B4-BE49-F238E27FC236}">
                <a16:creationId xmlns:a16="http://schemas.microsoft.com/office/drawing/2014/main" id="{A1BE5323-6573-456A-BD2B-963AF7EDA727}"/>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4" name="저자">
            <a:extLst xmlns:a="http://schemas.openxmlformats.org/drawingml/2006/main">
              <a:ext uri="{FF2B5EF4-FFF2-40B4-BE49-F238E27FC236}">
                <a16:creationId xmlns:a16="http://schemas.microsoft.com/office/drawing/2014/main" id="{3160E7B9-6021-4101-ADD9-29482E15C77A}"/>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5" name="기존 AI 안내">
            <a:extLst xmlns:a="http://schemas.openxmlformats.org/drawingml/2006/main">
              <a:ext uri="{FF2B5EF4-FFF2-40B4-BE49-F238E27FC236}">
                <a16:creationId xmlns:a16="http://schemas.microsoft.com/office/drawing/2014/main" id="{F35B1770-6771-4736-9E03-F85E4D6BD59C}"/>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6" name="">
            <a:extLst xmlns:a="http://schemas.openxmlformats.org/drawingml/2006/main">
              <a:ext uri="{FF2B5EF4-FFF2-40B4-BE49-F238E27FC236}">
                <a16:creationId xmlns:a16="http://schemas.microsoft.com/office/drawing/2014/main" id="{F0C41E8A-85B8-46A8-B439-5606B5E78E26}"/>
              </a:ext>
            </a:extLst>
          </p:cNvPr>
          <p:cNvPicPr>
            <a:picLocks xmlns:a="http://schemas.openxmlformats.org/drawingml/2006/main" noChangeAspect="1"/>
          </p:cNvPicPr>
          <p:nvPr/>
        </p:nvPicPr>
        <p:blipFill>
          <a:blip xmlns:r="http://schemas.openxmlformats.org/officeDocument/2006/relationships" xmlns:a="http://schemas.openxmlformats.org/drawingml/2006/main" r:embed="Rdbbf1fd99d4541e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AEE75342-3AFA-4F73-A728-E9F1214E0B4A}"/>
              </a:ext>
            </a:extLst>
          </p:cNvPr>
          <p:cNvPicPr>
            <a:picLocks xmlns:a="http://schemas.openxmlformats.org/drawingml/2006/main" noChangeAspect="1"/>
          </p:cNvPicPr>
          <p:nvPr/>
        </p:nvPicPr>
        <p:blipFill>
          <a:blip xmlns:r="http://schemas.openxmlformats.org/officeDocument/2006/relationships" xmlns:a="http://schemas.openxmlformats.org/drawingml/2006/main" r:embed="R8337b869855143b5"/>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8" name="copyright">
            <a:extLst xmlns:a="http://schemas.openxmlformats.org/drawingml/2006/main">
              <a:ext uri="{FF2B5EF4-FFF2-40B4-BE49-F238E27FC236}">
                <a16:creationId xmlns:a16="http://schemas.microsoft.com/office/drawing/2014/main" id="{1EEC7C62-940F-4E41-BDDA-0CC20BF35B8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5654625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0" name="">
            <a:extLst xmlns:a="http://schemas.openxmlformats.org/drawingml/2006/main">
              <a:ext uri="{FF2B5EF4-FFF2-40B4-BE49-F238E27FC236}">
                <a16:creationId xmlns:a16="http://schemas.microsoft.com/office/drawing/2014/main" id="{BC5630CF-BACE-4A63-B8E8-73A08F708E2C}"/>
              </a:ext>
            </a:extLst>
          </p:cNvPr>
          <p:cNvPicPr>
            <a:picLocks xmlns:a="http://schemas.openxmlformats.org/drawingml/2006/main" noChangeAspect="1"/>
          </p:cNvPicPr>
          <p:nvPr/>
        </p:nvPicPr>
        <p:blipFill>
          <a:blip xmlns:r="http://schemas.openxmlformats.org/officeDocument/2006/relationships" xmlns:a="http://schemas.openxmlformats.org/drawingml/2006/main" r:embed="R2323e52889f1477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E165352-42B4-467C-8355-45927F2F67C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5E6C5B4-EFC3-46F2-80CC-66131A0785B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5B8B4E7D-211A-41CF-BFE5-811F5A59327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3B36500-E965-430B-9EAC-3BB7418278C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경로와 변화</a:t>
            </a:r>
          </a:p>
        </p:txBody>
      </p:sp>
      <p:sp>
        <p:nvSpPr>
          <p:cNvPr id="6" name="핵심 문장">
            <a:extLst xmlns:a="http://schemas.openxmlformats.org/drawingml/2006/main">
              <a:ext uri="{FF2B5EF4-FFF2-40B4-BE49-F238E27FC236}">
                <a16:creationId xmlns:a16="http://schemas.microsoft.com/office/drawing/2014/main" id="{28AE077F-41A7-43B3-B9E2-67E6A6CE872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질문">
            <a:extLst xmlns:a="http://schemas.openxmlformats.org/drawingml/2006/main">
              <a:ext uri="{FF2B5EF4-FFF2-40B4-BE49-F238E27FC236}">
                <a16:creationId xmlns:a16="http://schemas.microsoft.com/office/drawing/2014/main" id="{78AAFA08-6A66-4065-9652-891E9B05F412}"/>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출발점에서 같은 도착점으로 가는 두 경로를 비교해 보자.</a:t>
            </a:r>
          </a:p>
        </p:txBody>
      </p:sp>
      <p:sp>
        <p:nvSpPr>
          <p:cNvPr id="8" name="기준선">
            <a:extLst xmlns:a="http://schemas.openxmlformats.org/drawingml/2006/main">
              <a:ext uri="{FF2B5EF4-FFF2-40B4-BE49-F238E27FC236}">
                <a16:creationId xmlns:a16="http://schemas.microsoft.com/office/drawing/2014/main" id="{6767CF21-9CB7-4E3D-927D-F4486543C0E3}"/>
              </a:ext>
            </a:extLst>
          </p:cNvPr>
          <p:cNvSpPr>
            <a:spLocks xmlns:a="http://schemas.openxmlformats.org/drawingml/2006/main" noGrp="1"/>
          </p:cNvSpPr>
          <p:nvPr/>
        </p:nvSpPr>
        <p:spPr>
          <a:xfrm xmlns:a="http://schemas.openxmlformats.org/drawingml/2006/main">
            <a:off x="1809750" y="8791575"/>
            <a:ext cx="9572625" cy="9525"/>
          </a:xfrm>
          <a:custGeom xmlns:a="http://schemas.openxmlformats.org/drawingml/2006/main">
            <a:pathLst>
              <a:path w="9572625" h="9525">
                <a:moveTo>
                  <a:pt x="0" y="0"/>
                </a:moveTo>
                <a:lnTo>
                  <a:pt x="9572625" y="0"/>
                </a:lnTo>
              </a:path>
            </a:pathLst>
          </a:custGeom>
          <a:noFill xmlns:a="http://schemas.openxmlformats.org/drawingml/2006/main"/>
          <a:ln xmlns:a="http://schemas.openxmlformats.org/drawingml/2006/main" w="28575">
            <a:solidFill>
              <a:srgbClr val="BDBDBD"/>
            </a:solidFill>
            <a:prstDash val="solid"/>
          </a:ln>
        </p:spPr>
      </p:sp>
      <p:sp>
        <p:nvSpPr>
          <p:cNvPr id="9" name="경로 A">
            <a:extLst xmlns:a="http://schemas.openxmlformats.org/drawingml/2006/main">
              <a:ext uri="{FF2B5EF4-FFF2-40B4-BE49-F238E27FC236}">
                <a16:creationId xmlns:a16="http://schemas.microsoft.com/office/drawing/2014/main" id="{07A732BB-589B-4403-8148-FF65C0A72AA8}"/>
              </a:ext>
            </a:extLst>
          </p:cNvPr>
          <p:cNvSpPr>
            <a:spLocks xmlns:a="http://schemas.openxmlformats.org/drawingml/2006/main" noGrp="1"/>
          </p:cNvSpPr>
          <p:nvPr/>
        </p:nvSpPr>
        <p:spPr>
          <a:xfrm xmlns:a="http://schemas.openxmlformats.org/drawingml/2006/main">
            <a:off x="2476500" y="5715000"/>
            <a:ext cx="8334375" cy="2714625"/>
          </a:xfrm>
          <a:custGeom xmlns:a="http://schemas.openxmlformats.org/drawingml/2006/main">
            <a:pathLst>
              <a:path w="8334375" h="2714625">
                <a:moveTo>
                  <a:pt x="0" y="2714625"/>
                </a:moveTo>
                <a:lnTo>
                  <a:pt x="8334375" y="0"/>
                </a:lnTo>
              </a:path>
            </a:pathLst>
          </a:custGeom>
          <a:noFill xmlns:a="http://schemas.openxmlformats.org/drawingml/2006/main"/>
          <a:ln xmlns:a="http://schemas.openxmlformats.org/drawingml/2006/main" w="114300">
            <a:solidFill>
              <a:srgbClr val="57962F"/>
            </a:solidFill>
            <a:prstDash val="solid"/>
          </a:ln>
        </p:spPr>
      </p:sp>
      <p:sp>
        <p:nvSpPr>
          <p:cNvPr id="10" name="경로 B">
            <a:extLst xmlns:a="http://schemas.openxmlformats.org/drawingml/2006/main">
              <a:ext uri="{FF2B5EF4-FFF2-40B4-BE49-F238E27FC236}">
                <a16:creationId xmlns:a16="http://schemas.microsoft.com/office/drawing/2014/main" id="{B027DF4E-55B8-49A1-BCBD-ADEB08FC072D}"/>
              </a:ext>
            </a:extLst>
          </p:cNvPr>
          <p:cNvSpPr>
            <a:spLocks xmlns:a="http://schemas.openxmlformats.org/drawingml/2006/main" noGrp="1"/>
          </p:cNvSpPr>
          <p:nvPr/>
        </p:nvSpPr>
        <p:spPr>
          <a:xfrm xmlns:a="http://schemas.openxmlformats.org/drawingml/2006/main">
            <a:off x="2476500" y="8429625"/>
            <a:ext cx="2476500" cy="9525"/>
          </a:xfrm>
          <a:custGeom xmlns:a="http://schemas.openxmlformats.org/drawingml/2006/main">
            <a:pathLst>
              <a:path w="2476500" h="9525">
                <a:moveTo>
                  <a:pt x="0" y="0"/>
                </a:moveTo>
                <a:lnTo>
                  <a:pt x="2476500" y="0"/>
                </a:lnTo>
              </a:path>
            </a:pathLst>
          </a:custGeom>
          <a:noFill xmlns:a="http://schemas.openxmlformats.org/drawingml/2006/main"/>
          <a:ln xmlns:a="http://schemas.openxmlformats.org/drawingml/2006/main" w="85725">
            <a:solidFill>
              <a:srgbClr val="484847"/>
            </a:solidFill>
            <a:prstDash val="solid"/>
          </a:ln>
        </p:spPr>
      </p:sp>
      <p:sp>
        <p:nvSpPr>
          <p:cNvPr id="11" name="경로 B">
            <a:extLst xmlns:a="http://schemas.openxmlformats.org/drawingml/2006/main">
              <a:ext uri="{FF2B5EF4-FFF2-40B4-BE49-F238E27FC236}">
                <a16:creationId xmlns:a16="http://schemas.microsoft.com/office/drawing/2014/main" id="{346E90EE-F769-4E08-A431-B0231DAF29DB}"/>
              </a:ext>
            </a:extLst>
          </p:cNvPr>
          <p:cNvSpPr>
            <a:spLocks xmlns:a="http://schemas.openxmlformats.org/drawingml/2006/main" noGrp="1"/>
          </p:cNvSpPr>
          <p:nvPr/>
        </p:nvSpPr>
        <p:spPr>
          <a:xfrm xmlns:a="http://schemas.openxmlformats.org/drawingml/2006/main">
            <a:off x="4953000" y="7524750"/>
            <a:ext cx="9525" cy="904875"/>
          </a:xfrm>
          <a:custGeom xmlns:a="http://schemas.openxmlformats.org/drawingml/2006/main">
            <a:pathLst>
              <a:path w="9525" h="904875">
                <a:moveTo>
                  <a:pt x="0" y="904875"/>
                </a:moveTo>
                <a:lnTo>
                  <a:pt x="0" y="0"/>
                </a:lnTo>
              </a:path>
            </a:pathLst>
          </a:custGeom>
          <a:noFill xmlns:a="http://schemas.openxmlformats.org/drawingml/2006/main"/>
          <a:ln xmlns:a="http://schemas.openxmlformats.org/drawingml/2006/main" w="85725">
            <a:solidFill>
              <a:srgbClr val="484847"/>
            </a:solidFill>
            <a:prstDash val="solid"/>
          </a:ln>
        </p:spPr>
      </p:sp>
      <p:sp>
        <p:nvSpPr>
          <p:cNvPr id="12" name="경로 B">
            <a:extLst xmlns:a="http://schemas.openxmlformats.org/drawingml/2006/main">
              <a:ext uri="{FF2B5EF4-FFF2-40B4-BE49-F238E27FC236}">
                <a16:creationId xmlns:a16="http://schemas.microsoft.com/office/drawing/2014/main" id="{1E698486-D6D2-4B79-B14A-74E23251724B}"/>
              </a:ext>
            </a:extLst>
          </p:cNvPr>
          <p:cNvSpPr>
            <a:spLocks xmlns:a="http://schemas.openxmlformats.org/drawingml/2006/main" noGrp="1"/>
          </p:cNvSpPr>
          <p:nvPr/>
        </p:nvSpPr>
        <p:spPr>
          <a:xfrm xmlns:a="http://schemas.openxmlformats.org/drawingml/2006/main">
            <a:off x="4953000" y="7524750"/>
            <a:ext cx="2381250" cy="9525"/>
          </a:xfrm>
          <a:custGeom xmlns:a="http://schemas.openxmlformats.org/drawingml/2006/main">
            <a:pathLst>
              <a:path w="2381250" h="9525">
                <a:moveTo>
                  <a:pt x="0" y="0"/>
                </a:moveTo>
                <a:lnTo>
                  <a:pt x="2381250" y="0"/>
                </a:lnTo>
              </a:path>
            </a:pathLst>
          </a:custGeom>
          <a:noFill xmlns:a="http://schemas.openxmlformats.org/drawingml/2006/main"/>
          <a:ln xmlns:a="http://schemas.openxmlformats.org/drawingml/2006/main" w="85725">
            <a:solidFill>
              <a:srgbClr val="484847"/>
            </a:solidFill>
            <a:prstDash val="solid"/>
          </a:ln>
        </p:spPr>
      </p:sp>
      <p:sp>
        <p:nvSpPr>
          <p:cNvPr id="13" name="경로 B">
            <a:extLst xmlns:a="http://schemas.openxmlformats.org/drawingml/2006/main">
              <a:ext uri="{FF2B5EF4-FFF2-40B4-BE49-F238E27FC236}">
                <a16:creationId xmlns:a16="http://schemas.microsoft.com/office/drawing/2014/main" id="{9E2EF1C1-C587-47B0-99F3-0C5EAD4897A2}"/>
              </a:ext>
            </a:extLst>
          </p:cNvPr>
          <p:cNvSpPr>
            <a:spLocks xmlns:a="http://schemas.openxmlformats.org/drawingml/2006/main" noGrp="1"/>
          </p:cNvSpPr>
          <p:nvPr/>
        </p:nvSpPr>
        <p:spPr>
          <a:xfrm xmlns:a="http://schemas.openxmlformats.org/drawingml/2006/main">
            <a:off x="7334250" y="6619875"/>
            <a:ext cx="9525" cy="904875"/>
          </a:xfrm>
          <a:custGeom xmlns:a="http://schemas.openxmlformats.org/drawingml/2006/main">
            <a:pathLst>
              <a:path w="9525" h="904875">
                <a:moveTo>
                  <a:pt x="0" y="904875"/>
                </a:moveTo>
                <a:lnTo>
                  <a:pt x="0" y="0"/>
                </a:lnTo>
              </a:path>
            </a:pathLst>
          </a:custGeom>
          <a:noFill xmlns:a="http://schemas.openxmlformats.org/drawingml/2006/main"/>
          <a:ln xmlns:a="http://schemas.openxmlformats.org/drawingml/2006/main" w="85725">
            <a:solidFill>
              <a:srgbClr val="484847"/>
            </a:solidFill>
            <a:prstDash val="solid"/>
          </a:ln>
        </p:spPr>
      </p:sp>
      <p:sp>
        <p:nvSpPr>
          <p:cNvPr id="14" name="경로 B">
            <a:extLst xmlns:a="http://schemas.openxmlformats.org/drawingml/2006/main">
              <a:ext uri="{FF2B5EF4-FFF2-40B4-BE49-F238E27FC236}">
                <a16:creationId xmlns:a16="http://schemas.microsoft.com/office/drawing/2014/main" id="{F0345241-096F-4D21-974C-9BA336611C8D}"/>
              </a:ext>
            </a:extLst>
          </p:cNvPr>
          <p:cNvSpPr>
            <a:spLocks xmlns:a="http://schemas.openxmlformats.org/drawingml/2006/main" noGrp="1"/>
          </p:cNvSpPr>
          <p:nvPr/>
        </p:nvSpPr>
        <p:spPr>
          <a:xfrm xmlns:a="http://schemas.openxmlformats.org/drawingml/2006/main">
            <a:off x="7334250" y="6619875"/>
            <a:ext cx="3476625" cy="9525"/>
          </a:xfrm>
          <a:custGeom xmlns:a="http://schemas.openxmlformats.org/drawingml/2006/main">
            <a:pathLst>
              <a:path w="3476625" h="9525">
                <a:moveTo>
                  <a:pt x="0" y="0"/>
                </a:moveTo>
                <a:lnTo>
                  <a:pt x="3476625" y="0"/>
                </a:lnTo>
              </a:path>
            </a:pathLst>
          </a:custGeom>
          <a:noFill xmlns:a="http://schemas.openxmlformats.org/drawingml/2006/main"/>
          <a:ln xmlns:a="http://schemas.openxmlformats.org/drawingml/2006/main" w="85725">
            <a:solidFill>
              <a:srgbClr val="484847"/>
            </a:solidFill>
            <a:prstDash val="solid"/>
          </a:ln>
        </p:spPr>
      </p:sp>
      <p:sp>
        <p:nvSpPr>
          <p:cNvPr id="15" name="경로 B">
            <a:extLst xmlns:a="http://schemas.openxmlformats.org/drawingml/2006/main">
              <a:ext uri="{FF2B5EF4-FFF2-40B4-BE49-F238E27FC236}">
                <a16:creationId xmlns:a16="http://schemas.microsoft.com/office/drawing/2014/main" id="{4AA9CD49-B44F-45CD-8CB5-F99B04D9F00D}"/>
              </a:ext>
            </a:extLst>
          </p:cNvPr>
          <p:cNvSpPr>
            <a:spLocks xmlns:a="http://schemas.openxmlformats.org/drawingml/2006/main" noGrp="1"/>
          </p:cNvSpPr>
          <p:nvPr/>
        </p:nvSpPr>
        <p:spPr>
          <a:xfrm xmlns:a="http://schemas.openxmlformats.org/drawingml/2006/main">
            <a:off x="10810875" y="5715000"/>
            <a:ext cx="9525" cy="904875"/>
          </a:xfrm>
          <a:custGeom xmlns:a="http://schemas.openxmlformats.org/drawingml/2006/main">
            <a:pathLst>
              <a:path w="9525" h="904875">
                <a:moveTo>
                  <a:pt x="0" y="904875"/>
                </a:moveTo>
                <a:lnTo>
                  <a:pt x="0" y="0"/>
                </a:lnTo>
              </a:path>
            </a:pathLst>
          </a:custGeom>
          <a:noFill xmlns:a="http://schemas.openxmlformats.org/drawingml/2006/main"/>
          <a:ln xmlns:a="http://schemas.openxmlformats.org/drawingml/2006/main" w="85725">
            <a:solidFill>
              <a:srgbClr val="484847"/>
            </a:solidFill>
            <a:prstDash val="solid"/>
          </a:ln>
        </p:spPr>
      </p:sp>
      <p:sp>
        <p:nvSpPr>
          <p:cNvPr id="16" name="">
            <a:extLst xmlns:a="http://schemas.openxmlformats.org/drawingml/2006/main">
              <a:ext uri="{FF2B5EF4-FFF2-40B4-BE49-F238E27FC236}">
                <a16:creationId xmlns:a16="http://schemas.microsoft.com/office/drawing/2014/main" id="{8D108A05-61F2-476A-9A08-CFBEF98F4C10}"/>
              </a:ext>
            </a:extLst>
          </p:cNvPr>
          <p:cNvSpPr>
            <a:spLocks xmlns:a="http://schemas.openxmlformats.org/drawingml/2006/main" noGrp="1"/>
          </p:cNvSpPr>
          <p:nvPr/>
        </p:nvSpPr>
        <p:spPr>
          <a:xfrm xmlns:a="http://schemas.openxmlformats.org/drawingml/2006/main">
            <a:off x="2352675" y="8305800"/>
            <a:ext cx="247650" cy="247650"/>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447E5E7-BE52-46BE-B74C-8F153037C419}"/>
              </a:ext>
            </a:extLst>
          </p:cNvPr>
          <p:cNvSpPr>
            <a:spLocks xmlns:a="http://schemas.openxmlformats.org/drawingml/2006/main" noGrp="1"/>
          </p:cNvSpPr>
          <p:nvPr/>
        </p:nvSpPr>
        <p:spPr>
          <a:xfrm xmlns:a="http://schemas.openxmlformats.org/drawingml/2006/main">
            <a:off x="10687050" y="5591175"/>
            <a:ext cx="247650" cy="247650"/>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6A9F57AA-CFAF-4653-B6D5-55529012F534}"/>
              </a:ext>
            </a:extLst>
          </p:cNvPr>
          <p:cNvSpPr>
            <a:spLocks xmlns:a="http://schemas.openxmlformats.org/drawingml/2006/main" noGrp="1"/>
          </p:cNvSpPr>
          <p:nvPr/>
        </p:nvSpPr>
        <p:spPr>
          <a:xfrm xmlns:a="http://schemas.openxmlformats.org/drawingml/2006/main">
            <a:off x="1695450" y="894397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000000"/>
                </a:solidFill>
                <a:latin typeface="Pretendard"/>
                <a:ea typeface="Pretendard"/>
                <a:cs typeface="Pretendard"/>
              </a:defRPr>
            </a:defPPr>
            <a:lvl1pPr algn="ctr">
              <a:defRPr sz="2850" b="1">
                <a:solidFill>
                  <a:srgbClr val="000000"/>
                </a:solidFill>
                <a:latin typeface="Pretendard"/>
                <a:ea typeface="Pretendard"/>
                <a:cs typeface="Pretendard"/>
              </a:defRPr>
            </a:lvl1pPr>
            <a:lvl2pPr algn="ctr">
              <a:defRPr sz="2850" b="1">
                <a:solidFill>
                  <a:srgbClr val="000000"/>
                </a:solidFill>
                <a:latin typeface="Pretendard"/>
                <a:ea typeface="Pretendard"/>
                <a:cs typeface="Pretendard"/>
              </a:defRPr>
            </a:lvl2pPr>
            <a:lvl3pPr algn="ctr">
              <a:defRPr sz="2850" b="1">
                <a:solidFill>
                  <a:srgbClr val="000000"/>
                </a:solidFill>
                <a:latin typeface="Pretendard"/>
                <a:ea typeface="Pretendard"/>
                <a:cs typeface="Pretendard"/>
              </a:defRPr>
            </a:lvl3pPr>
            <a:lvl4pPr algn="ctr">
              <a:defRPr sz="2850" b="1">
                <a:solidFill>
                  <a:srgbClr val="000000"/>
                </a:solidFill>
                <a:latin typeface="Pretendard"/>
                <a:ea typeface="Pretendard"/>
                <a:cs typeface="Pretendard"/>
              </a:defRPr>
            </a:lvl4pPr>
            <a:lvl5pPr algn="ctr">
              <a:defRPr sz="2850" b="1">
                <a:solidFill>
                  <a:srgbClr val="000000"/>
                </a:solidFill>
                <a:latin typeface="Pretendard"/>
                <a:ea typeface="Pretendard"/>
                <a:cs typeface="Pretendard"/>
              </a:defRPr>
            </a:lvl5pPr>
            <a:lvl6pPr algn="ctr">
              <a:defRPr sz="2850" b="1">
                <a:solidFill>
                  <a:srgbClr val="000000"/>
                </a:solidFill>
                <a:latin typeface="Pretendard"/>
                <a:ea typeface="Pretendard"/>
                <a:cs typeface="Pretendard"/>
              </a:defRPr>
            </a:lvl6pPr>
            <a:lvl7pPr algn="ctr">
              <a:defRPr sz="2850" b="1">
                <a:solidFill>
                  <a:srgbClr val="000000"/>
                </a:solidFill>
                <a:latin typeface="Pretendard"/>
                <a:ea typeface="Pretendard"/>
                <a:cs typeface="Pretendard"/>
              </a:defRPr>
            </a:lvl7pPr>
            <a:lvl8pPr algn="ctr">
              <a:defRPr sz="2850" b="1">
                <a:solidFill>
                  <a:srgbClr val="000000"/>
                </a:solidFill>
                <a:latin typeface="Pretendard"/>
                <a:ea typeface="Pretendard"/>
                <a:cs typeface="Pretendard"/>
              </a:defRPr>
            </a:lvl8pPr>
            <a:lvl9pPr algn="ctr">
              <a:defRPr sz="2850" b="1">
                <a:solidFill>
                  <a:srgbClr val="000000"/>
                </a:solidFill>
                <a:latin typeface="Pretendard"/>
                <a:ea typeface="Pretendard"/>
                <a:cs typeface="Pretendard"/>
              </a:defRPr>
            </a:lvl9pPr>
          </a:lstStyle>
          <a:p xmlns:a="http://schemas.openxmlformats.org/drawingml/2006/main">
            <a:pPr algn="ctr">
              <a:defRPr sz="2850" b="1">
                <a:solidFill>
                  <a:srgbClr val="000000"/>
                </a:solidFill>
                <a:latin typeface="Pretendard"/>
                <a:ea typeface="Pretendard"/>
                <a:cs typeface="Pretendard"/>
              </a:defRPr>
            </a:pPr>
            <a:r>
              <a:rPr sz="2850" b="1">
                <a:solidFill>
                  <a:srgbClr val="000000"/>
                </a:solidFill>
                <a:latin typeface="Pretendard"/>
                <a:ea typeface="Pretendard"/>
                <a:cs typeface="Pretendard"/>
              </a:rPr>
              <a:t>출발점</a:t>
            </a:r>
          </a:p>
        </p:txBody>
      </p:sp>
      <p:sp>
        <p:nvSpPr>
          <p:cNvPr id="19" name="text">
            <a:extLst xmlns:a="http://schemas.openxmlformats.org/drawingml/2006/main">
              <a:ext uri="{FF2B5EF4-FFF2-40B4-BE49-F238E27FC236}">
                <a16:creationId xmlns:a16="http://schemas.microsoft.com/office/drawing/2014/main" id="{E3857587-91C6-4E88-8443-C6C357D5B231}"/>
              </a:ext>
            </a:extLst>
          </p:cNvPr>
          <p:cNvSpPr>
            <a:spLocks xmlns:a="http://schemas.openxmlformats.org/drawingml/2006/main" noGrp="1"/>
          </p:cNvSpPr>
          <p:nvPr/>
        </p:nvSpPr>
        <p:spPr>
          <a:xfrm xmlns:a="http://schemas.openxmlformats.org/drawingml/2006/main">
            <a:off x="9810750" y="5019675"/>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000000"/>
                </a:solidFill>
                <a:latin typeface="Pretendard"/>
                <a:ea typeface="Pretendard"/>
                <a:cs typeface="Pretendard"/>
              </a:defRPr>
            </a:defPPr>
            <a:lvl1pPr algn="ctr">
              <a:defRPr sz="2850" b="1">
                <a:solidFill>
                  <a:srgbClr val="000000"/>
                </a:solidFill>
                <a:latin typeface="Pretendard"/>
                <a:ea typeface="Pretendard"/>
                <a:cs typeface="Pretendard"/>
              </a:defRPr>
            </a:lvl1pPr>
            <a:lvl2pPr algn="ctr">
              <a:defRPr sz="2850" b="1">
                <a:solidFill>
                  <a:srgbClr val="000000"/>
                </a:solidFill>
                <a:latin typeface="Pretendard"/>
                <a:ea typeface="Pretendard"/>
                <a:cs typeface="Pretendard"/>
              </a:defRPr>
            </a:lvl2pPr>
            <a:lvl3pPr algn="ctr">
              <a:defRPr sz="2850" b="1">
                <a:solidFill>
                  <a:srgbClr val="000000"/>
                </a:solidFill>
                <a:latin typeface="Pretendard"/>
                <a:ea typeface="Pretendard"/>
                <a:cs typeface="Pretendard"/>
              </a:defRPr>
            </a:lvl3pPr>
            <a:lvl4pPr algn="ctr">
              <a:defRPr sz="2850" b="1">
                <a:solidFill>
                  <a:srgbClr val="000000"/>
                </a:solidFill>
                <a:latin typeface="Pretendard"/>
                <a:ea typeface="Pretendard"/>
                <a:cs typeface="Pretendard"/>
              </a:defRPr>
            </a:lvl4pPr>
            <a:lvl5pPr algn="ctr">
              <a:defRPr sz="2850" b="1">
                <a:solidFill>
                  <a:srgbClr val="000000"/>
                </a:solidFill>
                <a:latin typeface="Pretendard"/>
                <a:ea typeface="Pretendard"/>
                <a:cs typeface="Pretendard"/>
              </a:defRPr>
            </a:lvl5pPr>
            <a:lvl6pPr algn="ctr">
              <a:defRPr sz="2850" b="1">
                <a:solidFill>
                  <a:srgbClr val="000000"/>
                </a:solidFill>
                <a:latin typeface="Pretendard"/>
                <a:ea typeface="Pretendard"/>
                <a:cs typeface="Pretendard"/>
              </a:defRPr>
            </a:lvl6pPr>
            <a:lvl7pPr algn="ctr">
              <a:defRPr sz="2850" b="1">
                <a:solidFill>
                  <a:srgbClr val="000000"/>
                </a:solidFill>
                <a:latin typeface="Pretendard"/>
                <a:ea typeface="Pretendard"/>
                <a:cs typeface="Pretendard"/>
              </a:defRPr>
            </a:lvl7pPr>
            <a:lvl8pPr algn="ctr">
              <a:defRPr sz="2850" b="1">
                <a:solidFill>
                  <a:srgbClr val="000000"/>
                </a:solidFill>
                <a:latin typeface="Pretendard"/>
                <a:ea typeface="Pretendard"/>
                <a:cs typeface="Pretendard"/>
              </a:defRPr>
            </a:lvl8pPr>
            <a:lvl9pPr algn="ctr">
              <a:defRPr sz="2850" b="1">
                <a:solidFill>
                  <a:srgbClr val="000000"/>
                </a:solidFill>
                <a:latin typeface="Pretendard"/>
                <a:ea typeface="Pretendard"/>
                <a:cs typeface="Pretendard"/>
              </a:defRPr>
            </a:lvl9pPr>
          </a:lstStyle>
          <a:p xmlns:a="http://schemas.openxmlformats.org/drawingml/2006/main">
            <a:pPr algn="ctr">
              <a:defRPr sz="2850" b="1">
                <a:solidFill>
                  <a:srgbClr val="000000"/>
                </a:solidFill>
                <a:latin typeface="Pretendard"/>
                <a:ea typeface="Pretendard"/>
                <a:cs typeface="Pretendard"/>
              </a:defRPr>
            </a:pPr>
            <a:r>
              <a:rPr sz="2850" b="1">
                <a:solidFill>
                  <a:srgbClr val="000000"/>
                </a:solidFill>
                <a:latin typeface="Pretendard"/>
                <a:ea typeface="Pretendard"/>
                <a:cs typeface="Pretendard"/>
              </a:rPr>
              <a:t>도착점</a:t>
            </a:r>
          </a:p>
        </p:txBody>
      </p:sp>
      <p:sp>
        <p:nvSpPr>
          <p:cNvPr id="20" name="text">
            <a:extLst xmlns:a="http://schemas.openxmlformats.org/drawingml/2006/main">
              <a:ext uri="{FF2B5EF4-FFF2-40B4-BE49-F238E27FC236}">
                <a16:creationId xmlns:a16="http://schemas.microsoft.com/office/drawing/2014/main" id="{A27E86AB-F763-44B5-9657-BB4F18263F90}"/>
              </a:ext>
            </a:extLst>
          </p:cNvPr>
          <p:cNvSpPr>
            <a:spLocks xmlns:a="http://schemas.openxmlformats.org/drawingml/2006/main" noGrp="1"/>
          </p:cNvSpPr>
          <p:nvPr/>
        </p:nvSpPr>
        <p:spPr>
          <a:xfrm xmlns:a="http://schemas.openxmlformats.org/drawingml/2006/main">
            <a:off x="5619750" y="63246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57962F"/>
                </a:solidFill>
                <a:latin typeface="Pretendard"/>
                <a:ea typeface="Pretendard"/>
                <a:cs typeface="Pretendard"/>
              </a:defRPr>
            </a:defPPr>
            <a:lvl1pPr algn="ctr">
              <a:defRPr sz="3000" b="1">
                <a:solidFill>
                  <a:srgbClr val="57962F"/>
                </a:solidFill>
                <a:latin typeface="Pretendard"/>
                <a:ea typeface="Pretendard"/>
                <a:cs typeface="Pretendard"/>
              </a:defRPr>
            </a:lvl1pPr>
            <a:lvl2pPr algn="ctr">
              <a:defRPr sz="3000" b="1">
                <a:solidFill>
                  <a:srgbClr val="57962F"/>
                </a:solidFill>
                <a:latin typeface="Pretendard"/>
                <a:ea typeface="Pretendard"/>
                <a:cs typeface="Pretendard"/>
              </a:defRPr>
            </a:lvl2pPr>
            <a:lvl3pPr algn="ctr">
              <a:defRPr sz="3000" b="1">
                <a:solidFill>
                  <a:srgbClr val="57962F"/>
                </a:solidFill>
                <a:latin typeface="Pretendard"/>
                <a:ea typeface="Pretendard"/>
                <a:cs typeface="Pretendard"/>
              </a:defRPr>
            </a:lvl3pPr>
            <a:lvl4pPr algn="ctr">
              <a:defRPr sz="3000" b="1">
                <a:solidFill>
                  <a:srgbClr val="57962F"/>
                </a:solidFill>
                <a:latin typeface="Pretendard"/>
                <a:ea typeface="Pretendard"/>
                <a:cs typeface="Pretendard"/>
              </a:defRPr>
            </a:lvl4pPr>
            <a:lvl5pPr algn="ctr">
              <a:defRPr sz="3000" b="1">
                <a:solidFill>
                  <a:srgbClr val="57962F"/>
                </a:solidFill>
                <a:latin typeface="Pretendard"/>
                <a:ea typeface="Pretendard"/>
                <a:cs typeface="Pretendard"/>
              </a:defRPr>
            </a:lvl5pPr>
            <a:lvl6pPr algn="ctr">
              <a:defRPr sz="3000" b="1">
                <a:solidFill>
                  <a:srgbClr val="57962F"/>
                </a:solidFill>
                <a:latin typeface="Pretendard"/>
                <a:ea typeface="Pretendard"/>
                <a:cs typeface="Pretendard"/>
              </a:defRPr>
            </a:lvl6pPr>
            <a:lvl7pPr algn="ctr">
              <a:defRPr sz="3000" b="1">
                <a:solidFill>
                  <a:srgbClr val="57962F"/>
                </a:solidFill>
                <a:latin typeface="Pretendard"/>
                <a:ea typeface="Pretendard"/>
                <a:cs typeface="Pretendard"/>
              </a:defRPr>
            </a:lvl7pPr>
            <a:lvl8pPr algn="ctr">
              <a:defRPr sz="3000" b="1">
                <a:solidFill>
                  <a:srgbClr val="57962F"/>
                </a:solidFill>
                <a:latin typeface="Pretendard"/>
                <a:ea typeface="Pretendard"/>
                <a:cs typeface="Pretendard"/>
              </a:defRPr>
            </a:lvl8pPr>
            <a:lvl9pPr algn="ctr">
              <a:defRPr sz="3000" b="1">
                <a:solidFill>
                  <a:srgbClr val="57962F"/>
                </a:solidFill>
                <a:latin typeface="Pretendard"/>
                <a:ea typeface="Pretendard"/>
                <a:cs typeface="Pretendard"/>
              </a:defRPr>
            </a:lvl9pPr>
          </a:lstStyle>
          <a:p xmlns:a="http://schemas.openxmlformats.org/drawingml/2006/main">
            <a:pPr algn="ctr">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경로 A</a:t>
            </a:r>
          </a:p>
        </p:txBody>
      </p:sp>
      <p:sp>
        <p:nvSpPr>
          <p:cNvPr id="21" name="text">
            <a:extLst xmlns:a="http://schemas.openxmlformats.org/drawingml/2006/main">
              <a:ext uri="{FF2B5EF4-FFF2-40B4-BE49-F238E27FC236}">
                <a16:creationId xmlns:a16="http://schemas.microsoft.com/office/drawing/2014/main" id="{86F9446C-5791-43AC-9BB1-3F0F5AC8A21D}"/>
              </a:ext>
            </a:extLst>
          </p:cNvPr>
          <p:cNvSpPr>
            <a:spLocks xmlns:a="http://schemas.openxmlformats.org/drawingml/2006/main" noGrp="1"/>
          </p:cNvSpPr>
          <p:nvPr/>
        </p:nvSpPr>
        <p:spPr>
          <a:xfrm xmlns:a="http://schemas.openxmlformats.org/drawingml/2006/main">
            <a:off x="5715000" y="79438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484847"/>
                </a:solidFill>
                <a:latin typeface="Pretendard"/>
                <a:ea typeface="Pretendard"/>
                <a:cs typeface="Pretendard"/>
              </a:defRPr>
            </a:defPPr>
            <a:lvl1pPr algn="ctr">
              <a:defRPr sz="3000" b="1">
                <a:solidFill>
                  <a:srgbClr val="484847"/>
                </a:solidFill>
                <a:latin typeface="Pretendard"/>
                <a:ea typeface="Pretendard"/>
                <a:cs typeface="Pretendard"/>
              </a:defRPr>
            </a:lvl1pPr>
            <a:lvl2pPr algn="ctr">
              <a:defRPr sz="3000" b="1">
                <a:solidFill>
                  <a:srgbClr val="484847"/>
                </a:solidFill>
                <a:latin typeface="Pretendard"/>
                <a:ea typeface="Pretendard"/>
                <a:cs typeface="Pretendard"/>
              </a:defRPr>
            </a:lvl2pPr>
            <a:lvl3pPr algn="ctr">
              <a:defRPr sz="3000" b="1">
                <a:solidFill>
                  <a:srgbClr val="484847"/>
                </a:solidFill>
                <a:latin typeface="Pretendard"/>
                <a:ea typeface="Pretendard"/>
                <a:cs typeface="Pretendard"/>
              </a:defRPr>
            </a:lvl3pPr>
            <a:lvl4pPr algn="ctr">
              <a:defRPr sz="3000" b="1">
                <a:solidFill>
                  <a:srgbClr val="484847"/>
                </a:solidFill>
                <a:latin typeface="Pretendard"/>
                <a:ea typeface="Pretendard"/>
                <a:cs typeface="Pretendard"/>
              </a:defRPr>
            </a:lvl4pPr>
            <a:lvl5pPr algn="ctr">
              <a:defRPr sz="3000" b="1">
                <a:solidFill>
                  <a:srgbClr val="484847"/>
                </a:solidFill>
                <a:latin typeface="Pretendard"/>
                <a:ea typeface="Pretendard"/>
                <a:cs typeface="Pretendard"/>
              </a:defRPr>
            </a:lvl5pPr>
            <a:lvl6pPr algn="ctr">
              <a:defRPr sz="3000" b="1">
                <a:solidFill>
                  <a:srgbClr val="484847"/>
                </a:solidFill>
                <a:latin typeface="Pretendard"/>
                <a:ea typeface="Pretendard"/>
                <a:cs typeface="Pretendard"/>
              </a:defRPr>
            </a:lvl6pPr>
            <a:lvl7pPr algn="ctr">
              <a:defRPr sz="3000" b="1">
                <a:solidFill>
                  <a:srgbClr val="484847"/>
                </a:solidFill>
                <a:latin typeface="Pretendard"/>
                <a:ea typeface="Pretendard"/>
                <a:cs typeface="Pretendard"/>
              </a:defRPr>
            </a:lvl7pPr>
            <a:lvl8pPr algn="ctr">
              <a:defRPr sz="3000" b="1">
                <a:solidFill>
                  <a:srgbClr val="484847"/>
                </a:solidFill>
                <a:latin typeface="Pretendard"/>
                <a:ea typeface="Pretendard"/>
                <a:cs typeface="Pretendard"/>
              </a:defRPr>
            </a:lvl8pPr>
            <a:lvl9pPr algn="ctr">
              <a:defRPr sz="3000" b="1">
                <a:solidFill>
                  <a:srgbClr val="484847"/>
                </a:solidFill>
                <a:latin typeface="Pretendard"/>
                <a:ea typeface="Pretendard"/>
                <a:cs typeface="Pretendard"/>
              </a:defRPr>
            </a:lvl9pPr>
          </a:lstStyle>
          <a:p xmlns:a="http://schemas.openxmlformats.org/drawingml/2006/main">
            <a:pPr algn="ctr">
              <a:defRPr sz="3000" b="1">
                <a:solidFill>
                  <a:srgbClr val="484847"/>
                </a:solidFill>
                <a:latin typeface="Pretendard"/>
                <a:ea typeface="Pretendard"/>
                <a:cs typeface="Pretendard"/>
              </a:defRPr>
            </a:pPr>
            <a:r>
              <a:rPr sz="3000" b="1">
                <a:solidFill>
                  <a:srgbClr val="484847"/>
                </a:solidFill>
                <a:latin typeface="Pretendard"/>
                <a:ea typeface="Pretendard"/>
                <a:cs typeface="Pretendard"/>
              </a:rPr>
              <a:t>경로 B</a:t>
            </a:r>
          </a:p>
        </p:txBody>
      </p:sp>
      <p:sp>
        <p:nvSpPr>
          <p:cNvPr id="22" name="높이 차">
            <a:extLst xmlns:a="http://schemas.openxmlformats.org/drawingml/2006/main">
              <a:ext uri="{FF2B5EF4-FFF2-40B4-BE49-F238E27FC236}">
                <a16:creationId xmlns:a16="http://schemas.microsoft.com/office/drawing/2014/main" id="{A6658258-4331-4464-83A1-3DB2D6199249}"/>
              </a:ext>
            </a:extLst>
          </p:cNvPr>
          <p:cNvSpPr>
            <a:spLocks xmlns:a="http://schemas.openxmlformats.org/drawingml/2006/main" noGrp="1"/>
          </p:cNvSpPr>
          <p:nvPr/>
        </p:nvSpPr>
        <p:spPr>
          <a:xfrm xmlns:a="http://schemas.openxmlformats.org/drawingml/2006/main">
            <a:off x="11382375" y="5781675"/>
            <a:ext cx="9525" cy="2590800"/>
          </a:xfrm>
          <a:custGeom xmlns:a="http://schemas.openxmlformats.org/drawingml/2006/main">
            <a:pathLst>
              <a:path w="9525" h="2590800">
                <a:moveTo>
                  <a:pt x="0" y="0"/>
                </a:moveTo>
                <a:lnTo>
                  <a:pt x="0" y="2590800"/>
                </a:lnTo>
              </a:path>
            </a:pathLst>
          </a:custGeom>
          <a:noFill xmlns:a="http://schemas.openxmlformats.org/drawingml/2006/main"/>
          <a:ln xmlns:a="http://schemas.openxmlformats.org/drawingml/2006/main" w="38100">
            <a:solidFill>
              <a:srgbClr val="898989"/>
            </a:solidFill>
            <a:prstDash val="solid"/>
          </a:ln>
        </p:spPr>
      </p:sp>
      <p:sp>
        <p:nvSpPr>
          <p:cNvPr id="23" name="line">
            <a:extLst xmlns:a="http://schemas.openxmlformats.org/drawingml/2006/main">
              <a:ext uri="{FF2B5EF4-FFF2-40B4-BE49-F238E27FC236}">
                <a16:creationId xmlns:a16="http://schemas.microsoft.com/office/drawing/2014/main" id="{99F04D1C-D361-4999-93F5-14D111C5F204}"/>
              </a:ext>
            </a:extLst>
          </p:cNvPr>
          <p:cNvSpPr>
            <a:spLocks xmlns:a="http://schemas.openxmlformats.org/drawingml/2006/main" noGrp="1"/>
          </p:cNvSpPr>
          <p:nvPr/>
        </p:nvSpPr>
        <p:spPr>
          <a:xfrm xmlns:a="http://schemas.openxmlformats.org/drawingml/2006/main">
            <a:off x="11210925" y="5781675"/>
            <a:ext cx="342900" cy="9525"/>
          </a:xfrm>
          <a:custGeom xmlns:a="http://schemas.openxmlformats.org/drawingml/2006/main">
            <a:pathLst>
              <a:path w="342900" h="9525">
                <a:moveTo>
                  <a:pt x="0" y="0"/>
                </a:moveTo>
                <a:lnTo>
                  <a:pt x="342900" y="0"/>
                </a:lnTo>
              </a:path>
            </a:pathLst>
          </a:custGeom>
          <a:noFill xmlns:a="http://schemas.openxmlformats.org/drawingml/2006/main"/>
          <a:ln xmlns:a="http://schemas.openxmlformats.org/drawingml/2006/main" w="38100">
            <a:solidFill>
              <a:srgbClr val="898989"/>
            </a:solidFill>
            <a:prstDash val="solid"/>
          </a:ln>
        </p:spPr>
      </p:sp>
      <p:sp>
        <p:nvSpPr>
          <p:cNvPr id="24" name="line">
            <a:extLst xmlns:a="http://schemas.openxmlformats.org/drawingml/2006/main">
              <a:ext uri="{FF2B5EF4-FFF2-40B4-BE49-F238E27FC236}">
                <a16:creationId xmlns:a16="http://schemas.microsoft.com/office/drawing/2014/main" id="{60BBF3B7-C50B-4AFC-85CA-94D28DDAA720}"/>
              </a:ext>
            </a:extLst>
          </p:cNvPr>
          <p:cNvSpPr>
            <a:spLocks xmlns:a="http://schemas.openxmlformats.org/drawingml/2006/main" noGrp="1"/>
          </p:cNvSpPr>
          <p:nvPr/>
        </p:nvSpPr>
        <p:spPr>
          <a:xfrm xmlns:a="http://schemas.openxmlformats.org/drawingml/2006/main">
            <a:off x="11210925" y="8372475"/>
            <a:ext cx="342900" cy="9525"/>
          </a:xfrm>
          <a:custGeom xmlns:a="http://schemas.openxmlformats.org/drawingml/2006/main">
            <a:pathLst>
              <a:path w="342900" h="9525">
                <a:moveTo>
                  <a:pt x="0" y="0"/>
                </a:moveTo>
                <a:lnTo>
                  <a:pt x="342900" y="0"/>
                </a:lnTo>
              </a:path>
            </a:pathLst>
          </a:custGeom>
          <a:noFill xmlns:a="http://schemas.openxmlformats.org/drawingml/2006/main"/>
          <a:ln xmlns:a="http://schemas.openxmlformats.org/drawingml/2006/main" w="38100">
            <a:solidFill>
              <a:srgbClr val="898989"/>
            </a:solidFill>
            <a:prstDash val="solid"/>
          </a:ln>
        </p:spPr>
      </p:sp>
      <p:sp>
        <p:nvSpPr>
          <p:cNvPr id="25" name="text">
            <a:extLst xmlns:a="http://schemas.openxmlformats.org/drawingml/2006/main">
              <a:ext uri="{FF2B5EF4-FFF2-40B4-BE49-F238E27FC236}">
                <a16:creationId xmlns:a16="http://schemas.microsoft.com/office/drawing/2014/main" id="{84486C89-155E-47D7-8432-5562C9E334AD}"/>
              </a:ext>
            </a:extLst>
          </p:cNvPr>
          <p:cNvSpPr>
            <a:spLocks xmlns:a="http://schemas.openxmlformats.org/drawingml/2006/main" noGrp="1"/>
          </p:cNvSpPr>
          <p:nvPr/>
        </p:nvSpPr>
        <p:spPr>
          <a:xfrm xmlns:a="http://schemas.openxmlformats.org/drawingml/2006/main">
            <a:off x="11525250" y="6838950"/>
            <a:ext cx="171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898989"/>
                </a:solidFill>
                <a:latin typeface="Pretendard"/>
                <a:ea typeface="Pretendard"/>
                <a:cs typeface="Pretendard"/>
              </a:defRPr>
            </a:defPPr>
            <a:lvl1pPr algn="l">
              <a:defRPr sz="2550" b="1">
                <a:solidFill>
                  <a:srgbClr val="898989"/>
                </a:solidFill>
                <a:latin typeface="Pretendard"/>
                <a:ea typeface="Pretendard"/>
                <a:cs typeface="Pretendard"/>
              </a:defRPr>
            </a:lvl1pPr>
            <a:lvl2pPr algn="l">
              <a:defRPr sz="2550" b="1">
                <a:solidFill>
                  <a:srgbClr val="898989"/>
                </a:solidFill>
                <a:latin typeface="Pretendard"/>
                <a:ea typeface="Pretendard"/>
                <a:cs typeface="Pretendard"/>
              </a:defRPr>
            </a:lvl2pPr>
            <a:lvl3pPr algn="l">
              <a:defRPr sz="2550" b="1">
                <a:solidFill>
                  <a:srgbClr val="898989"/>
                </a:solidFill>
                <a:latin typeface="Pretendard"/>
                <a:ea typeface="Pretendard"/>
                <a:cs typeface="Pretendard"/>
              </a:defRPr>
            </a:lvl3pPr>
            <a:lvl4pPr algn="l">
              <a:defRPr sz="2550" b="1">
                <a:solidFill>
                  <a:srgbClr val="898989"/>
                </a:solidFill>
                <a:latin typeface="Pretendard"/>
                <a:ea typeface="Pretendard"/>
                <a:cs typeface="Pretendard"/>
              </a:defRPr>
            </a:lvl4pPr>
            <a:lvl5pPr algn="l">
              <a:defRPr sz="2550" b="1">
                <a:solidFill>
                  <a:srgbClr val="898989"/>
                </a:solidFill>
                <a:latin typeface="Pretendard"/>
                <a:ea typeface="Pretendard"/>
                <a:cs typeface="Pretendard"/>
              </a:defRPr>
            </a:lvl5pPr>
            <a:lvl6pPr algn="l">
              <a:defRPr sz="2550" b="1">
                <a:solidFill>
                  <a:srgbClr val="898989"/>
                </a:solidFill>
                <a:latin typeface="Pretendard"/>
                <a:ea typeface="Pretendard"/>
                <a:cs typeface="Pretendard"/>
              </a:defRPr>
            </a:lvl6pPr>
            <a:lvl7pPr algn="l">
              <a:defRPr sz="2550" b="1">
                <a:solidFill>
                  <a:srgbClr val="898989"/>
                </a:solidFill>
                <a:latin typeface="Pretendard"/>
                <a:ea typeface="Pretendard"/>
                <a:cs typeface="Pretendard"/>
              </a:defRPr>
            </a:lvl7pPr>
            <a:lvl8pPr algn="l">
              <a:defRPr sz="2550" b="1">
                <a:solidFill>
                  <a:srgbClr val="898989"/>
                </a:solidFill>
                <a:latin typeface="Pretendard"/>
                <a:ea typeface="Pretendard"/>
                <a:cs typeface="Pretendard"/>
              </a:defRPr>
            </a:lvl8pPr>
            <a:lvl9pPr algn="l">
              <a:defRPr sz="2550" b="1">
                <a:solidFill>
                  <a:srgbClr val="898989"/>
                </a:solidFill>
                <a:latin typeface="Pretendard"/>
                <a:ea typeface="Pretendard"/>
                <a:cs typeface="Pretendard"/>
              </a:defRPr>
            </a:lvl9pPr>
          </a:lstStyle>
          <a:p xmlns:a="http://schemas.openxmlformats.org/drawingml/2006/main">
            <a:pPr algn="l">
              <a:defRPr sz="2550" b="1">
                <a:solidFill>
                  <a:srgbClr val="898989"/>
                </a:solidFill>
                <a:latin typeface="Pretendard"/>
                <a:ea typeface="Pretendard"/>
                <a:cs typeface="Pretendard"/>
              </a:defRPr>
            </a:pPr>
            <a:r>
              <a:rPr sz="2550" b="1">
                <a:solidFill>
                  <a:srgbClr val="898989"/>
                </a:solidFill>
                <a:latin typeface="Pretendard"/>
                <a:ea typeface="Pretendard"/>
                <a:cs typeface="Pretendard"/>
              </a:rPr>
              <a:t>높이 차</a:t>
            </a:r>
          </a:p>
        </p:txBody>
      </p:sp>
      <p:sp>
        <p:nvSpPr>
          <p:cNvPr id="26" name="질문 말풍선">
            <a:extLst xmlns:a="http://schemas.openxmlformats.org/drawingml/2006/main">
              <a:ext uri="{FF2B5EF4-FFF2-40B4-BE49-F238E27FC236}">
                <a16:creationId xmlns:a16="http://schemas.microsoft.com/office/drawing/2014/main" id="{ED69F120-1FD4-4781-B660-EC391CD44006}"/>
              </a:ext>
            </a:extLst>
          </p:cNvPr>
          <p:cNvSpPr>
            <a:spLocks xmlns:a="http://schemas.openxmlformats.org/drawingml/2006/main" noGrp="1"/>
          </p:cNvSpPr>
          <p:nvPr/>
        </p:nvSpPr>
        <p:spPr>
          <a:xfrm xmlns:a="http://schemas.openxmlformats.org/drawingml/2006/main">
            <a:off x="13239750" y="4705350"/>
            <a:ext cx="3714750" cy="1714500"/>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4C02DAC-3B44-4E2B-8BB9-C5582148B1FF}"/>
              </a:ext>
            </a:extLst>
          </p:cNvPr>
          <p:cNvSpPr>
            <a:spLocks xmlns:a="http://schemas.openxmlformats.org/drawingml/2006/main" noGrp="1"/>
          </p:cNvSpPr>
          <p:nvPr/>
        </p:nvSpPr>
        <p:spPr>
          <a:xfrm xmlns:a="http://schemas.openxmlformats.org/drawingml/2006/main">
            <a:off x="14525625" y="6353175"/>
            <a:ext cx="762000" cy="523875"/>
          </a:xfrm>
          <a:custGeom xmlns:a="http://schemas.openxmlformats.org/drawingml/2006/main">
            <a:pathLst>
              <a:path w="762000" h="523875">
                <a:moveTo>
                  <a:pt x="0" y="0"/>
                </a:moveTo>
                <a:lnTo>
                  <a:pt x="762000" y="0"/>
                </a:lnTo>
                <a:lnTo>
                  <a:pt x="428625" y="523875"/>
                </a:lnTo>
                <a:close/>
              </a:path>
            </a:pathLst>
          </a:custGeom>
          <a:solidFill xmlns:a="http://schemas.openxmlformats.org/drawingml/2006/main">
            <a:srgbClr val="F5F5F5"/>
          </a:solidFill>
          <a:ln xmlns:a="http://schemas.openxmlformats.org/drawingml/2006/main" w="0">
            <a:noFill/>
          </a:ln>
        </p:spPr>
      </p:sp>
      <p:sp>
        <p:nvSpPr>
          <p:cNvPr id="28" name="text">
            <a:extLst xmlns:a="http://schemas.openxmlformats.org/drawingml/2006/main">
              <a:ext uri="{FF2B5EF4-FFF2-40B4-BE49-F238E27FC236}">
                <a16:creationId xmlns:a16="http://schemas.microsoft.com/office/drawing/2014/main" id="{148B00FD-A637-4B6F-992C-4B4B8833A0AE}"/>
              </a:ext>
            </a:extLst>
          </p:cNvPr>
          <p:cNvSpPr>
            <a:spLocks xmlns:a="http://schemas.openxmlformats.org/drawingml/2006/main" noGrp="1"/>
          </p:cNvSpPr>
          <p:nvPr/>
        </p:nvSpPr>
        <p:spPr>
          <a:xfrm xmlns:a="http://schemas.openxmlformats.org/drawingml/2006/main">
            <a:off x="13335000" y="4867275"/>
            <a:ext cx="352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000000"/>
                </a:solidFill>
                <a:latin typeface="Pretendard"/>
                <a:ea typeface="Pretendard"/>
                <a:cs typeface="Pretendard"/>
              </a:defRPr>
            </a:defPPr>
            <a:lvl1pPr algn="ctr">
              <a:defRPr sz="2730" b="1">
                <a:solidFill>
                  <a:srgbClr val="000000"/>
                </a:solidFill>
                <a:latin typeface="Pretendard"/>
                <a:ea typeface="Pretendard"/>
                <a:cs typeface="Pretendard"/>
              </a:defRPr>
            </a:lvl1pPr>
            <a:lvl2pPr algn="ctr">
              <a:defRPr sz="2730" b="1">
                <a:solidFill>
                  <a:srgbClr val="000000"/>
                </a:solidFill>
                <a:latin typeface="Pretendard"/>
                <a:ea typeface="Pretendard"/>
                <a:cs typeface="Pretendard"/>
              </a:defRPr>
            </a:lvl2pPr>
            <a:lvl3pPr algn="ctr">
              <a:defRPr sz="2730" b="1">
                <a:solidFill>
                  <a:srgbClr val="000000"/>
                </a:solidFill>
                <a:latin typeface="Pretendard"/>
                <a:ea typeface="Pretendard"/>
                <a:cs typeface="Pretendard"/>
              </a:defRPr>
            </a:lvl3pPr>
            <a:lvl4pPr algn="ctr">
              <a:defRPr sz="2730" b="1">
                <a:solidFill>
                  <a:srgbClr val="000000"/>
                </a:solidFill>
                <a:latin typeface="Pretendard"/>
                <a:ea typeface="Pretendard"/>
                <a:cs typeface="Pretendard"/>
              </a:defRPr>
            </a:lvl4pPr>
            <a:lvl5pPr algn="ctr">
              <a:defRPr sz="2730" b="1">
                <a:solidFill>
                  <a:srgbClr val="000000"/>
                </a:solidFill>
                <a:latin typeface="Pretendard"/>
                <a:ea typeface="Pretendard"/>
                <a:cs typeface="Pretendard"/>
              </a:defRPr>
            </a:lvl5pPr>
            <a:lvl6pPr algn="ctr">
              <a:defRPr sz="2730" b="1">
                <a:solidFill>
                  <a:srgbClr val="000000"/>
                </a:solidFill>
                <a:latin typeface="Pretendard"/>
                <a:ea typeface="Pretendard"/>
                <a:cs typeface="Pretendard"/>
              </a:defRPr>
            </a:lvl6pPr>
            <a:lvl7pPr algn="ctr">
              <a:defRPr sz="2730" b="1">
                <a:solidFill>
                  <a:srgbClr val="000000"/>
                </a:solidFill>
                <a:latin typeface="Pretendard"/>
                <a:ea typeface="Pretendard"/>
                <a:cs typeface="Pretendard"/>
              </a:defRPr>
            </a:lvl7pPr>
            <a:lvl8pPr algn="ctr">
              <a:defRPr sz="2730" b="1">
                <a:solidFill>
                  <a:srgbClr val="000000"/>
                </a:solidFill>
                <a:latin typeface="Pretendard"/>
                <a:ea typeface="Pretendard"/>
                <a:cs typeface="Pretendard"/>
              </a:defRPr>
            </a:lvl8pPr>
            <a:lvl9pPr algn="ctr">
              <a:defRPr sz="2730" b="1">
                <a:solidFill>
                  <a:srgbClr val="000000"/>
                </a:solidFill>
                <a:latin typeface="Pretendard"/>
                <a:ea typeface="Pretendard"/>
                <a:cs typeface="Pretendard"/>
              </a:defRPr>
            </a:lvl9pPr>
          </a:lstStyle>
          <a:p xmlns:a="http://schemas.openxmlformats.org/drawingml/2006/main">
            <a:pPr algn="ctr">
              <a:defRPr sz="2730" b="1">
                <a:solidFill>
                  <a:srgbClr val="000000"/>
                </a:solidFill>
                <a:latin typeface="Pretendard"/>
                <a:ea typeface="Pretendard"/>
                <a:cs typeface="Pretendard"/>
              </a:defRPr>
            </a:pPr>
            <a:r>
              <a:rPr sz="2730" b="1">
                <a:solidFill>
                  <a:srgbClr val="000000"/>
                </a:solidFill>
                <a:latin typeface="Pretendard"/>
                <a:ea typeface="Pretendard"/>
                <a:cs typeface="Pretendard"/>
              </a:rPr>
              <a:t>반응 경로가 달라도</a:t>
            </a:r>
          </a:p>
        </p:txBody>
      </p:sp>
      <p:sp>
        <p:nvSpPr>
          <p:cNvPr id="29" name="text">
            <a:extLst xmlns:a="http://schemas.openxmlformats.org/drawingml/2006/main">
              <a:ext uri="{FF2B5EF4-FFF2-40B4-BE49-F238E27FC236}">
                <a16:creationId xmlns:a16="http://schemas.microsoft.com/office/drawing/2014/main" id="{3C939009-16C7-463E-8AF7-1296AD0A59AC}"/>
              </a:ext>
            </a:extLst>
          </p:cNvPr>
          <p:cNvSpPr>
            <a:spLocks xmlns:a="http://schemas.openxmlformats.org/drawingml/2006/main" noGrp="1"/>
          </p:cNvSpPr>
          <p:nvPr/>
        </p:nvSpPr>
        <p:spPr>
          <a:xfrm xmlns:a="http://schemas.openxmlformats.org/drawingml/2006/main">
            <a:off x="13306425" y="5438775"/>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000000"/>
                </a:solidFill>
                <a:latin typeface="Pretendard"/>
                <a:ea typeface="Pretendard"/>
                <a:cs typeface="Pretendard"/>
              </a:defRPr>
            </a:defPPr>
            <a:lvl1pPr algn="ctr">
              <a:defRPr sz="2730" b="1">
                <a:solidFill>
                  <a:srgbClr val="000000"/>
                </a:solidFill>
                <a:latin typeface="Pretendard"/>
                <a:ea typeface="Pretendard"/>
                <a:cs typeface="Pretendard"/>
              </a:defRPr>
            </a:lvl1pPr>
            <a:lvl2pPr algn="ctr">
              <a:defRPr sz="2730" b="1">
                <a:solidFill>
                  <a:srgbClr val="000000"/>
                </a:solidFill>
                <a:latin typeface="Pretendard"/>
                <a:ea typeface="Pretendard"/>
                <a:cs typeface="Pretendard"/>
              </a:defRPr>
            </a:lvl2pPr>
            <a:lvl3pPr algn="ctr">
              <a:defRPr sz="2730" b="1">
                <a:solidFill>
                  <a:srgbClr val="000000"/>
                </a:solidFill>
                <a:latin typeface="Pretendard"/>
                <a:ea typeface="Pretendard"/>
                <a:cs typeface="Pretendard"/>
              </a:defRPr>
            </a:lvl3pPr>
            <a:lvl4pPr algn="ctr">
              <a:defRPr sz="2730" b="1">
                <a:solidFill>
                  <a:srgbClr val="000000"/>
                </a:solidFill>
                <a:latin typeface="Pretendard"/>
                <a:ea typeface="Pretendard"/>
                <a:cs typeface="Pretendard"/>
              </a:defRPr>
            </a:lvl4pPr>
            <a:lvl5pPr algn="ctr">
              <a:defRPr sz="2730" b="1">
                <a:solidFill>
                  <a:srgbClr val="000000"/>
                </a:solidFill>
                <a:latin typeface="Pretendard"/>
                <a:ea typeface="Pretendard"/>
                <a:cs typeface="Pretendard"/>
              </a:defRPr>
            </a:lvl5pPr>
            <a:lvl6pPr algn="ctr">
              <a:defRPr sz="2730" b="1">
                <a:solidFill>
                  <a:srgbClr val="000000"/>
                </a:solidFill>
                <a:latin typeface="Pretendard"/>
                <a:ea typeface="Pretendard"/>
                <a:cs typeface="Pretendard"/>
              </a:defRPr>
            </a:lvl6pPr>
            <a:lvl7pPr algn="ctr">
              <a:defRPr sz="2730" b="1">
                <a:solidFill>
                  <a:srgbClr val="000000"/>
                </a:solidFill>
                <a:latin typeface="Pretendard"/>
                <a:ea typeface="Pretendard"/>
                <a:cs typeface="Pretendard"/>
              </a:defRPr>
            </a:lvl7pPr>
            <a:lvl8pPr algn="ctr">
              <a:defRPr sz="2730" b="1">
                <a:solidFill>
                  <a:srgbClr val="000000"/>
                </a:solidFill>
                <a:latin typeface="Pretendard"/>
                <a:ea typeface="Pretendard"/>
                <a:cs typeface="Pretendard"/>
              </a:defRPr>
            </a:lvl8pPr>
            <a:lvl9pPr algn="ctr">
              <a:defRPr sz="2730" b="1">
                <a:solidFill>
                  <a:srgbClr val="000000"/>
                </a:solidFill>
                <a:latin typeface="Pretendard"/>
                <a:ea typeface="Pretendard"/>
                <a:cs typeface="Pretendard"/>
              </a:defRPr>
            </a:lvl9pPr>
          </a:lstStyle>
          <a:p xmlns:a="http://schemas.openxmlformats.org/drawingml/2006/main">
            <a:pPr algn="ctr">
              <a:defRPr sz="2730" b="1">
                <a:solidFill>
                  <a:srgbClr val="000000"/>
                </a:solidFill>
                <a:latin typeface="Pretendard"/>
                <a:ea typeface="Pretendard"/>
                <a:cs typeface="Pretendard"/>
              </a:defRPr>
            </a:pPr>
            <a:r>
              <a:rPr sz="2730" b="1">
                <a:solidFill>
                  <a:srgbClr val="000000"/>
                </a:solidFill>
                <a:latin typeface="Pretendard"/>
                <a:ea typeface="Pretendard"/>
                <a:cs typeface="Pretendard"/>
              </a:rPr>
              <a:t>출입하는 열은 같을까?</a:t>
            </a:r>
          </a:p>
        </p:txBody>
      </p:sp>
    </p:spTree>
    <p:extLst>
      <p:ext uri="{BB962C8B-B14F-4D97-AF65-F5344CB8AC3E}">
        <p14:creationId xmlns:p14="http://schemas.microsoft.com/office/powerpoint/2010/main" val="8112979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21A38FC7-EF12-4605-9087-1AFC13BEFEA6}"/>
              </a:ext>
            </a:extLst>
          </p:cNvPr>
          <p:cNvPicPr>
            <a:picLocks xmlns:a="http://schemas.openxmlformats.org/drawingml/2006/main" noChangeAspect="1"/>
          </p:cNvPicPr>
          <p:nvPr/>
        </p:nvPicPr>
        <p:blipFill>
          <a:blip xmlns:r="http://schemas.openxmlformats.org/officeDocument/2006/relationships" xmlns:a="http://schemas.openxmlformats.org/drawingml/2006/main" r:embed="R2cda2ec318fc4d2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8E2D3D4-5CCA-4D45-A34B-84FE3190660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8AFCA8D-1A79-4B9E-A6DC-1CBE20399CC9}"/>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43F5FF65-E654-4426-9393-E1C52E8F8DE5}"/>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DA456636-12E0-4AAD-B572-9D6608F57558}"/>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35E72F3B-E826-4231-A630-4B739C37F221}"/>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D7CA9DAB-332F-4309-9F1B-9A2650737BE3}"/>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3D5EC4D8-C090-4A3C-9671-29B18A16D76A}"/>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12A22E10-BCA8-4DBA-8557-245AEC9D840F}"/>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29B13F58-17AC-429A-9F54-F9DC4BC6F980}"/>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A468F8D1-B7FA-4F47-8E31-7455CC82D137}"/>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2A7D1042-C3BC-4C42-98F0-5B8DB7AEFE61}"/>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9CF824D9-E08A-471F-ACBA-8E2F1B8F4955}"/>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4EDD06AE-7431-46E1-8425-BFC1158D4F45}"/>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1E6C96D3-7FFD-492A-8A4A-322725D51F3B}"/>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9893837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20D1CB7-B3FE-4510-8EB3-74DF23547120}"/>
              </a:ext>
            </a:extLst>
          </p:cNvPr>
          <p:cNvPicPr>
            <a:picLocks xmlns:a="http://schemas.openxmlformats.org/drawingml/2006/main" noChangeAspect="1"/>
          </p:cNvPicPr>
          <p:nvPr/>
        </p:nvPicPr>
        <p:blipFill>
          <a:blip xmlns:r="http://schemas.openxmlformats.org/officeDocument/2006/relationships" xmlns:a="http://schemas.openxmlformats.org/drawingml/2006/main" r:embed="R06a2b223075649c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F5CDF43-6DD0-442B-A5CE-DA2F72FA579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F844BAC-B6B3-4AEC-A9CA-32E1F82D0A30}"/>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0BFD6B64-575D-4911-A7BA-435F2AA9638D}"/>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403C16D-62D2-4A02-8F95-07EEA35F3AF5}"/>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F38871F2-2054-4978-9EBC-1CC30867DB99}"/>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6021BE7E-5371-4200-890F-57A08225C7F3}"/>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68E5FE8A-E641-465E-9147-6E0012751CB4}"/>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6973D031-01EB-480C-BB16-EFF65F37BA06}"/>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155B44AF-B249-4C7F-8A2F-A0A2ABDD497F}"/>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0D07D8BA-4787-4D2F-9190-4E1F9B304AFB}"/>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D421E23-D348-435E-B1EE-7D909946760A}"/>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89DCF281-2331-4A49-B3C4-78A80CA1F759}"/>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spTree>
    <p:extLst>
      <p:ext uri="{BB962C8B-B14F-4D97-AF65-F5344CB8AC3E}">
        <p14:creationId xmlns:p14="http://schemas.microsoft.com/office/powerpoint/2010/main" val="1028495978"/>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69F5D1DA-3607-4082-815A-F7DD60C601F1}"/>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3409B5CB-F11D-4DC5-8F7B-F90CDC4436D4}"/>
              </a:ext>
            </a:extLst>
          </p:cNvPr>
          <p:cNvPicPr>
            <a:picLocks xmlns:a="http://schemas.openxmlformats.org/drawingml/2006/main" noChangeAspect="1"/>
          </p:cNvPicPr>
          <p:nvPr/>
        </p:nvPicPr>
        <p:blipFill>
          <a:blip xmlns:r="http://schemas.openxmlformats.org/officeDocument/2006/relationships" xmlns:a="http://schemas.openxmlformats.org/drawingml/2006/main" r:embed="R06129746c9d046a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2EF0A08D-A350-475E-BCAB-936C506E6A4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CD62DE59-CEA9-4C0D-AEF1-F0D6E129F0FE}"/>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5" name="text">
            <a:extLst xmlns:a="http://schemas.openxmlformats.org/drawingml/2006/main">
              <a:ext uri="{FF2B5EF4-FFF2-40B4-BE49-F238E27FC236}">
                <a16:creationId xmlns:a16="http://schemas.microsoft.com/office/drawing/2014/main" id="{51BA4873-ADDA-452B-8B41-76BDB2E45528}"/>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6" name="text">
            <a:extLst xmlns:a="http://schemas.openxmlformats.org/drawingml/2006/main">
              <a:ext uri="{FF2B5EF4-FFF2-40B4-BE49-F238E27FC236}">
                <a16:creationId xmlns:a16="http://schemas.microsoft.com/office/drawing/2014/main" id="{0C16DFAF-3BAB-4E52-AAC1-9D055A178E2E}"/>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7687424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5E2CC4D-C8AA-4DB5-B68B-1D1BC25A3220}"/>
              </a:ext>
            </a:extLst>
          </p:cNvPr>
          <p:cNvPicPr>
            <a:picLocks xmlns:a="http://schemas.openxmlformats.org/drawingml/2006/main" noChangeAspect="1"/>
          </p:cNvPicPr>
          <p:nvPr/>
        </p:nvPicPr>
        <p:blipFill>
          <a:blip xmlns:r="http://schemas.openxmlformats.org/officeDocument/2006/relationships" xmlns:a="http://schemas.openxmlformats.org/drawingml/2006/main" r:embed="Rb8d6f18fed21442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8DED423-C9CA-4C8C-9867-E981595BB61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AE3E716-1BE6-4B48-AA89-87791E8E64E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513A26C2-927E-4710-A6EA-558F0AF8270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8BE5611-EA51-4416-8F1D-D7F93FD343F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643CFFA6-8F12-4639-86AA-BBB0BCF95998}"/>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15E74A9F-A3BC-4BAD-8FBA-1EC65D900C65}"/>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9139993F-6CE0-46D0-98E7-F2F493D61BF7}"/>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D4BF4E64-1611-43F0-8E51-EBC173568781}"/>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F67CE961-BB17-42E7-888C-26B7A2B8B2AD}"/>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F6DD48E3-6FC4-4D49-93A9-71B82E0578EA}"/>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49CB3210-0A89-404B-BBF5-EB5EC3120892}"/>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8418724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17165EB-4AD4-4F72-94FE-E78C439E0737}"/>
              </a:ext>
            </a:extLst>
          </p:cNvPr>
          <p:cNvPicPr>
            <a:picLocks xmlns:a="http://schemas.openxmlformats.org/drawingml/2006/main" noChangeAspect="1"/>
          </p:cNvPicPr>
          <p:nvPr/>
        </p:nvPicPr>
        <p:blipFill>
          <a:blip xmlns:r="http://schemas.openxmlformats.org/officeDocument/2006/relationships" xmlns:a="http://schemas.openxmlformats.org/drawingml/2006/main" r:embed="R89b12f9b6466416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477F32C-2A50-42F1-BF69-D3B557E6833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950917F-7B1F-490B-90E4-C5F1862F269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D436739-C3B8-44F1-8476-5A39C25E68E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DEAD11E-D3DA-45BD-BDA8-91479E6DBE0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95FB2343-DC13-4C0F-9D54-CF6F688F107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236F3C1A-9B3E-4E74-98E0-55BF323A13F0}"/>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FAB5BDB7-CCFD-45F3-A128-F5C373DD8C10}"/>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CE00653E-322D-407C-8C99-6B2612051E47}"/>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D6F53B67-86C7-4B5A-BA79-75EB535E73E9}"/>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8AEC9418-4C98-4E22-A729-75FDCF064670}"/>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9D0A3A09-CC9A-492A-B779-40A9D255E893}"/>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D9724D54-151E-46B5-B7A0-5E21C5A88360}"/>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37072064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A61F3CDD-AD22-4FB7-B624-DCAF0A5AD263}"/>
              </a:ext>
            </a:extLst>
          </p:cNvPr>
          <p:cNvPicPr>
            <a:picLocks xmlns:a="http://schemas.openxmlformats.org/drawingml/2006/main" noChangeAspect="1"/>
          </p:cNvPicPr>
          <p:nvPr/>
        </p:nvPicPr>
        <p:blipFill>
          <a:blip xmlns:r="http://schemas.openxmlformats.org/officeDocument/2006/relationships" xmlns:a="http://schemas.openxmlformats.org/drawingml/2006/main" r:embed="Rd74926d89197492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286E10F-7AB6-4D82-883A-92B4F3F224A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F5C15D2-E776-47AF-A936-B37489B6D39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5AF7745-A9FA-47F8-A37F-4B0CE345E9A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3AA3CBB-9AA1-46A4-A763-1051EA81C92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36A05DA7-DF1E-4F40-BF1C-E945C6EB7ED8}"/>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F9F506E5-25D7-4FA8-8B06-E2E0B047F081}"/>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CF2E7936-648B-4EF0-A92B-DF963290266E}"/>
              </a:ext>
            </a:extLst>
          </p:cNvPr>
          <p:cNvPicPr>
            <a:picLocks xmlns:a="http://schemas.openxmlformats.org/drawingml/2006/main" noChangeAspect="1"/>
          </p:cNvPicPr>
          <p:nvPr/>
        </p:nvPicPr>
        <p:blipFill>
          <a:blip xmlns:r="http://schemas.openxmlformats.org/officeDocument/2006/relationships" xmlns:a="http://schemas.openxmlformats.org/drawingml/2006/main" r:embed="R73e1fb34af824c35"/>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6D34D55D-CA02-4EA1-AF79-4A043514CF16}"/>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DDC3A3A8-C4D6-4F28-B6B5-6255D4DE53A7}"/>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ED2A60FC-1E29-4A15-96E2-2C1E938CC887}"/>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E824D0DC-06EC-4098-8441-CFFF9DEDF489}"/>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C2A32024-BB6A-44A0-A91A-D101B7CE34FD}"/>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A0A37640-CAA8-4C6E-A721-469F1B0E224F}"/>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E7926620-6FF8-464B-98D2-8A4BBC61A1DD}"/>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D6F58853-58AD-40DC-B5B6-E9372D5AA0D4}"/>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10512052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4E63C1D-E6F5-427D-AE9F-A081A7224E92}"/>
              </a:ext>
            </a:extLst>
          </p:cNvPr>
          <p:cNvPicPr>
            <a:picLocks xmlns:a="http://schemas.openxmlformats.org/drawingml/2006/main" noChangeAspect="1"/>
          </p:cNvPicPr>
          <p:nvPr/>
        </p:nvPicPr>
        <p:blipFill>
          <a:blip xmlns:r="http://schemas.openxmlformats.org/officeDocument/2006/relationships" xmlns:a="http://schemas.openxmlformats.org/drawingml/2006/main" r:embed="R29d21100a0684c7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EDC3C40-1F21-44CD-8776-6B67D59D8C7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E24FB0A-11A2-4D5E-99EC-49A73D5F468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0E8033C2-1801-4D8F-85E5-167AD929A86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4251046-998E-4256-AEE1-338ABA03494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C8F0AF70-9F9D-47BE-A7E8-43B6A76E63F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D200796E-56A8-483D-B808-9305296EFF66}"/>
              </a:ext>
            </a:extLst>
          </p:cNvPr>
          <p:cNvPicPr>
            <a:picLocks xmlns:a="http://schemas.openxmlformats.org/drawingml/2006/main" noChangeAspect="1"/>
          </p:cNvPicPr>
          <p:nvPr/>
        </p:nvPicPr>
        <p:blipFill>
          <a:blip xmlns:r="http://schemas.openxmlformats.org/officeDocument/2006/relationships" xmlns:a="http://schemas.openxmlformats.org/drawingml/2006/main" r:embed="Rda7bc2bc79f746c0"/>
          <a:stretch xmlns:a="http://schemas.openxmlformats.org/drawingml/2006/main"/>
        </p:blipFill>
        <p:spPr>
          <a:xfrm xmlns:a="http://schemas.openxmlformats.org/drawingml/2006/main">
            <a:off x="2247900" y="4261037"/>
            <a:ext cx="13811250" cy="812426"/>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26C08A9-C446-42C4-868D-FC26B36518DA}"/>
              </a:ext>
            </a:extLst>
          </p:cNvPr>
          <p:cNvPicPr>
            <a:picLocks xmlns:a="http://schemas.openxmlformats.org/drawingml/2006/main" noChangeAspect="1"/>
          </p:cNvPicPr>
          <p:nvPr/>
        </p:nvPicPr>
        <p:blipFill>
          <a:blip xmlns:r="http://schemas.openxmlformats.org/officeDocument/2006/relationships" xmlns:a="http://schemas.openxmlformats.org/drawingml/2006/main" r:embed="R0bd44ecd0ad5421d"/>
          <a:stretch xmlns:a="http://schemas.openxmlformats.org/drawingml/2006/main"/>
        </p:blipFill>
        <p:spPr>
          <a:xfrm xmlns:a="http://schemas.openxmlformats.org/drawingml/2006/main">
            <a:off x="2295525" y="5391150"/>
            <a:ext cx="13716000" cy="1524000"/>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453F65E7-1527-43CA-9D2F-11F1D4E8DB53}"/>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55E6288D-2656-42F0-988F-983EF958CF02}"/>
              </a:ext>
            </a:extLst>
          </p:cNvPr>
          <p:cNvPicPr>
            <a:picLocks xmlns:a="http://schemas.openxmlformats.org/drawingml/2006/main" noChangeAspect="1"/>
          </p:cNvPicPr>
          <p:nvPr/>
        </p:nvPicPr>
        <p:blipFill>
          <a:blip xmlns:r="http://schemas.openxmlformats.org/officeDocument/2006/relationships" xmlns:a="http://schemas.openxmlformats.org/drawingml/2006/main" r:embed="Rf335d79d119d475e"/>
          <a:stretch xmlns:a="http://schemas.openxmlformats.org/drawingml/2006/main"/>
        </p:blipFill>
        <p:spPr>
          <a:xfrm xmlns:a="http://schemas.openxmlformats.org/drawingml/2006/main">
            <a:off x="2247900" y="7413812"/>
            <a:ext cx="13811250" cy="812426"/>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A549B63E-C6C2-4D1C-B716-B6E63A68A106}"/>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04AE8CB0-B68D-4B28-9647-0B6F0CE968C5}"/>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45279803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0A2A4030-19AD-4BE0-BB98-DA58DDFA7797}"/>
              </a:ext>
            </a:extLst>
          </p:cNvPr>
          <p:cNvPicPr>
            <a:picLocks xmlns:a="http://schemas.openxmlformats.org/drawingml/2006/main" noChangeAspect="1"/>
          </p:cNvPicPr>
          <p:nvPr/>
        </p:nvPicPr>
        <p:blipFill>
          <a:blip xmlns:r="http://schemas.openxmlformats.org/officeDocument/2006/relationships" xmlns:a="http://schemas.openxmlformats.org/drawingml/2006/main" r:embed="R7e970ebb923f4f9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A3134C0-E9D9-4A72-866D-A3423A9CD03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65C995C-9975-427D-A3E1-462B1845B57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3A856FF8-35BC-4D1D-81AB-CB73E1ACE53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E6AE0CE-FC70-4FA2-ABE1-AE3F93AAD11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1C53010C-E150-4962-A878-614252A2398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77E2D6A8-ADEA-4BA5-8AFF-F02EB8337570}"/>
              </a:ext>
            </a:extLst>
          </p:cNvPr>
          <p:cNvPicPr>
            <a:picLocks xmlns:a="http://schemas.openxmlformats.org/drawingml/2006/main" noChangeAspect="1"/>
          </p:cNvPicPr>
          <p:nvPr/>
        </p:nvPicPr>
        <p:blipFill>
          <a:blip xmlns:r="http://schemas.openxmlformats.org/officeDocument/2006/relationships" xmlns:a="http://schemas.openxmlformats.org/drawingml/2006/main" r:embed="Re59158344e444a70"/>
          <a:stretch xmlns:a="http://schemas.openxmlformats.org/drawingml/2006/main"/>
        </p:blipFill>
        <p:spPr>
          <a:xfrm xmlns:a="http://schemas.openxmlformats.org/drawingml/2006/main">
            <a:off x="2247900" y="4401025"/>
            <a:ext cx="13811250" cy="1313499"/>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536B352-C2EB-4F69-8379-B672C956FFE4}"/>
              </a:ext>
            </a:extLst>
          </p:cNvPr>
          <p:cNvPicPr>
            <a:picLocks xmlns:a="http://schemas.openxmlformats.org/drawingml/2006/main" noChangeAspect="1"/>
          </p:cNvPicPr>
          <p:nvPr/>
        </p:nvPicPr>
        <p:blipFill>
          <a:blip xmlns:r="http://schemas.openxmlformats.org/officeDocument/2006/relationships" xmlns:a="http://schemas.openxmlformats.org/drawingml/2006/main" r:embed="R7d355418a80642a5"/>
          <a:stretch xmlns:a="http://schemas.openxmlformats.org/drawingml/2006/main"/>
        </p:blipFill>
        <p:spPr>
          <a:xfrm xmlns:a="http://schemas.openxmlformats.org/drawingml/2006/main">
            <a:off x="2269578" y="6096000"/>
            <a:ext cx="8529145" cy="182880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E217D744-820B-47DF-917D-55D9B539F46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C1E841C4-6E16-4E86-9D7B-14613C7AAC3A}"/>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197213783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506338D-BEBB-4DCE-B3B4-30BDD63FE895}"/>
              </a:ext>
            </a:extLst>
          </p:cNvPr>
          <p:cNvPicPr>
            <a:picLocks xmlns:a="http://schemas.openxmlformats.org/drawingml/2006/main" noChangeAspect="1"/>
          </p:cNvPicPr>
          <p:nvPr/>
        </p:nvPicPr>
        <p:blipFill>
          <a:blip xmlns:r="http://schemas.openxmlformats.org/officeDocument/2006/relationships" xmlns:a="http://schemas.openxmlformats.org/drawingml/2006/main" r:embed="Rb47b4b7b53ac4ea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959CCB4-EFFE-4BE4-A1E5-90908F15051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ACFA50E-7492-4AA9-8E4C-5332F31137C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1CF05463-99F2-4B8F-B262-AD6A4AF9264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54B29F5-A14C-47BF-BFA9-C98E9E94204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2360EDBC-1415-4796-B736-51FE69E9AB3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ACB22622-B3A7-41EF-BFB0-AC48F97EB420}"/>
              </a:ext>
            </a:extLst>
          </p:cNvPr>
          <p:cNvPicPr>
            <a:picLocks xmlns:a="http://schemas.openxmlformats.org/drawingml/2006/main" noChangeAspect="1"/>
          </p:cNvPicPr>
          <p:nvPr/>
        </p:nvPicPr>
        <p:blipFill>
          <a:blip xmlns:r="http://schemas.openxmlformats.org/officeDocument/2006/relationships" xmlns:a="http://schemas.openxmlformats.org/drawingml/2006/main" r:embed="R07c4cfda0fac435d"/>
          <a:stretch xmlns:a="http://schemas.openxmlformats.org/drawingml/2006/main"/>
        </p:blipFill>
        <p:spPr>
          <a:xfrm xmlns:a="http://schemas.openxmlformats.org/drawingml/2006/main">
            <a:off x="2247900" y="4402701"/>
            <a:ext cx="13811250" cy="8910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7006E8F-C0A3-43A0-B29F-BA318AB57902}"/>
              </a:ext>
            </a:extLst>
          </p:cNvPr>
          <p:cNvPicPr>
            <a:picLocks xmlns:a="http://schemas.openxmlformats.org/drawingml/2006/main" noChangeAspect="1"/>
          </p:cNvPicPr>
          <p:nvPr/>
        </p:nvPicPr>
        <p:blipFill>
          <a:blip xmlns:r="http://schemas.openxmlformats.org/officeDocument/2006/relationships" xmlns:a="http://schemas.openxmlformats.org/drawingml/2006/main" r:embed="R6a753ca933104047"/>
          <a:stretch xmlns:a="http://schemas.openxmlformats.org/drawingml/2006/main"/>
        </p:blipFill>
        <p:spPr>
          <a:xfrm xmlns:a="http://schemas.openxmlformats.org/drawingml/2006/main">
            <a:off x="2247900" y="6074707"/>
            <a:ext cx="13811250" cy="1585636"/>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C13A7AE1-073C-4833-B0A7-43885E4A25BD}"/>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71C572C9-2A4C-4740-AA40-CDCF676D63C3}"/>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128812847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11C5DC8-E0DD-4208-AB87-DF1522E0616A}"/>
              </a:ext>
            </a:extLst>
          </p:cNvPr>
          <p:cNvPicPr>
            <a:picLocks xmlns:a="http://schemas.openxmlformats.org/drawingml/2006/main" noChangeAspect="1"/>
          </p:cNvPicPr>
          <p:nvPr/>
        </p:nvPicPr>
        <p:blipFill>
          <a:blip xmlns:r="http://schemas.openxmlformats.org/officeDocument/2006/relationships" xmlns:a="http://schemas.openxmlformats.org/drawingml/2006/main" r:embed="R02a45b7d5117492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AC613E4-D2B8-4350-9B87-22688D7DC0B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083A160-C7B7-4D35-80EA-111C5B217BA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0ABC0783-0885-48D0-8CC4-66F5D710DFC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5248998-4911-4D83-B19C-C01CC6E2749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1EFFC6A2-1CC6-4B66-BE74-F289E6F8D47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442D12D3-810D-455E-A98D-F2AF526DD758}"/>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B182B88B-455F-438A-B2D2-08E99BCDC60F}"/>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9FACE817-B5F9-4E39-86ED-3423DA99D1DE}"/>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F6D4529F-504A-4CDB-9E3A-7D8237C29FC3}"/>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245B7E0-4BBF-4019-891C-7452A7B44A51}"/>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796003235"/>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1529FCAD-ABB2-4B2D-87B7-B89A7DBCCCE2}"/>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8209EED9-DBFC-4FC8-92A3-D579C478D959}"/>
              </a:ext>
            </a:extLst>
          </p:cNvPr>
          <p:cNvPicPr>
            <a:picLocks xmlns:a="http://schemas.openxmlformats.org/drawingml/2006/main" noChangeAspect="1"/>
          </p:cNvPicPr>
          <p:nvPr/>
        </p:nvPicPr>
        <p:blipFill>
          <a:blip xmlns:r="http://schemas.openxmlformats.org/officeDocument/2006/relationships" xmlns:a="http://schemas.openxmlformats.org/drawingml/2006/main" r:embed="R78ae55971381445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74DB65F2-3C7D-4453-9213-C27F3139620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C4BC4551-4635-4FB9-8A95-03BD76354385}"/>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5" name="text">
            <a:extLst xmlns:a="http://schemas.openxmlformats.org/drawingml/2006/main">
              <a:ext uri="{FF2B5EF4-FFF2-40B4-BE49-F238E27FC236}">
                <a16:creationId xmlns:a16="http://schemas.microsoft.com/office/drawing/2014/main" id="{BEFAB50C-DDE8-49D9-BEC2-E9E7CCFDDA03}"/>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6" name="text">
            <a:extLst xmlns:a="http://schemas.openxmlformats.org/drawingml/2006/main">
              <a:ext uri="{FF2B5EF4-FFF2-40B4-BE49-F238E27FC236}">
                <a16:creationId xmlns:a16="http://schemas.microsoft.com/office/drawing/2014/main" id="{F6E919DB-548E-4384-AC67-3277F1089842}"/>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36832279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73A5D4E-5CEB-4F3F-B75C-A30C67C5D16A}"/>
              </a:ext>
            </a:extLst>
          </p:cNvPr>
          <p:cNvPicPr>
            <a:picLocks xmlns:a="http://schemas.openxmlformats.org/drawingml/2006/main" noChangeAspect="1"/>
          </p:cNvPicPr>
          <p:nvPr/>
        </p:nvPicPr>
        <p:blipFill>
          <a:blip xmlns:r="http://schemas.openxmlformats.org/officeDocument/2006/relationships" xmlns:a="http://schemas.openxmlformats.org/drawingml/2006/main" r:embed="Rc1301a452d30457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8FDC611-FC31-45F4-9015-AC7257651C4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8328FB8-9EDE-4311-8530-B145CDA7D74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4982AE8-C3C3-49E9-B452-48E6E81714E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667112B-05A5-4A0F-90F0-EAEDB77781A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F0DAEF97-2622-47E1-A0E9-4A74C11BED8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14CB8BC0-A5A8-4791-9830-31F38A50F53A}"/>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B7782758-66E6-4B7F-BAE3-F32766A28014}"/>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2AC96ABE-EBC4-4DE3-BBDE-342C67D8E4F3}"/>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C5043342-3514-4277-972E-0FF7733D7761}"/>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7AD491CD-FCE6-4807-8CBB-24A7317374AC}"/>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D73BC6A9-1BC1-48BA-812A-4B81E5AB4A02}"/>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137729275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E285453-3FEC-446F-96BC-FBA827D7A05D}"/>
              </a:ext>
            </a:extLst>
          </p:cNvPr>
          <p:cNvPicPr>
            <a:picLocks xmlns:a="http://schemas.openxmlformats.org/drawingml/2006/main" noChangeAspect="1"/>
          </p:cNvPicPr>
          <p:nvPr/>
        </p:nvPicPr>
        <p:blipFill>
          <a:blip xmlns:r="http://schemas.openxmlformats.org/officeDocument/2006/relationships" xmlns:a="http://schemas.openxmlformats.org/drawingml/2006/main" r:embed="Ra7c2c032964f405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DFE8071-20E5-45D2-A6C0-C13E0F0BF5B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7D23EEF-761D-4A6F-BBE9-B49DD85EC64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DACE598-A1B0-4BE6-8577-0EB3EBAAF1B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B2E3FCC-42EA-4C7B-A0C3-5514BDB0448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E6D5F08-62F0-4023-9B43-FA5BEA32165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A1BC61B1-3C81-457A-99BB-7B5ABF0C02B8}"/>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77408B9E-E40D-4F3A-95BC-282EF0C81F4C}"/>
              </a:ext>
            </a:extLst>
          </p:cNvPr>
          <p:cNvPicPr>
            <a:picLocks xmlns:a="http://schemas.openxmlformats.org/drawingml/2006/main" noChangeAspect="1"/>
          </p:cNvPicPr>
          <p:nvPr/>
        </p:nvPicPr>
        <p:blipFill>
          <a:blip xmlns:r="http://schemas.openxmlformats.org/officeDocument/2006/relationships" xmlns:a="http://schemas.openxmlformats.org/drawingml/2006/main" r:embed="Red40e8ea0f9a45c5"/>
          <a:stretch xmlns:a="http://schemas.openxmlformats.org/drawingml/2006/main"/>
        </p:blipFill>
        <p:spPr>
          <a:xfrm xmlns:a="http://schemas.openxmlformats.org/drawingml/2006/main">
            <a:off x="3997971" y="4572000"/>
            <a:ext cx="10292058"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9717B4E6-8979-488C-BCCA-BE45726F37B0}"/>
              </a:ext>
            </a:extLst>
          </p:cNvPr>
          <p:cNvPicPr>
            <a:picLocks xmlns:a="http://schemas.openxmlformats.org/drawingml/2006/main" noChangeAspect="1"/>
          </p:cNvPicPr>
          <p:nvPr/>
        </p:nvPicPr>
        <p:blipFill>
          <a:blip xmlns:r="http://schemas.openxmlformats.org/officeDocument/2006/relationships" xmlns:a="http://schemas.openxmlformats.org/drawingml/2006/main" r:embed="Raec4c1c5754b4e2d"/>
          <a:stretch xmlns:a="http://schemas.openxmlformats.org/drawingml/2006/main"/>
        </p:blipFill>
        <p:spPr>
          <a:xfrm xmlns:a="http://schemas.openxmlformats.org/drawingml/2006/main">
            <a:off x="2505075" y="6275526"/>
            <a:ext cx="13192125" cy="80299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0A3E95D8-3362-47B9-857E-8552CC8DFFDA}"/>
              </a:ext>
            </a:extLst>
          </p:cNvPr>
          <p:cNvPicPr>
            <a:picLocks xmlns:a="http://schemas.openxmlformats.org/drawingml/2006/main" noChangeAspect="1"/>
          </p:cNvPicPr>
          <p:nvPr/>
        </p:nvPicPr>
        <p:blipFill>
          <a:blip xmlns:r="http://schemas.openxmlformats.org/officeDocument/2006/relationships" xmlns:a="http://schemas.openxmlformats.org/drawingml/2006/main" r:embed="R17aa75fc3ae14360"/>
          <a:stretch xmlns:a="http://schemas.openxmlformats.org/drawingml/2006/main"/>
        </p:blipFill>
        <p:spPr>
          <a:xfrm xmlns:a="http://schemas.openxmlformats.org/drawingml/2006/main">
            <a:off x="3129890" y="7629525"/>
            <a:ext cx="11942496" cy="1066800"/>
          </a:xfrm>
          <a:prstGeom xmlns:a="http://schemas.openxmlformats.org/drawingml/2006/main" prst="rect">
            <a:avLst/>
          </a:prstGeom>
        </p:spPr>
      </p:pic>
    </p:spTree>
    <p:extLst>
      <p:ext uri="{BB962C8B-B14F-4D97-AF65-F5344CB8AC3E}">
        <p14:creationId xmlns:p14="http://schemas.microsoft.com/office/powerpoint/2010/main" val="13478563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56D3033C-81A0-49D3-B16F-3054936EA0CE}"/>
              </a:ext>
            </a:extLst>
          </p:cNvPr>
          <p:cNvPicPr>
            <a:picLocks xmlns:a="http://schemas.openxmlformats.org/drawingml/2006/main" noChangeAspect="1"/>
          </p:cNvPicPr>
          <p:nvPr/>
        </p:nvPicPr>
        <p:blipFill>
          <a:blip xmlns:r="http://schemas.openxmlformats.org/officeDocument/2006/relationships" xmlns:a="http://schemas.openxmlformats.org/drawingml/2006/main" r:embed="R6bbc8476ebe449d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43817D1-C0CC-4195-A581-5C3793DD885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5689D83-E32E-435B-9D86-1B4442A4BA5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6E3F5D1-010C-4B70-914B-68AC36B0A74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5DC0FC8-C951-4200-BB81-D27CE83551D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FEBAF06D-F352-453E-9778-0185E5C2220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1CB08720-C0E3-4EC2-8A64-439E44DF2096}"/>
              </a:ext>
            </a:extLst>
          </p:cNvPr>
          <p:cNvPicPr>
            <a:picLocks xmlns:a="http://schemas.openxmlformats.org/drawingml/2006/main" noChangeAspect="1"/>
          </p:cNvPicPr>
          <p:nvPr/>
        </p:nvPicPr>
        <p:blipFill>
          <a:blip xmlns:r="http://schemas.openxmlformats.org/officeDocument/2006/relationships" xmlns:a="http://schemas.openxmlformats.org/drawingml/2006/main" r:embed="R267ace0e250a4217"/>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149D6741-69EF-4FE9-9078-9A2D928DD0DE}"/>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C0582B63-0302-41C4-A083-A3A9A84E6D08}"/>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96FE3FE7-6A97-49E6-AFB3-54205AB8BEDD}"/>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40027759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C3113A5-F255-455B-B2B2-4262AFF66BCD}"/>
              </a:ext>
            </a:extLst>
          </p:cNvPr>
          <p:cNvPicPr>
            <a:picLocks xmlns:a="http://schemas.openxmlformats.org/drawingml/2006/main" noChangeAspect="1"/>
          </p:cNvPicPr>
          <p:nvPr/>
        </p:nvPicPr>
        <p:blipFill>
          <a:blip xmlns:r="http://schemas.openxmlformats.org/officeDocument/2006/relationships" xmlns:a="http://schemas.openxmlformats.org/drawingml/2006/main" r:embed="R56987c5dd032490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89F8AF6-7292-4344-B7FD-55A26AF18C9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A490E42-96CC-478F-B0A8-73996AFB2B5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5BEEC2F-BBDC-4039-8276-BB20FF8C6D5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B4B6C9E-C106-4AC6-9AFB-4584D9096F0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600C56AA-BBDD-40F7-A6F1-EF1224CCBB0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45A18F69-CAA4-4B14-B978-E605FFD326E6}"/>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A2C0DEAF-D093-4C35-8892-2B6219C80D33}"/>
              </a:ext>
            </a:extLst>
          </p:cNvPr>
          <p:cNvPicPr>
            <a:picLocks xmlns:a="http://schemas.openxmlformats.org/drawingml/2006/main" noChangeAspect="1"/>
          </p:cNvPicPr>
          <p:nvPr/>
        </p:nvPicPr>
        <p:blipFill>
          <a:blip xmlns:r="http://schemas.openxmlformats.org/officeDocument/2006/relationships" xmlns:a="http://schemas.openxmlformats.org/drawingml/2006/main" r:embed="Rf372ffbfadcf49c1"/>
          <a:stretch xmlns:a="http://schemas.openxmlformats.org/drawingml/2006/main"/>
        </p:blipFill>
        <p:spPr>
          <a:xfrm xmlns:a="http://schemas.openxmlformats.org/drawingml/2006/main">
            <a:off x="2505075" y="5237301"/>
            <a:ext cx="13192125" cy="80299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9FA379E0-65CF-4763-9CE3-5075348BE4C2}"/>
              </a:ext>
            </a:extLst>
          </p:cNvPr>
          <p:cNvPicPr>
            <a:picLocks xmlns:a="http://schemas.openxmlformats.org/drawingml/2006/main" noChangeAspect="1"/>
          </p:cNvPicPr>
          <p:nvPr/>
        </p:nvPicPr>
        <p:blipFill>
          <a:blip xmlns:r="http://schemas.openxmlformats.org/officeDocument/2006/relationships" xmlns:a="http://schemas.openxmlformats.org/drawingml/2006/main" r:embed="Rebac0a637bbe4440"/>
          <a:stretch xmlns:a="http://schemas.openxmlformats.org/drawingml/2006/main"/>
        </p:blipFill>
        <p:spPr>
          <a:xfrm xmlns:a="http://schemas.openxmlformats.org/drawingml/2006/main">
            <a:off x="3129890" y="6543675"/>
            <a:ext cx="11942496" cy="106680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66CB498A-9ACD-403E-9B17-75BFF91FC43A}"/>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74F61680-18EB-472C-99D5-95D7488ECAC9}"/>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212514318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888AF418-145D-4657-AF6A-103467F1588F}"/>
              </a:ext>
            </a:extLst>
          </p:cNvPr>
          <p:cNvPicPr>
            <a:picLocks xmlns:a="http://schemas.openxmlformats.org/drawingml/2006/main" noChangeAspect="1"/>
          </p:cNvPicPr>
          <p:nvPr/>
        </p:nvPicPr>
        <p:blipFill>
          <a:blip xmlns:r="http://schemas.openxmlformats.org/officeDocument/2006/relationships" xmlns:a="http://schemas.openxmlformats.org/drawingml/2006/main" r:embed="R88bff4862bd54ea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B9CF81D-7696-4ACD-93DB-80D6F47D539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CA195D3-F1B9-4206-97E9-7354A0CC7C3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1DFA783-69CC-41E4-AA72-F4A86A794FE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7CBE57C-3D3F-4566-A92B-B7269B47B95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AD93E852-290A-4E35-B5A4-3E004B9122D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7E1DE15E-7E14-434A-AB02-3BF2CC51106C}"/>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90BB7E8-8F40-46C0-81FC-054CA5418A99}"/>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5B1CAE78-D3D1-4F57-93BC-854CDA2F5756}"/>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A1A4A938-5120-4481-9B79-FE0D08BD4A97}"/>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39609CDA-F1B1-4BFC-B581-544E6CBB228C}"/>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14135BAC-E40D-43ED-9437-CC857147F47C}"/>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E83FCB7-C821-4345-92FE-532CBCC662F7}"/>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F7D680FD-7077-41AF-96D0-28AAE3A81A83}"/>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330D6EC5-BEB7-4ABD-9440-2A0945DC621D}"/>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0F72BA2F-0397-459B-A4E9-1814713FE94D}"/>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8D84AE10-BBB4-4818-B84F-216179AB7766}"/>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DDC5162-DB25-496E-9B51-0ED7CB08E00A}"/>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12E6831E-D13A-4F95-A4B1-B143E4BE20D0}"/>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0B5CD157-8875-47C4-9DB4-18DCE80B2C4C}"/>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83FFCD75-A792-4140-A695-9321BC0910EB}"/>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28BFA1E8-B9BF-4DC3-A7AD-44E21D48F675}"/>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D0F8A21-BDA7-4682-B0B4-7CB227248B1D}"/>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3E4C9687-3B31-4040-9363-99B1B23D1C5C}"/>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5388BD9A-0488-480F-90F7-B5EDFD423A33}"/>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A343FE29-51FB-429A-BB52-4D4537AB1ACD}"/>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121606940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29B7FE6-BAD0-454D-BBED-4F0323BE5421}"/>
              </a:ext>
            </a:extLst>
          </p:cNvPr>
          <p:cNvPicPr>
            <a:picLocks xmlns:a="http://schemas.openxmlformats.org/drawingml/2006/main" noChangeAspect="1"/>
          </p:cNvPicPr>
          <p:nvPr/>
        </p:nvPicPr>
        <p:blipFill>
          <a:blip xmlns:r="http://schemas.openxmlformats.org/officeDocument/2006/relationships" xmlns:a="http://schemas.openxmlformats.org/drawingml/2006/main" r:embed="Rbc9800b0badb4d8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5C910E7-8BC5-42EE-9DEF-4B91C65A44C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A130273-D16A-4114-8819-C8B0A8D2EDA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E334381-BF75-4467-839A-EFEA2E4112E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A4A1031-AE74-41DC-A29C-F18C9F271AD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865829C6-4D94-44FB-B8C0-86286881172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50082380-EC20-487B-8E71-707B73987AD7}"/>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4717ACFB-7900-449A-AD2C-0076D2E1E696}"/>
              </a:ext>
            </a:extLst>
          </p:cNvPr>
          <p:cNvPicPr>
            <a:picLocks xmlns:a="http://schemas.openxmlformats.org/drawingml/2006/main" noChangeAspect="1"/>
          </p:cNvPicPr>
          <p:nvPr/>
        </p:nvPicPr>
        <p:blipFill>
          <a:blip xmlns:r="http://schemas.openxmlformats.org/officeDocument/2006/relationships" xmlns:a="http://schemas.openxmlformats.org/drawingml/2006/main" r:embed="R5bb03bc4f88d40f0"/>
          <a:stretch xmlns:a="http://schemas.openxmlformats.org/drawingml/2006/main"/>
        </p:blipFill>
        <p:spPr>
          <a:xfrm xmlns:a="http://schemas.openxmlformats.org/drawingml/2006/main">
            <a:off x="2409198" y="4552950"/>
            <a:ext cx="13469605" cy="228600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2BBBD059-4FFB-4962-9E50-C5B9A72787B6}"/>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E82C64BF-EDAB-4C3A-8EEB-23D3A502C491}"/>
              </a:ext>
            </a:extLst>
          </p:cNvPr>
          <p:cNvPicPr>
            <a:picLocks xmlns:a="http://schemas.openxmlformats.org/drawingml/2006/main" noChangeAspect="1"/>
          </p:cNvPicPr>
          <p:nvPr/>
        </p:nvPicPr>
        <p:blipFill>
          <a:blip xmlns:r="http://schemas.openxmlformats.org/officeDocument/2006/relationships" xmlns:a="http://schemas.openxmlformats.org/drawingml/2006/main" r:embed="R5db7bc1a85774cc5"/>
          <a:stretch xmlns:a="http://schemas.openxmlformats.org/drawingml/2006/main"/>
        </p:blipFill>
        <p:spPr>
          <a:xfrm xmlns:a="http://schemas.openxmlformats.org/drawingml/2006/main">
            <a:off x="6961890" y="7362825"/>
            <a:ext cx="7602720" cy="1000125"/>
          </a:xfrm>
          <a:prstGeom xmlns:a="http://schemas.openxmlformats.org/drawingml/2006/main" prst="rect">
            <a:avLst/>
          </a:prstGeom>
        </p:spPr>
      </p:pic>
    </p:spTree>
    <p:extLst>
      <p:ext uri="{BB962C8B-B14F-4D97-AF65-F5344CB8AC3E}">
        <p14:creationId xmlns:p14="http://schemas.microsoft.com/office/powerpoint/2010/main" val="24567900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5A2C7E4-AA98-4BE1-A374-4BD2870AEA51}"/>
              </a:ext>
            </a:extLst>
          </p:cNvPr>
          <p:cNvPicPr>
            <a:picLocks xmlns:a="http://schemas.openxmlformats.org/drawingml/2006/main" noChangeAspect="1"/>
          </p:cNvPicPr>
          <p:nvPr/>
        </p:nvPicPr>
        <p:blipFill>
          <a:blip xmlns:r="http://schemas.openxmlformats.org/officeDocument/2006/relationships" xmlns:a="http://schemas.openxmlformats.org/drawingml/2006/main" r:embed="Ree6e7e4a460d40d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5972685-1848-4C04-9914-F15857DCBC8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F12B7B7-82C6-4872-B04C-03B5B4A628E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DD5D165-85ED-4BED-8E35-46C018F2976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1EC74FE-5ACB-4D46-A624-00A24EE3E88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1978DA41-6F83-4B29-ADF1-CA6EA968557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6107B08C-A482-497D-BF83-BD68DDE9AE66}"/>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206F5FDF-B9C9-4733-91F2-40CE03A10BC9}"/>
              </a:ext>
            </a:extLst>
          </p:cNvPr>
          <p:cNvPicPr>
            <a:picLocks xmlns:a="http://schemas.openxmlformats.org/drawingml/2006/main" noChangeAspect="1"/>
          </p:cNvPicPr>
          <p:nvPr/>
        </p:nvPicPr>
        <p:blipFill>
          <a:blip xmlns:r="http://schemas.openxmlformats.org/officeDocument/2006/relationships" xmlns:a="http://schemas.openxmlformats.org/drawingml/2006/main" r:embed="Rd63e6d0651344ee4"/>
          <a:stretch xmlns:a="http://schemas.openxmlformats.org/drawingml/2006/main"/>
        </p:blipFill>
        <p:spPr>
          <a:xfrm xmlns:a="http://schemas.openxmlformats.org/drawingml/2006/main">
            <a:off x="2409198" y="4552950"/>
            <a:ext cx="13469605" cy="22860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99CEC9B3-194A-4DCB-A942-3DBA97973C2E}"/>
              </a:ext>
            </a:extLst>
          </p:cNvPr>
          <p:cNvPicPr>
            <a:picLocks xmlns:a="http://schemas.openxmlformats.org/drawingml/2006/main" noChangeAspect="1"/>
          </p:cNvPicPr>
          <p:nvPr/>
        </p:nvPicPr>
        <p:blipFill>
          <a:blip xmlns:r="http://schemas.openxmlformats.org/officeDocument/2006/relationships" xmlns:a="http://schemas.openxmlformats.org/drawingml/2006/main" r:embed="R2764729639fb4804"/>
          <a:stretch xmlns:a="http://schemas.openxmlformats.org/drawingml/2006/main"/>
        </p:blipFill>
        <p:spPr>
          <a:xfrm xmlns:a="http://schemas.openxmlformats.org/drawingml/2006/main">
            <a:off x="4628096" y="7048500"/>
            <a:ext cx="9050857" cy="1190625"/>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BDF58CCA-30EC-4E17-8D2F-BD43444481E1}"/>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717C87EF-5B0F-4692-81A8-52BDF01B480D}"/>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45713708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6AEE139-E092-486E-A575-E9A53A829066}"/>
              </a:ext>
            </a:extLst>
          </p:cNvPr>
          <p:cNvPicPr>
            <a:picLocks xmlns:a="http://schemas.openxmlformats.org/drawingml/2006/main" noChangeAspect="1"/>
          </p:cNvPicPr>
          <p:nvPr/>
        </p:nvPicPr>
        <p:blipFill>
          <a:blip xmlns:r="http://schemas.openxmlformats.org/officeDocument/2006/relationships" xmlns:a="http://schemas.openxmlformats.org/drawingml/2006/main" r:embed="R269cac20cb58478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0BE78A3-57C9-4815-B31D-056F6852DF0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D44AB1B-C098-4CA8-AD55-C7738DECFCE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575C81E-4DA5-4CC2-BE82-237B45A9352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3668860-D1A6-46FA-90AB-4DA43DA072F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CCF8530C-3587-4CB8-A6A5-1B45F4685CF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4A4943C5-4FE0-4D4D-80FC-E003B678B14B}"/>
              </a:ext>
            </a:extLst>
          </p:cNvPr>
          <p:cNvPicPr>
            <a:picLocks xmlns:a="http://schemas.openxmlformats.org/drawingml/2006/main" noChangeAspect="1"/>
          </p:cNvPicPr>
          <p:nvPr/>
        </p:nvPicPr>
        <p:blipFill>
          <a:blip xmlns:r="http://schemas.openxmlformats.org/officeDocument/2006/relationships" xmlns:a="http://schemas.openxmlformats.org/drawingml/2006/main" r:embed="R5064354cdee242b4"/>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3595E12D-9078-4B1B-BF4A-1B110C161C6A}"/>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317F6DFB-1F62-4CB4-A7D6-0B7BA4349579}"/>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D59FC077-2A56-4744-9CD8-A2168EBFEB5D}"/>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9FA9574E-1102-4066-ABB1-4DEB2BFB5456}"/>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976427614"/>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F4484D42-92A9-46ED-B8E3-F4111E30F1D1}"/>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F40D9888-CCA1-4A39-9884-15EF89C2F04B}"/>
              </a:ext>
            </a:extLst>
          </p:cNvPr>
          <p:cNvPicPr>
            <a:picLocks xmlns:a="http://schemas.openxmlformats.org/drawingml/2006/main" noChangeAspect="1"/>
          </p:cNvPicPr>
          <p:nvPr/>
        </p:nvPicPr>
        <p:blipFill>
          <a:blip xmlns:r="http://schemas.openxmlformats.org/officeDocument/2006/relationships" xmlns:a="http://schemas.openxmlformats.org/drawingml/2006/main" r:embed="R936e50b03b514f3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140E07BB-0862-466B-A965-6CAC6704F8D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57710228-B9D5-4BA0-BA9D-9D14092FFA9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5" name="text">
            <a:extLst xmlns:a="http://schemas.openxmlformats.org/drawingml/2006/main">
              <a:ext uri="{FF2B5EF4-FFF2-40B4-BE49-F238E27FC236}">
                <a16:creationId xmlns:a16="http://schemas.microsoft.com/office/drawing/2014/main" id="{D325FA5B-0175-4BAB-A493-DC1418935E12}"/>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6" name="text">
            <a:extLst xmlns:a="http://schemas.openxmlformats.org/drawingml/2006/main">
              <a:ext uri="{FF2B5EF4-FFF2-40B4-BE49-F238E27FC236}">
                <a16:creationId xmlns:a16="http://schemas.microsoft.com/office/drawing/2014/main" id="{D185D2A8-8B9C-4E6C-9675-A90F3B5CBEE1}"/>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20065377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E40B1D6-7CFF-4BE1-82B7-525BE4D11E05}"/>
              </a:ext>
            </a:extLst>
          </p:cNvPr>
          <p:cNvPicPr>
            <a:picLocks xmlns:a="http://schemas.openxmlformats.org/drawingml/2006/main" noChangeAspect="1"/>
          </p:cNvPicPr>
          <p:nvPr/>
        </p:nvPicPr>
        <p:blipFill>
          <a:blip xmlns:r="http://schemas.openxmlformats.org/officeDocument/2006/relationships" xmlns:a="http://schemas.openxmlformats.org/drawingml/2006/main" r:embed="R7974a3b964a34ce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1E0FDAC-851B-4FC1-821E-B3811C406F5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51BD6D4-F93F-4F89-ABAC-89776FD49D6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23FFFD2-9C0C-4273-AA5F-C6C540F4729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45426BC-8A4D-4EB7-879C-08B127EC5E7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01F8CBBA-4FE6-49A9-BE18-A1CF90B3D86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20D023C1-6A9D-492C-9A14-B1DCE5EE7707}"/>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CC47F7D8-EF90-427A-A6FF-EC657EAEBFC2}"/>
              </a:ext>
            </a:extLst>
          </p:cNvPr>
          <p:cNvPicPr>
            <a:picLocks xmlns:a="http://schemas.openxmlformats.org/drawingml/2006/main" noChangeAspect="1"/>
          </p:cNvPicPr>
          <p:nvPr/>
        </p:nvPicPr>
        <p:blipFill>
          <a:blip xmlns:r="http://schemas.openxmlformats.org/officeDocument/2006/relationships" xmlns:a="http://schemas.openxmlformats.org/drawingml/2006/main" r:embed="R766d09358fd44777"/>
          <a:stretch xmlns:a="http://schemas.openxmlformats.org/drawingml/2006/main"/>
        </p:blipFill>
        <p:spPr>
          <a:xfrm xmlns:a="http://schemas.openxmlformats.org/drawingml/2006/main">
            <a:off x="4648041" y="4524375"/>
            <a:ext cx="8229918" cy="876300"/>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97152659-F71D-4303-9856-C05DB438E694}"/>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ACD65F98-098F-4736-AB99-6B6EED87612D}"/>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2B951DC1-0EEC-463E-8EEE-03C434F3F012}"/>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F967C6EE-80C8-4C87-A8AC-8A07FDA8BC6E}"/>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143557255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BA1E5AD5-D1D8-41BB-BC5A-A213C10644B4}"/>
              </a:ext>
            </a:extLst>
          </p:cNvPr>
          <p:cNvPicPr>
            <a:picLocks xmlns:a="http://schemas.openxmlformats.org/drawingml/2006/main" noChangeAspect="1"/>
          </p:cNvPicPr>
          <p:nvPr/>
        </p:nvPicPr>
        <p:blipFill>
          <a:blip xmlns:r="http://schemas.openxmlformats.org/officeDocument/2006/relationships" xmlns:a="http://schemas.openxmlformats.org/drawingml/2006/main" r:embed="Rd51c22ca51e0426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37770BC-29BF-41F5-8111-888018723D7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EF7B18A-F221-4512-92F0-CFF1BC20A79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9DE22D4-24D3-4800-9A65-E78E54FB821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72C5B23-4103-444E-BD34-ABB3A7EEDB0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DDBE771-97A4-4768-A373-FEE9167A35B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5FF44735-E791-4501-87AD-304479DBF852}"/>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BC7DF770-31DC-4F6E-A0A2-0EA2F7C09802}"/>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A9880445-20A5-46F5-B616-7DE77E766FD4}"/>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24E1E61-C047-488C-9C51-E9CB08AC0350}"/>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E2A942D5-5754-43E5-B610-87D286FDDB6B}"/>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589275FA-CC79-4047-95C3-F41752424326}"/>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F22B495D-0BC2-4C6C-9755-22F484890B69}"/>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21281798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88C72D9-C3FD-478C-B3C5-57520B8F32F3}"/>
              </a:ext>
            </a:extLst>
          </p:cNvPr>
          <p:cNvPicPr>
            <a:picLocks xmlns:a="http://schemas.openxmlformats.org/drawingml/2006/main" noChangeAspect="1"/>
          </p:cNvPicPr>
          <p:nvPr/>
        </p:nvPicPr>
        <p:blipFill>
          <a:blip xmlns:r="http://schemas.openxmlformats.org/officeDocument/2006/relationships" xmlns:a="http://schemas.openxmlformats.org/drawingml/2006/main" r:embed="R6d27bc60347e494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C3A79DB-2B16-4AAF-A3EB-1E40651FD5F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DEEF91C-5081-4F6B-A00C-CC81FAFDA0E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F276E14-8EAC-4064-AB89-1709BA583A2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3EB02A6-27FB-428D-8918-5AB30E290BC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9E3102D7-3A5A-45E1-A83D-E3C100F295E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76B87649-ABF6-4A20-B806-25396F54DE1A}"/>
              </a:ext>
            </a:extLst>
          </p:cNvPr>
          <p:cNvPicPr>
            <a:picLocks xmlns:a="http://schemas.openxmlformats.org/drawingml/2006/main" noChangeAspect="1"/>
          </p:cNvPicPr>
          <p:nvPr/>
        </p:nvPicPr>
        <p:blipFill>
          <a:blip xmlns:r="http://schemas.openxmlformats.org/officeDocument/2006/relationships" xmlns:a="http://schemas.openxmlformats.org/drawingml/2006/main" r:embed="R8187ff2078eb4be7"/>
          <a:stretch xmlns:a="http://schemas.openxmlformats.org/drawingml/2006/main"/>
        </p:blipFill>
        <p:spPr>
          <a:xfrm xmlns:a="http://schemas.openxmlformats.org/drawingml/2006/main">
            <a:off x="2444353" y="4457700"/>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E7CB616-49AD-4C16-885E-21A084E440F2}"/>
              </a:ext>
            </a:extLst>
          </p:cNvPr>
          <p:cNvPicPr>
            <a:picLocks xmlns:a="http://schemas.openxmlformats.org/drawingml/2006/main" noChangeAspect="1"/>
          </p:cNvPicPr>
          <p:nvPr/>
        </p:nvPicPr>
        <p:blipFill>
          <a:blip xmlns:r="http://schemas.openxmlformats.org/officeDocument/2006/relationships" xmlns:a="http://schemas.openxmlformats.org/drawingml/2006/main" r:embed="Rf505cbf0dbb94037"/>
          <a:stretch xmlns:a="http://schemas.openxmlformats.org/drawingml/2006/main"/>
        </p:blipFill>
        <p:spPr>
          <a:xfrm xmlns:a="http://schemas.openxmlformats.org/drawingml/2006/main">
            <a:off x="2444353" y="6248400"/>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7E1E4F4D-5B36-4D25-90CB-E0AA45EAE49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70BB3BD0-4CEB-4B86-B4F4-051D534A37C9}"/>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156098125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95E0B69-4142-4A69-9BBE-3300EEB9D9C9}"/>
              </a:ext>
            </a:extLst>
          </p:cNvPr>
          <p:cNvPicPr>
            <a:picLocks xmlns:a="http://schemas.openxmlformats.org/drawingml/2006/main" noChangeAspect="1"/>
          </p:cNvPicPr>
          <p:nvPr/>
        </p:nvPicPr>
        <p:blipFill>
          <a:blip xmlns:r="http://schemas.openxmlformats.org/officeDocument/2006/relationships" xmlns:a="http://schemas.openxmlformats.org/drawingml/2006/main" r:embed="R147f3f5563b444f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0A45D29-0301-40D4-9A40-D9A20C9568A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602E977-C064-4119-B3C2-05714D0D263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5FBDB6E-B2A6-4B9A-B399-48B64EBDB50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AF4BC36-BFAF-403A-8782-AC393452324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0B23FD28-871A-4AB9-A1D2-4C1E7D2A741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6DC793D2-097A-48AC-B56A-721F8F0C5F1B}"/>
              </a:ext>
            </a:extLst>
          </p:cNvPr>
          <p:cNvPicPr>
            <a:picLocks xmlns:a="http://schemas.openxmlformats.org/drawingml/2006/main" noChangeAspect="1"/>
          </p:cNvPicPr>
          <p:nvPr/>
        </p:nvPicPr>
        <p:blipFill>
          <a:blip xmlns:r="http://schemas.openxmlformats.org/officeDocument/2006/relationships" xmlns:a="http://schemas.openxmlformats.org/drawingml/2006/main" r:embed="R3ff38704b6ec4ef2"/>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FA66E504-CC92-40EA-816E-6EB7F750D5AD}"/>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5E0A09FD-F512-480C-9AEC-0315AAE9DFA9}"/>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81558309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8B79597-E855-4E19-8FB5-4832E115E4CC}"/>
              </a:ext>
            </a:extLst>
          </p:cNvPr>
          <p:cNvPicPr>
            <a:picLocks xmlns:a="http://schemas.openxmlformats.org/drawingml/2006/main" noChangeAspect="1"/>
          </p:cNvPicPr>
          <p:nvPr/>
        </p:nvPicPr>
        <p:blipFill>
          <a:blip xmlns:r="http://schemas.openxmlformats.org/officeDocument/2006/relationships" xmlns:a="http://schemas.openxmlformats.org/drawingml/2006/main" r:embed="Re382abf430a04f4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E1042DC-BEB8-4B3B-9815-797679595B5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84B8632-8BF5-4F4A-8514-ECDA8075EC5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58DB8E8-9192-4495-BA77-4FE2191EA51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DB5C8E0-4399-439D-80AF-71A1BEA8CC6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8F7A650-024D-457B-98EF-080FB655CE4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7CBD9C07-5DDA-4118-9668-557CFCC02E2A}"/>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5CDCE3A6-CE86-4C48-B219-F3CAF91C9ECD}"/>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00001225-2F38-4A81-94F1-886A2A1797E3}"/>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688C09F8-581C-4193-8B1B-537F5951EFB5}"/>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E0BB3117-D6C8-443A-8706-DED800638FB1}"/>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CD842B87-6B13-4627-A2D4-28241EC1F036}"/>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104744655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A55DC0C9-BF81-4D1C-8E45-29E58DF07100}"/>
              </a:ext>
            </a:extLst>
          </p:cNvPr>
          <p:cNvPicPr>
            <a:picLocks xmlns:a="http://schemas.openxmlformats.org/drawingml/2006/main" noChangeAspect="1"/>
          </p:cNvPicPr>
          <p:nvPr/>
        </p:nvPicPr>
        <p:blipFill>
          <a:blip xmlns:r="http://schemas.openxmlformats.org/officeDocument/2006/relationships" xmlns:a="http://schemas.openxmlformats.org/drawingml/2006/main" r:embed="R1472c1a044fc45b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C73C603-69FC-4196-B6B3-D4EB16DAE34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144BDEF-DAF1-4802-AF0D-D1EF0FF3E0E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59288B5-DAD4-45F3-B994-393260822DB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9729D15-9371-4D10-A5FD-9FFF9D9F399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C22D970-2A9F-4B26-A761-982D1868B60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FDBE1CDF-CFAA-4CDB-A22D-B66709B27171}"/>
              </a:ext>
            </a:extLst>
          </p:cNvPr>
          <p:cNvPicPr>
            <a:picLocks xmlns:a="http://schemas.openxmlformats.org/drawingml/2006/main" noChangeAspect="1"/>
          </p:cNvPicPr>
          <p:nvPr/>
        </p:nvPicPr>
        <p:blipFill>
          <a:blip xmlns:r="http://schemas.openxmlformats.org/officeDocument/2006/relationships" xmlns:a="http://schemas.openxmlformats.org/drawingml/2006/main" r:embed="R2b558f1fcac44e2e"/>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14C8788F-8938-4CE8-892A-F60EC22C97CB}"/>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AA0BDCA9-4F03-44C0-A657-BE4AB313A17A}"/>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052624C-1C35-4C58-9709-355F6F0A00CC}"/>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AE4C532-FB80-4E3E-B524-E4CA14012A18}"/>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B0B0D7B6-9254-4D52-9EA3-9ACB53ECE986}"/>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225E3E93-7D8C-45EF-A696-37B7CF01C8E0}"/>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356D2BA3-3D1E-4BFA-86B4-C5B423BA808B}"/>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1EB5FE0F-F03B-47EE-9941-CCA2654EA98E}"/>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071AB0B4-648B-4AEF-B460-42BE807D5346}"/>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143221991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4C2D635-2168-422D-AF20-B1659D3F1EEB}"/>
              </a:ext>
            </a:extLst>
          </p:cNvPr>
          <p:cNvPicPr>
            <a:picLocks xmlns:a="http://schemas.openxmlformats.org/drawingml/2006/main" noChangeAspect="1"/>
          </p:cNvPicPr>
          <p:nvPr/>
        </p:nvPicPr>
        <p:blipFill>
          <a:blip xmlns:r="http://schemas.openxmlformats.org/officeDocument/2006/relationships" xmlns:a="http://schemas.openxmlformats.org/drawingml/2006/main" r:embed="R023a254081c6426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982999B-2BA9-41CA-81A5-92C9FEBA85D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8EF4983-0AE8-43D2-8153-6627C17B1B7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4F15FDA-E81D-4D85-BB5D-9E8344E30BB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4303593-5BFC-4702-B6F8-21CCB96E05E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B3390804-70BE-46D4-BD85-A0429147222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A684B880-7EFC-43BB-B0B2-F2C9488F7B01}"/>
              </a:ext>
            </a:extLst>
          </p:cNvPr>
          <p:cNvPicPr>
            <a:picLocks xmlns:a="http://schemas.openxmlformats.org/drawingml/2006/main" noChangeAspect="1"/>
          </p:cNvPicPr>
          <p:nvPr/>
        </p:nvPicPr>
        <p:blipFill>
          <a:blip xmlns:r="http://schemas.openxmlformats.org/officeDocument/2006/relationships" xmlns:a="http://schemas.openxmlformats.org/drawingml/2006/main" r:embed="R06b50d257bbf4fb9"/>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63CC32F7-6EBF-4D0E-ACAF-F073FB291F3E}"/>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86B5EA40-5D47-428B-A26A-C4F65DB91CFD}"/>
              </a:ext>
            </a:extLst>
          </p:cNvPr>
          <p:cNvPicPr>
            <a:picLocks xmlns:a="http://schemas.openxmlformats.org/drawingml/2006/main" noChangeAspect="1"/>
          </p:cNvPicPr>
          <p:nvPr/>
        </p:nvPicPr>
        <p:blipFill>
          <a:blip xmlns:r="http://schemas.openxmlformats.org/officeDocument/2006/relationships" xmlns:a="http://schemas.openxmlformats.org/drawingml/2006/main" r:embed="R95eaccbee7e04e8c"/>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D482F3E4-017F-44ED-8E30-9DC49F6D9046}"/>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DFCAE7E4-0B23-4C4E-AD95-C6F43AA73064}"/>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4267EFA4-6EB4-499A-AE7F-CA76D923697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6931C861-4686-4C95-A99F-6E24FDA932A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179090790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394C750-D6C0-464E-A6DA-439B7C5BC535}"/>
              </a:ext>
            </a:extLst>
          </p:cNvPr>
          <p:cNvPicPr>
            <a:picLocks xmlns:a="http://schemas.openxmlformats.org/drawingml/2006/main" noChangeAspect="1"/>
          </p:cNvPicPr>
          <p:nvPr/>
        </p:nvPicPr>
        <p:blipFill>
          <a:blip xmlns:r="http://schemas.openxmlformats.org/officeDocument/2006/relationships" xmlns:a="http://schemas.openxmlformats.org/drawingml/2006/main" r:embed="Raa125ea00edd43e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091C981-3A19-44CF-9F88-D1EC3F91AFA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E56C555-88E3-404E-96FD-56F468304E0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0424D26-7467-40BF-9A4F-2DD516BEED5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A4C79F1-3EB3-4D3C-8CAC-113910B747B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0E83E3C-2D0E-43C7-9F63-DEB167FD9E7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A5834A21-CF1B-4AAD-AE65-8EA21200A3B5}"/>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356E20A3-D040-4D14-BBCE-E1C46FD339B7}"/>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6835192A-5DE5-4A6A-B156-F32155EC70DA}"/>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362655E-051E-43BC-9F4B-610BC11582DE}"/>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7376D77-3497-46E6-951F-98BA3DF9C92A}"/>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520425537"/>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170BEEBE-747E-4D26-9F8F-8EC654B0F5F9}"/>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6D9E6A31-27F1-4957-ACEF-E94A8966B9CF}"/>
              </a:ext>
            </a:extLst>
          </p:cNvPr>
          <p:cNvPicPr>
            <a:picLocks xmlns:a="http://schemas.openxmlformats.org/drawingml/2006/main" noChangeAspect="1"/>
          </p:cNvPicPr>
          <p:nvPr/>
        </p:nvPicPr>
        <p:blipFill>
          <a:blip xmlns:r="http://schemas.openxmlformats.org/officeDocument/2006/relationships" xmlns:a="http://schemas.openxmlformats.org/drawingml/2006/main" r:embed="R6eaf94b33e2248a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6FD63983-B6AB-4A6E-827A-5E1808CD8D9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62EB6E29-CAA7-4AE9-96FD-D46B37B39C5F}"/>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5" name="text">
            <a:extLst xmlns:a="http://schemas.openxmlformats.org/drawingml/2006/main">
              <a:ext uri="{FF2B5EF4-FFF2-40B4-BE49-F238E27FC236}">
                <a16:creationId xmlns:a16="http://schemas.microsoft.com/office/drawing/2014/main" id="{3A3B6AF7-DDC5-4632-AF4B-962EDE807B72}"/>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6" name="text">
            <a:extLst xmlns:a="http://schemas.openxmlformats.org/drawingml/2006/main">
              <a:ext uri="{FF2B5EF4-FFF2-40B4-BE49-F238E27FC236}">
                <a16:creationId xmlns:a16="http://schemas.microsoft.com/office/drawing/2014/main" id="{3A949B87-4004-4351-BA04-826CF4152FEC}"/>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54594116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29A6A6E-7CC1-4102-88D3-508D5F3DCD72}"/>
              </a:ext>
            </a:extLst>
          </p:cNvPr>
          <p:cNvPicPr>
            <a:picLocks xmlns:a="http://schemas.openxmlformats.org/drawingml/2006/main" noChangeAspect="1"/>
          </p:cNvPicPr>
          <p:nvPr/>
        </p:nvPicPr>
        <p:blipFill>
          <a:blip xmlns:r="http://schemas.openxmlformats.org/officeDocument/2006/relationships" xmlns:a="http://schemas.openxmlformats.org/drawingml/2006/main" r:embed="R2262c45f3b314a0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8A0DA21-D075-4512-9CFE-C4D2855DA1C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A72F748-2BA7-46B4-959A-EEC19DA3DA4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C057E72-5E80-4C7F-89FE-691DCCD6279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2C4827E-0179-45CC-AC21-A1D586EDDFB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46E757B4-7268-4F50-9399-DCE78FE5944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4DA12377-7387-4FC1-A763-0975622AAB84}"/>
              </a:ext>
            </a:extLst>
          </p:cNvPr>
          <p:cNvPicPr>
            <a:picLocks xmlns:a="http://schemas.openxmlformats.org/drawingml/2006/main" noChangeAspect="1"/>
          </p:cNvPicPr>
          <p:nvPr/>
        </p:nvPicPr>
        <p:blipFill>
          <a:blip xmlns:r="http://schemas.openxmlformats.org/officeDocument/2006/relationships" xmlns:a="http://schemas.openxmlformats.org/drawingml/2006/main" r:embed="Ra764a92673e04e71"/>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3AA859DB-7E65-4A1C-82B4-5EDEC9332D84}"/>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CED9BF3E-82FC-4E37-B665-C1C43D294E3E}"/>
              </a:ext>
            </a:extLst>
          </p:cNvPr>
          <p:cNvPicPr>
            <a:picLocks xmlns:a="http://schemas.openxmlformats.org/drawingml/2006/main" noChangeAspect="1"/>
          </p:cNvPicPr>
          <p:nvPr/>
        </p:nvPicPr>
        <p:blipFill>
          <a:blip xmlns:r="http://schemas.openxmlformats.org/officeDocument/2006/relationships" xmlns:a="http://schemas.openxmlformats.org/drawingml/2006/main" r:embed="Ra35ae39eef5b47c9"/>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B05335B3-438B-48A8-BB4F-7799D2882862}"/>
              </a:ext>
            </a:extLst>
          </p:cNvPr>
          <p:cNvPicPr>
            <a:picLocks xmlns:a="http://schemas.openxmlformats.org/drawingml/2006/main" noChangeAspect="1"/>
          </p:cNvPicPr>
          <p:nvPr/>
        </p:nvPicPr>
        <p:blipFill>
          <a:blip xmlns:r="http://schemas.openxmlformats.org/officeDocument/2006/relationships" xmlns:a="http://schemas.openxmlformats.org/drawingml/2006/main" r:embed="Rcad7dd036d7246f9"/>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5D150561-B2B1-4EA5-9725-7C0CE0926083}"/>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1A39C0AA-31A7-489A-8CC7-D3A31591D6A0}"/>
              </a:ext>
            </a:extLst>
          </p:cNvPr>
          <p:cNvPicPr>
            <a:picLocks xmlns:a="http://schemas.openxmlformats.org/drawingml/2006/main" noChangeAspect="1"/>
          </p:cNvPicPr>
          <p:nvPr/>
        </p:nvPicPr>
        <p:blipFill>
          <a:blip xmlns:r="http://schemas.openxmlformats.org/officeDocument/2006/relationships" xmlns:a="http://schemas.openxmlformats.org/drawingml/2006/main" r:embed="Ree096cb0ece54bd2"/>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17895383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7E830D8-8D77-48B7-BF49-45203DE32E4F}"/>
              </a:ext>
            </a:extLst>
          </p:cNvPr>
          <p:cNvPicPr>
            <a:picLocks xmlns:a="http://schemas.openxmlformats.org/drawingml/2006/main" noChangeAspect="1"/>
          </p:cNvPicPr>
          <p:nvPr/>
        </p:nvPicPr>
        <p:blipFill>
          <a:blip xmlns:r="http://schemas.openxmlformats.org/officeDocument/2006/relationships" xmlns:a="http://schemas.openxmlformats.org/drawingml/2006/main" r:embed="R6ef1b18f49d242a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B664D34-E31D-42A3-B009-BCD133670FE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F3A777A-6A40-4108-B8E7-48DD50A6E9A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9F7C1DD-9E7D-44BF-B114-C94899DDA99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04C9834-0589-498A-9F95-E8A99C1A0DD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8C4A1526-7168-46FB-8F5E-DE17B4E1070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C498CAC6-4BC0-411F-B60D-D451425BC62E}"/>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654B4298-7C96-4AB6-B246-EFCB47FA250A}"/>
              </a:ext>
            </a:extLst>
          </p:cNvPr>
          <p:cNvPicPr>
            <a:picLocks xmlns:a="http://schemas.openxmlformats.org/drawingml/2006/main" noChangeAspect="1"/>
          </p:cNvPicPr>
          <p:nvPr/>
        </p:nvPicPr>
        <p:blipFill>
          <a:blip xmlns:r="http://schemas.openxmlformats.org/officeDocument/2006/relationships" xmlns:a="http://schemas.openxmlformats.org/drawingml/2006/main" r:embed="Re3b32e53a7264cd6"/>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67F5B37A-FD6D-4BAE-8B5C-4FEF16C16856}"/>
              </a:ext>
            </a:extLst>
          </p:cNvPr>
          <p:cNvPicPr>
            <a:picLocks xmlns:a="http://schemas.openxmlformats.org/drawingml/2006/main" noChangeAspect="1"/>
          </p:cNvPicPr>
          <p:nvPr/>
        </p:nvPicPr>
        <p:blipFill>
          <a:blip xmlns:r="http://schemas.openxmlformats.org/officeDocument/2006/relationships" xmlns:a="http://schemas.openxmlformats.org/drawingml/2006/main" r:embed="R3288e24735224504"/>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93998501-AEA7-4A19-BC52-9BC48802EA26}"/>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489D2980-9F68-4019-8583-651E5DBEFDF1}"/>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D97FB029-EF18-4CDE-8BBC-7B8DE32CE8FF}"/>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194DA4C0-8ADB-4BAF-B67C-D1F88F09083A}"/>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15868668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A941C74-1F2A-418A-B355-0BA20FC5CBD0}"/>
              </a:ext>
            </a:extLst>
          </p:cNvPr>
          <p:cNvPicPr>
            <a:picLocks xmlns:a="http://schemas.openxmlformats.org/drawingml/2006/main" noChangeAspect="1"/>
          </p:cNvPicPr>
          <p:nvPr/>
        </p:nvPicPr>
        <p:blipFill>
          <a:blip xmlns:r="http://schemas.openxmlformats.org/officeDocument/2006/relationships" xmlns:a="http://schemas.openxmlformats.org/drawingml/2006/main" r:embed="Re1ed9db70b3f4a2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5E5C74B-32CF-4445-BE7E-E1A7425B2BA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FCD2351-1276-4583-8D13-013ED398842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9FBCB6C-0D6B-4693-B091-681765851D2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DE1BDFB-5EBD-4576-9BD4-A06840DE1BB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D900A183-DAEB-4B95-9E26-15B5E779E67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72AD3800-CE5D-4DDF-8651-250B9DD04655}"/>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B1C240E2-EC39-483D-A7BF-992448A7F9A6}"/>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07EB39BA-3D9D-4923-828B-2272616983FA}"/>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3CE982AA-0138-4060-8540-91EE534AFD88}"/>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1393ACB0-85E7-4B19-92FA-3A5A37910402}"/>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1B548D77-BDCC-4F8E-A545-6A7425E3762C}"/>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50EA7910-30AC-4DED-B2FE-912E64ACA7F4}"/>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72298336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0B4B871-1AA3-433E-83C6-DA82D5486BFB}"/>
              </a:ext>
            </a:extLst>
          </p:cNvPr>
          <p:cNvPicPr>
            <a:picLocks xmlns:a="http://schemas.openxmlformats.org/drawingml/2006/main" noChangeAspect="1"/>
          </p:cNvPicPr>
          <p:nvPr/>
        </p:nvPicPr>
        <p:blipFill>
          <a:blip xmlns:r="http://schemas.openxmlformats.org/officeDocument/2006/relationships" xmlns:a="http://schemas.openxmlformats.org/drawingml/2006/main" r:embed="Rf41e6575f4cb49e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854DE1D-7C2B-4FEB-B17A-105515F8F87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087AAD4-2B6A-4D46-A944-D6B0BC6D251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AA6F203-0E57-4E74-BD69-5EC733269DF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AD521F5-9048-459B-9EF8-9D1EB4309DF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9181C9D-7AFF-458F-90B7-1EEF58995C4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B1FE4F56-F6E4-41FB-B72E-FFF070F4E8F6}"/>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3A42AA68-ABCF-41DE-8D29-92ED549F0E23}"/>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4530ABFC-F930-4992-821E-96C78BADA639}"/>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90D2435-DAF5-4181-BAFE-795772C549C6}"/>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63CBE6B-C7F4-4183-A645-84004DB39B65}"/>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F8A0B31-E965-4D10-B1F6-93F3FE802CCB}"/>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61308469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1DF858B-37C7-447C-AC91-47DA07B5D664}"/>
              </a:ext>
            </a:extLst>
          </p:cNvPr>
          <p:cNvPicPr>
            <a:picLocks xmlns:a="http://schemas.openxmlformats.org/drawingml/2006/main" noChangeAspect="1"/>
          </p:cNvPicPr>
          <p:nvPr/>
        </p:nvPicPr>
        <p:blipFill>
          <a:blip xmlns:r="http://schemas.openxmlformats.org/officeDocument/2006/relationships" xmlns:a="http://schemas.openxmlformats.org/drawingml/2006/main" r:embed="Rd470b81a67c248d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B5C4E37-1299-4948-8A13-03806F765D7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154286F-BFD1-4EDA-8D18-502950C282B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BE79106-7779-4D59-BA4C-D4F9B9BCCB1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8331125-8A7F-483B-885A-097122F715B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F65A1C7F-9102-42F7-BCE5-E540D270726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980282A0-B11A-4603-B9CD-8EB75ABAC4DB}"/>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BC2601C5-A169-456B-A9BD-7BA5A42623AE}"/>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613F0457-AED9-4CB3-9225-076B9787EBBD}"/>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72B13BC2-8384-43C9-A809-7C750FA56942}"/>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F7619C52-81C1-422B-B5EA-E43ABB008A83}"/>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AC26058C-D1C9-4929-A7DE-282C8E2DCBED}"/>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07132132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969369B-F37A-45B7-8D11-301E858C622E}"/>
              </a:ext>
            </a:extLst>
          </p:cNvPr>
          <p:cNvPicPr>
            <a:picLocks xmlns:a="http://schemas.openxmlformats.org/drawingml/2006/main" noChangeAspect="1"/>
          </p:cNvPicPr>
          <p:nvPr/>
        </p:nvPicPr>
        <p:blipFill>
          <a:blip xmlns:r="http://schemas.openxmlformats.org/officeDocument/2006/relationships" xmlns:a="http://schemas.openxmlformats.org/drawingml/2006/main" r:embed="Re8bd5cf32a074f8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769F40C-F993-4A24-AB8F-5B2CC03DC70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B7AAD18-987C-4E07-99B3-439AF5E0AC7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4D79AF8-29CD-4E59-91EA-DD70793826F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1F91A3F-AB5E-4ECB-A731-BBF001FEB02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0664D6C-A6B2-4D56-BC2E-CAB9D53A173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E1A4A02C-BAE9-4E36-9909-48ABA9D8F78D}"/>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A089FC40-75F7-4CBD-86A7-1E14E49DB1BE}"/>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F04EED4E-E285-48FB-B0FD-69AD7C29290C}"/>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08060EA6-9D05-4011-AA39-1D5D943A80E9}"/>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DD0926F-36D9-4860-A85F-43DA3D4524C6}"/>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38CDAD6-69D5-4EF9-8B01-B722428EF693}"/>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67626647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74A4FCE-D708-4B8F-87E0-139367C41B12}"/>
              </a:ext>
            </a:extLst>
          </p:cNvPr>
          <p:cNvPicPr>
            <a:picLocks xmlns:a="http://schemas.openxmlformats.org/drawingml/2006/main" noChangeAspect="1"/>
          </p:cNvPicPr>
          <p:nvPr/>
        </p:nvPicPr>
        <p:blipFill>
          <a:blip xmlns:r="http://schemas.openxmlformats.org/officeDocument/2006/relationships" xmlns:a="http://schemas.openxmlformats.org/drawingml/2006/main" r:embed="R8759399b94474ad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45A2E65-2101-4E62-93D1-30A36C070A2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DA4EDE9-27F5-4214-88D3-A00B0DF63F4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AA8B697-CB5F-4F5C-BFA9-E57A9A2F1D3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1DDCA14-BCFD-4502-9C2D-F51F2B452B4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DE34CE0E-FF92-4B78-9B27-D0024AC3FB7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834AE657-6AF7-4BEB-B9A2-A02BBE7A2EDB}"/>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52A349A3-FC38-471C-8A4D-3565E3380B7F}"/>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36949677-4D5C-4D82-828B-52173EE0A1C5}"/>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6453DE09-E6D8-4253-BF86-D3704D092858}"/>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FDD202EE-11B1-4FE1-9959-55691614CA86}"/>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1C48A6EE-E2A8-42E1-86F3-938899952E75}"/>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335976710"/>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4E855C7-088C-43DC-B39B-A05CB19D4AB2}"/>
              </a:ext>
            </a:extLst>
          </p:cNvPr>
          <p:cNvPicPr>
            <a:picLocks xmlns:a="http://schemas.openxmlformats.org/drawingml/2006/main" noChangeAspect="1"/>
          </p:cNvPicPr>
          <p:nvPr/>
        </p:nvPicPr>
        <p:blipFill>
          <a:blip xmlns:r="http://schemas.openxmlformats.org/officeDocument/2006/relationships" xmlns:a="http://schemas.openxmlformats.org/drawingml/2006/main" r:embed="R3da4397ca215403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844273A-3441-4064-A6C8-4FDE179A569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188BC3B-F464-4CD5-825A-36531FDFA1A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D4C77CE-0247-4D0D-819D-60EEBEF79C8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3B6BABBF-4BE5-4615-9A2D-534FBA7F5D9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C6BB9C3A-D8FA-4316-A518-6717C6F59EC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F306A547-A50D-4583-A668-691B42D8A0E7}"/>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937F65A5-6CEA-41AE-BB2E-63B4EB0B609A}"/>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FFA7469D-A1DF-49AB-9D49-A6235B3B8F47}"/>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29514CF7-F940-46BD-BCC2-87A897CD6DF9}"/>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15829051-EA99-4220-9C5F-2CBF20FBCC5B}"/>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AFFE259A-DAFD-41D5-96DE-CBCD9B5DB360}"/>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1837474466"/>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8702B42-2267-4985-BF48-1FB842B93AD2}"/>
              </a:ext>
            </a:extLst>
          </p:cNvPr>
          <p:cNvPicPr>
            <a:picLocks xmlns:a="http://schemas.openxmlformats.org/drawingml/2006/main" noChangeAspect="1"/>
          </p:cNvPicPr>
          <p:nvPr/>
        </p:nvPicPr>
        <p:blipFill>
          <a:blip xmlns:r="http://schemas.openxmlformats.org/officeDocument/2006/relationships" xmlns:a="http://schemas.openxmlformats.org/drawingml/2006/main" r:embed="R30c3c52b78ea454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74F42D1-23A8-4522-AD27-AA5F91448B6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6E79B67-BB64-4D18-9BC3-1220D9E5A87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44628D2-2CCA-4970-9D90-F98E8DD422B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1CD1B0FF-5A3A-448B-96B9-404F15AA08E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FBA9920F-A66B-427D-AB36-7E4EF0983B3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B0B365C4-93E2-4795-8F8C-7487C183792F}"/>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24184983-F2E2-4EF9-B584-D2CAFF3CEF70}"/>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₂인 까닭을 설명하시오.</a:t>
            </a:r>
          </a:p>
        </p:txBody>
      </p:sp>
      <p:sp>
        <p:nvSpPr>
          <p:cNvPr id="9" name="설명·계산 행 2">
            <a:extLst xmlns:a="http://schemas.openxmlformats.org/drawingml/2006/main">
              <a:ext uri="{FF2B5EF4-FFF2-40B4-BE49-F238E27FC236}">
                <a16:creationId xmlns:a16="http://schemas.microsoft.com/office/drawing/2014/main" id="{2A483A79-EC36-4E9C-B702-25ABD4182FA6}"/>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8D0944C3-23C4-4777-A5EE-D26D6934CC23}"/>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물의 기화 반응에서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153F9581-A15D-4A86-A087-4D5806D048B0}"/>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D62E16ED-924B-48D2-8B49-64DEE26FBDD3}"/>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19239431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2026-10-27T13:09:38.6600000Z</dcterms:created>
  <dcterms:modified xsi:type="dcterms:W3CDTF">2026-10-27T13:09:38.6600000Z</dcterms:modified>
</coreProperties>
</file>