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94686ff4a14079" /><Relationship Type="http://schemas.openxmlformats.org/officeDocument/2006/relationships/extended-properties" Target="/docProps/app.xml" Id="R027b8ad1d4384a1e" /><Relationship Type="http://schemas.openxmlformats.org/officeDocument/2006/relationships/officeDocument" Target="/ppt/presentation.xml" Id="R411c2bff470640b6" /></Relationships>
</file>

<file path=ppt/presentation.xml><?xml version="1.0" encoding="utf-8"?>
<p:presentation xmlns:p="http://schemas.openxmlformats.org/presentationml/2006/main">
  <p:sldMasterIdLst>
    <p:sldMasterId xmlns:r="http://schemas.openxmlformats.org/officeDocument/2006/relationships" id="2147483648" r:id="Rd8ed39bf9a574262"/>
  </p:sldMasterIdLst>
  <p:notesMasterIdLst>
    <p:notesMasterId xmlns:r="http://schemas.openxmlformats.org/officeDocument/2006/relationships" r:id="Rcee8e6e10b3d468a"/>
  </p:notesMasterIdLst>
  <p:sldIdLst>
    <p:sldId xmlns:r="http://schemas.openxmlformats.org/officeDocument/2006/relationships" id="256" r:id="R97d7dc33c6f94be6"/>
    <p:sldId xmlns:r="http://schemas.openxmlformats.org/officeDocument/2006/relationships" id="257" r:id="Reefd0a40b8644132"/>
    <p:sldId xmlns:r="http://schemas.openxmlformats.org/officeDocument/2006/relationships" id="258" r:id="Rf6e9590c3d3e4174"/>
    <p:sldId xmlns:r="http://schemas.openxmlformats.org/officeDocument/2006/relationships" id="259" r:id="Rc0fdb12f5b5143b6"/>
    <p:sldId xmlns:r="http://schemas.openxmlformats.org/officeDocument/2006/relationships" id="260" r:id="Rf3b35db43a5644c0"/>
    <p:sldId xmlns:r="http://schemas.openxmlformats.org/officeDocument/2006/relationships" id="261" r:id="Rd0e1ae35d51c46cf"/>
    <p:sldId xmlns:r="http://schemas.openxmlformats.org/officeDocument/2006/relationships" id="262" r:id="Rae91bd12f9b84c80"/>
    <p:sldId xmlns:r="http://schemas.openxmlformats.org/officeDocument/2006/relationships" id="263" r:id="Ra39ad45d093d40e7"/>
    <p:sldId xmlns:r="http://schemas.openxmlformats.org/officeDocument/2006/relationships" id="264" r:id="Re9e193b01ba747b0"/>
    <p:sldId xmlns:r="http://schemas.openxmlformats.org/officeDocument/2006/relationships" id="265" r:id="R048b09d5b5d44e23"/>
    <p:sldId xmlns:r="http://schemas.openxmlformats.org/officeDocument/2006/relationships" id="266" r:id="R165f5bda32f14bb1"/>
    <p:sldId xmlns:r="http://schemas.openxmlformats.org/officeDocument/2006/relationships" id="267" r:id="R102d932eaca043ca"/>
    <p:sldId xmlns:r="http://schemas.openxmlformats.org/officeDocument/2006/relationships" id="268" r:id="R7f3d526669f5454f"/>
    <p:sldId xmlns:r="http://schemas.openxmlformats.org/officeDocument/2006/relationships" id="269" r:id="R0677729ecd1b4379"/>
    <p:sldId xmlns:r="http://schemas.openxmlformats.org/officeDocument/2006/relationships" id="270" r:id="R01c088893f9e49a3"/>
    <p:sldId xmlns:r="http://schemas.openxmlformats.org/officeDocument/2006/relationships" id="271" r:id="Raead7110aa60473e"/>
    <p:sldId xmlns:r="http://schemas.openxmlformats.org/officeDocument/2006/relationships" id="272" r:id="R0743cc1e32c64fb2"/>
    <p:sldId xmlns:r="http://schemas.openxmlformats.org/officeDocument/2006/relationships" id="273" r:id="R6488b4051c614dce"/>
    <p:sldId xmlns:r="http://schemas.openxmlformats.org/officeDocument/2006/relationships" id="274" r:id="R3fef1516299a414f"/>
    <p:sldId xmlns:r="http://schemas.openxmlformats.org/officeDocument/2006/relationships" id="275" r:id="R5efd1959726c4afe"/>
    <p:sldId xmlns:r="http://schemas.openxmlformats.org/officeDocument/2006/relationships" id="276" r:id="Ra8414d017cf2408c"/>
    <p:sldId xmlns:r="http://schemas.openxmlformats.org/officeDocument/2006/relationships" id="277" r:id="R9b88bb1481624f6a"/>
    <p:sldId xmlns:r="http://schemas.openxmlformats.org/officeDocument/2006/relationships" id="278" r:id="Reda43e16b1f74f39"/>
    <p:sldId xmlns:r="http://schemas.openxmlformats.org/officeDocument/2006/relationships" id="279" r:id="Rb0a2da445a544ca9"/>
    <p:sldId xmlns:r="http://schemas.openxmlformats.org/officeDocument/2006/relationships" id="280" r:id="R0da871bd537f484e"/>
    <p:sldId xmlns:r="http://schemas.openxmlformats.org/officeDocument/2006/relationships" id="281" r:id="R0b212aafd9234b32"/>
    <p:sldId xmlns:r="http://schemas.openxmlformats.org/officeDocument/2006/relationships" id="282" r:id="Rbe6515f270854067"/>
    <p:sldId xmlns:r="http://schemas.openxmlformats.org/officeDocument/2006/relationships" id="283" r:id="R63650ea80cdf4334"/>
    <p:sldId xmlns:r="http://schemas.openxmlformats.org/officeDocument/2006/relationships" id="284" r:id="Rdf8c167d07364be1"/>
    <p:sldId xmlns:r="http://schemas.openxmlformats.org/officeDocument/2006/relationships" id="285" r:id="R4873c669d2af4309"/>
    <p:sldId xmlns:r="http://schemas.openxmlformats.org/officeDocument/2006/relationships" id="286" r:id="Rd0b4bd4ed1944bb1"/>
    <p:sldId xmlns:r="http://schemas.openxmlformats.org/officeDocument/2006/relationships" id="287" r:id="Re2ea8be445294c99"/>
    <p:sldId xmlns:r="http://schemas.openxmlformats.org/officeDocument/2006/relationships" id="288" r:id="Ra9376b8c19d14a22"/>
    <p:sldId xmlns:r="http://schemas.openxmlformats.org/officeDocument/2006/relationships" id="289" r:id="Rb40b24623f8f4adf"/>
    <p:sldId xmlns:r="http://schemas.openxmlformats.org/officeDocument/2006/relationships" id="290" r:id="R92d941ebe2424c02"/>
    <p:sldId xmlns:r="http://schemas.openxmlformats.org/officeDocument/2006/relationships" id="291" r:id="Rdd7dfe8c96db4110"/>
    <p:sldId xmlns:r="http://schemas.openxmlformats.org/officeDocument/2006/relationships" id="292" r:id="Rddd3185090c04b12"/>
    <p:sldId xmlns:r="http://schemas.openxmlformats.org/officeDocument/2006/relationships" id="293" r:id="R064de0340688467f"/>
    <p:sldId xmlns:r="http://schemas.openxmlformats.org/officeDocument/2006/relationships" id="294" r:id="R068823eb016143dd"/>
    <p:sldId xmlns:r="http://schemas.openxmlformats.org/officeDocument/2006/relationships" id="295" r:id="Rb3862cba54ed4f7f"/>
    <p:sldId xmlns:r="http://schemas.openxmlformats.org/officeDocument/2006/relationships" id="296" r:id="R9da8e043d9404895"/>
    <p:sldId xmlns:r="http://schemas.openxmlformats.org/officeDocument/2006/relationships" id="297" r:id="Rb6ee33100aee490d"/>
    <p:sldId xmlns:r="http://schemas.openxmlformats.org/officeDocument/2006/relationships" id="298" r:id="R4cd9617949f0491b"/>
    <p:sldId xmlns:r="http://schemas.openxmlformats.org/officeDocument/2006/relationships" id="299" r:id="Rd7ddba34a6914986"/>
    <p:sldId xmlns:r="http://schemas.openxmlformats.org/officeDocument/2006/relationships" id="300" r:id="Rddb72aaedcb743d7"/>
    <p:sldId xmlns:r="http://schemas.openxmlformats.org/officeDocument/2006/relationships" id="301" r:id="R6fd4b19d2389496a"/>
    <p:sldId xmlns:r="http://schemas.openxmlformats.org/officeDocument/2006/relationships" id="302" r:id="Rb7b6ccc170b146c2"/>
    <p:sldId xmlns:r="http://schemas.openxmlformats.org/officeDocument/2006/relationships" id="303" r:id="R2527c27dfb064c2d"/>
    <p:sldId xmlns:r="http://schemas.openxmlformats.org/officeDocument/2006/relationships" id="304" r:id="Re04b5d3909f943ed"/>
    <p:sldId xmlns:r="http://schemas.openxmlformats.org/officeDocument/2006/relationships" id="305" r:id="R46ec0bda981c4ba1"/>
    <p:sldId xmlns:r="http://schemas.openxmlformats.org/officeDocument/2006/relationships" id="306" r:id="R41ea55c6eae84d7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e96d529b014224" /><Relationship Type="http://schemas.openxmlformats.org/officeDocument/2006/relationships/slideMaster" Target="/ppt/slideMasters/slideMaster1.xml" Id="Rd8ed39bf9a574262" /><Relationship Type="http://schemas.openxmlformats.org/officeDocument/2006/relationships/notesMaster" Target="/ppt/notesMasters/notesMaster1.xml" Id="Rcee8e6e10b3d468a" /><Relationship Type="http://schemas.openxmlformats.org/officeDocument/2006/relationships/presProps" Target="/ppt/presProps.xml" Id="R257d43b799f64c43" /><Relationship Type="http://schemas.openxmlformats.org/officeDocument/2006/relationships/tableStyles" Target="/ppt/tableStyles.xml" Id="R1ad2f0bfe8af45e0" /><Relationship Type="http://schemas.openxmlformats.org/officeDocument/2006/relationships/slide" Target="/ppt/slides/slide1.xml" Id="R97d7dc33c6f94be6" /><Relationship Type="http://schemas.openxmlformats.org/officeDocument/2006/relationships/slide" Target="/ppt/slides/slide2.xml" Id="Reefd0a40b8644132" /><Relationship Type="http://schemas.openxmlformats.org/officeDocument/2006/relationships/slide" Target="/ppt/slides/slide3.xml" Id="Rf6e9590c3d3e4174" /><Relationship Type="http://schemas.openxmlformats.org/officeDocument/2006/relationships/slide" Target="/ppt/slides/slide4.xml" Id="Rc0fdb12f5b5143b6" /><Relationship Type="http://schemas.openxmlformats.org/officeDocument/2006/relationships/slide" Target="/ppt/slides/slide5.xml" Id="Rf3b35db43a5644c0" /><Relationship Type="http://schemas.openxmlformats.org/officeDocument/2006/relationships/slide" Target="/ppt/slides/slide6.xml" Id="Rd0e1ae35d51c46cf" /><Relationship Type="http://schemas.openxmlformats.org/officeDocument/2006/relationships/slide" Target="/ppt/slides/slide7.xml" Id="Rae91bd12f9b84c80" /><Relationship Type="http://schemas.openxmlformats.org/officeDocument/2006/relationships/slide" Target="/ppt/slides/slide8.xml" Id="Ra39ad45d093d40e7" /><Relationship Type="http://schemas.openxmlformats.org/officeDocument/2006/relationships/slide" Target="/ppt/slides/slide9.xml" Id="Re9e193b01ba747b0" /><Relationship Type="http://schemas.openxmlformats.org/officeDocument/2006/relationships/slide" Target="/ppt/slides/slide10.xml" Id="R048b09d5b5d44e23" /><Relationship Type="http://schemas.openxmlformats.org/officeDocument/2006/relationships/slide" Target="/ppt/slides/slide11.xml" Id="R165f5bda32f14bb1" /><Relationship Type="http://schemas.openxmlformats.org/officeDocument/2006/relationships/slide" Target="/ppt/slides/slide12.xml" Id="R102d932eaca043ca" /><Relationship Type="http://schemas.openxmlformats.org/officeDocument/2006/relationships/slide" Target="/ppt/slides/slide13.xml" Id="R7f3d526669f5454f" /><Relationship Type="http://schemas.openxmlformats.org/officeDocument/2006/relationships/slide" Target="/ppt/slides/slide14.xml" Id="R0677729ecd1b4379" /><Relationship Type="http://schemas.openxmlformats.org/officeDocument/2006/relationships/slide" Target="/ppt/slides/slide15.xml" Id="R01c088893f9e49a3" /><Relationship Type="http://schemas.openxmlformats.org/officeDocument/2006/relationships/slide" Target="/ppt/slides/slide16.xml" Id="Raead7110aa60473e" /><Relationship Type="http://schemas.openxmlformats.org/officeDocument/2006/relationships/slide" Target="/ppt/slides/slide17.xml" Id="R0743cc1e32c64fb2" /><Relationship Type="http://schemas.openxmlformats.org/officeDocument/2006/relationships/slide" Target="/ppt/slides/slide18.xml" Id="R6488b4051c614dce" /><Relationship Type="http://schemas.openxmlformats.org/officeDocument/2006/relationships/slide" Target="/ppt/slides/slide19.xml" Id="R3fef1516299a414f" /><Relationship Type="http://schemas.openxmlformats.org/officeDocument/2006/relationships/slide" Target="/ppt/slides/slide20.xml" Id="R5efd1959726c4afe" /><Relationship Type="http://schemas.openxmlformats.org/officeDocument/2006/relationships/slide" Target="/ppt/slides/slide21.xml" Id="Ra8414d017cf2408c" /><Relationship Type="http://schemas.openxmlformats.org/officeDocument/2006/relationships/slide" Target="/ppt/slides/slide22.xml" Id="R9b88bb1481624f6a" /><Relationship Type="http://schemas.openxmlformats.org/officeDocument/2006/relationships/slide" Target="/ppt/slides/slide23.xml" Id="Reda43e16b1f74f39" /><Relationship Type="http://schemas.openxmlformats.org/officeDocument/2006/relationships/slide" Target="/ppt/slides/slide24.xml" Id="Rb0a2da445a544ca9" /><Relationship Type="http://schemas.openxmlformats.org/officeDocument/2006/relationships/slide" Target="/ppt/slides/slide25.xml" Id="R0da871bd537f484e" /><Relationship Type="http://schemas.openxmlformats.org/officeDocument/2006/relationships/slide" Target="/ppt/slides/slide26.xml" Id="R0b212aafd9234b32" /><Relationship Type="http://schemas.openxmlformats.org/officeDocument/2006/relationships/slide" Target="/ppt/slides/slide27.xml" Id="Rbe6515f270854067" /><Relationship Type="http://schemas.openxmlformats.org/officeDocument/2006/relationships/slide" Target="/ppt/slides/slide28.xml" Id="R63650ea80cdf4334" /><Relationship Type="http://schemas.openxmlformats.org/officeDocument/2006/relationships/slide" Target="/ppt/slides/slide29.xml" Id="Rdf8c167d07364be1" /><Relationship Type="http://schemas.openxmlformats.org/officeDocument/2006/relationships/slide" Target="/ppt/slides/slide30.xml" Id="R4873c669d2af4309" /><Relationship Type="http://schemas.openxmlformats.org/officeDocument/2006/relationships/slide" Target="/ppt/slides/slide31.xml" Id="Rd0b4bd4ed1944bb1" /><Relationship Type="http://schemas.openxmlformats.org/officeDocument/2006/relationships/slide" Target="/ppt/slides/slide32.xml" Id="Re2ea8be445294c99" /><Relationship Type="http://schemas.openxmlformats.org/officeDocument/2006/relationships/slide" Target="/ppt/slides/slide33.xml" Id="Ra9376b8c19d14a22" /><Relationship Type="http://schemas.openxmlformats.org/officeDocument/2006/relationships/slide" Target="/ppt/slides/slide34.xml" Id="Rb40b24623f8f4adf" /><Relationship Type="http://schemas.openxmlformats.org/officeDocument/2006/relationships/slide" Target="/ppt/slides/slide35.xml" Id="R92d941ebe2424c02" /><Relationship Type="http://schemas.openxmlformats.org/officeDocument/2006/relationships/slide" Target="/ppt/slides/slide36.xml" Id="Rdd7dfe8c96db4110" /><Relationship Type="http://schemas.openxmlformats.org/officeDocument/2006/relationships/slide" Target="/ppt/slides/slide37.xml" Id="Rddd3185090c04b12" /><Relationship Type="http://schemas.openxmlformats.org/officeDocument/2006/relationships/slide" Target="/ppt/slides/slide38.xml" Id="R064de0340688467f" /><Relationship Type="http://schemas.openxmlformats.org/officeDocument/2006/relationships/slide" Target="/ppt/slides/slide39.xml" Id="R068823eb016143dd" /><Relationship Type="http://schemas.openxmlformats.org/officeDocument/2006/relationships/slide" Target="/ppt/slides/slide40.xml" Id="Rb3862cba54ed4f7f" /><Relationship Type="http://schemas.openxmlformats.org/officeDocument/2006/relationships/slide" Target="/ppt/slides/slide41.xml" Id="R9da8e043d9404895" /><Relationship Type="http://schemas.openxmlformats.org/officeDocument/2006/relationships/slide" Target="/ppt/slides/slide42.xml" Id="Rb6ee33100aee490d" /><Relationship Type="http://schemas.openxmlformats.org/officeDocument/2006/relationships/slide" Target="/ppt/slides/slide43.xml" Id="R4cd9617949f0491b" /><Relationship Type="http://schemas.openxmlformats.org/officeDocument/2006/relationships/slide" Target="/ppt/slides/slide44.xml" Id="Rd7ddba34a6914986" /><Relationship Type="http://schemas.openxmlformats.org/officeDocument/2006/relationships/slide" Target="/ppt/slides/slide45.xml" Id="Rddb72aaedcb743d7" /><Relationship Type="http://schemas.openxmlformats.org/officeDocument/2006/relationships/slide" Target="/ppt/slides/slide46.xml" Id="R6fd4b19d2389496a" /><Relationship Type="http://schemas.openxmlformats.org/officeDocument/2006/relationships/slide" Target="/ppt/slides/slide47.xml" Id="Rb7b6ccc170b146c2" /><Relationship Type="http://schemas.openxmlformats.org/officeDocument/2006/relationships/slide" Target="/ppt/slides/slide48.xml" Id="R2527c27dfb064c2d" /><Relationship Type="http://schemas.openxmlformats.org/officeDocument/2006/relationships/slide" Target="/ppt/slides/slide49.xml" Id="Re04b5d3909f943ed" /><Relationship Type="http://schemas.openxmlformats.org/officeDocument/2006/relationships/slide" Target="/ppt/slides/slide50.xml" Id="R46ec0bda981c4ba1" /><Relationship Type="http://schemas.openxmlformats.org/officeDocument/2006/relationships/slide" Target="/ppt/slides/slide51.xml" Id="R41ea55c6eae84d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383c419d9e4e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f5e6d928264b03" /><Relationship Type="http://schemas.openxmlformats.org/officeDocument/2006/relationships/notesMaster" Target="/ppt/notesMasters/notesMaster1.xml" Id="R38aee92dbe6b41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1c505902ef48da" /><Relationship Type="http://schemas.openxmlformats.org/officeDocument/2006/relationships/notesMaster" Target="/ppt/notesMasters/notesMaster1.xml" Id="R9adf3b590bbf45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bb8c0ec31a47c7" /><Relationship Type="http://schemas.openxmlformats.org/officeDocument/2006/relationships/notesMaster" Target="/ppt/notesMasters/notesMaster1.xml" Id="R0fd4a2af935549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578f683a8d4272" /><Relationship Type="http://schemas.openxmlformats.org/officeDocument/2006/relationships/notesMaster" Target="/ppt/notesMasters/notesMaster1.xml" Id="R33503a9745d343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1e6ec206dd46e3" /><Relationship Type="http://schemas.openxmlformats.org/officeDocument/2006/relationships/notesMaster" Target="/ppt/notesMasters/notesMaster1.xml" Id="Rcb101b18c4964e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5cf967601a4188" /><Relationship Type="http://schemas.openxmlformats.org/officeDocument/2006/relationships/notesMaster" Target="/ppt/notesMasters/notesMaster1.xml" Id="R14c5f4e8a99444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5aec62ffca4820" /><Relationship Type="http://schemas.openxmlformats.org/officeDocument/2006/relationships/notesMaster" Target="/ppt/notesMasters/notesMaster1.xml" Id="R04b34aeb2fe24a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69ce7972234fa9" /><Relationship Type="http://schemas.openxmlformats.org/officeDocument/2006/relationships/notesMaster" Target="/ppt/notesMasters/notesMaster1.xml" Id="R3fbed040e77d41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0a399c8ced49fd" /><Relationship Type="http://schemas.openxmlformats.org/officeDocument/2006/relationships/notesMaster" Target="/ppt/notesMasters/notesMaster1.xml" Id="R17af1a5c3ebd45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a1f0c54d3d4674" /><Relationship Type="http://schemas.openxmlformats.org/officeDocument/2006/relationships/notesMaster" Target="/ppt/notesMasters/notesMaster1.xml" Id="R5ff07eb884d943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961c0cd05141bd" /><Relationship Type="http://schemas.openxmlformats.org/officeDocument/2006/relationships/notesMaster" Target="/ppt/notesMasters/notesMaster1.xml" Id="Rfb9b8c7606174b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0601fb0a8c4d0f" /><Relationship Type="http://schemas.openxmlformats.org/officeDocument/2006/relationships/notesMaster" Target="/ppt/notesMasters/notesMaster1.xml" Id="R7f4c69e4256e4d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4ce03c37ec45aa" /><Relationship Type="http://schemas.openxmlformats.org/officeDocument/2006/relationships/notesMaster" Target="/ppt/notesMasters/notesMaster1.xml" Id="R19332a619e0645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282f6c9f874947" /><Relationship Type="http://schemas.openxmlformats.org/officeDocument/2006/relationships/notesMaster" Target="/ppt/notesMasters/notesMaster1.xml" Id="Rca587d069a5641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2bcc665380492d" /><Relationship Type="http://schemas.openxmlformats.org/officeDocument/2006/relationships/notesMaster" Target="/ppt/notesMasters/notesMaster1.xml" Id="R43ed3db3487a48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a8e6ee9d6e4e20" /><Relationship Type="http://schemas.openxmlformats.org/officeDocument/2006/relationships/notesMaster" Target="/ppt/notesMasters/notesMaster1.xml" Id="R6698a0d2808744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f8bb2aca064c72" /><Relationship Type="http://schemas.openxmlformats.org/officeDocument/2006/relationships/notesMaster" Target="/ppt/notesMasters/notesMaster1.xml" Id="Re9279cf97f9e47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53501455004880" /><Relationship Type="http://schemas.openxmlformats.org/officeDocument/2006/relationships/notesMaster" Target="/ppt/notesMasters/notesMaster1.xml" Id="R1bbb4dd4debb46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3340c726f149ab" /><Relationship Type="http://schemas.openxmlformats.org/officeDocument/2006/relationships/notesMaster" Target="/ppt/notesMasters/notesMaster1.xml" Id="Raec3f0d3def74f2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5c15f6e5c84680" /><Relationship Type="http://schemas.openxmlformats.org/officeDocument/2006/relationships/notesMaster" Target="/ppt/notesMasters/notesMaster1.xml" Id="Ra3144c3258144e5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df93488a8e0416d" /><Relationship Type="http://schemas.openxmlformats.org/officeDocument/2006/relationships/notesMaster" Target="/ppt/notesMasters/notesMaster1.xml" Id="Rf49f6bb28d034a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fe36e5c6194e15" /><Relationship Type="http://schemas.openxmlformats.org/officeDocument/2006/relationships/notesMaster" Target="/ppt/notesMasters/notesMaster1.xml" Id="Rf45ab44643ef44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9df61b3ff84dee" /><Relationship Type="http://schemas.openxmlformats.org/officeDocument/2006/relationships/notesMaster" Target="/ppt/notesMasters/notesMaster1.xml" Id="Re887748714ff46a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34f65790f14b3b" /><Relationship Type="http://schemas.openxmlformats.org/officeDocument/2006/relationships/notesMaster" Target="/ppt/notesMasters/notesMaster1.xml" Id="Rfadade9018f340b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882dcbb6ae74c9d" /><Relationship Type="http://schemas.openxmlformats.org/officeDocument/2006/relationships/notesMaster" Target="/ppt/notesMasters/notesMaster1.xml" Id="R6c0e3087cb024d9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5bf58f33ca64930" /><Relationship Type="http://schemas.openxmlformats.org/officeDocument/2006/relationships/notesMaster" Target="/ppt/notesMasters/notesMaster1.xml" Id="R8b17dcf6dddf4fc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c1f142a6b04421" /><Relationship Type="http://schemas.openxmlformats.org/officeDocument/2006/relationships/notesMaster" Target="/ppt/notesMasters/notesMaster1.xml" Id="R7f2ddaf10f4047e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1ace8add0345b0" /><Relationship Type="http://schemas.openxmlformats.org/officeDocument/2006/relationships/notesMaster" Target="/ppt/notesMasters/notesMaster1.xml" Id="Rc96f35551bee489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d2458ccdfb4465e" /><Relationship Type="http://schemas.openxmlformats.org/officeDocument/2006/relationships/notesMaster" Target="/ppt/notesMasters/notesMaster1.xml" Id="R0c11a9ddc1cc45e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6df74955f0a47e7" /><Relationship Type="http://schemas.openxmlformats.org/officeDocument/2006/relationships/notesMaster" Target="/ppt/notesMasters/notesMaster1.xml" Id="Rfcaf7580a47e481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d44df95aeed44aa" /><Relationship Type="http://schemas.openxmlformats.org/officeDocument/2006/relationships/notesMaster" Target="/ppt/notesMasters/notesMaster1.xml" Id="R7dbbf4ca59ca4d4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ca6ad0a9564864" /><Relationship Type="http://schemas.openxmlformats.org/officeDocument/2006/relationships/notesMaster" Target="/ppt/notesMasters/notesMaster1.xml" Id="R33d5ecf7fbcf4d5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e56028fa24442a6" /><Relationship Type="http://schemas.openxmlformats.org/officeDocument/2006/relationships/notesMaster" Target="/ppt/notesMasters/notesMaster1.xml" Id="R1b130bf96b8b460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769144cf4b94daf" /><Relationship Type="http://schemas.openxmlformats.org/officeDocument/2006/relationships/notesMaster" Target="/ppt/notesMasters/notesMaster1.xml" Id="Rdac3aadd3cf34b5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9bff63bf414f66" /><Relationship Type="http://schemas.openxmlformats.org/officeDocument/2006/relationships/notesMaster" Target="/ppt/notesMasters/notesMaster1.xml" Id="R5a182599903b42e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3d37d015f6e45f1" /><Relationship Type="http://schemas.openxmlformats.org/officeDocument/2006/relationships/notesMaster" Target="/ppt/notesMasters/notesMaster1.xml" Id="Rcc24b906dfd8459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51f84b562d84bdb" /><Relationship Type="http://schemas.openxmlformats.org/officeDocument/2006/relationships/notesMaster" Target="/ppt/notesMasters/notesMaster1.xml" Id="R880c0b2a3c9d48e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992e1bd4a1b4a22" /><Relationship Type="http://schemas.openxmlformats.org/officeDocument/2006/relationships/notesMaster" Target="/ppt/notesMasters/notesMaster1.xml" Id="R70f29c8cb21f499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a81823092db4d97" /><Relationship Type="http://schemas.openxmlformats.org/officeDocument/2006/relationships/notesMaster" Target="/ppt/notesMasters/notesMaster1.xml" Id="R56ce9d0c6910424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2a7eb5e47fa4afb" /><Relationship Type="http://schemas.openxmlformats.org/officeDocument/2006/relationships/notesMaster" Target="/ppt/notesMasters/notesMaster1.xml" Id="Rf63a04363223405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0a1473ecdd143b3" /><Relationship Type="http://schemas.openxmlformats.org/officeDocument/2006/relationships/notesMaster" Target="/ppt/notesMasters/notesMaster1.xml" Id="Re9e4c5a7ae7942d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6104c835d814da0" /><Relationship Type="http://schemas.openxmlformats.org/officeDocument/2006/relationships/notesMaster" Target="/ppt/notesMasters/notesMaster1.xml" Id="R5566f73b7bf0456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1837f370bb148f2" /><Relationship Type="http://schemas.openxmlformats.org/officeDocument/2006/relationships/notesMaster" Target="/ppt/notesMasters/notesMaster1.xml" Id="R28ebdfe0be25467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bc37163129c4de3" /><Relationship Type="http://schemas.openxmlformats.org/officeDocument/2006/relationships/notesMaster" Target="/ppt/notesMasters/notesMaster1.xml" Id="R3ebda39aea1a44b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606e4920e7c4be8" /><Relationship Type="http://schemas.openxmlformats.org/officeDocument/2006/relationships/notesMaster" Target="/ppt/notesMasters/notesMaster1.xml" Id="R4b8f653eddad419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f2d3bc371b14465" /><Relationship Type="http://schemas.openxmlformats.org/officeDocument/2006/relationships/notesMaster" Target="/ppt/notesMasters/notesMaster1.xml" Id="R42831c455fbe413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ee662e21e494983" /><Relationship Type="http://schemas.openxmlformats.org/officeDocument/2006/relationships/notesMaster" Target="/ppt/notesMasters/notesMaster1.xml" Id="Rab985e6e87df4fa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e8eec8c297f4086" /><Relationship Type="http://schemas.openxmlformats.org/officeDocument/2006/relationships/notesMaster" Target="/ppt/notesMasters/notesMaster1.xml" Id="R0349cd0667d24c7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7da8ccc069b40b7" /><Relationship Type="http://schemas.openxmlformats.org/officeDocument/2006/relationships/notesMaster" Target="/ppt/notesMasters/notesMaster1.xml" Id="Ree7d643076c64e3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05c7ee994b647d8" /><Relationship Type="http://schemas.openxmlformats.org/officeDocument/2006/relationships/notesMaster" Target="/ppt/notesMasters/notesMaster1.xml" Id="Rd29822e1d2064ed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da7985262574601" /><Relationship Type="http://schemas.openxmlformats.org/officeDocument/2006/relationships/notesMaster" Target="/ppt/notesMasters/notesMaster1.xml" Id="R97924062a0774f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7e5036c2af4a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52d335ec994e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4e6e4450834d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73ac1062ad4c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c83bd729034d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5f75407fb749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B6889-856E-4CB5-ADF2-2ADB853599E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968FDA-39DB-4E06-B322-DA58BDAE9C8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7D2E9D-74B0-4C1C-8BA6-1DE08F9BA27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404F9F-F11A-4788-8490-933664BAA3E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52A1C9-1189-49AA-BBDE-DF69D9C908EC}"/>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30CEAA-0465-4164-BEA8-B2E965AFE28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725B7B-3CD5-4B4B-8941-F063003F658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3C42C2-3FD3-4F5A-A46E-A1491CE905E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16F2E9-89A1-4FEB-AC12-62CFC1EF318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7BF9B1-BB11-4C1F-BDFC-BBDF328E394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c72ca604ad4a46" /><Relationship Type="http://schemas.openxmlformats.org/officeDocument/2006/relationships/slideLayout" Target="/ppt/slideLayouts/slideLayout1.xml" Id="R0707c15a51f645c4" /><Relationship Type="http://schemas.openxmlformats.org/officeDocument/2006/relationships/slideLayout" Target="/ppt/slideLayouts/slideLayout2.xml" Id="R50e44177e3c94dbc" /><Relationship Type="http://schemas.openxmlformats.org/officeDocument/2006/relationships/slideLayout" Target="/ppt/slideLayouts/slideLayout3.xml" Id="R54e33c8b508b47ad" /><Relationship Type="http://schemas.openxmlformats.org/officeDocument/2006/relationships/slideLayout" Target="/ppt/slideLayouts/slideLayout4.xml" Id="R31f84dd150694a32" /><Relationship Type="http://schemas.openxmlformats.org/officeDocument/2006/relationships/slideLayout" Target="/ppt/slideLayouts/slideLayout5.xml" Id="R9273f009f2c84c0d" /><Relationship Type="http://schemas.openxmlformats.org/officeDocument/2006/relationships/slideLayout" Target="/ppt/slideLayouts/slideLayout6.xml" Id="Rac458269b5f94b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07c15a51f645c4"/>
    <p:sldLayoutId xmlns:r="http://schemas.openxmlformats.org/officeDocument/2006/relationships" id="2147483650" r:id="R50e44177e3c94dbc"/>
    <p:sldLayoutId xmlns:r="http://schemas.openxmlformats.org/officeDocument/2006/relationships" id="2147483651" r:id="R54e33c8b508b47ad"/>
    <p:sldLayoutId xmlns:r="http://schemas.openxmlformats.org/officeDocument/2006/relationships" id="2147483652" r:id="R31f84dd150694a32"/>
    <p:sldLayoutId xmlns:r="http://schemas.openxmlformats.org/officeDocument/2006/relationships" id="2147483653" r:id="R9273f009f2c84c0d"/>
    <p:sldLayoutId xmlns:r="http://schemas.openxmlformats.org/officeDocument/2006/relationships" id="2147483654" r:id="Rac458269b5f94b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66a217129e454e" /><Relationship Type="http://schemas.openxmlformats.org/officeDocument/2006/relationships/image" Target="/ppt/media/image.png" Id="Rf0c485c5fa4c43a2" /><Relationship Type="http://schemas.openxmlformats.org/officeDocument/2006/relationships/image" Target="/ppt/media/image2.png" Id="R65a345d5ea544376" /><Relationship Type="http://schemas.openxmlformats.org/officeDocument/2006/relationships/image" Target="/ppt/media/image3.png" Id="R26eeb8a6eed54360" /><Relationship Type="http://schemas.openxmlformats.org/officeDocument/2006/relationships/notesSlide" Target="/ppt/notesSlides/notesSlide1.xml" Id="R994628a3e85a47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a90342bf6d4e36" /><Relationship Type="http://schemas.openxmlformats.org/officeDocument/2006/relationships/image" Target="/ppt/media/image4.png" Id="R70f222b485c748b0" /><Relationship Type="http://schemas.openxmlformats.org/officeDocument/2006/relationships/image" Target="/ppt/media/image5.png" Id="R96bb5688fa5e4eb9" /><Relationship Type="http://schemas.openxmlformats.org/officeDocument/2006/relationships/image" Target="/ppt/media/image6.png" Id="R7db4c2dd91494966" /><Relationship Type="http://schemas.openxmlformats.org/officeDocument/2006/relationships/notesSlide" Target="/ppt/notesSlides/notesSlide2.xml" Id="R50974753b7f54f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7ff89af1374bf7" /><Relationship Type="http://schemas.openxmlformats.org/officeDocument/2006/relationships/image" Target="/ppt/media/image7.png" Id="R26a7bc03c36f4687" /><Relationship Type="http://schemas.openxmlformats.org/officeDocument/2006/relationships/notesSlide" Target="/ppt/notesSlides/notesSlide3.xml" Id="Rcf8bf29636a747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7d2e6c75c740de" /><Relationship Type="http://schemas.openxmlformats.org/officeDocument/2006/relationships/image" Target="/ppt/media/image8.png" Id="R11a786912e404b5e" /><Relationship Type="http://schemas.openxmlformats.org/officeDocument/2006/relationships/image" Target="/ppt/media/image9.png" Id="Rf5e7e9ccd1b64f56" /><Relationship Type="http://schemas.openxmlformats.org/officeDocument/2006/relationships/notesSlide" Target="/ppt/notesSlides/notesSlide4.xml" Id="R1a77f90c9f9c49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e9ee7bd4cc42fb" /><Relationship Type="http://schemas.openxmlformats.org/officeDocument/2006/relationships/image" Target="/ppt/media/image10.png" Id="R2b83a20f231a4889" /><Relationship Type="http://schemas.openxmlformats.org/officeDocument/2006/relationships/image" Target="/ppt/media/image11.png" Id="R49ce50ed143544b9" /><Relationship Type="http://schemas.openxmlformats.org/officeDocument/2006/relationships/notesSlide" Target="/ppt/notesSlides/notesSlide5.xml" Id="R413165beac5a43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59199b11d94b72" /><Relationship Type="http://schemas.openxmlformats.org/officeDocument/2006/relationships/image" Target="/ppt/media/image12.png" Id="R2b017bb6cc3e4660" /><Relationship Type="http://schemas.openxmlformats.org/officeDocument/2006/relationships/image" Target="/ppt/media/image13.png" Id="R2257607732d9442d" /><Relationship Type="http://schemas.openxmlformats.org/officeDocument/2006/relationships/notesSlide" Target="/ppt/notesSlides/notesSlide6.xml" Id="Re1ef8067591043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b7b4dfcac24af8" /><Relationship Type="http://schemas.openxmlformats.org/officeDocument/2006/relationships/image" Target="/ppt/media/image14.png" Id="R9aa270d3880943b1" /><Relationship Type="http://schemas.openxmlformats.org/officeDocument/2006/relationships/image" Target="/ppt/media/image15.png" Id="R03f92abe59fa4a1f" /><Relationship Type="http://schemas.openxmlformats.org/officeDocument/2006/relationships/image" Target="/ppt/media/image16.png" Id="R05bb13aded8b4ebe" /><Relationship Type="http://schemas.openxmlformats.org/officeDocument/2006/relationships/image" Target="/ppt/media/image17.png" Id="R2fae29008a164a0b" /><Relationship Type="http://schemas.openxmlformats.org/officeDocument/2006/relationships/notesSlide" Target="/ppt/notesSlides/notesSlide7.xml" Id="R2b6bcdfc537446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5855f34fbb4352" /><Relationship Type="http://schemas.openxmlformats.org/officeDocument/2006/relationships/image" Target="/ppt/media/image18.png" Id="R57fda72ac6984697" /><Relationship Type="http://schemas.openxmlformats.org/officeDocument/2006/relationships/image" Target="/ppt/media/image19.png" Id="R711b13074d7e4bb8" /><Relationship Type="http://schemas.openxmlformats.org/officeDocument/2006/relationships/image" Target="/ppt/media/image20.png" Id="R4565a402e5ee41b4" /><Relationship Type="http://schemas.openxmlformats.org/officeDocument/2006/relationships/image" Target="/ppt/media/image21.png" Id="R0f0a3e96c7884c5a" /><Relationship Type="http://schemas.openxmlformats.org/officeDocument/2006/relationships/notesSlide" Target="/ppt/notesSlides/notesSlide8.xml" Id="R156d4a15dfb748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3febc89633049fe" /><Relationship Type="http://schemas.openxmlformats.org/officeDocument/2006/relationships/image" Target="/ppt/media/image22.png" Id="R1ef64d57f6314ae0" /><Relationship Type="http://schemas.openxmlformats.org/officeDocument/2006/relationships/image" Target="/ppt/media/image23.png" Id="R33d8694923e84a20" /><Relationship Type="http://schemas.openxmlformats.org/officeDocument/2006/relationships/notesSlide" Target="/ppt/notesSlides/notesSlide9.xml" Id="R7c3fd38f99a649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5557b712304095" /><Relationship Type="http://schemas.openxmlformats.org/officeDocument/2006/relationships/image" Target="/ppt/media/image24.png" Id="R153829090dba422c" /><Relationship Type="http://schemas.openxmlformats.org/officeDocument/2006/relationships/image" Target="/ppt/media/image25.png" Id="R340108b1569242c6" /><Relationship Type="http://schemas.openxmlformats.org/officeDocument/2006/relationships/image" Target="/ppt/media/image26.png" Id="R825f86f57a184347" /><Relationship Type="http://schemas.openxmlformats.org/officeDocument/2006/relationships/image" Target="/ppt/media/image27.png" Id="Rbc517ff770964be8" /><Relationship Type="http://schemas.openxmlformats.org/officeDocument/2006/relationships/image" Target="/ppt/media/image28.png" Id="R2cede8ad44794b6e" /><Relationship Type="http://schemas.openxmlformats.org/officeDocument/2006/relationships/notesSlide" Target="/ppt/notesSlides/notesSlide10.xml" Id="Rde773d9ad8804b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906c02f7f624a08" /><Relationship Type="http://schemas.openxmlformats.org/officeDocument/2006/relationships/image" Target="/ppt/media/image29.png" Id="R16ec8dce2fb84d6a" /><Relationship Type="http://schemas.openxmlformats.org/officeDocument/2006/relationships/image" Target="/ppt/media/image30.png" Id="R14c59a5e343a4385" /><Relationship Type="http://schemas.openxmlformats.org/officeDocument/2006/relationships/image" Target="/ppt/media/image31.png" Id="Race228b90bc24399" /><Relationship Type="http://schemas.openxmlformats.org/officeDocument/2006/relationships/notesSlide" Target="/ppt/notesSlides/notesSlide11.xml" Id="R7b852182084548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a83885d041849e5" /><Relationship Type="http://schemas.openxmlformats.org/officeDocument/2006/relationships/image" Target="/ppt/media/image32.png" Id="Rf50465018cae41c1" /><Relationship Type="http://schemas.openxmlformats.org/officeDocument/2006/relationships/image" Target="/ppt/media/image33.png" Id="R2f5a5cef78e74426" /><Relationship Type="http://schemas.openxmlformats.org/officeDocument/2006/relationships/image" Target="/ppt/media/image34.png" Id="Rc7189085e7744f0b" /><Relationship Type="http://schemas.openxmlformats.org/officeDocument/2006/relationships/notesSlide" Target="/ppt/notesSlides/notesSlide12.xml" Id="Ra4fd4e1bbf934a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7f76f0a51a4347" /><Relationship Type="http://schemas.openxmlformats.org/officeDocument/2006/relationships/image" Target="/ppt/media/image35.png" Id="R8eae94f5d5db42d8" /><Relationship Type="http://schemas.openxmlformats.org/officeDocument/2006/relationships/notesSlide" Target="/ppt/notesSlides/notesSlide13.xml" Id="R88af70fe843f4b4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21278a54d6b480f" /><Relationship Type="http://schemas.openxmlformats.org/officeDocument/2006/relationships/image" Target="/ppt/media/image36.png" Id="R2acb8f3acd2d4e7d" /><Relationship Type="http://schemas.openxmlformats.org/officeDocument/2006/relationships/image" Target="/ppt/media/image37.png" Id="Rbe721b7d73754dcd" /><Relationship Type="http://schemas.openxmlformats.org/officeDocument/2006/relationships/notesSlide" Target="/ppt/notesSlides/notesSlide14.xml" Id="R305670693ddf41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efc88032ce34885" /><Relationship Type="http://schemas.openxmlformats.org/officeDocument/2006/relationships/image" Target="/ppt/media/image38.png" Id="R5be7dc69b4cd4f50" /><Relationship Type="http://schemas.openxmlformats.org/officeDocument/2006/relationships/image" Target="/ppt/media/image39.png" Id="R67c625d2277f433b" /><Relationship Type="http://schemas.openxmlformats.org/officeDocument/2006/relationships/image" Target="/ppt/media/image40.png" Id="R79de53d3bcc04fa9" /><Relationship Type="http://schemas.openxmlformats.org/officeDocument/2006/relationships/notesSlide" Target="/ppt/notesSlides/notesSlide15.xml" Id="Rebec847f773a46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41a8b2bd4924ea1" /><Relationship Type="http://schemas.openxmlformats.org/officeDocument/2006/relationships/image" Target="/ppt/media/image41.png" Id="R34de981244984e18" /><Relationship Type="http://schemas.openxmlformats.org/officeDocument/2006/relationships/image" Target="/ppt/media/image42.png" Id="R76346dd32fc04603" /><Relationship Type="http://schemas.openxmlformats.org/officeDocument/2006/relationships/image" Target="/ppt/media/image43.png" Id="R340c8bd2d8dc48f0" /><Relationship Type="http://schemas.openxmlformats.org/officeDocument/2006/relationships/image" Target="/ppt/media/image44.png" Id="Ra7b4c2bf264b42e4" /><Relationship Type="http://schemas.openxmlformats.org/officeDocument/2006/relationships/notesSlide" Target="/ppt/notesSlides/notesSlide16.xml" Id="Rb3f6a51e89a544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dcded483924616" /><Relationship Type="http://schemas.openxmlformats.org/officeDocument/2006/relationships/image" Target="/ppt/media/image45.png" Id="R6231b97568714482" /><Relationship Type="http://schemas.openxmlformats.org/officeDocument/2006/relationships/image" Target="/ppt/media/image46.png" Id="Ra4854195e84f4de0" /><Relationship Type="http://schemas.openxmlformats.org/officeDocument/2006/relationships/image" Target="/ppt/media/image47.png" Id="Rb142c79afe134048" /><Relationship Type="http://schemas.openxmlformats.org/officeDocument/2006/relationships/notesSlide" Target="/ppt/notesSlides/notesSlide17.xml" Id="R0b1e78c293f040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025f9643fa44cfc" /><Relationship Type="http://schemas.openxmlformats.org/officeDocument/2006/relationships/image" Target="/ppt/media/image48.png" Id="Raed754abda894fe4" /><Relationship Type="http://schemas.openxmlformats.org/officeDocument/2006/relationships/image" Target="/ppt/media/image49.png" Id="R29f09ff413324fc7" /><Relationship Type="http://schemas.openxmlformats.org/officeDocument/2006/relationships/image" Target="/ppt/media/image50.png" Id="R43039bd36d3646be" /><Relationship Type="http://schemas.openxmlformats.org/officeDocument/2006/relationships/image" Target="/ppt/media/image51.png" Id="Rc1f0c8fcfa284fd8" /><Relationship Type="http://schemas.openxmlformats.org/officeDocument/2006/relationships/notesSlide" Target="/ppt/notesSlides/notesSlide18.xml" Id="Rc44d6e72a3e9477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c0bbf08925b4e82" /><Relationship Type="http://schemas.openxmlformats.org/officeDocument/2006/relationships/image" Target="/ppt/media/image52.png" Id="R21f8e6beef3846f2" /><Relationship Type="http://schemas.openxmlformats.org/officeDocument/2006/relationships/image" Target="/ppt/media/image53.png" Id="Rf47db95d42384596" /><Relationship Type="http://schemas.openxmlformats.org/officeDocument/2006/relationships/image" Target="/ppt/media/image54.png" Id="R811608ccd45f4307" /><Relationship Type="http://schemas.openxmlformats.org/officeDocument/2006/relationships/notesSlide" Target="/ppt/notesSlides/notesSlide19.xml" Id="R25322185e74b4b1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6f2c9d98c5b4d4f" /><Relationship Type="http://schemas.openxmlformats.org/officeDocument/2006/relationships/image" Target="/ppt/media/image55.png" Id="Rf5f449e48b994fbe" /><Relationship Type="http://schemas.openxmlformats.org/officeDocument/2006/relationships/image" Target="/ppt/media/image56.png" Id="Rc9814dc45bad483e" /><Relationship Type="http://schemas.openxmlformats.org/officeDocument/2006/relationships/image" Target="/ppt/media/image57.png" Id="Rd429a520e90444e3" /><Relationship Type="http://schemas.openxmlformats.org/officeDocument/2006/relationships/image" Target="/ppt/media/image58.png" Id="R27b1635f768b4765" /><Relationship Type="http://schemas.openxmlformats.org/officeDocument/2006/relationships/notesSlide" Target="/ppt/notesSlides/notesSlide20.xml" Id="Ra4c77b2c063945f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7ae12cc9bc6405a" /><Relationship Type="http://schemas.openxmlformats.org/officeDocument/2006/relationships/image" Target="/ppt/media/image59.png" Id="R8bc176c9da364eb6" /><Relationship Type="http://schemas.openxmlformats.org/officeDocument/2006/relationships/notesSlide" Target="/ppt/notesSlides/notesSlide21.xml" Id="R8b34847c361b41b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02ae52fc3ee4590" /><Relationship Type="http://schemas.openxmlformats.org/officeDocument/2006/relationships/image" Target="/ppt/media/image60.png" Id="R5fe16f17f92d45dc" /><Relationship Type="http://schemas.openxmlformats.org/officeDocument/2006/relationships/image" Target="/ppt/media/image61.png" Id="R49ff247cdf2140ad" /><Relationship Type="http://schemas.openxmlformats.org/officeDocument/2006/relationships/image" Target="/ppt/media/image62.png" Id="Rf84c466ac37f4ec4" /><Relationship Type="http://schemas.openxmlformats.org/officeDocument/2006/relationships/notesSlide" Target="/ppt/notesSlides/notesSlide22.xml" Id="Ra4401b6a8b7a44d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9533c48d3154dcf" /><Relationship Type="http://schemas.openxmlformats.org/officeDocument/2006/relationships/image" Target="/ppt/media/image63.png" Id="R4d4be0812ac04591" /><Relationship Type="http://schemas.openxmlformats.org/officeDocument/2006/relationships/image" Target="/ppt/media/image64.png" Id="Re5a65396e6e34497" /><Relationship Type="http://schemas.openxmlformats.org/officeDocument/2006/relationships/image" Target="/ppt/media/image65.png" Id="R6a1d9a82162d44f1" /><Relationship Type="http://schemas.openxmlformats.org/officeDocument/2006/relationships/image" Target="/ppt/media/image66.png" Id="R2b6c9f328b0c402d" /><Relationship Type="http://schemas.openxmlformats.org/officeDocument/2006/relationships/notesSlide" Target="/ppt/notesSlides/notesSlide23.xml" Id="R64664b7de9f2436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f07fdf726604cc2" /><Relationship Type="http://schemas.openxmlformats.org/officeDocument/2006/relationships/image" Target="/ppt/media/image67.png" Id="R8ff585fcf105412a" /><Relationship Type="http://schemas.openxmlformats.org/officeDocument/2006/relationships/image" Target="/ppt/media/image68.png" Id="R2ecea4e106074728" /><Relationship Type="http://schemas.openxmlformats.org/officeDocument/2006/relationships/image" Target="/ppt/media/image69.png" Id="Rba4452b30ec640de" /><Relationship Type="http://schemas.openxmlformats.org/officeDocument/2006/relationships/notesSlide" Target="/ppt/notesSlides/notesSlide24.xml" Id="Ra5fa643e6898460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dd0fd8c97734e2a" /><Relationship Type="http://schemas.openxmlformats.org/officeDocument/2006/relationships/image" Target="/ppt/media/image70.png" Id="Rf6f95248e877411b" /><Relationship Type="http://schemas.openxmlformats.org/officeDocument/2006/relationships/image" Target="/ppt/media/image71.png" Id="R7aa53baf2a32407f" /><Relationship Type="http://schemas.openxmlformats.org/officeDocument/2006/relationships/notesSlide" Target="/ppt/notesSlides/notesSlide25.xml" Id="Rb36998ae8255435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2425456e1ec418d" /><Relationship Type="http://schemas.openxmlformats.org/officeDocument/2006/relationships/image" Target="/ppt/media/image72.png" Id="R0814138908bd48d0" /><Relationship Type="http://schemas.openxmlformats.org/officeDocument/2006/relationships/image" Target="/ppt/media/image73.png" Id="R86d14b0715f54bc0" /><Relationship Type="http://schemas.openxmlformats.org/officeDocument/2006/relationships/notesSlide" Target="/ppt/notesSlides/notesSlide26.xml" Id="R91a23e0ffe2841f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dd9a71e0538486b" /><Relationship Type="http://schemas.openxmlformats.org/officeDocument/2006/relationships/image" Target="/ppt/media/image74.png" Id="R6605d62630fe47ec" /><Relationship Type="http://schemas.openxmlformats.org/officeDocument/2006/relationships/image" Target="/ppt/media/image75.png" Id="R161f765954ab4995" /><Relationship Type="http://schemas.openxmlformats.org/officeDocument/2006/relationships/notesSlide" Target="/ppt/notesSlides/notesSlide27.xml" Id="R9b390aa784fa4a4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405962c8e624279" /><Relationship Type="http://schemas.openxmlformats.org/officeDocument/2006/relationships/image" Target="/ppt/media/image76.png" Id="R024428549aa04787" /><Relationship Type="http://schemas.openxmlformats.org/officeDocument/2006/relationships/notesSlide" Target="/ppt/notesSlides/notesSlide28.xml" Id="Rf0cc8b44c69442e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82dd9c7c0a74014" /><Relationship Type="http://schemas.openxmlformats.org/officeDocument/2006/relationships/image" Target="/ppt/media/image77.png" Id="Rebf08d8da83f4eac" /><Relationship Type="http://schemas.openxmlformats.org/officeDocument/2006/relationships/notesSlide" Target="/ppt/notesSlides/notesSlide29.xml" Id="R0cbb467ff7044b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d0813ddf6ab4729" /><Relationship Type="http://schemas.openxmlformats.org/officeDocument/2006/relationships/image" Target="/ppt/media/image78.png" Id="Ra632f120d94d4c45" /><Relationship Type="http://schemas.openxmlformats.org/officeDocument/2006/relationships/notesSlide" Target="/ppt/notesSlides/notesSlide30.xml" Id="Rf63e3d7640f7476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45c5df587514ea1" /><Relationship Type="http://schemas.openxmlformats.org/officeDocument/2006/relationships/image" Target="/ppt/media/image79.png" Id="Rec4be6be070549b6" /><Relationship Type="http://schemas.openxmlformats.org/officeDocument/2006/relationships/notesSlide" Target="/ppt/notesSlides/notesSlide31.xml" Id="Rc3bf1dd7c95740c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347de5b9f504c1c" /><Relationship Type="http://schemas.openxmlformats.org/officeDocument/2006/relationships/image" Target="/ppt/media/image80.png" Id="Rab61bc0659e04e8f" /><Relationship Type="http://schemas.openxmlformats.org/officeDocument/2006/relationships/image" Target="/ppt/media/image81.png" Id="R904f04e1736148c3" /><Relationship Type="http://schemas.openxmlformats.org/officeDocument/2006/relationships/image" Target="/ppt/media/image82.png" Id="Rf81d0e62a3134fec" /><Relationship Type="http://schemas.openxmlformats.org/officeDocument/2006/relationships/notesSlide" Target="/ppt/notesSlides/notesSlide32.xml" Id="R8c44a293aa344ad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069d67dca4d4593" /><Relationship Type="http://schemas.openxmlformats.org/officeDocument/2006/relationships/image" Target="/ppt/media/image83.png" Id="Rfe8f2ab6a2fa4d4d" /><Relationship Type="http://schemas.openxmlformats.org/officeDocument/2006/relationships/image" Target="/ppt/media/image84.png" Id="R539822cd12a347e8" /><Relationship Type="http://schemas.openxmlformats.org/officeDocument/2006/relationships/image" Target="/ppt/media/image85.png" Id="R20bdde42bbec49e2" /><Relationship Type="http://schemas.openxmlformats.org/officeDocument/2006/relationships/notesSlide" Target="/ppt/notesSlides/notesSlide33.xml" Id="Rff97db0536bc4e2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2a775f76b6f41ef" /><Relationship Type="http://schemas.openxmlformats.org/officeDocument/2006/relationships/image" Target="/ppt/media/image86.png" Id="R9e9083f9a90b4402" /><Relationship Type="http://schemas.openxmlformats.org/officeDocument/2006/relationships/image" Target="/ppt/media/image87.png" Id="R3870952f436f4b8e" /><Relationship Type="http://schemas.openxmlformats.org/officeDocument/2006/relationships/notesSlide" Target="/ppt/notesSlides/notesSlide34.xml" Id="Rc8a36f746c8c414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cd43d8e65744064" /><Relationship Type="http://schemas.openxmlformats.org/officeDocument/2006/relationships/image" Target="/ppt/media/image88.png" Id="R7499750f9980486c" /><Relationship Type="http://schemas.openxmlformats.org/officeDocument/2006/relationships/image" Target="/ppt/media/image89.png" Id="R0e61c458109f4697" /><Relationship Type="http://schemas.openxmlformats.org/officeDocument/2006/relationships/notesSlide" Target="/ppt/notesSlides/notesSlide35.xml" Id="Rda756e3d6d74457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c70a4f4eb844d50" /><Relationship Type="http://schemas.openxmlformats.org/officeDocument/2006/relationships/image" Target="/ppt/media/image90.png" Id="R096437d7a97d49da" /><Relationship Type="http://schemas.openxmlformats.org/officeDocument/2006/relationships/image" Target="/ppt/media/image91.png" Id="R74342aafb2a84ac2" /><Relationship Type="http://schemas.openxmlformats.org/officeDocument/2006/relationships/notesSlide" Target="/ppt/notesSlides/notesSlide36.xml" Id="R93d5886c15c8434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3c0ae44a8054a9e" /><Relationship Type="http://schemas.openxmlformats.org/officeDocument/2006/relationships/image" Target="/ppt/media/image92.png" Id="R552ba14babf8410a" /><Relationship Type="http://schemas.openxmlformats.org/officeDocument/2006/relationships/image" Target="/ppt/media/image93.png" Id="R63d0e1fa443b428e" /><Relationship Type="http://schemas.openxmlformats.org/officeDocument/2006/relationships/image" Target="/ppt/media/image94.png" Id="Rf31fcc84181c4e85" /><Relationship Type="http://schemas.openxmlformats.org/officeDocument/2006/relationships/notesSlide" Target="/ppt/notesSlides/notesSlide37.xml" Id="Ra0f398cb9a55461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20c8b912297455a" /><Relationship Type="http://schemas.openxmlformats.org/officeDocument/2006/relationships/image" Target="/ppt/media/image95.png" Id="R3728391563d649c4" /><Relationship Type="http://schemas.openxmlformats.org/officeDocument/2006/relationships/image" Target="/ppt/media/image96.png" Id="R722da4146305436d" /><Relationship Type="http://schemas.openxmlformats.org/officeDocument/2006/relationships/notesSlide" Target="/ppt/notesSlides/notesSlide38.xml" Id="Ra6fb05b69238466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22c4a1f97a34173" /><Relationship Type="http://schemas.openxmlformats.org/officeDocument/2006/relationships/image" Target="/ppt/media/image97.png" Id="R76ada0c6a55540a3" /><Relationship Type="http://schemas.openxmlformats.org/officeDocument/2006/relationships/image" Target="/ppt/media/image98.png" Id="R9d11f2768c634c98" /><Relationship Type="http://schemas.openxmlformats.org/officeDocument/2006/relationships/notesSlide" Target="/ppt/notesSlides/notesSlide39.xml" Id="R45875a999cba4f5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42a86b098ad4d71" /><Relationship Type="http://schemas.openxmlformats.org/officeDocument/2006/relationships/image" Target="/ppt/media/image99.png" Id="R2ea847537f614aae" /><Relationship Type="http://schemas.openxmlformats.org/officeDocument/2006/relationships/image" Target="/ppt/media/image100.png" Id="R24ddc32c22774e34" /><Relationship Type="http://schemas.openxmlformats.org/officeDocument/2006/relationships/image" Target="/ppt/media/image101.png" Id="R01efc7f5d4d74b49" /><Relationship Type="http://schemas.openxmlformats.org/officeDocument/2006/relationships/notesSlide" Target="/ppt/notesSlides/notesSlide40.xml" Id="R4bdc8df8cf6f4eb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2947afeb7a74c76" /><Relationship Type="http://schemas.openxmlformats.org/officeDocument/2006/relationships/image" Target="/ppt/media/image102.png" Id="R42c1c8d351414bac" /><Relationship Type="http://schemas.openxmlformats.org/officeDocument/2006/relationships/notesSlide" Target="/ppt/notesSlides/notesSlide41.xml" Id="Rd88f9ad1353a4e3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e4ff45aeeb445f0" /><Relationship Type="http://schemas.openxmlformats.org/officeDocument/2006/relationships/image" Target="/ppt/media/image103.png" Id="Rd5a6c702cac1471f" /><Relationship Type="http://schemas.openxmlformats.org/officeDocument/2006/relationships/image" Target="/ppt/media/image104.png" Id="Rda978df2bd524bad" /><Relationship Type="http://schemas.openxmlformats.org/officeDocument/2006/relationships/notesSlide" Target="/ppt/notesSlides/notesSlide42.xml" Id="R3bacc69bcbc340f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ef0ee0266884534" /><Relationship Type="http://schemas.openxmlformats.org/officeDocument/2006/relationships/image" Target="/ppt/media/image105.png" Id="R3da6cddd87dc43ab" /><Relationship Type="http://schemas.openxmlformats.org/officeDocument/2006/relationships/image" Target="/ppt/media/image106.png" Id="Rf362ac26267a4130" /><Relationship Type="http://schemas.openxmlformats.org/officeDocument/2006/relationships/image" Target="/ppt/media/image107.png" Id="R51ea68d25f4f4207" /><Relationship Type="http://schemas.openxmlformats.org/officeDocument/2006/relationships/image" Target="/ppt/media/image108.png" Id="R3bb9c6f846084ab2" /><Relationship Type="http://schemas.openxmlformats.org/officeDocument/2006/relationships/notesSlide" Target="/ppt/notesSlides/notesSlide43.xml" Id="R8cff0422319a420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4799f81e23245c2" /><Relationship Type="http://schemas.openxmlformats.org/officeDocument/2006/relationships/image" Target="/ppt/media/image109.png" Id="R699cc2deac5c497e" /><Relationship Type="http://schemas.openxmlformats.org/officeDocument/2006/relationships/image" Target="/ppt/media/image110.png" Id="Rb7f3594bb8064d2b" /><Relationship Type="http://schemas.openxmlformats.org/officeDocument/2006/relationships/notesSlide" Target="/ppt/notesSlides/notesSlide44.xml" Id="Ra601171e716849c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e2609fda8b04d8a" /><Relationship Type="http://schemas.openxmlformats.org/officeDocument/2006/relationships/image" Target="/ppt/media/image111.png" Id="R4c1ab4b7ede141ec" /><Relationship Type="http://schemas.openxmlformats.org/officeDocument/2006/relationships/image" Target="/ppt/media/image112.png" Id="R24947c54720b431b" /><Relationship Type="http://schemas.openxmlformats.org/officeDocument/2006/relationships/notesSlide" Target="/ppt/notesSlides/notesSlide45.xml" Id="Re519876ddb14499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2f3538191864efa" /><Relationship Type="http://schemas.openxmlformats.org/officeDocument/2006/relationships/image" Target="/ppt/media/image113.png" Id="Rd721f54514344d82" /><Relationship Type="http://schemas.openxmlformats.org/officeDocument/2006/relationships/notesSlide" Target="/ppt/notesSlides/notesSlide46.xml" Id="Ra719c8a9a2a34a0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1ecb97d112d4ada" /><Relationship Type="http://schemas.openxmlformats.org/officeDocument/2006/relationships/image" Target="/ppt/media/image114.png" Id="Rfa2a46dcef6e47a1" /><Relationship Type="http://schemas.openxmlformats.org/officeDocument/2006/relationships/image" Target="/ppt/media/image115.png" Id="Rc66056a2adb44a4d" /><Relationship Type="http://schemas.openxmlformats.org/officeDocument/2006/relationships/notesSlide" Target="/ppt/notesSlides/notesSlide47.xml" Id="Rc63f847b29ee40d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b212d6427804643" /><Relationship Type="http://schemas.openxmlformats.org/officeDocument/2006/relationships/image" Target="/ppt/media/image116.png" Id="Rd97aa34fe98f4d50" /><Relationship Type="http://schemas.openxmlformats.org/officeDocument/2006/relationships/notesSlide" Target="/ppt/notesSlides/notesSlide48.xml" Id="Red44d8580acc479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ddec05d198e4ea0" /><Relationship Type="http://schemas.openxmlformats.org/officeDocument/2006/relationships/image" Target="/ppt/media/image117.png" Id="Rcc8a8cebe6a0439a" /><Relationship Type="http://schemas.openxmlformats.org/officeDocument/2006/relationships/image" Target="/ppt/media/image118.png" Id="Ra9f9c61f12d24a72" /><Relationship Type="http://schemas.openxmlformats.org/officeDocument/2006/relationships/notesSlide" Target="/ppt/notesSlides/notesSlide49.xml" Id="Rf0ce22ce46aa4fe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ed60381706e140cf" /><Relationship Type="http://schemas.openxmlformats.org/officeDocument/2006/relationships/image" Target="/ppt/media/image119.png" Id="R1bb844f8c41844b6" /><Relationship Type="http://schemas.openxmlformats.org/officeDocument/2006/relationships/image" Target="/ppt/media/image120.png" Id="Rde1348bba99543d2" /><Relationship Type="http://schemas.openxmlformats.org/officeDocument/2006/relationships/image" Target="/ppt/media/image121.png" Id="Rcee008ae23f4415f" /><Relationship Type="http://schemas.openxmlformats.org/officeDocument/2006/relationships/image" Target="/ppt/media/image122.png" Id="R920f37d5abbd4741" /><Relationship Type="http://schemas.openxmlformats.org/officeDocument/2006/relationships/notesSlide" Target="/ppt/notesSlides/notesSlide50.xml" Id="R6ea6c77c552948d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0e84130ed44c424e" /><Relationship Type="http://schemas.openxmlformats.org/officeDocument/2006/relationships/image" Target="/ppt/media/image123.png" Id="R37ad4be9e2364ab0" /><Relationship Type="http://schemas.openxmlformats.org/officeDocument/2006/relationships/notesSlide" Target="/ppt/notesSlides/notesSlide51.xml" Id="Ra1500c23f6974828"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98B88F2-59BA-4074-B903-A5F12DB716B1}"/>
              </a:ext>
            </a:extLst>
          </p:cNvPr>
          <p:cNvPicPr>
            <a:picLocks xmlns:a="http://schemas.openxmlformats.org/drawingml/2006/main" noChangeAspect="1"/>
          </p:cNvPicPr>
          <p:nvPr/>
        </p:nvPicPr>
        <p:blipFill>
          <a:blip xmlns:r="http://schemas.openxmlformats.org/officeDocument/2006/relationships" xmlns:a="http://schemas.openxmlformats.org/drawingml/2006/main" r:embed="Rf0c485c5fa4c43a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FED2B325-A47C-443F-9518-AA55E92006D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BEA6C1D4-19BA-4180-A7DD-AB39F8710A87}"/>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E8142093-6795-4CB5-A914-F5172AD76499}"/>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E137ED27-DE58-424E-BF81-19C577B760CD}"/>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B0FB65EF-F691-49D8-923C-5227872E10F4}"/>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BEF45C2C-E107-493D-A9C8-711698BAA556}"/>
              </a:ext>
            </a:extLst>
          </p:cNvPr>
          <p:cNvPicPr>
            <a:picLocks xmlns:a="http://schemas.openxmlformats.org/drawingml/2006/main" noChangeAspect="1"/>
          </p:cNvPicPr>
          <p:nvPr/>
        </p:nvPicPr>
        <p:blipFill>
          <a:blip xmlns:r="http://schemas.openxmlformats.org/officeDocument/2006/relationships" xmlns:a="http://schemas.openxmlformats.org/drawingml/2006/main" r:embed="R65a345d5ea54437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465CCD9-26E8-4059-A3A9-2DEFBB8CA803}"/>
              </a:ext>
            </a:extLst>
          </p:cNvPr>
          <p:cNvPicPr>
            <a:picLocks xmlns:a="http://schemas.openxmlformats.org/drawingml/2006/main" noChangeAspect="1"/>
          </p:cNvPicPr>
          <p:nvPr/>
        </p:nvPicPr>
        <p:blipFill>
          <a:blip xmlns:r="http://schemas.openxmlformats.org/officeDocument/2006/relationships" xmlns:a="http://schemas.openxmlformats.org/drawingml/2006/main" r:embed="R26eeb8a6eed54360"/>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48C9DF4B-B390-4FD6-AB44-8DFB7F2D2DA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66081885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56D198A-242D-46B8-BAE4-C67896B99A77}"/>
              </a:ext>
            </a:extLst>
          </p:cNvPr>
          <p:cNvPicPr>
            <a:picLocks xmlns:a="http://schemas.openxmlformats.org/drawingml/2006/main" noChangeAspect="1"/>
          </p:cNvPicPr>
          <p:nvPr/>
        </p:nvPicPr>
        <p:blipFill>
          <a:blip xmlns:r="http://schemas.openxmlformats.org/officeDocument/2006/relationships" xmlns:a="http://schemas.openxmlformats.org/drawingml/2006/main" r:embed="R70f222b485c748b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D6FF09D-A53A-4AFF-81F1-F12E1567C9EA}"/>
              </a:ext>
            </a:extLst>
          </p:cNvPr>
          <p:cNvPicPr>
            <a:picLocks xmlns:a="http://schemas.openxmlformats.org/drawingml/2006/main" noChangeAspect="1"/>
          </p:cNvPicPr>
          <p:nvPr/>
        </p:nvPicPr>
        <p:blipFill>
          <a:blip xmlns:r="http://schemas.openxmlformats.org/officeDocument/2006/relationships" xmlns:a="http://schemas.openxmlformats.org/drawingml/2006/main" r:embed="R96bb5688fa5e4eb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CA5404-20B6-4646-82BE-024B36BDBA6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937A69-B02D-414C-8F76-53178734C90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9D4F1632-1DB8-4356-9AF8-349500A1DE3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AC628B4-C3D2-45A9-BE5B-BCEF250B264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8B495336-B530-4C2B-A845-4210B8075C7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8DF23C2B-ADEE-4F83-AE13-A208C710C2C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4A945F72-4D75-4909-AC11-5E9888980D75}"/>
              </a:ext>
            </a:extLst>
          </p:cNvPr>
          <p:cNvPicPr>
            <a:picLocks xmlns:a="http://schemas.openxmlformats.org/drawingml/2006/main" noChangeAspect="1"/>
          </p:cNvPicPr>
          <p:nvPr/>
        </p:nvPicPr>
        <p:blipFill>
          <a:blip xmlns:r="http://schemas.openxmlformats.org/officeDocument/2006/relationships" xmlns:a="http://schemas.openxmlformats.org/drawingml/2006/main" r:embed="R7db4c2dd91494966"/>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658630866"/>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C3C8709-9046-4C11-BA6B-9E748107E0EE}"/>
              </a:ext>
            </a:extLst>
          </p:cNvPr>
          <p:cNvPicPr>
            <a:picLocks xmlns:a="http://schemas.openxmlformats.org/drawingml/2006/main" noChangeAspect="1"/>
          </p:cNvPicPr>
          <p:nvPr/>
        </p:nvPicPr>
        <p:blipFill>
          <a:blip xmlns:r="http://schemas.openxmlformats.org/officeDocument/2006/relationships" xmlns:a="http://schemas.openxmlformats.org/drawingml/2006/main" r:embed="R26a7bc03c36f46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8697AF9-CF00-4701-BEF2-7537057562B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164122-60EE-4B57-8747-C658B085A2C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A54B03EF-D9DD-4BE8-B39F-69B26D8EAD49}"/>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361716E2-0AC2-4970-A953-389C8A0DF397}"/>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A379668D-4802-46A1-88D3-AA1FEEED17D4}"/>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9FFA7799-C139-4B5C-95AA-447D110C99A9}"/>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2884AAEA-9105-47F9-AA9E-A3A8D152B18F}"/>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360724D7-7328-42FA-901E-EE56E177311D}"/>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F9BB3097-1E70-4B18-9CFA-4371E1183DDB}"/>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02D606E-B74D-4926-95A7-733CF08013ED}"/>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9BF27B9-5AE2-40F3-B970-7611709444AB}"/>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E8314DB-E8AA-4092-B2AE-18C67A53F971}"/>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C92DDDF-34EE-4060-99BB-D8000D8554C3}"/>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1AE0A6C4-2F7D-40C3-8D49-C0D5D7CF9AC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975117412"/>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0E8CDBE-FB37-43A5-85FF-8578A5E031F2}"/>
              </a:ext>
            </a:extLst>
          </p:cNvPr>
          <p:cNvPicPr>
            <a:picLocks xmlns:a="http://schemas.openxmlformats.org/drawingml/2006/main" noChangeAspect="1"/>
          </p:cNvPicPr>
          <p:nvPr/>
        </p:nvPicPr>
        <p:blipFill>
          <a:blip xmlns:r="http://schemas.openxmlformats.org/officeDocument/2006/relationships" xmlns:a="http://schemas.openxmlformats.org/drawingml/2006/main" r:embed="R11a786912e404b5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5D153B-C1FF-4095-A98F-D4EB33A91A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9F7866-24BD-47FC-8050-6B70252D21D8}"/>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784A67C3-C20B-4AE1-ADB0-D47728663391}"/>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FFEACA-9B3B-48C1-84B7-4A624F7B9594}"/>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CD829012-FA1D-4716-8E56-F5EAA222F8DF}"/>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7582B6BA-12A9-4B6E-B7EA-86EDEF213278}"/>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8D0A713B-7CA2-4D6B-91DB-6E0A8BE2B58F}"/>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A26F6C7-F79C-4CB5-9F37-D8E606C9B2A4}"/>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CBDA5983-972C-4B8D-92FD-37B21FBAAA6E}"/>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D59F28D8-90FA-4D41-BA4E-85EB817422E7}"/>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2A91F35-5934-4FD6-A59B-3135E3F80B98}"/>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35BA16E-2353-414C-8668-0BE28718912C}"/>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4859213E-56A2-4789-8E06-9312630715B7}"/>
              </a:ext>
            </a:extLst>
          </p:cNvPr>
          <p:cNvPicPr>
            <a:picLocks xmlns:a="http://schemas.openxmlformats.org/drawingml/2006/main" noChangeAspect="1"/>
          </p:cNvPicPr>
          <p:nvPr/>
        </p:nvPicPr>
        <p:blipFill>
          <a:blip xmlns:r="http://schemas.openxmlformats.org/officeDocument/2006/relationships" xmlns:a="http://schemas.openxmlformats.org/drawingml/2006/main" r:embed="Rf5e7e9ccd1b64f56"/>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205783486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9452634-F530-49CE-9C36-D755FEB19915}"/>
              </a:ext>
            </a:extLst>
          </p:cNvPr>
          <p:cNvPicPr>
            <a:picLocks xmlns:a="http://schemas.openxmlformats.org/drawingml/2006/main" noChangeAspect="1"/>
          </p:cNvPicPr>
          <p:nvPr/>
        </p:nvPicPr>
        <p:blipFill>
          <a:blip xmlns:r="http://schemas.openxmlformats.org/officeDocument/2006/relationships" xmlns:a="http://schemas.openxmlformats.org/drawingml/2006/main" r:embed="R2b83a20f231a488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6075BA9A-4EB6-4C4D-A18B-C3B295E9C6C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5A8174FB-135F-426E-9A1E-5F3B3E2E99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ACA894AE-CD7F-4011-8276-768FA06DF8F1}"/>
              </a:ext>
            </a:extLst>
          </p:cNvPr>
          <p:cNvPicPr>
            <a:picLocks xmlns:a="http://schemas.openxmlformats.org/drawingml/2006/main" noChangeAspect="1"/>
          </p:cNvPicPr>
          <p:nvPr/>
        </p:nvPicPr>
        <p:blipFill>
          <a:blip xmlns:r="http://schemas.openxmlformats.org/officeDocument/2006/relationships" xmlns:a="http://schemas.openxmlformats.org/drawingml/2006/main" r:embed="R49ce50ed143544b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7D5F0BA-75E5-4659-BDF5-4C040E285B3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9B86282E-779F-4BD1-9E82-75400C0485B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58F01DC6-CBF1-4348-81DD-8A2CE0BC063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3BBFDEB8-2FBF-4FE7-B59C-2542277F69A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341427073"/>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2836D84-CDF4-49F6-9056-EB370B9C3D2F}"/>
              </a:ext>
            </a:extLst>
          </p:cNvPr>
          <p:cNvPicPr>
            <a:picLocks xmlns:a="http://schemas.openxmlformats.org/drawingml/2006/main" noChangeAspect="1"/>
          </p:cNvPicPr>
          <p:nvPr/>
        </p:nvPicPr>
        <p:blipFill>
          <a:blip xmlns:r="http://schemas.openxmlformats.org/officeDocument/2006/relationships" xmlns:a="http://schemas.openxmlformats.org/drawingml/2006/main" r:embed="R2b017bb6cc3e466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B738D4-C74F-4678-98C3-8456AF585D3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56168D-E6CD-4B41-BB73-D8ACD5B045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7E01AC5C-12CC-4FCD-BF87-E3B4D24FB73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82D910-875F-4DF6-A9F2-00BAB0DDB55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B46BCEF-FF06-4271-AE84-0B249EB38D8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21CC766E-A8CE-4E57-838E-29E3394CD656}"/>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FFFFFF"/>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2DFA95FB-FB50-42C8-A323-D61E31021BF5}"/>
              </a:ext>
            </a:extLst>
          </p:cNvPr>
          <p:cNvSpPr>
            <a:spLocks xmlns:a="http://schemas.openxmlformats.org/drawingml/2006/main" noGrp="1"/>
          </p:cNvSpPr>
          <p:nvPr/>
        </p:nvSpPr>
        <p:spPr>
          <a:xfrm xmlns:a="http://schemas.openxmlformats.org/drawingml/2006/main">
            <a:off x="2333625" y="447675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02020"/>
                </a:solidFill>
                <a:latin typeface="Pretendard"/>
                <a:ea typeface="Pretendard"/>
                <a:cs typeface="Pretendard"/>
              </a:defRPr>
            </a:defPPr>
            <a:lvl1pPr algn="l">
              <a:defRPr sz="2550" b="0">
                <a:solidFill>
                  <a:srgbClr val="202020"/>
                </a:solidFill>
                <a:latin typeface="Pretendard"/>
                <a:ea typeface="Pretendard"/>
                <a:cs typeface="Pretendard"/>
              </a:defRPr>
            </a:lvl1pPr>
            <a:lvl2pPr algn="l">
              <a:defRPr sz="2550" b="0">
                <a:solidFill>
                  <a:srgbClr val="202020"/>
                </a:solidFill>
                <a:latin typeface="Pretendard"/>
                <a:ea typeface="Pretendard"/>
                <a:cs typeface="Pretendard"/>
              </a:defRPr>
            </a:lvl2pPr>
            <a:lvl3pPr algn="l">
              <a:defRPr sz="2550" b="0">
                <a:solidFill>
                  <a:srgbClr val="202020"/>
                </a:solidFill>
                <a:latin typeface="Pretendard"/>
                <a:ea typeface="Pretendard"/>
                <a:cs typeface="Pretendard"/>
              </a:defRPr>
            </a:lvl3pPr>
            <a:lvl4pPr algn="l">
              <a:defRPr sz="2550" b="0">
                <a:solidFill>
                  <a:srgbClr val="202020"/>
                </a:solidFill>
                <a:latin typeface="Pretendard"/>
                <a:ea typeface="Pretendard"/>
                <a:cs typeface="Pretendard"/>
              </a:defRPr>
            </a:lvl4pPr>
            <a:lvl5pPr algn="l">
              <a:defRPr sz="2550" b="0">
                <a:solidFill>
                  <a:srgbClr val="202020"/>
                </a:solidFill>
                <a:latin typeface="Pretendard"/>
                <a:ea typeface="Pretendard"/>
                <a:cs typeface="Pretendard"/>
              </a:defRPr>
            </a:lvl5pPr>
            <a:lvl6pPr algn="l">
              <a:defRPr sz="2550" b="0">
                <a:solidFill>
                  <a:srgbClr val="202020"/>
                </a:solidFill>
                <a:latin typeface="Pretendard"/>
                <a:ea typeface="Pretendard"/>
                <a:cs typeface="Pretendard"/>
              </a:defRPr>
            </a:lvl6pPr>
            <a:lvl7pPr algn="l">
              <a:defRPr sz="2550" b="0">
                <a:solidFill>
                  <a:srgbClr val="202020"/>
                </a:solidFill>
                <a:latin typeface="Pretendard"/>
                <a:ea typeface="Pretendard"/>
                <a:cs typeface="Pretendard"/>
              </a:defRPr>
            </a:lvl7pPr>
            <a:lvl8pPr algn="l">
              <a:defRPr sz="2550" b="0">
                <a:solidFill>
                  <a:srgbClr val="202020"/>
                </a:solidFill>
                <a:latin typeface="Pretendard"/>
                <a:ea typeface="Pretendard"/>
                <a:cs typeface="Pretendard"/>
              </a:defRPr>
            </a:lvl8pPr>
            <a:lvl9pPr algn="l">
              <a:defRPr sz="2550" b="0">
                <a:solidFill>
                  <a:srgbClr val="202020"/>
                </a:solidFill>
                <a:latin typeface="Pretendard"/>
                <a:ea typeface="Pretendard"/>
                <a:cs typeface="Pretendard"/>
              </a:defRPr>
            </a:lvl9pPr>
          </a:lstStyle>
          <a:p xmlns:a="http://schemas.openxmlformats.org/drawingml/2006/main">
            <a:pPr algn="l">
              <a:defRPr sz="255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9" name="가운데 정렬 헤스 법칙 설명 상자">
            <a:extLst xmlns:a="http://schemas.openxmlformats.org/drawingml/2006/main">
              <a:ext uri="{FF2B5EF4-FFF2-40B4-BE49-F238E27FC236}">
                <a16:creationId xmlns:a16="http://schemas.microsoft.com/office/drawing/2014/main" id="{FB50F8DD-9032-41F4-B64C-8A5171A35E3A}"/>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FFFFFF"/>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D85B9A79-9EF7-462A-A59E-2DF48F1779AB}"/>
              </a:ext>
            </a:extLst>
          </p:cNvPr>
          <p:cNvSpPr>
            <a:spLocks xmlns:a="http://schemas.openxmlformats.org/drawingml/2006/main" noGrp="1"/>
          </p:cNvSpPr>
          <p:nvPr/>
        </p:nvSpPr>
        <p:spPr>
          <a:xfrm xmlns:a="http://schemas.openxmlformats.org/drawingml/2006/main">
            <a:off x="2333625" y="58578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02020"/>
                </a:solidFill>
                <a:latin typeface="Pretendard"/>
                <a:ea typeface="Pretendard"/>
                <a:cs typeface="Pretendard"/>
              </a:defRPr>
            </a:defPPr>
            <a:lvl1pPr algn="l">
              <a:defRPr sz="2550" b="0">
                <a:solidFill>
                  <a:srgbClr val="202020"/>
                </a:solidFill>
                <a:latin typeface="Pretendard"/>
                <a:ea typeface="Pretendard"/>
                <a:cs typeface="Pretendard"/>
              </a:defRPr>
            </a:lvl1pPr>
            <a:lvl2pPr algn="l">
              <a:defRPr sz="2550" b="0">
                <a:solidFill>
                  <a:srgbClr val="202020"/>
                </a:solidFill>
                <a:latin typeface="Pretendard"/>
                <a:ea typeface="Pretendard"/>
                <a:cs typeface="Pretendard"/>
              </a:defRPr>
            </a:lvl2pPr>
            <a:lvl3pPr algn="l">
              <a:defRPr sz="2550" b="0">
                <a:solidFill>
                  <a:srgbClr val="202020"/>
                </a:solidFill>
                <a:latin typeface="Pretendard"/>
                <a:ea typeface="Pretendard"/>
                <a:cs typeface="Pretendard"/>
              </a:defRPr>
            </a:lvl3pPr>
            <a:lvl4pPr algn="l">
              <a:defRPr sz="2550" b="0">
                <a:solidFill>
                  <a:srgbClr val="202020"/>
                </a:solidFill>
                <a:latin typeface="Pretendard"/>
                <a:ea typeface="Pretendard"/>
                <a:cs typeface="Pretendard"/>
              </a:defRPr>
            </a:lvl4pPr>
            <a:lvl5pPr algn="l">
              <a:defRPr sz="2550" b="0">
                <a:solidFill>
                  <a:srgbClr val="202020"/>
                </a:solidFill>
                <a:latin typeface="Pretendard"/>
                <a:ea typeface="Pretendard"/>
                <a:cs typeface="Pretendard"/>
              </a:defRPr>
            </a:lvl5pPr>
            <a:lvl6pPr algn="l">
              <a:defRPr sz="2550" b="0">
                <a:solidFill>
                  <a:srgbClr val="202020"/>
                </a:solidFill>
                <a:latin typeface="Pretendard"/>
                <a:ea typeface="Pretendard"/>
                <a:cs typeface="Pretendard"/>
              </a:defRPr>
            </a:lvl6pPr>
            <a:lvl7pPr algn="l">
              <a:defRPr sz="2550" b="0">
                <a:solidFill>
                  <a:srgbClr val="202020"/>
                </a:solidFill>
                <a:latin typeface="Pretendard"/>
                <a:ea typeface="Pretendard"/>
                <a:cs typeface="Pretendard"/>
              </a:defRPr>
            </a:lvl7pPr>
            <a:lvl8pPr algn="l">
              <a:defRPr sz="2550" b="0">
                <a:solidFill>
                  <a:srgbClr val="202020"/>
                </a:solidFill>
                <a:latin typeface="Pretendard"/>
                <a:ea typeface="Pretendard"/>
                <a:cs typeface="Pretendard"/>
              </a:defRPr>
            </a:lvl8pPr>
            <a:lvl9pPr algn="l">
              <a:defRPr sz="2550" b="0">
                <a:solidFill>
                  <a:srgbClr val="202020"/>
                </a:solidFill>
                <a:latin typeface="Pretendard"/>
                <a:ea typeface="Pretendard"/>
                <a:cs typeface="Pretendard"/>
              </a:defRPr>
            </a:lvl9pPr>
          </a:lstStyle>
          <a:p xmlns:a="http://schemas.openxmlformats.org/drawingml/2006/main">
            <a:pPr algn="l">
              <a:defRPr sz="2550" b="0">
                <a:solidFill>
                  <a:srgbClr val="202020"/>
                </a:solidFill>
                <a:latin typeface="Pretendard"/>
                <a:ea typeface="Pretendard"/>
                <a:cs typeface="Pretendard"/>
              </a:defRPr>
            </a:pPr>
            <a:r>
              <a:rPr sz="2550" b="0">
                <a:solidFill>
                  <a:srgbClr val="202020"/>
                </a:solidFill>
                <a:latin typeface="Pretendard"/>
                <a:ea typeface="Pretendard"/>
                <a:cs typeface="Pretendard"/>
              </a:rPr>
              <a:t>· 총 열량 불변의 법칙이라고 부르기도 한다.</a:t>
            </a:r>
          </a:p>
        </p:txBody>
      </p:sp>
      <p:sp>
        <p:nvSpPr>
          <p:cNvPr id="11" name="가운데 정렬 헤스 법칙 설명 상자">
            <a:extLst xmlns:a="http://schemas.openxmlformats.org/drawingml/2006/main">
              <a:ext uri="{FF2B5EF4-FFF2-40B4-BE49-F238E27FC236}">
                <a16:creationId xmlns:a16="http://schemas.microsoft.com/office/drawing/2014/main" id="{5815E6A8-6CCD-49A0-8ECA-38BDC634DC08}"/>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5424B34-2FA0-416F-A2AF-9015CDA2993D}"/>
              </a:ext>
            </a:extLst>
          </p:cNvPr>
          <p:cNvSpPr>
            <a:spLocks xmlns:a="http://schemas.openxmlformats.org/drawingml/2006/main" noGrp="1"/>
          </p:cNvSpPr>
          <p:nvPr/>
        </p:nvSpPr>
        <p:spPr>
          <a:xfrm xmlns:a="http://schemas.openxmlformats.org/drawingml/2006/main">
            <a:off x="2333625" y="72390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02020"/>
                </a:solidFill>
                <a:latin typeface="Pretendard"/>
                <a:ea typeface="Pretendard"/>
                <a:cs typeface="Pretendard"/>
              </a:defRPr>
            </a:defPPr>
            <a:lvl1pPr algn="l">
              <a:defRPr sz="2550" b="0">
                <a:solidFill>
                  <a:srgbClr val="202020"/>
                </a:solidFill>
                <a:latin typeface="Pretendard"/>
                <a:ea typeface="Pretendard"/>
                <a:cs typeface="Pretendard"/>
              </a:defRPr>
            </a:lvl1pPr>
            <a:lvl2pPr algn="l">
              <a:defRPr sz="2550" b="0">
                <a:solidFill>
                  <a:srgbClr val="202020"/>
                </a:solidFill>
                <a:latin typeface="Pretendard"/>
                <a:ea typeface="Pretendard"/>
                <a:cs typeface="Pretendard"/>
              </a:defRPr>
            </a:lvl2pPr>
            <a:lvl3pPr algn="l">
              <a:defRPr sz="2550" b="0">
                <a:solidFill>
                  <a:srgbClr val="202020"/>
                </a:solidFill>
                <a:latin typeface="Pretendard"/>
                <a:ea typeface="Pretendard"/>
                <a:cs typeface="Pretendard"/>
              </a:defRPr>
            </a:lvl3pPr>
            <a:lvl4pPr algn="l">
              <a:defRPr sz="2550" b="0">
                <a:solidFill>
                  <a:srgbClr val="202020"/>
                </a:solidFill>
                <a:latin typeface="Pretendard"/>
                <a:ea typeface="Pretendard"/>
                <a:cs typeface="Pretendard"/>
              </a:defRPr>
            </a:lvl4pPr>
            <a:lvl5pPr algn="l">
              <a:defRPr sz="2550" b="0">
                <a:solidFill>
                  <a:srgbClr val="202020"/>
                </a:solidFill>
                <a:latin typeface="Pretendard"/>
                <a:ea typeface="Pretendard"/>
                <a:cs typeface="Pretendard"/>
              </a:defRPr>
            </a:lvl5pPr>
            <a:lvl6pPr algn="l">
              <a:defRPr sz="2550" b="0">
                <a:solidFill>
                  <a:srgbClr val="202020"/>
                </a:solidFill>
                <a:latin typeface="Pretendard"/>
                <a:ea typeface="Pretendard"/>
                <a:cs typeface="Pretendard"/>
              </a:defRPr>
            </a:lvl6pPr>
            <a:lvl7pPr algn="l">
              <a:defRPr sz="2550" b="0">
                <a:solidFill>
                  <a:srgbClr val="202020"/>
                </a:solidFill>
                <a:latin typeface="Pretendard"/>
                <a:ea typeface="Pretendard"/>
                <a:cs typeface="Pretendard"/>
              </a:defRPr>
            </a:lvl7pPr>
            <a:lvl8pPr algn="l">
              <a:defRPr sz="2550" b="0">
                <a:solidFill>
                  <a:srgbClr val="202020"/>
                </a:solidFill>
                <a:latin typeface="Pretendard"/>
                <a:ea typeface="Pretendard"/>
                <a:cs typeface="Pretendard"/>
              </a:defRPr>
            </a:lvl8pPr>
            <a:lvl9pPr algn="l">
              <a:defRPr sz="2550" b="0">
                <a:solidFill>
                  <a:srgbClr val="202020"/>
                </a:solidFill>
                <a:latin typeface="Pretendard"/>
                <a:ea typeface="Pretendard"/>
                <a:cs typeface="Pretendard"/>
              </a:defRPr>
            </a:lvl9pPr>
          </a:lstStyle>
          <a:p xmlns:a="http://schemas.openxmlformats.org/drawingml/2006/main">
            <a:pPr algn="l">
              <a:defRPr sz="255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pic>
        <p:nvPicPr>
          <p:cNvPr id="13" name="">
            <a:extLst xmlns:a="http://schemas.openxmlformats.org/drawingml/2006/main">
              <a:ext uri="{FF2B5EF4-FFF2-40B4-BE49-F238E27FC236}">
                <a16:creationId xmlns:a16="http://schemas.microsoft.com/office/drawing/2014/main" id="{CB3AE981-09F1-4CD4-8676-9BE61DA88A0B}"/>
              </a:ext>
            </a:extLst>
          </p:cNvPr>
          <p:cNvPicPr>
            <a:picLocks xmlns:a="http://schemas.openxmlformats.org/drawingml/2006/main" noChangeAspect="1"/>
          </p:cNvPicPr>
          <p:nvPr/>
        </p:nvPicPr>
        <p:blipFill>
          <a:blip xmlns:r="http://schemas.openxmlformats.org/officeDocument/2006/relationships" xmlns:a="http://schemas.openxmlformats.org/drawingml/2006/main" r:embed="R2257607732d9442d"/>
          <a:stretch xmlns:a="http://schemas.openxmlformats.org/drawingml/2006/main"/>
        </p:blipFill>
        <p:spPr>
          <a:xfrm xmlns:a="http://schemas.openxmlformats.org/drawingml/2006/main">
            <a:off x="13882688" y="5238750"/>
            <a:ext cx="3048000" cy="4572000"/>
          </a:xfrm>
          <a:prstGeom xmlns:a="http://schemas.openxmlformats.org/drawingml/2006/main" prst="rect">
            <a:avLst/>
          </a:prstGeom>
        </p:spPr>
      </p:pic>
    </p:spTree>
    <p:extLst>
      <p:ext uri="{BB962C8B-B14F-4D97-AF65-F5344CB8AC3E}">
        <p14:creationId xmlns:p14="http://schemas.microsoft.com/office/powerpoint/2010/main" val="1887148138"/>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6FFD6C0-5B62-400F-807A-EDAC07AFB500}"/>
              </a:ext>
            </a:extLst>
          </p:cNvPr>
          <p:cNvPicPr>
            <a:picLocks xmlns:a="http://schemas.openxmlformats.org/drawingml/2006/main" noChangeAspect="1"/>
          </p:cNvPicPr>
          <p:nvPr/>
        </p:nvPicPr>
        <p:blipFill>
          <a:blip xmlns:r="http://schemas.openxmlformats.org/officeDocument/2006/relationships" xmlns:a="http://schemas.openxmlformats.org/drawingml/2006/main" r:embed="R9aa270d3880943b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6189DF-77E0-437D-9A1A-21615D11CCF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286238-F701-43FC-ACF4-E686EB94E5A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70972189-9616-49B8-B095-B39D76A4A71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7E08DB4-2DFB-4E44-9A68-3DE00C45B74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EB3EA38-1E7A-487B-8E9E-6BBE80E597DF}"/>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DA25ADF8-0D69-4B61-A05D-D7A9DC2317C4}"/>
              </a:ext>
            </a:extLst>
          </p:cNvPr>
          <p:cNvPicPr>
            <a:picLocks xmlns:a="http://schemas.openxmlformats.org/drawingml/2006/main" noChangeAspect="1"/>
          </p:cNvPicPr>
          <p:nvPr/>
        </p:nvPicPr>
        <p:blipFill>
          <a:blip xmlns:r="http://schemas.openxmlformats.org/officeDocument/2006/relationships" xmlns:a="http://schemas.openxmlformats.org/drawingml/2006/main" r:embed="R03f92abe59fa4a1f"/>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92809F6-10C1-4362-8781-7067655FF4B6}"/>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65DF736D-E060-46A1-A6E6-88A4691E9474}"/>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C854D5FF-AE7E-4C0B-B89F-FBB2E3E85364}"/>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0D3867E2-D940-4EEC-B781-715878E86EA9}"/>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C3300DA1-7203-4BA3-A98D-4FCA06B18DD4}"/>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D67AFE2E-88DA-46AE-92B0-F86C5F8FC46D}"/>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ACA66D7A-CA2C-4CD3-B9D7-D6AD9019F068}"/>
              </a:ext>
            </a:extLst>
          </p:cNvPr>
          <p:cNvPicPr>
            <a:picLocks xmlns:a="http://schemas.openxmlformats.org/drawingml/2006/main" noChangeAspect="1"/>
          </p:cNvPicPr>
          <p:nvPr/>
        </p:nvPicPr>
        <p:blipFill>
          <a:blip xmlns:r="http://schemas.openxmlformats.org/officeDocument/2006/relationships" xmlns:a="http://schemas.openxmlformats.org/drawingml/2006/main" r:embed="R05bb13aded8b4ebe"/>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695A46D4-4A13-4EAE-BD23-2344701F2E06}"/>
              </a:ext>
            </a:extLst>
          </p:cNvPr>
          <p:cNvPicPr>
            <a:picLocks xmlns:a="http://schemas.openxmlformats.org/drawingml/2006/main" noChangeAspect="1"/>
          </p:cNvPicPr>
          <p:nvPr/>
        </p:nvPicPr>
        <p:blipFill>
          <a:blip xmlns:r="http://schemas.openxmlformats.org/officeDocument/2006/relationships" xmlns:a="http://schemas.openxmlformats.org/drawingml/2006/main" r:embed="R2fae29008a164a0b"/>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E1630E23-16A2-46D2-960A-547B5A0BB039}"/>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31DCC698-9493-4F6C-ABFD-DB7FCACF7A76}"/>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E525B30F-E601-4235-8B05-13E1B1C2B0EE}"/>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CBCF6B69-C319-40C2-A674-73E2BE3E1297}"/>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8E95E802-E9C9-45EE-961F-E3A1AA0B8188}"/>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892259D7-9B1B-4E9E-A174-E4438B9D4C5C}"/>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297B65A9-AEFD-42E0-B30B-728D1F71216E}"/>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3C813B3A-7BC1-4D29-ADB8-CBF67D20A702}"/>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1647196905"/>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39BCBEEF-8242-4B05-BBDF-9BC502458615}"/>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B1ECC56C-987C-49F4-8302-FB4E9C97F82B}"/>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9631278-12B7-4B7C-A229-7D7BDC1562B0}"/>
              </a:ext>
            </a:extLst>
          </p:cNvPr>
          <p:cNvPicPr>
            <a:picLocks xmlns:a="http://schemas.openxmlformats.org/drawingml/2006/main" noChangeAspect="1"/>
          </p:cNvPicPr>
          <p:nvPr/>
        </p:nvPicPr>
        <p:blipFill>
          <a:blip xmlns:r="http://schemas.openxmlformats.org/officeDocument/2006/relationships" xmlns:a="http://schemas.openxmlformats.org/drawingml/2006/main" r:embed="R57fda72ac698469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636BD8-7212-41B2-9806-9AD3061863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1C3E05-676C-4D27-A698-EAB360EB00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47424FA0-CA55-45E6-B742-712F9FE1698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B079390-D525-4CDC-A86A-5F23447B5C8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793E9062-881E-49A1-9460-90E6C263B5D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E0277640-0846-40B7-8E7A-B6C1BB886C1A}"/>
              </a:ext>
            </a:extLst>
          </p:cNvPr>
          <p:cNvPicPr>
            <a:picLocks xmlns:a="http://schemas.openxmlformats.org/drawingml/2006/main" noChangeAspect="1"/>
          </p:cNvPicPr>
          <p:nvPr/>
        </p:nvPicPr>
        <p:blipFill>
          <a:blip xmlns:r="http://schemas.openxmlformats.org/officeDocument/2006/relationships" xmlns:a="http://schemas.openxmlformats.org/drawingml/2006/main" r:embed="R711b13074d7e4bb8"/>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B980729-5A36-4C38-8A28-F744B5E8FF21}"/>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3226CBEF-1F5D-42AC-896F-487085162BB7}"/>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EF983D7F-718D-437C-98E8-C663F4ABB103}"/>
              </a:ext>
            </a:extLst>
          </p:cNvPr>
          <p:cNvPicPr>
            <a:picLocks xmlns:a="http://schemas.openxmlformats.org/drawingml/2006/main" noChangeAspect="1"/>
          </p:cNvPicPr>
          <p:nvPr/>
        </p:nvPicPr>
        <p:blipFill>
          <a:blip xmlns:r="http://schemas.openxmlformats.org/officeDocument/2006/relationships" xmlns:a="http://schemas.openxmlformats.org/drawingml/2006/main" r:embed="R4565a402e5ee41b4"/>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4463353D-41D5-4736-B13D-47C7A864214A}"/>
              </a:ext>
            </a:extLst>
          </p:cNvPr>
          <p:cNvPicPr>
            <a:picLocks xmlns:a="http://schemas.openxmlformats.org/drawingml/2006/main" noChangeAspect="1"/>
          </p:cNvPicPr>
          <p:nvPr/>
        </p:nvPicPr>
        <p:blipFill>
          <a:blip xmlns:r="http://schemas.openxmlformats.org/officeDocument/2006/relationships" xmlns:a="http://schemas.openxmlformats.org/drawingml/2006/main" r:embed="R0f0a3e96c7884c5a"/>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7ADC4D0-B021-4C3C-9B8D-0C219F731D77}"/>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91AD6E6-F6AD-4986-B332-045AEED90C73}"/>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A0B568E-21FD-4C77-A66F-C6635922D5B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2137345103"/>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A5CD5A15-D795-4F5B-929B-472114E62A5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5BAA548D-0918-4C17-9776-8CD06074C459}"/>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631F338A-F023-4BDF-8494-02164D44059C}"/>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998E9EDC-347B-4749-A061-B68796DF5E56}"/>
              </a:ext>
            </a:extLst>
          </p:cNvPr>
          <p:cNvPicPr>
            <a:picLocks xmlns:a="http://schemas.openxmlformats.org/drawingml/2006/main" noChangeAspect="1"/>
          </p:cNvPicPr>
          <p:nvPr/>
        </p:nvPicPr>
        <p:blipFill>
          <a:blip xmlns:r="http://schemas.openxmlformats.org/officeDocument/2006/relationships" xmlns:a="http://schemas.openxmlformats.org/drawingml/2006/main" r:embed="R1ef64d57f6314a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4481F7D-9FDF-46DA-A1F4-5B37C012E885}"/>
              </a:ext>
            </a:extLst>
          </p:cNvPr>
          <p:cNvPicPr>
            <a:picLocks xmlns:a="http://schemas.openxmlformats.org/drawingml/2006/main" noChangeAspect="1"/>
          </p:cNvPicPr>
          <p:nvPr/>
        </p:nvPicPr>
        <p:blipFill>
          <a:blip xmlns:r="http://schemas.openxmlformats.org/officeDocument/2006/relationships" xmlns:a="http://schemas.openxmlformats.org/drawingml/2006/main" r:embed="R33d8694923e84a20"/>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52DE63E3-E5AE-49F3-820E-9D3DF4EC72A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599130530"/>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D43A9975-B5DA-4EB8-9918-997969A16C03}"/>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82B06DC9-E476-437F-8309-2816CCBC8961}"/>
              </a:ext>
            </a:extLst>
          </p:cNvPr>
          <p:cNvPicPr>
            <a:picLocks xmlns:a="http://schemas.openxmlformats.org/drawingml/2006/main" noChangeAspect="1"/>
          </p:cNvPicPr>
          <p:nvPr/>
        </p:nvPicPr>
        <p:blipFill>
          <a:blip xmlns:r="http://schemas.openxmlformats.org/officeDocument/2006/relationships" xmlns:a="http://schemas.openxmlformats.org/drawingml/2006/main" r:embed="R153829090dba422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5507EE-4529-4E51-8F8E-99152DC732D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368256F-2E89-4FE6-998E-08C6908AACC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DAC2FCEA-F021-46FF-95F1-35B0B82A657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A6FFA63-DB97-4E24-9376-2F41466211E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1E5D54FC-1161-407F-97B8-8650E923DF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AF76D208-F6D5-4B34-A687-746C2D414BA4}"/>
              </a:ext>
            </a:extLst>
          </p:cNvPr>
          <p:cNvPicPr>
            <a:picLocks xmlns:a="http://schemas.openxmlformats.org/drawingml/2006/main" noChangeAspect="1"/>
          </p:cNvPicPr>
          <p:nvPr/>
        </p:nvPicPr>
        <p:blipFill>
          <a:blip xmlns:r="http://schemas.openxmlformats.org/officeDocument/2006/relationships" xmlns:a="http://schemas.openxmlformats.org/drawingml/2006/main" r:embed="R340108b1569242c6"/>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6FA2F15-C5A9-40D6-B100-F9D94927E976}"/>
              </a:ext>
            </a:extLst>
          </p:cNvPr>
          <p:cNvPicPr>
            <a:picLocks xmlns:a="http://schemas.openxmlformats.org/drawingml/2006/main" noChangeAspect="1"/>
          </p:cNvPicPr>
          <p:nvPr/>
        </p:nvPicPr>
        <p:blipFill>
          <a:blip xmlns:r="http://schemas.openxmlformats.org/officeDocument/2006/relationships" xmlns:a="http://schemas.openxmlformats.org/drawingml/2006/main" r:embed="R825f86f57a184347"/>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689A9A4-F188-4B05-8B8E-5099FDF2F08D}"/>
              </a:ext>
            </a:extLst>
          </p:cNvPr>
          <p:cNvPicPr>
            <a:picLocks xmlns:a="http://schemas.openxmlformats.org/drawingml/2006/main" noChangeAspect="1"/>
          </p:cNvPicPr>
          <p:nvPr/>
        </p:nvPicPr>
        <p:blipFill>
          <a:blip xmlns:r="http://schemas.openxmlformats.org/officeDocument/2006/relationships" xmlns:a="http://schemas.openxmlformats.org/drawingml/2006/main" r:embed="Rbc517ff770964be8"/>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5EACBA4D-0460-4E73-9929-4EBE4BBF7ADA}"/>
              </a:ext>
            </a:extLst>
          </p:cNvPr>
          <p:cNvPicPr>
            <a:picLocks xmlns:a="http://schemas.openxmlformats.org/drawingml/2006/main" noChangeAspect="1"/>
          </p:cNvPicPr>
          <p:nvPr/>
        </p:nvPicPr>
        <p:blipFill>
          <a:blip xmlns:r="http://schemas.openxmlformats.org/officeDocument/2006/relationships" xmlns:a="http://schemas.openxmlformats.org/drawingml/2006/main" r:embed="R2cede8ad44794b6e"/>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85536560"/>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5029AE0-AFFC-40E4-BD7D-6EE6359CDE46}"/>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2BDEE228-1C75-4133-866C-296D1BB75838}"/>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524ED5D0-F29D-4A6A-8184-507AA24DF02D}"/>
              </a:ext>
            </a:extLst>
          </p:cNvPr>
          <p:cNvPicPr>
            <a:picLocks xmlns:a="http://schemas.openxmlformats.org/drawingml/2006/main" noChangeAspect="1"/>
          </p:cNvPicPr>
          <p:nvPr/>
        </p:nvPicPr>
        <p:blipFill>
          <a:blip xmlns:r="http://schemas.openxmlformats.org/officeDocument/2006/relationships" xmlns:a="http://schemas.openxmlformats.org/drawingml/2006/main" r:embed="R16ec8dce2fb84d6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485F29-AA6D-4690-A077-2792A39FD6C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F8A58D-81EA-4C7E-97CB-A70DF3BAE5F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61109CFE-3FEF-4F13-B883-A4C253435D1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AD0AABF-B4E0-4F4D-8F00-B53AC8DB3EF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3A44F3B3-83B4-4D96-BDC1-BC162EE3881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F562922D-E8BF-433B-AA45-85183E235B7E}"/>
              </a:ext>
            </a:extLst>
          </p:cNvPr>
          <p:cNvPicPr>
            <a:picLocks xmlns:a="http://schemas.openxmlformats.org/drawingml/2006/main" noChangeAspect="1"/>
          </p:cNvPicPr>
          <p:nvPr/>
        </p:nvPicPr>
        <p:blipFill>
          <a:blip xmlns:r="http://schemas.openxmlformats.org/officeDocument/2006/relationships" xmlns:a="http://schemas.openxmlformats.org/drawingml/2006/main" r:embed="R14c59a5e343a4385"/>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D497E71-33FC-459D-869A-60C17BB279E8}"/>
              </a:ext>
            </a:extLst>
          </p:cNvPr>
          <p:cNvPicPr>
            <a:picLocks xmlns:a="http://schemas.openxmlformats.org/drawingml/2006/main" noChangeAspect="1"/>
          </p:cNvPicPr>
          <p:nvPr/>
        </p:nvPicPr>
        <p:blipFill>
          <a:blip xmlns:r="http://schemas.openxmlformats.org/officeDocument/2006/relationships" xmlns:a="http://schemas.openxmlformats.org/drawingml/2006/main" r:embed="Race228b90bc24399"/>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EBE2D3C-A744-4FED-BC52-41D74099BCFC}"/>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657AF220-B444-4539-B5D2-8098D43C0016}"/>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3CB2532C-62C5-4C16-AB07-7CDAB54814A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51653052"/>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F622418-A1E7-48E5-8AF6-49B6794F23EB}"/>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F933FB1D-8724-4091-BD1C-BE6FA82A2070}"/>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3C6398F-44E5-45DD-AAD4-55CB959A7B9C}"/>
              </a:ext>
            </a:extLst>
          </p:cNvPr>
          <p:cNvPicPr>
            <a:picLocks xmlns:a="http://schemas.openxmlformats.org/drawingml/2006/main" noChangeAspect="1"/>
          </p:cNvPicPr>
          <p:nvPr/>
        </p:nvPicPr>
        <p:blipFill>
          <a:blip xmlns:r="http://schemas.openxmlformats.org/officeDocument/2006/relationships" xmlns:a="http://schemas.openxmlformats.org/drawingml/2006/main" r:embed="Rf50465018cae41c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7918CD-3148-4000-9CD8-4E4DE8EDC28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643440-2D6C-4FAD-8FEC-38C80535057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80B0C0BB-387A-4B09-AFC1-2880EDBC09D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1CB2BF3-ABED-46AE-8C63-DCBFE4E96E4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87267C3-C3C5-4511-8373-49B3BEC2EB2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EC897C52-FF0A-497B-8C74-D71F5F281FBA}"/>
              </a:ext>
            </a:extLst>
          </p:cNvPr>
          <p:cNvPicPr>
            <a:picLocks xmlns:a="http://schemas.openxmlformats.org/drawingml/2006/main" noChangeAspect="1"/>
          </p:cNvPicPr>
          <p:nvPr/>
        </p:nvPicPr>
        <p:blipFill>
          <a:blip xmlns:r="http://schemas.openxmlformats.org/officeDocument/2006/relationships" xmlns:a="http://schemas.openxmlformats.org/drawingml/2006/main" r:embed="R2f5a5cef78e74426"/>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F174391-7941-46BC-AEC6-C2027FD8F925}"/>
              </a:ext>
            </a:extLst>
          </p:cNvPr>
          <p:cNvPicPr>
            <a:picLocks xmlns:a="http://schemas.openxmlformats.org/drawingml/2006/main" noChangeAspect="1"/>
          </p:cNvPicPr>
          <p:nvPr/>
        </p:nvPicPr>
        <p:blipFill>
          <a:blip xmlns:r="http://schemas.openxmlformats.org/officeDocument/2006/relationships" xmlns:a="http://schemas.openxmlformats.org/drawingml/2006/main" r:embed="Rc7189085e7744f0b"/>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F1B1D10-B339-4921-B393-7D13E9933794}"/>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558AF4DE-34F1-4263-81D3-B389E4183035}"/>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051A492C-1F40-4CD0-9D99-89C8298B0F3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249962757"/>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6666C72F-87D8-46F4-926D-3C00876EF6AB}"/>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B3070108-02AC-4AA7-9CB9-4559ED4A12AD}"/>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2FBC658C-3E35-4D03-B352-22CA3BC4CC92}"/>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470378BA-6B79-4FD9-A07E-6835D66575B5}"/>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675DB0F2-268A-437B-91F3-13B9B12E8AC5}"/>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F1FD079B-78E4-46D8-B8C4-0C7222FBB85B}"/>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DFA6C77E-D14B-4A84-B9D2-FF878FCE4B1E}"/>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7208B8BF-28D7-4195-AA41-C87BA63321F2}"/>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AEE3E118-D9AB-44C5-9903-71F5C1FE1402}"/>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35BC0E97-1962-47AB-AE57-282B248E2875}"/>
              </a:ext>
            </a:extLst>
          </p:cNvPr>
          <p:cNvPicPr>
            <a:picLocks xmlns:a="http://schemas.openxmlformats.org/drawingml/2006/main" noChangeAspect="1"/>
          </p:cNvPicPr>
          <p:nvPr/>
        </p:nvPicPr>
        <p:blipFill>
          <a:blip xmlns:r="http://schemas.openxmlformats.org/officeDocument/2006/relationships" xmlns:a="http://schemas.openxmlformats.org/drawingml/2006/main" r:embed="R8eae94f5d5db42d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287489-330C-41E3-B423-740B27D1ECC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43FF978-89D5-4260-B9BD-FC8D6457780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B8873030-7A23-40B7-8810-807AFBE37E7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37DA038-A8E4-4A10-B312-C842882C828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079AF07-A3E4-49EE-9FCD-BEB402A2A4A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1D40EF2D-A380-4020-BED6-E8868843A94C}"/>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EF3D0C87-7F53-4301-AC6D-077E33D61115}"/>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DC21AB75-6200-4F70-86F1-0B6ACFECD622}"/>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2BD6543B-D1C7-4472-B7FC-218C4CD1D4D6}"/>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ABEE34CD-7363-49CE-A94E-4F45509FE0D4}"/>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BA0DE187-1DDD-4E7F-9B04-9F6F778D8993}"/>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9E6EF788-CA51-4796-A04F-B5908FA2717F}"/>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06CD386B-04A8-4700-ACBD-FBBF63878A7D}"/>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070E852B-E5AB-4997-9B87-CDDE8EB9460A}"/>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FAF90EC2-33EB-408F-8BBC-21BDCFDFFFD6}"/>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4084FD7E-ADBA-4671-B29D-C41A256A1481}"/>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6DDE1C47-0753-4C49-925D-F60F2FFA6234}"/>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454466617"/>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77B97B3-79DD-4521-B4CD-6318701993DA}"/>
              </a:ext>
            </a:extLst>
          </p:cNvPr>
          <p:cNvPicPr>
            <a:picLocks xmlns:a="http://schemas.openxmlformats.org/drawingml/2006/main" noChangeAspect="1"/>
          </p:cNvPicPr>
          <p:nvPr/>
        </p:nvPicPr>
        <p:blipFill>
          <a:blip xmlns:r="http://schemas.openxmlformats.org/officeDocument/2006/relationships" xmlns:a="http://schemas.openxmlformats.org/drawingml/2006/main" r:embed="R2acb8f3acd2d4e7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6A5A10E-CFB6-474B-922A-6E91077AFBC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3F407A1-9B1B-4F13-8B1A-C0B4D2BA594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689636A-4143-4624-ACAF-E490D83DFDEF}"/>
              </a:ext>
            </a:extLst>
          </p:cNvPr>
          <p:cNvPicPr>
            <a:picLocks xmlns:a="http://schemas.openxmlformats.org/drawingml/2006/main" noChangeAspect="1"/>
          </p:cNvPicPr>
          <p:nvPr/>
        </p:nvPicPr>
        <p:blipFill>
          <a:blip xmlns:r="http://schemas.openxmlformats.org/officeDocument/2006/relationships" xmlns:a="http://schemas.openxmlformats.org/drawingml/2006/main" r:embed="Rbe721b7d73754dc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3E85283B-D6C1-4A58-BCC8-78E8444935C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9FC24BCB-054C-4F75-B1B9-233640D1E2C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50862588-DC15-4636-8499-81D04996FE9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9BF599E8-1DD6-4478-A587-A139AF4DF7A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481690130"/>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2C22C094-C5A6-4446-B00A-18B3AFEAE58F}"/>
              </a:ext>
            </a:extLst>
          </p:cNvPr>
          <p:cNvPicPr>
            <a:picLocks xmlns:a="http://schemas.openxmlformats.org/drawingml/2006/main" noChangeAspect="1"/>
          </p:cNvPicPr>
          <p:nvPr/>
        </p:nvPicPr>
        <p:blipFill>
          <a:blip xmlns:r="http://schemas.openxmlformats.org/officeDocument/2006/relationships" xmlns:a="http://schemas.openxmlformats.org/drawingml/2006/main" r:embed="R5be7dc69b4cd4f50"/>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37CB3A81-CFC3-474A-ACD8-3B2EDC164B6C}"/>
              </a:ext>
            </a:extLst>
          </p:cNvPr>
          <p:cNvPicPr>
            <a:picLocks xmlns:a="http://schemas.openxmlformats.org/drawingml/2006/main" noChangeAspect="1"/>
          </p:cNvPicPr>
          <p:nvPr/>
        </p:nvPicPr>
        <p:blipFill>
          <a:blip xmlns:r="http://schemas.openxmlformats.org/officeDocument/2006/relationships" xmlns:a="http://schemas.openxmlformats.org/drawingml/2006/main" r:embed="R67c625d2277f43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151DD3-7573-4A13-91F9-C6E7BC06A60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A72F77B-37FA-439D-B924-6BEC06C4622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B8B341DB-B226-468C-A55E-8C310D8347EB}"/>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D1C298F-C2B0-4F4D-AE5F-7C407290D41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F5453767-CCDC-4CAB-9959-C6FAB06254E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0D2366B0-6D98-4221-ABB1-8AF01039A479}"/>
              </a:ext>
            </a:extLst>
          </p:cNvPr>
          <p:cNvPicPr>
            <a:picLocks xmlns:a="http://schemas.openxmlformats.org/drawingml/2006/main" noChangeAspect="1"/>
          </p:cNvPicPr>
          <p:nvPr/>
        </p:nvPicPr>
        <p:blipFill>
          <a:blip xmlns:r="http://schemas.openxmlformats.org/officeDocument/2006/relationships" xmlns:a="http://schemas.openxmlformats.org/drawingml/2006/main" r:embed="R79de53d3bcc04fa9"/>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A646A4FE-8B39-41BE-B4D8-30F2FD0EE835}"/>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BDE8E76-6795-4A57-BF91-D256387AA1A3}"/>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366F762A-4EC9-46C1-BBC8-EA5D1FD00191}"/>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88E0E56E-81B4-4F03-8D04-BFC7CA058726}"/>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CE2700FD-218F-4FDD-AEC9-ABE2C1D6E0AE}"/>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6E6DCFFF-DD2B-4CE4-B46F-CC1FA11BD623}"/>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23D237D8-9978-4D24-BDD9-065CCD5AC6CC}"/>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5D77521-2AB8-4539-9F8A-550D0A0298B5}"/>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47FC195D-0E83-4C09-9BDD-1896475D3C68}"/>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EE72C756-97BF-43BC-831F-0C706A4B9238}"/>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F5D52CB4-A1FE-48B5-8598-FE4F5DF799C1}"/>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1B4FF3EC-4739-44FB-B9C4-43BEC8BF56A8}"/>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662086281"/>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5E1B788D-14C4-4A40-93E4-A89A37E802CA}"/>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B0F51C2-2DB2-4438-974A-B0AD94F706A6}"/>
              </a:ext>
            </a:extLst>
          </p:cNvPr>
          <p:cNvPicPr>
            <a:picLocks xmlns:a="http://schemas.openxmlformats.org/drawingml/2006/main" noChangeAspect="1"/>
          </p:cNvPicPr>
          <p:nvPr/>
        </p:nvPicPr>
        <p:blipFill>
          <a:blip xmlns:r="http://schemas.openxmlformats.org/officeDocument/2006/relationships" xmlns:a="http://schemas.openxmlformats.org/drawingml/2006/main" r:embed="R34de981244984e1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6E6E02-8F45-4B21-BBF9-A6A42180952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33479B-9C91-4EEF-AC6D-21B04F1ECFB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1850603A-CE49-4A6B-A94C-A5E564EC6B1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2D9F9BA-90DE-499C-8C44-511CD54CB62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E6D763D-E763-4D40-8994-89356B24A81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D9C4F457-E9D4-48FF-9FBA-CD6BA2FCB5B0}"/>
              </a:ext>
            </a:extLst>
          </p:cNvPr>
          <p:cNvPicPr>
            <a:picLocks xmlns:a="http://schemas.openxmlformats.org/drawingml/2006/main" noChangeAspect="1"/>
          </p:cNvPicPr>
          <p:nvPr/>
        </p:nvPicPr>
        <p:blipFill>
          <a:blip xmlns:r="http://schemas.openxmlformats.org/officeDocument/2006/relationships" xmlns:a="http://schemas.openxmlformats.org/drawingml/2006/main" r:embed="R76346dd32fc04603"/>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7439AF6-3D5D-4B10-AC54-1DE5B2C33BD5}"/>
              </a:ext>
            </a:extLst>
          </p:cNvPr>
          <p:cNvPicPr>
            <a:picLocks xmlns:a="http://schemas.openxmlformats.org/drawingml/2006/main" noChangeAspect="1"/>
          </p:cNvPicPr>
          <p:nvPr/>
        </p:nvPicPr>
        <p:blipFill>
          <a:blip xmlns:r="http://schemas.openxmlformats.org/officeDocument/2006/relationships" xmlns:a="http://schemas.openxmlformats.org/drawingml/2006/main" r:embed="R340c8bd2d8dc48f0"/>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79B4A31-C0D7-4F7A-BAE2-E23C4DD6C694}"/>
              </a:ext>
            </a:extLst>
          </p:cNvPr>
          <p:cNvPicPr>
            <a:picLocks xmlns:a="http://schemas.openxmlformats.org/drawingml/2006/main" noChangeAspect="1"/>
          </p:cNvPicPr>
          <p:nvPr/>
        </p:nvPicPr>
        <p:blipFill>
          <a:blip xmlns:r="http://schemas.openxmlformats.org/officeDocument/2006/relationships" xmlns:a="http://schemas.openxmlformats.org/drawingml/2006/main" r:embed="Ra7b4c2bf264b42e4"/>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FDB9B2A-986D-4F6C-A077-7B1F68380CC7}"/>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2DD03BB1-C6CD-4F6E-A710-4E86AFACF630}"/>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707039479"/>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30979AB-97EF-4C36-9472-F2C82401C28D}"/>
              </a:ext>
            </a:extLst>
          </p:cNvPr>
          <p:cNvPicPr>
            <a:picLocks xmlns:a="http://schemas.openxmlformats.org/drawingml/2006/main" noChangeAspect="1"/>
          </p:cNvPicPr>
          <p:nvPr/>
        </p:nvPicPr>
        <p:blipFill>
          <a:blip xmlns:r="http://schemas.openxmlformats.org/officeDocument/2006/relationships" xmlns:a="http://schemas.openxmlformats.org/drawingml/2006/main" r:embed="R6231b9756871448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5213CD-16FB-403E-8766-617980DBD16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DE9446-C1C5-460C-A223-A60A79AE08D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03627D9E-877B-4F78-B115-807B2DD4497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5713D5B-5268-40FA-B83F-7FA83463E11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2E1C361-B864-4791-8CFD-AA1B692F7C2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90CAAC4D-1EA6-4B7A-9C3F-62B90FB83987}"/>
              </a:ext>
            </a:extLst>
          </p:cNvPr>
          <p:cNvPicPr>
            <a:picLocks xmlns:a="http://schemas.openxmlformats.org/drawingml/2006/main" noChangeAspect="1"/>
          </p:cNvPicPr>
          <p:nvPr/>
        </p:nvPicPr>
        <p:blipFill>
          <a:blip xmlns:r="http://schemas.openxmlformats.org/officeDocument/2006/relationships" xmlns:a="http://schemas.openxmlformats.org/drawingml/2006/main" r:embed="Ra4854195e84f4de0"/>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9581C45-B00E-41BF-A7D3-29B35234A23A}"/>
              </a:ext>
            </a:extLst>
          </p:cNvPr>
          <p:cNvPicPr>
            <a:picLocks xmlns:a="http://schemas.openxmlformats.org/drawingml/2006/main" noChangeAspect="1"/>
          </p:cNvPicPr>
          <p:nvPr/>
        </p:nvPicPr>
        <p:blipFill>
          <a:blip xmlns:r="http://schemas.openxmlformats.org/officeDocument/2006/relationships" xmlns:a="http://schemas.openxmlformats.org/drawingml/2006/main" r:embed="Rb142c79afe134048"/>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DAB91EC-397F-4124-B5F1-211E8D1BF075}"/>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356869742"/>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C0467F50-65F5-4512-84B7-02A9042226FF}"/>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81717F7-004F-47A2-93F8-6AACC673FAD2}"/>
              </a:ext>
            </a:extLst>
          </p:cNvPr>
          <p:cNvPicPr>
            <a:picLocks xmlns:a="http://schemas.openxmlformats.org/drawingml/2006/main" noChangeAspect="1"/>
          </p:cNvPicPr>
          <p:nvPr/>
        </p:nvPicPr>
        <p:blipFill>
          <a:blip xmlns:r="http://schemas.openxmlformats.org/officeDocument/2006/relationships" xmlns:a="http://schemas.openxmlformats.org/drawingml/2006/main" r:embed="Raed754abda894fe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943A3D-C11E-47C6-8441-2E395C58054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180149-11E0-4203-A005-9E21516733A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CF90AA1C-047F-47F8-B8AC-787B5DF3609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FFF6A30-2DDC-4CE1-A1AC-BE23858DABB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2FABAFB-8951-4295-A827-B9C919B7D36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3AC849BF-2404-47E0-8A5D-5E1B3BA99E23}"/>
              </a:ext>
            </a:extLst>
          </p:cNvPr>
          <p:cNvPicPr>
            <a:picLocks xmlns:a="http://schemas.openxmlformats.org/drawingml/2006/main" noChangeAspect="1"/>
          </p:cNvPicPr>
          <p:nvPr/>
        </p:nvPicPr>
        <p:blipFill>
          <a:blip xmlns:r="http://schemas.openxmlformats.org/officeDocument/2006/relationships" xmlns:a="http://schemas.openxmlformats.org/drawingml/2006/main" r:embed="R29f09ff413324fc7"/>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D0428C5-7B3F-4811-AC1C-2F0B90879169}"/>
              </a:ext>
            </a:extLst>
          </p:cNvPr>
          <p:cNvPicPr>
            <a:picLocks xmlns:a="http://schemas.openxmlformats.org/drawingml/2006/main" noChangeAspect="1"/>
          </p:cNvPicPr>
          <p:nvPr/>
        </p:nvPicPr>
        <p:blipFill>
          <a:blip xmlns:r="http://schemas.openxmlformats.org/officeDocument/2006/relationships" xmlns:a="http://schemas.openxmlformats.org/drawingml/2006/main" r:embed="R43039bd36d3646be"/>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36ECC9A-274C-4F06-A893-62C30AD7F1E7}"/>
              </a:ext>
            </a:extLst>
          </p:cNvPr>
          <p:cNvPicPr>
            <a:picLocks xmlns:a="http://schemas.openxmlformats.org/drawingml/2006/main" noChangeAspect="1"/>
          </p:cNvPicPr>
          <p:nvPr/>
        </p:nvPicPr>
        <p:blipFill>
          <a:blip xmlns:r="http://schemas.openxmlformats.org/officeDocument/2006/relationships" xmlns:a="http://schemas.openxmlformats.org/drawingml/2006/main" r:embed="Rc1f0c8fcfa284fd8"/>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942555245"/>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A073FC5-04D9-40C9-A5F5-5306EA5334E5}"/>
              </a:ext>
            </a:extLst>
          </p:cNvPr>
          <p:cNvPicPr>
            <a:picLocks xmlns:a="http://schemas.openxmlformats.org/drawingml/2006/main" noChangeAspect="1"/>
          </p:cNvPicPr>
          <p:nvPr/>
        </p:nvPicPr>
        <p:blipFill>
          <a:blip xmlns:r="http://schemas.openxmlformats.org/officeDocument/2006/relationships" xmlns:a="http://schemas.openxmlformats.org/drawingml/2006/main" r:embed="R21f8e6beef3846f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8E1D49-D64C-446F-91E7-18F34D902BE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4FC40C-1CC9-4703-9663-28911FD8080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D3430CDD-669D-4411-AB32-59F3E2649CD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5ECDB37-7892-4575-BC67-309FD2BED66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2A48E6E-C6E6-4298-A517-FD413DE4A0B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D2A8C499-01E1-457B-9D6F-1E99E63E370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1613AA1D-DAE7-48D9-88CB-B9A9887C91B6}"/>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932A9161-DDDC-496C-828C-957D3BE74F66}"/>
              </a:ext>
            </a:extLst>
          </p:cNvPr>
          <p:cNvPicPr>
            <a:picLocks xmlns:a="http://schemas.openxmlformats.org/drawingml/2006/main" noChangeAspect="1"/>
          </p:cNvPicPr>
          <p:nvPr/>
        </p:nvPicPr>
        <p:blipFill>
          <a:blip xmlns:r="http://schemas.openxmlformats.org/officeDocument/2006/relationships" xmlns:a="http://schemas.openxmlformats.org/drawingml/2006/main" r:embed="Rf47db95d42384596"/>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733882E1-68C5-43EA-88F3-EB1525418CFF}"/>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BC7B56D-9397-4290-9317-07BB3949AC37}"/>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8AEB3746-2ADE-40EB-9C50-B048829EAE94}"/>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43F42125-54D0-40FC-9595-EF7C075545AE}"/>
              </a:ext>
            </a:extLst>
          </p:cNvPr>
          <p:cNvPicPr>
            <a:picLocks xmlns:a="http://schemas.openxmlformats.org/drawingml/2006/main" noChangeAspect="1"/>
          </p:cNvPicPr>
          <p:nvPr/>
        </p:nvPicPr>
        <p:blipFill>
          <a:blip xmlns:r="http://schemas.openxmlformats.org/officeDocument/2006/relationships" xmlns:a="http://schemas.openxmlformats.org/drawingml/2006/main" r:embed="R811608ccd45f4307"/>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620847378"/>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EE434CEB-9607-4C2C-B1C9-50E5A1165556}"/>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9128D580-36F4-419A-8CD0-0679FE413BA9}"/>
              </a:ext>
            </a:extLst>
          </p:cNvPr>
          <p:cNvPicPr>
            <a:picLocks xmlns:a="http://schemas.openxmlformats.org/drawingml/2006/main" noChangeAspect="1"/>
          </p:cNvPicPr>
          <p:nvPr/>
        </p:nvPicPr>
        <p:blipFill>
          <a:blip xmlns:r="http://schemas.openxmlformats.org/officeDocument/2006/relationships" xmlns:a="http://schemas.openxmlformats.org/drawingml/2006/main" r:embed="Rf5f449e48b994fb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000838-61F4-4107-BD48-9109C9E29DB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C564DBE-A7D6-43C7-9C1A-ED23A96C49C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2B84D6F5-1151-45F6-81B6-DA93E73D595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789D8CA-2A28-45D8-A303-C6DC64FA71E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E79424C-BC76-4ED4-A232-345782BDBA5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B2694A40-8794-4B6D-B22E-D83F3F3A9A5C}"/>
              </a:ext>
            </a:extLst>
          </p:cNvPr>
          <p:cNvPicPr>
            <a:picLocks xmlns:a="http://schemas.openxmlformats.org/drawingml/2006/main" noChangeAspect="1"/>
          </p:cNvPicPr>
          <p:nvPr/>
        </p:nvPicPr>
        <p:blipFill>
          <a:blip xmlns:r="http://schemas.openxmlformats.org/officeDocument/2006/relationships" xmlns:a="http://schemas.openxmlformats.org/drawingml/2006/main" r:embed="Rc9814dc45bad483e"/>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2C61ADB-9AC5-47CA-81BC-023F62271C3E}"/>
              </a:ext>
            </a:extLst>
          </p:cNvPr>
          <p:cNvPicPr>
            <a:picLocks xmlns:a="http://schemas.openxmlformats.org/drawingml/2006/main" noChangeAspect="1"/>
          </p:cNvPicPr>
          <p:nvPr/>
        </p:nvPicPr>
        <p:blipFill>
          <a:blip xmlns:r="http://schemas.openxmlformats.org/officeDocument/2006/relationships" xmlns:a="http://schemas.openxmlformats.org/drawingml/2006/main" r:embed="Rd429a520e90444e3"/>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B1E1AA8-2E86-4134-B07C-A0D6CF7B6AA1}"/>
              </a:ext>
            </a:extLst>
          </p:cNvPr>
          <p:cNvPicPr>
            <a:picLocks xmlns:a="http://schemas.openxmlformats.org/drawingml/2006/main" noChangeAspect="1"/>
          </p:cNvPicPr>
          <p:nvPr/>
        </p:nvPicPr>
        <p:blipFill>
          <a:blip xmlns:r="http://schemas.openxmlformats.org/officeDocument/2006/relationships" xmlns:a="http://schemas.openxmlformats.org/drawingml/2006/main" r:embed="R27b1635f768b4765"/>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154F26AF-5B65-46B4-BCB3-48A92D35FD90}"/>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9F1C79C5-35E9-4776-8F26-3555A941F98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846281318"/>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0BC4895C-050C-4F01-B9A7-27D5BB5265FB}"/>
              </a:ext>
            </a:extLst>
          </p:cNvPr>
          <p:cNvPicPr>
            <a:picLocks xmlns:a="http://schemas.openxmlformats.org/drawingml/2006/main" noChangeAspect="1"/>
          </p:cNvPicPr>
          <p:nvPr/>
        </p:nvPicPr>
        <p:blipFill>
          <a:blip xmlns:r="http://schemas.openxmlformats.org/officeDocument/2006/relationships" xmlns:a="http://schemas.openxmlformats.org/drawingml/2006/main" r:embed="R8bc176c9da364eb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F67D27-F4D0-4C96-8E58-A9780A03C36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CDEAC4-9E32-4694-B0FA-4A561728413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CCA145A-A9E7-4DEE-B358-A842A5B4F89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0B1C4D-DB9E-46C4-A59E-EF096021DF6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903B9946-8045-439A-84A7-F9E1B565899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C4E43531-5D38-4B88-9E7E-427CF2E36F50}"/>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6A5C26A5-8C97-4B06-BACD-D5295C4D5201}"/>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8D3A2E3-A80C-4526-8B88-29716D655F79}"/>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40C049DC-3A71-435F-A0D0-E18C2515A3CC}"/>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B097BA99-81D7-4CFC-A8AA-3D5D72597665}"/>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C688EEC6-C148-4A9B-8C6A-C687AED6998E}"/>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4131CF3-84EC-4148-9A39-0159FEEAA8DD}"/>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E73B5441-1A13-4C5C-8AC7-4E3FE49C994B}"/>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0EA646CD-909C-42FF-AB1D-F338C8221790}"/>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C904A80E-9049-4495-BCD9-154722403706}"/>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3A14633C-213F-41B9-979C-9F1C39F0F33F}"/>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8D9F6453-7EB7-46A0-A64C-802061715C7C}"/>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46664DC-B800-4B0B-AC8B-813A8752EABB}"/>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7034A657-F7E4-4B9C-9E2D-7B99DC8C7876}"/>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C6295997-C337-4E68-BAA9-E1777C31AB66}"/>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3FCDE200-47D4-4D46-B073-35D6754D5A30}"/>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51E28FA4-4B8F-426B-A35E-936B4B0B0847}"/>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D976B59E-F18C-4B3C-B395-1D8C66EA04B8}"/>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AB94ACE5-0F73-4095-99BF-3B1288DE1509}"/>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016A1A68-E195-41AE-9C51-90F778364602}"/>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16385D21-B2DF-41B3-A8B7-62A6ABC8E57D}"/>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17962172-AB2E-489F-A389-2670A146D036}"/>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48C30496-ECD6-4FBD-B3E9-D88CD9717EA9}"/>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44B79C3A-9A17-4F78-953D-FF68A7DE7D68}"/>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F623D854-101B-4A06-98AC-673A85224BB8}"/>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872387023"/>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74FB766F-A47C-4AA4-A7F1-B7BBDEFE54BE}"/>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C9CD657F-ECDE-4C67-A701-9D83D143E7EF}"/>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133F8DB-40DC-49AF-AE7E-49CF4415AACB}"/>
              </a:ext>
            </a:extLst>
          </p:cNvPr>
          <p:cNvPicPr>
            <a:picLocks xmlns:a="http://schemas.openxmlformats.org/drawingml/2006/main" noChangeAspect="1"/>
          </p:cNvPicPr>
          <p:nvPr/>
        </p:nvPicPr>
        <p:blipFill>
          <a:blip xmlns:r="http://schemas.openxmlformats.org/officeDocument/2006/relationships" xmlns:a="http://schemas.openxmlformats.org/drawingml/2006/main" r:embed="R5fe16f17f92d45d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DBB71CA-9BB6-446C-9C58-EEE8AFEF50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B41166-F871-46FB-B662-4B068D770E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689C2DA-0752-4E40-902B-3F1C10B7D90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B8DC6E3-3469-4CA4-B3B4-1BB430073B3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CDDDD60-D051-4FB7-BBEA-5963B883E5D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68C5AAB7-CD77-42F4-B2CE-48F2579A9DF1}"/>
              </a:ext>
            </a:extLst>
          </p:cNvPr>
          <p:cNvPicPr>
            <a:picLocks xmlns:a="http://schemas.openxmlformats.org/drawingml/2006/main" noChangeAspect="1"/>
          </p:cNvPicPr>
          <p:nvPr/>
        </p:nvPicPr>
        <p:blipFill>
          <a:blip xmlns:r="http://schemas.openxmlformats.org/officeDocument/2006/relationships" xmlns:a="http://schemas.openxmlformats.org/drawingml/2006/main" r:embed="R49ff247cdf2140ad"/>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1AC9D55-3D18-4636-907B-196E59DC9084}"/>
              </a:ext>
            </a:extLst>
          </p:cNvPr>
          <p:cNvPicPr>
            <a:picLocks xmlns:a="http://schemas.openxmlformats.org/drawingml/2006/main" noChangeAspect="1"/>
          </p:cNvPicPr>
          <p:nvPr/>
        </p:nvPicPr>
        <p:blipFill>
          <a:blip xmlns:r="http://schemas.openxmlformats.org/officeDocument/2006/relationships" xmlns:a="http://schemas.openxmlformats.org/drawingml/2006/main" r:embed="Rf84c466ac37f4ec4"/>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0212C604-6E63-4A21-BBCB-ADDB68341D8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FFD46435-856D-48E0-98C6-E4F283889D76}"/>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D51538EA-78A5-4D00-BEB2-F1155F1C4B9C}"/>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697534522"/>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52DCA7C0-7C1F-4B94-8458-E52C9F585472}"/>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76CEF2B9-CE99-418B-A783-BB536D1A1140}"/>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B446E60-8E2E-467A-989D-9E4AC765A5D2}"/>
              </a:ext>
            </a:extLst>
          </p:cNvPr>
          <p:cNvPicPr>
            <a:picLocks xmlns:a="http://schemas.openxmlformats.org/drawingml/2006/main" noChangeAspect="1"/>
          </p:cNvPicPr>
          <p:nvPr/>
        </p:nvPicPr>
        <p:blipFill>
          <a:blip xmlns:r="http://schemas.openxmlformats.org/officeDocument/2006/relationships" xmlns:a="http://schemas.openxmlformats.org/drawingml/2006/main" r:embed="R4d4be0812ac045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13604F-A690-4B02-A099-C1C165309CC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FB3DC4-EF5C-4BB1-813C-D9A0E9877BE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C269BD5E-C1B3-47BF-AE31-F0592F9AB28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AD08527-33B2-4173-9DF3-20DBFB9F90C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F391177-009F-4A09-BB14-5B45459F4E7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939C3AD8-16A9-43C0-88A1-F3645DAF6104}"/>
              </a:ext>
            </a:extLst>
          </p:cNvPr>
          <p:cNvPicPr>
            <a:picLocks xmlns:a="http://schemas.openxmlformats.org/drawingml/2006/main" noChangeAspect="1"/>
          </p:cNvPicPr>
          <p:nvPr/>
        </p:nvPicPr>
        <p:blipFill>
          <a:blip xmlns:r="http://schemas.openxmlformats.org/officeDocument/2006/relationships" xmlns:a="http://schemas.openxmlformats.org/drawingml/2006/main" r:embed="Re5a65396e6e34497"/>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280C95F-EBDD-4C5B-A0A4-6273330ADCDA}"/>
              </a:ext>
            </a:extLst>
          </p:cNvPr>
          <p:cNvPicPr>
            <a:picLocks xmlns:a="http://schemas.openxmlformats.org/drawingml/2006/main" noChangeAspect="1"/>
          </p:cNvPicPr>
          <p:nvPr/>
        </p:nvPicPr>
        <p:blipFill>
          <a:blip xmlns:r="http://schemas.openxmlformats.org/officeDocument/2006/relationships" xmlns:a="http://schemas.openxmlformats.org/drawingml/2006/main" r:embed="R6a1d9a82162d44f1"/>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E93ACC0-53A2-4391-806C-05D35078AD58}"/>
              </a:ext>
            </a:extLst>
          </p:cNvPr>
          <p:cNvPicPr>
            <a:picLocks xmlns:a="http://schemas.openxmlformats.org/drawingml/2006/main" noChangeAspect="1"/>
          </p:cNvPicPr>
          <p:nvPr/>
        </p:nvPicPr>
        <p:blipFill>
          <a:blip xmlns:r="http://schemas.openxmlformats.org/officeDocument/2006/relationships" xmlns:a="http://schemas.openxmlformats.org/drawingml/2006/main" r:embed="R2b6c9f328b0c402d"/>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2B949059-9388-4271-8D56-BB38035A9DF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D34035D8-CE5A-4E58-8757-38656DB346E7}"/>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D0017E32-DECE-4ADC-8E17-CE695DB98642}"/>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755584331"/>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442FAAD-BF65-4951-BF9B-B23FD6701675}"/>
              </a:ext>
            </a:extLst>
          </p:cNvPr>
          <p:cNvPicPr>
            <a:picLocks xmlns:a="http://schemas.openxmlformats.org/drawingml/2006/main" noChangeAspect="1"/>
          </p:cNvPicPr>
          <p:nvPr/>
        </p:nvPicPr>
        <p:blipFill>
          <a:blip xmlns:r="http://schemas.openxmlformats.org/officeDocument/2006/relationships" xmlns:a="http://schemas.openxmlformats.org/drawingml/2006/main" r:embed="R8ff585fcf105412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B4C0FF-0EF0-4E4B-B846-BB3BC050832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5F366A-6A7D-470B-B0B4-54659B4887A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AA5F8B02-3E7E-41D3-99A8-85AC13BE472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5A17E2F-6BF1-4778-A6A6-7DF6BE5A941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ED925A7-4DEA-44E9-AB0C-4F71B28808D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43E20A6F-F248-456F-B251-C779210F55AE}"/>
              </a:ext>
            </a:extLst>
          </p:cNvPr>
          <p:cNvPicPr>
            <a:picLocks xmlns:a="http://schemas.openxmlformats.org/drawingml/2006/main" noChangeAspect="1"/>
          </p:cNvPicPr>
          <p:nvPr/>
        </p:nvPicPr>
        <p:blipFill>
          <a:blip xmlns:r="http://schemas.openxmlformats.org/officeDocument/2006/relationships" xmlns:a="http://schemas.openxmlformats.org/drawingml/2006/main" r:embed="R2ecea4e106074728"/>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0CE8B50-32D7-4CCA-9A09-1D6D1CE7A199}"/>
              </a:ext>
            </a:extLst>
          </p:cNvPr>
          <p:cNvPicPr>
            <a:picLocks xmlns:a="http://schemas.openxmlformats.org/drawingml/2006/main" noChangeAspect="1"/>
          </p:cNvPicPr>
          <p:nvPr/>
        </p:nvPicPr>
        <p:blipFill>
          <a:blip xmlns:r="http://schemas.openxmlformats.org/officeDocument/2006/relationships" xmlns:a="http://schemas.openxmlformats.org/drawingml/2006/main" r:embed="Rba4452b30ec640de"/>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6A40639E-707D-4A1A-9FC0-0B2E1933280F}"/>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692526018"/>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9467FB5-7434-4677-964F-3FF757314563}"/>
              </a:ext>
            </a:extLst>
          </p:cNvPr>
          <p:cNvPicPr>
            <a:picLocks xmlns:a="http://schemas.openxmlformats.org/drawingml/2006/main" noChangeAspect="1"/>
          </p:cNvPicPr>
          <p:nvPr/>
        </p:nvPicPr>
        <p:blipFill>
          <a:blip xmlns:r="http://schemas.openxmlformats.org/officeDocument/2006/relationships" xmlns:a="http://schemas.openxmlformats.org/drawingml/2006/main" r:embed="Rf6f95248e877411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248E32B-4631-4217-BA31-9BE4B74CEED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DFD2B52E-034C-4B8F-B808-B401AAD3FD9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891881C4-0FF7-461E-B3D9-B15D1D760847}"/>
              </a:ext>
            </a:extLst>
          </p:cNvPr>
          <p:cNvPicPr>
            <a:picLocks xmlns:a="http://schemas.openxmlformats.org/drawingml/2006/main" noChangeAspect="1"/>
          </p:cNvPicPr>
          <p:nvPr/>
        </p:nvPicPr>
        <p:blipFill>
          <a:blip xmlns:r="http://schemas.openxmlformats.org/officeDocument/2006/relationships" xmlns:a="http://schemas.openxmlformats.org/drawingml/2006/main" r:embed="R7aa53baf2a32407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12CA6139-D80B-4FF7-AC61-3F461573240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027C258C-2510-4E06-BFF1-CD2F2DBC24B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44183596-1044-4C8D-A4B4-64F866A8819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BE56EB41-DA93-4B77-9DCC-33C0D41F443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819978447"/>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109C5DE-5E36-4E65-96DA-7705D81FFACA}"/>
              </a:ext>
            </a:extLst>
          </p:cNvPr>
          <p:cNvPicPr>
            <a:picLocks xmlns:a="http://schemas.openxmlformats.org/drawingml/2006/main" noChangeAspect="1"/>
          </p:cNvPicPr>
          <p:nvPr/>
        </p:nvPicPr>
        <p:blipFill>
          <a:blip xmlns:r="http://schemas.openxmlformats.org/officeDocument/2006/relationships" xmlns:a="http://schemas.openxmlformats.org/drawingml/2006/main" r:embed="R0814138908bd48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C07AC7-9EF5-482D-B62B-DDCA921F4C4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97E07F-FBEB-4962-8240-4DDCC9B19F0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68B67AA-026D-454E-936F-619FBBDD240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C990218-906E-4112-AD1C-79975142FD4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C4BC64E-2528-4BE2-9030-E7580786BB7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102E3B8B-F048-4A30-9A20-9C5F1D724F68}"/>
              </a:ext>
            </a:extLst>
          </p:cNvPr>
          <p:cNvPicPr>
            <a:picLocks xmlns:a="http://schemas.openxmlformats.org/drawingml/2006/main" noChangeAspect="1"/>
          </p:cNvPicPr>
          <p:nvPr/>
        </p:nvPicPr>
        <p:blipFill>
          <a:blip xmlns:r="http://schemas.openxmlformats.org/officeDocument/2006/relationships" xmlns:a="http://schemas.openxmlformats.org/drawingml/2006/main" r:embed="R86d14b0715f54bc0"/>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5F19CA8-4DC0-49C8-ABF4-9AD7D5C7DE6C}"/>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4247679B-5962-4D62-BE42-B32BC9988E66}"/>
              </a:ext>
            </a:extLst>
          </p:cNvPr>
          <p:cNvSpPr>
            <a:spLocks xmlns:a="http://schemas.openxmlformats.org/drawingml/2006/main" noGrp="1"/>
          </p:cNvSpPr>
          <p:nvPr/>
        </p:nvSpPr>
        <p:spPr>
          <a:xfrm xmlns:a="http://schemas.openxmlformats.org/drawingml/2006/main">
            <a:off x="2857500" y="6953250"/>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0124B28D-EC80-461C-86A7-8EDBF5DFBF45}"/>
              </a:ext>
            </a:extLst>
          </p:cNvPr>
          <p:cNvSpPr>
            <a:spLocks xmlns:a="http://schemas.openxmlformats.org/drawingml/2006/main" noGrp="1"/>
          </p:cNvSpPr>
          <p:nvPr/>
        </p:nvSpPr>
        <p:spPr>
          <a:xfrm xmlns:a="http://schemas.openxmlformats.org/drawingml/2006/main">
            <a:off x="2857500" y="8048625"/>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977950978"/>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96B42F1E-6B01-4E10-9243-2FB996EC8949}"/>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28F7BA08-46EC-4CCA-B9C4-5F84649710A5}"/>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02C6E0DB-13BB-40BA-AE4F-C85B2B8C65A7}"/>
              </a:ext>
            </a:extLst>
          </p:cNvPr>
          <p:cNvPicPr>
            <a:picLocks xmlns:a="http://schemas.openxmlformats.org/drawingml/2006/main" noChangeAspect="1"/>
          </p:cNvPicPr>
          <p:nvPr/>
        </p:nvPicPr>
        <p:blipFill>
          <a:blip xmlns:r="http://schemas.openxmlformats.org/officeDocument/2006/relationships" xmlns:a="http://schemas.openxmlformats.org/drawingml/2006/main" r:embed="R6605d62630fe47e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369117-F86F-4CE5-ABEF-E654E6BE9C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7F7F01-3B8C-4BE0-9611-3E377789C58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743245B-944A-49D1-98B5-FD6CAF473C1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79DC84-7467-4FBB-98DB-91ED8440826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CC712C5-CFBF-4575-B9F8-744AA496023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53DAA7F6-D670-444A-BB12-DFA7E1281804}"/>
              </a:ext>
            </a:extLst>
          </p:cNvPr>
          <p:cNvPicPr>
            <a:picLocks xmlns:a="http://schemas.openxmlformats.org/drawingml/2006/main" noChangeAspect="1"/>
          </p:cNvPicPr>
          <p:nvPr/>
        </p:nvPicPr>
        <p:blipFill>
          <a:blip xmlns:r="http://schemas.openxmlformats.org/officeDocument/2006/relationships" xmlns:a="http://schemas.openxmlformats.org/drawingml/2006/main" r:embed="R161f765954ab4995"/>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17826AB-1796-46C4-99D8-2967A13DADEE}"/>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98791329-05D3-4C25-B0B6-D636BB53EF0B}"/>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DFE38054-AA7E-4E63-82D3-81FE12155FDD}"/>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29D71826-EF68-4C29-AE62-73F55EA5A4AD}"/>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D68581AB-9E41-453D-B95D-066E26004D25}"/>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35BA6138-EA05-4200-827D-0BB4A46128D0}"/>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4F93D2-4F73-4013-8122-F2841AF23792}"/>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929600011"/>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1C45A45-5429-434C-8F9E-246AA08F8A36}"/>
              </a:ext>
            </a:extLst>
          </p:cNvPr>
          <p:cNvPicPr>
            <a:picLocks xmlns:a="http://schemas.openxmlformats.org/drawingml/2006/main" noChangeAspect="1"/>
          </p:cNvPicPr>
          <p:nvPr/>
        </p:nvPicPr>
        <p:blipFill>
          <a:blip xmlns:r="http://schemas.openxmlformats.org/officeDocument/2006/relationships" xmlns:a="http://schemas.openxmlformats.org/drawingml/2006/main" r:embed="R024428549aa047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ED5B803-6B4E-4435-996C-6C26194FC46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E1AFF50-0F3E-4946-9EAA-83F0B79BFC5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0895291D-EB9F-440A-9445-141228F0148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0CB84FE-E219-40E6-B885-B9A0CD5AF6F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3D2B575-68DA-4C68-994D-47CA1DB861A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AC03C9A4-CDF3-49FE-9131-937AC3D2451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E31263A0-5F76-4933-9029-5D003CE15FB7}"/>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5F52DA6-B2C1-4A69-8B10-E1B4B85B4A34}"/>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D62B328-43E5-4A4D-9EC7-634087C2C007}"/>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1D73492-7371-435A-B966-E9F512F66152}"/>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E54F032-6019-41E6-BC00-FA6A9D647522}"/>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7171016-8C7C-4428-B438-E9EC8661FA31}"/>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139520610"/>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6A47864-6EE9-450A-837E-FB6DB2854588}"/>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C742ED33-2586-4C4E-9039-FAF7C964F15A}"/>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0479313-6FE8-47C3-AA68-C6DD2E938B03}"/>
              </a:ext>
            </a:extLst>
          </p:cNvPr>
          <p:cNvPicPr>
            <a:picLocks xmlns:a="http://schemas.openxmlformats.org/drawingml/2006/main" noChangeAspect="1"/>
          </p:cNvPicPr>
          <p:nvPr/>
        </p:nvPicPr>
        <p:blipFill>
          <a:blip xmlns:r="http://schemas.openxmlformats.org/officeDocument/2006/relationships" xmlns:a="http://schemas.openxmlformats.org/drawingml/2006/main" r:embed="Rebf08d8da83f4ea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CED65E-A0C8-4EE1-9D4E-33FE7249A7D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E103B6-EE14-4937-AD48-6743E371C3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9522BD9-391C-4097-8627-C6735B2B9A6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EF0AF5D-7269-4546-99B2-D6EA72BDA04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8F41D42-F17C-4E2E-B578-B627C69733D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9B8C3EDB-48AF-4F98-BA5E-C691C4B6559F}"/>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495E062F-8304-4E91-A079-224380C753BB}"/>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21AD9DB3-CCFB-496F-BCBD-B73EED45CF36}"/>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BB542512-AA9E-42FF-B6A4-3D4B389EA2EF}"/>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AAF620AF-54A9-44F8-8D77-FE1681E98867}"/>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2091361039"/>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4DC1998-F6FF-49B4-95BD-DDE9BE2AEBB2}"/>
              </a:ext>
            </a:extLst>
          </p:cNvPr>
          <p:cNvPicPr>
            <a:picLocks xmlns:a="http://schemas.openxmlformats.org/drawingml/2006/main" noChangeAspect="1"/>
          </p:cNvPicPr>
          <p:nvPr/>
        </p:nvPicPr>
        <p:blipFill>
          <a:blip xmlns:r="http://schemas.openxmlformats.org/officeDocument/2006/relationships" xmlns:a="http://schemas.openxmlformats.org/drawingml/2006/main" r:embed="Ra632f120d94d4c4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21A8EA-7FAC-4537-8FB9-6E77FF2BAE5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C74E36-E40C-4D4D-ABDD-DCD19BF9F8F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9A1E8C1-A782-45BA-8169-C6AA3EDA263B}"/>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42D9BD9-60D6-4546-9C12-F4002998407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BD8C581B-B018-4658-AA4E-87FDEFBF90A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D18B2FAA-8B4E-49A6-BA78-AF626E72852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31327D2F-05F3-4050-9B26-72AC0716AC57}"/>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81331A54-B712-4BEE-BA7D-A5613101F555}"/>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956F8EC-7C4F-4DC9-B0B8-96966AC58A06}"/>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B46B50E-952B-44D1-A59F-3561E899A820}"/>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759FCDC-85B9-4C6A-BB88-B1195D8DE1A9}"/>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35482D4-5256-4504-BB9A-AEB3DFABC6FD}"/>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820675703"/>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C13126C-4832-4041-B2BC-91FFF1A417DB}"/>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12852ADD-566D-4EB3-9760-E67E55A3C8FC}"/>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AACBA6F-6A71-4EDC-A3D8-55F7621D0BBC}"/>
              </a:ext>
            </a:extLst>
          </p:cNvPr>
          <p:cNvPicPr>
            <a:picLocks xmlns:a="http://schemas.openxmlformats.org/drawingml/2006/main" noChangeAspect="1"/>
          </p:cNvPicPr>
          <p:nvPr/>
        </p:nvPicPr>
        <p:blipFill>
          <a:blip xmlns:r="http://schemas.openxmlformats.org/officeDocument/2006/relationships" xmlns:a="http://schemas.openxmlformats.org/drawingml/2006/main" r:embed="Rec4be6be070549b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6957BE-0890-4C56-A6BB-4362EE1A9DB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840CE2-24A5-48A0-B357-00586CE6C9D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08CFDFE-CF6B-4171-83F3-2BE38FAA096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F544B03-AF77-4483-A2D5-3B4570979FC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406A708-A6DE-4AD7-BB7F-108D52347D1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8870BF7A-FE80-43B0-B70A-FB26B18B7ABE}"/>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EA6BDA43-68AF-49E5-AE55-F305B1CB9C50}"/>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DD4FE5D6-7FFC-490B-9673-0D3208383269}"/>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61276E9D-84A1-43AD-97BB-65356DB6BBAC}"/>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C616F530-281E-4506-87F9-F218D6387B0A}"/>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573411642"/>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6E5A673-C939-4E07-B55B-9C0BC80110D1}"/>
              </a:ext>
            </a:extLst>
          </p:cNvPr>
          <p:cNvPicPr>
            <a:picLocks xmlns:a="http://schemas.openxmlformats.org/drawingml/2006/main" noChangeAspect="1"/>
          </p:cNvPicPr>
          <p:nvPr/>
        </p:nvPicPr>
        <p:blipFill>
          <a:blip xmlns:r="http://schemas.openxmlformats.org/officeDocument/2006/relationships" xmlns:a="http://schemas.openxmlformats.org/drawingml/2006/main" r:embed="Rab61bc0659e04e8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2D1EB3-570B-44ED-BAA4-BAB04E8A71C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5542E4-04B9-4B2B-B509-4F37BC871A1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F9A5FB0-991D-4829-8EEF-B51E34FAF9A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A94B92D-14BB-4132-AD1D-F76CD588FB3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ECF6066-4191-4237-AA6D-3176A8E6BEC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27FE6E3E-B3FB-4F77-944D-53D65673203B}"/>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C6D187F9-B29A-4A2D-89E4-2FE393C0A628}"/>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53BF0BD-1C34-4368-A1B2-2E22419E8954}"/>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D7DE769-4592-4567-9DB4-0CD375C068FA}"/>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0DF6BCC9-2A11-4FC1-9572-AD8BB23D2911}"/>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8ACD734-D649-43BF-8FEA-3FC95C9C32C0}"/>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FDA30FB8-9339-4903-BA06-2DB1BCF2950C}"/>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5EDFC280-1FA5-4E2C-BCEC-BAC5349797FD}"/>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915DB1E2-5E68-486A-8EF9-DAFB0B691262}"/>
              </a:ext>
            </a:extLst>
          </p:cNvPr>
          <p:cNvPicPr>
            <a:picLocks xmlns:a="http://schemas.openxmlformats.org/drawingml/2006/main" noChangeAspect="1"/>
          </p:cNvPicPr>
          <p:nvPr/>
        </p:nvPicPr>
        <p:blipFill>
          <a:blip xmlns:r="http://schemas.openxmlformats.org/officeDocument/2006/relationships" xmlns:a="http://schemas.openxmlformats.org/drawingml/2006/main" r:embed="R904f04e1736148c3"/>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868BB545-08CD-4409-801D-D67E81B01316}"/>
              </a:ext>
            </a:extLst>
          </p:cNvPr>
          <p:cNvPicPr>
            <a:picLocks xmlns:a="http://schemas.openxmlformats.org/drawingml/2006/main" noChangeAspect="1"/>
          </p:cNvPicPr>
          <p:nvPr/>
        </p:nvPicPr>
        <p:blipFill>
          <a:blip xmlns:r="http://schemas.openxmlformats.org/officeDocument/2006/relationships" xmlns:a="http://schemas.openxmlformats.org/drawingml/2006/main" r:embed="Rf81d0e62a3134fec"/>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8D99D902-F0EE-44C6-9C14-D874513785DF}"/>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BD94AB47-D184-4E44-AA82-92A8ED71EC09}"/>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194222908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DEFB4B23-C455-4A4C-9275-F495D7AA4A84}"/>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BB1B4EA6-C173-4A5A-844D-5FCC6593D2CA}"/>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870C60F3-5EF4-46B7-B0D0-6E19D44FC9C5}"/>
              </a:ext>
            </a:extLst>
          </p:cNvPr>
          <p:cNvPicPr>
            <a:picLocks xmlns:a="http://schemas.openxmlformats.org/drawingml/2006/main" noChangeAspect="1"/>
          </p:cNvPicPr>
          <p:nvPr/>
        </p:nvPicPr>
        <p:blipFill>
          <a:blip xmlns:r="http://schemas.openxmlformats.org/officeDocument/2006/relationships" xmlns:a="http://schemas.openxmlformats.org/drawingml/2006/main" r:embed="Rfe8f2ab6a2fa4d4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29CB98-67B3-4CCF-B2BF-D1DCEEC5CEA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F550D5-6336-41E1-9BF7-4E1744A30FD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681CB75-FF52-49F8-AD2A-EC2CA7EC70E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29A9BD8-7AE7-4C5F-AAD4-9ED2D406CF8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47CC823-9156-4DD6-9A7E-7B0CEE5E851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C182DB74-46B7-4308-950A-E127EAE70FBE}"/>
              </a:ext>
            </a:extLst>
          </p:cNvPr>
          <p:cNvPicPr>
            <a:picLocks xmlns:a="http://schemas.openxmlformats.org/drawingml/2006/main" noChangeAspect="1"/>
          </p:cNvPicPr>
          <p:nvPr/>
        </p:nvPicPr>
        <p:blipFill>
          <a:blip xmlns:r="http://schemas.openxmlformats.org/officeDocument/2006/relationships" xmlns:a="http://schemas.openxmlformats.org/drawingml/2006/main" r:embed="R539822cd12a347e8"/>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2EA28A5-9D02-4703-9514-42D5E580D28F}"/>
              </a:ext>
            </a:extLst>
          </p:cNvPr>
          <p:cNvPicPr>
            <a:picLocks xmlns:a="http://schemas.openxmlformats.org/drawingml/2006/main" noChangeAspect="1"/>
          </p:cNvPicPr>
          <p:nvPr/>
        </p:nvPicPr>
        <p:blipFill>
          <a:blip xmlns:r="http://schemas.openxmlformats.org/officeDocument/2006/relationships" xmlns:a="http://schemas.openxmlformats.org/drawingml/2006/main" r:embed="R20bdde42bbec49e2"/>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5AAB4A3F-F242-40CB-BCD8-2BCEE75B7090}"/>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74A9A8A8-0BDF-44CB-9A94-48440545C9E8}"/>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5DB6324E-BBD4-4166-8D83-4D54FD383B81}"/>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30710454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977DEB8-CA2E-4EDB-9CA8-8D4114571C0F}"/>
              </a:ext>
            </a:extLst>
          </p:cNvPr>
          <p:cNvPicPr>
            <a:picLocks xmlns:a="http://schemas.openxmlformats.org/drawingml/2006/main" noChangeAspect="1"/>
          </p:cNvPicPr>
          <p:nvPr/>
        </p:nvPicPr>
        <p:blipFill>
          <a:blip xmlns:r="http://schemas.openxmlformats.org/officeDocument/2006/relationships" xmlns:a="http://schemas.openxmlformats.org/drawingml/2006/main" r:embed="R9e9083f9a90b440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5CB650-0578-4B32-AD57-3C8FCC0E25A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11C230-9CD5-46BB-A41D-E87830EA357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ECABAB7C-9E6E-42A5-A06F-6B7FE94963E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53A0B2A-F6CF-4E8C-B75A-2BFBD419DF6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C913472-A70E-4984-9ED2-0E446761045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23D40DF4-B104-4618-9B03-330607F2EE80}"/>
              </a:ext>
            </a:extLst>
          </p:cNvPr>
          <p:cNvPicPr>
            <a:picLocks xmlns:a="http://schemas.openxmlformats.org/drawingml/2006/main" noChangeAspect="1"/>
          </p:cNvPicPr>
          <p:nvPr/>
        </p:nvPicPr>
        <p:blipFill>
          <a:blip xmlns:r="http://schemas.openxmlformats.org/officeDocument/2006/relationships" xmlns:a="http://schemas.openxmlformats.org/drawingml/2006/main" r:embed="R3870952f436f4b8e"/>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333C32FA-49BD-4DCF-95B3-472EF994FC7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76C88AD-5DFE-4879-9286-D32FA5CBDF6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821988029"/>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E599B793-4706-4FE2-BAF2-C67709A4B2C7}"/>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AF2F3B3-545B-473F-ABF0-98BEAFF93651}"/>
              </a:ext>
            </a:extLst>
          </p:cNvPr>
          <p:cNvPicPr>
            <a:picLocks xmlns:a="http://schemas.openxmlformats.org/drawingml/2006/main" noChangeAspect="1"/>
          </p:cNvPicPr>
          <p:nvPr/>
        </p:nvPicPr>
        <p:blipFill>
          <a:blip xmlns:r="http://schemas.openxmlformats.org/officeDocument/2006/relationships" xmlns:a="http://schemas.openxmlformats.org/drawingml/2006/main" r:embed="R7499750f998048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453846-E1CC-4509-945D-26CD08CC068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F1E1FE7-F5ED-4D8B-BC2B-2825CE4CA11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6F2DD4D-FA94-4E16-B23B-CFC7E7F2AB7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BC04FDE-D7B8-489F-AA37-81B2359423A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D4A4E7F-B147-4637-AD71-3971BBFD9FE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EABBEC45-018C-4221-88E9-00A81D19A68A}"/>
              </a:ext>
            </a:extLst>
          </p:cNvPr>
          <p:cNvPicPr>
            <a:picLocks xmlns:a="http://schemas.openxmlformats.org/drawingml/2006/main" noChangeAspect="1"/>
          </p:cNvPicPr>
          <p:nvPr/>
        </p:nvPicPr>
        <p:blipFill>
          <a:blip xmlns:r="http://schemas.openxmlformats.org/officeDocument/2006/relationships" xmlns:a="http://schemas.openxmlformats.org/drawingml/2006/main" r:embed="R0e61c458109f4697"/>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B70741A-C82F-45D0-A360-3A2CC7C3A57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EF7D721A-892A-4767-96FF-2C6E7B64F3ED}"/>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E124F7D-E2AC-47FF-AA99-9C7851566746}"/>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05C32541-4F65-4CE9-A583-5A88EA1B5E41}"/>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81A15598-CC8E-4FFD-9D61-D15DCC58EDA7}"/>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C78BCAF7-143F-4E05-8229-0F51643BC3AF}"/>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74EC5A6D-A6FC-48AF-99A1-AE3499435FBB}"/>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8A261CB4-B2E7-42D3-9F38-BBEE0BBA0057}"/>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A4FFB9A-D512-4363-A96D-DB67F0831A0A}"/>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8DE306FC-E9C1-46F6-B8B5-BBD8F02E0A7D}"/>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75403215"/>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67D9D479-B98E-4B51-8B92-067154913CCA}"/>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F5C7E39-6AEA-4634-A65D-C06237BD26D0}"/>
              </a:ext>
            </a:extLst>
          </p:cNvPr>
          <p:cNvPicPr>
            <a:picLocks xmlns:a="http://schemas.openxmlformats.org/drawingml/2006/main" noChangeAspect="1"/>
          </p:cNvPicPr>
          <p:nvPr/>
        </p:nvPicPr>
        <p:blipFill>
          <a:blip xmlns:r="http://schemas.openxmlformats.org/officeDocument/2006/relationships" xmlns:a="http://schemas.openxmlformats.org/drawingml/2006/main" r:embed="R096437d7a97d49d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805C0E-30D0-4C19-B48A-0A75C48B59D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DF1BFE-A56B-4034-B9BE-5EBE04E7207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34CDCFD-682F-42DE-805C-66485CCCDD6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12CFCFD-1FF5-4303-B188-2E9C31CE1B8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5B7D3E2-F4EC-4935-95D0-52D7A34BD71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095799D6-FC65-473B-B931-369C0D9724B3}"/>
              </a:ext>
            </a:extLst>
          </p:cNvPr>
          <p:cNvPicPr>
            <a:picLocks xmlns:a="http://schemas.openxmlformats.org/drawingml/2006/main" noChangeAspect="1"/>
          </p:cNvPicPr>
          <p:nvPr/>
        </p:nvPicPr>
        <p:blipFill>
          <a:blip xmlns:r="http://schemas.openxmlformats.org/officeDocument/2006/relationships" xmlns:a="http://schemas.openxmlformats.org/drawingml/2006/main" r:embed="R74342aafb2a84ac2"/>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135335DB-5BAA-4825-9053-9DE7AE9EEA1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0C05D17D-3106-4276-A128-E4DBF5E7008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3B49B682-097B-4157-BD37-0E7149DA17D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9E6E3075-9863-4C22-A19A-2F60720E4F82}"/>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EAD9686E-CDDF-4021-8A70-0A7B6919C538}"/>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31E15D29-92C6-4E8D-80FC-97984A67F616}"/>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FAD3F5E8-2D28-47E4-96D2-AE679F4C0A10}"/>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BF3BB633-05B4-4056-8462-522F0171B73B}"/>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CDCA18B-9339-45F3-A9C2-5F60632A77BF}"/>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7E128808-54D4-4251-AF67-2E0A6FE003B1}"/>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2035178832"/>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CD4CB1C-0B85-4E87-85B8-5CADE9BE0CE1}"/>
              </a:ext>
            </a:extLst>
          </p:cNvPr>
          <p:cNvPicPr>
            <a:picLocks xmlns:a="http://schemas.openxmlformats.org/drawingml/2006/main" noChangeAspect="1"/>
          </p:cNvPicPr>
          <p:nvPr/>
        </p:nvPicPr>
        <p:blipFill>
          <a:blip xmlns:r="http://schemas.openxmlformats.org/officeDocument/2006/relationships" xmlns:a="http://schemas.openxmlformats.org/drawingml/2006/main" r:embed="R552ba14babf8410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1CCEEB-B847-4777-B255-AB04C0D5E6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DC7876-B732-4E9D-A7D0-4F63BA5BBEA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6C5DBC29-3DD1-4FC9-9E24-70490904195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19A3090-AA02-4D76-AE1E-1791FA15EED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F5DF209-12F8-43A5-9C88-686832E8325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1F1E8506-E7D0-420A-AFDC-80DC1A29F661}"/>
              </a:ext>
            </a:extLst>
          </p:cNvPr>
          <p:cNvPicPr>
            <a:picLocks xmlns:a="http://schemas.openxmlformats.org/drawingml/2006/main" noChangeAspect="1"/>
          </p:cNvPicPr>
          <p:nvPr/>
        </p:nvPicPr>
        <p:blipFill>
          <a:blip xmlns:r="http://schemas.openxmlformats.org/officeDocument/2006/relationships" xmlns:a="http://schemas.openxmlformats.org/drawingml/2006/main" r:embed="R63d0e1fa443b428e"/>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D8DBA54E-CC00-4ACA-860C-C2C13B2FE7B8}"/>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3E1D3673-0387-4671-BC3D-EC2C50C426F7}"/>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562BB18-4CC6-4E6E-8A39-38749B3369B5}"/>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01D938F-40F7-47FA-AA31-67414C2E98D9}"/>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1B4E59D-6E49-4F5F-92A3-6B39A51D751B}"/>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423D73C9-C5F8-45CA-96CE-501DBD0A776D}"/>
              </a:ext>
            </a:extLst>
          </p:cNvPr>
          <p:cNvPicPr>
            <a:picLocks xmlns:a="http://schemas.openxmlformats.org/drawingml/2006/main" noChangeAspect="1"/>
          </p:cNvPicPr>
          <p:nvPr/>
        </p:nvPicPr>
        <p:blipFill>
          <a:blip xmlns:r="http://schemas.openxmlformats.org/officeDocument/2006/relationships" xmlns:a="http://schemas.openxmlformats.org/drawingml/2006/main" r:embed="Rf31fcc84181c4e85"/>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717340729"/>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565BF4C-A347-41FE-B864-FC7C895F958D}"/>
              </a:ext>
            </a:extLst>
          </p:cNvPr>
          <p:cNvPicPr>
            <a:picLocks xmlns:a="http://schemas.openxmlformats.org/drawingml/2006/main" noChangeAspect="1"/>
          </p:cNvPicPr>
          <p:nvPr/>
        </p:nvPicPr>
        <p:blipFill>
          <a:blip xmlns:r="http://schemas.openxmlformats.org/officeDocument/2006/relationships" xmlns:a="http://schemas.openxmlformats.org/drawingml/2006/main" r:embed="R3728391563d649c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1C589D-C89A-4347-B276-6014E94ACF6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630070-7786-497A-9B5C-A3739286F23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6A39AFC2-EB0C-4680-B1E9-5377C078B4E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B83CEB1-33F6-4197-A85E-32F43441C02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0F2DD3F-44F6-45A8-93C8-F07B089558C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ADC29241-C237-4665-9C88-3B2334DFECD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0B178621-F615-4682-9D74-DE6A00325430}"/>
              </a:ext>
            </a:extLst>
          </p:cNvPr>
          <p:cNvPicPr>
            <a:picLocks xmlns:a="http://schemas.openxmlformats.org/drawingml/2006/main" noChangeAspect="1"/>
          </p:cNvPicPr>
          <p:nvPr/>
        </p:nvPicPr>
        <p:blipFill>
          <a:blip xmlns:r="http://schemas.openxmlformats.org/officeDocument/2006/relationships" xmlns:a="http://schemas.openxmlformats.org/drawingml/2006/main" r:embed="R722da4146305436d"/>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5CE7A30-FD8D-4C53-B06E-E194FED95A53}"/>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9BC0AFF-F4E4-4649-BEEE-CA7302AF54C8}"/>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67C59B00-28A5-46EE-90C1-7FC89B50C9D9}"/>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B46551C2-E9FD-4534-8510-D9D7DCA07584}"/>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C3A2126C-194C-4C40-ABFD-2089D12FB36E}"/>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D1A9331F-E014-40D1-9461-11F15ABB3804}"/>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286674487"/>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99614B7E-296B-48AC-8FCD-161C195900D4}"/>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0BD73629-7571-4FD6-B5B8-FB2D18D876E8}"/>
              </a:ext>
            </a:extLst>
          </p:cNvPr>
          <p:cNvPicPr>
            <a:picLocks xmlns:a="http://schemas.openxmlformats.org/drawingml/2006/main" noChangeAspect="1"/>
          </p:cNvPicPr>
          <p:nvPr/>
        </p:nvPicPr>
        <p:blipFill>
          <a:blip xmlns:r="http://schemas.openxmlformats.org/officeDocument/2006/relationships" xmlns:a="http://schemas.openxmlformats.org/drawingml/2006/main" r:embed="R76ada0c6a55540a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B87652-B8C7-4A21-9211-8F3A9C077C5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896368-86C2-47A5-9AEE-94C1AB74A83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B0B0C31-FBAC-47CE-B183-033A50045C8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B98B689-BF8A-431E-9489-02DE2E3B48C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2B69BE6-B109-40A3-943C-1916E953F39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8B67C322-B8A3-4298-A33A-C2467D5FACB0}"/>
              </a:ext>
            </a:extLst>
          </p:cNvPr>
          <p:cNvPicPr>
            <a:picLocks xmlns:a="http://schemas.openxmlformats.org/drawingml/2006/main" noChangeAspect="1"/>
          </p:cNvPicPr>
          <p:nvPr/>
        </p:nvPicPr>
        <p:blipFill>
          <a:blip xmlns:r="http://schemas.openxmlformats.org/officeDocument/2006/relationships" xmlns:a="http://schemas.openxmlformats.org/drawingml/2006/main" r:embed="R9d11f2768c634c98"/>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306F798-A359-4145-9E72-094E4179C507}"/>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6957F504-1B72-46E6-92DC-6C4A92913AFD}"/>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2231801F-41D1-421C-86B5-A1078A63244C}"/>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300BCA2B-294A-4884-BFC0-221F26EBE486}"/>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B4C14965-1866-4FB0-B157-399F2A997FEA}"/>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E0E47B77-FEB1-4EA8-81B5-3AB86DD8C4F0}"/>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17A759BC-9708-4BCB-8F1C-2D7941D6E23F}"/>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928370621"/>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E9454498-2FB6-4550-BBAC-D0E7BAAB40EB}"/>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E3C56E7-BB8D-4F6E-AA06-D95430633B20}"/>
              </a:ext>
            </a:extLst>
          </p:cNvPr>
          <p:cNvPicPr>
            <a:picLocks xmlns:a="http://schemas.openxmlformats.org/drawingml/2006/main" noChangeAspect="1"/>
          </p:cNvPicPr>
          <p:nvPr/>
        </p:nvPicPr>
        <p:blipFill>
          <a:blip xmlns:r="http://schemas.openxmlformats.org/officeDocument/2006/relationships" xmlns:a="http://schemas.openxmlformats.org/drawingml/2006/main" r:embed="R2ea847537f614aa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70273F-55A2-49B9-A3D1-CFA062B4544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E29A34-B370-4865-9A76-46B027E47F6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6B30DB7-B753-4615-AEA8-D6E779E9228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592CFE2-23EC-441D-88EC-50D69B82E89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21F3A68-33BB-4585-9C77-99F72EB1338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C0DAED29-C280-44C5-B09E-FEE4795AE5D4}"/>
              </a:ext>
            </a:extLst>
          </p:cNvPr>
          <p:cNvPicPr>
            <a:picLocks xmlns:a="http://schemas.openxmlformats.org/drawingml/2006/main" noChangeAspect="1"/>
          </p:cNvPicPr>
          <p:nvPr/>
        </p:nvPicPr>
        <p:blipFill>
          <a:blip xmlns:r="http://schemas.openxmlformats.org/officeDocument/2006/relationships" xmlns:a="http://schemas.openxmlformats.org/drawingml/2006/main" r:embed="R24ddc32c22774e34"/>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D3051E56-CCF6-4767-AEC1-813DAFCEB92B}"/>
              </a:ext>
            </a:extLst>
          </p:cNvPr>
          <p:cNvPicPr>
            <a:picLocks xmlns:a="http://schemas.openxmlformats.org/drawingml/2006/main" noChangeAspect="1"/>
          </p:cNvPicPr>
          <p:nvPr/>
        </p:nvPicPr>
        <p:blipFill>
          <a:blip xmlns:r="http://schemas.openxmlformats.org/officeDocument/2006/relationships" xmlns:a="http://schemas.openxmlformats.org/drawingml/2006/main" r:embed="R01efc7f5d4d74b49"/>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FD8650AC-55D6-4AF4-BD88-44859ECB703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01917301-1A01-4F79-B87F-698A45F5D792}"/>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0D15E99B-3654-4409-8313-DDA3465A25EC}"/>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53C337D4-D876-4A6E-9C9F-24F70509AB81}"/>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4481D74C-A2AF-45AE-BB4E-8BA07C6893DB}"/>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667724AF-E2B6-4379-A571-DD175D89BE96}"/>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6A523CFC-F922-48AB-BAC6-9DFB1A8CC227}"/>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627987746"/>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93A01406-DB57-4740-867F-DD3D0246F4BB}"/>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50202D18-4F6E-4727-9B0F-E93382B59552}"/>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0ABB3D47-57E2-44D3-9367-924DAF569D02}"/>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7CBE1C31-1303-4533-BA9C-B79DF53022BA}"/>
              </a:ext>
            </a:extLst>
          </p:cNvPr>
          <p:cNvPicPr>
            <a:picLocks xmlns:a="http://schemas.openxmlformats.org/drawingml/2006/main" noChangeAspect="1"/>
          </p:cNvPicPr>
          <p:nvPr/>
        </p:nvPicPr>
        <p:blipFill>
          <a:blip xmlns:r="http://schemas.openxmlformats.org/officeDocument/2006/relationships" xmlns:a="http://schemas.openxmlformats.org/drawingml/2006/main" r:embed="R42c1c8d351414ba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B8C8BE-BB0D-444D-83DC-E401F179DCD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F1DF3C-0B02-45B4-8D05-A2CEC190EBB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B769C8A-243F-4088-A1DE-E1A4AEF653D0}"/>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DF2A07E-67E6-4A18-9809-7DA664C3D32F}"/>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4647A59C-7A98-4FE6-9777-BA1D875F601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5363D6DA-D983-4DFF-9726-01F58BF28A4B}"/>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D7FBEFE2-C973-4A19-B973-45DC49D9D217}"/>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62F99B0E-92F1-4217-BED8-154DF74EEFEA}"/>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DF990BB0-E0CF-4300-9FA0-804F11F7D8A9}"/>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81B982B0-08F9-4CAF-85B1-5F0BE6C91B10}"/>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A83126AF-4D23-4445-B541-B3E86BDDF821}"/>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B14F3810-9590-45DA-B0A9-9B02C3EE8F23}"/>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ED0A8428-BCB1-4FC2-BE4B-627876ED9255}"/>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8F29FF2C-B1B1-4979-A89A-8DB200A18051}"/>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294A0D14-E034-4449-A2AF-D79D83106D0D}"/>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290575398"/>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2444B40-166C-4C31-B409-AA53D5D684A7}"/>
              </a:ext>
            </a:extLst>
          </p:cNvPr>
          <p:cNvPicPr>
            <a:picLocks xmlns:a="http://schemas.openxmlformats.org/drawingml/2006/main" noChangeAspect="1"/>
          </p:cNvPicPr>
          <p:nvPr/>
        </p:nvPicPr>
        <p:blipFill>
          <a:blip xmlns:r="http://schemas.openxmlformats.org/officeDocument/2006/relationships" xmlns:a="http://schemas.openxmlformats.org/drawingml/2006/main" r:embed="Rd5a6c702cac1471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7CD1E6A-03AD-44C0-B2EF-370746CB54D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B6EEBAF-4C47-4AF2-8532-6ECD9424BC1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326083B-BF67-4C98-95C3-0AD86E614C2C}"/>
              </a:ext>
            </a:extLst>
          </p:cNvPr>
          <p:cNvPicPr>
            <a:picLocks xmlns:a="http://schemas.openxmlformats.org/drawingml/2006/main" noChangeAspect="1"/>
          </p:cNvPicPr>
          <p:nvPr/>
        </p:nvPicPr>
        <p:blipFill>
          <a:blip xmlns:r="http://schemas.openxmlformats.org/officeDocument/2006/relationships" xmlns:a="http://schemas.openxmlformats.org/drawingml/2006/main" r:embed="Rda978df2bd524ba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C4CBE1F-4E51-4747-A09C-F5291995ED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66A857CE-6F8A-498C-87A2-5E4E3DEEA17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E88CFC93-4D61-46A8-8D60-EEE62BC005C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FD45C819-9E67-4B47-BB27-6B0F5B6A2BD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047303232"/>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2737DA63-9395-4DB2-838D-22F198CB3B02}"/>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859A8474-481E-4576-BE33-D3C6051A1397}"/>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806DABF-19AA-474F-8521-876CAC109A9E}"/>
              </a:ext>
            </a:extLst>
          </p:cNvPr>
          <p:cNvPicPr>
            <a:picLocks xmlns:a="http://schemas.openxmlformats.org/drawingml/2006/main" noChangeAspect="1"/>
          </p:cNvPicPr>
          <p:nvPr/>
        </p:nvPicPr>
        <p:blipFill>
          <a:blip xmlns:r="http://schemas.openxmlformats.org/officeDocument/2006/relationships" xmlns:a="http://schemas.openxmlformats.org/drawingml/2006/main" r:embed="R3da6cddd87dc43a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35F99C-BC53-479A-89E2-02AE2902DE9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1B0BA8-2F49-4A45-951E-94F59745E51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87BB35A-6B92-4CA3-9D8F-C9462F2E36A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25BD13F-6C89-4CE9-B369-0AE17FAAB24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1C0C4764-00A3-4503-A797-966F3CA767F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F0E115E4-09B9-46D5-84EA-34F654F2606E}"/>
              </a:ext>
            </a:extLst>
          </p:cNvPr>
          <p:cNvPicPr>
            <a:picLocks xmlns:a="http://schemas.openxmlformats.org/drawingml/2006/main" noChangeAspect="1"/>
          </p:cNvPicPr>
          <p:nvPr/>
        </p:nvPicPr>
        <p:blipFill>
          <a:blip xmlns:r="http://schemas.openxmlformats.org/officeDocument/2006/relationships" xmlns:a="http://schemas.openxmlformats.org/drawingml/2006/main" r:embed="Rf362ac26267a4130"/>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E28E070-73F5-4BA9-98B0-400F47D223FF}"/>
              </a:ext>
            </a:extLst>
          </p:cNvPr>
          <p:cNvPicPr>
            <a:picLocks xmlns:a="http://schemas.openxmlformats.org/drawingml/2006/main" noChangeAspect="1"/>
          </p:cNvPicPr>
          <p:nvPr/>
        </p:nvPicPr>
        <p:blipFill>
          <a:blip xmlns:r="http://schemas.openxmlformats.org/officeDocument/2006/relationships" xmlns:a="http://schemas.openxmlformats.org/drawingml/2006/main" r:embed="R51ea68d25f4f4207"/>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576D7AB-4129-4DA8-8929-474ABC8FA1DA}"/>
              </a:ext>
            </a:extLst>
          </p:cNvPr>
          <p:cNvPicPr>
            <a:picLocks xmlns:a="http://schemas.openxmlformats.org/drawingml/2006/main" noChangeAspect="1"/>
          </p:cNvPicPr>
          <p:nvPr/>
        </p:nvPicPr>
        <p:blipFill>
          <a:blip xmlns:r="http://schemas.openxmlformats.org/officeDocument/2006/relationships" xmlns:a="http://schemas.openxmlformats.org/drawingml/2006/main" r:embed="R3bb9c6f846084ab2"/>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465416B-5405-494A-9921-D5965DD5F634}"/>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9A962A32-7949-4AE8-B6D3-FFCAD9733D33}"/>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810476115"/>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186AD124-17A3-43C2-B971-597DF8ED724B}"/>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0051CD09-A0A4-437F-801E-3734F7F3C14B}"/>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CEDD9E47-7312-4D10-ADE3-767DCA05AE63}"/>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B304280-A855-47EA-B2B0-83BBE8F14CF9}"/>
              </a:ext>
            </a:extLst>
          </p:cNvPr>
          <p:cNvPicPr>
            <a:picLocks xmlns:a="http://schemas.openxmlformats.org/drawingml/2006/main" noChangeAspect="1"/>
          </p:cNvPicPr>
          <p:nvPr/>
        </p:nvPicPr>
        <p:blipFill>
          <a:blip xmlns:r="http://schemas.openxmlformats.org/officeDocument/2006/relationships" xmlns:a="http://schemas.openxmlformats.org/drawingml/2006/main" r:embed="R699cc2deac5c497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A2A86EE-2985-4D92-A276-70EB195B924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D9DDFE-BB84-4D81-B176-CDB4F8AA16C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4DC1251-E1DB-463D-896B-F20AEA076AF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4C4C27-196D-4A1A-9EA2-03B9AC58FA5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6926EF3A-1FA0-4AF5-AAFB-602B81EED25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16A3A519-3ADA-441C-8DDB-E9B12DE70B39}"/>
              </a:ext>
            </a:extLst>
          </p:cNvPr>
          <p:cNvPicPr>
            <a:picLocks xmlns:a="http://schemas.openxmlformats.org/drawingml/2006/main" noChangeAspect="1"/>
          </p:cNvPicPr>
          <p:nvPr/>
        </p:nvPicPr>
        <p:blipFill>
          <a:blip xmlns:r="http://schemas.openxmlformats.org/officeDocument/2006/relationships" xmlns:a="http://schemas.openxmlformats.org/drawingml/2006/main" r:embed="Rb7f3594bb8064d2b"/>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F3AD830-8CDD-476F-A8AD-759257FF4567}"/>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A76A12DB-99E2-4E6B-8CC0-694AB6B4A5EE}"/>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32641B6A-F342-4A03-A6D4-DF7FA2793CFD}"/>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924C639F-7115-4964-AD8E-0376F49F95D2}"/>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88349D70-5640-439C-B481-9720369DC2CC}"/>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707922175"/>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8271CE63-CFCE-439D-A54D-256ABF361EFD}"/>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90F5B099-F01F-4642-A0D4-EAD58343777A}"/>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51F74525-B88D-4F16-A6E7-C2C1F28D175F}"/>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D54CD8F-780F-4683-A813-50D32B3BA7F9}"/>
              </a:ext>
            </a:extLst>
          </p:cNvPr>
          <p:cNvPicPr>
            <a:picLocks xmlns:a="http://schemas.openxmlformats.org/drawingml/2006/main" noChangeAspect="1"/>
          </p:cNvPicPr>
          <p:nvPr/>
        </p:nvPicPr>
        <p:blipFill>
          <a:blip xmlns:r="http://schemas.openxmlformats.org/officeDocument/2006/relationships" xmlns:a="http://schemas.openxmlformats.org/drawingml/2006/main" r:embed="R4c1ab4b7ede141e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4B79ABD-BC82-491F-B583-3372A549411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4E1032-F378-478D-84DD-9C7A0B92E61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9B193E87-7FA1-4983-93E4-7951E181D6C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C63482-B372-4B74-A12C-1041A9F3C7F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315C06C-3234-4F76-8ED0-3FA215BD560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1F7D58DA-4689-4EE2-9BE4-3B3E06D6079E}"/>
              </a:ext>
            </a:extLst>
          </p:cNvPr>
          <p:cNvPicPr>
            <a:picLocks xmlns:a="http://schemas.openxmlformats.org/drawingml/2006/main" noChangeAspect="1"/>
          </p:cNvPicPr>
          <p:nvPr/>
        </p:nvPicPr>
        <p:blipFill>
          <a:blip xmlns:r="http://schemas.openxmlformats.org/officeDocument/2006/relationships" xmlns:a="http://schemas.openxmlformats.org/drawingml/2006/main" r:embed="R24947c54720b431b"/>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D5B2B025-05A9-4287-A35A-BA87E9359463}"/>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2AC67088-ED88-48ED-9162-F00F35819F60}"/>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FA73A48F-18EB-4A30-96C7-6AEA5E70785B}"/>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505553DA-30AC-49A4-B71B-2AE981F7A120}"/>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467D638F-8D8B-42F9-92F6-1F81321DC4A3}"/>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22FADE12-54CE-4C5F-B868-20619F5ACF69}"/>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D60DBD17-2097-4135-B2ED-19294BE86E1A}"/>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16507B01-5577-4396-A091-A4868CD66E53}"/>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FFF74231-CE8C-4FCF-A61E-7180CF30CD53}"/>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3C07BBDC-90A8-4A8B-B090-8D69E3CB5500}"/>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872321339"/>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68B5F7-D9F3-4F78-8DA0-588AA4B33215}"/>
              </a:ext>
            </a:extLst>
          </p:cNvPr>
          <p:cNvPicPr>
            <a:picLocks xmlns:a="http://schemas.openxmlformats.org/drawingml/2006/main" noChangeAspect="1"/>
          </p:cNvPicPr>
          <p:nvPr/>
        </p:nvPicPr>
        <p:blipFill>
          <a:blip xmlns:r="http://schemas.openxmlformats.org/officeDocument/2006/relationships" xmlns:a="http://schemas.openxmlformats.org/drawingml/2006/main" r:embed="Rd721f54514344d8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16DC4D-31CC-4BD0-95BC-E9CEC9A719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3343F3-4EE2-435F-A8F5-0A6EF29CBD6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B686889-15DC-46C7-882E-D16089F87C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748A01C-230C-4179-8710-512D29C2EDC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AE2F083-D525-491F-BE7D-A8153B2EA72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932C3B4C-FC68-4C2D-A810-B5DC409C9C75}"/>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286534D-7DED-4418-824D-540F7AADF8E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D4EBB60-51DD-4B5C-81BB-ECE75DE14BC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D95F6D1-88C3-4968-93C3-2A6ACB2F5B3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7E2668F-F4F1-45B3-A624-9CCF4637381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7BCBB32-02B0-4692-AF22-802BC1C6FD89}"/>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016761153"/>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59B9999-30F1-4085-825B-12650891D3A1}"/>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6227133-7389-4E9D-B32D-1DB83232B731}"/>
              </a:ext>
            </a:extLst>
          </p:cNvPr>
          <p:cNvPicPr>
            <a:picLocks xmlns:a="http://schemas.openxmlformats.org/drawingml/2006/main" noChangeAspect="1"/>
          </p:cNvPicPr>
          <p:nvPr/>
        </p:nvPicPr>
        <p:blipFill>
          <a:blip xmlns:r="http://schemas.openxmlformats.org/officeDocument/2006/relationships" xmlns:a="http://schemas.openxmlformats.org/drawingml/2006/main" r:embed="Rfa2a46dcef6e47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274E5F1-FA2A-4CF0-87CE-449F12547F2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EAACAE-7307-4E68-B5C4-8D81E8D5D62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148C03A2-4F9B-46BB-B01E-D4BE16E8BD1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D3A119D-2582-4B22-91AE-0EFB9601113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70609F3-1E9E-480E-BF28-B15E94F092D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F918A7B9-6CD5-4C07-A76E-41DC0DF217DE}"/>
              </a:ext>
            </a:extLst>
          </p:cNvPr>
          <p:cNvPicPr>
            <a:picLocks xmlns:a="http://schemas.openxmlformats.org/drawingml/2006/main" noChangeAspect="1"/>
          </p:cNvPicPr>
          <p:nvPr/>
        </p:nvPicPr>
        <p:blipFill>
          <a:blip xmlns:r="http://schemas.openxmlformats.org/officeDocument/2006/relationships" xmlns:a="http://schemas.openxmlformats.org/drawingml/2006/main" r:embed="Rc66056a2adb44a4d"/>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F2022ED-0461-4EED-BF98-B2AA32C26D76}"/>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1173839730"/>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6D6348A-CC3D-4BD2-AA96-56A13223B125}"/>
              </a:ext>
            </a:extLst>
          </p:cNvPr>
          <p:cNvPicPr>
            <a:picLocks xmlns:a="http://schemas.openxmlformats.org/drawingml/2006/main" noChangeAspect="1"/>
          </p:cNvPicPr>
          <p:nvPr/>
        </p:nvPicPr>
        <p:blipFill>
          <a:blip xmlns:r="http://schemas.openxmlformats.org/officeDocument/2006/relationships" xmlns:a="http://schemas.openxmlformats.org/drawingml/2006/main" r:embed="Rd97aa34fe98f4d5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62A7FA-EEEE-44E9-9C75-C339FCB3EFD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69FD10-43D4-4A97-8AA4-E8D19741B23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5ED60306-665E-471E-BF6E-9095E62E7AE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424410D-4F29-45DC-A36E-6E6BCF8B7AB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7481051-A4F0-43C5-88DE-17D109B28E2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D6190364-D8CA-4E04-A7E2-EAC5DD48B10D}"/>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30CDD63-0C40-4557-867F-FF20BFD26B74}"/>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76EA3BD-838C-4C0A-9718-C51F58A2B6E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8AB437C-4805-48A2-9053-9D2C83E7CAE4}"/>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E051B3E-4F29-4884-8744-DE0B3EA8E1DE}"/>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BCCE684-D969-46BE-BFB1-3D067DA07BD9}"/>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476782276"/>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FB977521-D76B-4B23-81E4-E2C579E548B6}"/>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8B3DF664-CD28-4629-A49E-13908A1A66C6}"/>
              </a:ext>
            </a:extLst>
          </p:cNvPr>
          <p:cNvPicPr>
            <a:picLocks xmlns:a="http://schemas.openxmlformats.org/drawingml/2006/main" noChangeAspect="1"/>
          </p:cNvPicPr>
          <p:nvPr/>
        </p:nvPicPr>
        <p:blipFill>
          <a:blip xmlns:r="http://schemas.openxmlformats.org/officeDocument/2006/relationships" xmlns:a="http://schemas.openxmlformats.org/drawingml/2006/main" r:embed="Rcc8a8cebe6a0439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B570A0D-763A-43D9-BB3D-15F4BA9DFC8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32F383-5BAA-4D61-B39D-8DA693AC70E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FB26D7E6-4ACB-45E9-95D8-8B9CBC561F1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73C4E27-C6B3-44C2-82D4-E73123957A1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B9EA711-5A6A-4BD3-861B-92766ED1041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D8F11575-C4AB-4601-9FA8-818C622FA21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A2F51C8F-E337-4030-B89F-3CBDFEF1C5FA}"/>
              </a:ext>
            </a:extLst>
          </p:cNvPr>
          <p:cNvPicPr>
            <a:picLocks xmlns:a="http://schemas.openxmlformats.org/drawingml/2006/main" noChangeAspect="1"/>
          </p:cNvPicPr>
          <p:nvPr/>
        </p:nvPicPr>
        <p:blipFill>
          <a:blip xmlns:r="http://schemas.openxmlformats.org/officeDocument/2006/relationships" xmlns:a="http://schemas.openxmlformats.org/drawingml/2006/main" r:embed="Ra9f9c61f12d24a72"/>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578EE585-D47F-4EE4-9F00-8B830E9854BE}"/>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86243370-1EC0-4A16-AEDB-1A757CA6C4FF}"/>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DA37E46B-9150-49AF-90D2-5CBC8DEEBC87}"/>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19AF08DE-E7CB-4743-A895-8CCCD0540C0C}"/>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2029343013"/>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69E4DAE-1FC5-4587-A560-A4C092E1C107}"/>
              </a:ext>
            </a:extLst>
          </p:cNvPr>
          <p:cNvPicPr>
            <a:picLocks xmlns:a="http://schemas.openxmlformats.org/drawingml/2006/main" noChangeAspect="1"/>
          </p:cNvPicPr>
          <p:nvPr/>
        </p:nvPicPr>
        <p:blipFill>
          <a:blip xmlns:r="http://schemas.openxmlformats.org/officeDocument/2006/relationships" xmlns:a="http://schemas.openxmlformats.org/drawingml/2006/main" r:embed="R1bb844f8c41844b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294A21-3863-4C83-A572-E81B69C6E8E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0CF71E-1E5A-48D9-8E08-D3367663BEA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C4918CEF-8A22-4487-8F65-DAF59AA742E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791821C-72D9-4915-ACB7-533C6CB0D4C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BF652E45-FA64-4A38-B34D-3C6962A02266}"/>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9EC7D4C5-1D44-49EC-918F-2CED30582EAB}"/>
              </a:ext>
            </a:extLst>
          </p:cNvPr>
          <p:cNvPicPr>
            <a:picLocks xmlns:a="http://schemas.openxmlformats.org/drawingml/2006/main" noChangeAspect="1"/>
          </p:cNvPicPr>
          <p:nvPr/>
        </p:nvPicPr>
        <p:blipFill>
          <a:blip xmlns:r="http://schemas.openxmlformats.org/officeDocument/2006/relationships" xmlns:a="http://schemas.openxmlformats.org/drawingml/2006/main" r:embed="Rde1348bba99543d2"/>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20F31BC-D1A3-4AA0-B17C-CA2C4B3BD9D3}"/>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5A5E08DB-C0C6-4CEC-97BF-84F6EF41A3A9}"/>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4E61C62D-2BDF-4758-AAB0-48991E83423C}"/>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C80D2846-7DDD-4EAA-9AE0-B4D9C58D3B26}"/>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F46C977A-C69D-4F4A-9079-78E6587E356A}"/>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E2EFA98F-AD70-4D65-848B-132EA3BA0FA1}"/>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3EB8D5A7-831D-4710-BB8F-F664F2961C74}"/>
              </a:ext>
            </a:extLst>
          </p:cNvPr>
          <p:cNvPicPr>
            <a:picLocks xmlns:a="http://schemas.openxmlformats.org/drawingml/2006/main" noChangeAspect="1"/>
          </p:cNvPicPr>
          <p:nvPr/>
        </p:nvPicPr>
        <p:blipFill>
          <a:blip xmlns:r="http://schemas.openxmlformats.org/officeDocument/2006/relationships" xmlns:a="http://schemas.openxmlformats.org/drawingml/2006/main" r:embed="Rcee008ae23f4415f"/>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75A13920-3EB4-43B2-9C6B-59C3060662E4}"/>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332B7FA-4524-4411-895D-44AF4C01A65B}"/>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A5DE6E6-474C-404C-9186-2983603FCC2A}"/>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02B507BD-C30D-43EB-BF8F-50B90662034F}"/>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71B96858-EF9C-4B35-9033-8A81AAA6DCF3}"/>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D772C7CC-9305-475F-A7C9-4578983A751D}"/>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3CC424F5-2477-4F7F-A8C9-F8CFE08FE906}"/>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85EE84AB-5B2A-43EE-AAB7-CEC3EF0C7D8C}"/>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2A11371B-D7F3-41E0-9EDF-33E1217A5AB6}"/>
              </a:ext>
            </a:extLst>
          </p:cNvPr>
          <p:cNvPicPr>
            <a:picLocks xmlns:a="http://schemas.openxmlformats.org/drawingml/2006/main" noChangeAspect="1"/>
          </p:cNvPicPr>
          <p:nvPr/>
        </p:nvPicPr>
        <p:blipFill>
          <a:blip xmlns:r="http://schemas.openxmlformats.org/officeDocument/2006/relationships" xmlns:a="http://schemas.openxmlformats.org/drawingml/2006/main" r:embed="R920f37d5abbd4741"/>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523991056"/>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7D745E78-A946-4BB9-9F04-099F9FF07F39}"/>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F5F1AA4C-B02E-4904-B0C2-D581D1ACA8CE}"/>
              </a:ext>
            </a:extLst>
          </p:cNvPr>
          <p:cNvPicPr>
            <a:picLocks xmlns:a="http://schemas.openxmlformats.org/drawingml/2006/main" noChangeAspect="1"/>
          </p:cNvPicPr>
          <p:nvPr/>
        </p:nvPicPr>
        <p:blipFill>
          <a:blip xmlns:r="http://schemas.openxmlformats.org/officeDocument/2006/relationships" xmlns:a="http://schemas.openxmlformats.org/drawingml/2006/main" r:embed="R37ad4be9e2364ab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9ECF72-C866-47DC-8B9B-D948C242C8F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553896-A8DE-4322-8516-D14F0683436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778B8E1-3A0C-4F33-8E9F-B2E7F0788DE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F7D35660-1AB7-4045-A478-69947D108A2B}"/>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EE245177-D84B-4599-8D59-8B169E3E981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984CD459-E108-4E3F-A26F-40E6DA415A3B}"/>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C77C29B9-647B-476F-82FC-4D892B735A0F}"/>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0AF857ED-DB16-430D-B51F-C14DC5AE973B}"/>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26743FF3-D443-40C1-9E56-81BA0538FFE4}"/>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0172FC7F-2FEA-4FB8-8A87-BA98836EB96D}"/>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88C58AE8-99DF-4A57-9092-EEC5BDD69F80}"/>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F8A0F49B-6728-434A-8969-9CB30C497D17}"/>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534E814F-F7D4-4B09-94EB-895D6AC76E37}"/>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B61970CA-2325-45A4-B692-488FB5C90792}"/>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110956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2026-10-28T23:34:54.0920000Z</dcterms:created>
  <dcterms:modified xsi:type="dcterms:W3CDTF">2026-10-28T23:34:54.0920000Z</dcterms:modified>
</coreProperties>
</file>