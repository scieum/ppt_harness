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090411b720458c" /><Relationship Type="http://schemas.openxmlformats.org/officeDocument/2006/relationships/extended-properties" Target="/docProps/app.xml" Id="Rd09bf5189d914749" /><Relationship Type="http://schemas.openxmlformats.org/officeDocument/2006/relationships/officeDocument" Target="/ppt/presentation.xml" Id="Ra99baf8238194a7f" /></Relationships>
</file>

<file path=ppt/presentation.xml><?xml version="1.0" encoding="utf-8"?>
<p:presentation xmlns:p="http://schemas.openxmlformats.org/presentationml/2006/main">
  <p:sldMasterIdLst>
    <p:sldMasterId xmlns:r="http://schemas.openxmlformats.org/officeDocument/2006/relationships" id="2147483648" r:id="R877d0bcf3dea497c"/>
  </p:sldMasterIdLst>
  <p:notesMasterIdLst>
    <p:notesMasterId xmlns:r="http://schemas.openxmlformats.org/officeDocument/2006/relationships" r:id="Rec85d267c6cb4a7a"/>
  </p:notesMasterIdLst>
  <p:sldIdLst>
    <p:sldId xmlns:r="http://schemas.openxmlformats.org/officeDocument/2006/relationships" id="256" r:id="R750f88f3c03e4b0d"/>
    <p:sldId xmlns:r="http://schemas.openxmlformats.org/officeDocument/2006/relationships" id="257" r:id="R0c1bb18f7d644bb4"/>
    <p:sldId xmlns:r="http://schemas.openxmlformats.org/officeDocument/2006/relationships" id="258" r:id="R2debd94c0c2c44e1"/>
    <p:sldId xmlns:r="http://schemas.openxmlformats.org/officeDocument/2006/relationships" id="259" r:id="R8c6b20e823154a02"/>
    <p:sldId xmlns:r="http://schemas.openxmlformats.org/officeDocument/2006/relationships" id="260" r:id="R1b0fe95792254400"/>
    <p:sldId xmlns:r="http://schemas.openxmlformats.org/officeDocument/2006/relationships" id="261" r:id="R92e55487d52844b2"/>
    <p:sldId xmlns:r="http://schemas.openxmlformats.org/officeDocument/2006/relationships" id="262" r:id="Rc86d47aeb2e3460f"/>
    <p:sldId xmlns:r="http://schemas.openxmlformats.org/officeDocument/2006/relationships" id="263" r:id="R32990c49f0ea413f"/>
    <p:sldId xmlns:r="http://schemas.openxmlformats.org/officeDocument/2006/relationships" id="264" r:id="R0d73d4689db44d05"/>
    <p:sldId xmlns:r="http://schemas.openxmlformats.org/officeDocument/2006/relationships" id="265" r:id="Rc8e241be743e4886"/>
    <p:sldId xmlns:r="http://schemas.openxmlformats.org/officeDocument/2006/relationships" id="266" r:id="R2653edd9d9c243ae"/>
    <p:sldId xmlns:r="http://schemas.openxmlformats.org/officeDocument/2006/relationships" id="267" r:id="Rd0e3a4a6f8134023"/>
    <p:sldId xmlns:r="http://schemas.openxmlformats.org/officeDocument/2006/relationships" id="268" r:id="R5c47476d8c8e4127"/>
    <p:sldId xmlns:r="http://schemas.openxmlformats.org/officeDocument/2006/relationships" id="269" r:id="R45fb4afac9b54c07"/>
    <p:sldId xmlns:r="http://schemas.openxmlformats.org/officeDocument/2006/relationships" id="270" r:id="R31ef0285327345ed"/>
    <p:sldId xmlns:r="http://schemas.openxmlformats.org/officeDocument/2006/relationships" id="271" r:id="R40267d673bf146e6"/>
    <p:sldId xmlns:r="http://schemas.openxmlformats.org/officeDocument/2006/relationships" id="272" r:id="Rc61821c151c640f5"/>
    <p:sldId xmlns:r="http://schemas.openxmlformats.org/officeDocument/2006/relationships" id="273" r:id="R2ba4c0acaab54c75"/>
    <p:sldId xmlns:r="http://schemas.openxmlformats.org/officeDocument/2006/relationships" id="274" r:id="R90d42be010bb4bd9"/>
    <p:sldId xmlns:r="http://schemas.openxmlformats.org/officeDocument/2006/relationships" id="275" r:id="R2ac7fa9084d84bd0"/>
    <p:sldId xmlns:r="http://schemas.openxmlformats.org/officeDocument/2006/relationships" id="276" r:id="R51bbc41ec9cf45a6"/>
    <p:sldId xmlns:r="http://schemas.openxmlformats.org/officeDocument/2006/relationships" id="277" r:id="Rda13e263e7fa42bb"/>
    <p:sldId xmlns:r="http://schemas.openxmlformats.org/officeDocument/2006/relationships" id="278" r:id="Rb0491a5938714569"/>
    <p:sldId xmlns:r="http://schemas.openxmlformats.org/officeDocument/2006/relationships" id="279" r:id="Rf1c7cc976b264332"/>
    <p:sldId xmlns:r="http://schemas.openxmlformats.org/officeDocument/2006/relationships" id="280" r:id="R51ddd09b9425421b"/>
    <p:sldId xmlns:r="http://schemas.openxmlformats.org/officeDocument/2006/relationships" id="281" r:id="R9420253ac86742b3"/>
    <p:sldId xmlns:r="http://schemas.openxmlformats.org/officeDocument/2006/relationships" id="282" r:id="Rf6334dfb660146c2"/>
    <p:sldId xmlns:r="http://schemas.openxmlformats.org/officeDocument/2006/relationships" id="283" r:id="R41ec8b7259ce478e"/>
    <p:sldId xmlns:r="http://schemas.openxmlformats.org/officeDocument/2006/relationships" id="284" r:id="R65c1d67007ef4d4b"/>
    <p:sldId xmlns:r="http://schemas.openxmlformats.org/officeDocument/2006/relationships" id="285" r:id="Ra7f4a5cd3ce042cc"/>
    <p:sldId xmlns:r="http://schemas.openxmlformats.org/officeDocument/2006/relationships" id="286" r:id="R0f20535248894d42"/>
    <p:sldId xmlns:r="http://schemas.openxmlformats.org/officeDocument/2006/relationships" id="287" r:id="R183972547b4941b9"/>
    <p:sldId xmlns:r="http://schemas.openxmlformats.org/officeDocument/2006/relationships" id="288" r:id="R9151226aa0534960"/>
    <p:sldId xmlns:r="http://schemas.openxmlformats.org/officeDocument/2006/relationships" id="289" r:id="R27f7ffc106824842"/>
    <p:sldId xmlns:r="http://schemas.openxmlformats.org/officeDocument/2006/relationships" id="290" r:id="Rcb4eb8c0a2af44cd"/>
    <p:sldId xmlns:r="http://schemas.openxmlformats.org/officeDocument/2006/relationships" id="291" r:id="R1e4f90eaf7264963"/>
    <p:sldId xmlns:r="http://schemas.openxmlformats.org/officeDocument/2006/relationships" id="292" r:id="R268b03510de9407d"/>
    <p:sldId xmlns:r="http://schemas.openxmlformats.org/officeDocument/2006/relationships" id="293" r:id="R89a54198c01a43f5"/>
    <p:sldId xmlns:r="http://schemas.openxmlformats.org/officeDocument/2006/relationships" id="294" r:id="R368cf092d5694fc5"/>
    <p:sldId xmlns:r="http://schemas.openxmlformats.org/officeDocument/2006/relationships" id="295" r:id="R089b4b9c15e44bd4"/>
    <p:sldId xmlns:r="http://schemas.openxmlformats.org/officeDocument/2006/relationships" id="296" r:id="R6251c6af61824bc9"/>
    <p:sldId xmlns:r="http://schemas.openxmlformats.org/officeDocument/2006/relationships" id="297" r:id="R3497160a1def4b74"/>
    <p:sldId xmlns:r="http://schemas.openxmlformats.org/officeDocument/2006/relationships" id="298" r:id="R5a500626da924508"/>
    <p:sldId xmlns:r="http://schemas.openxmlformats.org/officeDocument/2006/relationships" id="299" r:id="R5a1582311717467d"/>
    <p:sldId xmlns:r="http://schemas.openxmlformats.org/officeDocument/2006/relationships" id="300" r:id="R9aa0e2d3d22b425f"/>
    <p:sldId xmlns:r="http://schemas.openxmlformats.org/officeDocument/2006/relationships" id="301" r:id="Rad7ec63709ec4c85"/>
    <p:sldId xmlns:r="http://schemas.openxmlformats.org/officeDocument/2006/relationships" id="302" r:id="Rb2349d66d147480a"/>
    <p:sldId xmlns:r="http://schemas.openxmlformats.org/officeDocument/2006/relationships" id="303" r:id="R95e10b2d08dc492a"/>
    <p:sldId xmlns:r="http://schemas.openxmlformats.org/officeDocument/2006/relationships" id="304" r:id="Rb468a11608bb4ee3"/>
    <p:sldId xmlns:r="http://schemas.openxmlformats.org/officeDocument/2006/relationships" id="305" r:id="Rbb00342ff17f457d"/>
    <p:sldId xmlns:r="http://schemas.openxmlformats.org/officeDocument/2006/relationships" id="306" r:id="R666a89f2f8834f6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0828c546bf427e" /><Relationship Type="http://schemas.openxmlformats.org/officeDocument/2006/relationships/slideMaster" Target="/ppt/slideMasters/slideMaster1.xml" Id="R877d0bcf3dea497c" /><Relationship Type="http://schemas.openxmlformats.org/officeDocument/2006/relationships/notesMaster" Target="/ppt/notesMasters/notesMaster1.xml" Id="Rec85d267c6cb4a7a" /><Relationship Type="http://schemas.openxmlformats.org/officeDocument/2006/relationships/presProps" Target="/ppt/presProps.xml" Id="R7adcda8435c040cc" /><Relationship Type="http://schemas.openxmlformats.org/officeDocument/2006/relationships/tableStyles" Target="/ppt/tableStyles.xml" Id="Rd3c2df61a96247b4" /><Relationship Type="http://schemas.openxmlformats.org/officeDocument/2006/relationships/slide" Target="/ppt/slides/slide1.xml" Id="R750f88f3c03e4b0d" /><Relationship Type="http://schemas.openxmlformats.org/officeDocument/2006/relationships/slide" Target="/ppt/slides/slide2.xml" Id="R0c1bb18f7d644bb4" /><Relationship Type="http://schemas.openxmlformats.org/officeDocument/2006/relationships/slide" Target="/ppt/slides/slide3.xml" Id="R2debd94c0c2c44e1" /><Relationship Type="http://schemas.openxmlformats.org/officeDocument/2006/relationships/slide" Target="/ppt/slides/slide4.xml" Id="R8c6b20e823154a02" /><Relationship Type="http://schemas.openxmlformats.org/officeDocument/2006/relationships/slide" Target="/ppt/slides/slide5.xml" Id="R1b0fe95792254400" /><Relationship Type="http://schemas.openxmlformats.org/officeDocument/2006/relationships/slide" Target="/ppt/slides/slide6.xml" Id="R92e55487d52844b2" /><Relationship Type="http://schemas.openxmlformats.org/officeDocument/2006/relationships/slide" Target="/ppt/slides/slide7.xml" Id="Rc86d47aeb2e3460f" /><Relationship Type="http://schemas.openxmlformats.org/officeDocument/2006/relationships/slide" Target="/ppt/slides/slide8.xml" Id="R32990c49f0ea413f" /><Relationship Type="http://schemas.openxmlformats.org/officeDocument/2006/relationships/slide" Target="/ppt/slides/slide9.xml" Id="R0d73d4689db44d05" /><Relationship Type="http://schemas.openxmlformats.org/officeDocument/2006/relationships/slide" Target="/ppt/slides/slide10.xml" Id="Rc8e241be743e4886" /><Relationship Type="http://schemas.openxmlformats.org/officeDocument/2006/relationships/slide" Target="/ppt/slides/slide11.xml" Id="R2653edd9d9c243ae" /><Relationship Type="http://schemas.openxmlformats.org/officeDocument/2006/relationships/slide" Target="/ppt/slides/slide12.xml" Id="Rd0e3a4a6f8134023" /><Relationship Type="http://schemas.openxmlformats.org/officeDocument/2006/relationships/slide" Target="/ppt/slides/slide13.xml" Id="R5c47476d8c8e4127" /><Relationship Type="http://schemas.openxmlformats.org/officeDocument/2006/relationships/slide" Target="/ppt/slides/slide14.xml" Id="R45fb4afac9b54c07" /><Relationship Type="http://schemas.openxmlformats.org/officeDocument/2006/relationships/slide" Target="/ppt/slides/slide15.xml" Id="R31ef0285327345ed" /><Relationship Type="http://schemas.openxmlformats.org/officeDocument/2006/relationships/slide" Target="/ppt/slides/slide16.xml" Id="R40267d673bf146e6" /><Relationship Type="http://schemas.openxmlformats.org/officeDocument/2006/relationships/slide" Target="/ppt/slides/slide17.xml" Id="Rc61821c151c640f5" /><Relationship Type="http://schemas.openxmlformats.org/officeDocument/2006/relationships/slide" Target="/ppt/slides/slide18.xml" Id="R2ba4c0acaab54c75" /><Relationship Type="http://schemas.openxmlformats.org/officeDocument/2006/relationships/slide" Target="/ppt/slides/slide19.xml" Id="R90d42be010bb4bd9" /><Relationship Type="http://schemas.openxmlformats.org/officeDocument/2006/relationships/slide" Target="/ppt/slides/slide20.xml" Id="R2ac7fa9084d84bd0" /><Relationship Type="http://schemas.openxmlformats.org/officeDocument/2006/relationships/slide" Target="/ppt/slides/slide21.xml" Id="R51bbc41ec9cf45a6" /><Relationship Type="http://schemas.openxmlformats.org/officeDocument/2006/relationships/slide" Target="/ppt/slides/slide22.xml" Id="Rda13e263e7fa42bb" /><Relationship Type="http://schemas.openxmlformats.org/officeDocument/2006/relationships/slide" Target="/ppt/slides/slide23.xml" Id="Rb0491a5938714569" /><Relationship Type="http://schemas.openxmlformats.org/officeDocument/2006/relationships/slide" Target="/ppt/slides/slide24.xml" Id="Rf1c7cc976b264332" /><Relationship Type="http://schemas.openxmlformats.org/officeDocument/2006/relationships/slide" Target="/ppt/slides/slide25.xml" Id="R51ddd09b9425421b" /><Relationship Type="http://schemas.openxmlformats.org/officeDocument/2006/relationships/slide" Target="/ppt/slides/slide26.xml" Id="R9420253ac86742b3" /><Relationship Type="http://schemas.openxmlformats.org/officeDocument/2006/relationships/slide" Target="/ppt/slides/slide27.xml" Id="Rf6334dfb660146c2" /><Relationship Type="http://schemas.openxmlformats.org/officeDocument/2006/relationships/slide" Target="/ppt/slides/slide28.xml" Id="R41ec8b7259ce478e" /><Relationship Type="http://schemas.openxmlformats.org/officeDocument/2006/relationships/slide" Target="/ppt/slides/slide29.xml" Id="R65c1d67007ef4d4b" /><Relationship Type="http://schemas.openxmlformats.org/officeDocument/2006/relationships/slide" Target="/ppt/slides/slide30.xml" Id="Ra7f4a5cd3ce042cc" /><Relationship Type="http://schemas.openxmlformats.org/officeDocument/2006/relationships/slide" Target="/ppt/slides/slide31.xml" Id="R0f20535248894d42" /><Relationship Type="http://schemas.openxmlformats.org/officeDocument/2006/relationships/slide" Target="/ppt/slides/slide32.xml" Id="R183972547b4941b9" /><Relationship Type="http://schemas.openxmlformats.org/officeDocument/2006/relationships/slide" Target="/ppt/slides/slide33.xml" Id="R9151226aa0534960" /><Relationship Type="http://schemas.openxmlformats.org/officeDocument/2006/relationships/slide" Target="/ppt/slides/slide34.xml" Id="R27f7ffc106824842" /><Relationship Type="http://schemas.openxmlformats.org/officeDocument/2006/relationships/slide" Target="/ppt/slides/slide35.xml" Id="Rcb4eb8c0a2af44cd" /><Relationship Type="http://schemas.openxmlformats.org/officeDocument/2006/relationships/slide" Target="/ppt/slides/slide36.xml" Id="R1e4f90eaf7264963" /><Relationship Type="http://schemas.openxmlformats.org/officeDocument/2006/relationships/slide" Target="/ppt/slides/slide37.xml" Id="R268b03510de9407d" /><Relationship Type="http://schemas.openxmlformats.org/officeDocument/2006/relationships/slide" Target="/ppt/slides/slide38.xml" Id="R89a54198c01a43f5" /><Relationship Type="http://schemas.openxmlformats.org/officeDocument/2006/relationships/slide" Target="/ppt/slides/slide39.xml" Id="R368cf092d5694fc5" /><Relationship Type="http://schemas.openxmlformats.org/officeDocument/2006/relationships/slide" Target="/ppt/slides/slide40.xml" Id="R089b4b9c15e44bd4" /><Relationship Type="http://schemas.openxmlformats.org/officeDocument/2006/relationships/slide" Target="/ppt/slides/slide41.xml" Id="R6251c6af61824bc9" /><Relationship Type="http://schemas.openxmlformats.org/officeDocument/2006/relationships/slide" Target="/ppt/slides/slide42.xml" Id="R3497160a1def4b74" /><Relationship Type="http://schemas.openxmlformats.org/officeDocument/2006/relationships/slide" Target="/ppt/slides/slide43.xml" Id="R5a500626da924508" /><Relationship Type="http://schemas.openxmlformats.org/officeDocument/2006/relationships/slide" Target="/ppt/slides/slide44.xml" Id="R5a1582311717467d" /><Relationship Type="http://schemas.openxmlformats.org/officeDocument/2006/relationships/slide" Target="/ppt/slides/slide45.xml" Id="R9aa0e2d3d22b425f" /><Relationship Type="http://schemas.openxmlformats.org/officeDocument/2006/relationships/slide" Target="/ppt/slides/slide46.xml" Id="Rad7ec63709ec4c85" /><Relationship Type="http://schemas.openxmlformats.org/officeDocument/2006/relationships/slide" Target="/ppt/slides/slide47.xml" Id="Rb2349d66d147480a" /><Relationship Type="http://schemas.openxmlformats.org/officeDocument/2006/relationships/slide" Target="/ppt/slides/slide48.xml" Id="R95e10b2d08dc492a" /><Relationship Type="http://schemas.openxmlformats.org/officeDocument/2006/relationships/slide" Target="/ppt/slides/slide49.xml" Id="Rb468a11608bb4ee3" /><Relationship Type="http://schemas.openxmlformats.org/officeDocument/2006/relationships/slide" Target="/ppt/slides/slide50.xml" Id="Rbb00342ff17f457d" /><Relationship Type="http://schemas.openxmlformats.org/officeDocument/2006/relationships/slide" Target="/ppt/slides/slide51.xml" Id="R666a89f2f8834f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4517d4330b4a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4d050950eb4424" /><Relationship Type="http://schemas.openxmlformats.org/officeDocument/2006/relationships/notesMaster" Target="/ppt/notesMasters/notesMaster1.xml" Id="Raddfdddac0754b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3fec6ef5ad4e12" /><Relationship Type="http://schemas.openxmlformats.org/officeDocument/2006/relationships/notesMaster" Target="/ppt/notesMasters/notesMaster1.xml" Id="R90f58328fe854a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d5363034ef4a22" /><Relationship Type="http://schemas.openxmlformats.org/officeDocument/2006/relationships/notesMaster" Target="/ppt/notesMasters/notesMaster1.xml" Id="R96eaded7c76d4c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2e3e0f36624215" /><Relationship Type="http://schemas.openxmlformats.org/officeDocument/2006/relationships/notesMaster" Target="/ppt/notesMasters/notesMaster1.xml" Id="R2680559f243343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0cb13eafcd47f2" /><Relationship Type="http://schemas.openxmlformats.org/officeDocument/2006/relationships/notesMaster" Target="/ppt/notesMasters/notesMaster1.xml" Id="Rb54662a439194b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7357a2a51348fd" /><Relationship Type="http://schemas.openxmlformats.org/officeDocument/2006/relationships/notesMaster" Target="/ppt/notesMasters/notesMaster1.xml" Id="R93ba393781a543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13d64a26cd474d" /><Relationship Type="http://schemas.openxmlformats.org/officeDocument/2006/relationships/notesMaster" Target="/ppt/notesMasters/notesMaster1.xml" Id="R19f475f8311147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14445355a94e4d" /><Relationship Type="http://schemas.openxmlformats.org/officeDocument/2006/relationships/notesMaster" Target="/ppt/notesMasters/notesMaster1.xml" Id="Rd2de0221336b4d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c2de421a1f4122" /><Relationship Type="http://schemas.openxmlformats.org/officeDocument/2006/relationships/notesMaster" Target="/ppt/notesMasters/notesMaster1.xml" Id="R504c99ca281540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9e9b166f3e4bf3" /><Relationship Type="http://schemas.openxmlformats.org/officeDocument/2006/relationships/notesMaster" Target="/ppt/notesMasters/notesMaster1.xml" Id="R94789529768045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e8545fee4c48e0" /><Relationship Type="http://schemas.openxmlformats.org/officeDocument/2006/relationships/notesMaster" Target="/ppt/notesMasters/notesMaster1.xml" Id="R4fa4c95f074249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e6be0fc2234bae" /><Relationship Type="http://schemas.openxmlformats.org/officeDocument/2006/relationships/notesMaster" Target="/ppt/notesMasters/notesMaster1.xml" Id="R01d05dbe5b6f45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167f4a9f784e66" /><Relationship Type="http://schemas.openxmlformats.org/officeDocument/2006/relationships/notesMaster" Target="/ppt/notesMasters/notesMaster1.xml" Id="Rcc5f1a1e94f846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cc3fb0212444b6" /><Relationship Type="http://schemas.openxmlformats.org/officeDocument/2006/relationships/notesMaster" Target="/ppt/notesMasters/notesMaster1.xml" Id="R10e1087c054b40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e4038cbc884405" /><Relationship Type="http://schemas.openxmlformats.org/officeDocument/2006/relationships/notesMaster" Target="/ppt/notesMasters/notesMaster1.xml" Id="R2db6f1955f12448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f8e3c1bc774813" /><Relationship Type="http://schemas.openxmlformats.org/officeDocument/2006/relationships/notesMaster" Target="/ppt/notesMasters/notesMaster1.xml" Id="Ra8205979c2a240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1a9d9c4c5840cf" /><Relationship Type="http://schemas.openxmlformats.org/officeDocument/2006/relationships/notesMaster" Target="/ppt/notesMasters/notesMaster1.xml" Id="R327d8f2d7422447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9ed7c313d047d6" /><Relationship Type="http://schemas.openxmlformats.org/officeDocument/2006/relationships/notesMaster" Target="/ppt/notesMasters/notesMaster1.xml" Id="Rca9d2ef15ecb427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a40274513c24056" /><Relationship Type="http://schemas.openxmlformats.org/officeDocument/2006/relationships/notesMaster" Target="/ppt/notesMasters/notesMaster1.xml" Id="R322441dec79045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0a36b4ed8843fe" /><Relationship Type="http://schemas.openxmlformats.org/officeDocument/2006/relationships/notesMaster" Target="/ppt/notesMasters/notesMaster1.xml" Id="R54689d8a399841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64f6b176064c43" /><Relationship Type="http://schemas.openxmlformats.org/officeDocument/2006/relationships/notesMaster" Target="/ppt/notesMasters/notesMaster1.xml" Id="R1667d715e2334db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aecc80cd40844b3" /><Relationship Type="http://schemas.openxmlformats.org/officeDocument/2006/relationships/notesMaster" Target="/ppt/notesMasters/notesMaster1.xml" Id="R52ad3f8e186647a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ca4fd4db7c04a59" /><Relationship Type="http://schemas.openxmlformats.org/officeDocument/2006/relationships/notesMaster" Target="/ppt/notesMasters/notesMaster1.xml" Id="R395f3a4aa5f94f7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cdf2b9840d64a64" /><Relationship Type="http://schemas.openxmlformats.org/officeDocument/2006/relationships/notesMaster" Target="/ppt/notesMasters/notesMaster1.xml" Id="Rda97254fadf743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9f0b3fbe9554827" /><Relationship Type="http://schemas.openxmlformats.org/officeDocument/2006/relationships/notesMaster" Target="/ppt/notesMasters/notesMaster1.xml" Id="R6ade149d60464c2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6de177673104914" /><Relationship Type="http://schemas.openxmlformats.org/officeDocument/2006/relationships/notesMaster" Target="/ppt/notesMasters/notesMaster1.xml" Id="R7c7d0648904c457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a24b0b9361d4026" /><Relationship Type="http://schemas.openxmlformats.org/officeDocument/2006/relationships/notesMaster" Target="/ppt/notesMasters/notesMaster1.xml" Id="Rfa1db8037a6444f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81c1acdf4b244c1" /><Relationship Type="http://schemas.openxmlformats.org/officeDocument/2006/relationships/notesMaster" Target="/ppt/notesMasters/notesMaster1.xml" Id="Ref139b3f3fcd42b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9a9d5d8b541489f" /><Relationship Type="http://schemas.openxmlformats.org/officeDocument/2006/relationships/notesMaster" Target="/ppt/notesMasters/notesMaster1.xml" Id="Reff12fa1002944c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6f0314b8cce4236" /><Relationship Type="http://schemas.openxmlformats.org/officeDocument/2006/relationships/notesMaster" Target="/ppt/notesMasters/notesMaster1.xml" Id="R8ca5e4345328485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591ed9e4fc4d37" /><Relationship Type="http://schemas.openxmlformats.org/officeDocument/2006/relationships/notesMaster" Target="/ppt/notesMasters/notesMaster1.xml" Id="R701ac3cbb14c453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6e3e9f08df44aa6" /><Relationship Type="http://schemas.openxmlformats.org/officeDocument/2006/relationships/notesMaster" Target="/ppt/notesMasters/notesMaster1.xml" Id="Rda75a317b9854bb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bc1fad292a94c35" /><Relationship Type="http://schemas.openxmlformats.org/officeDocument/2006/relationships/notesMaster" Target="/ppt/notesMasters/notesMaster1.xml" Id="R09806d38b96945f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f8aa99f4fec403a" /><Relationship Type="http://schemas.openxmlformats.org/officeDocument/2006/relationships/notesMaster" Target="/ppt/notesMasters/notesMaster1.xml" Id="Rc533e412731c448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4cc9b04e78b482e" /><Relationship Type="http://schemas.openxmlformats.org/officeDocument/2006/relationships/notesMaster" Target="/ppt/notesMasters/notesMaster1.xml" Id="R9960ade5e4944f8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ed455d407fc4ba5" /><Relationship Type="http://schemas.openxmlformats.org/officeDocument/2006/relationships/notesMaster" Target="/ppt/notesMasters/notesMaster1.xml" Id="R972eb676a67c495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a476fe7d9fd4fce" /><Relationship Type="http://schemas.openxmlformats.org/officeDocument/2006/relationships/notesMaster" Target="/ppt/notesMasters/notesMaster1.xml" Id="Rb0665df06ca245b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1162364f92d4d6d" /><Relationship Type="http://schemas.openxmlformats.org/officeDocument/2006/relationships/notesMaster" Target="/ppt/notesMasters/notesMaster1.xml" Id="Ra9c656227a95482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547ed2b2b4e4861" /><Relationship Type="http://schemas.openxmlformats.org/officeDocument/2006/relationships/notesMaster" Target="/ppt/notesMasters/notesMaster1.xml" Id="R47eb6b8e39d046a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9d7d6415b0f41e8" /><Relationship Type="http://schemas.openxmlformats.org/officeDocument/2006/relationships/notesMaster" Target="/ppt/notesMasters/notesMaster1.xml" Id="Rd6597cc3ae90457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35d4090b1ce4dfb" /><Relationship Type="http://schemas.openxmlformats.org/officeDocument/2006/relationships/notesMaster" Target="/ppt/notesMasters/notesMaster1.xml" Id="Rbb0703457438412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6fc00fad23347cd" /><Relationship Type="http://schemas.openxmlformats.org/officeDocument/2006/relationships/notesMaster" Target="/ppt/notesMasters/notesMaster1.xml" Id="R1e9898b9cd2441f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fd58d4ef7a34e82" /><Relationship Type="http://schemas.openxmlformats.org/officeDocument/2006/relationships/notesMaster" Target="/ppt/notesMasters/notesMaster1.xml" Id="Rec6b213838b0426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9f6ca1115e84967" /><Relationship Type="http://schemas.openxmlformats.org/officeDocument/2006/relationships/notesMaster" Target="/ppt/notesMasters/notesMaster1.xml" Id="R4a2ce0bc94e6442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c8d24f60e714399" /><Relationship Type="http://schemas.openxmlformats.org/officeDocument/2006/relationships/notesMaster" Target="/ppt/notesMasters/notesMaster1.xml" Id="R7d8a7ac95f054bd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5dd0400fdc04f2f" /><Relationship Type="http://schemas.openxmlformats.org/officeDocument/2006/relationships/notesMaster" Target="/ppt/notesMasters/notesMaster1.xml" Id="R07c30da458e04c1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af569b3f73842d0" /><Relationship Type="http://schemas.openxmlformats.org/officeDocument/2006/relationships/notesMaster" Target="/ppt/notesMasters/notesMaster1.xml" Id="Re03bb5934a6a429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af46e868ce44fc1" /><Relationship Type="http://schemas.openxmlformats.org/officeDocument/2006/relationships/notesMaster" Target="/ppt/notesMasters/notesMaster1.xml" Id="R3c36f0faf7e6405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6f8bae1302a4daa" /><Relationship Type="http://schemas.openxmlformats.org/officeDocument/2006/relationships/notesMaster" Target="/ppt/notesMasters/notesMaster1.xml" Id="Rbabe51d3d079478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976c9eb43744c5b" /><Relationship Type="http://schemas.openxmlformats.org/officeDocument/2006/relationships/notesMaster" Target="/ppt/notesMasters/notesMaster1.xml" Id="R8e42ce15b6254af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836734da5d64131" /><Relationship Type="http://schemas.openxmlformats.org/officeDocument/2006/relationships/notesMaster" Target="/ppt/notesMasters/notesMaster1.xml" Id="R0a852e58f43043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50a0cf150343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b8d67d9b4b4e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2222d3c5d04f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ff2bbe998f47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43ae4c199246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8ff243a72f41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899F9E-0B38-4214-B2A7-A2ECF3C81DB4}"/>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DDD7DA-39AE-4058-B38C-94FD73E471E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541A1B-EF97-4DD0-B19B-8FC3EB6015B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256F14-D92C-483E-9022-CC08744387F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30741DB-81BB-4085-8F6A-11ED1926470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C6D5AF-F791-475F-87C2-BE28FC16F0D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B4941F-9B5B-41E8-8FA0-AE5A01703FE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9CA113-1644-4CE4-A340-5B04FE5EA193}"/>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C15A5C-04AF-48A5-936E-8722FAE9F44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2FED45-9DF5-42FD-BDA1-9D8D0AFBDCA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9de069d0904a33" /><Relationship Type="http://schemas.openxmlformats.org/officeDocument/2006/relationships/slideLayout" Target="/ppt/slideLayouts/slideLayout1.xml" Id="R8e6d70bb7abc4f9f" /><Relationship Type="http://schemas.openxmlformats.org/officeDocument/2006/relationships/slideLayout" Target="/ppt/slideLayouts/slideLayout2.xml" Id="Raae3539b50514544" /><Relationship Type="http://schemas.openxmlformats.org/officeDocument/2006/relationships/slideLayout" Target="/ppt/slideLayouts/slideLayout3.xml" Id="Re1dc73ebbabc42f4" /><Relationship Type="http://schemas.openxmlformats.org/officeDocument/2006/relationships/slideLayout" Target="/ppt/slideLayouts/slideLayout4.xml" Id="Rf1eb475fc9784d89" /><Relationship Type="http://schemas.openxmlformats.org/officeDocument/2006/relationships/slideLayout" Target="/ppt/slideLayouts/slideLayout5.xml" Id="Rfbb0ba7d2d864b6e" /><Relationship Type="http://schemas.openxmlformats.org/officeDocument/2006/relationships/slideLayout" Target="/ppt/slideLayouts/slideLayout6.xml" Id="Rd3ab9259e7ff42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6d70bb7abc4f9f"/>
    <p:sldLayoutId xmlns:r="http://schemas.openxmlformats.org/officeDocument/2006/relationships" id="2147483650" r:id="Raae3539b50514544"/>
    <p:sldLayoutId xmlns:r="http://schemas.openxmlformats.org/officeDocument/2006/relationships" id="2147483651" r:id="Re1dc73ebbabc42f4"/>
    <p:sldLayoutId xmlns:r="http://schemas.openxmlformats.org/officeDocument/2006/relationships" id="2147483652" r:id="Rf1eb475fc9784d89"/>
    <p:sldLayoutId xmlns:r="http://schemas.openxmlformats.org/officeDocument/2006/relationships" id="2147483653" r:id="Rfbb0ba7d2d864b6e"/>
    <p:sldLayoutId xmlns:r="http://schemas.openxmlformats.org/officeDocument/2006/relationships" id="2147483654" r:id="Rd3ab9259e7ff42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e32f62ef254f14" /><Relationship Type="http://schemas.openxmlformats.org/officeDocument/2006/relationships/image" Target="/ppt/media/image.png" Id="R0a1825c7e1c64622" /><Relationship Type="http://schemas.openxmlformats.org/officeDocument/2006/relationships/image" Target="/ppt/media/image2.png" Id="Ra581eaf4d13b4070" /><Relationship Type="http://schemas.openxmlformats.org/officeDocument/2006/relationships/image" Target="/ppt/media/image3.png" Id="R36af700edc9342e5" /><Relationship Type="http://schemas.openxmlformats.org/officeDocument/2006/relationships/notesSlide" Target="/ppt/notesSlides/notesSlide1.xml" Id="R3f8d52ce60ce45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dfc4fd9eb394d38" /><Relationship Type="http://schemas.openxmlformats.org/officeDocument/2006/relationships/image" Target="/ppt/media/image4.png" Id="R3df514c0ddb644f7" /><Relationship Type="http://schemas.openxmlformats.org/officeDocument/2006/relationships/image" Target="/ppt/media/image5.png" Id="R7bf95c81423445d4" /><Relationship Type="http://schemas.openxmlformats.org/officeDocument/2006/relationships/image" Target="/ppt/media/image6.png" Id="R4429f8d6abd24bba" /><Relationship Type="http://schemas.openxmlformats.org/officeDocument/2006/relationships/notesSlide" Target="/ppt/notesSlides/notesSlide2.xml" Id="R0a87c164a9624a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03484ae3384c76" /><Relationship Type="http://schemas.openxmlformats.org/officeDocument/2006/relationships/image" Target="/ppt/media/image7.png" Id="R828e7299880b4bda" /><Relationship Type="http://schemas.openxmlformats.org/officeDocument/2006/relationships/notesSlide" Target="/ppt/notesSlides/notesSlide3.xml" Id="R1682333dfd9541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635bc51ac34d90" /><Relationship Type="http://schemas.openxmlformats.org/officeDocument/2006/relationships/image" Target="/ppt/media/image8.png" Id="R4d3bbbd130ab4f4a" /><Relationship Type="http://schemas.openxmlformats.org/officeDocument/2006/relationships/image" Target="/ppt/media/image9.png" Id="Rbba287bf903a47a6" /><Relationship Type="http://schemas.openxmlformats.org/officeDocument/2006/relationships/notesSlide" Target="/ppt/notesSlides/notesSlide4.xml" Id="Rea8a95a13cdf42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1967a0040f4e96" /><Relationship Type="http://schemas.openxmlformats.org/officeDocument/2006/relationships/image" Target="/ppt/media/image10.png" Id="Rcaf7dc2c2390410e" /><Relationship Type="http://schemas.openxmlformats.org/officeDocument/2006/relationships/image" Target="/ppt/media/image11.png" Id="R85c1b94d4339441d" /><Relationship Type="http://schemas.openxmlformats.org/officeDocument/2006/relationships/notesSlide" Target="/ppt/notesSlides/notesSlide5.xml" Id="R016926af894f46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d780f07d9b446d" /><Relationship Type="http://schemas.openxmlformats.org/officeDocument/2006/relationships/image" Target="/ppt/media/image12.png" Id="R86212bf63a2e4acc" /><Relationship Type="http://schemas.openxmlformats.org/officeDocument/2006/relationships/image" Target="/ppt/media/image13.png" Id="R4a5eda30b99e438b" /><Relationship Type="http://schemas.openxmlformats.org/officeDocument/2006/relationships/notesSlide" Target="/ppt/notesSlides/notesSlide6.xml" Id="R284456dc465440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c831f6e17747ad" /><Relationship Type="http://schemas.openxmlformats.org/officeDocument/2006/relationships/image" Target="/ppt/media/image14.png" Id="Rdd4a6f49bef84b51" /><Relationship Type="http://schemas.openxmlformats.org/officeDocument/2006/relationships/image" Target="/ppt/media/image15.png" Id="Red0565479bad48d0" /><Relationship Type="http://schemas.openxmlformats.org/officeDocument/2006/relationships/image" Target="/ppt/media/image16.png" Id="R981b9c1c63c24d86" /><Relationship Type="http://schemas.openxmlformats.org/officeDocument/2006/relationships/image" Target="/ppt/media/image17.png" Id="R153d47f590914c32" /><Relationship Type="http://schemas.openxmlformats.org/officeDocument/2006/relationships/notesSlide" Target="/ppt/notesSlides/notesSlide7.xml" Id="Rfb75fe36d0d146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598e47e48d242ec" /><Relationship Type="http://schemas.openxmlformats.org/officeDocument/2006/relationships/image" Target="/ppt/media/image18.png" Id="R8cd73f51751a41eb" /><Relationship Type="http://schemas.openxmlformats.org/officeDocument/2006/relationships/image" Target="/ppt/media/image19.png" Id="R4da3fb4774a943c2" /><Relationship Type="http://schemas.openxmlformats.org/officeDocument/2006/relationships/image" Target="/ppt/media/image20.png" Id="Rc6265630b3434f75" /><Relationship Type="http://schemas.openxmlformats.org/officeDocument/2006/relationships/image" Target="/ppt/media/image21.png" Id="R2955d22afb264560" /><Relationship Type="http://schemas.openxmlformats.org/officeDocument/2006/relationships/notesSlide" Target="/ppt/notesSlides/notesSlide8.xml" Id="Rde7b861a4b1845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2f292bf06f04f0b" /><Relationship Type="http://schemas.openxmlformats.org/officeDocument/2006/relationships/image" Target="/ppt/media/image22.png" Id="Rdd4dbf9070bf407f" /><Relationship Type="http://schemas.openxmlformats.org/officeDocument/2006/relationships/image" Target="/ppt/media/image23.png" Id="R734fcf5f76714a06" /><Relationship Type="http://schemas.openxmlformats.org/officeDocument/2006/relationships/notesSlide" Target="/ppt/notesSlides/notesSlide9.xml" Id="Rf7d1eedd9ff44b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237a0dd6a184902" /><Relationship Type="http://schemas.openxmlformats.org/officeDocument/2006/relationships/image" Target="/ppt/media/image24.png" Id="R25a0333bc2c848aa" /><Relationship Type="http://schemas.openxmlformats.org/officeDocument/2006/relationships/image" Target="/ppt/media/image25.png" Id="R32524149ab1a4677" /><Relationship Type="http://schemas.openxmlformats.org/officeDocument/2006/relationships/image" Target="/ppt/media/image26.png" Id="R4a5fb549a0c74c57" /><Relationship Type="http://schemas.openxmlformats.org/officeDocument/2006/relationships/image" Target="/ppt/media/image27.png" Id="Rbb0354ac00ff48ed" /><Relationship Type="http://schemas.openxmlformats.org/officeDocument/2006/relationships/image" Target="/ppt/media/image28.png" Id="Rabed758f1dad4740" /><Relationship Type="http://schemas.openxmlformats.org/officeDocument/2006/relationships/notesSlide" Target="/ppt/notesSlides/notesSlide10.xml" Id="R3b39225b90da43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21ece8182734d10" /><Relationship Type="http://schemas.openxmlformats.org/officeDocument/2006/relationships/image" Target="/ppt/media/image29.png" Id="R1ad5bf2833eb4262" /><Relationship Type="http://schemas.openxmlformats.org/officeDocument/2006/relationships/image" Target="/ppt/media/image30.png" Id="Rf649346f7dec4cb1" /><Relationship Type="http://schemas.openxmlformats.org/officeDocument/2006/relationships/image" Target="/ppt/media/image31.png" Id="Ra2269413ab1c4c4f" /><Relationship Type="http://schemas.openxmlformats.org/officeDocument/2006/relationships/notesSlide" Target="/ppt/notesSlides/notesSlide11.xml" Id="R8c4ae68dbbcf4a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1a46ee5905a44eb" /><Relationship Type="http://schemas.openxmlformats.org/officeDocument/2006/relationships/image" Target="/ppt/media/image32.png" Id="R10012e7dde374ec7" /><Relationship Type="http://schemas.openxmlformats.org/officeDocument/2006/relationships/image" Target="/ppt/media/image33.png" Id="R233a5f21fcc64f96" /><Relationship Type="http://schemas.openxmlformats.org/officeDocument/2006/relationships/image" Target="/ppt/media/image34.png" Id="R92c5f68e16a54197" /><Relationship Type="http://schemas.openxmlformats.org/officeDocument/2006/relationships/notesSlide" Target="/ppt/notesSlides/notesSlide12.xml" Id="Raa89aa77b4124b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3bdb1f6e4314664" /><Relationship Type="http://schemas.openxmlformats.org/officeDocument/2006/relationships/image" Target="/ppt/media/image35.png" Id="Rdef18c1ada774924" /><Relationship Type="http://schemas.openxmlformats.org/officeDocument/2006/relationships/notesSlide" Target="/ppt/notesSlides/notesSlide13.xml" Id="Rbafb3cfa7ba148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5a25b66b3864687" /><Relationship Type="http://schemas.openxmlformats.org/officeDocument/2006/relationships/image" Target="/ppt/media/image36.png" Id="R2115f0c4c06b4db5" /><Relationship Type="http://schemas.openxmlformats.org/officeDocument/2006/relationships/image" Target="/ppt/media/image37.png" Id="Rbe83d7a7d51b4e08" /><Relationship Type="http://schemas.openxmlformats.org/officeDocument/2006/relationships/notesSlide" Target="/ppt/notesSlides/notesSlide14.xml" Id="R02364bf277624d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f1a7ff5d5e4492f" /><Relationship Type="http://schemas.openxmlformats.org/officeDocument/2006/relationships/image" Target="/ppt/media/image38.png" Id="Raf7809c4112a4faf" /><Relationship Type="http://schemas.openxmlformats.org/officeDocument/2006/relationships/image" Target="/ppt/media/image39.png" Id="R3e07ec58834a4421" /><Relationship Type="http://schemas.openxmlformats.org/officeDocument/2006/relationships/image" Target="/ppt/media/image40.png" Id="Rdc8148825f8a4c92" /><Relationship Type="http://schemas.openxmlformats.org/officeDocument/2006/relationships/notesSlide" Target="/ppt/notesSlides/notesSlide15.xml" Id="Re420c68a75cd4b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d6adb8f0f04412d" /><Relationship Type="http://schemas.openxmlformats.org/officeDocument/2006/relationships/image" Target="/ppt/media/image41.png" Id="Rbfa46f5b19244ddf" /><Relationship Type="http://schemas.openxmlformats.org/officeDocument/2006/relationships/image" Target="/ppt/media/image42.png" Id="Rd0732b69d45c4c3d" /><Relationship Type="http://schemas.openxmlformats.org/officeDocument/2006/relationships/image" Target="/ppt/media/image43.png" Id="R5f2ea60589954786" /><Relationship Type="http://schemas.openxmlformats.org/officeDocument/2006/relationships/image" Target="/ppt/media/image44.png" Id="R3554072220b149cc" /><Relationship Type="http://schemas.openxmlformats.org/officeDocument/2006/relationships/notesSlide" Target="/ppt/notesSlides/notesSlide16.xml" Id="R44763fef7a2e40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aedd1425ac248a9" /><Relationship Type="http://schemas.openxmlformats.org/officeDocument/2006/relationships/image" Target="/ppt/media/image45.png" Id="R41c7aa4efe37435a" /><Relationship Type="http://schemas.openxmlformats.org/officeDocument/2006/relationships/image" Target="/ppt/media/image46.png" Id="R15de524daa6a46b3" /><Relationship Type="http://schemas.openxmlformats.org/officeDocument/2006/relationships/image" Target="/ppt/media/image47.png" Id="Rb87a8b0adbb64a94" /><Relationship Type="http://schemas.openxmlformats.org/officeDocument/2006/relationships/notesSlide" Target="/ppt/notesSlides/notesSlide17.xml" Id="R35c27ae7d2ef41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5d60cb47f234843" /><Relationship Type="http://schemas.openxmlformats.org/officeDocument/2006/relationships/image" Target="/ppt/media/image48.png" Id="Re6a102b3bb8c4aab" /><Relationship Type="http://schemas.openxmlformats.org/officeDocument/2006/relationships/image" Target="/ppt/media/image49.png" Id="R51635050cd704a25" /><Relationship Type="http://schemas.openxmlformats.org/officeDocument/2006/relationships/image" Target="/ppt/media/image50.png" Id="R1946a0e6f94d48b6" /><Relationship Type="http://schemas.openxmlformats.org/officeDocument/2006/relationships/image" Target="/ppt/media/image51.png" Id="R087f6eb2e21847ea" /><Relationship Type="http://schemas.openxmlformats.org/officeDocument/2006/relationships/notesSlide" Target="/ppt/notesSlides/notesSlide18.xml" Id="R35f59273ffc94d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7417f70d2e541e1" /><Relationship Type="http://schemas.openxmlformats.org/officeDocument/2006/relationships/image" Target="/ppt/media/image52.png" Id="R0ba8971f97ca4664" /><Relationship Type="http://schemas.openxmlformats.org/officeDocument/2006/relationships/image" Target="/ppt/media/image53.png" Id="R506c8f130dc8421a" /><Relationship Type="http://schemas.openxmlformats.org/officeDocument/2006/relationships/image" Target="/ppt/media/image54.png" Id="R8cc497e3b21a4571" /><Relationship Type="http://schemas.openxmlformats.org/officeDocument/2006/relationships/notesSlide" Target="/ppt/notesSlides/notesSlide19.xml" Id="R81f5f5e704f6449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0c018685e774b27" /><Relationship Type="http://schemas.openxmlformats.org/officeDocument/2006/relationships/image" Target="/ppt/media/image55.png" Id="R03edc87c38774fa2" /><Relationship Type="http://schemas.openxmlformats.org/officeDocument/2006/relationships/image" Target="/ppt/media/image56.png" Id="R8a6219dabdff4b36" /><Relationship Type="http://schemas.openxmlformats.org/officeDocument/2006/relationships/image" Target="/ppt/media/image57.png" Id="R58c18dd9b55b4746" /><Relationship Type="http://schemas.openxmlformats.org/officeDocument/2006/relationships/image" Target="/ppt/media/image58.png" Id="R250bd971ea9f470d" /><Relationship Type="http://schemas.openxmlformats.org/officeDocument/2006/relationships/notesSlide" Target="/ppt/notesSlides/notesSlide20.xml" Id="Rca2b0c063573422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a4fba8531194e12" /><Relationship Type="http://schemas.openxmlformats.org/officeDocument/2006/relationships/image" Target="/ppt/media/image59.png" Id="R2a73cadc4f554f95" /><Relationship Type="http://schemas.openxmlformats.org/officeDocument/2006/relationships/notesSlide" Target="/ppt/notesSlides/notesSlide21.xml" Id="R863872f0284341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86543fdb21c40b5" /><Relationship Type="http://schemas.openxmlformats.org/officeDocument/2006/relationships/image" Target="/ppt/media/image60.png" Id="Rb61955883072427b" /><Relationship Type="http://schemas.openxmlformats.org/officeDocument/2006/relationships/image" Target="/ppt/media/image61.png" Id="R0f9c66f922e24e66" /><Relationship Type="http://schemas.openxmlformats.org/officeDocument/2006/relationships/image" Target="/ppt/media/image62.png" Id="R84bd1258d61140d5" /><Relationship Type="http://schemas.openxmlformats.org/officeDocument/2006/relationships/notesSlide" Target="/ppt/notesSlides/notesSlide22.xml" Id="Rd5ea5d0322224d2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acda7e71d4e4ae1" /><Relationship Type="http://schemas.openxmlformats.org/officeDocument/2006/relationships/image" Target="/ppt/media/image63.png" Id="R7cf79c19fc394db6" /><Relationship Type="http://schemas.openxmlformats.org/officeDocument/2006/relationships/image" Target="/ppt/media/image64.png" Id="Rfec27ce56f704c38" /><Relationship Type="http://schemas.openxmlformats.org/officeDocument/2006/relationships/image" Target="/ppt/media/image65.png" Id="R1c62a9ed4f564f4d" /><Relationship Type="http://schemas.openxmlformats.org/officeDocument/2006/relationships/image" Target="/ppt/media/image66.png" Id="Rb7947a29c7eb40b7" /><Relationship Type="http://schemas.openxmlformats.org/officeDocument/2006/relationships/notesSlide" Target="/ppt/notesSlides/notesSlide23.xml" Id="R5f572934c9514d2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b9e85f9ea83465b" /><Relationship Type="http://schemas.openxmlformats.org/officeDocument/2006/relationships/image" Target="/ppt/media/image67.png" Id="R124b001a0924464e" /><Relationship Type="http://schemas.openxmlformats.org/officeDocument/2006/relationships/image" Target="/ppt/media/image68.png" Id="R1ccc43c03f314301" /><Relationship Type="http://schemas.openxmlformats.org/officeDocument/2006/relationships/image" Target="/ppt/media/image69.png" Id="Rc216b675c8394fc5" /><Relationship Type="http://schemas.openxmlformats.org/officeDocument/2006/relationships/notesSlide" Target="/ppt/notesSlides/notesSlide24.xml" Id="R7b69f5ec5a4e4f3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46aacd866ae410f" /><Relationship Type="http://schemas.openxmlformats.org/officeDocument/2006/relationships/image" Target="/ppt/media/image70.png" Id="R31e6ff0fdb634910" /><Relationship Type="http://schemas.openxmlformats.org/officeDocument/2006/relationships/image" Target="/ppt/media/image71.png" Id="R9e2d527b0b7f4849" /><Relationship Type="http://schemas.openxmlformats.org/officeDocument/2006/relationships/notesSlide" Target="/ppt/notesSlides/notesSlide25.xml" Id="R21500d988f0343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f2963f6846c45a8" /><Relationship Type="http://schemas.openxmlformats.org/officeDocument/2006/relationships/image" Target="/ppt/media/image72.png" Id="R5ce3cf2a95de44fe" /><Relationship Type="http://schemas.openxmlformats.org/officeDocument/2006/relationships/image" Target="/ppt/media/image73.png" Id="R7ceddf7c3eb44eb5" /><Relationship Type="http://schemas.openxmlformats.org/officeDocument/2006/relationships/notesSlide" Target="/ppt/notesSlides/notesSlide26.xml" Id="Rb1c0053efe58431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29733dda9d242a9" /><Relationship Type="http://schemas.openxmlformats.org/officeDocument/2006/relationships/image" Target="/ppt/media/image74.png" Id="R37da109f71e84d73" /><Relationship Type="http://schemas.openxmlformats.org/officeDocument/2006/relationships/image" Target="/ppt/media/image75.png" Id="R14c886c42d0d4108" /><Relationship Type="http://schemas.openxmlformats.org/officeDocument/2006/relationships/notesSlide" Target="/ppt/notesSlides/notesSlide27.xml" Id="R81ec57e03f61427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61705d386994f7d" /><Relationship Type="http://schemas.openxmlformats.org/officeDocument/2006/relationships/image" Target="/ppt/media/image76.png" Id="R3eea1d834694404b" /><Relationship Type="http://schemas.openxmlformats.org/officeDocument/2006/relationships/notesSlide" Target="/ppt/notesSlides/notesSlide28.xml" Id="Raac46d42ae204b6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07b0bfa54564c02" /><Relationship Type="http://schemas.openxmlformats.org/officeDocument/2006/relationships/image" Target="/ppt/media/image77.png" Id="R5723b708eee74035" /><Relationship Type="http://schemas.openxmlformats.org/officeDocument/2006/relationships/notesSlide" Target="/ppt/notesSlides/notesSlide29.xml" Id="R993a927d130d4b9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1c5b76b8e9f494a" /><Relationship Type="http://schemas.openxmlformats.org/officeDocument/2006/relationships/image" Target="/ppt/media/image78.png" Id="R9944fc00d2cb4555" /><Relationship Type="http://schemas.openxmlformats.org/officeDocument/2006/relationships/notesSlide" Target="/ppt/notesSlides/notesSlide30.xml" Id="R97a24364013a418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ee0bfb148064431" /><Relationship Type="http://schemas.openxmlformats.org/officeDocument/2006/relationships/image" Target="/ppt/media/image79.png" Id="R9d0e975e136e4cd6" /><Relationship Type="http://schemas.openxmlformats.org/officeDocument/2006/relationships/notesSlide" Target="/ppt/notesSlides/notesSlide31.xml" Id="R1d325abead02408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9852fa63aa6427d" /><Relationship Type="http://schemas.openxmlformats.org/officeDocument/2006/relationships/image" Target="/ppt/media/image80.png" Id="R5efebb5fb4e14049" /><Relationship Type="http://schemas.openxmlformats.org/officeDocument/2006/relationships/image" Target="/ppt/media/image81.png" Id="R1fdff07082b0443b" /><Relationship Type="http://schemas.openxmlformats.org/officeDocument/2006/relationships/image" Target="/ppt/media/image82.png" Id="R465f8d33c6ed4b81" /><Relationship Type="http://schemas.openxmlformats.org/officeDocument/2006/relationships/notesSlide" Target="/ppt/notesSlides/notesSlide32.xml" Id="Re46e0d56e849447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44152b58fe14a77" /><Relationship Type="http://schemas.openxmlformats.org/officeDocument/2006/relationships/image" Target="/ppt/media/image83.png" Id="R8cf6a3407f5b4703" /><Relationship Type="http://schemas.openxmlformats.org/officeDocument/2006/relationships/image" Target="/ppt/media/image84.png" Id="Rb081b95fe84c4dc2" /><Relationship Type="http://schemas.openxmlformats.org/officeDocument/2006/relationships/image" Target="/ppt/media/image85.png" Id="Rbdca538266b04c89" /><Relationship Type="http://schemas.openxmlformats.org/officeDocument/2006/relationships/notesSlide" Target="/ppt/notesSlides/notesSlide33.xml" Id="R0c110b19e985441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a58e76d533441f1" /><Relationship Type="http://schemas.openxmlformats.org/officeDocument/2006/relationships/image" Target="/ppt/media/image86.png" Id="Rb8eff6992d364f22" /><Relationship Type="http://schemas.openxmlformats.org/officeDocument/2006/relationships/image" Target="/ppt/media/image87.png" Id="Re5edb89473844516" /><Relationship Type="http://schemas.openxmlformats.org/officeDocument/2006/relationships/notesSlide" Target="/ppt/notesSlides/notesSlide34.xml" Id="Rf1112765850c4f5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0336a3bec84bc0" /><Relationship Type="http://schemas.openxmlformats.org/officeDocument/2006/relationships/image" Target="/ppt/media/image88.png" Id="R15a5eb27b40e4fac" /><Relationship Type="http://schemas.openxmlformats.org/officeDocument/2006/relationships/image" Target="/ppt/media/image89.png" Id="Re72921bdb7f84ce1" /><Relationship Type="http://schemas.openxmlformats.org/officeDocument/2006/relationships/notesSlide" Target="/ppt/notesSlides/notesSlide35.xml" Id="Rac78a08e44ab436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64143787cf4418d" /><Relationship Type="http://schemas.openxmlformats.org/officeDocument/2006/relationships/image" Target="/ppt/media/image90.png" Id="R9a96650c9cbe499b" /><Relationship Type="http://schemas.openxmlformats.org/officeDocument/2006/relationships/image" Target="/ppt/media/image91.png" Id="R9bd9d7cda1474b2d" /><Relationship Type="http://schemas.openxmlformats.org/officeDocument/2006/relationships/notesSlide" Target="/ppt/notesSlides/notesSlide36.xml" Id="Ra3ab3664934e4df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eca38f7401a42bc" /><Relationship Type="http://schemas.openxmlformats.org/officeDocument/2006/relationships/image" Target="/ppt/media/image92.png" Id="R3259462e012b4882" /><Relationship Type="http://schemas.openxmlformats.org/officeDocument/2006/relationships/image" Target="/ppt/media/image93.png" Id="R22020df12fd4461f" /><Relationship Type="http://schemas.openxmlformats.org/officeDocument/2006/relationships/image" Target="/ppt/media/image94.png" Id="R55bf6a29d7db4384" /><Relationship Type="http://schemas.openxmlformats.org/officeDocument/2006/relationships/notesSlide" Target="/ppt/notesSlides/notesSlide37.xml" Id="R11418d13e03d426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a67792aa7e74012" /><Relationship Type="http://schemas.openxmlformats.org/officeDocument/2006/relationships/image" Target="/ppt/media/image95.png" Id="Ra0dc7182ce8049b0" /><Relationship Type="http://schemas.openxmlformats.org/officeDocument/2006/relationships/image" Target="/ppt/media/image96.png" Id="Rc482492b43ba4647" /><Relationship Type="http://schemas.openxmlformats.org/officeDocument/2006/relationships/notesSlide" Target="/ppt/notesSlides/notesSlide38.xml" Id="R7410f18c9983462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4d6648edd2749a6" /><Relationship Type="http://schemas.openxmlformats.org/officeDocument/2006/relationships/image" Target="/ppt/media/image97.png" Id="Ra1670ebc5b434ffb" /><Relationship Type="http://schemas.openxmlformats.org/officeDocument/2006/relationships/image" Target="/ppt/media/image98.png" Id="R6e8d1224d21b450b" /><Relationship Type="http://schemas.openxmlformats.org/officeDocument/2006/relationships/notesSlide" Target="/ppt/notesSlides/notesSlide39.xml" Id="Rdaf6290339214f5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270c769ef2c4caf" /><Relationship Type="http://schemas.openxmlformats.org/officeDocument/2006/relationships/image" Target="/ppt/media/image99.png" Id="R4f503342d9d4400d" /><Relationship Type="http://schemas.openxmlformats.org/officeDocument/2006/relationships/image" Target="/ppt/media/image100.png" Id="R45a47ecf0d9a45a0" /><Relationship Type="http://schemas.openxmlformats.org/officeDocument/2006/relationships/image" Target="/ppt/media/image101.png" Id="R4d921b33e0c14866" /><Relationship Type="http://schemas.openxmlformats.org/officeDocument/2006/relationships/notesSlide" Target="/ppt/notesSlides/notesSlide40.xml" Id="Raa48643b20fd449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bad1b07e5cf45fe" /><Relationship Type="http://schemas.openxmlformats.org/officeDocument/2006/relationships/image" Target="/ppt/media/image102.png" Id="Rdec451527c094207" /><Relationship Type="http://schemas.openxmlformats.org/officeDocument/2006/relationships/notesSlide" Target="/ppt/notesSlides/notesSlide41.xml" Id="R55fcf1573f3c4f5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3bd7d23e2a14969" /><Relationship Type="http://schemas.openxmlformats.org/officeDocument/2006/relationships/image" Target="/ppt/media/image103.png" Id="R14cb485fb28e43cd" /><Relationship Type="http://schemas.openxmlformats.org/officeDocument/2006/relationships/image" Target="/ppt/media/image104.png" Id="R0111d37ba43d407e" /><Relationship Type="http://schemas.openxmlformats.org/officeDocument/2006/relationships/notesSlide" Target="/ppt/notesSlides/notesSlide42.xml" Id="R36c13a14b1de48a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0f44de804654710" /><Relationship Type="http://schemas.openxmlformats.org/officeDocument/2006/relationships/image" Target="/ppt/media/image105.png" Id="R1691f297b99b4a3d" /><Relationship Type="http://schemas.openxmlformats.org/officeDocument/2006/relationships/image" Target="/ppt/media/image106.png" Id="R5dc8c88cd96d4052" /><Relationship Type="http://schemas.openxmlformats.org/officeDocument/2006/relationships/image" Target="/ppt/media/image107.png" Id="R45ab37acf3e0410c" /><Relationship Type="http://schemas.openxmlformats.org/officeDocument/2006/relationships/image" Target="/ppt/media/image108.png" Id="R2069d192a8484667" /><Relationship Type="http://schemas.openxmlformats.org/officeDocument/2006/relationships/notesSlide" Target="/ppt/notesSlides/notesSlide43.xml" Id="R448fbf3b9ab342d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f4dfda4b1f64bc7" /><Relationship Type="http://schemas.openxmlformats.org/officeDocument/2006/relationships/image" Target="/ppt/media/image109.png" Id="R7f3bc0365bdb47b1" /><Relationship Type="http://schemas.openxmlformats.org/officeDocument/2006/relationships/image" Target="/ppt/media/image110.png" Id="Rfb6cbe2863e843df" /><Relationship Type="http://schemas.openxmlformats.org/officeDocument/2006/relationships/notesSlide" Target="/ppt/notesSlides/notesSlide44.xml" Id="R392d842697e1443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45c16f709aa04433" /><Relationship Type="http://schemas.openxmlformats.org/officeDocument/2006/relationships/image" Target="/ppt/media/image111.png" Id="R86676ddab7ae4e92" /><Relationship Type="http://schemas.openxmlformats.org/officeDocument/2006/relationships/image" Target="/ppt/media/image112.png" Id="R99bfbd9d6d7e4524" /><Relationship Type="http://schemas.openxmlformats.org/officeDocument/2006/relationships/notesSlide" Target="/ppt/notesSlides/notesSlide45.xml" Id="R8ce27b517c19420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dc9bb05cc0c4f8b" /><Relationship Type="http://schemas.openxmlformats.org/officeDocument/2006/relationships/image" Target="/ppt/media/image113.png" Id="R2d71abef5a294946" /><Relationship Type="http://schemas.openxmlformats.org/officeDocument/2006/relationships/notesSlide" Target="/ppt/notesSlides/notesSlide46.xml" Id="R0bcac368a298474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0af75e649054f70" /><Relationship Type="http://schemas.openxmlformats.org/officeDocument/2006/relationships/image" Target="/ppt/media/image114.png" Id="R37a1825d33a74ffb" /><Relationship Type="http://schemas.openxmlformats.org/officeDocument/2006/relationships/image" Target="/ppt/media/image115.png" Id="R5cdecdb6668747b0" /><Relationship Type="http://schemas.openxmlformats.org/officeDocument/2006/relationships/notesSlide" Target="/ppt/notesSlides/notesSlide47.xml" Id="R0e7d982ff41e494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329ef5a744f4a0e" /><Relationship Type="http://schemas.openxmlformats.org/officeDocument/2006/relationships/image" Target="/ppt/media/image116.png" Id="R04be30c37d6a4e8c" /><Relationship Type="http://schemas.openxmlformats.org/officeDocument/2006/relationships/notesSlide" Target="/ppt/notesSlides/notesSlide48.xml" Id="R5d17a923a5ad413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970d6c4f39e4e00" /><Relationship Type="http://schemas.openxmlformats.org/officeDocument/2006/relationships/image" Target="/ppt/media/image117.png" Id="R9f3b48fc81db42d9" /><Relationship Type="http://schemas.openxmlformats.org/officeDocument/2006/relationships/image" Target="/ppt/media/image118.png" Id="R0cba4211d8374085" /><Relationship Type="http://schemas.openxmlformats.org/officeDocument/2006/relationships/notesSlide" Target="/ppt/notesSlides/notesSlide49.xml" Id="Rd9b3dcc4c96b48a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451c121b2e24890" /><Relationship Type="http://schemas.openxmlformats.org/officeDocument/2006/relationships/image" Target="/ppt/media/image119.png" Id="R41e8b74ffa6446c9" /><Relationship Type="http://schemas.openxmlformats.org/officeDocument/2006/relationships/image" Target="/ppt/media/image120.png" Id="Rb7a97816c08748bd" /><Relationship Type="http://schemas.openxmlformats.org/officeDocument/2006/relationships/image" Target="/ppt/media/image121.png" Id="Ref1054cd8a994617" /><Relationship Type="http://schemas.openxmlformats.org/officeDocument/2006/relationships/image" Target="/ppt/media/image122.png" Id="R71f8a76d6a294fb7" /><Relationship Type="http://schemas.openxmlformats.org/officeDocument/2006/relationships/notesSlide" Target="/ppt/notesSlides/notesSlide50.xml" Id="R60b0a8afd6cc41a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11ce9c14be84664" /><Relationship Type="http://schemas.openxmlformats.org/officeDocument/2006/relationships/image" Target="/ppt/media/image123.png" Id="R1c92db2fa7e94e7c" /><Relationship Type="http://schemas.openxmlformats.org/officeDocument/2006/relationships/notesSlide" Target="/ppt/notesSlides/notesSlide51.xml" Id="R01cf9652295940ac"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DD4961A-C67C-4BF0-B2D3-A909385448A9}"/>
              </a:ext>
            </a:extLst>
          </p:cNvPr>
          <p:cNvPicPr>
            <a:picLocks xmlns:a="http://schemas.openxmlformats.org/drawingml/2006/main" noChangeAspect="1"/>
          </p:cNvPicPr>
          <p:nvPr/>
        </p:nvPicPr>
        <p:blipFill>
          <a:blip xmlns:r="http://schemas.openxmlformats.org/officeDocument/2006/relationships" xmlns:a="http://schemas.openxmlformats.org/drawingml/2006/main" r:embed="R0a1825c7e1c6462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05D922CB-9A4D-4297-A567-41AFA994DE3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0FE11300-E974-4F84-BC76-A942E9721FCF}"/>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319ED446-39B5-4889-9655-C3C199C99697}"/>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89C3578A-D9DF-4824-B652-EE5B4B049BEF}"/>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2EF9C517-67D7-4A97-B52D-1911364FBAA7}"/>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6E5B3423-75BF-4031-9705-912D4F294BD1}"/>
              </a:ext>
            </a:extLst>
          </p:cNvPr>
          <p:cNvPicPr>
            <a:picLocks xmlns:a="http://schemas.openxmlformats.org/drawingml/2006/main" noChangeAspect="1"/>
          </p:cNvPicPr>
          <p:nvPr/>
        </p:nvPicPr>
        <p:blipFill>
          <a:blip xmlns:r="http://schemas.openxmlformats.org/officeDocument/2006/relationships" xmlns:a="http://schemas.openxmlformats.org/drawingml/2006/main" r:embed="Ra581eaf4d13b40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4C3A069-0247-45E3-B007-D86CABDA61C3}"/>
              </a:ext>
            </a:extLst>
          </p:cNvPr>
          <p:cNvPicPr>
            <a:picLocks xmlns:a="http://schemas.openxmlformats.org/drawingml/2006/main" noChangeAspect="1"/>
          </p:cNvPicPr>
          <p:nvPr/>
        </p:nvPicPr>
        <p:blipFill>
          <a:blip xmlns:r="http://schemas.openxmlformats.org/officeDocument/2006/relationships" xmlns:a="http://schemas.openxmlformats.org/drawingml/2006/main" r:embed="R36af700edc9342e5"/>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644EAD20-7C6B-4FAC-A563-E74F94F8F2B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344289983"/>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60F95D1-0141-42E2-AC80-B330D47D419C}"/>
              </a:ext>
            </a:extLst>
          </p:cNvPr>
          <p:cNvPicPr>
            <a:picLocks xmlns:a="http://schemas.openxmlformats.org/drawingml/2006/main" noChangeAspect="1"/>
          </p:cNvPicPr>
          <p:nvPr/>
        </p:nvPicPr>
        <p:blipFill>
          <a:blip xmlns:r="http://schemas.openxmlformats.org/officeDocument/2006/relationships" xmlns:a="http://schemas.openxmlformats.org/drawingml/2006/main" r:embed="R3df514c0ddb644f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6781AE3-3500-46D8-8610-97E1A98FA4D8}"/>
              </a:ext>
            </a:extLst>
          </p:cNvPr>
          <p:cNvPicPr>
            <a:picLocks xmlns:a="http://schemas.openxmlformats.org/drawingml/2006/main" noChangeAspect="1"/>
          </p:cNvPicPr>
          <p:nvPr/>
        </p:nvPicPr>
        <p:blipFill>
          <a:blip xmlns:r="http://schemas.openxmlformats.org/officeDocument/2006/relationships" xmlns:a="http://schemas.openxmlformats.org/drawingml/2006/main" r:embed="R7bf95c81423445d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1C74181-C834-45E7-B2B1-63BAF192C84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FC8E79-B5B1-49EE-8264-2A8AE288A4E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36298FE6-E3D5-45B5-BD85-3BE0B9AF9B6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B41855B-2B94-48B7-B645-7F7546B0FE7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6E7783F4-D186-4D62-83DE-E4FC4B6391D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2D6A8E45-3FD5-4611-998C-EB4563E930E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70AA4090-2A34-44C2-92DC-151A5B0E94E0}"/>
              </a:ext>
            </a:extLst>
          </p:cNvPr>
          <p:cNvPicPr>
            <a:picLocks xmlns:a="http://schemas.openxmlformats.org/drawingml/2006/main" noChangeAspect="1"/>
          </p:cNvPicPr>
          <p:nvPr/>
        </p:nvPicPr>
        <p:blipFill>
          <a:blip xmlns:r="http://schemas.openxmlformats.org/officeDocument/2006/relationships" xmlns:a="http://schemas.openxmlformats.org/drawingml/2006/main" r:embed="R4429f8d6abd24bba"/>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973733734"/>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B6A54C4-7BF5-405A-94A5-A0FD6BA65666}"/>
              </a:ext>
            </a:extLst>
          </p:cNvPr>
          <p:cNvPicPr>
            <a:picLocks xmlns:a="http://schemas.openxmlformats.org/drawingml/2006/main" noChangeAspect="1"/>
          </p:cNvPicPr>
          <p:nvPr/>
        </p:nvPicPr>
        <p:blipFill>
          <a:blip xmlns:r="http://schemas.openxmlformats.org/officeDocument/2006/relationships" xmlns:a="http://schemas.openxmlformats.org/drawingml/2006/main" r:embed="R828e7299880b4bd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550F37-263D-49F4-9988-D110BE88055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7355A20-82A1-4E84-BC33-EE63A58803B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30025EA0-0334-4920-B89F-F9192A9FE967}"/>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E809D20A-870D-424F-8372-CAAD644AC8C7}"/>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AB0DD667-2F7D-4A9A-A400-8B8497240E9C}"/>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C984C2E3-622A-49BC-BCFF-45D3341B7011}"/>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F502EF51-392D-48F5-809D-A76B73D5F662}"/>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64DF15DC-0EFC-4576-9A92-ED0329757F75}"/>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043AB560-8542-42F0-B145-DCA89931ACBB}"/>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25672A8-1E43-413A-817B-AF5EF6FEFEAB}"/>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1CBF6B0B-D6AE-4B82-B415-BC69DAF00442}"/>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D0210238-5B9C-480D-A7A5-39EE8C344097}"/>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2AA5C2E-71D4-4065-9486-50F44A6BB8B0}"/>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56752104-C6E8-44CB-9F1B-25111579BD2B}"/>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573818367"/>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2196BE7-FA8C-406B-8B07-A4FBCF215249}"/>
              </a:ext>
            </a:extLst>
          </p:cNvPr>
          <p:cNvPicPr>
            <a:picLocks xmlns:a="http://schemas.openxmlformats.org/drawingml/2006/main" noChangeAspect="1"/>
          </p:cNvPicPr>
          <p:nvPr/>
        </p:nvPicPr>
        <p:blipFill>
          <a:blip xmlns:r="http://schemas.openxmlformats.org/officeDocument/2006/relationships" xmlns:a="http://schemas.openxmlformats.org/drawingml/2006/main" r:embed="R4d3bbbd130ab4f4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B841282-F7F3-48F8-A7DD-3225E809A32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0993176-A65E-4681-8CAD-D9B1E5FF0143}"/>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3D21AC01-83D1-4DFB-BC46-2EF30F69B43F}"/>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35AAC6-4C7C-42BE-A6A9-383A9029FB21}"/>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E34C25CA-37A5-4618-A659-31ED2928C653}"/>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DE5C2B24-D918-4249-A1A8-B786A5521640}"/>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EEBF3068-A41E-41F9-9B8A-BF1A2C92D1AC}"/>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64A6D49-8180-48CA-9781-8C4BA5F08736}"/>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D21AF9FB-3872-46B0-A9A6-AB1EDA428F8D}"/>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B235A08E-0EF1-4F48-A361-B0313A179AD2}"/>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E7D7F29-2B66-4446-AF0B-4384AF7E50EB}"/>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A472F7CA-EAC1-46E6-BA9B-56F1BE34696C}"/>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DC906401-7E94-4FF7-890F-F043EB32CA06}"/>
              </a:ext>
            </a:extLst>
          </p:cNvPr>
          <p:cNvPicPr>
            <a:picLocks xmlns:a="http://schemas.openxmlformats.org/drawingml/2006/main" noChangeAspect="1"/>
          </p:cNvPicPr>
          <p:nvPr/>
        </p:nvPicPr>
        <p:blipFill>
          <a:blip xmlns:r="http://schemas.openxmlformats.org/officeDocument/2006/relationships" xmlns:a="http://schemas.openxmlformats.org/drawingml/2006/main" r:embed="Rbba287bf903a47a6"/>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092064742"/>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80CEFDE-BFF2-4254-B289-577CE9C3E883}"/>
              </a:ext>
            </a:extLst>
          </p:cNvPr>
          <p:cNvPicPr>
            <a:picLocks xmlns:a="http://schemas.openxmlformats.org/drawingml/2006/main" noChangeAspect="1"/>
          </p:cNvPicPr>
          <p:nvPr/>
        </p:nvPicPr>
        <p:blipFill>
          <a:blip xmlns:r="http://schemas.openxmlformats.org/officeDocument/2006/relationships" xmlns:a="http://schemas.openxmlformats.org/drawingml/2006/main" r:embed="Rcaf7dc2c2390410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ECE7161-4461-4F91-9877-343C6164D38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E0A737AE-A00E-4392-AB7D-61D220CF8FB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00B4BFF9-9189-49B7-A2E3-3D4D725D89DF}"/>
              </a:ext>
            </a:extLst>
          </p:cNvPr>
          <p:cNvPicPr>
            <a:picLocks xmlns:a="http://schemas.openxmlformats.org/drawingml/2006/main" noChangeAspect="1"/>
          </p:cNvPicPr>
          <p:nvPr/>
        </p:nvPicPr>
        <p:blipFill>
          <a:blip xmlns:r="http://schemas.openxmlformats.org/officeDocument/2006/relationships" xmlns:a="http://schemas.openxmlformats.org/drawingml/2006/main" r:embed="R85c1b94d4339441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1D2BD27-A762-498B-B254-3D68FC5D791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5DC94813-7CA2-4ADE-9C54-45FBE00EF98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944EA36E-E1E7-4651-BB4B-D6412340573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48F74016-BF96-4425-8C8E-F8DDEF0BD72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488924163"/>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CC99B34-3DA8-46A2-B453-2C171B913218}"/>
              </a:ext>
            </a:extLst>
          </p:cNvPr>
          <p:cNvPicPr>
            <a:picLocks xmlns:a="http://schemas.openxmlformats.org/drawingml/2006/main" noChangeAspect="1"/>
          </p:cNvPicPr>
          <p:nvPr/>
        </p:nvPicPr>
        <p:blipFill>
          <a:blip xmlns:r="http://schemas.openxmlformats.org/officeDocument/2006/relationships" xmlns:a="http://schemas.openxmlformats.org/drawingml/2006/main" r:embed="R86212bf63a2e4ac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BE047DC-9936-40EA-BD5D-50406D71A5F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211773-E922-429D-9750-406DF1B390B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5686108-E715-4265-AF7A-99DF7615F32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38606E4-C5E6-492D-8B24-B152AAA2568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1D91A927-6146-427C-AD5F-F9F960DAC66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E5FB5D6C-D1F7-48D2-AEE0-B7D4B712EE25}"/>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F9EE8D26-A8C0-4B51-8C01-D27659C65017}"/>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C88730D7-40CC-456C-82D7-EBCC076A3550}"/>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A47C2D31-3365-489D-ADFD-9C81FF1CFC72}"/>
              </a:ext>
            </a:extLst>
          </p:cNvPr>
          <p:cNvPicPr>
            <a:picLocks xmlns:a="http://schemas.openxmlformats.org/drawingml/2006/main" noChangeAspect="1"/>
          </p:cNvPicPr>
          <p:nvPr/>
        </p:nvPicPr>
        <p:blipFill>
          <a:blip xmlns:r="http://schemas.openxmlformats.org/officeDocument/2006/relationships" xmlns:a="http://schemas.openxmlformats.org/drawingml/2006/main" r:embed="R4a5eda30b99e438b"/>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09FC86B2-6E89-4F7A-8D33-C50DEF349FF4}"/>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6F4FB092-202C-4D09-98D3-5ABFCC3EA13D}"/>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4D817DB2-8507-4119-B069-C8B48D1C2862}"/>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1099227869"/>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D17EC382-F99D-4CF0-B62E-FD27AA1E1BE4}"/>
              </a:ext>
            </a:extLst>
          </p:cNvPr>
          <p:cNvPicPr>
            <a:picLocks xmlns:a="http://schemas.openxmlformats.org/drawingml/2006/main" noChangeAspect="1"/>
          </p:cNvPicPr>
          <p:nvPr/>
        </p:nvPicPr>
        <p:blipFill>
          <a:blip xmlns:r="http://schemas.openxmlformats.org/officeDocument/2006/relationships" xmlns:a="http://schemas.openxmlformats.org/drawingml/2006/main" r:embed="Rdd4a6f49bef84b51"/>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B3CED20-40BF-4902-AF00-E85043962568}"/>
              </a:ext>
            </a:extLst>
          </p:cNvPr>
          <p:cNvPicPr>
            <a:picLocks xmlns:a="http://schemas.openxmlformats.org/drawingml/2006/main" noChangeAspect="1"/>
          </p:cNvPicPr>
          <p:nvPr/>
        </p:nvPicPr>
        <p:blipFill>
          <a:blip xmlns:r="http://schemas.openxmlformats.org/officeDocument/2006/relationships" xmlns:a="http://schemas.openxmlformats.org/drawingml/2006/main" r:embed="Red0565479bad48d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79FA99-C3DB-4D12-B39F-FC35372A650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E6BA0D-4675-414F-9498-D6B654B3CDC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D139E59-B25E-4542-9778-97CB163EEDA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10748AE-1015-46D6-902D-BB24BA3B5F0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E631843-2C73-4ED0-A409-4DFCD95A8DB8}"/>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6D800160-5053-4F6B-B81F-1D04E8E81348}"/>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FBE44C19-D9E2-4388-A81C-2CFA5B1EC1C3}"/>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0E9500F1-D113-4EF1-85FE-1126F6FDAC48}"/>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92FBAEC7-F7AF-4176-9DE3-F998C4CB8DB7}"/>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C41D0425-C226-4B24-99C0-5D24DA3F86D6}"/>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8010ACAB-2669-4A26-AF3F-21F4A8DBFB81}"/>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47B61952-3324-4390-BA99-17D6770F8FEF}"/>
              </a:ext>
            </a:extLst>
          </p:cNvPr>
          <p:cNvPicPr>
            <a:picLocks xmlns:a="http://schemas.openxmlformats.org/drawingml/2006/main" noChangeAspect="1"/>
          </p:cNvPicPr>
          <p:nvPr/>
        </p:nvPicPr>
        <p:blipFill>
          <a:blip xmlns:r="http://schemas.openxmlformats.org/officeDocument/2006/relationships" xmlns:a="http://schemas.openxmlformats.org/drawingml/2006/main" r:embed="R981b9c1c63c24d86"/>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778338F8-7D8E-4C39-98EF-2605F6C120AC}"/>
              </a:ext>
            </a:extLst>
          </p:cNvPr>
          <p:cNvPicPr>
            <a:picLocks xmlns:a="http://schemas.openxmlformats.org/drawingml/2006/main" noChangeAspect="1"/>
          </p:cNvPicPr>
          <p:nvPr/>
        </p:nvPicPr>
        <p:blipFill>
          <a:blip xmlns:r="http://schemas.openxmlformats.org/officeDocument/2006/relationships" xmlns:a="http://schemas.openxmlformats.org/drawingml/2006/main" r:embed="R153d47f590914c32"/>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D65069C7-FA4A-44F2-A9DC-DFE2E1501479}"/>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2D60FE84-FEA3-4934-B3C5-03274BF4B3D9}"/>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C71479D0-E45C-49A6-8F1B-8B37E86FA09E}"/>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2EB5E9AD-F3B3-4674-8356-0B6752C9671F}"/>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D662419B-E63C-4B3D-82AA-ECE5B88356C8}"/>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C59D407C-A80C-4075-828C-1238602F6B2C}"/>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EA557D7C-3F2E-40A2-A12C-6DAA737ED68B}"/>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585B37D7-3EC1-4E53-9E67-BB73A57F6683}"/>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9578B64A-6968-4522-9D96-FE36C4A60CDB}"/>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B280EB65-610A-4C63-BDC9-E279F188203B}"/>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1897269521"/>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20E9FBAF-E612-44B3-9F02-BA7C9106F62A}"/>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B5C5E760-E4D6-4745-B6D0-B68746AB686E}"/>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0EEF25D-8DD9-48BA-818C-0A9AC9247961}"/>
              </a:ext>
            </a:extLst>
          </p:cNvPr>
          <p:cNvPicPr>
            <a:picLocks xmlns:a="http://schemas.openxmlformats.org/drawingml/2006/main" noChangeAspect="1"/>
          </p:cNvPicPr>
          <p:nvPr/>
        </p:nvPicPr>
        <p:blipFill>
          <a:blip xmlns:r="http://schemas.openxmlformats.org/officeDocument/2006/relationships" xmlns:a="http://schemas.openxmlformats.org/drawingml/2006/main" r:embed="R8cd73f51751a41e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5278013-118E-4320-AAC5-10279625530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F12BFEF-EB42-466B-96C1-D8F8058BB0F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C88AFF2-5389-42A8-A47B-A5766BC8B66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11F1763-BF15-4E75-9184-A9395E14726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4AEB3818-ABE9-4FC0-B258-F8DC1694442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B7A66B5B-37AD-429F-AED6-A2175F36D652}"/>
              </a:ext>
            </a:extLst>
          </p:cNvPr>
          <p:cNvPicPr>
            <a:picLocks xmlns:a="http://schemas.openxmlformats.org/drawingml/2006/main" noChangeAspect="1"/>
          </p:cNvPicPr>
          <p:nvPr/>
        </p:nvPicPr>
        <p:blipFill>
          <a:blip xmlns:r="http://schemas.openxmlformats.org/officeDocument/2006/relationships" xmlns:a="http://schemas.openxmlformats.org/drawingml/2006/main" r:embed="R4da3fb4774a943c2"/>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8EC84DC-A63D-412D-A2B4-74A676B74485}"/>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7B00A9D0-555A-459E-9D33-121618BF1BD3}"/>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E65D5A54-70B8-4104-8438-D16278FF6179}"/>
              </a:ext>
            </a:extLst>
          </p:cNvPr>
          <p:cNvPicPr>
            <a:picLocks xmlns:a="http://schemas.openxmlformats.org/drawingml/2006/main" noChangeAspect="1"/>
          </p:cNvPicPr>
          <p:nvPr/>
        </p:nvPicPr>
        <p:blipFill>
          <a:blip xmlns:r="http://schemas.openxmlformats.org/officeDocument/2006/relationships" xmlns:a="http://schemas.openxmlformats.org/drawingml/2006/main" r:embed="Rc6265630b3434f75"/>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2AE95190-4885-465E-ABE8-0CA0F3C922CE}"/>
              </a:ext>
            </a:extLst>
          </p:cNvPr>
          <p:cNvPicPr>
            <a:picLocks xmlns:a="http://schemas.openxmlformats.org/drawingml/2006/main" noChangeAspect="1"/>
          </p:cNvPicPr>
          <p:nvPr/>
        </p:nvPicPr>
        <p:blipFill>
          <a:blip xmlns:r="http://schemas.openxmlformats.org/officeDocument/2006/relationships" xmlns:a="http://schemas.openxmlformats.org/drawingml/2006/main" r:embed="R2955d22afb264560"/>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272E2DD-7E1F-46C3-BEE8-3A3C059832AE}"/>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8C1DEEA-02FF-4433-AEBE-42EA1F23B47A}"/>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DD414C83-A7E4-472C-9AC2-11EA0C0CE62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844511635"/>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7519736D-B595-445C-8DE7-50993DFD05F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9E3A392F-476E-4420-ADA8-9B3409633B81}"/>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a:solidFill>
                  <a:srgbClr val="9FFF68"/>
                </a:solidFill>
              </a:rPr>
              <a:t>01</a:t>
            </a:r>
            <a:r>
              <a:rPr>
                <a:solidFill>
                  <a:srgbClr val="FFFFFF"/>
                </a:solidFill>
              </a:rPr>
              <a:t> 헤스 법칙</a:t>
            </a:r>
          </a:p>
        </p:txBody>
      </p:sp>
      <p:sp>
        <p:nvSpPr>
          <p:cNvPr id="3" name="text">
            <a:extLst xmlns:a="http://schemas.openxmlformats.org/drawingml/2006/main">
              <a:ext uri="{FF2B5EF4-FFF2-40B4-BE49-F238E27FC236}">
                <a16:creationId xmlns:a16="http://schemas.microsoft.com/office/drawing/2014/main" id="{CA4727C4-2601-408A-B8AA-672630B110EB}"/>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32BD8220-D219-4A45-AA10-FC58DC4E5E29}"/>
              </a:ext>
            </a:extLst>
          </p:cNvPr>
          <p:cNvPicPr>
            <a:picLocks xmlns:a="http://schemas.openxmlformats.org/drawingml/2006/main" noChangeAspect="1"/>
          </p:cNvPicPr>
          <p:nvPr/>
        </p:nvPicPr>
        <p:blipFill>
          <a:blip xmlns:r="http://schemas.openxmlformats.org/officeDocument/2006/relationships" xmlns:a="http://schemas.openxmlformats.org/drawingml/2006/main" r:embed="Rdd4dbf9070bf407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BEFCD21-0754-45DB-A18E-67EC906474FC}"/>
              </a:ext>
            </a:extLst>
          </p:cNvPr>
          <p:cNvPicPr>
            <a:picLocks xmlns:a="http://schemas.openxmlformats.org/drawingml/2006/main" noChangeAspect="1"/>
          </p:cNvPicPr>
          <p:nvPr/>
        </p:nvPicPr>
        <p:blipFill>
          <a:blip xmlns:r="http://schemas.openxmlformats.org/officeDocument/2006/relationships" xmlns:a="http://schemas.openxmlformats.org/drawingml/2006/main" r:embed="R734fcf5f76714a06"/>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C226E5EE-E4B4-4782-8207-62668A56BDE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964864718"/>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4FB9F7AD-BD83-40AE-8A09-4C7DEB19DBD1}"/>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3D9D16D6-77B3-41C2-9069-A16600743B38}"/>
              </a:ext>
            </a:extLst>
          </p:cNvPr>
          <p:cNvPicPr>
            <a:picLocks xmlns:a="http://schemas.openxmlformats.org/drawingml/2006/main" noChangeAspect="1"/>
          </p:cNvPicPr>
          <p:nvPr/>
        </p:nvPicPr>
        <p:blipFill>
          <a:blip xmlns:r="http://schemas.openxmlformats.org/officeDocument/2006/relationships" xmlns:a="http://schemas.openxmlformats.org/drawingml/2006/main" r:embed="R25a0333bc2c848a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A18A408-EB79-495D-B43C-C749CF9D60D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A91B93-EE40-4334-A524-83494975677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1E659EE-39D4-420F-A484-DE01B97F970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4ADB515-5391-4550-B41D-D486E0C80FF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964D9FF-3C81-4A8A-84F5-460B94362FE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D3A9DCE9-DE2B-49DD-9689-A9DF06C87535}"/>
              </a:ext>
            </a:extLst>
          </p:cNvPr>
          <p:cNvPicPr>
            <a:picLocks xmlns:a="http://schemas.openxmlformats.org/drawingml/2006/main" noChangeAspect="1"/>
          </p:cNvPicPr>
          <p:nvPr/>
        </p:nvPicPr>
        <p:blipFill>
          <a:blip xmlns:r="http://schemas.openxmlformats.org/officeDocument/2006/relationships" xmlns:a="http://schemas.openxmlformats.org/drawingml/2006/main" r:embed="R32524149ab1a4677"/>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D490022-A866-46F0-87FF-F426F3A6DF81}"/>
              </a:ext>
            </a:extLst>
          </p:cNvPr>
          <p:cNvPicPr>
            <a:picLocks xmlns:a="http://schemas.openxmlformats.org/drawingml/2006/main" noChangeAspect="1"/>
          </p:cNvPicPr>
          <p:nvPr/>
        </p:nvPicPr>
        <p:blipFill>
          <a:blip xmlns:r="http://schemas.openxmlformats.org/officeDocument/2006/relationships" xmlns:a="http://schemas.openxmlformats.org/drawingml/2006/main" r:embed="R4a5fb549a0c74c57"/>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503D38B-C47D-4058-BA37-D3C61CE13150}"/>
              </a:ext>
            </a:extLst>
          </p:cNvPr>
          <p:cNvPicPr>
            <a:picLocks xmlns:a="http://schemas.openxmlformats.org/drawingml/2006/main" noChangeAspect="1"/>
          </p:cNvPicPr>
          <p:nvPr/>
        </p:nvPicPr>
        <p:blipFill>
          <a:blip xmlns:r="http://schemas.openxmlformats.org/officeDocument/2006/relationships" xmlns:a="http://schemas.openxmlformats.org/drawingml/2006/main" r:embed="Rbb0354ac00ff48ed"/>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940B9AF8-F42E-4595-9414-590AF2910FF4}"/>
              </a:ext>
            </a:extLst>
          </p:cNvPr>
          <p:cNvPicPr>
            <a:picLocks xmlns:a="http://schemas.openxmlformats.org/drawingml/2006/main" noChangeAspect="1"/>
          </p:cNvPicPr>
          <p:nvPr/>
        </p:nvPicPr>
        <p:blipFill>
          <a:blip xmlns:r="http://schemas.openxmlformats.org/officeDocument/2006/relationships" xmlns:a="http://schemas.openxmlformats.org/drawingml/2006/main" r:embed="Rabed758f1dad4740"/>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821135636"/>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950DE4A-9118-41C8-BD92-6A42229DDDF7}"/>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C7EA2523-64AF-4A96-8E6E-ADB18BB3D669}"/>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48470606-99A5-4627-B134-89F563E03B91}"/>
              </a:ext>
            </a:extLst>
          </p:cNvPr>
          <p:cNvPicPr>
            <a:picLocks xmlns:a="http://schemas.openxmlformats.org/drawingml/2006/main" noChangeAspect="1"/>
          </p:cNvPicPr>
          <p:nvPr/>
        </p:nvPicPr>
        <p:blipFill>
          <a:blip xmlns:r="http://schemas.openxmlformats.org/officeDocument/2006/relationships" xmlns:a="http://schemas.openxmlformats.org/drawingml/2006/main" r:embed="R1ad5bf2833eb426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12C733-A6FD-4B3D-AC1B-A67C1A086A7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F31B64-7306-475A-ABB9-0E488921D43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1668C0B-CA56-4704-8340-94BED08415D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C3A23E5-8C64-4A72-B8B4-FFF010DDBD2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56CE49B-9A19-4899-A211-08851E468AC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53314292-D424-4837-8EF4-0FCD2CE7967C}"/>
              </a:ext>
            </a:extLst>
          </p:cNvPr>
          <p:cNvPicPr>
            <a:picLocks xmlns:a="http://schemas.openxmlformats.org/drawingml/2006/main" noChangeAspect="1"/>
          </p:cNvPicPr>
          <p:nvPr/>
        </p:nvPicPr>
        <p:blipFill>
          <a:blip xmlns:r="http://schemas.openxmlformats.org/officeDocument/2006/relationships" xmlns:a="http://schemas.openxmlformats.org/drawingml/2006/main" r:embed="Rf649346f7dec4cb1"/>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3E9C631-5E02-46BC-93BA-A51F680CEFB0}"/>
              </a:ext>
            </a:extLst>
          </p:cNvPr>
          <p:cNvPicPr>
            <a:picLocks xmlns:a="http://schemas.openxmlformats.org/drawingml/2006/main" noChangeAspect="1"/>
          </p:cNvPicPr>
          <p:nvPr/>
        </p:nvPicPr>
        <p:blipFill>
          <a:blip xmlns:r="http://schemas.openxmlformats.org/officeDocument/2006/relationships" xmlns:a="http://schemas.openxmlformats.org/drawingml/2006/main" r:embed="Ra2269413ab1c4c4f"/>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FA43697-D950-4ED0-82D0-918167A2B007}"/>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DBB196A4-91F8-48C2-8A29-8B44A1556617}"/>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D68A9194-A4B6-4E93-A90E-941038F738EA}"/>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661703399"/>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CFBD3077-49D5-44D0-A5B1-D87FCA376015}"/>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95DB1CA5-5E9C-4AC9-AC68-D654E50C61A3}"/>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677E1001-2E31-48B7-A1A9-E493B774CA7C}"/>
              </a:ext>
            </a:extLst>
          </p:cNvPr>
          <p:cNvPicPr>
            <a:picLocks xmlns:a="http://schemas.openxmlformats.org/drawingml/2006/main" noChangeAspect="1"/>
          </p:cNvPicPr>
          <p:nvPr/>
        </p:nvPicPr>
        <p:blipFill>
          <a:blip xmlns:r="http://schemas.openxmlformats.org/officeDocument/2006/relationships" xmlns:a="http://schemas.openxmlformats.org/drawingml/2006/main" r:embed="R10012e7dde374ec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A99C3BE-89F5-4E1C-A4BB-D972852606B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E50F9A-6047-4AD5-8380-FB7E917F6E1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EFE265B-F7A9-4A18-B9D7-5D760D6D621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EC73C23-D74D-45ED-A54A-C97696D9EC6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10C97EA-249A-43D9-9F67-E89890BEBC7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E8AD13B4-7EAF-4EFF-BFB6-24805E5E7A24}"/>
              </a:ext>
            </a:extLst>
          </p:cNvPr>
          <p:cNvPicPr>
            <a:picLocks xmlns:a="http://schemas.openxmlformats.org/drawingml/2006/main" noChangeAspect="1"/>
          </p:cNvPicPr>
          <p:nvPr/>
        </p:nvPicPr>
        <p:blipFill>
          <a:blip xmlns:r="http://schemas.openxmlformats.org/officeDocument/2006/relationships" xmlns:a="http://schemas.openxmlformats.org/drawingml/2006/main" r:embed="R233a5f21fcc64f96"/>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BA4C662-5BA7-40E9-B8BC-7552A8A08DC5}"/>
              </a:ext>
            </a:extLst>
          </p:cNvPr>
          <p:cNvPicPr>
            <a:picLocks xmlns:a="http://schemas.openxmlformats.org/drawingml/2006/main" noChangeAspect="1"/>
          </p:cNvPicPr>
          <p:nvPr/>
        </p:nvPicPr>
        <p:blipFill>
          <a:blip xmlns:r="http://schemas.openxmlformats.org/officeDocument/2006/relationships" xmlns:a="http://schemas.openxmlformats.org/drawingml/2006/main" r:embed="R92c5f68e16a54197"/>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78AAC4E4-AA56-46F0-99D9-9620206AA5FE}"/>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ABA5BC30-F717-4B44-A4D5-4364DF5D7097}"/>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8EBEB9C9-D2E9-46A4-AC51-A24E392DCED2}"/>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59000598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757D24FC-A012-4EB3-BD54-1C71A62DF73F}"/>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2B9FCE11-92AB-4209-8E4C-CCC5BA5DC943}"/>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875892B5-58F1-4735-8892-BD54D33A771E}"/>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ED1B5F0B-2AD9-4716-BA5F-F96494EE67A5}"/>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E94CEE7F-276F-4AA8-ADE3-2F751C618C3A}"/>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1DB6E5DB-9A0F-4D0A-A6F7-5E8917479E89}"/>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AFFAB06D-78B0-402D-B845-939C81DF3919}"/>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7A02CABE-03EC-4911-B78D-9895A579CA38}"/>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9A6261B1-4A4D-4C51-B2E9-BEBAB070BEFD}"/>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049A65A8-B4E7-4F79-8E95-34C8E99AE22B}"/>
              </a:ext>
            </a:extLst>
          </p:cNvPr>
          <p:cNvPicPr>
            <a:picLocks xmlns:a="http://schemas.openxmlformats.org/drawingml/2006/main" noChangeAspect="1"/>
          </p:cNvPicPr>
          <p:nvPr/>
        </p:nvPicPr>
        <p:blipFill>
          <a:blip xmlns:r="http://schemas.openxmlformats.org/officeDocument/2006/relationships" xmlns:a="http://schemas.openxmlformats.org/drawingml/2006/main" r:embed="Rdef18c1ada77492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D6D7F1-3788-40A3-A8C2-74E08D98F6D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A871EA7-0EAB-453D-BDFB-AE5F9A1EA2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5B50DF5-B92E-41D0-840D-D0ACF5F771A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0F2A889-0E05-4687-A2E0-18CE3B97325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96E82E3-6FEF-47E7-B041-951192822E5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A034341E-3139-4BEF-9AF2-0F6C5ADBDEEC}"/>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07B755AB-DA4D-4B3A-9DC1-85F51A44C969}"/>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F6A9BDE3-16D5-4FF8-9DCD-0743291CCBF3}"/>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6F39927C-101D-4609-9998-6F73AD1DDA6A}"/>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5AA7F275-F84F-4167-A6B3-A0562D6BA20C}"/>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B176F4EE-93F6-4826-994B-4C4B17F0851E}"/>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66CC8179-20FD-40A1-96D4-397E27925AAB}"/>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2E8D265C-B379-48C3-A586-E7ABA327FB51}"/>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B46A7F30-9979-4C9A-B81B-3CEB63EC6D2E}"/>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370CF19A-6107-4080-BA5E-9E09FEB7EBF4}"/>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BA6F6837-D0AF-4056-BB78-BAFB70929016}"/>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A01FFC96-E18C-4A4F-8419-AFACE9AF3F87}"/>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563583683"/>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108468F-8D05-4D8F-B183-B7E25852A890}"/>
              </a:ext>
            </a:extLst>
          </p:cNvPr>
          <p:cNvPicPr>
            <a:picLocks xmlns:a="http://schemas.openxmlformats.org/drawingml/2006/main" noChangeAspect="1"/>
          </p:cNvPicPr>
          <p:nvPr/>
        </p:nvPicPr>
        <p:blipFill>
          <a:blip xmlns:r="http://schemas.openxmlformats.org/officeDocument/2006/relationships" xmlns:a="http://schemas.openxmlformats.org/drawingml/2006/main" r:embed="R2115f0c4c06b4db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A8FF837D-9DBA-452A-AB27-485E606F1FB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E630E5A-486C-4F78-AFB1-0B2C41588A4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6B22D27C-CCEE-4F0C-B202-ED7A9FF00113}"/>
              </a:ext>
            </a:extLst>
          </p:cNvPr>
          <p:cNvPicPr>
            <a:picLocks xmlns:a="http://schemas.openxmlformats.org/drawingml/2006/main" noChangeAspect="1"/>
          </p:cNvPicPr>
          <p:nvPr/>
        </p:nvPicPr>
        <p:blipFill>
          <a:blip xmlns:r="http://schemas.openxmlformats.org/officeDocument/2006/relationships" xmlns:a="http://schemas.openxmlformats.org/drawingml/2006/main" r:embed="Rbe83d7a7d51b4e0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42719E14-D312-41A0-A5CE-5990D34B7FA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B77B2F85-A01A-4A39-AF06-BF95810767B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FBB9A144-D159-4216-82E5-F0BAAC55A64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3C2CF225-5B8C-4DFD-93FD-5A50272FAD0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0752647"/>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372B1CDC-1493-481A-90BD-4EF18E88577A}"/>
              </a:ext>
            </a:extLst>
          </p:cNvPr>
          <p:cNvPicPr>
            <a:picLocks xmlns:a="http://schemas.openxmlformats.org/drawingml/2006/main" noChangeAspect="1"/>
          </p:cNvPicPr>
          <p:nvPr/>
        </p:nvPicPr>
        <p:blipFill>
          <a:blip xmlns:r="http://schemas.openxmlformats.org/officeDocument/2006/relationships" xmlns:a="http://schemas.openxmlformats.org/drawingml/2006/main" r:embed="Raf7809c4112a4faf"/>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8C0E4B07-0E99-489C-B574-26A54F5045F3}"/>
              </a:ext>
            </a:extLst>
          </p:cNvPr>
          <p:cNvPicPr>
            <a:picLocks xmlns:a="http://schemas.openxmlformats.org/drawingml/2006/main" noChangeAspect="1"/>
          </p:cNvPicPr>
          <p:nvPr/>
        </p:nvPicPr>
        <p:blipFill>
          <a:blip xmlns:r="http://schemas.openxmlformats.org/officeDocument/2006/relationships" xmlns:a="http://schemas.openxmlformats.org/drawingml/2006/main" r:embed="R3e07ec58834a442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3BE0E5-3248-45D6-9E94-C0893CBEEC9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EB3DDC-4DA1-4EC8-AC17-90430E5BC75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7FA6719-7397-492B-B8EF-33240D67B153}"/>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89215DE-AB18-412C-A960-3CA31EC9A13B}"/>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EFFA0EC6-A154-45D8-99E2-0DBE5BD36D2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FC9CB650-3167-42A2-A668-7A3CC1483E5A}"/>
              </a:ext>
            </a:extLst>
          </p:cNvPr>
          <p:cNvPicPr>
            <a:picLocks xmlns:a="http://schemas.openxmlformats.org/drawingml/2006/main" noChangeAspect="1"/>
          </p:cNvPicPr>
          <p:nvPr/>
        </p:nvPicPr>
        <p:blipFill>
          <a:blip xmlns:r="http://schemas.openxmlformats.org/officeDocument/2006/relationships" xmlns:a="http://schemas.openxmlformats.org/drawingml/2006/main" r:embed="Rdc8148825f8a4c92"/>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1E324393-28D9-4E45-864E-7C2736B1D0A5}"/>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BD972A5-BCC0-4141-8E50-F32F167AEBE8}"/>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DC7A7C17-A106-4FDD-88BA-488E4289B992}"/>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2285A78E-D8E5-4A3E-A6DD-F5C029DAA30A}"/>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BF251364-5F6F-4815-8431-9B4C6B837B19}"/>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E8F573A9-A6CC-4D44-BBA1-C8ED1FD17326}"/>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81ADCB92-EDD4-404F-96D3-5E1B8930B677}"/>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DE229494-7B90-4AA3-9853-A1EA53A98ED4}"/>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9B4A2F2F-91B7-4341-A6B3-A9DE3786B002}"/>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60045B3E-A3D4-46B6-8332-59B0CEA1D1C2}"/>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BC7B10BA-AA70-4D17-AAD2-4AD1DBE8F206}"/>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BA072E81-F31F-4B3A-A3DE-5CB55A507934}"/>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1595267233"/>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21787F6F-6D29-427E-9271-94947914CD83}"/>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794FC80-8175-497A-99E0-A4D0C9312B60}"/>
              </a:ext>
            </a:extLst>
          </p:cNvPr>
          <p:cNvPicPr>
            <a:picLocks xmlns:a="http://schemas.openxmlformats.org/drawingml/2006/main" noChangeAspect="1"/>
          </p:cNvPicPr>
          <p:nvPr/>
        </p:nvPicPr>
        <p:blipFill>
          <a:blip xmlns:r="http://schemas.openxmlformats.org/officeDocument/2006/relationships" xmlns:a="http://schemas.openxmlformats.org/drawingml/2006/main" r:embed="Rbfa46f5b19244dd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F9A33CD-BA0F-4C96-B538-B65B4496749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1E0E1F9-308F-4ACF-8996-0DCB251B171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8F86D6A-BF35-4838-A37D-60C1A97C9A2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E837C26-1162-4E0A-9735-464DEEBF780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861C099-90E8-4CC3-B3BA-6CB6A3D0B16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6266E9CF-735C-40E3-850F-D55900B28181}"/>
              </a:ext>
            </a:extLst>
          </p:cNvPr>
          <p:cNvPicPr>
            <a:picLocks xmlns:a="http://schemas.openxmlformats.org/drawingml/2006/main" noChangeAspect="1"/>
          </p:cNvPicPr>
          <p:nvPr/>
        </p:nvPicPr>
        <p:blipFill>
          <a:blip xmlns:r="http://schemas.openxmlformats.org/officeDocument/2006/relationships" xmlns:a="http://schemas.openxmlformats.org/drawingml/2006/main" r:embed="Rd0732b69d45c4c3d"/>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5310174-5160-4173-96BE-EE540175A0AA}"/>
              </a:ext>
            </a:extLst>
          </p:cNvPr>
          <p:cNvPicPr>
            <a:picLocks xmlns:a="http://schemas.openxmlformats.org/drawingml/2006/main" noChangeAspect="1"/>
          </p:cNvPicPr>
          <p:nvPr/>
        </p:nvPicPr>
        <p:blipFill>
          <a:blip xmlns:r="http://schemas.openxmlformats.org/officeDocument/2006/relationships" xmlns:a="http://schemas.openxmlformats.org/drawingml/2006/main" r:embed="R5f2ea60589954786"/>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D523555-39CB-4978-980B-8E797A05C171}"/>
              </a:ext>
            </a:extLst>
          </p:cNvPr>
          <p:cNvPicPr>
            <a:picLocks xmlns:a="http://schemas.openxmlformats.org/drawingml/2006/main" noChangeAspect="1"/>
          </p:cNvPicPr>
          <p:nvPr/>
        </p:nvPicPr>
        <p:blipFill>
          <a:blip xmlns:r="http://schemas.openxmlformats.org/officeDocument/2006/relationships" xmlns:a="http://schemas.openxmlformats.org/drawingml/2006/main" r:embed="R3554072220b149cc"/>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C9801989-0BE8-4E24-AFDE-B655815B4569}"/>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2FEA42AE-B29F-48A3-9B50-8F261A5280F2}"/>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21570212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AD3B3AA-4474-4873-B00B-C24E1A85FFAC}"/>
              </a:ext>
            </a:extLst>
          </p:cNvPr>
          <p:cNvPicPr>
            <a:picLocks xmlns:a="http://schemas.openxmlformats.org/drawingml/2006/main" noChangeAspect="1"/>
          </p:cNvPicPr>
          <p:nvPr/>
        </p:nvPicPr>
        <p:blipFill>
          <a:blip xmlns:r="http://schemas.openxmlformats.org/officeDocument/2006/relationships" xmlns:a="http://schemas.openxmlformats.org/drawingml/2006/main" r:embed="R41c7aa4efe37435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2514B2E-2799-40F1-9965-DA94C29B66C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1CBFE2-47D0-4465-A762-4BB56203393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6A1CBAA-72EF-4A68-96C2-1DBEDB44D01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490367-DB47-46B9-B410-E4128ACB4EE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10305A7-66D8-422B-8B68-2F940CC5477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7F02B987-1921-4FBB-85F9-F5590F11D0CA}"/>
              </a:ext>
            </a:extLst>
          </p:cNvPr>
          <p:cNvPicPr>
            <a:picLocks xmlns:a="http://schemas.openxmlformats.org/drawingml/2006/main" noChangeAspect="1"/>
          </p:cNvPicPr>
          <p:nvPr/>
        </p:nvPicPr>
        <p:blipFill>
          <a:blip xmlns:r="http://schemas.openxmlformats.org/officeDocument/2006/relationships" xmlns:a="http://schemas.openxmlformats.org/drawingml/2006/main" r:embed="R15de524daa6a46b3"/>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46F4D68-3605-436A-A1AC-BCC768913CA8}"/>
              </a:ext>
            </a:extLst>
          </p:cNvPr>
          <p:cNvPicPr>
            <a:picLocks xmlns:a="http://schemas.openxmlformats.org/drawingml/2006/main" noChangeAspect="1"/>
          </p:cNvPicPr>
          <p:nvPr/>
        </p:nvPicPr>
        <p:blipFill>
          <a:blip xmlns:r="http://schemas.openxmlformats.org/officeDocument/2006/relationships" xmlns:a="http://schemas.openxmlformats.org/drawingml/2006/main" r:embed="Rb87a8b0adbb64a94"/>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669101B-C23D-421B-9693-CF66753930F8}"/>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
        <p:nvSpPr>
          <p:cNvPr id="12" name="공통 CO₂ 소거 표시">
            <a:extLst xmlns:a="http://schemas.openxmlformats.org/drawingml/2006/main">
              <a:ext uri="{FF2B5EF4-FFF2-40B4-BE49-F238E27FC236}">
                <a16:creationId xmlns:a16="http://schemas.microsoft.com/office/drawing/2014/main" id="{BF648A51-859F-452B-9137-1738482056C7}"/>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3" name="공통 CO₂ 소거 표시">
            <a:extLst xmlns:a="http://schemas.openxmlformats.org/drawingml/2006/main">
              <a:ext uri="{FF2B5EF4-FFF2-40B4-BE49-F238E27FC236}">
                <a16:creationId xmlns:a16="http://schemas.microsoft.com/office/drawing/2014/main" id="{63CD2DC1-14F2-4A11-A606-A9E24E93A39D}"/>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4" name="소거 설명">
            <a:extLst xmlns:a="http://schemas.openxmlformats.org/drawingml/2006/main">
              <a:ext uri="{FF2B5EF4-FFF2-40B4-BE49-F238E27FC236}">
                <a16:creationId xmlns:a16="http://schemas.microsoft.com/office/drawing/2014/main" id="{54A992F6-8550-4DC7-B9F8-141E6F715DD6}"/>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17201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03DC530-603C-4949-833E-3C3853F75919}"/>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9FFF68"/>
                </a:solidFill>
                <a:latin typeface="Pretendard"/>
                <a:ea typeface="Pretendard"/>
                <a:cs typeface="Pretendard"/>
              </a:defRPr>
            </a:defPPr>
            <a:lvl1pPr algn="ctr">
              <a:defRPr sz="2100" b="1">
                <a:solidFill>
                  <a:srgbClr val="9FFF68"/>
                </a:solidFill>
                <a:latin typeface="Pretendard"/>
                <a:ea typeface="Pretendard"/>
                <a:cs typeface="Pretendard"/>
              </a:defRPr>
            </a:lvl1pPr>
            <a:lvl2pPr algn="ctr">
              <a:defRPr sz="2100" b="1">
                <a:solidFill>
                  <a:srgbClr val="9FFF68"/>
                </a:solidFill>
                <a:latin typeface="Pretendard"/>
                <a:ea typeface="Pretendard"/>
                <a:cs typeface="Pretendard"/>
              </a:defRPr>
            </a:lvl2pPr>
            <a:lvl3pPr algn="ctr">
              <a:defRPr sz="2100" b="1">
                <a:solidFill>
                  <a:srgbClr val="9FFF68"/>
                </a:solidFill>
                <a:latin typeface="Pretendard"/>
                <a:ea typeface="Pretendard"/>
                <a:cs typeface="Pretendard"/>
              </a:defRPr>
            </a:lvl3pPr>
            <a:lvl4pPr algn="ctr">
              <a:defRPr sz="2100" b="1">
                <a:solidFill>
                  <a:srgbClr val="9FFF68"/>
                </a:solidFill>
                <a:latin typeface="Pretendard"/>
                <a:ea typeface="Pretendard"/>
                <a:cs typeface="Pretendard"/>
              </a:defRPr>
            </a:lvl4pPr>
            <a:lvl5pPr algn="ctr">
              <a:defRPr sz="2100" b="1">
                <a:solidFill>
                  <a:srgbClr val="9FFF68"/>
                </a:solidFill>
                <a:latin typeface="Pretendard"/>
                <a:ea typeface="Pretendard"/>
                <a:cs typeface="Pretendard"/>
              </a:defRPr>
            </a:lvl5pPr>
            <a:lvl6pPr algn="ctr">
              <a:defRPr sz="2100" b="1">
                <a:solidFill>
                  <a:srgbClr val="9FFF68"/>
                </a:solidFill>
                <a:latin typeface="Pretendard"/>
                <a:ea typeface="Pretendard"/>
                <a:cs typeface="Pretendard"/>
              </a:defRPr>
            </a:lvl6pPr>
            <a:lvl7pPr algn="ctr">
              <a:defRPr sz="2100" b="1">
                <a:solidFill>
                  <a:srgbClr val="9FFF68"/>
                </a:solidFill>
                <a:latin typeface="Pretendard"/>
                <a:ea typeface="Pretendard"/>
                <a:cs typeface="Pretendard"/>
              </a:defRPr>
            </a:lvl7pPr>
            <a:lvl8pPr algn="ctr">
              <a:defRPr sz="2100" b="1">
                <a:solidFill>
                  <a:srgbClr val="9FFF68"/>
                </a:solidFill>
                <a:latin typeface="Pretendard"/>
                <a:ea typeface="Pretendard"/>
                <a:cs typeface="Pretendard"/>
              </a:defRPr>
            </a:lvl8pPr>
            <a:lvl9pPr algn="ctr">
              <a:defRPr sz="2100" b="1">
                <a:solidFill>
                  <a:srgbClr val="9FFF68"/>
                </a:solidFill>
                <a:latin typeface="Pretendard"/>
                <a:ea typeface="Pretendard"/>
                <a:cs typeface="Pretendard"/>
              </a:defRPr>
            </a:lvl9pPr>
          </a:lstStyle>
          <a:p xmlns:a="http://schemas.openxmlformats.org/drawingml/2006/main">
            <a:pPr algn="ctr">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9B79F029-E9DB-4AE4-8B9E-DAFCA7418884}"/>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FFFFFF"/>
                </a:solidFill>
                <a:latin typeface="Pretendard"/>
                <a:ea typeface="Pretendard"/>
                <a:cs typeface="Pretendard"/>
              </a:defRPr>
            </a:defPPr>
            <a:lvl1pPr algn="ctr">
              <a:defRPr sz="1875" b="0">
                <a:solidFill>
                  <a:srgbClr val="FFFFFF"/>
                </a:solidFill>
                <a:latin typeface="Pretendard"/>
                <a:ea typeface="Pretendard"/>
                <a:cs typeface="Pretendard"/>
              </a:defRPr>
            </a:lvl1pPr>
            <a:lvl2pPr algn="ctr">
              <a:defRPr sz="1875" b="0">
                <a:solidFill>
                  <a:srgbClr val="FFFFFF"/>
                </a:solidFill>
                <a:latin typeface="Pretendard"/>
                <a:ea typeface="Pretendard"/>
                <a:cs typeface="Pretendard"/>
              </a:defRPr>
            </a:lvl2pPr>
            <a:lvl3pPr algn="ctr">
              <a:defRPr sz="1875" b="0">
                <a:solidFill>
                  <a:srgbClr val="FFFFFF"/>
                </a:solidFill>
                <a:latin typeface="Pretendard"/>
                <a:ea typeface="Pretendard"/>
                <a:cs typeface="Pretendard"/>
              </a:defRPr>
            </a:lvl3pPr>
            <a:lvl4pPr algn="ctr">
              <a:defRPr sz="1875" b="0">
                <a:solidFill>
                  <a:srgbClr val="FFFFFF"/>
                </a:solidFill>
                <a:latin typeface="Pretendard"/>
                <a:ea typeface="Pretendard"/>
                <a:cs typeface="Pretendard"/>
              </a:defRPr>
            </a:lvl4pPr>
            <a:lvl5pPr algn="ctr">
              <a:defRPr sz="1875" b="0">
                <a:solidFill>
                  <a:srgbClr val="FFFFFF"/>
                </a:solidFill>
                <a:latin typeface="Pretendard"/>
                <a:ea typeface="Pretendard"/>
                <a:cs typeface="Pretendard"/>
              </a:defRPr>
            </a:lvl5pPr>
            <a:lvl6pPr algn="ctr">
              <a:defRPr sz="1875" b="0">
                <a:solidFill>
                  <a:srgbClr val="FFFFFF"/>
                </a:solidFill>
                <a:latin typeface="Pretendard"/>
                <a:ea typeface="Pretendard"/>
                <a:cs typeface="Pretendard"/>
              </a:defRPr>
            </a:lvl6pPr>
            <a:lvl7pPr algn="ctr">
              <a:defRPr sz="1875" b="0">
                <a:solidFill>
                  <a:srgbClr val="FFFFFF"/>
                </a:solidFill>
                <a:latin typeface="Pretendard"/>
                <a:ea typeface="Pretendard"/>
                <a:cs typeface="Pretendard"/>
              </a:defRPr>
            </a:lvl7pPr>
            <a:lvl8pPr algn="ctr">
              <a:defRPr sz="1875" b="0">
                <a:solidFill>
                  <a:srgbClr val="FFFFFF"/>
                </a:solidFill>
                <a:latin typeface="Pretendard"/>
                <a:ea typeface="Pretendard"/>
                <a:cs typeface="Pretendard"/>
              </a:defRPr>
            </a:lvl8pPr>
            <a:lvl9pPr algn="ctr">
              <a:defRPr sz="1875" b="0">
                <a:solidFill>
                  <a:srgbClr val="FFFFFF"/>
                </a:solidFill>
                <a:latin typeface="Pretendard"/>
                <a:ea typeface="Pretendard"/>
                <a:cs typeface="Pretendard"/>
              </a:defRPr>
            </a:lvl9pPr>
          </a:lstStyle>
          <a:p xmlns:a="http://schemas.openxmlformats.org/drawingml/2006/main">
            <a:pPr algn="ctr">
              <a:defRPr sz="1875" b="0">
                <a:solidFill>
                  <a:srgbClr val="FFFFFF"/>
                </a:solidFill>
                <a:latin typeface="Pretendard"/>
                <a:ea typeface="Pretendard"/>
                <a:cs typeface="Pretendard"/>
              </a:defRPr>
            </a:pPr>
            <a:r>
              <a:rPr sz="1875" b="0">
                <a:solidFill>
                  <a:srgbClr val="FFFFFF"/>
                </a:solidFill>
                <a:latin typeface="Pretendard"/>
                <a:ea typeface="Pretendard"/>
                <a:cs typeface="Pretendard"/>
              </a:rPr>
              <a:t>두 식에서 사라진다.</a:t>
            </a:r>
          </a:p>
        </p:txBody>
      </p:sp>
      <p:sp>
        <p:nvSpPr>
          <p:cNvPr id="17" name="text">
            <a:extLst xmlns:a="http://schemas.openxmlformats.org/drawingml/2006/main">
              <a:ext uri="{FF2B5EF4-FFF2-40B4-BE49-F238E27FC236}">
                <a16:creationId xmlns:a16="http://schemas.microsoft.com/office/drawing/2014/main" id="{E6824687-E029-4A46-863E-AF66F70BE922}"/>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산소는 절반이 남는다.</a:t>
            </a:r>
          </a:p>
        </p:txBody>
      </p:sp>
    </p:spTree>
    <p:extLst>
      <p:ext uri="{BB962C8B-B14F-4D97-AF65-F5344CB8AC3E}">
        <p14:creationId xmlns:p14="http://schemas.microsoft.com/office/powerpoint/2010/main" val="576071031"/>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A7F29042-12E2-4812-BE4B-9BD5E3961B4A}"/>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8B16120-496D-46D1-B08D-E4E1931BA0CB}"/>
              </a:ext>
            </a:extLst>
          </p:cNvPr>
          <p:cNvPicPr>
            <a:picLocks xmlns:a="http://schemas.openxmlformats.org/drawingml/2006/main" noChangeAspect="1"/>
          </p:cNvPicPr>
          <p:nvPr/>
        </p:nvPicPr>
        <p:blipFill>
          <a:blip xmlns:r="http://schemas.openxmlformats.org/officeDocument/2006/relationships" xmlns:a="http://schemas.openxmlformats.org/drawingml/2006/main" r:embed="Re6a102b3bb8c4aa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37FB71A-761F-4FC6-B6AC-0A70393B32E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9C84A30-D3DD-4282-B912-FA810195B46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7AEF3CF-2CDC-4F7F-8E3A-D296611206D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4A1B29C-F5D4-493C-BE0B-608713C0964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C673083-6EE0-40E4-9513-126CABBC58D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438F83C7-F3F2-4BA3-8C39-DDC09905F023}"/>
              </a:ext>
            </a:extLst>
          </p:cNvPr>
          <p:cNvPicPr>
            <a:picLocks xmlns:a="http://schemas.openxmlformats.org/drawingml/2006/main" noChangeAspect="1"/>
          </p:cNvPicPr>
          <p:nvPr/>
        </p:nvPicPr>
        <p:blipFill>
          <a:blip xmlns:r="http://schemas.openxmlformats.org/officeDocument/2006/relationships" xmlns:a="http://schemas.openxmlformats.org/drawingml/2006/main" r:embed="R51635050cd704a25"/>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AFE2AAF-D36D-45E9-A172-F8C1CC00EBAB}"/>
              </a:ext>
            </a:extLst>
          </p:cNvPr>
          <p:cNvPicPr>
            <a:picLocks xmlns:a="http://schemas.openxmlformats.org/drawingml/2006/main" noChangeAspect="1"/>
          </p:cNvPicPr>
          <p:nvPr/>
        </p:nvPicPr>
        <p:blipFill>
          <a:blip xmlns:r="http://schemas.openxmlformats.org/officeDocument/2006/relationships" xmlns:a="http://schemas.openxmlformats.org/drawingml/2006/main" r:embed="R1946a0e6f94d48b6"/>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6A3D16B-C836-46BD-A573-0AFE4EAF12BC}"/>
              </a:ext>
            </a:extLst>
          </p:cNvPr>
          <p:cNvPicPr>
            <a:picLocks xmlns:a="http://schemas.openxmlformats.org/drawingml/2006/main" noChangeAspect="1"/>
          </p:cNvPicPr>
          <p:nvPr/>
        </p:nvPicPr>
        <p:blipFill>
          <a:blip xmlns:r="http://schemas.openxmlformats.org/officeDocument/2006/relationships" xmlns:a="http://schemas.openxmlformats.org/drawingml/2006/main" r:embed="R087f6eb2e21847ea"/>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1874357815"/>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3F8DA7D-5C74-49B4-869A-0EA28FC99A61}"/>
              </a:ext>
            </a:extLst>
          </p:cNvPr>
          <p:cNvPicPr>
            <a:picLocks xmlns:a="http://schemas.openxmlformats.org/drawingml/2006/main" noChangeAspect="1"/>
          </p:cNvPicPr>
          <p:nvPr/>
        </p:nvPicPr>
        <p:blipFill>
          <a:blip xmlns:r="http://schemas.openxmlformats.org/officeDocument/2006/relationships" xmlns:a="http://schemas.openxmlformats.org/drawingml/2006/main" r:embed="R0ba8971f97ca466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5ED1AD-7CED-4D17-8AB0-20A3E1663B9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AAFCCD5-068F-4347-BF3B-800A7720FE8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7784C5B-58DD-4630-8C46-366B8B641A5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1A926A8-4DF5-4D52-91E7-06B1A796902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2505935-2D82-47CD-AA72-00FE49304BD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64E8DBDE-F23A-4377-B2D6-2F9F54A37AC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DD988BB3-47B8-4A7C-9437-8DA20DF31693}"/>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2813F836-5F3B-417E-8D5D-6170225398BB}"/>
              </a:ext>
            </a:extLst>
          </p:cNvPr>
          <p:cNvPicPr>
            <a:picLocks xmlns:a="http://schemas.openxmlformats.org/drawingml/2006/main" noChangeAspect="1"/>
          </p:cNvPicPr>
          <p:nvPr/>
        </p:nvPicPr>
        <p:blipFill>
          <a:blip xmlns:r="http://schemas.openxmlformats.org/officeDocument/2006/relationships" xmlns:a="http://schemas.openxmlformats.org/drawingml/2006/main" r:embed="R506c8f130dc8421a"/>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2D0C1FB0-DD0E-4844-87FF-2B4E2DA7117E}"/>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183E332-7F30-403A-9BFF-D2B8E95D26F8}"/>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166673DD-D09E-4D78-81C7-39E419E49BED}"/>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7EAC685A-EC9A-4DC0-8291-C05CCA2977E5}"/>
              </a:ext>
            </a:extLst>
          </p:cNvPr>
          <p:cNvPicPr>
            <a:picLocks xmlns:a="http://schemas.openxmlformats.org/drawingml/2006/main" noChangeAspect="1"/>
          </p:cNvPicPr>
          <p:nvPr/>
        </p:nvPicPr>
        <p:blipFill>
          <a:blip xmlns:r="http://schemas.openxmlformats.org/officeDocument/2006/relationships" xmlns:a="http://schemas.openxmlformats.org/drawingml/2006/main" r:embed="R8cc497e3b21a4571"/>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82948367"/>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9E500B04-C55D-4792-AF2D-5369D836EDD6}"/>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A590DF2-780B-48FC-9013-31EE94015AE1}"/>
              </a:ext>
            </a:extLst>
          </p:cNvPr>
          <p:cNvPicPr>
            <a:picLocks xmlns:a="http://schemas.openxmlformats.org/drawingml/2006/main" noChangeAspect="1"/>
          </p:cNvPicPr>
          <p:nvPr/>
        </p:nvPicPr>
        <p:blipFill>
          <a:blip xmlns:r="http://schemas.openxmlformats.org/officeDocument/2006/relationships" xmlns:a="http://schemas.openxmlformats.org/drawingml/2006/main" r:embed="R03edc87c38774fa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C9607DB-0422-4EAE-B846-0C04790EAB6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3E3AAE-ADA2-4E39-B189-6ED33D2E194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6CDA5D7-6FE5-4CC7-B5F5-DA5E5A54967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912171A-C5F4-4F82-B7BB-F829516CDC2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D5921A2-C8DD-4B24-A51C-258500E49FB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CE603650-E918-48B7-9DE1-6EB4E28F8D88}"/>
              </a:ext>
            </a:extLst>
          </p:cNvPr>
          <p:cNvPicPr>
            <a:picLocks xmlns:a="http://schemas.openxmlformats.org/drawingml/2006/main" noChangeAspect="1"/>
          </p:cNvPicPr>
          <p:nvPr/>
        </p:nvPicPr>
        <p:blipFill>
          <a:blip xmlns:r="http://schemas.openxmlformats.org/officeDocument/2006/relationships" xmlns:a="http://schemas.openxmlformats.org/drawingml/2006/main" r:embed="R8a6219dabdff4b36"/>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21A871F-BC3A-44B9-B294-FA52149DB23C}"/>
              </a:ext>
            </a:extLst>
          </p:cNvPr>
          <p:cNvPicPr>
            <a:picLocks xmlns:a="http://schemas.openxmlformats.org/drawingml/2006/main" noChangeAspect="1"/>
          </p:cNvPicPr>
          <p:nvPr/>
        </p:nvPicPr>
        <p:blipFill>
          <a:blip xmlns:r="http://schemas.openxmlformats.org/officeDocument/2006/relationships" xmlns:a="http://schemas.openxmlformats.org/drawingml/2006/main" r:embed="R58c18dd9b55b4746"/>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24A01CF5-6B30-4BAE-81AE-A8D89AA9F6ED}"/>
              </a:ext>
            </a:extLst>
          </p:cNvPr>
          <p:cNvPicPr>
            <a:picLocks xmlns:a="http://schemas.openxmlformats.org/drawingml/2006/main" noChangeAspect="1"/>
          </p:cNvPicPr>
          <p:nvPr/>
        </p:nvPicPr>
        <p:blipFill>
          <a:blip xmlns:r="http://schemas.openxmlformats.org/officeDocument/2006/relationships" xmlns:a="http://schemas.openxmlformats.org/drawingml/2006/main" r:embed="R250bd971ea9f470d"/>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042E6F82-F759-46AA-B425-C7091F631C9F}"/>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1679D3C4-D324-4AF2-918C-751263A339D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2089488747"/>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8DEFF39B-9627-4E7B-8FEB-B5E0D725895A}"/>
              </a:ext>
            </a:extLst>
          </p:cNvPr>
          <p:cNvPicPr>
            <a:picLocks xmlns:a="http://schemas.openxmlformats.org/drawingml/2006/main" noChangeAspect="1"/>
          </p:cNvPicPr>
          <p:nvPr/>
        </p:nvPicPr>
        <p:blipFill>
          <a:blip xmlns:r="http://schemas.openxmlformats.org/officeDocument/2006/relationships" xmlns:a="http://schemas.openxmlformats.org/drawingml/2006/main" r:embed="R2a73cadc4f554f9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0801EE-59D3-4DBC-8327-75AF0D4F0D2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FBA050-0C95-4C1E-A469-5E4258832B7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71EFC4E-4747-4AFC-BDAC-22CE156336EA}"/>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8E972E1-9492-4A92-A122-62D5CF824C15}"/>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32E0A819-F27B-4A05-82A7-4BE1ACE6C1B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AAD322AB-0EF9-4C03-B233-19B84FA904FD}"/>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6696FD18-255C-44AA-A06A-6C35F68066B7}"/>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CB40FC7-EF85-495E-A217-FDD2B2746EFE}"/>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56453D96-A208-44B3-AD84-7B0F47A21708}"/>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F6B757C1-84F3-48F6-83D2-8B53B3B33164}"/>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214B4D31-33D9-4D4B-9671-5F1193C3DC12}"/>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FFF87869-6ECC-4E55-9B7C-14EB981928BC}"/>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75B1B29D-979D-414C-BEB1-62B765EA3450}"/>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017AA32-5522-4130-BBEB-421C34417391}"/>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FE965C09-CEC4-40E9-9720-B41380D8F774}"/>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4EB59C12-FF22-4084-8D01-8C29D8E42500}"/>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898C923B-69E5-4D83-87DD-6711A7EABD4F}"/>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5B6B0DDD-EF07-46B9-970E-B769356537E4}"/>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D41208DB-5394-4070-9708-AC0951D5EF50}"/>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4B063324-2A68-4D41-81FF-A101FACE3F32}"/>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501FFD78-6540-45F0-A26B-FAB4629200B7}"/>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089B521F-DBEF-4CAB-AB3F-C79E975006D3}"/>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5C5C9B33-BC8F-4A31-ABAD-087A3C6F065A}"/>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7C44CCCC-F54A-4F19-8816-410FCEB9AA49}"/>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E992EAE5-5C8A-46F1-B971-339998E5BDED}"/>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3382C4C5-048D-47E9-843E-0269F7B1FB71}"/>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6E82AEB1-8A45-4AB0-84EF-3E3CFEAD8D7F}"/>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96C261F7-BA28-4238-B770-5A828AF087ED}"/>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5B3A50C0-B11C-4B19-8131-516C06E9B1F9}"/>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9CBDFE79-F93A-459F-B647-C2DC63D3FCAF}"/>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284706221"/>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0E5520FA-57B0-4496-8C30-A65ACF34937D}"/>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F09E2A0D-0796-4892-A2A3-B125E89DD963}"/>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C5FA33B-51DA-4B78-851C-266C6B1592D5}"/>
              </a:ext>
            </a:extLst>
          </p:cNvPr>
          <p:cNvPicPr>
            <a:picLocks xmlns:a="http://schemas.openxmlformats.org/drawingml/2006/main" noChangeAspect="1"/>
          </p:cNvPicPr>
          <p:nvPr/>
        </p:nvPicPr>
        <p:blipFill>
          <a:blip xmlns:r="http://schemas.openxmlformats.org/officeDocument/2006/relationships" xmlns:a="http://schemas.openxmlformats.org/drawingml/2006/main" r:embed="Rb61955883072427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244CE80-3080-4421-94A6-50149A0390F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6F88878-2195-4791-88E4-5A541B6E855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5564357-70BD-4B4C-8F24-4C9819D7E76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B8922EC-54C3-4C64-8705-5A30EB58E0E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29FEDD6-A934-44CA-922B-73538E60CEF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A68CFCBF-EBEB-46E2-BE7D-7E3DCA0119FD}"/>
              </a:ext>
            </a:extLst>
          </p:cNvPr>
          <p:cNvPicPr>
            <a:picLocks xmlns:a="http://schemas.openxmlformats.org/drawingml/2006/main" noChangeAspect="1"/>
          </p:cNvPicPr>
          <p:nvPr/>
        </p:nvPicPr>
        <p:blipFill>
          <a:blip xmlns:r="http://schemas.openxmlformats.org/officeDocument/2006/relationships" xmlns:a="http://schemas.openxmlformats.org/drawingml/2006/main" r:embed="R0f9c66f922e24e66"/>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DF8908B-0C85-42F9-AAE2-B1DF6F0B2A3E}"/>
              </a:ext>
            </a:extLst>
          </p:cNvPr>
          <p:cNvPicPr>
            <a:picLocks xmlns:a="http://schemas.openxmlformats.org/drawingml/2006/main" noChangeAspect="1"/>
          </p:cNvPicPr>
          <p:nvPr/>
        </p:nvPicPr>
        <p:blipFill>
          <a:blip xmlns:r="http://schemas.openxmlformats.org/officeDocument/2006/relationships" xmlns:a="http://schemas.openxmlformats.org/drawingml/2006/main" r:embed="R84bd1258d61140d5"/>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0478E73E-E437-4789-9396-68C1056C1E3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D3226DAC-3E6A-483A-A18A-4C3B0F2E8DB5}"/>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00648246-92EB-4932-8AEE-5A290745668C}"/>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537099633"/>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7BDAF153-D88B-4FB0-8B4E-D3FD7922EC29}"/>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22978211-94EB-40EE-AB1D-F3B40E434801}"/>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39D0A45-EB26-473A-8192-517CCBE5F782}"/>
              </a:ext>
            </a:extLst>
          </p:cNvPr>
          <p:cNvPicPr>
            <a:picLocks xmlns:a="http://schemas.openxmlformats.org/drawingml/2006/main" noChangeAspect="1"/>
          </p:cNvPicPr>
          <p:nvPr/>
        </p:nvPicPr>
        <p:blipFill>
          <a:blip xmlns:r="http://schemas.openxmlformats.org/officeDocument/2006/relationships" xmlns:a="http://schemas.openxmlformats.org/drawingml/2006/main" r:embed="R7cf79c19fc394db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7DA036-318D-4185-AF2A-51926E70906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AD7570-F9A3-4F85-B62F-9DC57FB2E38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07AFEFC-4CA1-4741-B972-663E101028E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66C67D1-7A0E-4831-9560-4B4A1F192B1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B366452-84F8-494C-A1A1-76B0345F1AA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2F9CDA0F-9461-4720-A273-4E4580A07E49}"/>
              </a:ext>
            </a:extLst>
          </p:cNvPr>
          <p:cNvPicPr>
            <a:picLocks xmlns:a="http://schemas.openxmlformats.org/drawingml/2006/main" noChangeAspect="1"/>
          </p:cNvPicPr>
          <p:nvPr/>
        </p:nvPicPr>
        <p:blipFill>
          <a:blip xmlns:r="http://schemas.openxmlformats.org/officeDocument/2006/relationships" xmlns:a="http://schemas.openxmlformats.org/drawingml/2006/main" r:embed="Rfec27ce56f704c38"/>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83B310F-E5D4-4F26-B957-24063061CA0C}"/>
              </a:ext>
            </a:extLst>
          </p:cNvPr>
          <p:cNvPicPr>
            <a:picLocks xmlns:a="http://schemas.openxmlformats.org/drawingml/2006/main" noChangeAspect="1"/>
          </p:cNvPicPr>
          <p:nvPr/>
        </p:nvPicPr>
        <p:blipFill>
          <a:blip xmlns:r="http://schemas.openxmlformats.org/officeDocument/2006/relationships" xmlns:a="http://schemas.openxmlformats.org/drawingml/2006/main" r:embed="R1c62a9ed4f564f4d"/>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6E016DF1-4E32-4E1A-842C-FD0E34938937}"/>
              </a:ext>
            </a:extLst>
          </p:cNvPr>
          <p:cNvPicPr>
            <a:picLocks xmlns:a="http://schemas.openxmlformats.org/drawingml/2006/main" noChangeAspect="1"/>
          </p:cNvPicPr>
          <p:nvPr/>
        </p:nvPicPr>
        <p:blipFill>
          <a:blip xmlns:r="http://schemas.openxmlformats.org/officeDocument/2006/relationships" xmlns:a="http://schemas.openxmlformats.org/drawingml/2006/main" r:embed="Rb7947a29c7eb40b7"/>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27A421A0-C09F-4213-8739-4134A61A5D4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54D9824C-736F-4061-90D5-D940CEA54111}"/>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95BD2BD2-D3A5-483C-BBC1-A7DED6B8DA50}"/>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852280297"/>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8C84F92-19CE-4EB6-A808-C340AE960BC0}"/>
              </a:ext>
            </a:extLst>
          </p:cNvPr>
          <p:cNvPicPr>
            <a:picLocks xmlns:a="http://schemas.openxmlformats.org/drawingml/2006/main" noChangeAspect="1"/>
          </p:cNvPicPr>
          <p:nvPr/>
        </p:nvPicPr>
        <p:blipFill>
          <a:blip xmlns:r="http://schemas.openxmlformats.org/officeDocument/2006/relationships" xmlns:a="http://schemas.openxmlformats.org/drawingml/2006/main" r:embed="R124b001a0924464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CDA353-9C1C-44B6-AC85-495EFFCCAB5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E0D874C-9F90-472D-9E03-DC74B3BF73B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62E8A68-C096-4EB1-AAD5-4656B7895F7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FD9A8E8-3394-4ABA-9524-AEEF4E0CA62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D99D13E-89AA-4436-91A2-787E3A10E9A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52FA037F-57A1-4534-BC1E-8C24EAD2F166}"/>
              </a:ext>
            </a:extLst>
          </p:cNvPr>
          <p:cNvPicPr>
            <a:picLocks xmlns:a="http://schemas.openxmlformats.org/drawingml/2006/main" noChangeAspect="1"/>
          </p:cNvPicPr>
          <p:nvPr/>
        </p:nvPicPr>
        <p:blipFill>
          <a:blip xmlns:r="http://schemas.openxmlformats.org/officeDocument/2006/relationships" xmlns:a="http://schemas.openxmlformats.org/drawingml/2006/main" r:embed="R1ccc43c03f314301"/>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EA2ABE4-04D5-4257-9AD7-F2DAA27A356D}"/>
              </a:ext>
            </a:extLst>
          </p:cNvPr>
          <p:cNvPicPr>
            <a:picLocks xmlns:a="http://schemas.openxmlformats.org/drawingml/2006/main" noChangeAspect="1"/>
          </p:cNvPicPr>
          <p:nvPr/>
        </p:nvPicPr>
        <p:blipFill>
          <a:blip xmlns:r="http://schemas.openxmlformats.org/officeDocument/2006/relationships" xmlns:a="http://schemas.openxmlformats.org/drawingml/2006/main" r:embed="Rc216b675c8394fc5"/>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5192FC20-F68D-4C5E-9835-1AB26F6ED4CA}"/>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580600793"/>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65CC2DE-C964-4EFC-A0DE-42C8ECD57221}"/>
              </a:ext>
            </a:extLst>
          </p:cNvPr>
          <p:cNvPicPr>
            <a:picLocks xmlns:a="http://schemas.openxmlformats.org/drawingml/2006/main" noChangeAspect="1"/>
          </p:cNvPicPr>
          <p:nvPr/>
        </p:nvPicPr>
        <p:blipFill>
          <a:blip xmlns:r="http://schemas.openxmlformats.org/officeDocument/2006/relationships" xmlns:a="http://schemas.openxmlformats.org/drawingml/2006/main" r:embed="R31e6ff0fdb63491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BC31841-A2A8-44AA-9323-F87DB4F1B97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BF4D603-76A9-45D1-8E3F-8C9F76F7E36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5D50A32-A512-4FD8-ACDF-E592C7AAE164}"/>
              </a:ext>
            </a:extLst>
          </p:cNvPr>
          <p:cNvPicPr>
            <a:picLocks xmlns:a="http://schemas.openxmlformats.org/drawingml/2006/main" noChangeAspect="1"/>
          </p:cNvPicPr>
          <p:nvPr/>
        </p:nvPicPr>
        <p:blipFill>
          <a:blip xmlns:r="http://schemas.openxmlformats.org/officeDocument/2006/relationships" xmlns:a="http://schemas.openxmlformats.org/drawingml/2006/main" r:embed="R9e2d527b0b7f484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E28A3927-5BBF-4595-8DD2-5CEA674FB2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CA4AF201-FA79-42FC-A68B-20CF95C48EE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C94E8B27-F313-4501-ADAB-2FA59023367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67534463-1A6E-48A1-B28D-9FF74B2E113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178774036"/>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FB04B30-1FEB-40DD-9B81-5A2D479397A9}"/>
              </a:ext>
            </a:extLst>
          </p:cNvPr>
          <p:cNvPicPr>
            <a:picLocks xmlns:a="http://schemas.openxmlformats.org/drawingml/2006/main" noChangeAspect="1"/>
          </p:cNvPicPr>
          <p:nvPr/>
        </p:nvPicPr>
        <p:blipFill>
          <a:blip xmlns:r="http://schemas.openxmlformats.org/officeDocument/2006/relationships" xmlns:a="http://schemas.openxmlformats.org/drawingml/2006/main" r:embed="R5ce3cf2a95de44f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FEAA796-346A-4444-A0F0-8BB426E5490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25B735-FBFB-4F7E-9710-405E502CE9E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257549D-C372-4746-82C3-F6515250575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C6FB245-6B2E-4A71-B580-E1412EBA8DF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2CF10B6-9C1B-4FDA-A107-A37AB10EEFC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F6ADD750-405A-40E0-AB8B-C2A2ABD12088}"/>
              </a:ext>
            </a:extLst>
          </p:cNvPr>
          <p:cNvPicPr>
            <a:picLocks xmlns:a="http://schemas.openxmlformats.org/drawingml/2006/main" noChangeAspect="1"/>
          </p:cNvPicPr>
          <p:nvPr/>
        </p:nvPicPr>
        <p:blipFill>
          <a:blip xmlns:r="http://schemas.openxmlformats.org/officeDocument/2006/relationships" xmlns:a="http://schemas.openxmlformats.org/drawingml/2006/main" r:embed="R7ceddf7c3eb44eb5"/>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0B8BF26B-F761-4509-ACFF-C878E6DA65C4}"/>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A7C8BEAA-C86E-48D3-8F1D-419137230593}"/>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0FAB6DCF-476B-480E-A152-8BCDA57CEB1A}"/>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82329023"/>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63FA749A-0653-4AD7-B768-A16B47D64C6C}"/>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7578A344-475E-4EF5-BAA2-0175DD3BCC9E}"/>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1FDA1B96-E8DF-4723-9566-7EF4F33249C3}"/>
              </a:ext>
            </a:extLst>
          </p:cNvPr>
          <p:cNvPicPr>
            <a:picLocks xmlns:a="http://schemas.openxmlformats.org/drawingml/2006/main" noChangeAspect="1"/>
          </p:cNvPicPr>
          <p:nvPr/>
        </p:nvPicPr>
        <p:blipFill>
          <a:blip xmlns:r="http://schemas.openxmlformats.org/officeDocument/2006/relationships" xmlns:a="http://schemas.openxmlformats.org/drawingml/2006/main" r:embed="R37da109f71e84d7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7502FB9-F3FC-4DC6-BB11-1948C02D584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CBC8AC-A741-4114-BE4B-2F05A2931E5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E962F94-FE72-4267-8572-4CC39687486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489303A-B839-4F89-B405-2289563E23D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0236FAE-AE19-49C9-BEC6-EB3AD2F51DC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5F5FA7BD-EE09-431D-9445-9D6D37E5D685}"/>
              </a:ext>
            </a:extLst>
          </p:cNvPr>
          <p:cNvPicPr>
            <a:picLocks xmlns:a="http://schemas.openxmlformats.org/drawingml/2006/main" noChangeAspect="1"/>
          </p:cNvPicPr>
          <p:nvPr/>
        </p:nvPicPr>
        <p:blipFill>
          <a:blip xmlns:r="http://schemas.openxmlformats.org/officeDocument/2006/relationships" xmlns:a="http://schemas.openxmlformats.org/drawingml/2006/main" r:embed="R14c886c42d0d4108"/>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B873FB9-EDA6-4B75-ADEC-ADBEB984118F}"/>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915F3905-3694-443D-8731-F80E216057BE}"/>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3A0D0970-FDCF-4D40-ADAB-651FE6E11C8F}"/>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801D7700-8F14-4922-8F6C-8103B6883026}"/>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32704949-5E92-4EA0-9475-85CAAF4E6887}"/>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1630FCF2-C93F-4EF2-ACED-9FACBA8157ED}"/>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4F7726E-2913-4297-A9CF-45745E200ACA}"/>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1914744564"/>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6F33552-F0C2-494F-9535-E15CE5E8CDB8}"/>
              </a:ext>
            </a:extLst>
          </p:cNvPr>
          <p:cNvPicPr>
            <a:picLocks xmlns:a="http://schemas.openxmlformats.org/drawingml/2006/main" noChangeAspect="1"/>
          </p:cNvPicPr>
          <p:nvPr/>
        </p:nvPicPr>
        <p:blipFill>
          <a:blip xmlns:r="http://schemas.openxmlformats.org/officeDocument/2006/relationships" xmlns:a="http://schemas.openxmlformats.org/drawingml/2006/main" r:embed="R3eea1d834694404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0FAE98-D36C-4AA0-B3F4-A78CD2C50EF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6CCB3B9-3E9E-4899-ACF2-DDBF4A438DE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078BABB-5FEE-433D-89DA-6903D0C15B8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B6FE44C-632B-4561-BA09-775E17303D5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7C9389E-8C0A-45DD-B99E-9955A493FF3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414DED0B-E8AB-4B3C-B4F6-02EE5C2B5BE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10A79004-BFB0-4AE0-88F9-238AA7ED7C42}"/>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096DA49C-9BD2-4C80-8F97-27CF766A641B}"/>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E56AFD9-E0DF-48B7-8D8A-77595B4902E5}"/>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B2F6825-629C-4D16-B72B-B27E36A21910}"/>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16B58B7B-737B-423B-AB35-99823E03809B}"/>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012E786-9A57-4A8E-8F8C-FB4F9A214002}"/>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121224839"/>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3AC1259-5435-4A46-843B-CA6982F1F7F5}"/>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9719A1E3-4952-46B0-BF29-9ED3246BB9B3}"/>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0C68C204-69E8-4982-BE59-9D0B84DC68D4}"/>
              </a:ext>
            </a:extLst>
          </p:cNvPr>
          <p:cNvPicPr>
            <a:picLocks xmlns:a="http://schemas.openxmlformats.org/drawingml/2006/main" noChangeAspect="1"/>
          </p:cNvPicPr>
          <p:nvPr/>
        </p:nvPicPr>
        <p:blipFill>
          <a:blip xmlns:r="http://schemas.openxmlformats.org/officeDocument/2006/relationships" xmlns:a="http://schemas.openxmlformats.org/drawingml/2006/main" r:embed="R5723b708eee7403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25BE81F-81C7-425B-B843-83B861FAE9F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C9D0672-9CE3-4276-8F19-3D6B102DDF4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1635636-E632-498F-8FD7-F4461B6017C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4EA5432-C0AF-443D-AFE5-9C065C99853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F469182-54CB-4029-9BFE-8808DD83576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6828EA7F-00EB-408E-B6C2-D876B171308B}"/>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05503C17-67F9-4D6D-8F0F-13C91F81B4D6}"/>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B039AA47-6BC2-4D7B-9DC2-0296EEB95D45}"/>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3C4B9428-751D-49EF-88C1-5ED065959918}"/>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D85FB96D-D7E6-492B-8EAE-4589CE511AC0}"/>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193664374"/>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0E485E5-7C00-45D3-832F-B48B25186928}"/>
              </a:ext>
            </a:extLst>
          </p:cNvPr>
          <p:cNvPicPr>
            <a:picLocks xmlns:a="http://schemas.openxmlformats.org/drawingml/2006/main" noChangeAspect="1"/>
          </p:cNvPicPr>
          <p:nvPr/>
        </p:nvPicPr>
        <p:blipFill>
          <a:blip xmlns:r="http://schemas.openxmlformats.org/officeDocument/2006/relationships" xmlns:a="http://schemas.openxmlformats.org/drawingml/2006/main" r:embed="R9944fc00d2cb455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9E60DA-6F03-4971-AC23-551318F19CF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47D5C8-B466-4D9E-8102-7095D3CA65D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C369E83-AD46-4757-8CB2-A9B365769957}"/>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74C2D90-D07F-4409-A0B4-757E38D03D72}"/>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68BF0D19-5721-402C-AC6E-72D4621F814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3AE1B15B-2352-443E-8A19-702CCD2349A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498560DC-8F26-4D2A-9AE7-8F457D484619}"/>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5D500A63-1844-448D-B2D0-DDD2DF10A31B}"/>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1DF18D5-932D-4132-B6DB-C178C9C8423E}"/>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532D934-2A60-40EB-B0C0-BDE94C4967EB}"/>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C40B2AC9-926A-4290-8275-94D5FABA1030}"/>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8D895E2-234C-47C4-BF10-1DBE1BC0308F}"/>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2078627535"/>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D4EBC5E4-58BD-4893-AF4C-94F91351EC80}"/>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809C494D-2449-4E1E-A4C7-1F16D0D93C86}"/>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0C4FF40-3ECE-4D92-8D96-A3D65CB8B35C}"/>
              </a:ext>
            </a:extLst>
          </p:cNvPr>
          <p:cNvPicPr>
            <a:picLocks xmlns:a="http://schemas.openxmlformats.org/drawingml/2006/main" noChangeAspect="1"/>
          </p:cNvPicPr>
          <p:nvPr/>
        </p:nvPicPr>
        <p:blipFill>
          <a:blip xmlns:r="http://schemas.openxmlformats.org/officeDocument/2006/relationships" xmlns:a="http://schemas.openxmlformats.org/drawingml/2006/main" r:embed="R9d0e975e136e4cd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9F6A600-6E36-401D-AABE-4C43109B95E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4CEFE80-205B-4DE1-A2EA-8CC08D6FEC0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C03ECE3-2521-4719-9762-2464BB0C479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8931BE7-653B-471A-A231-5AD981EE1B9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9195198-22CE-42FC-9073-B89FEEB764D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32F86815-B882-4AAD-8175-D41F38A75C44}"/>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E162B46D-064F-46AE-B89B-C99383577BC4}"/>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912D0AC6-6B0F-42E3-8A93-9BE30DCEC5B0}"/>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5930EBD8-1669-4E66-A77E-4977C6BF6C9F}"/>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E1AE9ED3-7EB1-49F4-A613-EBDCDA8634F5}"/>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990431615"/>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DDF7FEA-C1ED-4FC0-A72E-593A6584CD88}"/>
              </a:ext>
            </a:extLst>
          </p:cNvPr>
          <p:cNvPicPr>
            <a:picLocks xmlns:a="http://schemas.openxmlformats.org/drawingml/2006/main" noChangeAspect="1"/>
          </p:cNvPicPr>
          <p:nvPr/>
        </p:nvPicPr>
        <p:blipFill>
          <a:blip xmlns:r="http://schemas.openxmlformats.org/officeDocument/2006/relationships" xmlns:a="http://schemas.openxmlformats.org/drawingml/2006/main" r:embed="R5efebb5fb4e1404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CBA093F-F571-4338-8B91-56DD7819BDB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DA4B68-4B72-4895-B215-77BB10C62C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4125D41-9F45-4FA0-83D2-1594E7205B9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54488EC-3916-4AA2-AF0E-8F424A58005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02F5068-F295-4152-8163-ADE573E1682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75E135C2-562A-401E-8651-5D675172F1DE}"/>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94DDDDC5-B0B4-42E7-8CB2-EC716BBCFC95}"/>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0CF4EC8-9115-419E-B901-C1006E3CB1C7}"/>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7A2CFB51-42F1-426B-A092-553B92221B0D}"/>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3BBAA3AD-6A9C-4CB0-ACE4-0DC1ED2AEB1F}"/>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6565CBD-9676-4999-B8CA-E80DFAB46948}"/>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3DD53324-EC7E-43B5-A3E4-36975911E5E3}"/>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95376DC4-1DFC-4EA9-B58F-2785EEF80168}"/>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377EC44A-6F6A-4008-B0D5-1D1906D9D3DD}"/>
              </a:ext>
            </a:extLst>
          </p:cNvPr>
          <p:cNvPicPr>
            <a:picLocks xmlns:a="http://schemas.openxmlformats.org/drawingml/2006/main" noChangeAspect="1"/>
          </p:cNvPicPr>
          <p:nvPr/>
        </p:nvPicPr>
        <p:blipFill>
          <a:blip xmlns:r="http://schemas.openxmlformats.org/officeDocument/2006/relationships" xmlns:a="http://schemas.openxmlformats.org/drawingml/2006/main" r:embed="R1fdff07082b0443b"/>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7BBB0914-456C-4953-8283-890028C60E51}"/>
              </a:ext>
            </a:extLst>
          </p:cNvPr>
          <p:cNvPicPr>
            <a:picLocks xmlns:a="http://schemas.openxmlformats.org/drawingml/2006/main" noChangeAspect="1"/>
          </p:cNvPicPr>
          <p:nvPr/>
        </p:nvPicPr>
        <p:blipFill>
          <a:blip xmlns:r="http://schemas.openxmlformats.org/officeDocument/2006/relationships" xmlns:a="http://schemas.openxmlformats.org/drawingml/2006/main" r:embed="R465f8d33c6ed4b81"/>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CAE4BB3F-6B87-4ACE-8959-0109A94BB037}"/>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B97BC21D-C01F-4DCE-B52B-C70F4F066795}"/>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838978461"/>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E00ED007-1EE5-4900-B962-397A8EE1DEB5}"/>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54005DAC-CB42-4722-AD3C-7C2A5D0F116C}"/>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E51DFE21-BC77-4C49-828D-B6FB23C1EAF8}"/>
              </a:ext>
            </a:extLst>
          </p:cNvPr>
          <p:cNvPicPr>
            <a:picLocks xmlns:a="http://schemas.openxmlformats.org/drawingml/2006/main" noChangeAspect="1"/>
          </p:cNvPicPr>
          <p:nvPr/>
        </p:nvPicPr>
        <p:blipFill>
          <a:blip xmlns:r="http://schemas.openxmlformats.org/officeDocument/2006/relationships" xmlns:a="http://schemas.openxmlformats.org/drawingml/2006/main" r:embed="R8cf6a3407f5b470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25B6DB-7D4F-4F8D-A938-50CC7A27EFD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034C5E9-F64C-4571-A829-3D80CDE0C34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B8127BB-54B1-440D-BB58-AF0E16FE1FA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86E3520-5902-4FB7-84C6-AF457B95C14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B97162A-9210-4DAA-9C98-F2098F47F5C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C7DDEE0A-7C3A-416C-93D9-BD342C5F962E}"/>
              </a:ext>
            </a:extLst>
          </p:cNvPr>
          <p:cNvPicPr>
            <a:picLocks xmlns:a="http://schemas.openxmlformats.org/drawingml/2006/main" noChangeAspect="1"/>
          </p:cNvPicPr>
          <p:nvPr/>
        </p:nvPicPr>
        <p:blipFill>
          <a:blip xmlns:r="http://schemas.openxmlformats.org/officeDocument/2006/relationships" xmlns:a="http://schemas.openxmlformats.org/drawingml/2006/main" r:embed="Rb081b95fe84c4dc2"/>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37B82B4-A203-4E85-BC54-03E55A37787C}"/>
              </a:ext>
            </a:extLst>
          </p:cNvPr>
          <p:cNvPicPr>
            <a:picLocks xmlns:a="http://schemas.openxmlformats.org/drawingml/2006/main" noChangeAspect="1"/>
          </p:cNvPicPr>
          <p:nvPr/>
        </p:nvPicPr>
        <p:blipFill>
          <a:blip xmlns:r="http://schemas.openxmlformats.org/officeDocument/2006/relationships" xmlns:a="http://schemas.openxmlformats.org/drawingml/2006/main" r:embed="Rbdca538266b04c89"/>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6E3262AD-5B2F-477B-B875-C89D69FEF00A}"/>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D612F5A2-7B10-4769-A6EA-321CED22F463}"/>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DFCBD4CD-39AD-4BC9-9C32-2E97B131D00F}"/>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796097867"/>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5B47236-C5F8-4ABC-AB68-07158D083131}"/>
              </a:ext>
            </a:extLst>
          </p:cNvPr>
          <p:cNvPicPr>
            <a:picLocks xmlns:a="http://schemas.openxmlformats.org/drawingml/2006/main" noChangeAspect="1"/>
          </p:cNvPicPr>
          <p:nvPr/>
        </p:nvPicPr>
        <p:blipFill>
          <a:blip xmlns:r="http://schemas.openxmlformats.org/officeDocument/2006/relationships" xmlns:a="http://schemas.openxmlformats.org/drawingml/2006/main" r:embed="Rb8eff6992d364f2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FCF36E-F154-44CD-82C4-D802A250558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CBF96B-0D6B-439C-BA36-DF97CA30EAA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0CC44CA-0D6C-44D9-9F9B-23398144A51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5176506-F0C7-4BEB-921C-CE34133576D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24584C0-8FBB-4856-83EE-A3DF88378E0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6DF0822B-060D-47EA-8EAA-42D412246C98}"/>
              </a:ext>
            </a:extLst>
          </p:cNvPr>
          <p:cNvPicPr>
            <a:picLocks xmlns:a="http://schemas.openxmlformats.org/drawingml/2006/main" noChangeAspect="1"/>
          </p:cNvPicPr>
          <p:nvPr/>
        </p:nvPicPr>
        <p:blipFill>
          <a:blip xmlns:r="http://schemas.openxmlformats.org/officeDocument/2006/relationships" xmlns:a="http://schemas.openxmlformats.org/drawingml/2006/main" r:embed="Re5edb89473844516"/>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61B34313-759B-4A79-9FD2-8E20CD7F96C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30A4216C-BC09-4A78-8305-DFEC25CE98C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64778806"/>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364F43E6-0438-47B1-B9C9-84F64771FEA4}"/>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C329C16-B07E-4D7B-8E0D-71C7A7804E83}"/>
              </a:ext>
            </a:extLst>
          </p:cNvPr>
          <p:cNvPicPr>
            <a:picLocks xmlns:a="http://schemas.openxmlformats.org/drawingml/2006/main" noChangeAspect="1"/>
          </p:cNvPicPr>
          <p:nvPr/>
        </p:nvPicPr>
        <p:blipFill>
          <a:blip xmlns:r="http://schemas.openxmlformats.org/officeDocument/2006/relationships" xmlns:a="http://schemas.openxmlformats.org/drawingml/2006/main" r:embed="R15a5eb27b40e4fa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838BB2-3889-4D16-82EB-F8AEC4E93C9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0D90638-C3A1-494F-B8D9-BB3514AE15D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4F8E968-1B1E-420B-906A-84DFFAE2D0E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F6422F6-53EF-43E2-BD40-C9352AA72BF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552DF09-4994-480B-A11F-3483B334103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6BE7275D-F354-407C-8657-81C0C3169DBB}"/>
              </a:ext>
            </a:extLst>
          </p:cNvPr>
          <p:cNvPicPr>
            <a:picLocks xmlns:a="http://schemas.openxmlformats.org/drawingml/2006/main" noChangeAspect="1"/>
          </p:cNvPicPr>
          <p:nvPr/>
        </p:nvPicPr>
        <p:blipFill>
          <a:blip xmlns:r="http://schemas.openxmlformats.org/officeDocument/2006/relationships" xmlns:a="http://schemas.openxmlformats.org/drawingml/2006/main" r:embed="Re72921bdb7f84ce1"/>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0A0127B2-D98C-4633-8BB7-4DD9F47512E3}"/>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CA35444A-16CC-4031-881C-984C0FC927D5}"/>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4217CE43-4F12-4C8F-9314-768DAFDD4D0C}"/>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16816DD1-A85C-456B-BFB5-C3AD212AF28A}"/>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36264E45-22C0-45AB-B3BD-D8B1B8F5E7A8}"/>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87E1EDB3-56CC-42CE-A8F7-583DD9064503}"/>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6512D20E-FB25-4D43-A8CD-9146C074EEA5}"/>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5BB2A842-A131-4314-BBBD-F52188C3B13A}"/>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627AF434-70D3-44FB-88CA-A023B05C1A0A}"/>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445A2DFF-D6C8-4222-8950-431A06441485}"/>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71507541"/>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403AF92F-6A42-40BB-A525-E9DD80EEE2C1}"/>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1841A60-50FD-43C0-AA41-2B2B1C56DFE4}"/>
              </a:ext>
            </a:extLst>
          </p:cNvPr>
          <p:cNvPicPr>
            <a:picLocks xmlns:a="http://schemas.openxmlformats.org/drawingml/2006/main" noChangeAspect="1"/>
          </p:cNvPicPr>
          <p:nvPr/>
        </p:nvPicPr>
        <p:blipFill>
          <a:blip xmlns:r="http://schemas.openxmlformats.org/officeDocument/2006/relationships" xmlns:a="http://schemas.openxmlformats.org/drawingml/2006/main" r:embed="R9a96650c9cbe499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08D6C7-74CF-4612-ADD8-4413A256C3E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1FB5EC-E232-4A03-926E-EC6C5D3A07A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C428F1A-427E-49AC-A7FA-BC056DDE4EB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204FB20-D0F7-4225-A715-C52BC307189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EB65283-94B6-4C94-9EA5-F7146E2ED87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969EE079-3FDB-460B-BE3D-213746A2218A}"/>
              </a:ext>
            </a:extLst>
          </p:cNvPr>
          <p:cNvPicPr>
            <a:picLocks xmlns:a="http://schemas.openxmlformats.org/drawingml/2006/main" noChangeAspect="1"/>
          </p:cNvPicPr>
          <p:nvPr/>
        </p:nvPicPr>
        <p:blipFill>
          <a:blip xmlns:r="http://schemas.openxmlformats.org/officeDocument/2006/relationships" xmlns:a="http://schemas.openxmlformats.org/drawingml/2006/main" r:embed="R9bd9d7cda1474b2d"/>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25553B13-33A4-4234-9DFF-91DE0E5A654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DB999B7F-0B8A-4D57-B8C5-5E817F78DA0A}"/>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058322D2-375D-417C-A81C-98071318B0DC}"/>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67AE3E57-8372-46D9-9DD8-1F9785377B15}"/>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B680CFBD-AFCE-4615-9955-D70B8EF75755}"/>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A8B3A6AA-76C7-40A7-A405-2DDF2CDA688E}"/>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F25B447A-620A-4104-9579-69A60A5E734D}"/>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B2A06455-0DA4-4BA9-8573-401A84496ED1}"/>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8132819E-4B18-4AD2-BAF8-D3F17861E760}"/>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52D50582-B36C-4AA3-A482-AF93B8F893A1}"/>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952366584"/>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3E9DD70-0F38-4AF5-AF62-FA17C0B38ABD}"/>
              </a:ext>
            </a:extLst>
          </p:cNvPr>
          <p:cNvPicPr>
            <a:picLocks xmlns:a="http://schemas.openxmlformats.org/drawingml/2006/main" noChangeAspect="1"/>
          </p:cNvPicPr>
          <p:nvPr/>
        </p:nvPicPr>
        <p:blipFill>
          <a:blip xmlns:r="http://schemas.openxmlformats.org/officeDocument/2006/relationships" xmlns:a="http://schemas.openxmlformats.org/drawingml/2006/main" r:embed="R3259462e012b488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FADE198-0CE0-4DF4-910D-57AD2B8FBF7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753BF1-D6D3-4086-9135-344E1F719D7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EF44FCA-17F6-447D-A136-72BE34FB820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DAA44A3-BF93-468D-A7F7-7E50D896379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431977B-6A89-44D9-B4C5-6711004B7DA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D3706DEB-DE0C-48F6-A46F-7F55A5C830D1}"/>
              </a:ext>
            </a:extLst>
          </p:cNvPr>
          <p:cNvPicPr>
            <a:picLocks xmlns:a="http://schemas.openxmlformats.org/drawingml/2006/main" noChangeAspect="1"/>
          </p:cNvPicPr>
          <p:nvPr/>
        </p:nvPicPr>
        <p:blipFill>
          <a:blip xmlns:r="http://schemas.openxmlformats.org/officeDocument/2006/relationships" xmlns:a="http://schemas.openxmlformats.org/drawingml/2006/main" r:embed="R22020df12fd4461f"/>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6F3D68F1-D7CA-42B5-B1AD-7BF44EBE3888}"/>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5ACC281D-9255-4F30-B3A1-F55982E26721}"/>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9160818-1A6D-4D3F-8129-A4F32D624844}"/>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E627C86-A334-4D82-83FB-9E4FB09928B2}"/>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4647B17F-D5F7-476C-9382-B387C74B57AA}"/>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AA1BA885-5AD3-4870-A3FD-6AC23587F0A0}"/>
              </a:ext>
            </a:extLst>
          </p:cNvPr>
          <p:cNvPicPr>
            <a:picLocks xmlns:a="http://schemas.openxmlformats.org/drawingml/2006/main" noChangeAspect="1"/>
          </p:cNvPicPr>
          <p:nvPr/>
        </p:nvPicPr>
        <p:blipFill>
          <a:blip xmlns:r="http://schemas.openxmlformats.org/officeDocument/2006/relationships" xmlns:a="http://schemas.openxmlformats.org/drawingml/2006/main" r:embed="R55bf6a29d7db4384"/>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111187765"/>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24C948A-2E0E-450A-AC30-52A2A1926395}"/>
              </a:ext>
            </a:extLst>
          </p:cNvPr>
          <p:cNvPicPr>
            <a:picLocks xmlns:a="http://schemas.openxmlformats.org/drawingml/2006/main" noChangeAspect="1"/>
          </p:cNvPicPr>
          <p:nvPr/>
        </p:nvPicPr>
        <p:blipFill>
          <a:blip xmlns:r="http://schemas.openxmlformats.org/officeDocument/2006/relationships" xmlns:a="http://schemas.openxmlformats.org/drawingml/2006/main" r:embed="Ra0dc7182ce8049b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14054B-C990-42F9-89E0-7D071B0E885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FFCF55-57CB-420C-948E-2EA4E7C7F85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50839B2-774F-4320-8F6B-A6989165091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50EA2A2-CE13-4707-977E-24E8FA73895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E400641-231E-4AFA-AC97-88D9F76F68D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B69EC8A0-F3A2-4798-8F5F-D6789E839F1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BFD86411-E9DD-4104-A25C-8D41B613C0B0}"/>
              </a:ext>
            </a:extLst>
          </p:cNvPr>
          <p:cNvPicPr>
            <a:picLocks xmlns:a="http://schemas.openxmlformats.org/drawingml/2006/main" noChangeAspect="1"/>
          </p:cNvPicPr>
          <p:nvPr/>
        </p:nvPicPr>
        <p:blipFill>
          <a:blip xmlns:r="http://schemas.openxmlformats.org/officeDocument/2006/relationships" xmlns:a="http://schemas.openxmlformats.org/drawingml/2006/main" r:embed="Rc482492b43ba4647"/>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68F1E9B-6DE1-4CE8-BF0C-ED6C2C92157D}"/>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F73CE48-BF50-4DDB-87FC-781235DFC681}"/>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9C916B8E-8A2A-4C4C-AA9E-008B75801E71}"/>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94B2FFE6-F129-4A3D-A537-EC0EBCFEE0C3}"/>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ECE5B0F6-8B4E-4FDC-B234-C1B5DE71A743}"/>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E843BC44-57F6-4CD9-883C-2134CCA62C03}"/>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1262099331"/>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D7B5F6C4-ADB4-48C8-9831-D8A1B2816FE6}"/>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30CDA539-F9CD-4826-A54C-554F63264D1C}"/>
              </a:ext>
            </a:extLst>
          </p:cNvPr>
          <p:cNvPicPr>
            <a:picLocks xmlns:a="http://schemas.openxmlformats.org/drawingml/2006/main" noChangeAspect="1"/>
          </p:cNvPicPr>
          <p:nvPr/>
        </p:nvPicPr>
        <p:blipFill>
          <a:blip xmlns:r="http://schemas.openxmlformats.org/officeDocument/2006/relationships" xmlns:a="http://schemas.openxmlformats.org/drawingml/2006/main" r:embed="Ra1670ebc5b434ff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56953F-72DC-42A4-9FDD-460A4CE1577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22BE8D-BF4D-42E0-8CA0-6C77F15ACCD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E49A4D8-9A59-44A5-9476-F85A3027619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0B0B56F-70B7-4B68-8BBC-FB7082566A7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0A3D660-4128-4D46-8D41-7126E05B9B8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AB5BFBC9-0F7F-489B-94A6-69E95E9911A2}"/>
              </a:ext>
            </a:extLst>
          </p:cNvPr>
          <p:cNvPicPr>
            <a:picLocks xmlns:a="http://schemas.openxmlformats.org/drawingml/2006/main" noChangeAspect="1"/>
          </p:cNvPicPr>
          <p:nvPr/>
        </p:nvPicPr>
        <p:blipFill>
          <a:blip xmlns:r="http://schemas.openxmlformats.org/officeDocument/2006/relationships" xmlns:a="http://schemas.openxmlformats.org/drawingml/2006/main" r:embed="R6e8d1224d21b450b"/>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3C41F11-DB6C-45A8-80A8-061A7380B667}"/>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03AD54A6-F3CF-49CB-A357-8B9DD0EA2197}"/>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46ED88FD-59A1-446E-82BE-F9F7D2BA017D}"/>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ACCA8E91-9640-4A7C-B05C-62411365C51C}"/>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9A3AFE67-3424-4E6B-BC73-63105EFBA0AE}"/>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70CF0632-B433-4906-B79B-A0DCD79B3D7B}"/>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88CD078F-6B10-4A99-8038-241A1A5580A2}"/>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1153670765"/>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BB499DFC-88B9-412F-A201-ACA6D37D3733}"/>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8F42CDE-0568-433F-844F-8EBCD80D7260}"/>
              </a:ext>
            </a:extLst>
          </p:cNvPr>
          <p:cNvPicPr>
            <a:picLocks xmlns:a="http://schemas.openxmlformats.org/drawingml/2006/main" noChangeAspect="1"/>
          </p:cNvPicPr>
          <p:nvPr/>
        </p:nvPicPr>
        <p:blipFill>
          <a:blip xmlns:r="http://schemas.openxmlformats.org/officeDocument/2006/relationships" xmlns:a="http://schemas.openxmlformats.org/drawingml/2006/main" r:embed="R4f503342d9d4400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59DECF7-DE59-460C-9444-86745638710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50D3C5-4EEB-49FB-A00B-F285A55C76D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4149F76-333A-4E35-BEB8-2CC13F289C1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428AE97-12D4-4E21-BEA3-28CF6F22ED1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E61031B-AF72-44EC-A3D7-817AB1D9C9D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7302D98A-44C6-42B3-8C7B-B2A28B8BBAFC}"/>
              </a:ext>
            </a:extLst>
          </p:cNvPr>
          <p:cNvPicPr>
            <a:picLocks xmlns:a="http://schemas.openxmlformats.org/drawingml/2006/main" noChangeAspect="1"/>
          </p:cNvPicPr>
          <p:nvPr/>
        </p:nvPicPr>
        <p:blipFill>
          <a:blip xmlns:r="http://schemas.openxmlformats.org/officeDocument/2006/relationships" xmlns:a="http://schemas.openxmlformats.org/drawingml/2006/main" r:embed="R45a47ecf0d9a45a0"/>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D3FE0DF4-271B-4AAF-B077-E9C2429CDBFF}"/>
              </a:ext>
            </a:extLst>
          </p:cNvPr>
          <p:cNvPicPr>
            <a:picLocks xmlns:a="http://schemas.openxmlformats.org/drawingml/2006/main" noChangeAspect="1"/>
          </p:cNvPicPr>
          <p:nvPr/>
        </p:nvPicPr>
        <p:blipFill>
          <a:blip xmlns:r="http://schemas.openxmlformats.org/officeDocument/2006/relationships" xmlns:a="http://schemas.openxmlformats.org/drawingml/2006/main" r:embed="R4d921b33e0c14866"/>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8BB9FAB9-9DA1-4282-A3CF-54049C7A6BF0}"/>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36845648-1C58-4099-A505-B35BB0F12BC4}"/>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9FDD4657-A15C-4E92-B4B2-B44D1F03529B}"/>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DD687C6F-155D-4A68-B95C-9758604D0403}"/>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3EB81A48-D636-43F3-BE01-8C361BA983F3}"/>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C7045966-5D72-4276-A544-8CE82BF6E8A9}"/>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text">
            <a:extLst xmlns:a="http://schemas.openxmlformats.org/drawingml/2006/main">
              <a:ext uri="{FF2B5EF4-FFF2-40B4-BE49-F238E27FC236}">
                <a16:creationId xmlns:a16="http://schemas.microsoft.com/office/drawing/2014/main" id="{FBA5D6DC-C1CF-4572-A36C-8C4941786342}"/>
              </a:ext>
            </a:extLst>
          </p:cNvPr>
          <p:cNvSpPr>
            <a:spLocks xmlns:a="http://schemas.openxmlformats.org/drawingml/2006/main" noGrp="1"/>
          </p:cNvSpPr>
          <p:nvPr/>
        </p:nvSpPr>
        <p:spPr>
          <a:xfrm xmlns:a="http://schemas.openxmlformats.org/drawingml/2006/main">
            <a:off x="1905000" y="8096250"/>
            <a:ext cx="1447800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361355289"/>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D5AEAAD2-9BA8-439C-B9FB-4589186D7B90}"/>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8E101051-68D4-422C-AD8A-7623F819397B}"/>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301FEA91-73E3-459A-905D-3116EA4C48F2}"/>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0B980CB2-B53B-4C3F-B40F-1D949F1B4F74}"/>
              </a:ext>
            </a:extLst>
          </p:cNvPr>
          <p:cNvPicPr>
            <a:picLocks xmlns:a="http://schemas.openxmlformats.org/drawingml/2006/main" noChangeAspect="1"/>
          </p:cNvPicPr>
          <p:nvPr/>
        </p:nvPicPr>
        <p:blipFill>
          <a:blip xmlns:r="http://schemas.openxmlformats.org/officeDocument/2006/relationships" xmlns:a="http://schemas.openxmlformats.org/drawingml/2006/main" r:embed="Rdec451527c09420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14EF46-70A1-40DF-9A97-FCDF074E172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4ECF681-E8F5-4B1D-A635-0FAFEFBBCB8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38C21B1-1455-49FC-9134-56438889CA0A}"/>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D7AA212-38C6-4A9B-9F3B-DA2A97CF8A73}"/>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3C6126F9-73D0-478C-BDD4-FCCEE38E1C8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EF6B2328-2211-41E2-89D5-D22807295E55}"/>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9A675053-6BEA-414F-8EE4-88A74607E192}"/>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AD685845-B309-4DD4-8C44-6694A17586CC}"/>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E9543DAF-E5DA-48A1-94E7-02D9A75CAEE4}"/>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650831DA-F65A-43F6-BBB3-9A5A32D76743}"/>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6510AF63-9DBD-426D-8447-A98A4D8D02B3}"/>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FFAFA00F-1BBD-43B0-8287-CFD78C96C6A1}"/>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7513C269-4EA1-41C6-90E5-98723D6929C4}"/>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6062D0BE-19A4-4356-9266-4ECCB6FA61BE}"/>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AFAD3816-5541-4272-BC5E-C392262788A0}"/>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201896566"/>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616D2D8-D983-41CA-A723-06C9F9E32A26}"/>
              </a:ext>
            </a:extLst>
          </p:cNvPr>
          <p:cNvPicPr>
            <a:picLocks xmlns:a="http://schemas.openxmlformats.org/drawingml/2006/main" noChangeAspect="1"/>
          </p:cNvPicPr>
          <p:nvPr/>
        </p:nvPicPr>
        <p:blipFill>
          <a:blip xmlns:r="http://schemas.openxmlformats.org/officeDocument/2006/relationships" xmlns:a="http://schemas.openxmlformats.org/drawingml/2006/main" r:embed="R14cb485fb28e43cd"/>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DC36A6FD-8C92-47E8-A835-545C0A933EF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6A17705-FB7E-484E-95E5-0FC188C6E8B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B5E67FC9-DA56-464D-9851-278073789356}"/>
              </a:ext>
            </a:extLst>
          </p:cNvPr>
          <p:cNvPicPr>
            <a:picLocks xmlns:a="http://schemas.openxmlformats.org/drawingml/2006/main" noChangeAspect="1"/>
          </p:cNvPicPr>
          <p:nvPr/>
        </p:nvPicPr>
        <p:blipFill>
          <a:blip xmlns:r="http://schemas.openxmlformats.org/officeDocument/2006/relationships" xmlns:a="http://schemas.openxmlformats.org/drawingml/2006/main" r:embed="R0111d37ba43d407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8BB2776C-8554-41DB-8BD8-782F6F0D21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23317A90-B837-4B75-B703-5CD17DD36C8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5A901C82-58B7-4211-85CE-19199D37075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6111C993-2608-4FD7-8489-FB9611AFCC1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572406586"/>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804BE08F-9DBB-4B52-9D6B-33DA8592B0B4}"/>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17A7E121-A4FE-43B8-8DA6-314C99CF9111}"/>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76F82C8-32C9-4C84-AF96-B3C67D56CAF3}"/>
              </a:ext>
            </a:extLst>
          </p:cNvPr>
          <p:cNvPicPr>
            <a:picLocks xmlns:a="http://schemas.openxmlformats.org/drawingml/2006/main" noChangeAspect="1"/>
          </p:cNvPicPr>
          <p:nvPr/>
        </p:nvPicPr>
        <p:blipFill>
          <a:blip xmlns:r="http://schemas.openxmlformats.org/officeDocument/2006/relationships" xmlns:a="http://schemas.openxmlformats.org/drawingml/2006/main" r:embed="R1691f297b99b4a3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63A3C3C-02E2-4C32-B213-84240AFFE4F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A63FF6-78B4-4AE8-A37A-8D271ED1C11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5B76B4B-7CB6-426B-AFE9-4B163D8C712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940B26A-63EB-406A-A19C-93D11E75C47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72E189A-AE2C-4385-918F-BE97593D97E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442AC4AD-43AA-48F4-89CC-EA4CCDE18FAA}"/>
              </a:ext>
            </a:extLst>
          </p:cNvPr>
          <p:cNvPicPr>
            <a:picLocks xmlns:a="http://schemas.openxmlformats.org/drawingml/2006/main" noChangeAspect="1"/>
          </p:cNvPicPr>
          <p:nvPr/>
        </p:nvPicPr>
        <p:blipFill>
          <a:blip xmlns:r="http://schemas.openxmlformats.org/officeDocument/2006/relationships" xmlns:a="http://schemas.openxmlformats.org/drawingml/2006/main" r:embed="R5dc8c88cd96d4052"/>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4742D5D-8F11-4650-B4B6-863DE9F748C2}"/>
              </a:ext>
            </a:extLst>
          </p:cNvPr>
          <p:cNvPicPr>
            <a:picLocks xmlns:a="http://schemas.openxmlformats.org/drawingml/2006/main" noChangeAspect="1"/>
          </p:cNvPicPr>
          <p:nvPr/>
        </p:nvPicPr>
        <p:blipFill>
          <a:blip xmlns:r="http://schemas.openxmlformats.org/officeDocument/2006/relationships" xmlns:a="http://schemas.openxmlformats.org/drawingml/2006/main" r:embed="R45ab37acf3e0410c"/>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B83642C4-D598-487F-ABB5-1697CB6A7CDC}"/>
              </a:ext>
            </a:extLst>
          </p:cNvPr>
          <p:cNvPicPr>
            <a:picLocks xmlns:a="http://schemas.openxmlformats.org/drawingml/2006/main" noChangeAspect="1"/>
          </p:cNvPicPr>
          <p:nvPr/>
        </p:nvPicPr>
        <p:blipFill>
          <a:blip xmlns:r="http://schemas.openxmlformats.org/officeDocument/2006/relationships" xmlns:a="http://schemas.openxmlformats.org/drawingml/2006/main" r:embed="R2069d192a8484667"/>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270B205D-A5F6-4AF4-A776-5086EBB0A209}"/>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B4C416BB-41A0-4363-9980-D75ABBEA7991}"/>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593993303"/>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DC98174F-FC28-465E-A074-602AF87C39E6}"/>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1CFC0B4F-B2A4-4AAA-8ACF-EA2F41D1B03E}"/>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9FE55AD0-7C5E-4475-A2D8-C20C5E31A21D}"/>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8085CBD-8464-4A4E-AC43-05C53F594D7C}"/>
              </a:ext>
            </a:extLst>
          </p:cNvPr>
          <p:cNvPicPr>
            <a:picLocks xmlns:a="http://schemas.openxmlformats.org/drawingml/2006/main" noChangeAspect="1"/>
          </p:cNvPicPr>
          <p:nvPr/>
        </p:nvPicPr>
        <p:blipFill>
          <a:blip xmlns:r="http://schemas.openxmlformats.org/officeDocument/2006/relationships" xmlns:a="http://schemas.openxmlformats.org/drawingml/2006/main" r:embed="R7f3bc0365bdb47b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7615ED-6316-43AE-8935-9388EC417D3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FDE409-9487-4CDF-BE56-2D89D53FADD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8EECDA7-BFF7-4D46-92B6-72FDB8A3FF4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75B7934-0542-4ABF-BB0F-E197087E97C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649FE6F9-9CB6-4E7C-B648-4353D11EA9A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CAAF7536-9195-421E-B417-C189561ABCB2}"/>
              </a:ext>
            </a:extLst>
          </p:cNvPr>
          <p:cNvPicPr>
            <a:picLocks xmlns:a="http://schemas.openxmlformats.org/drawingml/2006/main" noChangeAspect="1"/>
          </p:cNvPicPr>
          <p:nvPr/>
        </p:nvPicPr>
        <p:blipFill>
          <a:blip xmlns:r="http://schemas.openxmlformats.org/officeDocument/2006/relationships" xmlns:a="http://schemas.openxmlformats.org/drawingml/2006/main" r:embed="Rfb6cbe2863e843df"/>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354CE3D5-E0E9-4811-957D-E44F254767E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5E689397-2692-4D59-82E8-9FD1B0D08B32}"/>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FF8356BD-2B58-4DE2-961F-D6962AC359F2}"/>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4D20EEFA-8631-47C0-8BF1-9A24E80A6F75}"/>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C5B4A18D-17B5-4C21-BF55-D8C85C64B818}"/>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1904721377"/>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90D81E07-390C-418F-82DF-B2C4105638F9}"/>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386D029F-53B5-4F15-99AF-3BCA5E27C602}"/>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36F4EC23-3F32-4650-8BC3-40476EF9AC85}"/>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575804E-1943-439D-BDD2-7335B1909745}"/>
              </a:ext>
            </a:extLst>
          </p:cNvPr>
          <p:cNvPicPr>
            <a:picLocks xmlns:a="http://schemas.openxmlformats.org/drawingml/2006/main" noChangeAspect="1"/>
          </p:cNvPicPr>
          <p:nvPr/>
        </p:nvPicPr>
        <p:blipFill>
          <a:blip xmlns:r="http://schemas.openxmlformats.org/officeDocument/2006/relationships" xmlns:a="http://schemas.openxmlformats.org/drawingml/2006/main" r:embed="R86676ddab7ae4e9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DFD406A-E024-4099-9AE3-C7F4837FAFD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2BD7A17-6326-4F35-BD9D-8AA9DD25A7F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3F251D9-2DC4-4724-933F-05497CB63C1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C1F7F4A-FCE7-474A-9A99-63E77BB8AFA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E3A3A47-CBED-4BAB-9F47-294C2C3B788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D52EE726-12BE-4188-A445-04934546E3FC}"/>
              </a:ext>
            </a:extLst>
          </p:cNvPr>
          <p:cNvPicPr>
            <a:picLocks xmlns:a="http://schemas.openxmlformats.org/drawingml/2006/main" noChangeAspect="1"/>
          </p:cNvPicPr>
          <p:nvPr/>
        </p:nvPicPr>
        <p:blipFill>
          <a:blip xmlns:r="http://schemas.openxmlformats.org/officeDocument/2006/relationships" xmlns:a="http://schemas.openxmlformats.org/drawingml/2006/main" r:embed="R99bfbd9d6d7e4524"/>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94BCFB68-0A23-4BFC-B372-67FA8455A1F5}"/>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D8257C12-06A9-486D-B45E-BAB71BE2648C}"/>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93655A86-9D07-415A-94FC-4E04A1311CAD}"/>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3A86D908-6E87-4692-B488-D80F0D262D67}"/>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7EB795D1-4144-4950-8B0A-A4D89EDB374F}"/>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CD76A6DA-E78B-487B-8588-0C0D9A1A2D9D}"/>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E2CF5E66-090F-48EC-B1B9-D49C0D9882AA}"/>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2FE6A3CC-6FD6-4471-A757-886E580C81BF}"/>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30BE0633-469A-42E7-B0B4-F548C59753C2}"/>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DA2A4CF4-5E01-4265-A774-906F6D764D70}"/>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1247602568"/>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9E3E108-28F5-4D1F-949E-58509695909D}"/>
              </a:ext>
            </a:extLst>
          </p:cNvPr>
          <p:cNvPicPr>
            <a:picLocks xmlns:a="http://schemas.openxmlformats.org/drawingml/2006/main" noChangeAspect="1"/>
          </p:cNvPicPr>
          <p:nvPr/>
        </p:nvPicPr>
        <p:blipFill>
          <a:blip xmlns:r="http://schemas.openxmlformats.org/officeDocument/2006/relationships" xmlns:a="http://schemas.openxmlformats.org/drawingml/2006/main" r:embed="R2d71abef5a29494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D21E15-0662-4721-9E24-1132170BF80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D1AFED-5CF9-41AD-AFDF-304ABDE668A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A8585D5-0146-4816-905F-7944E581E75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359DD1C-FC75-47C0-9F0F-CC4D175CE94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09A9E1B-241C-44F5-9777-C703B77DF0D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907F9457-C1F4-4845-8166-B72F3624405E}"/>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4269C45-8915-4B69-AEF7-F4EA170C01A7}"/>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D424208-600C-41BB-8D69-26AA2CC09BAA}"/>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4305CD7-3CAB-46DE-BECC-11553671239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5204F23-FC06-4C2A-9911-68196752CFF3}"/>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A92EE85-CF53-48F6-96A2-8990EBD2C0F8}"/>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923275188"/>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A0B38C15-9E32-40BC-A403-BC6050A324EF}"/>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A661B74-355A-4B95-838C-EF93935A23EB}"/>
              </a:ext>
            </a:extLst>
          </p:cNvPr>
          <p:cNvPicPr>
            <a:picLocks xmlns:a="http://schemas.openxmlformats.org/drawingml/2006/main" noChangeAspect="1"/>
          </p:cNvPicPr>
          <p:nvPr/>
        </p:nvPicPr>
        <p:blipFill>
          <a:blip xmlns:r="http://schemas.openxmlformats.org/officeDocument/2006/relationships" xmlns:a="http://schemas.openxmlformats.org/drawingml/2006/main" r:embed="R37a1825d33a74ff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D85668-173A-4807-8996-F67BA82EF4A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2797D7D-6614-41D2-9C2F-855060E922C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B2F6E2F-B83B-4DE1-BED9-96417F97FB6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AB33549-F299-4B25-B108-DCDD306943D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413BCF3-A6FA-49BA-9BCA-44E436BBD4A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440FC8A9-3979-4E99-A292-541CD976301E}"/>
              </a:ext>
            </a:extLst>
          </p:cNvPr>
          <p:cNvPicPr>
            <a:picLocks xmlns:a="http://schemas.openxmlformats.org/drawingml/2006/main" noChangeAspect="1"/>
          </p:cNvPicPr>
          <p:nvPr/>
        </p:nvPicPr>
        <p:blipFill>
          <a:blip xmlns:r="http://schemas.openxmlformats.org/officeDocument/2006/relationships" xmlns:a="http://schemas.openxmlformats.org/drawingml/2006/main" r:embed="R5cdecdb6668747b0"/>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30F5FBE9-EC3C-43F2-9EF2-9AB6D9A32091}"/>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1959039511"/>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B578CC8-B238-4EC6-8F8D-2D2B9501C5A5}"/>
              </a:ext>
            </a:extLst>
          </p:cNvPr>
          <p:cNvPicPr>
            <a:picLocks xmlns:a="http://schemas.openxmlformats.org/drawingml/2006/main" noChangeAspect="1"/>
          </p:cNvPicPr>
          <p:nvPr/>
        </p:nvPicPr>
        <p:blipFill>
          <a:blip xmlns:r="http://schemas.openxmlformats.org/officeDocument/2006/relationships" xmlns:a="http://schemas.openxmlformats.org/drawingml/2006/main" r:embed="R04be30c37d6a4e8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82D154-4263-4289-A6C0-5DB3164BE11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54B50F-B09F-49C3-B713-F5672D8E853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9AEE596-28A0-4190-9574-B6D3DEBE248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03E5FB7-6C35-47A2-BEA9-906334AAA5D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D9561C4-C398-4FFE-B3F7-2135BDBDC9A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2DCB4FB9-DBAF-4B84-B21C-CA5D64099BA1}"/>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BB1CAFD-63B5-4E6D-910B-69972D1C1251}"/>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D3FC3DC-8ED1-45D3-BCD0-1E3D999DA921}"/>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F3D6464-EFE7-4222-8B5A-FF7B4D8D6D52}"/>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DB77D0A-4DED-420B-941E-B9395506E84B}"/>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0A72E72-D6D3-458A-A03A-B6202BF7F7D8}"/>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267732906"/>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A7FADC7F-79BC-4C2A-A0EA-A2B1CA3C254F}"/>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D97772F-339A-4F7B-BE7F-AB908852D4A7}"/>
              </a:ext>
            </a:extLst>
          </p:cNvPr>
          <p:cNvPicPr>
            <a:picLocks xmlns:a="http://schemas.openxmlformats.org/drawingml/2006/main" noChangeAspect="1"/>
          </p:cNvPicPr>
          <p:nvPr/>
        </p:nvPicPr>
        <p:blipFill>
          <a:blip xmlns:r="http://schemas.openxmlformats.org/officeDocument/2006/relationships" xmlns:a="http://schemas.openxmlformats.org/drawingml/2006/main" r:embed="R9f3b48fc81db42d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D825603-8565-43D9-B9AD-C7B9DA084D7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880988-5415-415E-89F4-4A541492020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C94A04B-933E-46C2-9F82-4E599B41569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D43061B-F537-4ACF-8E74-A0A201C30A6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B78E30A-6A45-4B47-BFFD-6E2545648C8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02F8FD8B-559D-4800-8819-8FC584CBDC4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AB98ECE6-E7E7-44EE-ADFE-ACDB85BF9A8F}"/>
              </a:ext>
            </a:extLst>
          </p:cNvPr>
          <p:cNvPicPr>
            <a:picLocks xmlns:a="http://schemas.openxmlformats.org/drawingml/2006/main" noChangeAspect="1"/>
          </p:cNvPicPr>
          <p:nvPr/>
        </p:nvPicPr>
        <p:blipFill>
          <a:blip xmlns:r="http://schemas.openxmlformats.org/officeDocument/2006/relationships" xmlns:a="http://schemas.openxmlformats.org/drawingml/2006/main" r:embed="R0cba4211d8374085"/>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FAFED3EC-2D45-4893-9400-428044C6BC51}"/>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902F540A-326D-46FF-8AD5-AC78A3B97C78}"/>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BD2442F4-F4F1-4CFA-A010-214B711987B5}"/>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1115B84A-7F24-4697-BFD2-607DD9391EB9}"/>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303903415"/>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897AD84-79B2-4F6D-B42E-5F1BF4FC8B2B}"/>
              </a:ext>
            </a:extLst>
          </p:cNvPr>
          <p:cNvPicPr>
            <a:picLocks xmlns:a="http://schemas.openxmlformats.org/drawingml/2006/main" noChangeAspect="1"/>
          </p:cNvPicPr>
          <p:nvPr/>
        </p:nvPicPr>
        <p:blipFill>
          <a:blip xmlns:r="http://schemas.openxmlformats.org/officeDocument/2006/relationships" xmlns:a="http://schemas.openxmlformats.org/drawingml/2006/main" r:embed="R41e8b74ffa6446c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47988D-0327-4375-852E-5F76E5EC2D2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4DEDB4-7EA5-4C1F-AE57-CF8B3D125C3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CF5ED5A-41D0-48C4-9728-13E6CD2EE68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B72A4846-BDB8-4F11-AC80-902F1CF1FFA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F56C37C9-254A-470A-8412-3C2CF1A15F18}"/>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FA627C33-4412-4A38-BEED-8E4655CD473B}"/>
              </a:ext>
            </a:extLst>
          </p:cNvPr>
          <p:cNvPicPr>
            <a:picLocks xmlns:a="http://schemas.openxmlformats.org/drawingml/2006/main" noChangeAspect="1"/>
          </p:cNvPicPr>
          <p:nvPr/>
        </p:nvPicPr>
        <p:blipFill>
          <a:blip xmlns:r="http://schemas.openxmlformats.org/officeDocument/2006/relationships" xmlns:a="http://schemas.openxmlformats.org/drawingml/2006/main" r:embed="Rb7a97816c08748bd"/>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19FD9C0-9A10-4AF1-ABCF-B878A2F61344}"/>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438C4984-793E-444C-A507-F32FC44795EF}"/>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6DF22003-06E1-447A-B194-50BD8C185FD7}"/>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8C1E07EF-01C4-4B0A-B6DF-82C1F3E3BBD9}"/>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940E980F-9AA7-49E3-90C3-BCDA5663E2E2}"/>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5DFE04DC-4A9D-457B-A59E-CE27D1F3B107}"/>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F25A5A73-5FEE-4D91-8206-88E6F69AAC45}"/>
              </a:ext>
            </a:extLst>
          </p:cNvPr>
          <p:cNvPicPr>
            <a:picLocks xmlns:a="http://schemas.openxmlformats.org/drawingml/2006/main" noChangeAspect="1"/>
          </p:cNvPicPr>
          <p:nvPr/>
        </p:nvPicPr>
        <p:blipFill>
          <a:blip xmlns:r="http://schemas.openxmlformats.org/officeDocument/2006/relationships" xmlns:a="http://schemas.openxmlformats.org/drawingml/2006/main" r:embed="Ref1054cd8a994617"/>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F6486A1C-F77D-4BC5-9F73-543E8E546ECD}"/>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AF96AD29-509C-4C5D-8B1C-49F0ACDFDFEB}"/>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93F4E6F5-7173-4D65-B3A5-B9836143627D}"/>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E79DE7BD-8710-4BEE-BD30-76A90A9A274E}"/>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0267AF26-8E26-4D43-88BC-EBF97D68CAD2}"/>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D8FFA38C-AF66-4768-B617-3374C62DD05C}"/>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D78DAF9C-1B3E-443D-80B6-33E191E4344A}"/>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4F0272D5-2C49-454D-8C18-54AEA6C709F1}"/>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DED46D70-DF39-4877-95C6-EBA2BB2FF0A5}"/>
              </a:ext>
            </a:extLst>
          </p:cNvPr>
          <p:cNvPicPr>
            <a:picLocks xmlns:a="http://schemas.openxmlformats.org/drawingml/2006/main" noChangeAspect="1"/>
          </p:cNvPicPr>
          <p:nvPr/>
        </p:nvPicPr>
        <p:blipFill>
          <a:blip xmlns:r="http://schemas.openxmlformats.org/officeDocument/2006/relationships" xmlns:a="http://schemas.openxmlformats.org/drawingml/2006/main" r:embed="R71f8a76d6a294fb7"/>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1815991912"/>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014B1BDD-D1AC-47E9-93C3-C522A61F1BDD}"/>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A8A2E8FC-7109-478A-A994-C77CB2C0B29F}"/>
              </a:ext>
            </a:extLst>
          </p:cNvPr>
          <p:cNvPicPr>
            <a:picLocks xmlns:a="http://schemas.openxmlformats.org/drawingml/2006/main" noChangeAspect="1"/>
          </p:cNvPicPr>
          <p:nvPr/>
        </p:nvPicPr>
        <p:blipFill>
          <a:blip xmlns:r="http://schemas.openxmlformats.org/officeDocument/2006/relationships" xmlns:a="http://schemas.openxmlformats.org/drawingml/2006/main" r:embed="R1c92db2fa7e94e7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9C1CE7-7EDF-43F5-A835-64FE9F2BED2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A606FEA-1059-4ED9-9569-D071BC3415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A468836-D512-412B-BB31-C2B2B4E2241F}"/>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E029DC0C-1999-47FD-B5F7-E2D5167BBDD6}"/>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7F44D4FD-DDFC-4FAB-8B5B-C24EF71FF95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8D9758C2-7930-4973-8079-8C3F6AAED750}"/>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9FA026CF-E65B-40C5-A3EA-4332513FC911}"/>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0D4CA0DD-D1AC-47B4-86E0-CC129F5F440F}"/>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7CFD814A-BE77-46B3-9992-09A15184CEA2}"/>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B48682D2-D2AA-4535-AB07-505A38BAAB5A}"/>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8E72C54E-F254-4DE0-9114-6F36DC96B154}"/>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33C6C570-17A6-4E47-9F0A-ECFA69008831}"/>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09991B0F-2D0F-4B21-AA0D-066BCA01577F}"/>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1B61A305-436E-4555-9FF8-373DE3EFC810}"/>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3901673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2026-10-29T00:58:42.6150000Z</dcterms:created>
  <dcterms:modified xsi:type="dcterms:W3CDTF">2026-10-29T00:58:42.6150000Z</dcterms:modified>
</coreProperties>
</file>