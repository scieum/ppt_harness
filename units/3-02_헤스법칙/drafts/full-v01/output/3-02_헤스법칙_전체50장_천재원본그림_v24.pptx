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e12527e8f64e3a" /><Relationship Type="http://schemas.openxmlformats.org/officeDocument/2006/relationships/extended-properties" Target="/docProps/app.xml" Id="R16f4a96707fc47bd" /><Relationship Type="http://schemas.openxmlformats.org/officeDocument/2006/relationships/officeDocument" Target="/ppt/presentation.xml" Id="R28a36b18443d43fe" /></Relationships>
</file>

<file path=ppt/presentation.xml><?xml version="1.0" encoding="utf-8"?>
<p:presentation xmlns:p="http://schemas.openxmlformats.org/presentationml/2006/main">
  <p:sldMasterIdLst>
    <p:sldMasterId xmlns:r="http://schemas.openxmlformats.org/officeDocument/2006/relationships" id="2147483648" r:id="R64071df622834bf1"/>
  </p:sldMasterIdLst>
  <p:notesMasterIdLst>
    <p:notesMasterId xmlns:r="http://schemas.openxmlformats.org/officeDocument/2006/relationships" r:id="R242a7dd0eae74d66"/>
  </p:notesMasterIdLst>
  <p:sldIdLst>
    <p:sldId xmlns:r="http://schemas.openxmlformats.org/officeDocument/2006/relationships" id="256" r:id="R611ac5093df6411b"/>
    <p:sldId xmlns:r="http://schemas.openxmlformats.org/officeDocument/2006/relationships" id="257" r:id="R368950ecf354439b"/>
    <p:sldId xmlns:r="http://schemas.openxmlformats.org/officeDocument/2006/relationships" id="258" r:id="R5c14f58e232b4f83"/>
    <p:sldId xmlns:r="http://schemas.openxmlformats.org/officeDocument/2006/relationships" id="259" r:id="Rba1ca779727d4bd5"/>
    <p:sldId xmlns:r="http://schemas.openxmlformats.org/officeDocument/2006/relationships" id="260" r:id="Rc5be2ece7dee45b1"/>
    <p:sldId xmlns:r="http://schemas.openxmlformats.org/officeDocument/2006/relationships" id="261" r:id="R9c1a1c6e2fe5485a"/>
    <p:sldId xmlns:r="http://schemas.openxmlformats.org/officeDocument/2006/relationships" id="262" r:id="Re50a3286e79b4a50"/>
    <p:sldId xmlns:r="http://schemas.openxmlformats.org/officeDocument/2006/relationships" id="263" r:id="R9325dbe09651482b"/>
    <p:sldId xmlns:r="http://schemas.openxmlformats.org/officeDocument/2006/relationships" id="264" r:id="Re2ad3d17e1b24c5d"/>
    <p:sldId xmlns:r="http://schemas.openxmlformats.org/officeDocument/2006/relationships" id="265" r:id="R6c0e12c8b8b446fa"/>
    <p:sldId xmlns:r="http://schemas.openxmlformats.org/officeDocument/2006/relationships" id="266" r:id="R60596df3db01492e"/>
    <p:sldId xmlns:r="http://schemas.openxmlformats.org/officeDocument/2006/relationships" id="267" r:id="Rf718ac9b3dee46c9"/>
    <p:sldId xmlns:r="http://schemas.openxmlformats.org/officeDocument/2006/relationships" id="268" r:id="R568205621cf946b9"/>
    <p:sldId xmlns:r="http://schemas.openxmlformats.org/officeDocument/2006/relationships" id="269" r:id="Rdfd5040f41304a92"/>
    <p:sldId xmlns:r="http://schemas.openxmlformats.org/officeDocument/2006/relationships" id="270" r:id="R2b6eb2f519834214"/>
    <p:sldId xmlns:r="http://schemas.openxmlformats.org/officeDocument/2006/relationships" id="271" r:id="R2d268656b7a943d5"/>
    <p:sldId xmlns:r="http://schemas.openxmlformats.org/officeDocument/2006/relationships" id="272" r:id="Rb346129120d34191"/>
    <p:sldId xmlns:r="http://schemas.openxmlformats.org/officeDocument/2006/relationships" id="273" r:id="Rde560be655874bf1"/>
    <p:sldId xmlns:r="http://schemas.openxmlformats.org/officeDocument/2006/relationships" id="274" r:id="R4440e529c61549f8"/>
    <p:sldId xmlns:r="http://schemas.openxmlformats.org/officeDocument/2006/relationships" id="275" r:id="R67368bfb15e348bd"/>
    <p:sldId xmlns:r="http://schemas.openxmlformats.org/officeDocument/2006/relationships" id="276" r:id="R759409671f7f4d59"/>
    <p:sldId xmlns:r="http://schemas.openxmlformats.org/officeDocument/2006/relationships" id="277" r:id="R3ac0bc23c67c473f"/>
    <p:sldId xmlns:r="http://schemas.openxmlformats.org/officeDocument/2006/relationships" id="278" r:id="R1850503289a04ab3"/>
    <p:sldId xmlns:r="http://schemas.openxmlformats.org/officeDocument/2006/relationships" id="279" r:id="R19a8e6d48bf6432d"/>
    <p:sldId xmlns:r="http://schemas.openxmlformats.org/officeDocument/2006/relationships" id="280" r:id="Rdb7a0befa5484140"/>
    <p:sldId xmlns:r="http://schemas.openxmlformats.org/officeDocument/2006/relationships" id="281" r:id="R5147d7db8f0d462c"/>
    <p:sldId xmlns:r="http://schemas.openxmlformats.org/officeDocument/2006/relationships" id="282" r:id="Raa6f33eac193468b"/>
    <p:sldId xmlns:r="http://schemas.openxmlformats.org/officeDocument/2006/relationships" id="283" r:id="R6a7398d7fa9c4d06"/>
    <p:sldId xmlns:r="http://schemas.openxmlformats.org/officeDocument/2006/relationships" id="284" r:id="Ra5ce6986e89047d6"/>
    <p:sldId xmlns:r="http://schemas.openxmlformats.org/officeDocument/2006/relationships" id="285" r:id="R4d8f071e77ff498d"/>
    <p:sldId xmlns:r="http://schemas.openxmlformats.org/officeDocument/2006/relationships" id="286" r:id="R70702be48d3849fc"/>
    <p:sldId xmlns:r="http://schemas.openxmlformats.org/officeDocument/2006/relationships" id="287" r:id="R4113e6e6cff34bb0"/>
    <p:sldId xmlns:r="http://schemas.openxmlformats.org/officeDocument/2006/relationships" id="288" r:id="R5b6c982cac4c42d7"/>
    <p:sldId xmlns:r="http://schemas.openxmlformats.org/officeDocument/2006/relationships" id="289" r:id="Rb8992e2499a94327"/>
    <p:sldId xmlns:r="http://schemas.openxmlformats.org/officeDocument/2006/relationships" id="290" r:id="R9449814066334810"/>
    <p:sldId xmlns:r="http://schemas.openxmlformats.org/officeDocument/2006/relationships" id="291" r:id="R871f8f4c732f43cb"/>
    <p:sldId xmlns:r="http://schemas.openxmlformats.org/officeDocument/2006/relationships" id="292" r:id="Rdb5eb6cfe34546dc"/>
    <p:sldId xmlns:r="http://schemas.openxmlformats.org/officeDocument/2006/relationships" id="293" r:id="R9868c9f121bc4ba4"/>
    <p:sldId xmlns:r="http://schemas.openxmlformats.org/officeDocument/2006/relationships" id="294" r:id="R6e6b4034a6024583"/>
    <p:sldId xmlns:r="http://schemas.openxmlformats.org/officeDocument/2006/relationships" id="295" r:id="Rfa3d8548c59445c5"/>
    <p:sldId xmlns:r="http://schemas.openxmlformats.org/officeDocument/2006/relationships" id="296" r:id="R049b70f3eb3d45f3"/>
    <p:sldId xmlns:r="http://schemas.openxmlformats.org/officeDocument/2006/relationships" id="297" r:id="Rd0bb44801e664018"/>
    <p:sldId xmlns:r="http://schemas.openxmlformats.org/officeDocument/2006/relationships" id="298" r:id="Re45edc52ebb440cf"/>
    <p:sldId xmlns:r="http://schemas.openxmlformats.org/officeDocument/2006/relationships" id="299" r:id="Rbddf7ab3167649cd"/>
    <p:sldId xmlns:r="http://schemas.openxmlformats.org/officeDocument/2006/relationships" id="300" r:id="R9c39eb25b5874c18"/>
    <p:sldId xmlns:r="http://schemas.openxmlformats.org/officeDocument/2006/relationships" id="301" r:id="R8127b0cc19fa458f"/>
    <p:sldId xmlns:r="http://schemas.openxmlformats.org/officeDocument/2006/relationships" id="302" r:id="R1925a9e1a3e8499a"/>
    <p:sldId xmlns:r="http://schemas.openxmlformats.org/officeDocument/2006/relationships" id="303" r:id="R904572f0eebd445d"/>
    <p:sldId xmlns:r="http://schemas.openxmlformats.org/officeDocument/2006/relationships" id="304" r:id="Re2968fef8c2943b2"/>
    <p:sldId xmlns:r="http://schemas.openxmlformats.org/officeDocument/2006/relationships" id="305" r:id="R986768fbd0534de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e3127e9c0a4a49" /><Relationship Type="http://schemas.openxmlformats.org/officeDocument/2006/relationships/slideMaster" Target="/ppt/slideMasters/slideMaster1.xml" Id="R64071df622834bf1" /><Relationship Type="http://schemas.openxmlformats.org/officeDocument/2006/relationships/notesMaster" Target="/ppt/notesMasters/notesMaster1.xml" Id="R242a7dd0eae74d66" /><Relationship Type="http://schemas.openxmlformats.org/officeDocument/2006/relationships/presProps" Target="/ppt/presProps.xml" Id="Rbd937dbe26a2412b" /><Relationship Type="http://schemas.openxmlformats.org/officeDocument/2006/relationships/tableStyles" Target="/ppt/tableStyles.xml" Id="R1fd7dc05ea744c05" /><Relationship Type="http://schemas.openxmlformats.org/officeDocument/2006/relationships/slide" Target="/ppt/slides/slide1.xml" Id="R611ac5093df6411b" /><Relationship Type="http://schemas.openxmlformats.org/officeDocument/2006/relationships/slide" Target="/ppt/slides/slide2.xml" Id="R368950ecf354439b" /><Relationship Type="http://schemas.openxmlformats.org/officeDocument/2006/relationships/slide" Target="/ppt/slides/slide3.xml" Id="R5c14f58e232b4f83" /><Relationship Type="http://schemas.openxmlformats.org/officeDocument/2006/relationships/slide" Target="/ppt/slides/slide4.xml" Id="Rba1ca779727d4bd5" /><Relationship Type="http://schemas.openxmlformats.org/officeDocument/2006/relationships/slide" Target="/ppt/slides/slide5.xml" Id="Rc5be2ece7dee45b1" /><Relationship Type="http://schemas.openxmlformats.org/officeDocument/2006/relationships/slide" Target="/ppt/slides/slide6.xml" Id="R9c1a1c6e2fe5485a" /><Relationship Type="http://schemas.openxmlformats.org/officeDocument/2006/relationships/slide" Target="/ppt/slides/slide7.xml" Id="Re50a3286e79b4a50" /><Relationship Type="http://schemas.openxmlformats.org/officeDocument/2006/relationships/slide" Target="/ppt/slides/slide8.xml" Id="R9325dbe09651482b" /><Relationship Type="http://schemas.openxmlformats.org/officeDocument/2006/relationships/slide" Target="/ppt/slides/slide9.xml" Id="Re2ad3d17e1b24c5d" /><Relationship Type="http://schemas.openxmlformats.org/officeDocument/2006/relationships/slide" Target="/ppt/slides/slide10.xml" Id="R6c0e12c8b8b446fa" /><Relationship Type="http://schemas.openxmlformats.org/officeDocument/2006/relationships/slide" Target="/ppt/slides/slide11.xml" Id="R60596df3db01492e" /><Relationship Type="http://schemas.openxmlformats.org/officeDocument/2006/relationships/slide" Target="/ppt/slides/slide12.xml" Id="Rf718ac9b3dee46c9" /><Relationship Type="http://schemas.openxmlformats.org/officeDocument/2006/relationships/slide" Target="/ppt/slides/slide13.xml" Id="R568205621cf946b9" /><Relationship Type="http://schemas.openxmlformats.org/officeDocument/2006/relationships/slide" Target="/ppt/slides/slide14.xml" Id="Rdfd5040f41304a92" /><Relationship Type="http://schemas.openxmlformats.org/officeDocument/2006/relationships/slide" Target="/ppt/slides/slide15.xml" Id="R2b6eb2f519834214" /><Relationship Type="http://schemas.openxmlformats.org/officeDocument/2006/relationships/slide" Target="/ppt/slides/slide16.xml" Id="R2d268656b7a943d5" /><Relationship Type="http://schemas.openxmlformats.org/officeDocument/2006/relationships/slide" Target="/ppt/slides/slide17.xml" Id="Rb346129120d34191" /><Relationship Type="http://schemas.openxmlformats.org/officeDocument/2006/relationships/slide" Target="/ppt/slides/slide18.xml" Id="Rde560be655874bf1" /><Relationship Type="http://schemas.openxmlformats.org/officeDocument/2006/relationships/slide" Target="/ppt/slides/slide19.xml" Id="R4440e529c61549f8" /><Relationship Type="http://schemas.openxmlformats.org/officeDocument/2006/relationships/slide" Target="/ppt/slides/slide20.xml" Id="R67368bfb15e348bd" /><Relationship Type="http://schemas.openxmlformats.org/officeDocument/2006/relationships/slide" Target="/ppt/slides/slide21.xml" Id="R759409671f7f4d59" /><Relationship Type="http://schemas.openxmlformats.org/officeDocument/2006/relationships/slide" Target="/ppt/slides/slide22.xml" Id="R3ac0bc23c67c473f" /><Relationship Type="http://schemas.openxmlformats.org/officeDocument/2006/relationships/slide" Target="/ppt/slides/slide23.xml" Id="R1850503289a04ab3" /><Relationship Type="http://schemas.openxmlformats.org/officeDocument/2006/relationships/slide" Target="/ppt/slides/slide24.xml" Id="R19a8e6d48bf6432d" /><Relationship Type="http://schemas.openxmlformats.org/officeDocument/2006/relationships/slide" Target="/ppt/slides/slide25.xml" Id="Rdb7a0befa5484140" /><Relationship Type="http://schemas.openxmlformats.org/officeDocument/2006/relationships/slide" Target="/ppt/slides/slide26.xml" Id="R5147d7db8f0d462c" /><Relationship Type="http://schemas.openxmlformats.org/officeDocument/2006/relationships/slide" Target="/ppt/slides/slide27.xml" Id="Raa6f33eac193468b" /><Relationship Type="http://schemas.openxmlformats.org/officeDocument/2006/relationships/slide" Target="/ppt/slides/slide28.xml" Id="R6a7398d7fa9c4d06" /><Relationship Type="http://schemas.openxmlformats.org/officeDocument/2006/relationships/slide" Target="/ppt/slides/slide29.xml" Id="Ra5ce6986e89047d6" /><Relationship Type="http://schemas.openxmlformats.org/officeDocument/2006/relationships/slide" Target="/ppt/slides/slide30.xml" Id="R4d8f071e77ff498d" /><Relationship Type="http://schemas.openxmlformats.org/officeDocument/2006/relationships/slide" Target="/ppt/slides/slide31.xml" Id="R70702be48d3849fc" /><Relationship Type="http://schemas.openxmlformats.org/officeDocument/2006/relationships/slide" Target="/ppt/slides/slide32.xml" Id="R4113e6e6cff34bb0" /><Relationship Type="http://schemas.openxmlformats.org/officeDocument/2006/relationships/slide" Target="/ppt/slides/slide33.xml" Id="R5b6c982cac4c42d7" /><Relationship Type="http://schemas.openxmlformats.org/officeDocument/2006/relationships/slide" Target="/ppt/slides/slide34.xml" Id="Rb8992e2499a94327" /><Relationship Type="http://schemas.openxmlformats.org/officeDocument/2006/relationships/slide" Target="/ppt/slides/slide35.xml" Id="R9449814066334810" /><Relationship Type="http://schemas.openxmlformats.org/officeDocument/2006/relationships/slide" Target="/ppt/slides/slide36.xml" Id="R871f8f4c732f43cb" /><Relationship Type="http://schemas.openxmlformats.org/officeDocument/2006/relationships/slide" Target="/ppt/slides/slide37.xml" Id="Rdb5eb6cfe34546dc" /><Relationship Type="http://schemas.openxmlformats.org/officeDocument/2006/relationships/slide" Target="/ppt/slides/slide38.xml" Id="R9868c9f121bc4ba4" /><Relationship Type="http://schemas.openxmlformats.org/officeDocument/2006/relationships/slide" Target="/ppt/slides/slide39.xml" Id="R6e6b4034a6024583" /><Relationship Type="http://schemas.openxmlformats.org/officeDocument/2006/relationships/slide" Target="/ppt/slides/slide40.xml" Id="Rfa3d8548c59445c5" /><Relationship Type="http://schemas.openxmlformats.org/officeDocument/2006/relationships/slide" Target="/ppt/slides/slide41.xml" Id="R049b70f3eb3d45f3" /><Relationship Type="http://schemas.openxmlformats.org/officeDocument/2006/relationships/slide" Target="/ppt/slides/slide42.xml" Id="Rd0bb44801e664018" /><Relationship Type="http://schemas.openxmlformats.org/officeDocument/2006/relationships/slide" Target="/ppt/slides/slide43.xml" Id="Re45edc52ebb440cf" /><Relationship Type="http://schemas.openxmlformats.org/officeDocument/2006/relationships/slide" Target="/ppt/slides/slide44.xml" Id="Rbddf7ab3167649cd" /><Relationship Type="http://schemas.openxmlformats.org/officeDocument/2006/relationships/slide" Target="/ppt/slides/slide45.xml" Id="R9c39eb25b5874c18" /><Relationship Type="http://schemas.openxmlformats.org/officeDocument/2006/relationships/slide" Target="/ppt/slides/slide46.xml" Id="R8127b0cc19fa458f" /><Relationship Type="http://schemas.openxmlformats.org/officeDocument/2006/relationships/slide" Target="/ppt/slides/slide47.xml" Id="R1925a9e1a3e8499a" /><Relationship Type="http://schemas.openxmlformats.org/officeDocument/2006/relationships/slide" Target="/ppt/slides/slide48.xml" Id="R904572f0eebd445d" /><Relationship Type="http://schemas.openxmlformats.org/officeDocument/2006/relationships/slide" Target="/ppt/slides/slide49.xml" Id="Re2968fef8c2943b2" /><Relationship Type="http://schemas.openxmlformats.org/officeDocument/2006/relationships/slide" Target="/ppt/slides/slide50.xml" Id="R986768fbd0534d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ad03c70d2146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cdd3948cd54a5d" /><Relationship Type="http://schemas.openxmlformats.org/officeDocument/2006/relationships/notesMaster" Target="/ppt/notesMasters/notesMaster1.xml" Id="R3c8bc1aab13a40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27be96324e4a60" /><Relationship Type="http://schemas.openxmlformats.org/officeDocument/2006/relationships/notesMaster" Target="/ppt/notesMasters/notesMaster1.xml" Id="R247ca6fe48d448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023455f1404592" /><Relationship Type="http://schemas.openxmlformats.org/officeDocument/2006/relationships/notesMaster" Target="/ppt/notesMasters/notesMaster1.xml" Id="R2413288424c64a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8c420327f64071" /><Relationship Type="http://schemas.openxmlformats.org/officeDocument/2006/relationships/notesMaster" Target="/ppt/notesMasters/notesMaster1.xml" Id="Rb99aad6689cb45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1ae7b55d9443e2" /><Relationship Type="http://schemas.openxmlformats.org/officeDocument/2006/relationships/notesMaster" Target="/ppt/notesMasters/notesMaster1.xml" Id="Red9f21ab06844e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dc82cdfe164a17" /><Relationship Type="http://schemas.openxmlformats.org/officeDocument/2006/relationships/notesMaster" Target="/ppt/notesMasters/notesMaster1.xml" Id="R559fa0b0f7064e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2346b3225b41e2" /><Relationship Type="http://schemas.openxmlformats.org/officeDocument/2006/relationships/notesMaster" Target="/ppt/notesMasters/notesMaster1.xml" Id="R7a3c1b0561f944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1e3e9018464f46" /><Relationship Type="http://schemas.openxmlformats.org/officeDocument/2006/relationships/notesMaster" Target="/ppt/notesMasters/notesMaster1.xml" Id="Rc2f17d7a50fc48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007d65484747b0" /><Relationship Type="http://schemas.openxmlformats.org/officeDocument/2006/relationships/notesMaster" Target="/ppt/notesMasters/notesMaster1.xml" Id="R56c159cf88ae4b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761c637eda4bb0" /><Relationship Type="http://schemas.openxmlformats.org/officeDocument/2006/relationships/notesMaster" Target="/ppt/notesMasters/notesMaster1.xml" Id="R068f1cb1ab1642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009491c12a433e" /><Relationship Type="http://schemas.openxmlformats.org/officeDocument/2006/relationships/notesMaster" Target="/ppt/notesMasters/notesMaster1.xml" Id="Rf1d564df4af146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ff6ae67c24414a" /><Relationship Type="http://schemas.openxmlformats.org/officeDocument/2006/relationships/notesMaster" Target="/ppt/notesMasters/notesMaster1.xml" Id="Rfdc5a63c89ba4a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1d311ded024132" /><Relationship Type="http://schemas.openxmlformats.org/officeDocument/2006/relationships/notesMaster" Target="/ppt/notesMasters/notesMaster1.xml" Id="Rc0e8412d338f4c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32156318b643ca" /><Relationship Type="http://schemas.openxmlformats.org/officeDocument/2006/relationships/notesMaster" Target="/ppt/notesMasters/notesMaster1.xml" Id="Rdf8d491263a947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d364db97ea404a" /><Relationship Type="http://schemas.openxmlformats.org/officeDocument/2006/relationships/notesMaster" Target="/ppt/notesMasters/notesMaster1.xml" Id="Ree82089b3de446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731989334b544a7" /><Relationship Type="http://schemas.openxmlformats.org/officeDocument/2006/relationships/notesMaster" Target="/ppt/notesMasters/notesMaster1.xml" Id="Rf3ec35732eff4c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5ce64941874a14" /><Relationship Type="http://schemas.openxmlformats.org/officeDocument/2006/relationships/notesMaster" Target="/ppt/notesMasters/notesMaster1.xml" Id="Rf806cd1cfc1a48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6b1243375746f8" /><Relationship Type="http://schemas.openxmlformats.org/officeDocument/2006/relationships/notesMaster" Target="/ppt/notesMasters/notesMaster1.xml" Id="Ra2e67aef853f4e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4cb1e5f88a439b" /><Relationship Type="http://schemas.openxmlformats.org/officeDocument/2006/relationships/notesMaster" Target="/ppt/notesMasters/notesMaster1.xml" Id="R65b150b68e814f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179892f0ce4ec2" /><Relationship Type="http://schemas.openxmlformats.org/officeDocument/2006/relationships/notesMaster" Target="/ppt/notesMasters/notesMaster1.xml" Id="Rd8cdb8bd85414d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db0309983b43b4" /><Relationship Type="http://schemas.openxmlformats.org/officeDocument/2006/relationships/notesMaster" Target="/ppt/notesMasters/notesMaster1.xml" Id="R687575ce789c47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62e3292fb024a0c" /><Relationship Type="http://schemas.openxmlformats.org/officeDocument/2006/relationships/notesMaster" Target="/ppt/notesMasters/notesMaster1.xml" Id="R3559da4d279841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e9fe3cb8988497d" /><Relationship Type="http://schemas.openxmlformats.org/officeDocument/2006/relationships/notesMaster" Target="/ppt/notesMasters/notesMaster1.xml" Id="Rea9cb807823347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c6bfbd2c7945d8" /><Relationship Type="http://schemas.openxmlformats.org/officeDocument/2006/relationships/notesMaster" Target="/ppt/notesMasters/notesMaster1.xml" Id="Rf3ad82e0640048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6afa33744fb4cb9" /><Relationship Type="http://schemas.openxmlformats.org/officeDocument/2006/relationships/notesMaster" Target="/ppt/notesMasters/notesMaster1.xml" Id="R92f426ebeed44d0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b0b35146d164546" /><Relationship Type="http://schemas.openxmlformats.org/officeDocument/2006/relationships/notesMaster" Target="/ppt/notesMasters/notesMaster1.xml" Id="R2933bdfb2e904b3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3c35a99f8340db" /><Relationship Type="http://schemas.openxmlformats.org/officeDocument/2006/relationships/notesMaster" Target="/ppt/notesMasters/notesMaster1.xml" Id="R65def3382f904f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eef8cabb39479d" /><Relationship Type="http://schemas.openxmlformats.org/officeDocument/2006/relationships/notesMaster" Target="/ppt/notesMasters/notesMaster1.xml" Id="R1647affa9d524a7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4e5ab9f4d249cc" /><Relationship Type="http://schemas.openxmlformats.org/officeDocument/2006/relationships/notesMaster" Target="/ppt/notesMasters/notesMaster1.xml" Id="R51bb6d64799141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33569f4ab6d4b2e" /><Relationship Type="http://schemas.openxmlformats.org/officeDocument/2006/relationships/notesMaster" Target="/ppt/notesMasters/notesMaster1.xml" Id="Rfa41610147dd44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216fe0c1def457d" /><Relationship Type="http://schemas.openxmlformats.org/officeDocument/2006/relationships/notesMaster" Target="/ppt/notesMasters/notesMaster1.xml" Id="R9ef6a3aaef11417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d59366373904c02" /><Relationship Type="http://schemas.openxmlformats.org/officeDocument/2006/relationships/notesMaster" Target="/ppt/notesMasters/notesMaster1.xml" Id="Rfc766beadc8842d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5083c0032e4735" /><Relationship Type="http://schemas.openxmlformats.org/officeDocument/2006/relationships/notesMaster" Target="/ppt/notesMasters/notesMaster1.xml" Id="R5c4b2386b718427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ef2e6cca33e4bd0" /><Relationship Type="http://schemas.openxmlformats.org/officeDocument/2006/relationships/notesMaster" Target="/ppt/notesMasters/notesMaster1.xml" Id="Rf1ff989f222c4a8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8572fa4dde24276" /><Relationship Type="http://schemas.openxmlformats.org/officeDocument/2006/relationships/notesMaster" Target="/ppt/notesMasters/notesMaster1.xml" Id="R1ccaa6dc202d4ad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fce9113fc77443a" /><Relationship Type="http://schemas.openxmlformats.org/officeDocument/2006/relationships/notesMaster" Target="/ppt/notesMasters/notesMaster1.xml" Id="Rbf4754e9b14a48d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e84ef5015f94842" /><Relationship Type="http://schemas.openxmlformats.org/officeDocument/2006/relationships/notesMaster" Target="/ppt/notesMasters/notesMaster1.xml" Id="R96e453f09187495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877b4bcd5014107" /><Relationship Type="http://schemas.openxmlformats.org/officeDocument/2006/relationships/notesMaster" Target="/ppt/notesMasters/notesMaster1.xml" Id="R8209d5e165524fe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3634b2cae16425c" /><Relationship Type="http://schemas.openxmlformats.org/officeDocument/2006/relationships/notesMaster" Target="/ppt/notesMasters/notesMaster1.xml" Id="R6c42e15257a44c5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1d5d0b48a974f9c" /><Relationship Type="http://schemas.openxmlformats.org/officeDocument/2006/relationships/notesMaster" Target="/ppt/notesMasters/notesMaster1.xml" Id="Rd8cd02a701a940d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cc0bd152ac24d2a" /><Relationship Type="http://schemas.openxmlformats.org/officeDocument/2006/relationships/notesMaster" Target="/ppt/notesMasters/notesMaster1.xml" Id="R82fc88393732458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ac75c5e9d9d4541" /><Relationship Type="http://schemas.openxmlformats.org/officeDocument/2006/relationships/notesMaster" Target="/ppt/notesMasters/notesMaster1.xml" Id="R501fbe54d7824d9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71168723b404f19" /><Relationship Type="http://schemas.openxmlformats.org/officeDocument/2006/relationships/notesMaster" Target="/ppt/notesMasters/notesMaster1.xml" Id="R4e2b00734009420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85a4bf5a574426d" /><Relationship Type="http://schemas.openxmlformats.org/officeDocument/2006/relationships/notesMaster" Target="/ppt/notesMasters/notesMaster1.xml" Id="R536d75fff3c4434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43f9cff386c489a" /><Relationship Type="http://schemas.openxmlformats.org/officeDocument/2006/relationships/notesMaster" Target="/ppt/notesMasters/notesMaster1.xml" Id="R623c91413f534b1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3ba3c74c9464c52" /><Relationship Type="http://schemas.openxmlformats.org/officeDocument/2006/relationships/notesMaster" Target="/ppt/notesMasters/notesMaster1.xml" Id="R41591bb6b0894bc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43a82dc8e4944ab" /><Relationship Type="http://schemas.openxmlformats.org/officeDocument/2006/relationships/notesMaster" Target="/ppt/notesMasters/notesMaster1.xml" Id="R2f7e26cbb900496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98c069e0bf94391" /><Relationship Type="http://schemas.openxmlformats.org/officeDocument/2006/relationships/notesMaster" Target="/ppt/notesMasters/notesMaster1.xml" Id="Re66119fe47ce436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40344b122ff473b" /><Relationship Type="http://schemas.openxmlformats.org/officeDocument/2006/relationships/notesMaster" Target="/ppt/notesMasters/notesMaster1.xml" Id="R834649c4a4b8423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6f18e056d4f42c7" /><Relationship Type="http://schemas.openxmlformats.org/officeDocument/2006/relationships/notesMaster" Target="/ppt/notesMasters/notesMaster1.xml" Id="R7df8524eaee84e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생성물과 반응물의 합을 따로 구한다</a:t>
            </a:r>
          </a:p>
          <a:p xmlns:a="http://schemas.openxmlformats.org/drawingml/2006/main">
            <a:r>
              <a:t>발화·지도: 원본반응식천재86쪽,수치완자121쪽표·메테인예제. 계수1,2,1,2확인. 생성물합-965.1,반응물합-74.8kJ. O2는기준원소라0이며물은l상태의-285.8을써야한다. 반응식원본이보여주는ΔH빈칸은원본을보존한다.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두 합의 차이로 연소열을 구한다</a:t>
            </a:r>
          </a:p>
          <a:p xmlns:a="http://schemas.openxmlformats.org/drawingml/2006/main">
            <a:r>
              <a:t>발화·지도: 완자121쪽예제. -965.1-(-74.8)=-890.3. 괄호앞의빼기와음수부호를구분한다. 주어진열화학반응식에대응하는ΔH=-890.3kJ이고메테인1mol기준연소엔탈피로표현하면-890.3kJ/mol이다. 상태·계수나반응방향을바꾸면ΔH도달라진다.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271d4c9a140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5169041df54d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412dbf938a48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6049ffc9cf4b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56fa5d1bb842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fc8a8295784f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A8A1C2-7A46-4BB5-9A4E-8636ED57F589}"/>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64382D-C0CD-4F1D-BDAA-091BA6766AE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CF1F9D-1C4E-4FBF-BAE7-11B130A6232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47BC1B-80B2-4C6A-9663-E097CA58F04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CE60AE-6051-4AAC-9362-884EABE4D12C}"/>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B5448F-B8BE-4202-9D25-5D88BEA4C58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79ED47-5AB5-40A7-BD80-51C86F9A2C6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E16841-8701-48EE-AE3E-7B672C1FD43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6A198E-223F-4F5E-A7D5-BCCDAF72FB7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10E654-47E6-4188-A370-6B3F8B4138C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446c21d1ca43a4" /><Relationship Type="http://schemas.openxmlformats.org/officeDocument/2006/relationships/slideLayout" Target="/ppt/slideLayouts/slideLayout1.xml" Id="R614fe0047b79426d" /><Relationship Type="http://schemas.openxmlformats.org/officeDocument/2006/relationships/slideLayout" Target="/ppt/slideLayouts/slideLayout2.xml" Id="Rfa738cb9daba48de" /><Relationship Type="http://schemas.openxmlformats.org/officeDocument/2006/relationships/slideLayout" Target="/ppt/slideLayouts/slideLayout3.xml" Id="Rd07de20cdd414a0e" /><Relationship Type="http://schemas.openxmlformats.org/officeDocument/2006/relationships/slideLayout" Target="/ppt/slideLayouts/slideLayout4.xml" Id="R5850aab8066a4cdd" /><Relationship Type="http://schemas.openxmlformats.org/officeDocument/2006/relationships/slideLayout" Target="/ppt/slideLayouts/slideLayout5.xml" Id="Rf19f4f781bca4b81" /><Relationship Type="http://schemas.openxmlformats.org/officeDocument/2006/relationships/slideLayout" Target="/ppt/slideLayouts/slideLayout6.xml" Id="Rfad9344270b647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4fe0047b79426d"/>
    <p:sldLayoutId xmlns:r="http://schemas.openxmlformats.org/officeDocument/2006/relationships" id="2147483650" r:id="Rfa738cb9daba48de"/>
    <p:sldLayoutId xmlns:r="http://schemas.openxmlformats.org/officeDocument/2006/relationships" id="2147483651" r:id="Rd07de20cdd414a0e"/>
    <p:sldLayoutId xmlns:r="http://schemas.openxmlformats.org/officeDocument/2006/relationships" id="2147483652" r:id="R5850aab8066a4cdd"/>
    <p:sldLayoutId xmlns:r="http://schemas.openxmlformats.org/officeDocument/2006/relationships" id="2147483653" r:id="Rf19f4f781bca4b81"/>
    <p:sldLayoutId xmlns:r="http://schemas.openxmlformats.org/officeDocument/2006/relationships" id="2147483654" r:id="Rfad9344270b647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f67485f09b422d" /><Relationship Type="http://schemas.openxmlformats.org/officeDocument/2006/relationships/image" Target="/ppt/media/image.png" Id="Rcf4f2b8efafb4bb0" /><Relationship Type="http://schemas.openxmlformats.org/officeDocument/2006/relationships/image" Target="/ppt/media/image2.png" Id="R344cec62fe8642b5" /><Relationship Type="http://schemas.openxmlformats.org/officeDocument/2006/relationships/image" Target="/ppt/media/image3.png" Id="Re581e89aac3c48d3" /><Relationship Type="http://schemas.openxmlformats.org/officeDocument/2006/relationships/notesSlide" Target="/ppt/notesSlides/notesSlide1.xml" Id="R563550f8c87d4e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b1db22b79a4c0e" /><Relationship Type="http://schemas.openxmlformats.org/officeDocument/2006/relationships/image" Target="/ppt/media/image4.png" Id="R044d0fd8035540ac" /><Relationship Type="http://schemas.openxmlformats.org/officeDocument/2006/relationships/image" Target="/ppt/media/image5.png" Id="R5f83035c9efc4967" /><Relationship Type="http://schemas.openxmlformats.org/officeDocument/2006/relationships/notesSlide" Target="/ppt/notesSlides/notesSlide2.xml" Id="R40b8ff386afe44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47941118f5e4314" /><Relationship Type="http://schemas.openxmlformats.org/officeDocument/2006/relationships/image" Target="/ppt/media/image6.png" Id="R8e2ac34efb0d43a1" /><Relationship Type="http://schemas.openxmlformats.org/officeDocument/2006/relationships/notesSlide" Target="/ppt/notesSlides/notesSlide3.xml" Id="R4ed2c1effc5a49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d1067562fe452a" /><Relationship Type="http://schemas.openxmlformats.org/officeDocument/2006/relationships/image" Target="/ppt/media/image7.png" Id="Reaf2066c9d3842a7" /><Relationship Type="http://schemas.openxmlformats.org/officeDocument/2006/relationships/image" Target="/ppt/media/image8.png" Id="R02754a3f6eef4ae1" /><Relationship Type="http://schemas.openxmlformats.org/officeDocument/2006/relationships/notesSlide" Target="/ppt/notesSlides/notesSlide4.xml" Id="R64fd7ff65e0e4b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5e3a0f439a4844" /><Relationship Type="http://schemas.openxmlformats.org/officeDocument/2006/relationships/image" Target="/ppt/media/image9.png" Id="R92cf577836774ae6" /><Relationship Type="http://schemas.openxmlformats.org/officeDocument/2006/relationships/image" Target="/ppt/media/image10.png" Id="Rb4ecc1f3109a4f2f" /><Relationship Type="http://schemas.openxmlformats.org/officeDocument/2006/relationships/notesSlide" Target="/ppt/notesSlides/notesSlide5.xml" Id="Re0ee567f2bfb45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022ed1d522487b" /><Relationship Type="http://schemas.openxmlformats.org/officeDocument/2006/relationships/image" Target="/ppt/media/image11.png" Id="R703d991b7b244560" /><Relationship Type="http://schemas.openxmlformats.org/officeDocument/2006/relationships/notesSlide" Target="/ppt/notesSlides/notesSlide6.xml" Id="Rb9e288c3a03346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603ea8641e24c50" /><Relationship Type="http://schemas.openxmlformats.org/officeDocument/2006/relationships/image" Target="/ppt/media/image12.png" Id="R611a560e06134676" /><Relationship Type="http://schemas.openxmlformats.org/officeDocument/2006/relationships/image" Target="/ppt/media/image13.png" Id="R7fad1a49f6294703" /><Relationship Type="http://schemas.openxmlformats.org/officeDocument/2006/relationships/image" Target="/ppt/media/image14.png" Id="Rf8e70a15b7ae437c" /><Relationship Type="http://schemas.openxmlformats.org/officeDocument/2006/relationships/image" Target="/ppt/media/image15.png" Id="Rdbaa32fab8b64094" /><Relationship Type="http://schemas.openxmlformats.org/officeDocument/2006/relationships/notesSlide" Target="/ppt/notesSlides/notesSlide7.xml" Id="Re481427e03824d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d58fcc5a048b4" /><Relationship Type="http://schemas.openxmlformats.org/officeDocument/2006/relationships/image" Target="/ppt/media/image16.png" Id="R01ec5bb9d3824fd6" /><Relationship Type="http://schemas.openxmlformats.org/officeDocument/2006/relationships/image" Target="/ppt/media/image17.png" Id="R890ed8578d644467" /><Relationship Type="http://schemas.openxmlformats.org/officeDocument/2006/relationships/notesSlide" Target="/ppt/notesSlides/notesSlide8.xml" Id="R4860c67beb3e4e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4006ce40294f01" /><Relationship Type="http://schemas.openxmlformats.org/officeDocument/2006/relationships/image" Target="/ppt/media/image18.png" Id="Rf20eea8e49dc46c5" /><Relationship Type="http://schemas.openxmlformats.org/officeDocument/2006/relationships/image" Target="/ppt/media/image19.png" Id="Rf570907040db480c" /><Relationship Type="http://schemas.openxmlformats.org/officeDocument/2006/relationships/image" Target="/ppt/media/image20.png" Id="R3155e3c3786942e6" /><Relationship Type="http://schemas.openxmlformats.org/officeDocument/2006/relationships/image" Target="/ppt/media/image21.png" Id="Re8159c2f09cd444e" /><Relationship Type="http://schemas.openxmlformats.org/officeDocument/2006/relationships/notesSlide" Target="/ppt/notesSlides/notesSlide9.xml" Id="R76bf801606dc4c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2e33bb47124259" /><Relationship Type="http://schemas.openxmlformats.org/officeDocument/2006/relationships/image" Target="/ppt/media/image22.png" Id="Ra28254bec37c4c4f" /><Relationship Type="http://schemas.openxmlformats.org/officeDocument/2006/relationships/image" Target="/ppt/media/image23.png" Id="R17c3964c7be542ae" /><Relationship Type="http://schemas.openxmlformats.org/officeDocument/2006/relationships/image" Target="/ppt/media/image24.png" Id="R5877fc12610048fe" /><Relationship Type="http://schemas.openxmlformats.org/officeDocument/2006/relationships/notesSlide" Target="/ppt/notesSlides/notesSlide10.xml" Id="R3cf87f713cab4b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020f4f07c34ae9" /><Relationship Type="http://schemas.openxmlformats.org/officeDocument/2006/relationships/image" Target="/ppt/media/image25.png" Id="R540498a82ab7486a" /><Relationship Type="http://schemas.openxmlformats.org/officeDocument/2006/relationships/image" Target="/ppt/media/image26.png" Id="R151de16b095c45e3" /><Relationship Type="http://schemas.openxmlformats.org/officeDocument/2006/relationships/image" Target="/ppt/media/image27.png" Id="Radb697c0218d416d" /><Relationship Type="http://schemas.openxmlformats.org/officeDocument/2006/relationships/notesSlide" Target="/ppt/notesSlides/notesSlide11.xml" Id="R51a2497fc4d84c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07456138190432c" /><Relationship Type="http://schemas.openxmlformats.org/officeDocument/2006/relationships/image" Target="/ppt/media/image28.png" Id="R5a899d1a4b3d49c0" /><Relationship Type="http://schemas.openxmlformats.org/officeDocument/2006/relationships/notesSlide" Target="/ppt/notesSlides/notesSlide12.xml" Id="R0b01b1ddbf7b4c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f5f9bfb9d5f4c0c" /><Relationship Type="http://schemas.openxmlformats.org/officeDocument/2006/relationships/image" Target="/ppt/media/image29.png" Id="R8368e74b367d4f3c" /><Relationship Type="http://schemas.openxmlformats.org/officeDocument/2006/relationships/image" Target="/ppt/media/image30.png" Id="R5293ecf1035f4bdc" /><Relationship Type="http://schemas.openxmlformats.org/officeDocument/2006/relationships/notesSlide" Target="/ppt/notesSlides/notesSlide13.xml" Id="R96733ae04fdf4a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4636585e794d88" /><Relationship Type="http://schemas.openxmlformats.org/officeDocument/2006/relationships/image" Target="/ppt/media/image31.png" Id="R6ab8b4186b5a47fa" /><Relationship Type="http://schemas.openxmlformats.org/officeDocument/2006/relationships/image" Target="/ppt/media/image32.png" Id="R22eb580c1e564c58" /><Relationship Type="http://schemas.openxmlformats.org/officeDocument/2006/relationships/notesSlide" Target="/ppt/notesSlides/notesSlide14.xml" Id="R911d4bd1681349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4767bdaa1b94c87" /><Relationship Type="http://schemas.openxmlformats.org/officeDocument/2006/relationships/image" Target="/ppt/media/image33.png" Id="R6e3ce0aad6a54469" /><Relationship Type="http://schemas.openxmlformats.org/officeDocument/2006/relationships/image" Target="/ppt/media/image34.png" Id="R38dbfb92496d4c19" /><Relationship Type="http://schemas.openxmlformats.org/officeDocument/2006/relationships/image" Target="/ppt/media/image35.png" Id="Rca9cd64a470d4755" /><Relationship Type="http://schemas.openxmlformats.org/officeDocument/2006/relationships/image" Target="/ppt/media/image36.png" Id="R8ac863de1764487b" /><Relationship Type="http://schemas.openxmlformats.org/officeDocument/2006/relationships/notesSlide" Target="/ppt/notesSlides/notesSlide15.xml" Id="R21681a89f5e443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d6c0f92545f427a" /><Relationship Type="http://schemas.openxmlformats.org/officeDocument/2006/relationships/image" Target="/ppt/media/image37.png" Id="Re592fb9c35c046a1" /><Relationship Type="http://schemas.openxmlformats.org/officeDocument/2006/relationships/image" Target="/ppt/media/image38.png" Id="R427bde3fdc574845" /><Relationship Type="http://schemas.openxmlformats.org/officeDocument/2006/relationships/notesSlide" Target="/ppt/notesSlides/notesSlide16.xml" Id="R2b659c07353542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a42e88656bb4ad3" /><Relationship Type="http://schemas.openxmlformats.org/officeDocument/2006/relationships/image" Target="/ppt/media/image39.png" Id="Rfd5d7a3b3bc44def" /><Relationship Type="http://schemas.openxmlformats.org/officeDocument/2006/relationships/image" Target="/ppt/media/image40.png" Id="Ra6dd091061a5465d" /><Relationship Type="http://schemas.openxmlformats.org/officeDocument/2006/relationships/image" Target="/ppt/media/image41.png" Id="R9e46df866c7f4e5a" /><Relationship Type="http://schemas.openxmlformats.org/officeDocument/2006/relationships/notesSlide" Target="/ppt/notesSlides/notesSlide17.xml" Id="R3fef92140ad148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bcbcdb1266460b" /><Relationship Type="http://schemas.openxmlformats.org/officeDocument/2006/relationships/image" Target="/ppt/media/image42.png" Id="R04ec103c9bcd4e91" /><Relationship Type="http://schemas.openxmlformats.org/officeDocument/2006/relationships/image" Target="/ppt/media/image43.png" Id="Rec1bbec360a2472c" /><Relationship Type="http://schemas.openxmlformats.org/officeDocument/2006/relationships/image" Target="/ppt/media/image44.png" Id="R203d3c56ce854deb" /><Relationship Type="http://schemas.openxmlformats.org/officeDocument/2006/relationships/notesSlide" Target="/ppt/notesSlides/notesSlide18.xml" Id="R2ddc2cfa3a8743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44abc60befc41fa" /><Relationship Type="http://schemas.openxmlformats.org/officeDocument/2006/relationships/image" Target="/ppt/media/image45.png" Id="Rad3f37ffb34040f1" /><Relationship Type="http://schemas.openxmlformats.org/officeDocument/2006/relationships/image" Target="/ppt/media/image46.png" Id="R4d1612c645a14662" /><Relationship Type="http://schemas.openxmlformats.org/officeDocument/2006/relationships/image" Target="/ppt/media/image47.png" Id="R18d97d07fbc14f67" /><Relationship Type="http://schemas.openxmlformats.org/officeDocument/2006/relationships/notesSlide" Target="/ppt/notesSlides/notesSlide19.xml" Id="R95c5a632387940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f8a8c31e93a4da0" /><Relationship Type="http://schemas.openxmlformats.org/officeDocument/2006/relationships/image" Target="/ppt/media/image48.png" Id="R02ed41b587a04054" /><Relationship Type="http://schemas.openxmlformats.org/officeDocument/2006/relationships/notesSlide" Target="/ppt/notesSlides/notesSlide20.xml" Id="R1642a6cc49b049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1562f2a15e44df9" /><Relationship Type="http://schemas.openxmlformats.org/officeDocument/2006/relationships/image" Target="/ppt/media/image49.png" Id="R773ee87cf8a74ade" /><Relationship Type="http://schemas.openxmlformats.org/officeDocument/2006/relationships/image" Target="/ppt/media/image50.png" Id="Rf4a1026614c64c4c" /><Relationship Type="http://schemas.openxmlformats.org/officeDocument/2006/relationships/image" Target="/ppt/media/image51.png" Id="R21812aac7aa846ae" /><Relationship Type="http://schemas.openxmlformats.org/officeDocument/2006/relationships/notesSlide" Target="/ppt/notesSlides/notesSlide21.xml" Id="R1a31a259a38c485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36e815ac5204c41" /><Relationship Type="http://schemas.openxmlformats.org/officeDocument/2006/relationships/image" Target="/ppt/media/image52.png" Id="R2243c9587c0446e7" /><Relationship Type="http://schemas.openxmlformats.org/officeDocument/2006/relationships/image" Target="/ppt/media/image53.png" Id="R7a393d1f2260405b" /><Relationship Type="http://schemas.openxmlformats.org/officeDocument/2006/relationships/image" Target="/ppt/media/image54.png" Id="R9d5b31063fde43eb" /><Relationship Type="http://schemas.openxmlformats.org/officeDocument/2006/relationships/notesSlide" Target="/ppt/notesSlides/notesSlide22.xml" Id="R1a0b866285a6469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f9a5ef8e5f04a71" /><Relationship Type="http://schemas.openxmlformats.org/officeDocument/2006/relationships/image" Target="/ppt/media/image55.png" Id="Ra6d69a998c164462" /><Relationship Type="http://schemas.openxmlformats.org/officeDocument/2006/relationships/image" Target="/ppt/media/image56.png" Id="Rebe0530cd14848ed" /><Relationship Type="http://schemas.openxmlformats.org/officeDocument/2006/relationships/notesSlide" Target="/ppt/notesSlides/notesSlide23.xml" Id="Ra536959f8a2e49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265ff67b5f441b6" /><Relationship Type="http://schemas.openxmlformats.org/officeDocument/2006/relationships/image" Target="/ppt/media/image57.png" Id="R2d1da5de84564ba9" /><Relationship Type="http://schemas.openxmlformats.org/officeDocument/2006/relationships/image" Target="/ppt/media/image58.png" Id="Rf58f52100075494c" /><Relationship Type="http://schemas.openxmlformats.org/officeDocument/2006/relationships/notesSlide" Target="/ppt/notesSlides/notesSlide24.xml" Id="R827f04b9585d479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b59462425ea482c" /><Relationship Type="http://schemas.openxmlformats.org/officeDocument/2006/relationships/image" Target="/ppt/media/image59.png" Id="R35e6678cec7148e5" /><Relationship Type="http://schemas.openxmlformats.org/officeDocument/2006/relationships/image" Target="/ppt/media/image60.png" Id="R02b1105360d240e2" /><Relationship Type="http://schemas.openxmlformats.org/officeDocument/2006/relationships/notesSlide" Target="/ppt/notesSlides/notesSlide25.xml" Id="R46b7cbb03b284a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eba7baa6c4f4de3" /><Relationship Type="http://schemas.openxmlformats.org/officeDocument/2006/relationships/image" Target="/ppt/media/image61.png" Id="R3a1846f4301d4e66" /><Relationship Type="http://schemas.openxmlformats.org/officeDocument/2006/relationships/notesSlide" Target="/ppt/notesSlides/notesSlide26.xml" Id="Rb3cdd77fd58940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31c4edeba0b424c" /><Relationship Type="http://schemas.openxmlformats.org/officeDocument/2006/relationships/image" Target="/ppt/media/image62.png" Id="R6bdc6d26e1594241" /><Relationship Type="http://schemas.openxmlformats.org/officeDocument/2006/relationships/notesSlide" Target="/ppt/notesSlides/notesSlide27.xml" Id="R1d77f092f4a4417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bef89efbfdb468f" /><Relationship Type="http://schemas.openxmlformats.org/officeDocument/2006/relationships/image" Target="/ppt/media/image63.png" Id="Rbe18b952af424d58" /><Relationship Type="http://schemas.openxmlformats.org/officeDocument/2006/relationships/notesSlide" Target="/ppt/notesSlides/notesSlide28.xml" Id="R95ccef487a8c4bb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401e3e812454a34" /><Relationship Type="http://schemas.openxmlformats.org/officeDocument/2006/relationships/image" Target="/ppt/media/image64.png" Id="R97a40fcff3e44fb7" /><Relationship Type="http://schemas.openxmlformats.org/officeDocument/2006/relationships/notesSlide" Target="/ppt/notesSlides/notesSlide29.xml" Id="Re3705a3f563e4a1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cf74603c10f4398" /><Relationship Type="http://schemas.openxmlformats.org/officeDocument/2006/relationships/image" Target="/ppt/media/image65.png" Id="R2ac8152bf8564371" /><Relationship Type="http://schemas.openxmlformats.org/officeDocument/2006/relationships/notesSlide" Target="/ppt/notesSlides/notesSlide30.xml" Id="R7682b8197ce24ca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d48dd8edf964248" /><Relationship Type="http://schemas.openxmlformats.org/officeDocument/2006/relationships/image" Target="/ppt/media/image66.png" Id="R3a217a970cb94746" /><Relationship Type="http://schemas.openxmlformats.org/officeDocument/2006/relationships/image" Target="/ppt/media/image67.png" Id="R357a7f23e2c8454b" /><Relationship Type="http://schemas.openxmlformats.org/officeDocument/2006/relationships/image" Target="/ppt/media/image68.png" Id="R8bc4cec3b84844d6" /><Relationship Type="http://schemas.openxmlformats.org/officeDocument/2006/relationships/notesSlide" Target="/ppt/notesSlides/notesSlide31.xml" Id="R2b12f1f3cf504f2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15d1c0388aa4af9" /><Relationship Type="http://schemas.openxmlformats.org/officeDocument/2006/relationships/image" Target="/ppt/media/image69.png" Id="R786793bc8e0b4726" /><Relationship Type="http://schemas.openxmlformats.org/officeDocument/2006/relationships/image" Target="/ppt/media/image70.png" Id="Rd625913e25ea40e4" /><Relationship Type="http://schemas.openxmlformats.org/officeDocument/2006/relationships/image" Target="/ppt/media/image71.png" Id="Rc18ce4710fd0429f" /><Relationship Type="http://schemas.openxmlformats.org/officeDocument/2006/relationships/image" Target="/ppt/media/image72.png" Id="R31caec6f78574332" /><Relationship Type="http://schemas.openxmlformats.org/officeDocument/2006/relationships/image" Target="/ppt/media/image73.png" Id="R4279a6c1eba448c7" /><Relationship Type="http://schemas.openxmlformats.org/officeDocument/2006/relationships/notesSlide" Target="/ppt/notesSlides/notesSlide32.xml" Id="R746310c55375420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35bbbe4c654e6e" /><Relationship Type="http://schemas.openxmlformats.org/officeDocument/2006/relationships/image" Target="/ppt/media/image74.png" Id="R0ba6f4acf14d4e75" /><Relationship Type="http://schemas.openxmlformats.org/officeDocument/2006/relationships/image" Target="/ppt/media/image75.png" Id="Rf698659d88084b4f" /><Relationship Type="http://schemas.openxmlformats.org/officeDocument/2006/relationships/notesSlide" Target="/ppt/notesSlides/notesSlide33.xml" Id="R96b1de30c81347f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1f16d0596834119" /><Relationship Type="http://schemas.openxmlformats.org/officeDocument/2006/relationships/image" Target="/ppt/media/image76.png" Id="R3b5c2bd3d0ae4ed9" /><Relationship Type="http://schemas.openxmlformats.org/officeDocument/2006/relationships/notesSlide" Target="/ppt/notesSlides/notesSlide34.xml" Id="R7173bb688cfa4a4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69492e66ee94c18" /><Relationship Type="http://schemas.openxmlformats.org/officeDocument/2006/relationships/image" Target="/ppt/media/image77.png" Id="R07cedbc15fc74a96" /><Relationship Type="http://schemas.openxmlformats.org/officeDocument/2006/relationships/notesSlide" Target="/ppt/notesSlides/notesSlide35.xml" Id="R83638f9b670f4f1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453486a7500441a" /><Relationship Type="http://schemas.openxmlformats.org/officeDocument/2006/relationships/image" Target="/ppt/media/image78.png" Id="Rf1159c1ffa1742e2" /><Relationship Type="http://schemas.openxmlformats.org/officeDocument/2006/relationships/image" Target="/ppt/media/image79.png" Id="Rc5e4db27258a429e" /><Relationship Type="http://schemas.openxmlformats.org/officeDocument/2006/relationships/notesSlide" Target="/ppt/notesSlides/notesSlide36.xml" Id="Rdbc79a01b7e643d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8cb536d9bf74fff" /><Relationship Type="http://schemas.openxmlformats.org/officeDocument/2006/relationships/image" Target="/ppt/media/image80.png" Id="R2186592e78134b92" /><Relationship Type="http://schemas.openxmlformats.org/officeDocument/2006/relationships/image" Target="/ppt/media/image81.png" Id="R1145c6a73fae4c1a" /><Relationship Type="http://schemas.openxmlformats.org/officeDocument/2006/relationships/notesSlide" Target="/ppt/notesSlides/notesSlide37.xml" Id="Rb7d12a68bd1a45b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e4b0b768a614618" /><Relationship Type="http://schemas.openxmlformats.org/officeDocument/2006/relationships/image" Target="/ppt/media/image82.png" Id="R19d55f288c794217" /><Relationship Type="http://schemas.openxmlformats.org/officeDocument/2006/relationships/image" Target="/ppt/media/image83.png" Id="R04aec5c102984a68" /><Relationship Type="http://schemas.openxmlformats.org/officeDocument/2006/relationships/notesSlide" Target="/ppt/notesSlides/notesSlide38.xml" Id="R0c455dfd5e9b424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d69c980554e4384" /><Relationship Type="http://schemas.openxmlformats.org/officeDocument/2006/relationships/image" Target="/ppt/media/image84.png" Id="R39dd584c477d473e" /><Relationship Type="http://schemas.openxmlformats.org/officeDocument/2006/relationships/image" Target="/ppt/media/image85.png" Id="R68e6467d2921425d" /><Relationship Type="http://schemas.openxmlformats.org/officeDocument/2006/relationships/image" Target="/ppt/media/image86.png" Id="R5981d5c92f584d27" /><Relationship Type="http://schemas.openxmlformats.org/officeDocument/2006/relationships/notesSlide" Target="/ppt/notesSlides/notesSlide39.xml" Id="Re39cc5ce1fcb4d4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12ef72278634d78" /><Relationship Type="http://schemas.openxmlformats.org/officeDocument/2006/relationships/image" Target="/ppt/media/image87.png" Id="Ra7f0ceebd78e4f08" /><Relationship Type="http://schemas.openxmlformats.org/officeDocument/2006/relationships/notesSlide" Target="/ppt/notesSlides/notesSlide40.xml" Id="R9bd09137a5c14d0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95ebbcaf45b4ba9" /><Relationship Type="http://schemas.openxmlformats.org/officeDocument/2006/relationships/image" Target="/ppt/media/image88.png" Id="R47f7e1cc50d645dc" /><Relationship Type="http://schemas.openxmlformats.org/officeDocument/2006/relationships/image" Target="/ppt/media/image89.png" Id="Re6779da248e64f4c" /><Relationship Type="http://schemas.openxmlformats.org/officeDocument/2006/relationships/notesSlide" Target="/ppt/notesSlides/notesSlide41.xml" Id="Rba6eef9280ed457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2870a3af0fe406c" /><Relationship Type="http://schemas.openxmlformats.org/officeDocument/2006/relationships/image" Target="/ppt/media/image90.png" Id="R33a9eaafc89c4167" /><Relationship Type="http://schemas.openxmlformats.org/officeDocument/2006/relationships/image" Target="/ppt/media/image91.png" Id="R39936bd094b14bc9" /><Relationship Type="http://schemas.openxmlformats.org/officeDocument/2006/relationships/image" Target="/ppt/media/image92.png" Id="R2a94000b213f4eee" /><Relationship Type="http://schemas.openxmlformats.org/officeDocument/2006/relationships/image" Target="/ppt/media/image93.png" Id="R9943a98c69ee4db5" /><Relationship Type="http://schemas.openxmlformats.org/officeDocument/2006/relationships/image" Target="/ppt/media/image94.png" Id="R93cf1707e8094542" /><Relationship Type="http://schemas.openxmlformats.org/officeDocument/2006/relationships/notesSlide" Target="/ppt/notesSlides/notesSlide42.xml" Id="R34cbfb265fc04c4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f9563c701c449d6" /><Relationship Type="http://schemas.openxmlformats.org/officeDocument/2006/relationships/image" Target="/ppt/media/image95.png" Id="Rabdefc77d1ff4bd2" /><Relationship Type="http://schemas.openxmlformats.org/officeDocument/2006/relationships/image" Target="/ppt/media/image96.png" Id="R011ba2ffa12d4dd4" /><Relationship Type="http://schemas.openxmlformats.org/officeDocument/2006/relationships/image" Target="/ppt/media/image97.png" Id="R6af811e08dfd4402" /><Relationship Type="http://schemas.openxmlformats.org/officeDocument/2006/relationships/notesSlide" Target="/ppt/notesSlides/notesSlide43.xml" Id="Rfd040953f67b413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4ba6e8bec3d496d" /><Relationship Type="http://schemas.openxmlformats.org/officeDocument/2006/relationships/image" Target="/ppt/media/image98.png" Id="Rf0dba2e2cb7b4c7f" /><Relationship Type="http://schemas.openxmlformats.org/officeDocument/2006/relationships/notesSlide" Target="/ppt/notesSlides/notesSlide44.xml" Id="R54d4e4df795f4e0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5ee89cd07f8460c" /><Relationship Type="http://schemas.openxmlformats.org/officeDocument/2006/relationships/image" Target="/ppt/media/image99.png" Id="Rb3de0987134940d1" /><Relationship Type="http://schemas.openxmlformats.org/officeDocument/2006/relationships/notesSlide" Target="/ppt/notesSlides/notesSlide45.xml" Id="Ra4b73545028a494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51d413d358041fc" /><Relationship Type="http://schemas.openxmlformats.org/officeDocument/2006/relationships/image" Target="/ppt/media/image100.png" Id="R61fc1007d50e4231" /><Relationship Type="http://schemas.openxmlformats.org/officeDocument/2006/relationships/notesSlide" Target="/ppt/notesSlides/notesSlide46.xml" Id="Rbd5ddfc1bd9a426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7e2fade72224701" /><Relationship Type="http://schemas.openxmlformats.org/officeDocument/2006/relationships/image" Target="/ppt/media/image101.png" Id="R3a10a51688934ad4" /><Relationship Type="http://schemas.openxmlformats.org/officeDocument/2006/relationships/notesSlide" Target="/ppt/notesSlides/notesSlide47.xml" Id="R84acaf0c1b404e9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1d0caab06f014e10" /><Relationship Type="http://schemas.openxmlformats.org/officeDocument/2006/relationships/image" Target="/ppt/media/image102.png" Id="R58aca2ef3dcc4ed9" /><Relationship Type="http://schemas.openxmlformats.org/officeDocument/2006/relationships/notesSlide" Target="/ppt/notesSlides/notesSlide48.xml" Id="R55e7c5e284b0442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e7d6e889ad248e9" /><Relationship Type="http://schemas.openxmlformats.org/officeDocument/2006/relationships/image" Target="/ppt/media/image103.png" Id="R5cc442c2ad6b4db2" /><Relationship Type="http://schemas.openxmlformats.org/officeDocument/2006/relationships/image" Target="/ppt/media/image104.png" Id="Rdad23e1455534911" /><Relationship Type="http://schemas.openxmlformats.org/officeDocument/2006/relationships/image" Target="/ppt/media/image105.png" Id="Rebbd052be1bf45a7" /><Relationship Type="http://schemas.openxmlformats.org/officeDocument/2006/relationships/image" Target="/ppt/media/image106.png" Id="Rd277d4bfeed240a1" /><Relationship Type="http://schemas.openxmlformats.org/officeDocument/2006/relationships/notesSlide" Target="/ppt/notesSlides/notesSlide49.xml" Id="R134f1f77814a477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5eb9815309b4e72" /><Relationship Type="http://schemas.openxmlformats.org/officeDocument/2006/relationships/image" Target="/ppt/media/image107.png" Id="R651610e75a9744af" /><Relationship Type="http://schemas.openxmlformats.org/officeDocument/2006/relationships/notesSlide" Target="/ppt/notesSlides/notesSlide50.xml" Id="R7a8fcc42373c4188"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21ECAAB-B503-4477-9707-1A1CFDCA15F1}"/>
              </a:ext>
            </a:extLst>
          </p:cNvPr>
          <p:cNvPicPr>
            <a:picLocks xmlns:a="http://schemas.openxmlformats.org/drawingml/2006/main" noChangeAspect="1"/>
          </p:cNvPicPr>
          <p:nvPr/>
        </p:nvPicPr>
        <p:blipFill>
          <a:blip xmlns:r="http://schemas.openxmlformats.org/officeDocument/2006/relationships" xmlns:a="http://schemas.openxmlformats.org/drawingml/2006/main" r:embed="Rcf4f2b8efafb4bb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F516C239-672B-411E-93D5-6C20C0D9D81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03872767-1729-4EB9-B669-8B44E192A7D5}"/>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71074C0C-BF44-4A28-B959-861C380648D7}"/>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CA06DF50-88E2-4BFE-B923-30BFA5EB94EB}"/>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8B689E26-30BE-4EAD-9738-403F419175F6}"/>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F0C42E6E-096E-4FB2-A7CC-9EDE96C35E2C}"/>
              </a:ext>
            </a:extLst>
          </p:cNvPr>
          <p:cNvPicPr>
            <a:picLocks xmlns:a="http://schemas.openxmlformats.org/drawingml/2006/main" noChangeAspect="1"/>
          </p:cNvPicPr>
          <p:nvPr/>
        </p:nvPicPr>
        <p:blipFill>
          <a:blip xmlns:r="http://schemas.openxmlformats.org/officeDocument/2006/relationships" xmlns:a="http://schemas.openxmlformats.org/drawingml/2006/main" r:embed="R344cec62fe8642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0B08679-9F15-4623-8EE9-8770E74B6268}"/>
              </a:ext>
            </a:extLst>
          </p:cNvPr>
          <p:cNvPicPr>
            <a:picLocks xmlns:a="http://schemas.openxmlformats.org/drawingml/2006/main" noChangeAspect="1"/>
          </p:cNvPicPr>
          <p:nvPr/>
        </p:nvPicPr>
        <p:blipFill>
          <a:blip xmlns:r="http://schemas.openxmlformats.org/officeDocument/2006/relationships" xmlns:a="http://schemas.openxmlformats.org/drawingml/2006/main" r:embed="Re581e89aac3c48d3"/>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4B611AB7-5C0A-4CBE-A20E-83E29A0C884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7271307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EB52D30-170B-421D-B895-7959FF7F89CB}"/>
              </a:ext>
            </a:extLst>
          </p:cNvPr>
          <p:cNvPicPr>
            <a:picLocks xmlns:a="http://schemas.openxmlformats.org/drawingml/2006/main" noChangeAspect="1"/>
          </p:cNvPicPr>
          <p:nvPr/>
        </p:nvPicPr>
        <p:blipFill>
          <a:blip xmlns:r="http://schemas.openxmlformats.org/officeDocument/2006/relationships" xmlns:a="http://schemas.openxmlformats.org/drawingml/2006/main" r:embed="R044d0fd8035540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0A3288-FE90-478D-8643-332A0795865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A374B6-4F64-4B8E-BB69-341335D2B0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8221F657-7A65-41DD-AE8E-1E5ACFCA5A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9BB8EA-0ECE-46BD-9667-A2AE5353D5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22ACC868-39D9-40E9-A0BB-56A2D8AFED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F55C7DEF-E557-419E-9F16-B0A55654D8B5}"/>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707A553-D3BE-437B-9EC8-AD976B27C583}"/>
              </a:ext>
            </a:extLst>
          </p:cNvPr>
          <p:cNvPicPr>
            <a:picLocks xmlns:a="http://schemas.openxmlformats.org/drawingml/2006/main" noChangeAspect="1"/>
          </p:cNvPicPr>
          <p:nvPr/>
        </p:nvPicPr>
        <p:blipFill>
          <a:blip xmlns:r="http://schemas.openxmlformats.org/officeDocument/2006/relationships" xmlns:a="http://schemas.openxmlformats.org/drawingml/2006/main" r:embed="R5f83035c9efc4967"/>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5375563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80BB3F98-7157-4320-B640-BD3D8B78B343}"/>
              </a:ext>
            </a:extLst>
          </p:cNvPr>
          <p:cNvPicPr>
            <a:picLocks xmlns:a="http://schemas.openxmlformats.org/drawingml/2006/main" noChangeAspect="1"/>
          </p:cNvPicPr>
          <p:nvPr/>
        </p:nvPicPr>
        <p:blipFill>
          <a:blip xmlns:r="http://schemas.openxmlformats.org/officeDocument/2006/relationships" xmlns:a="http://schemas.openxmlformats.org/drawingml/2006/main" r:embed="R8e2ac34efb0d43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CD2A3F-2D57-440E-B2F0-25C80E78436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98DB50-76CE-4179-BA27-C03F0B4D0FE2}"/>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5246DDB0-956F-4F8F-B5A1-601A001184DE}"/>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6AF8B63A-DBA1-428D-A3A5-3A3A16F8F157}"/>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34EA693-E003-4BA2-8E06-AD5C92E2BDF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05CA6A15-C663-4C1D-8A92-218C7212E224}"/>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1D93209-6D14-4162-9C20-7081FA2875A6}"/>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6D0D35B-FEB7-4D23-995F-1950F4AB438B}"/>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426B0A7D-3E85-4A38-8C22-1228267511E8}"/>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5985FBB-28EB-418F-869D-5B937601BC69}"/>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81C702D7-3EAD-41F2-9EA7-EE804293DF65}"/>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2F88514-AB96-4140-9202-BF28C5F7719C}"/>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BB70C22E-3A80-47E7-8539-D6B20D1FF756}"/>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A536749A-4144-4BC4-A763-A2463FF3AB2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4860682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67B9C3B-35EA-4935-9FE1-DC6526F5C399}"/>
              </a:ext>
            </a:extLst>
          </p:cNvPr>
          <p:cNvPicPr>
            <a:picLocks xmlns:a="http://schemas.openxmlformats.org/drawingml/2006/main" noChangeAspect="1"/>
          </p:cNvPicPr>
          <p:nvPr/>
        </p:nvPicPr>
        <p:blipFill>
          <a:blip xmlns:r="http://schemas.openxmlformats.org/officeDocument/2006/relationships" xmlns:a="http://schemas.openxmlformats.org/drawingml/2006/main" r:embed="Reaf2066c9d3842a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52BBFE-3524-4873-8A99-078CE52EA1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1F08CE-7493-4D6F-856A-E9F6DDD622EE}"/>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3196B686-62CC-48DF-BF1A-BACE70EC8C2F}"/>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6FF847-1126-4263-BAE0-B9ECE8BB056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69D8A7A2-6381-4F36-A1E8-5A07E7DA7DEB}"/>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2DC8E0F-5BB4-46E0-BD6F-50567F18B2BA}"/>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D663EC8-B338-4154-B413-7ABF177C30E7}"/>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1427E3C-EBBA-40E0-9E0A-3A88FBF1DE9C}"/>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3C94DAC4-473D-415E-8B23-6982CC89BBF3}"/>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F22858A1-A0FF-4087-953B-8B76B8FB677E}"/>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AF1F540-6CFF-4A4B-A300-7F3D1D9A4883}"/>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758EC3A9-7774-4EC6-8B50-139F52B0916C}"/>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BE7AD5D2-7081-4DA7-B024-3AA8E1A7162B}"/>
              </a:ext>
            </a:extLst>
          </p:cNvPr>
          <p:cNvPicPr>
            <a:picLocks xmlns:a="http://schemas.openxmlformats.org/drawingml/2006/main" noChangeAspect="1"/>
          </p:cNvPicPr>
          <p:nvPr/>
        </p:nvPicPr>
        <p:blipFill>
          <a:blip xmlns:r="http://schemas.openxmlformats.org/officeDocument/2006/relationships" xmlns:a="http://schemas.openxmlformats.org/drawingml/2006/main" r:embed="R02754a3f6eef4ae1"/>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52482980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E8280F0-5374-403A-855B-1A4EB1826CDE}"/>
              </a:ext>
            </a:extLst>
          </p:cNvPr>
          <p:cNvPicPr>
            <a:picLocks xmlns:a="http://schemas.openxmlformats.org/drawingml/2006/main" noChangeAspect="1"/>
          </p:cNvPicPr>
          <p:nvPr/>
        </p:nvPicPr>
        <p:blipFill>
          <a:blip xmlns:r="http://schemas.openxmlformats.org/officeDocument/2006/relationships" xmlns:a="http://schemas.openxmlformats.org/drawingml/2006/main" r:embed="R92cf577836774ae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DCADB2E-6526-4217-BCFF-21493D6D66D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B379167-1EF0-4F00-953C-663E0962416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E9638D54-08DF-4301-80DB-20A8E5A5348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66C5C170-B0C9-4FB2-A0B0-3E876C8DB1EC}"/>
              </a:ext>
            </a:extLst>
          </p:cNvPr>
          <p:cNvPicPr>
            <a:picLocks xmlns:a="http://schemas.openxmlformats.org/drawingml/2006/main" noChangeAspect="1"/>
          </p:cNvPicPr>
          <p:nvPr/>
        </p:nvPicPr>
        <p:blipFill>
          <a:blip xmlns:r="http://schemas.openxmlformats.org/officeDocument/2006/relationships" xmlns:a="http://schemas.openxmlformats.org/drawingml/2006/main" r:embed="Rb4ecc1f3109a4f2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4E04989-B8F9-4638-B239-F325527784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FA372316-CFCA-4DE7-BB97-FF70F0C2985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0C6B2C80-7204-4309-845D-15912609F7B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847CB68E-DA23-4BA0-B36F-D9AE0C85430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5270661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D5081DC-25DA-4589-BEB1-63EE0948CA8A}"/>
              </a:ext>
            </a:extLst>
          </p:cNvPr>
          <p:cNvPicPr>
            <a:picLocks xmlns:a="http://schemas.openxmlformats.org/drawingml/2006/main" noChangeAspect="1"/>
          </p:cNvPicPr>
          <p:nvPr/>
        </p:nvPicPr>
        <p:blipFill>
          <a:blip xmlns:r="http://schemas.openxmlformats.org/officeDocument/2006/relationships" xmlns:a="http://schemas.openxmlformats.org/drawingml/2006/main" r:embed="R703d991b7b24456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AA0722-9C3D-42A8-8070-8CC3CC8114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E14044-C34C-4017-AF88-58ABEED2AB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2DEFF2A-878D-4C4A-B116-9AD4FEEBCB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F757662-57DD-4E44-8A3D-39A88D4FB60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541FE5B-E431-417C-B4FD-08315EC3247C}"/>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ED2590DB-F8FE-45C3-B899-D29D15BB89E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C6FEECB-2610-49F6-90A6-05238BE8ACC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8AEF0582-A560-419B-A0CF-09F2191B0C1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FE8BB472-57D0-48C1-B483-A9001291F72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0A15235D-5B56-4F07-B0C9-B63CB2BA9D9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E4AD0EF-A9F1-4AB3-95E0-CA0DFB8AE65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4006651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78E7AFF7-850A-40FD-849F-2CEC4B382565}"/>
              </a:ext>
            </a:extLst>
          </p:cNvPr>
          <p:cNvPicPr>
            <a:picLocks xmlns:a="http://schemas.openxmlformats.org/drawingml/2006/main" noChangeAspect="1"/>
          </p:cNvPicPr>
          <p:nvPr/>
        </p:nvPicPr>
        <p:blipFill>
          <a:blip xmlns:r="http://schemas.openxmlformats.org/officeDocument/2006/relationships" xmlns:a="http://schemas.openxmlformats.org/drawingml/2006/main" r:embed="R611a560e0613467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1F12FE-F562-40C2-ACE0-C6EF296057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AA2624-D512-4C02-9316-4C93AB42F16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76BC333-9BF0-420E-97EF-9B4C3479F8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53EEB63-F269-47E3-8EFD-EFB9853A7A9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736FF5E-CCB2-41FC-BE4E-522C67AE6F30}"/>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A737B919-8F5C-4DF4-9C45-9EC15E376E9B}"/>
              </a:ext>
            </a:extLst>
          </p:cNvPr>
          <p:cNvPicPr>
            <a:picLocks xmlns:a="http://schemas.openxmlformats.org/drawingml/2006/main" noChangeAspect="1"/>
          </p:cNvPicPr>
          <p:nvPr/>
        </p:nvPicPr>
        <p:blipFill>
          <a:blip xmlns:r="http://schemas.openxmlformats.org/officeDocument/2006/relationships" xmlns:a="http://schemas.openxmlformats.org/drawingml/2006/main" r:embed="R7fad1a49f6294703"/>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7E11F3C-CA4B-4AC8-8047-A3B718492721}"/>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4CBAC164-84F1-4B5B-88FC-5EE797234323}"/>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05207ECA-DDA0-412C-8D13-EC17EF7651DC}"/>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7882E970-C6AF-438C-A472-9E1D40DC297F}"/>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20E9F7F5-99C9-4B91-AF9B-6DE5EC5B023E}"/>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6FC037E7-E025-4F02-A23A-62621006CCB4}"/>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8CDE492F-7C31-4E72-A59D-3648E272FFB6}"/>
              </a:ext>
            </a:extLst>
          </p:cNvPr>
          <p:cNvPicPr>
            <a:picLocks xmlns:a="http://schemas.openxmlformats.org/drawingml/2006/main" noChangeAspect="1"/>
          </p:cNvPicPr>
          <p:nvPr/>
        </p:nvPicPr>
        <p:blipFill>
          <a:blip xmlns:r="http://schemas.openxmlformats.org/officeDocument/2006/relationships" xmlns:a="http://schemas.openxmlformats.org/drawingml/2006/main" r:embed="Rf8e70a15b7ae437c"/>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9872ABF1-4CEF-4109-A232-B774086F12EC}"/>
              </a:ext>
            </a:extLst>
          </p:cNvPr>
          <p:cNvPicPr>
            <a:picLocks xmlns:a="http://schemas.openxmlformats.org/drawingml/2006/main" noChangeAspect="1"/>
          </p:cNvPicPr>
          <p:nvPr/>
        </p:nvPicPr>
        <p:blipFill>
          <a:blip xmlns:r="http://schemas.openxmlformats.org/officeDocument/2006/relationships" xmlns:a="http://schemas.openxmlformats.org/drawingml/2006/main" r:embed="Rdbaa32fab8b64094"/>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9DD7D03F-5AB0-4D99-9572-77899843D554}"/>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4961B0E-A0C6-4F82-B453-E25B15319E12}"/>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018DA39D-AB49-4F81-8A69-18650A2AF15A}"/>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FB4F55D2-5DDE-46C0-A6FC-328B2B89EE38}"/>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CA98002F-096C-4FE8-AF97-DA188BA61068}"/>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CB36E3C-F067-4D28-88D0-6C09AA7222A7}"/>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51C60DAB-47C5-4035-9B0D-4398C30163CC}"/>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9C5FACDF-6068-4959-84D1-83A39004F1BE}"/>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9859865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02DE45C-C914-4504-A536-5CE89FB80F84}"/>
              </a:ext>
            </a:extLst>
          </p:cNvPr>
          <p:cNvPicPr>
            <a:picLocks xmlns:a="http://schemas.openxmlformats.org/drawingml/2006/main" noChangeAspect="1"/>
          </p:cNvPicPr>
          <p:nvPr/>
        </p:nvPicPr>
        <p:blipFill>
          <a:blip xmlns:r="http://schemas.openxmlformats.org/officeDocument/2006/relationships" xmlns:a="http://schemas.openxmlformats.org/drawingml/2006/main" r:embed="R01ec5bb9d3824f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6114FD3-91A0-46A2-907A-1857224999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FBD5B8-6984-45B7-B972-8FBC53D93C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7593105-42FE-48B3-8228-17A7B61EF41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581D3E8-D02C-460C-A2EC-FAA39941C2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2B80223-F082-48A6-899B-97094CAA625E}"/>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932FA4B7-878A-4366-9C35-6D9DF2779B84}"/>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E027AE79-E2C1-4DD3-AF41-57F9A13A2F64}"/>
              </a:ext>
            </a:extLst>
          </p:cNvPr>
          <p:cNvPicPr>
            <a:picLocks xmlns:a="http://schemas.openxmlformats.org/drawingml/2006/main" noChangeAspect="1"/>
          </p:cNvPicPr>
          <p:nvPr/>
        </p:nvPicPr>
        <p:blipFill>
          <a:blip xmlns:r="http://schemas.openxmlformats.org/officeDocument/2006/relationships" xmlns:a="http://schemas.openxmlformats.org/drawingml/2006/main" r:embed="R890ed8578d644467"/>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136F204-FA46-4063-BB95-B080D6B2C61E}"/>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F70CB003-246F-4599-842B-51F0F0F5B399}"/>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DB6131CC-FDAC-4779-8A81-2D31BC3842CB}"/>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7A36882C-E654-43BA-A046-BEB23E148C9D}"/>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83719D9D-2E42-4F9A-9387-8F5F30A91E4C}"/>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817DE742-7AEE-414C-8363-3941C3818F1D}"/>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9DC052AE-2936-4540-AFD1-7BF7F56AADB2}"/>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9582ED78-6945-4A33-B981-F792DF79F2BE}"/>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6407893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72EAB67-5B00-446A-9A36-AF3B1889DE7D}"/>
              </a:ext>
            </a:extLst>
          </p:cNvPr>
          <p:cNvPicPr>
            <a:picLocks xmlns:a="http://schemas.openxmlformats.org/drawingml/2006/main" noChangeAspect="1"/>
          </p:cNvPicPr>
          <p:nvPr/>
        </p:nvPicPr>
        <p:blipFill>
          <a:blip xmlns:r="http://schemas.openxmlformats.org/officeDocument/2006/relationships" xmlns:a="http://schemas.openxmlformats.org/drawingml/2006/main" r:embed="Rf20eea8e49dc46c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323F4D2-CA37-41D0-ACCB-F0042E26838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B8024A-02B5-4CBC-A7D4-B19B418D372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E5D433B-75D5-41BE-83D0-3FB1EC6743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076F86A-6FF9-49BC-AAB4-AFCD1C85F6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3DE7166-C1C4-4825-B0B5-B0977608BD0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E2BC61CD-E4B8-4214-B0E7-9313601605AC}"/>
              </a:ext>
            </a:extLst>
          </p:cNvPr>
          <p:cNvPicPr>
            <a:picLocks xmlns:a="http://schemas.openxmlformats.org/drawingml/2006/main" noChangeAspect="1"/>
          </p:cNvPicPr>
          <p:nvPr/>
        </p:nvPicPr>
        <p:blipFill>
          <a:blip xmlns:r="http://schemas.openxmlformats.org/officeDocument/2006/relationships" xmlns:a="http://schemas.openxmlformats.org/drawingml/2006/main" r:embed="Rf570907040db480c"/>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E3AA87C-0A25-42BE-8A7C-B3320D255647}"/>
              </a:ext>
            </a:extLst>
          </p:cNvPr>
          <p:cNvPicPr>
            <a:picLocks xmlns:a="http://schemas.openxmlformats.org/drawingml/2006/main" noChangeAspect="1"/>
          </p:cNvPicPr>
          <p:nvPr/>
        </p:nvPicPr>
        <p:blipFill>
          <a:blip xmlns:r="http://schemas.openxmlformats.org/officeDocument/2006/relationships" xmlns:a="http://schemas.openxmlformats.org/drawingml/2006/main" r:embed="R3155e3c3786942e6"/>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A9981CBD-00F2-406C-9EEA-0D33074F444E}"/>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1A325F7E-CEB2-4488-ADE5-1A402B387213}"/>
              </a:ext>
            </a:extLst>
          </p:cNvPr>
          <p:cNvPicPr>
            <a:picLocks xmlns:a="http://schemas.openxmlformats.org/drawingml/2006/main" noChangeAspect="1"/>
          </p:cNvPicPr>
          <p:nvPr/>
        </p:nvPicPr>
        <p:blipFill>
          <a:blip xmlns:r="http://schemas.openxmlformats.org/officeDocument/2006/relationships" xmlns:a="http://schemas.openxmlformats.org/drawingml/2006/main" r:embed="Re8159c2f09cd444e"/>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AC181481-A80F-44B8-8D97-D124EB7FCF4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504AD93B-F8A7-4A98-899B-E9A98427A31E}"/>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20935716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B7980A2-00AB-4EBB-AF14-D22FD057A502}"/>
              </a:ext>
            </a:extLst>
          </p:cNvPr>
          <p:cNvPicPr>
            <a:picLocks xmlns:a="http://schemas.openxmlformats.org/drawingml/2006/main" noChangeAspect="1"/>
          </p:cNvPicPr>
          <p:nvPr/>
        </p:nvPicPr>
        <p:blipFill>
          <a:blip xmlns:r="http://schemas.openxmlformats.org/officeDocument/2006/relationships" xmlns:a="http://schemas.openxmlformats.org/drawingml/2006/main" r:embed="Ra28254bec37c4c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15AB3B-7638-4731-BCEF-255B0E20B4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F3F815-4519-4E56-8374-80A434E063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88B3E76-DC4D-4C47-B9DC-56A36B4C1D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28625DB-5ADD-4B6A-9C19-D305B3A7DF5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DDE838C-6F44-4EA9-9486-7CB856AE5E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9002CB43-DDA0-44BB-AE14-50297F9657E9}"/>
              </a:ext>
            </a:extLst>
          </p:cNvPr>
          <p:cNvPicPr>
            <a:picLocks xmlns:a="http://schemas.openxmlformats.org/drawingml/2006/main" noChangeAspect="1"/>
          </p:cNvPicPr>
          <p:nvPr/>
        </p:nvPicPr>
        <p:blipFill>
          <a:blip xmlns:r="http://schemas.openxmlformats.org/officeDocument/2006/relationships" xmlns:a="http://schemas.openxmlformats.org/drawingml/2006/main" r:embed="R17c3964c7be542ae"/>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410B0DB-6FCB-4DFC-966D-B3DFFBBC26FC}"/>
              </a:ext>
            </a:extLst>
          </p:cNvPr>
          <p:cNvPicPr>
            <a:picLocks xmlns:a="http://schemas.openxmlformats.org/drawingml/2006/main" noChangeAspect="1"/>
          </p:cNvPicPr>
          <p:nvPr/>
        </p:nvPicPr>
        <p:blipFill>
          <a:blip xmlns:r="http://schemas.openxmlformats.org/officeDocument/2006/relationships" xmlns:a="http://schemas.openxmlformats.org/drawingml/2006/main" r:embed="R5877fc12610048fe"/>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9552145-B8C0-4885-ACB8-A9DFA6E35E2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038B429-B937-4C67-9B45-C5D8A78BF39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BCC7C0E3-6A78-4202-B4D5-DF8A7331EE36}"/>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5ED58884-5A1F-4FDC-9A4B-DE14071C7A3D}"/>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3394917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AB6E9C5-7F9B-465E-B428-B988A415EC17}"/>
              </a:ext>
            </a:extLst>
          </p:cNvPr>
          <p:cNvPicPr>
            <a:picLocks xmlns:a="http://schemas.openxmlformats.org/drawingml/2006/main" noChangeAspect="1"/>
          </p:cNvPicPr>
          <p:nvPr/>
        </p:nvPicPr>
        <p:blipFill>
          <a:blip xmlns:r="http://schemas.openxmlformats.org/officeDocument/2006/relationships" xmlns:a="http://schemas.openxmlformats.org/drawingml/2006/main" r:embed="R540498a82ab748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37D9D4D-6C51-4A18-BC6E-FB4A60B97A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8B5730-300D-498D-B21C-37E7F45F95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C70D6DF-79C9-48DF-BCB8-E83F1D906C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C8720BF-E7E8-4703-8318-1245B5F9E0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B03A3AA-9ADC-43DB-958E-28ACA8F47AB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F72F5DD7-8836-4803-8A45-1A0BA04C5607}"/>
              </a:ext>
            </a:extLst>
          </p:cNvPr>
          <p:cNvPicPr>
            <a:picLocks xmlns:a="http://schemas.openxmlformats.org/drawingml/2006/main" noChangeAspect="1"/>
          </p:cNvPicPr>
          <p:nvPr/>
        </p:nvPicPr>
        <p:blipFill>
          <a:blip xmlns:r="http://schemas.openxmlformats.org/officeDocument/2006/relationships" xmlns:a="http://schemas.openxmlformats.org/drawingml/2006/main" r:embed="R151de16b095c45e3"/>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E25164E-07DE-4C6A-B19E-602261E79D75}"/>
              </a:ext>
            </a:extLst>
          </p:cNvPr>
          <p:cNvPicPr>
            <a:picLocks xmlns:a="http://schemas.openxmlformats.org/drawingml/2006/main" noChangeAspect="1"/>
          </p:cNvPicPr>
          <p:nvPr/>
        </p:nvPicPr>
        <p:blipFill>
          <a:blip xmlns:r="http://schemas.openxmlformats.org/officeDocument/2006/relationships" xmlns:a="http://schemas.openxmlformats.org/drawingml/2006/main" r:embed="Radb697c0218d416d"/>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C07C28AD-2889-438A-AA56-11B08ABB842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A017EE6-3F32-4748-BEB3-448899D998A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9CC49A8B-3B51-4575-B496-D10E344B35C1}"/>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AD10F8F3-5E13-4177-AEE0-9F884E758FB8}"/>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7691928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41D3FB8-D978-4B4F-B7EB-8A3A5AFCA084}"/>
              </a:ext>
            </a:extLst>
          </p:cNvPr>
          <p:cNvPicPr>
            <a:picLocks xmlns:a="http://schemas.openxmlformats.org/drawingml/2006/main" noChangeAspect="1"/>
          </p:cNvPicPr>
          <p:nvPr/>
        </p:nvPicPr>
        <p:blipFill>
          <a:blip xmlns:r="http://schemas.openxmlformats.org/officeDocument/2006/relationships" xmlns:a="http://schemas.openxmlformats.org/drawingml/2006/main" r:embed="R5a899d1a4b3d49c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3902CE-E55E-4231-9E70-89F9C3EAE5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61D684B-0AB2-406B-8343-FFAD693CB3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4F91E71-7B7E-4DC9-B63F-97D0597B618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EEF73A-A7B1-42BB-A286-63E877B44B6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3DB7CF1-E37E-4C12-81D3-D67D31C7231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88CDB015-7AA4-4606-A505-5A7E3E63DC92}"/>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9FD5F8C-1484-4691-893A-3388F3D1AF9D}"/>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EBF679C-E876-4E63-8E53-5B467AB367EF}"/>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790F612-E7FC-4969-B9AA-087A6C46EE11}"/>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0ECBF1C-9F7B-4CD1-8FFC-566E9912ACD2}"/>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15275513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34A839F-F64D-4CB5-8726-359C703FDCDC}"/>
              </a:ext>
            </a:extLst>
          </p:cNvPr>
          <p:cNvPicPr>
            <a:picLocks xmlns:a="http://schemas.openxmlformats.org/drawingml/2006/main" noChangeAspect="1"/>
          </p:cNvPicPr>
          <p:nvPr/>
        </p:nvPicPr>
        <p:blipFill>
          <a:blip xmlns:r="http://schemas.openxmlformats.org/officeDocument/2006/relationships" xmlns:a="http://schemas.openxmlformats.org/drawingml/2006/main" r:embed="R8368e74b367d4f3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ACBCF8C-85CF-4F78-9F39-96F4BC3EAC1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789B41D-6C5C-4E8B-8078-75C218AF188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513F7951-AFAA-4D46-8953-F19019193A8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D53CFFF-7342-4432-843F-818094F798CF}"/>
              </a:ext>
            </a:extLst>
          </p:cNvPr>
          <p:cNvPicPr>
            <a:picLocks xmlns:a="http://schemas.openxmlformats.org/drawingml/2006/main" noChangeAspect="1"/>
          </p:cNvPicPr>
          <p:nvPr/>
        </p:nvPicPr>
        <p:blipFill>
          <a:blip xmlns:r="http://schemas.openxmlformats.org/officeDocument/2006/relationships" xmlns:a="http://schemas.openxmlformats.org/drawingml/2006/main" r:embed="R5293ecf1035f4b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9EF008AC-60D8-4C97-A980-FBB695F75B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9BBA5524-9D8B-4E10-829A-AAB6A80506C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D57706AA-B035-474E-8788-0DFC504EC24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C37DC7E3-9FDD-4E4C-A5F9-F1805A7559D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8581943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80E6FFE-E43E-4F9C-BDEC-4686D8461AA9}"/>
              </a:ext>
            </a:extLst>
          </p:cNvPr>
          <p:cNvPicPr>
            <a:picLocks xmlns:a="http://schemas.openxmlformats.org/drawingml/2006/main" noChangeAspect="1"/>
          </p:cNvPicPr>
          <p:nvPr/>
        </p:nvPicPr>
        <p:blipFill>
          <a:blip xmlns:r="http://schemas.openxmlformats.org/officeDocument/2006/relationships" xmlns:a="http://schemas.openxmlformats.org/drawingml/2006/main" r:embed="R6ab8b4186b5a47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D05524-DB48-4B19-8C3E-29CC6BA6C69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1A295A-6DCC-4AEB-81C4-E989116A86F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740A49C-4F46-41EC-AD2A-2357C00A0B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C3BB9D8-FA2D-4B81-AD1D-D14F1478A49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66304F2-D5DD-4647-A37F-22284C611D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BA5D7B29-0E81-45C9-9714-D412F941761C}"/>
              </a:ext>
            </a:extLst>
          </p:cNvPr>
          <p:cNvPicPr>
            <a:picLocks xmlns:a="http://schemas.openxmlformats.org/drawingml/2006/main" noChangeAspect="1"/>
          </p:cNvPicPr>
          <p:nvPr/>
        </p:nvPicPr>
        <p:blipFill>
          <a:blip xmlns:r="http://schemas.openxmlformats.org/officeDocument/2006/relationships" xmlns:a="http://schemas.openxmlformats.org/drawingml/2006/main" r:embed="R22eb580c1e564c58"/>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581B120E-DA7A-4E3E-B417-79339525351A}"/>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0AEEED6E-D22A-45BE-A2DB-1158B9F6D519}"/>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F2A748C9-6BA1-472B-BBDC-1555C954FD8D}"/>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C4A74C42-7A06-4935-B675-E1B15A0F1F40}"/>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6EFD9D33-42A2-4ADE-8621-0A6CD48BED70}"/>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2D0160CB-D661-46C8-819E-365233B2F425}"/>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68EEA300-C97E-438F-B126-D58D09EE6041}"/>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0693F834-CDDF-444A-B16F-9EF411A1BCE9}"/>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28EC85BD-6AA9-44D2-ACE3-96584044D7F0}"/>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DEF0BBA4-8D37-4C12-905C-DB7E923EE8B6}"/>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AF257E98-3399-41F0-9F9F-DDCE3FAB6521}"/>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439C97B3-D8D6-4BF9-9965-B261BFE69ACB}"/>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5B4EC5A0-E696-4889-A33A-12F30658A33C}"/>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385220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6ED1747-635F-426D-BB5E-E70F2DD2F12B}"/>
              </a:ext>
            </a:extLst>
          </p:cNvPr>
          <p:cNvPicPr>
            <a:picLocks xmlns:a="http://schemas.openxmlformats.org/drawingml/2006/main" noChangeAspect="1"/>
          </p:cNvPicPr>
          <p:nvPr/>
        </p:nvPicPr>
        <p:blipFill>
          <a:blip xmlns:r="http://schemas.openxmlformats.org/officeDocument/2006/relationships" xmlns:a="http://schemas.openxmlformats.org/drawingml/2006/main" r:embed="R6e3ce0aad6a5446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95E17F-3C03-4EC7-854D-DE0DD93E3B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39CE18-8D3C-450A-96D8-7CC1FE1444B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EC96653-87AD-4A8E-B44B-C48D93E239C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1A4CFA-2527-4989-B795-205FE3C6C5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5A2CA22-FBEF-41CA-AFDE-8CBDB2DC57C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EF28ED4B-39D6-4228-84B0-DD294B2D4DF4}"/>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0611CDD0-15C5-4601-9549-4065BC2DF8A3}"/>
              </a:ext>
            </a:extLst>
          </p:cNvPr>
          <p:cNvPicPr>
            <a:picLocks xmlns:a="http://schemas.openxmlformats.org/drawingml/2006/main" noChangeAspect="1"/>
          </p:cNvPicPr>
          <p:nvPr/>
        </p:nvPicPr>
        <p:blipFill>
          <a:blip xmlns:r="http://schemas.openxmlformats.org/officeDocument/2006/relationships" xmlns:a="http://schemas.openxmlformats.org/drawingml/2006/main" r:embed="R38dbfb92496d4c19"/>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6AE72B7-6CD4-4235-8A1D-FF00CADFC4E1}"/>
              </a:ext>
            </a:extLst>
          </p:cNvPr>
          <p:cNvPicPr>
            <a:picLocks xmlns:a="http://schemas.openxmlformats.org/drawingml/2006/main" noChangeAspect="1"/>
          </p:cNvPicPr>
          <p:nvPr/>
        </p:nvPicPr>
        <p:blipFill>
          <a:blip xmlns:r="http://schemas.openxmlformats.org/officeDocument/2006/relationships" xmlns:a="http://schemas.openxmlformats.org/drawingml/2006/main" r:embed="Rca9cd64a470d4755"/>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C2ADAA4-1576-4886-A711-59F3300BFACE}"/>
              </a:ext>
            </a:extLst>
          </p:cNvPr>
          <p:cNvPicPr>
            <a:picLocks xmlns:a="http://schemas.openxmlformats.org/drawingml/2006/main" noChangeAspect="1"/>
          </p:cNvPicPr>
          <p:nvPr/>
        </p:nvPicPr>
        <p:blipFill>
          <a:blip xmlns:r="http://schemas.openxmlformats.org/officeDocument/2006/relationships" xmlns:a="http://schemas.openxmlformats.org/drawingml/2006/main" r:embed="R8ac863de1764487b"/>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5273507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8769AC2-1817-4C87-8070-A2DF48ACABB9}"/>
              </a:ext>
            </a:extLst>
          </p:cNvPr>
          <p:cNvPicPr>
            <a:picLocks xmlns:a="http://schemas.openxmlformats.org/drawingml/2006/main" noChangeAspect="1"/>
          </p:cNvPicPr>
          <p:nvPr/>
        </p:nvPicPr>
        <p:blipFill>
          <a:blip xmlns:r="http://schemas.openxmlformats.org/officeDocument/2006/relationships" xmlns:a="http://schemas.openxmlformats.org/drawingml/2006/main" r:embed="Re592fb9c35c046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A116E9-7071-4651-AF38-AEF9FF4B14E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CBF69D-9E8F-4495-8612-1EEA34FF8D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9B11292-7110-4DA4-AFE9-3BBB6CDFBC7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F5829D1-2EE3-4BE2-AB9A-EE483AF9A1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A34554A-01CD-4923-9BAA-47A44320060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637B35E6-1CB2-4FD2-AE66-B74F93EAA89E}"/>
              </a:ext>
            </a:extLst>
          </p:cNvPr>
          <p:cNvPicPr>
            <a:picLocks xmlns:a="http://schemas.openxmlformats.org/drawingml/2006/main" noChangeAspect="1"/>
          </p:cNvPicPr>
          <p:nvPr/>
        </p:nvPicPr>
        <p:blipFill>
          <a:blip xmlns:r="http://schemas.openxmlformats.org/officeDocument/2006/relationships" xmlns:a="http://schemas.openxmlformats.org/drawingml/2006/main" r:embed="R427bde3fdc574845"/>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1DC09BE-02FF-445D-AB6F-CBC053E98271}"/>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DA4298E5-1CFF-41E1-99E7-6CFF4C08DCD4}"/>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9017573-5150-440E-B149-8621AAE4735F}"/>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4694154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4285236-CBD3-400C-ABDF-70DC5FC26405}"/>
              </a:ext>
            </a:extLst>
          </p:cNvPr>
          <p:cNvPicPr>
            <a:picLocks xmlns:a="http://schemas.openxmlformats.org/drawingml/2006/main" noChangeAspect="1"/>
          </p:cNvPicPr>
          <p:nvPr/>
        </p:nvPicPr>
        <p:blipFill>
          <a:blip xmlns:r="http://schemas.openxmlformats.org/officeDocument/2006/relationships" xmlns:a="http://schemas.openxmlformats.org/drawingml/2006/main" r:embed="Rfd5d7a3b3bc44de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9C86D8-A5F0-4A53-A527-5C00FC27970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116CD2-5D68-4CC7-A2D9-010B17BF6CC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EC24226-A49D-46A0-A96A-04AD1ECA8F6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7F22066-D104-407F-A564-401C8E56AB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4F4B1A1-8C81-4AB5-94D7-074C93DB71B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9DF0BE1F-9338-4EA1-ADD2-D58FCA9E5E24}"/>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142FDE8D-F74E-421C-B52C-2DAAC11C1E10}"/>
              </a:ext>
            </a:extLst>
          </p:cNvPr>
          <p:cNvPicPr>
            <a:picLocks xmlns:a="http://schemas.openxmlformats.org/drawingml/2006/main" noChangeAspect="1"/>
          </p:cNvPicPr>
          <p:nvPr/>
        </p:nvPicPr>
        <p:blipFill>
          <a:blip xmlns:r="http://schemas.openxmlformats.org/officeDocument/2006/relationships" xmlns:a="http://schemas.openxmlformats.org/drawingml/2006/main" r:embed="Ra6dd091061a5465d"/>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09CCB99-8D36-48F7-87A2-4B9B675E85FA}"/>
              </a:ext>
            </a:extLst>
          </p:cNvPr>
          <p:cNvPicPr>
            <a:picLocks xmlns:a="http://schemas.openxmlformats.org/drawingml/2006/main" noChangeAspect="1"/>
          </p:cNvPicPr>
          <p:nvPr/>
        </p:nvPicPr>
        <p:blipFill>
          <a:blip xmlns:r="http://schemas.openxmlformats.org/officeDocument/2006/relationships" xmlns:a="http://schemas.openxmlformats.org/drawingml/2006/main" r:embed="R9e46df866c7f4e5a"/>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8F49C6A0-1624-4D68-960E-AC72CB6DBB5B}"/>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8D2BE7C8-6585-417E-8D59-5B3AE2386CFF}"/>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0047919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F42F0AB-1985-4453-87A3-5E5D36509F31}"/>
              </a:ext>
            </a:extLst>
          </p:cNvPr>
          <p:cNvPicPr>
            <a:picLocks xmlns:a="http://schemas.openxmlformats.org/drawingml/2006/main" noChangeAspect="1"/>
          </p:cNvPicPr>
          <p:nvPr/>
        </p:nvPicPr>
        <p:blipFill>
          <a:blip xmlns:r="http://schemas.openxmlformats.org/officeDocument/2006/relationships" xmlns:a="http://schemas.openxmlformats.org/drawingml/2006/main" r:embed="R04ec103c9bcd4e9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730056-2B1B-4396-B415-1F11D1C991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D6524B-AA69-44BC-A0F4-5450296B46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2F6A07D-4C84-4394-960F-7BBA0C2ED4E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4995471-B465-472C-BF2C-C70017E2EB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81A2D12-A8D2-4D13-AC20-A7FF7F2258F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80185E5A-7F14-40EF-B768-4B111556540B}"/>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1C55CAFD-8B6B-4454-9EC5-579D8CD1551F}"/>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17237C55-166B-496E-A154-2E5891C9DC64}"/>
              </a:ext>
            </a:extLst>
          </p:cNvPr>
          <p:cNvPicPr>
            <a:picLocks xmlns:a="http://schemas.openxmlformats.org/drawingml/2006/main" noChangeAspect="1"/>
          </p:cNvPicPr>
          <p:nvPr/>
        </p:nvPicPr>
        <p:blipFill>
          <a:blip xmlns:r="http://schemas.openxmlformats.org/officeDocument/2006/relationships" xmlns:a="http://schemas.openxmlformats.org/drawingml/2006/main" r:embed="Rec1bbec360a2472c"/>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2E319D33-B5CF-4022-BCDA-3B84E69F447E}"/>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984E2B2-8D34-4581-8DBF-DE0FB133D518}"/>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1482E9CD-7003-41F0-A1F2-FF5E5F755F9E}"/>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B2559A00-E709-441B-8FBB-07C471D469D9}"/>
              </a:ext>
            </a:extLst>
          </p:cNvPr>
          <p:cNvPicPr>
            <a:picLocks xmlns:a="http://schemas.openxmlformats.org/drawingml/2006/main" noChangeAspect="1"/>
          </p:cNvPicPr>
          <p:nvPr/>
        </p:nvPicPr>
        <p:blipFill>
          <a:blip xmlns:r="http://schemas.openxmlformats.org/officeDocument/2006/relationships" xmlns:a="http://schemas.openxmlformats.org/drawingml/2006/main" r:embed="R203d3c56ce854deb"/>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527402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9900C31-0BBE-4B05-A2B4-2982CE2327DF}"/>
              </a:ext>
            </a:extLst>
          </p:cNvPr>
          <p:cNvPicPr>
            <a:picLocks xmlns:a="http://schemas.openxmlformats.org/drawingml/2006/main" noChangeAspect="1"/>
          </p:cNvPicPr>
          <p:nvPr/>
        </p:nvPicPr>
        <p:blipFill>
          <a:blip xmlns:r="http://schemas.openxmlformats.org/officeDocument/2006/relationships" xmlns:a="http://schemas.openxmlformats.org/drawingml/2006/main" r:embed="Rad3f37ffb34040f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6EEA4F-FC66-47D7-BFD5-9C98EF224B2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2D52B7-BC6F-46F2-9A76-5F6E360D390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1414CB1-C736-433A-948C-F6D06A0F41F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88F7E47-528B-426B-9550-02CA8B8448A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A06FCD2-27CC-4E69-A9C1-61D9D4DEEB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49F0CB77-1807-4092-8C28-B626882641EB}"/>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D7DBF35F-D40F-466F-9DC2-C9FEDEF0E066}"/>
              </a:ext>
            </a:extLst>
          </p:cNvPr>
          <p:cNvPicPr>
            <a:picLocks xmlns:a="http://schemas.openxmlformats.org/drawingml/2006/main" noChangeAspect="1"/>
          </p:cNvPicPr>
          <p:nvPr/>
        </p:nvPicPr>
        <p:blipFill>
          <a:blip xmlns:r="http://schemas.openxmlformats.org/officeDocument/2006/relationships" xmlns:a="http://schemas.openxmlformats.org/drawingml/2006/main" r:embed="R4d1612c645a14662"/>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8D1BCBF-B47D-4BA7-85F3-B65B11117242}"/>
              </a:ext>
            </a:extLst>
          </p:cNvPr>
          <p:cNvPicPr>
            <a:picLocks xmlns:a="http://schemas.openxmlformats.org/drawingml/2006/main" noChangeAspect="1"/>
          </p:cNvPicPr>
          <p:nvPr/>
        </p:nvPicPr>
        <p:blipFill>
          <a:blip xmlns:r="http://schemas.openxmlformats.org/officeDocument/2006/relationships" xmlns:a="http://schemas.openxmlformats.org/drawingml/2006/main" r:embed="R18d97d07fbc14f67"/>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876F2522-17A3-4105-9653-6F9AD40ED87E}"/>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72F203A8-303A-408C-A96C-3228DA20BE6F}"/>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1940297F-10D9-40B6-8E67-B298773E3C40}"/>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2942898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8BB41154-4448-44F0-839E-0CE474BEABE4}"/>
              </a:ext>
            </a:extLst>
          </p:cNvPr>
          <p:cNvPicPr>
            <a:picLocks xmlns:a="http://schemas.openxmlformats.org/drawingml/2006/main" noChangeAspect="1"/>
          </p:cNvPicPr>
          <p:nvPr/>
        </p:nvPicPr>
        <p:blipFill>
          <a:blip xmlns:r="http://schemas.openxmlformats.org/officeDocument/2006/relationships" xmlns:a="http://schemas.openxmlformats.org/drawingml/2006/main" r:embed="R02ed41b587a0405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DCAF3C-02FA-41B5-8D96-35E11DF2C8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1CBDCE3-A515-4552-9FFC-E6836083478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BF28DB3-CD12-4460-98DF-56B54F824DD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D879F76-B66C-47BC-AB1C-4682B1D9D2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66ACB6A-4CF7-46E8-B397-FB77F2CB9E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0E3F920F-3679-4148-94C9-3186663EC36E}"/>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1B13E9F-EAC9-44DE-88B7-18A922DEF760}"/>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76C631FC-9536-4DB2-B385-EC1DB6FFDCA8}"/>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E7F56B7C-3442-46E3-889D-8242F98628D2}"/>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0B16F525-4A0D-4500-BCA9-4D5CF183F66D}"/>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331AFB58-7F55-4544-89D3-A34B8632D665}"/>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F061EFF-CB06-441F-A83D-C25A88838C16}"/>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DD91AFED-7716-40BB-89CB-E6A865D8DBAE}"/>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21D30AC9-C62D-451F-95A2-48A05C63BCDB}"/>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CBFAD7D1-4124-482C-996E-49B0D131AD83}"/>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F2058888-1C9F-4808-A589-5EEE2AAC7009}"/>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D375F18-16EE-4D06-9AC3-94FFD73F802E}"/>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0756CC8F-CAF1-4591-A454-85E1F23CD6C4}"/>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B9B1485B-AAA9-46BA-A00A-C61B646EF327}"/>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A6FF3103-2AA4-45CE-BE92-C4C87D079177}"/>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98213EE4-DFBB-40BB-BEBD-93F406535F34}"/>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27331A98-A47C-4588-9C95-AD52645520E2}"/>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45484836-A933-4C0B-8A06-585CCCA968C8}"/>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3FC2CE92-D30F-48D5-A219-9365FE62E163}"/>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6ABCB7C6-287F-4311-97E9-DCDA5C9C70FB}"/>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182800117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10190A1-A1AB-4FC1-B5B7-7D8123BFEB31}"/>
              </a:ext>
            </a:extLst>
          </p:cNvPr>
          <p:cNvPicPr>
            <a:picLocks xmlns:a="http://schemas.openxmlformats.org/drawingml/2006/main" noChangeAspect="1"/>
          </p:cNvPicPr>
          <p:nvPr/>
        </p:nvPicPr>
        <p:blipFill>
          <a:blip xmlns:r="http://schemas.openxmlformats.org/officeDocument/2006/relationships" xmlns:a="http://schemas.openxmlformats.org/drawingml/2006/main" r:embed="R773ee87cf8a74a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ACE3C52-15FF-4A72-BE4C-47194AE917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4A19C4-9406-4341-AA36-CB6D415B79F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48F7DBE-09A8-4AB9-A7D3-017E18F953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E7DD329-AA20-4610-A38F-095FC7220BA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565CF0E-68A6-4CA9-B67A-7D011A0C46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DA139019-03DE-4C0D-B292-BC38AB89A6BA}"/>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1871B69D-63E1-4F79-95D4-FDD2082D2958}"/>
              </a:ext>
            </a:extLst>
          </p:cNvPr>
          <p:cNvPicPr>
            <a:picLocks xmlns:a="http://schemas.openxmlformats.org/drawingml/2006/main" noChangeAspect="1"/>
          </p:cNvPicPr>
          <p:nvPr/>
        </p:nvPicPr>
        <p:blipFill>
          <a:blip xmlns:r="http://schemas.openxmlformats.org/officeDocument/2006/relationships" xmlns:a="http://schemas.openxmlformats.org/drawingml/2006/main" r:embed="Rf4a1026614c64c4c"/>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4CB6ADED-DA8C-4781-93DA-E9FB7FB245B2}"/>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88452DE9-0ACF-4C41-BA3C-6BE51795DF62}"/>
              </a:ext>
            </a:extLst>
          </p:cNvPr>
          <p:cNvPicPr>
            <a:picLocks xmlns:a="http://schemas.openxmlformats.org/drawingml/2006/main" noChangeAspect="1"/>
          </p:cNvPicPr>
          <p:nvPr/>
        </p:nvPicPr>
        <p:blipFill>
          <a:blip xmlns:r="http://schemas.openxmlformats.org/officeDocument/2006/relationships" xmlns:a="http://schemas.openxmlformats.org/drawingml/2006/main" r:embed="R21812aac7aa846ae"/>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992223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9FBB5B6-8FF0-4DB4-A0E2-4322E0CCC971}"/>
              </a:ext>
            </a:extLst>
          </p:cNvPr>
          <p:cNvPicPr>
            <a:picLocks xmlns:a="http://schemas.openxmlformats.org/drawingml/2006/main" noChangeAspect="1"/>
          </p:cNvPicPr>
          <p:nvPr/>
        </p:nvPicPr>
        <p:blipFill>
          <a:blip xmlns:r="http://schemas.openxmlformats.org/officeDocument/2006/relationships" xmlns:a="http://schemas.openxmlformats.org/drawingml/2006/main" r:embed="R2243c9587c0446e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08D4D4-54E8-47FA-975E-2A75EFAB71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8305D6-A925-4E8D-B0E0-EB7931CD89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E8ADC2E-3D7F-4878-8FC7-0E6A958A74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10280AB-59B9-490E-861E-D065C06FC9B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00F3ADD-54CA-4D10-BD9B-A3F68C9946B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B0939FDA-D80F-4D56-BD50-7B8B66D46255}"/>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69C95459-8317-4289-92C2-18FD8173D089}"/>
              </a:ext>
            </a:extLst>
          </p:cNvPr>
          <p:cNvPicPr>
            <a:picLocks xmlns:a="http://schemas.openxmlformats.org/drawingml/2006/main" noChangeAspect="1"/>
          </p:cNvPicPr>
          <p:nvPr/>
        </p:nvPicPr>
        <p:blipFill>
          <a:blip xmlns:r="http://schemas.openxmlformats.org/officeDocument/2006/relationships" xmlns:a="http://schemas.openxmlformats.org/drawingml/2006/main" r:embed="R7a393d1f2260405b"/>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C2689DD-3C7D-4AD0-8C87-EF546B279208}"/>
              </a:ext>
            </a:extLst>
          </p:cNvPr>
          <p:cNvPicPr>
            <a:picLocks xmlns:a="http://schemas.openxmlformats.org/drawingml/2006/main" noChangeAspect="1"/>
          </p:cNvPicPr>
          <p:nvPr/>
        </p:nvPicPr>
        <p:blipFill>
          <a:blip xmlns:r="http://schemas.openxmlformats.org/officeDocument/2006/relationships" xmlns:a="http://schemas.openxmlformats.org/drawingml/2006/main" r:embed="R9d5b31063fde43eb"/>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04168367-BA03-4A33-A914-A6D2004036A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AD29A922-EE82-4882-97CF-6D4528E1D85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30958705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D389F9E-12CB-499C-A3A7-B0D6A574BD1B}"/>
              </a:ext>
            </a:extLst>
          </p:cNvPr>
          <p:cNvPicPr>
            <a:picLocks xmlns:a="http://schemas.openxmlformats.org/drawingml/2006/main" noChangeAspect="1"/>
          </p:cNvPicPr>
          <p:nvPr/>
        </p:nvPicPr>
        <p:blipFill>
          <a:blip xmlns:r="http://schemas.openxmlformats.org/officeDocument/2006/relationships" xmlns:a="http://schemas.openxmlformats.org/drawingml/2006/main" r:embed="Ra6d69a998c1644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14E4A2-3A97-438F-A7B2-CF6B840C23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FB952C-D728-4ED5-A6E4-2AD535E652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2B8C998-58F7-4A87-A421-E762CFD071C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5620DC0-3A11-4942-95F5-0C4C6FE932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D968832-7700-41F3-B4C9-55BAF170471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63EE6A60-2F5E-4636-B36F-09F70037BB6E}"/>
              </a:ext>
            </a:extLst>
          </p:cNvPr>
          <p:cNvPicPr>
            <a:picLocks xmlns:a="http://schemas.openxmlformats.org/drawingml/2006/main" noChangeAspect="1"/>
          </p:cNvPicPr>
          <p:nvPr/>
        </p:nvPicPr>
        <p:blipFill>
          <a:blip xmlns:r="http://schemas.openxmlformats.org/officeDocument/2006/relationships" xmlns:a="http://schemas.openxmlformats.org/drawingml/2006/main" r:embed="Rebe0530cd14848ed"/>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D27E707-C768-4CC4-8794-1EC219040CC7}"/>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EAD222E0-621F-41BF-8E95-5D5BFFC415A9}"/>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14FFBEC8-CAF5-4D29-8691-3FC30A78456A}"/>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98B50A77-7A28-42F5-8E2A-44AE16429746}"/>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01687652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0A3E444-D499-40DE-B7A2-994F2CA4109E}"/>
              </a:ext>
            </a:extLst>
          </p:cNvPr>
          <p:cNvPicPr>
            <a:picLocks xmlns:a="http://schemas.openxmlformats.org/drawingml/2006/main" noChangeAspect="1"/>
          </p:cNvPicPr>
          <p:nvPr/>
        </p:nvPicPr>
        <p:blipFill>
          <a:blip xmlns:r="http://schemas.openxmlformats.org/officeDocument/2006/relationships" xmlns:a="http://schemas.openxmlformats.org/drawingml/2006/main" r:embed="R2d1da5de84564ba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2964063-BAF4-4D0D-8BC6-82206FEA680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BFBF685-F996-4EBD-AA69-4D9ED069E7B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4F33985-388B-49FA-9D49-44E3742142A8}"/>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FB3D3D6-3387-4E39-A3E1-BC7CC9B0F58E}"/>
              </a:ext>
            </a:extLst>
          </p:cNvPr>
          <p:cNvPicPr>
            <a:picLocks xmlns:a="http://schemas.openxmlformats.org/drawingml/2006/main" noChangeAspect="1"/>
          </p:cNvPicPr>
          <p:nvPr/>
        </p:nvPicPr>
        <p:blipFill>
          <a:blip xmlns:r="http://schemas.openxmlformats.org/officeDocument/2006/relationships" xmlns:a="http://schemas.openxmlformats.org/drawingml/2006/main" r:embed="Rf58f52100075494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E88CB614-F9EF-4E1F-A917-5D3B150537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C53C5EC3-5EEA-4929-A3F1-E5F06E22574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19F33E39-433F-40F0-85CE-C39C54611BC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B18762C4-D869-497A-B336-A08C06CE45A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76664811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55D4F8E-88F3-48A0-A20E-7925321E02A1}"/>
              </a:ext>
            </a:extLst>
          </p:cNvPr>
          <p:cNvPicPr>
            <a:picLocks xmlns:a="http://schemas.openxmlformats.org/drawingml/2006/main" noChangeAspect="1"/>
          </p:cNvPicPr>
          <p:nvPr/>
        </p:nvPicPr>
        <p:blipFill>
          <a:blip xmlns:r="http://schemas.openxmlformats.org/officeDocument/2006/relationships" xmlns:a="http://schemas.openxmlformats.org/drawingml/2006/main" r:embed="R35e6678cec7148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583B5D-388D-48FE-A338-5E90FB4B911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4C3CC6-4191-4245-B5EA-4F3FDFF280B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D694CB9-3148-4DD8-8E19-3D2C0E8C594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DDF753B-BADF-45BA-9E87-5817063A79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F37DB00-D2D5-4A22-B862-01730FD0277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00512A0-815F-4E1E-BF4C-A25A5339D0E7}"/>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CC750915-989E-49D6-92C2-C7114F925995}"/>
              </a:ext>
            </a:extLst>
          </p:cNvPr>
          <p:cNvPicPr>
            <a:picLocks xmlns:a="http://schemas.openxmlformats.org/drawingml/2006/main" noChangeAspect="1"/>
          </p:cNvPicPr>
          <p:nvPr/>
        </p:nvPicPr>
        <p:blipFill>
          <a:blip xmlns:r="http://schemas.openxmlformats.org/officeDocument/2006/relationships" xmlns:a="http://schemas.openxmlformats.org/drawingml/2006/main" r:embed="R02b1105360d240e2"/>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ED8ED45A-5E87-44FF-88D3-2A4873E46F1B}"/>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88F48777-2A24-4D18-B786-D58583A62004}"/>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07CE8586-36D4-4D8C-A68E-FC6A3C1529B3}"/>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13805171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16A26A38-03D5-4D37-8E49-F119069CB478}"/>
              </a:ext>
            </a:extLst>
          </p:cNvPr>
          <p:cNvPicPr>
            <a:picLocks xmlns:a="http://schemas.openxmlformats.org/drawingml/2006/main" noChangeAspect="1"/>
          </p:cNvPicPr>
          <p:nvPr/>
        </p:nvPicPr>
        <p:blipFill>
          <a:blip xmlns:r="http://schemas.openxmlformats.org/officeDocument/2006/relationships" xmlns:a="http://schemas.openxmlformats.org/drawingml/2006/main" r:embed="R3a1846f4301d4e6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3A1A43-20AF-48CB-92C1-FE4AA374F4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18CEEE-96FC-451D-B4E1-1D3A37CE742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0C0DC82-214F-48D5-910F-84ADB72A86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390EECC-C635-45B6-86E1-241380FD4D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F4846F8-1B9A-4B50-940F-BC30AF4225A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D1A07560-ACAA-4177-9B6F-15BB4DE859D9}"/>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E1417394-87A5-4119-953B-E56CF93CE226}"/>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D5D32508-FE5F-440D-80E4-5E7A3528F581}"/>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48277E5B-E957-4173-B12F-98444B3DF2DD}"/>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3D53CBDB-09EB-4680-ACC6-C35957C25727}"/>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18E48856-6D2F-4836-8F82-8E4132D805C2}"/>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AC0282C7-F5E3-49FD-ACE0-A0A118D70534}"/>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E44887FB-56FC-4EC1-B03F-8D4BF085FCC7}"/>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2D8BA8EF-52A2-4646-9E7E-D5389126AF94}"/>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6012C4B3-361F-41F5-8B28-42946BCDBB71}"/>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AF46E79D-C7A7-4888-95D1-DC5126DCC02B}"/>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904D0E6C-5ACC-4294-82AA-FEEC3EA7F04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277FD22C-A278-481B-AA84-55BE6D02A73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1953839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A62EA2E-00E2-4F10-B6D1-3491211B0F1A}"/>
              </a:ext>
            </a:extLst>
          </p:cNvPr>
          <p:cNvPicPr>
            <a:picLocks xmlns:a="http://schemas.openxmlformats.org/drawingml/2006/main" noChangeAspect="1"/>
          </p:cNvPicPr>
          <p:nvPr/>
        </p:nvPicPr>
        <p:blipFill>
          <a:blip xmlns:r="http://schemas.openxmlformats.org/officeDocument/2006/relationships" xmlns:a="http://schemas.openxmlformats.org/drawingml/2006/main" r:embed="R6bdc6d26e15942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8EBDA5-BEC1-4A13-8FD4-79E4F34BD8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DAB58B-3BE4-4421-855D-A522EDF79F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144016E-441B-43ED-A99B-3E06A14CC3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91F0C50-2B4F-49CB-9D8F-AE0337CE062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DC6DD0E-EFC3-45DA-85B5-7DA5C217453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CAB90EB4-9B07-4A27-A24B-F8CE1528B6AF}"/>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ECA8C3B-9B59-45CD-AC2C-E58A77B2E881}"/>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621BC8F7-E85B-4CD1-B9FC-CDA6C2387F34}"/>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D8118F7-58FE-4FE4-B7C8-3AEA3EAADB88}"/>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02CEEE9-E23B-439E-B02F-43E1A9804DE7}"/>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09D3D53-D1C7-44F5-937D-C944ADE464F2}"/>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866620A-B502-4704-A7E8-D2F3AF4A652B}"/>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52442479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D34A4ED-6713-4017-847B-88806AD8CF09}"/>
              </a:ext>
            </a:extLst>
          </p:cNvPr>
          <p:cNvPicPr>
            <a:picLocks xmlns:a="http://schemas.openxmlformats.org/drawingml/2006/main" noChangeAspect="1"/>
          </p:cNvPicPr>
          <p:nvPr/>
        </p:nvPicPr>
        <p:blipFill>
          <a:blip xmlns:r="http://schemas.openxmlformats.org/officeDocument/2006/relationships" xmlns:a="http://schemas.openxmlformats.org/drawingml/2006/main" r:embed="Rbe18b952af424d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6ED62D-EEB8-49E9-A73B-A5F9F1F595F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C9C30E-A439-4759-B041-CA715D7D6EA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25FFEAE-CD46-497D-853E-BD328EE72B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CB02EE-9169-4103-B9EB-AA33D3CA208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2E3D50E-F6B6-47F7-A973-CB822A3D5B2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B681F493-9743-4D1C-B64C-E0D4CCEC63C5}"/>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2F30F6E2-72FF-40A4-A195-4DA91360BFDC}"/>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06CAAE4C-AB24-416B-A5DC-442BDC81EC97}"/>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B47CDD1F-7DB0-433B-8D5D-5AC83C676B35}"/>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06E542DA-A5BF-44DA-A2A6-C07DD13162C0}"/>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8F4B6DCB-FF0E-4A2D-A119-FBD9851A712E}"/>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0DDFCBC4-F915-48D4-933B-C62B6CE04A8E}"/>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98DAEA65-5159-41DD-8D21-88DE92C67D62}"/>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18138462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53CBC97-F97A-405F-BFED-8DD3F7272929}"/>
              </a:ext>
            </a:extLst>
          </p:cNvPr>
          <p:cNvPicPr>
            <a:picLocks xmlns:a="http://schemas.openxmlformats.org/drawingml/2006/main" noChangeAspect="1"/>
          </p:cNvPicPr>
          <p:nvPr/>
        </p:nvPicPr>
        <p:blipFill>
          <a:blip xmlns:r="http://schemas.openxmlformats.org/officeDocument/2006/relationships" xmlns:a="http://schemas.openxmlformats.org/drawingml/2006/main" r:embed="R97a40fcff3e44f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DB8A33-A4FD-4F21-875E-ECC2ADFADD0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F0599A-02CD-4E2B-925C-AA3DA18AD2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F095A1F-5BF5-48D0-97EF-3DBEC24E70D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37E251F-CD9F-4632-882C-0E901CA3A2E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C76E6A2-E2A4-45E3-92E6-9D954B596A2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1A9E1044-2D76-4421-8458-A397CE02B8E7}"/>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A3BDA35-9F9B-4B0B-A3A4-3627B23979E7}"/>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CC60EC6-46DE-49E6-B784-6CAC99E80B1C}"/>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95CE35D-6537-40BC-8D74-8A09D63DF8B9}"/>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9851744-4387-4EEA-B07E-E258DF12FA22}"/>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CB3E6925-5A03-40D3-8411-EED5D6A744C1}"/>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88A01BB-561E-496D-8030-386008B4ACB6}"/>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1079824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ECAEEDD-C6FB-49F5-8404-E9CA5AB00436}"/>
              </a:ext>
            </a:extLst>
          </p:cNvPr>
          <p:cNvPicPr>
            <a:picLocks xmlns:a="http://schemas.openxmlformats.org/drawingml/2006/main" noChangeAspect="1"/>
          </p:cNvPicPr>
          <p:nvPr/>
        </p:nvPicPr>
        <p:blipFill>
          <a:blip xmlns:r="http://schemas.openxmlformats.org/officeDocument/2006/relationships" xmlns:a="http://schemas.openxmlformats.org/drawingml/2006/main" r:embed="R2ac8152bf856437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6840C1-C6DB-4EDC-AC46-841A21EBA7A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81C34A-9E4D-4CC5-915B-EDDE5591B87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15D36A3-5A1F-4E37-9EBC-CE8967806DC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D2D3FEA-C53A-48FE-893D-537E1ADF0FC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A8E0B2A-B72D-46E6-B368-06CAE875A0C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2465A750-EE07-4C6E-ACA7-89909E76BFE2}"/>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B06D0363-165F-41D0-AD8E-101D07066C2E}"/>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D565E0C5-4CAD-4308-A1A3-42542E57BDFC}"/>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0D19E119-4AEE-4355-9B63-13D2516AF2D7}"/>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8EA77436-E4E4-442F-B29D-5900A766F6B2}"/>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30182B19-C492-49CC-9B35-E4334D5CBA1E}"/>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C1272F48-6A8A-48E8-941E-E4D26035CCFD}"/>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196627A6-590B-4962-BCDD-3FD1C0547823}"/>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0413A48B-00E8-426F-8BA0-B0C2C9824B38}"/>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69358456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A09D923-635B-4E5C-AF8B-75A5CA09D203}"/>
              </a:ext>
            </a:extLst>
          </p:cNvPr>
          <p:cNvPicPr>
            <a:picLocks xmlns:a="http://schemas.openxmlformats.org/drawingml/2006/main" noChangeAspect="1"/>
          </p:cNvPicPr>
          <p:nvPr/>
        </p:nvPicPr>
        <p:blipFill>
          <a:blip xmlns:r="http://schemas.openxmlformats.org/officeDocument/2006/relationships" xmlns:a="http://schemas.openxmlformats.org/drawingml/2006/main" r:embed="R3a217a970cb9474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D63171-4E0C-4F99-81DA-946C93090C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FC7058-B436-4C3A-9C75-44BAADE27B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D2E25EC-24AB-4EA9-A472-53D4945604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2129E01-6AF6-4372-93D0-E4FCB2CC96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D2702B9-B429-41E0-A63D-EBBF8970FF5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9D1211A7-E3EE-4BFB-A865-6D62B3BB6D6D}"/>
              </a:ext>
            </a:extLst>
          </p:cNvPr>
          <p:cNvPicPr>
            <a:picLocks xmlns:a="http://schemas.openxmlformats.org/drawingml/2006/main" noChangeAspect="1"/>
          </p:cNvPicPr>
          <p:nvPr/>
        </p:nvPicPr>
        <p:blipFill>
          <a:blip xmlns:r="http://schemas.openxmlformats.org/officeDocument/2006/relationships" xmlns:a="http://schemas.openxmlformats.org/drawingml/2006/main" r:embed="R357a7f23e2c8454b"/>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D0DE9E9-BEE5-42ED-87C4-9C9F0DC2803F}"/>
              </a:ext>
            </a:extLst>
          </p:cNvPr>
          <p:cNvPicPr>
            <a:picLocks xmlns:a="http://schemas.openxmlformats.org/drawingml/2006/main" noChangeAspect="1"/>
          </p:cNvPicPr>
          <p:nvPr/>
        </p:nvPicPr>
        <p:blipFill>
          <a:blip xmlns:r="http://schemas.openxmlformats.org/officeDocument/2006/relationships" xmlns:a="http://schemas.openxmlformats.org/drawingml/2006/main" r:embed="R8bc4cec3b84844d6"/>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3E054789-176B-4A98-B751-398898F4F869}"/>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F5109514-57FA-4FF0-B9A2-CF5F0473A61B}"/>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2F380F5-2C19-41ED-8B2F-CD01B3DCBC2A}"/>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146B0CB-0B96-495E-B1AE-D0B71E4F2CB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C45EE1A6-2ADE-450E-909C-037177CEEEFD}"/>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46B1327-0C44-4126-B6AF-204B95200FD1}"/>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FFED921D-DA06-4C4F-89FF-3CDEA2433E9C}"/>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D7188719-62A6-4F16-BCCF-DEA0148278E6}"/>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68079868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60FF254-9758-44A3-B39E-6C5D6809402E}"/>
              </a:ext>
            </a:extLst>
          </p:cNvPr>
          <p:cNvPicPr>
            <a:picLocks xmlns:a="http://schemas.openxmlformats.org/drawingml/2006/main" noChangeAspect="1"/>
          </p:cNvPicPr>
          <p:nvPr/>
        </p:nvPicPr>
        <p:blipFill>
          <a:blip xmlns:r="http://schemas.openxmlformats.org/officeDocument/2006/relationships" xmlns:a="http://schemas.openxmlformats.org/drawingml/2006/main" r:embed="R786793bc8e0b47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99BBAD-26DB-44EA-85D1-459BE447BB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D174E0-4DC9-4CCD-9ECC-94C86647080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5D0FD58-C456-4E65-BDD5-BC688D6F77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28AF26-5056-4496-B144-51AB71B9B8C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634FBD9-42F5-4BBD-AF62-519A28FD84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D36C3691-8080-43E2-8258-D896D32F9B5C}"/>
              </a:ext>
            </a:extLst>
          </p:cNvPr>
          <p:cNvPicPr>
            <a:picLocks xmlns:a="http://schemas.openxmlformats.org/drawingml/2006/main" noChangeAspect="1"/>
          </p:cNvPicPr>
          <p:nvPr/>
        </p:nvPicPr>
        <p:blipFill>
          <a:blip xmlns:r="http://schemas.openxmlformats.org/officeDocument/2006/relationships" xmlns:a="http://schemas.openxmlformats.org/drawingml/2006/main" r:embed="Rd625913e25ea40e4"/>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5D2C74B-8A2F-4448-89E8-2712EFA3E989}"/>
              </a:ext>
            </a:extLst>
          </p:cNvPr>
          <p:cNvPicPr>
            <a:picLocks xmlns:a="http://schemas.openxmlformats.org/drawingml/2006/main" noChangeAspect="1"/>
          </p:cNvPicPr>
          <p:nvPr/>
        </p:nvPicPr>
        <p:blipFill>
          <a:blip xmlns:r="http://schemas.openxmlformats.org/officeDocument/2006/relationships" xmlns:a="http://schemas.openxmlformats.org/drawingml/2006/main" r:embed="Rc18ce4710fd0429f"/>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AD3A3B0-79B8-4010-829C-61C85542298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6BFCACD5-DF37-4352-9808-D0769E807AE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977F619D-42E4-4091-A859-CED2AAA4402E}"/>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32269D3B-1053-40AF-9A08-34F58EB94DC7}"/>
              </a:ext>
            </a:extLst>
          </p:cNvPr>
          <p:cNvPicPr>
            <a:picLocks xmlns:a="http://schemas.openxmlformats.org/drawingml/2006/main" noChangeAspect="1"/>
          </p:cNvPicPr>
          <p:nvPr/>
        </p:nvPicPr>
        <p:blipFill>
          <a:blip xmlns:r="http://schemas.openxmlformats.org/officeDocument/2006/relationships" xmlns:a="http://schemas.openxmlformats.org/drawingml/2006/main" r:embed="R31caec6f78574332"/>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B3EBDE43-7E0C-4A42-851F-6405CBDC5659}"/>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639EA57E-B612-45C6-8FE4-BAAC0C3CD2BA}"/>
              </a:ext>
            </a:extLst>
          </p:cNvPr>
          <p:cNvPicPr>
            <a:picLocks xmlns:a="http://schemas.openxmlformats.org/drawingml/2006/main" noChangeAspect="1"/>
          </p:cNvPicPr>
          <p:nvPr/>
        </p:nvPicPr>
        <p:blipFill>
          <a:blip xmlns:r="http://schemas.openxmlformats.org/officeDocument/2006/relationships" xmlns:a="http://schemas.openxmlformats.org/drawingml/2006/main" r:embed="R4279a6c1eba448c7"/>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29525746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5AAC4DE-D2DA-4C15-94B5-07258B84BC52}"/>
              </a:ext>
            </a:extLst>
          </p:cNvPr>
          <p:cNvPicPr>
            <a:picLocks xmlns:a="http://schemas.openxmlformats.org/drawingml/2006/main" noChangeAspect="1"/>
          </p:cNvPicPr>
          <p:nvPr/>
        </p:nvPicPr>
        <p:blipFill>
          <a:blip xmlns:r="http://schemas.openxmlformats.org/officeDocument/2006/relationships" xmlns:a="http://schemas.openxmlformats.org/drawingml/2006/main" r:embed="R0ba6f4acf14d4e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CE4763-4A21-4E97-B224-64995357BE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94E494-77B0-4069-8B42-C12DADA836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15ECDB2-1419-479E-9FEB-FD20C5A540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4A80B9B-2616-4F4E-9125-7072B53427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113E769-C31B-43B6-A6FD-7BEEACCAC02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C75F4ACE-8ABB-4DC7-90D5-ABFCE6F5E7DA}"/>
              </a:ext>
            </a:extLst>
          </p:cNvPr>
          <p:cNvPicPr>
            <a:picLocks xmlns:a="http://schemas.openxmlformats.org/drawingml/2006/main" noChangeAspect="1"/>
          </p:cNvPicPr>
          <p:nvPr/>
        </p:nvPicPr>
        <p:blipFill>
          <a:blip xmlns:r="http://schemas.openxmlformats.org/officeDocument/2006/relationships" xmlns:a="http://schemas.openxmlformats.org/drawingml/2006/main" r:embed="Rf698659d88084b4f"/>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85F7975F-6125-43BF-828E-E37562F7878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38E8AF4-B068-4A02-9D87-63F7948E5BF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7586297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11F2AC7-06C0-48AD-8897-984226B21428}"/>
              </a:ext>
            </a:extLst>
          </p:cNvPr>
          <p:cNvPicPr>
            <a:picLocks xmlns:a="http://schemas.openxmlformats.org/drawingml/2006/main" noChangeAspect="1"/>
          </p:cNvPicPr>
          <p:nvPr/>
        </p:nvPicPr>
        <p:blipFill>
          <a:blip xmlns:r="http://schemas.openxmlformats.org/officeDocument/2006/relationships" xmlns:a="http://schemas.openxmlformats.org/drawingml/2006/main" r:embed="R3b5c2bd3d0ae4ed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8D8B55-EB87-401F-9031-C6E2A33269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6A766C-AF18-4007-8248-32539F95D6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1778F40-9556-4AB0-9682-1A42A959275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6A0EEB-1B4E-4716-8AF8-5B12A3E4C0A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136B5E3-6DD5-4FC6-AE79-BDEE3ACC8A6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D943C129-B428-4B37-B8C3-14EF09ADFC41}"/>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78B0C6D9-2E9F-4C8E-89E4-DA2E4AEF01E9}"/>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5E0A5CB1-6423-4435-8F9B-07A6D236E30E}"/>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6E140B2A-3915-49BF-81B0-5DBF2985FB3E}"/>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689DD34D-DE2D-4EEE-97F4-CCB8B27F9908}"/>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7D7102CE-4445-4EA9-BFAA-AA9EE709134C}"/>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320CDC80-3626-419C-A56B-C807F698011F}"/>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86080941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2AD23D1-7995-4FFF-B978-22D5D182D795}"/>
              </a:ext>
            </a:extLst>
          </p:cNvPr>
          <p:cNvPicPr>
            <a:picLocks xmlns:a="http://schemas.openxmlformats.org/drawingml/2006/main" noChangeAspect="1"/>
          </p:cNvPicPr>
          <p:nvPr/>
        </p:nvPicPr>
        <p:blipFill>
          <a:blip xmlns:r="http://schemas.openxmlformats.org/officeDocument/2006/relationships" xmlns:a="http://schemas.openxmlformats.org/drawingml/2006/main" r:embed="R07cedbc15fc74a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A2F3671-2F5C-4842-A77C-4CD722A926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270169-9790-4490-B62A-BF7B7CF7791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DA9CBA2-FC1F-45E9-B2C4-65D7F0C8DEE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4DED56C-E784-433E-A85A-43166EC9E4D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4F68C1F-8BE2-4187-AA94-CF990309BD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FAA2C303-A886-493C-B653-B872D9328CD2}"/>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F17857C2-6CC8-4E20-8982-CC5B9FAC5F68}"/>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4ED0FBE2-D829-43E6-8DE0-8F05BF4E6E63}"/>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F3D139B9-6EBA-48E2-AE5A-174EEC3FCA22}"/>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BD26C3B3-6435-4B85-B38B-F386F85D8DC8}"/>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23C7A3F6-3642-4841-940A-B42F1E00FC7E}"/>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84E2C07E-FC22-4050-A9FD-E64FB298E0BB}"/>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31018474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F30879E-1006-41CB-922C-0B3D92CC0B02}"/>
              </a:ext>
            </a:extLst>
          </p:cNvPr>
          <p:cNvPicPr>
            <a:picLocks xmlns:a="http://schemas.openxmlformats.org/drawingml/2006/main" noChangeAspect="1"/>
          </p:cNvPicPr>
          <p:nvPr/>
        </p:nvPicPr>
        <p:blipFill>
          <a:blip xmlns:r="http://schemas.openxmlformats.org/officeDocument/2006/relationships" xmlns:a="http://schemas.openxmlformats.org/drawingml/2006/main" r:embed="Rf1159c1ffa1742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FD4031-7AE1-4F78-9EF9-402413A6B2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3DC1612-6798-437A-88D1-A6DD32F1FD7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1C08C6E-7CAF-4A02-B618-F156F4ADEDC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98E62A8-A1D9-4C6B-9EB9-2713356C0D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63B2B9A-D351-4CAA-B492-3D3EF30624A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B7BD7B6C-32CD-4022-836E-FAE9438A788B}"/>
              </a:ext>
            </a:extLst>
          </p:cNvPr>
          <p:cNvPicPr>
            <a:picLocks xmlns:a="http://schemas.openxmlformats.org/drawingml/2006/main" noChangeAspect="1"/>
          </p:cNvPicPr>
          <p:nvPr/>
        </p:nvPicPr>
        <p:blipFill>
          <a:blip xmlns:r="http://schemas.openxmlformats.org/officeDocument/2006/relationships" xmlns:a="http://schemas.openxmlformats.org/drawingml/2006/main" r:embed="Rc5e4db27258a429e"/>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F9C493D0-294E-4258-BC5F-C32DC5A51EDD}"/>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F800C0C-F538-46BE-96E0-C1D23C8AF39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6F0D25E-5568-4F29-8303-1DD91A4F6178}"/>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6E84DB3-A88A-4673-965C-4E6D322821A8}"/>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25D47B5-A295-4DA9-8276-027E1E2D25CB}"/>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E92128CA-8463-4346-A601-5A436964B81E}"/>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1D47580B-EE74-46B2-9F85-3DAD5EFEF57F}"/>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1E7EB080-2913-4360-ABF4-E7E3FA927454}"/>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AB08102B-8F33-4E2F-B188-F15108DEA293}"/>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70108370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D5687D1-903F-4BB5-9AD3-4EC42CFE2E42}"/>
              </a:ext>
            </a:extLst>
          </p:cNvPr>
          <p:cNvPicPr>
            <a:picLocks xmlns:a="http://schemas.openxmlformats.org/drawingml/2006/main" noChangeAspect="1"/>
          </p:cNvPicPr>
          <p:nvPr/>
        </p:nvPicPr>
        <p:blipFill>
          <a:blip xmlns:r="http://schemas.openxmlformats.org/officeDocument/2006/relationships" xmlns:a="http://schemas.openxmlformats.org/drawingml/2006/main" r:embed="R2186592e78134b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B7FB68-F750-4F2F-9881-7E9B5978A0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D10E4D-72CE-448D-B32E-12E5BBE182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D1DC6BE-25F3-461E-9DE8-43581F27C0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982775-046A-492C-8A90-48A8782332C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3B840FC-4456-42D8-A97A-8809BFEDA4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생성물과 반응물의 합을 따로 구한다</a:t>
            </a:r>
          </a:p>
        </p:txBody>
      </p:sp>
      <p:pic>
        <p:nvPicPr>
          <p:cNvPr id="7" name="">
            <a:extLst xmlns:a="http://schemas.openxmlformats.org/drawingml/2006/main">
              <a:ext uri="{FF2B5EF4-FFF2-40B4-BE49-F238E27FC236}">
                <a16:creationId xmlns:a16="http://schemas.microsoft.com/office/drawing/2014/main" id="{8F945B07-4E6F-4C59-944A-4A92A525E906}"/>
              </a:ext>
            </a:extLst>
          </p:cNvPr>
          <p:cNvPicPr>
            <a:picLocks xmlns:a="http://schemas.openxmlformats.org/drawingml/2006/main" noChangeAspect="1"/>
          </p:cNvPicPr>
          <p:nvPr/>
        </p:nvPicPr>
        <p:blipFill>
          <a:blip xmlns:r="http://schemas.openxmlformats.org/officeDocument/2006/relationships" xmlns:a="http://schemas.openxmlformats.org/drawingml/2006/main" r:embed="R1145c6a73fae4c1a"/>
          <a:stretch xmlns:a="http://schemas.openxmlformats.org/drawingml/2006/main"/>
        </p:blipFill>
        <p:spPr>
          <a:xfrm xmlns:a="http://schemas.openxmlformats.org/drawingml/2006/main">
            <a:off x="4000500" y="4000500"/>
            <a:ext cx="10287000" cy="872338"/>
          </a:xfrm>
          <a:prstGeom xmlns:a="http://schemas.openxmlformats.org/drawingml/2006/main" prst="rect">
            <a:avLst/>
          </a:prstGeom>
        </p:spPr>
      </p:pic>
      <p:sp>
        <p:nvSpPr>
          <p:cNvPr id="8" name="R05-29 계산 행 01">
            <a:extLst xmlns:a="http://schemas.openxmlformats.org/drawingml/2006/main">
              <a:ext uri="{FF2B5EF4-FFF2-40B4-BE49-F238E27FC236}">
                <a16:creationId xmlns:a16="http://schemas.microsoft.com/office/drawing/2014/main" id="{34BD3615-4AC4-41CB-8531-2C4E9BF8124B}"/>
              </a:ext>
            </a:extLst>
          </p:cNvPr>
          <p:cNvSpPr>
            <a:spLocks xmlns:a="http://schemas.openxmlformats.org/drawingml/2006/main" noGrp="1"/>
          </p:cNvSpPr>
          <p:nvPr/>
        </p:nvSpPr>
        <p:spPr>
          <a:xfrm xmlns:a="http://schemas.openxmlformats.org/drawingml/2006/main">
            <a:off x="1828800" y="5476875"/>
            <a:ext cx="14639925" cy="1562100"/>
          </a:xfrm>
          <a:prstGeom xmlns:a="http://schemas.openxmlformats.org/drawingml/2006/main" prst="roundRect">
            <a:avLst>
              <a:gd name="adj" fmla="val 10976"/>
            </a:avLst>
          </a:prstGeom>
          <a:solidFill xmlns:a="http://schemas.openxmlformats.org/drawingml/2006/main">
            <a:srgbClr val="F5F5F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323601C-FB9E-4CA0-8FFE-62872CFE878C}"/>
              </a:ext>
            </a:extLst>
          </p:cNvPr>
          <p:cNvSpPr>
            <a:spLocks xmlns:a="http://schemas.openxmlformats.org/drawingml/2006/main" noGrp="1"/>
          </p:cNvSpPr>
          <p:nvPr/>
        </p:nvSpPr>
        <p:spPr>
          <a:xfrm xmlns:a="http://schemas.openxmlformats.org/drawingml/2006/main">
            <a:off x="2057400" y="59055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10" name="rich">
            <a:extLst xmlns:a="http://schemas.openxmlformats.org/drawingml/2006/main">
              <a:ext uri="{FF2B5EF4-FFF2-40B4-BE49-F238E27FC236}">
                <a16:creationId xmlns:a16="http://schemas.microsoft.com/office/drawing/2014/main" id="{DB44E5BF-E92E-4A7B-AF90-367B46E52476}"/>
              </a:ext>
            </a:extLst>
          </p:cNvPr>
          <p:cNvSpPr>
            <a:spLocks xmlns:a="http://schemas.openxmlformats.org/drawingml/2006/main" noGrp="1"/>
          </p:cNvSpPr>
          <p:nvPr/>
        </p:nvSpPr>
        <p:spPr>
          <a:xfrm xmlns:a="http://schemas.openxmlformats.org/drawingml/2006/main">
            <a:off x="3086100" y="5629275"/>
            <a:ext cx="1307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생성물: CO₂ 1 mol과 H₂O</a:t>
            </a:r>
            <a:r>
              <a:t>(</a:t>
            </a:r>
            <a:r>
              <a:rPr i="1">
                <a:latin typeface="Pretendard"/>
                <a:ea typeface="Pretendard"/>
                <a:cs typeface="Pretendard"/>
              </a:rPr>
              <a:t>l</a:t>
            </a:r>
            <a:r>
              <a:t>) 2 mol</a:t>
            </a:r>
          </a:p>
        </p:txBody>
      </p:sp>
      <p:sp>
        <p:nvSpPr>
          <p:cNvPr id="11" name="rich">
            <a:extLst xmlns:a="http://schemas.openxmlformats.org/drawingml/2006/main">
              <a:ext uri="{FF2B5EF4-FFF2-40B4-BE49-F238E27FC236}">
                <a16:creationId xmlns:a16="http://schemas.microsoft.com/office/drawing/2014/main" id="{BB130424-EF6F-4F6E-9D74-1FE95BAE4391}"/>
              </a:ext>
            </a:extLst>
          </p:cNvPr>
          <p:cNvSpPr>
            <a:spLocks xmlns:a="http://schemas.openxmlformats.org/drawingml/2006/main" noGrp="1"/>
          </p:cNvSpPr>
          <p:nvPr/>
        </p:nvSpPr>
        <p:spPr>
          <a:xfrm xmlns:a="http://schemas.openxmlformats.org/drawingml/2006/main">
            <a:off x="3086100" y="6191250"/>
            <a:ext cx="1307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(−393.5) + 2 × (−285.8) = −965.1 kJ</a:t>
            </a:r>
          </a:p>
        </p:txBody>
      </p:sp>
      <p:sp>
        <p:nvSpPr>
          <p:cNvPr id="12" name="R05-29 계산 행 02">
            <a:extLst xmlns:a="http://schemas.openxmlformats.org/drawingml/2006/main">
              <a:ext uri="{FF2B5EF4-FFF2-40B4-BE49-F238E27FC236}">
                <a16:creationId xmlns:a16="http://schemas.microsoft.com/office/drawing/2014/main" id="{E43F6E07-43B0-45AB-AE43-3B5FA627E097}"/>
              </a:ext>
            </a:extLst>
          </p:cNvPr>
          <p:cNvSpPr>
            <a:spLocks xmlns:a="http://schemas.openxmlformats.org/drawingml/2006/main" noGrp="1"/>
          </p:cNvSpPr>
          <p:nvPr/>
        </p:nvSpPr>
        <p:spPr>
          <a:xfrm xmlns:a="http://schemas.openxmlformats.org/drawingml/2006/main">
            <a:off x="1828800" y="7334250"/>
            <a:ext cx="14639925" cy="1562100"/>
          </a:xfrm>
          <a:prstGeom xmlns:a="http://schemas.openxmlformats.org/drawingml/2006/main" prst="roundRect">
            <a:avLst>
              <a:gd name="adj" fmla="val 10976"/>
            </a:avLst>
          </a:prstGeom>
          <a:solidFill xmlns:a="http://schemas.openxmlformats.org/drawingml/2006/main">
            <a:srgbClr val="F5F5F5"/>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022BE0E-1D99-49E3-B660-FCA02549B169}"/>
              </a:ext>
            </a:extLst>
          </p:cNvPr>
          <p:cNvSpPr>
            <a:spLocks xmlns:a="http://schemas.openxmlformats.org/drawingml/2006/main" noGrp="1"/>
          </p:cNvSpPr>
          <p:nvPr/>
        </p:nvSpPr>
        <p:spPr>
          <a:xfrm xmlns:a="http://schemas.openxmlformats.org/drawingml/2006/main">
            <a:off x="2057400" y="77628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0DFBA80A-3568-456E-B52D-C19B0F457480}"/>
              </a:ext>
            </a:extLst>
          </p:cNvPr>
          <p:cNvSpPr>
            <a:spLocks xmlns:a="http://schemas.openxmlformats.org/drawingml/2006/main" noGrp="1"/>
          </p:cNvSpPr>
          <p:nvPr/>
        </p:nvSpPr>
        <p:spPr>
          <a:xfrm xmlns:a="http://schemas.openxmlformats.org/drawingml/2006/main">
            <a:off x="3086100" y="7486650"/>
            <a:ext cx="1307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반응물: CH₄ 1 mol과 O₂ 2 mol</a:t>
            </a:r>
          </a:p>
        </p:txBody>
      </p:sp>
      <p:sp>
        <p:nvSpPr>
          <p:cNvPr id="15" name="rich">
            <a:extLst xmlns:a="http://schemas.openxmlformats.org/drawingml/2006/main">
              <a:ext uri="{FF2B5EF4-FFF2-40B4-BE49-F238E27FC236}">
                <a16:creationId xmlns:a16="http://schemas.microsoft.com/office/drawing/2014/main" id="{3A224A15-F274-482F-9F56-0F7750751AB1}"/>
              </a:ext>
            </a:extLst>
          </p:cNvPr>
          <p:cNvSpPr>
            <a:spLocks xmlns:a="http://schemas.openxmlformats.org/drawingml/2006/main" noGrp="1"/>
          </p:cNvSpPr>
          <p:nvPr/>
        </p:nvSpPr>
        <p:spPr>
          <a:xfrm xmlns:a="http://schemas.openxmlformats.org/drawingml/2006/main">
            <a:off x="3086100" y="8048625"/>
            <a:ext cx="1307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(−74.8) + 2 × 0 = −74.8 kJ</a:t>
            </a:r>
          </a:p>
        </p:txBody>
      </p:sp>
    </p:spTree>
    <p:extLst>
      <p:ext uri="{BB962C8B-B14F-4D97-AF65-F5344CB8AC3E}">
        <p14:creationId xmlns:p14="http://schemas.microsoft.com/office/powerpoint/2010/main" val="53444103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67836EE-B6D4-49B8-88FE-EAF626B73C80}"/>
              </a:ext>
            </a:extLst>
          </p:cNvPr>
          <p:cNvPicPr>
            <a:picLocks xmlns:a="http://schemas.openxmlformats.org/drawingml/2006/main" noChangeAspect="1"/>
          </p:cNvPicPr>
          <p:nvPr/>
        </p:nvPicPr>
        <p:blipFill>
          <a:blip xmlns:r="http://schemas.openxmlformats.org/officeDocument/2006/relationships" xmlns:a="http://schemas.openxmlformats.org/drawingml/2006/main" r:embed="R19d55f288c7942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477DEF-FE4B-47FC-BECD-DB6488499A7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9F1C83-3635-46B7-B45A-12833B8D27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5C63D5B-2D76-45E5-8DB9-86A4991629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7886614-28B8-4059-A00C-175596DCFB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1846273-F0DA-4482-9F2E-86FC06EA524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합의 차이로 연소열을 구한다</a:t>
            </a:r>
          </a:p>
        </p:txBody>
      </p:sp>
      <p:pic>
        <p:nvPicPr>
          <p:cNvPr id="7" name="">
            <a:extLst xmlns:a="http://schemas.openxmlformats.org/drawingml/2006/main">
              <a:ext uri="{FF2B5EF4-FFF2-40B4-BE49-F238E27FC236}">
                <a16:creationId xmlns:a16="http://schemas.microsoft.com/office/drawing/2014/main" id="{FB8546EE-9CDC-44B2-B131-FF26D1321DC9}"/>
              </a:ext>
            </a:extLst>
          </p:cNvPr>
          <p:cNvPicPr>
            <a:picLocks xmlns:a="http://schemas.openxmlformats.org/drawingml/2006/main" noChangeAspect="1"/>
          </p:cNvPicPr>
          <p:nvPr/>
        </p:nvPicPr>
        <p:blipFill>
          <a:blip xmlns:r="http://schemas.openxmlformats.org/officeDocument/2006/relationships" xmlns:a="http://schemas.openxmlformats.org/drawingml/2006/main" r:embed="R04aec5c102984a68"/>
          <a:stretch xmlns:a="http://schemas.openxmlformats.org/drawingml/2006/main"/>
        </p:blipFill>
        <p:spPr>
          <a:xfrm xmlns:a="http://schemas.openxmlformats.org/drawingml/2006/main">
            <a:off x="4000500" y="4000500"/>
            <a:ext cx="10287000" cy="872338"/>
          </a:xfrm>
          <a:prstGeom xmlns:a="http://schemas.openxmlformats.org/drawingml/2006/main" prst="rect">
            <a:avLst/>
          </a:prstGeom>
        </p:spPr>
      </p:pic>
      <p:sp>
        <p:nvSpPr>
          <p:cNvPr id="8" name="R05-29 계산 행 01">
            <a:extLst xmlns:a="http://schemas.openxmlformats.org/drawingml/2006/main">
              <a:ext uri="{FF2B5EF4-FFF2-40B4-BE49-F238E27FC236}">
                <a16:creationId xmlns:a16="http://schemas.microsoft.com/office/drawing/2014/main" id="{4E4999E3-D6AA-4DE5-B183-2804869DA96C}"/>
              </a:ext>
            </a:extLst>
          </p:cNvPr>
          <p:cNvSpPr>
            <a:spLocks xmlns:a="http://schemas.openxmlformats.org/drawingml/2006/main" noGrp="1"/>
          </p:cNvSpPr>
          <p:nvPr/>
        </p:nvSpPr>
        <p:spPr>
          <a:xfrm xmlns:a="http://schemas.openxmlformats.org/drawingml/2006/main">
            <a:off x="1828800" y="5476875"/>
            <a:ext cx="14639925" cy="1562100"/>
          </a:xfrm>
          <a:prstGeom xmlns:a="http://schemas.openxmlformats.org/drawingml/2006/main" prst="roundRect">
            <a:avLst>
              <a:gd name="adj" fmla="val 10976"/>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44C05D4-10DC-4DC1-AE15-4387299B544D}"/>
              </a:ext>
            </a:extLst>
          </p:cNvPr>
          <p:cNvSpPr>
            <a:spLocks xmlns:a="http://schemas.openxmlformats.org/drawingml/2006/main" noGrp="1"/>
          </p:cNvSpPr>
          <p:nvPr/>
        </p:nvSpPr>
        <p:spPr>
          <a:xfrm xmlns:a="http://schemas.openxmlformats.org/drawingml/2006/main">
            <a:off x="2057400" y="59055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01</a:t>
            </a:r>
          </a:p>
        </p:txBody>
      </p:sp>
      <p:sp>
        <p:nvSpPr>
          <p:cNvPr id="10" name="rich">
            <a:extLst xmlns:a="http://schemas.openxmlformats.org/drawingml/2006/main">
              <a:ext uri="{FF2B5EF4-FFF2-40B4-BE49-F238E27FC236}">
                <a16:creationId xmlns:a16="http://schemas.microsoft.com/office/drawing/2014/main" id="{98C39F12-3340-42EC-93F6-DFCC6E4978C0}"/>
              </a:ext>
            </a:extLst>
          </p:cNvPr>
          <p:cNvSpPr>
            <a:spLocks xmlns:a="http://schemas.openxmlformats.org/drawingml/2006/main" noGrp="1"/>
          </p:cNvSpPr>
          <p:nvPr/>
        </p:nvSpPr>
        <p:spPr>
          <a:xfrm xmlns:a="http://schemas.openxmlformats.org/drawingml/2006/main">
            <a:off x="3086100" y="5629275"/>
            <a:ext cx="1307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생성물 합 − 반응물 합</a:t>
            </a:r>
          </a:p>
        </p:txBody>
      </p:sp>
      <p:sp>
        <p:nvSpPr>
          <p:cNvPr id="11" name="rich">
            <a:extLst xmlns:a="http://schemas.openxmlformats.org/drawingml/2006/main">
              <a:ext uri="{FF2B5EF4-FFF2-40B4-BE49-F238E27FC236}">
                <a16:creationId xmlns:a16="http://schemas.microsoft.com/office/drawing/2014/main" id="{DE826FA8-F6F9-4F6D-967A-330BEB505C3B}"/>
              </a:ext>
            </a:extLst>
          </p:cNvPr>
          <p:cNvSpPr>
            <a:spLocks xmlns:a="http://schemas.openxmlformats.org/drawingml/2006/main" noGrp="1"/>
          </p:cNvSpPr>
          <p:nvPr/>
        </p:nvSpPr>
        <p:spPr>
          <a:xfrm xmlns:a="http://schemas.openxmlformats.org/drawingml/2006/main">
            <a:off x="3086100" y="6191250"/>
            <a:ext cx="1307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 = (−965.1) − (−74.8) = −890.3 kJ</a:t>
            </a:r>
          </a:p>
        </p:txBody>
      </p:sp>
      <p:sp>
        <p:nvSpPr>
          <p:cNvPr id="12" name="text">
            <a:extLst xmlns:a="http://schemas.openxmlformats.org/drawingml/2006/main">
              <a:ext uri="{FF2B5EF4-FFF2-40B4-BE49-F238E27FC236}">
                <a16:creationId xmlns:a16="http://schemas.microsoft.com/office/drawing/2014/main" id="{324B509D-4A42-4A0F-B0B9-EBBEC62B7C53}"/>
              </a:ext>
            </a:extLst>
          </p:cNvPr>
          <p:cNvSpPr>
            <a:spLocks xmlns:a="http://schemas.openxmlformats.org/drawingml/2006/main" noGrp="1"/>
          </p:cNvSpPr>
          <p:nvPr/>
        </p:nvSpPr>
        <p:spPr>
          <a:xfrm xmlns:a="http://schemas.openxmlformats.org/drawingml/2006/main">
            <a:off x="2381250" y="7505700"/>
            <a:ext cx="1333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xmlns:a="http://schemas.openxmlformats.org/drawingml/2006/main">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음수이므로 발열 반응이다.</a:t>
            </a:r>
          </a:p>
        </p:txBody>
      </p:sp>
      <p:sp>
        <p:nvSpPr>
          <p:cNvPr id="13" name="text">
            <a:extLst xmlns:a="http://schemas.openxmlformats.org/drawingml/2006/main">
              <a:ext uri="{FF2B5EF4-FFF2-40B4-BE49-F238E27FC236}">
                <a16:creationId xmlns:a16="http://schemas.microsoft.com/office/drawing/2014/main" id="{855C7F38-67EA-4A2F-8E11-4EFF795E05F6}"/>
              </a:ext>
            </a:extLst>
          </p:cNvPr>
          <p:cNvSpPr>
            <a:spLocks xmlns:a="http://schemas.openxmlformats.org/drawingml/2006/main" noGrp="1"/>
          </p:cNvSpPr>
          <p:nvPr/>
        </p:nvSpPr>
        <p:spPr>
          <a:xfrm xmlns:a="http://schemas.openxmlformats.org/drawingml/2006/main">
            <a:off x="2190750" y="8334375"/>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225" b="0">
                <a:solidFill>
                  <a:srgbClr val="000000"/>
                </a:solidFill>
                <a:latin typeface="Pretendard"/>
                <a:ea typeface="Pretendard"/>
                <a:cs typeface="Pretendard"/>
              </a:defRPr>
            </a:defPPr>
            <a:lvl1pPr algn="ctr">
              <a:defRPr sz="3225" b="0">
                <a:solidFill>
                  <a:srgbClr val="000000"/>
                </a:solidFill>
                <a:latin typeface="Pretendard"/>
                <a:ea typeface="Pretendard"/>
                <a:cs typeface="Pretendard"/>
              </a:defRPr>
            </a:lvl1pPr>
            <a:lvl2pPr algn="ctr">
              <a:defRPr sz="3225" b="0">
                <a:solidFill>
                  <a:srgbClr val="000000"/>
                </a:solidFill>
                <a:latin typeface="Pretendard"/>
                <a:ea typeface="Pretendard"/>
                <a:cs typeface="Pretendard"/>
              </a:defRPr>
            </a:lvl2pPr>
            <a:lvl3pPr algn="ctr">
              <a:defRPr sz="3225" b="0">
                <a:solidFill>
                  <a:srgbClr val="000000"/>
                </a:solidFill>
                <a:latin typeface="Pretendard"/>
                <a:ea typeface="Pretendard"/>
                <a:cs typeface="Pretendard"/>
              </a:defRPr>
            </a:lvl3pPr>
            <a:lvl4pPr algn="ctr">
              <a:defRPr sz="3225" b="0">
                <a:solidFill>
                  <a:srgbClr val="000000"/>
                </a:solidFill>
                <a:latin typeface="Pretendard"/>
                <a:ea typeface="Pretendard"/>
                <a:cs typeface="Pretendard"/>
              </a:defRPr>
            </a:lvl4pPr>
            <a:lvl5pPr algn="ctr">
              <a:defRPr sz="3225" b="0">
                <a:solidFill>
                  <a:srgbClr val="000000"/>
                </a:solidFill>
                <a:latin typeface="Pretendard"/>
                <a:ea typeface="Pretendard"/>
                <a:cs typeface="Pretendard"/>
              </a:defRPr>
            </a:lvl5pPr>
            <a:lvl6pPr algn="ctr">
              <a:defRPr sz="3225" b="0">
                <a:solidFill>
                  <a:srgbClr val="000000"/>
                </a:solidFill>
                <a:latin typeface="Pretendard"/>
                <a:ea typeface="Pretendard"/>
                <a:cs typeface="Pretendard"/>
              </a:defRPr>
            </a:lvl6pPr>
            <a:lvl7pPr algn="ctr">
              <a:defRPr sz="3225" b="0">
                <a:solidFill>
                  <a:srgbClr val="000000"/>
                </a:solidFill>
                <a:latin typeface="Pretendard"/>
                <a:ea typeface="Pretendard"/>
                <a:cs typeface="Pretendard"/>
              </a:defRPr>
            </a:lvl7pPr>
            <a:lvl8pPr algn="ctr">
              <a:defRPr sz="3225" b="0">
                <a:solidFill>
                  <a:srgbClr val="000000"/>
                </a:solidFill>
                <a:latin typeface="Pretendard"/>
                <a:ea typeface="Pretendard"/>
                <a:cs typeface="Pretendard"/>
              </a:defRPr>
            </a:lvl8pPr>
            <a:lvl9pPr algn="ctr">
              <a:defRPr sz="3225" b="0">
                <a:solidFill>
                  <a:srgbClr val="000000"/>
                </a:solidFill>
                <a:latin typeface="Pretendard"/>
                <a:ea typeface="Pretendard"/>
                <a:cs typeface="Pretendard"/>
              </a:defRPr>
            </a:lvl9pPr>
          </a:lstStyle>
          <a:p xmlns:a="http://schemas.openxmlformats.org/drawingml/2006/main">
            <a:pPr algn="ctr">
              <a:defRPr sz="3225" b="0">
                <a:solidFill>
                  <a:srgbClr val="000000"/>
                </a:solidFill>
                <a:latin typeface="Pretendard"/>
                <a:ea typeface="Pretendard"/>
                <a:cs typeface="Pretendard"/>
              </a:defRPr>
            </a:pPr>
            <a:r>
              <a:rPr sz="3225" b="0">
                <a:solidFill>
                  <a:srgbClr val="000000"/>
                </a:solidFill>
                <a:latin typeface="Pretendard"/>
                <a:ea typeface="Pretendard"/>
                <a:cs typeface="Pretendard"/>
              </a:rPr>
              <a:t>CH₄ 1 mol이 연소할 때 890.3 kJ의 열을 방출한다.</a:t>
            </a:r>
          </a:p>
        </p:txBody>
      </p:sp>
    </p:spTree>
    <p:extLst>
      <p:ext uri="{BB962C8B-B14F-4D97-AF65-F5344CB8AC3E}">
        <p14:creationId xmlns:p14="http://schemas.microsoft.com/office/powerpoint/2010/main" val="8156801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1F62E79-F21A-4CAD-BB60-D2216A134D57}"/>
              </a:ext>
            </a:extLst>
          </p:cNvPr>
          <p:cNvPicPr>
            <a:picLocks xmlns:a="http://schemas.openxmlformats.org/drawingml/2006/main" noChangeAspect="1"/>
          </p:cNvPicPr>
          <p:nvPr/>
        </p:nvPicPr>
        <p:blipFill>
          <a:blip xmlns:r="http://schemas.openxmlformats.org/officeDocument/2006/relationships" xmlns:a="http://schemas.openxmlformats.org/drawingml/2006/main" r:embed="R39dd584c477d473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4B508D-2E23-489E-A4B4-3EF2C57658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EA2733-C0C9-4C4D-8451-6ABF5C59A9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D6DF895-6584-438A-A12A-C7F0BFEE91B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21EE5F5-1912-4F41-B2EF-52B1525AC4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7BA3858-8EC2-42FB-AE60-9860A3022F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69AEC66B-F758-45DC-8397-0531CB1B90BB}"/>
              </a:ext>
            </a:extLst>
          </p:cNvPr>
          <p:cNvPicPr>
            <a:picLocks xmlns:a="http://schemas.openxmlformats.org/drawingml/2006/main" noChangeAspect="1"/>
          </p:cNvPicPr>
          <p:nvPr/>
        </p:nvPicPr>
        <p:blipFill>
          <a:blip xmlns:r="http://schemas.openxmlformats.org/officeDocument/2006/relationships" xmlns:a="http://schemas.openxmlformats.org/drawingml/2006/main" r:embed="R68e6467d2921425d"/>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B63CF25-2D93-4A03-A198-A170D743BA7D}"/>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D8AE9880-8D1F-40F9-86BE-C8A3CC3CC90A}"/>
              </a:ext>
            </a:extLst>
          </p:cNvPr>
          <p:cNvPicPr>
            <a:picLocks xmlns:a="http://schemas.openxmlformats.org/drawingml/2006/main" noChangeAspect="1"/>
          </p:cNvPicPr>
          <p:nvPr/>
        </p:nvPicPr>
        <p:blipFill>
          <a:blip xmlns:r="http://schemas.openxmlformats.org/officeDocument/2006/relationships" xmlns:a="http://schemas.openxmlformats.org/drawingml/2006/main" r:embed="R5981d5c92f584d27"/>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61C02F86-2334-44D2-B59C-2182708A7D1F}"/>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411B1F29-6D0D-440B-8844-649987F7B3D3}"/>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5654D726-274C-4FC8-97F8-D052FBDE0C5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30163C1-E8AC-4538-AC3B-27A4415E48F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92765569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C72C470-C593-47DF-9078-31022CB1CEDA}"/>
              </a:ext>
            </a:extLst>
          </p:cNvPr>
          <p:cNvPicPr>
            <a:picLocks xmlns:a="http://schemas.openxmlformats.org/drawingml/2006/main" noChangeAspect="1"/>
          </p:cNvPicPr>
          <p:nvPr/>
        </p:nvPicPr>
        <p:blipFill>
          <a:blip xmlns:r="http://schemas.openxmlformats.org/officeDocument/2006/relationships" xmlns:a="http://schemas.openxmlformats.org/drawingml/2006/main" r:embed="Ra7f0ceebd78e4f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67982B-2048-44D9-A0E5-5487D29CD0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C0503B-16E0-4A6E-A668-26ECECA824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BFF257B-2DA3-4F3A-A748-4FF7F5533A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99F791A-CC53-412E-867C-B86D37EDFA6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83F3C39-5BCC-4DB4-9BBA-964FE6A0EB5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765A077B-28BF-4A7D-83CC-E785C2024203}"/>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3DF05B9-AD50-4A6A-A011-7665DAB6B0AA}"/>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D85AC7A-625A-4215-B853-79262F2E0AE6}"/>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6A38820-28A0-4A36-9EDA-D891EF3A7995}"/>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98764DC-B196-47DA-9C47-DE5D5D99FC30}"/>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796435962"/>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FE14E5D-8DAD-401B-AB54-8B0EA5F6697D}"/>
              </a:ext>
            </a:extLst>
          </p:cNvPr>
          <p:cNvPicPr>
            <a:picLocks xmlns:a="http://schemas.openxmlformats.org/drawingml/2006/main" noChangeAspect="1"/>
          </p:cNvPicPr>
          <p:nvPr/>
        </p:nvPicPr>
        <p:blipFill>
          <a:blip xmlns:r="http://schemas.openxmlformats.org/officeDocument/2006/relationships" xmlns:a="http://schemas.openxmlformats.org/drawingml/2006/main" r:embed="R47f7e1cc50d645d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12B368B-093A-4AFC-A622-83DFBEFF3FE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4115BA9-D83C-4653-A0B9-5154E88A95C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6357FF36-9A8A-443D-A9A8-666E1DAD363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86551F78-FE01-40DC-B499-82E7E858D87F}"/>
              </a:ext>
            </a:extLst>
          </p:cNvPr>
          <p:cNvPicPr>
            <a:picLocks xmlns:a="http://schemas.openxmlformats.org/drawingml/2006/main" noChangeAspect="1"/>
          </p:cNvPicPr>
          <p:nvPr/>
        </p:nvPicPr>
        <p:blipFill>
          <a:blip xmlns:r="http://schemas.openxmlformats.org/officeDocument/2006/relationships" xmlns:a="http://schemas.openxmlformats.org/drawingml/2006/main" r:embed="Re6779da248e64f4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C17EC4D2-FD99-4C5B-9649-7FA04BD8C9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5DC1683-B251-46BE-81CC-7B2A278B7C1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68E8B98C-9D5F-4622-84E6-AC8236CD1E6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E262D40C-BC78-425A-8E72-60B310EFBFF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204014048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A5D3E7D-335E-444E-9B17-5F36D536FF55}"/>
              </a:ext>
            </a:extLst>
          </p:cNvPr>
          <p:cNvPicPr>
            <a:picLocks xmlns:a="http://schemas.openxmlformats.org/drawingml/2006/main" noChangeAspect="1"/>
          </p:cNvPicPr>
          <p:nvPr/>
        </p:nvPicPr>
        <p:blipFill>
          <a:blip xmlns:r="http://schemas.openxmlformats.org/officeDocument/2006/relationships" xmlns:a="http://schemas.openxmlformats.org/drawingml/2006/main" r:embed="R33a9eaafc89c41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EADDF73-2367-4976-898B-89103A9EDD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2CC78D-02D7-45F0-9F7F-A7E4B608714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0AF36EB-3DD4-4514-BDEA-4DDA26095F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74BB0C-5682-48CF-AAEF-B667DC6822D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FB8CF01-3C53-4577-AA32-612D17BB2DE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D081B95A-D9FD-4F8B-A3CF-E5A44CFE2D2C}"/>
              </a:ext>
            </a:extLst>
          </p:cNvPr>
          <p:cNvPicPr>
            <a:picLocks xmlns:a="http://schemas.openxmlformats.org/drawingml/2006/main" noChangeAspect="1"/>
          </p:cNvPicPr>
          <p:nvPr/>
        </p:nvPicPr>
        <p:blipFill>
          <a:blip xmlns:r="http://schemas.openxmlformats.org/officeDocument/2006/relationships" xmlns:a="http://schemas.openxmlformats.org/drawingml/2006/main" r:embed="R39936bd094b14bc9"/>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7FEBA06-E4FB-44EF-A4AC-147293FC6B16}"/>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3D6EC9F1-A671-4BAF-A338-2EF1D2B9DA86}"/>
              </a:ext>
            </a:extLst>
          </p:cNvPr>
          <p:cNvPicPr>
            <a:picLocks xmlns:a="http://schemas.openxmlformats.org/drawingml/2006/main" noChangeAspect="1"/>
          </p:cNvPicPr>
          <p:nvPr/>
        </p:nvPicPr>
        <p:blipFill>
          <a:blip xmlns:r="http://schemas.openxmlformats.org/officeDocument/2006/relationships" xmlns:a="http://schemas.openxmlformats.org/drawingml/2006/main" r:embed="R2a94000b213f4eee"/>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2F06BAC-C3F5-42AD-9851-471595278F46}"/>
              </a:ext>
            </a:extLst>
          </p:cNvPr>
          <p:cNvPicPr>
            <a:picLocks xmlns:a="http://schemas.openxmlformats.org/drawingml/2006/main" noChangeAspect="1"/>
          </p:cNvPicPr>
          <p:nvPr/>
        </p:nvPicPr>
        <p:blipFill>
          <a:blip xmlns:r="http://schemas.openxmlformats.org/officeDocument/2006/relationships" xmlns:a="http://schemas.openxmlformats.org/drawingml/2006/main" r:embed="R9943a98c69ee4db5"/>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DAB56E7-6A92-4DBD-93CF-F333F1746C84}"/>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C1D6C39A-AE0F-44E2-B731-EDE7A65296A5}"/>
              </a:ext>
            </a:extLst>
          </p:cNvPr>
          <p:cNvPicPr>
            <a:picLocks xmlns:a="http://schemas.openxmlformats.org/drawingml/2006/main" noChangeAspect="1"/>
          </p:cNvPicPr>
          <p:nvPr/>
        </p:nvPicPr>
        <p:blipFill>
          <a:blip xmlns:r="http://schemas.openxmlformats.org/officeDocument/2006/relationships" xmlns:a="http://schemas.openxmlformats.org/drawingml/2006/main" r:embed="R93cf1707e8094542"/>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94470048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C2D8CA3-25F2-421E-AFC1-9273D5FFFBF2}"/>
              </a:ext>
            </a:extLst>
          </p:cNvPr>
          <p:cNvPicPr>
            <a:picLocks xmlns:a="http://schemas.openxmlformats.org/drawingml/2006/main" noChangeAspect="1"/>
          </p:cNvPicPr>
          <p:nvPr/>
        </p:nvPicPr>
        <p:blipFill>
          <a:blip xmlns:r="http://schemas.openxmlformats.org/officeDocument/2006/relationships" xmlns:a="http://schemas.openxmlformats.org/drawingml/2006/main" r:embed="Rabdefc77d1ff4b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E765AB-9062-4D4A-BDFF-962C640CC3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4DB12A1-24DE-4D3C-8756-7F622A65AF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E6D803E-16E1-45FD-8E95-53C2770A9D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DB78888-1671-4BFC-9B50-CA46937267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3FCE2DC-0CB8-4BCB-878D-3019158D61E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E3E75F4F-F66B-4A8D-8474-5DFB189239C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A1CA1834-0631-472B-841A-8A2DBD4DC63C}"/>
              </a:ext>
            </a:extLst>
          </p:cNvPr>
          <p:cNvPicPr>
            <a:picLocks xmlns:a="http://schemas.openxmlformats.org/drawingml/2006/main" noChangeAspect="1"/>
          </p:cNvPicPr>
          <p:nvPr/>
        </p:nvPicPr>
        <p:blipFill>
          <a:blip xmlns:r="http://schemas.openxmlformats.org/officeDocument/2006/relationships" xmlns:a="http://schemas.openxmlformats.org/drawingml/2006/main" r:embed="R011ba2ffa12d4dd4"/>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4225DA0-7727-424D-986F-84147A702465}"/>
              </a:ext>
            </a:extLst>
          </p:cNvPr>
          <p:cNvPicPr>
            <a:picLocks xmlns:a="http://schemas.openxmlformats.org/drawingml/2006/main" noChangeAspect="1"/>
          </p:cNvPicPr>
          <p:nvPr/>
        </p:nvPicPr>
        <p:blipFill>
          <a:blip xmlns:r="http://schemas.openxmlformats.org/officeDocument/2006/relationships" xmlns:a="http://schemas.openxmlformats.org/drawingml/2006/main" r:embed="R6af811e08dfd4402"/>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4281AB04-8C0A-4D98-9918-E21B6DAA8F99}"/>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87F7C67-AA7F-46E8-A649-E53B4185658D}"/>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EE2C0783-96F4-4E9D-94DB-7A71B1A9FB90}"/>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4AFA6F0-10E6-41FB-B4CC-3AE9F81E0D0F}"/>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78336928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89DAA5CA-DE54-44B3-8E53-598C1CF182EA}"/>
              </a:ext>
            </a:extLst>
          </p:cNvPr>
          <p:cNvPicPr>
            <a:picLocks xmlns:a="http://schemas.openxmlformats.org/drawingml/2006/main" noChangeAspect="1"/>
          </p:cNvPicPr>
          <p:nvPr/>
        </p:nvPicPr>
        <p:blipFill>
          <a:blip xmlns:r="http://schemas.openxmlformats.org/officeDocument/2006/relationships" xmlns:a="http://schemas.openxmlformats.org/drawingml/2006/main" r:embed="Rf0dba2e2cb7b4c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0171EA-9D38-44C6-8776-156F646FE6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9C01FE-C998-4701-9C95-FAF9307F3B3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6D6003D-F42B-4770-A52C-A6F9C88759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E40853-4B01-4B03-995B-25222A902CB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DE0CF5C-A3A9-4972-B1D6-381E3C7147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3EB91D6-51DB-4653-AA48-32340056860C}"/>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97D22D82-D1C2-488C-909D-B2FE6683C1D9}"/>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AA78C79-9986-433C-8B23-B64B2F07EA4F}"/>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FE0F026C-840A-49F7-8E07-3D467A61C87D}"/>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94A3DD5-BBBA-40C6-8CD1-F55496D1808D}"/>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113363F8-28E5-454B-9001-B2D328928853}"/>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64779B6-2A8A-4D43-A1F4-A00569BD8A2D}"/>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489E94FA-AC81-4A81-A618-4A3611A845D5}"/>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A26EF8E-212B-4A2F-9ACA-157790CBB947}"/>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F542CA42-3348-48E9-8F0E-D336D05F44BF}"/>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1C7B17D-D7AF-47BF-82DA-8E124BC7E48B}"/>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31E20E82-C840-488C-BE7D-759996EF3236}"/>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2D2DBD74-D62E-4062-9CD7-2B6C3A774EF4}"/>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793941C7-D5DE-46F6-818C-D7B2ED5F825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E86C9824-D134-4A6F-B9EC-4FB4BBAD7E1B}"/>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31269538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FBD02A6-08F1-4FBD-AF55-82AEE675871D}"/>
              </a:ext>
            </a:extLst>
          </p:cNvPr>
          <p:cNvPicPr>
            <a:picLocks xmlns:a="http://schemas.openxmlformats.org/drawingml/2006/main" noChangeAspect="1"/>
          </p:cNvPicPr>
          <p:nvPr/>
        </p:nvPicPr>
        <p:blipFill>
          <a:blip xmlns:r="http://schemas.openxmlformats.org/officeDocument/2006/relationships" xmlns:a="http://schemas.openxmlformats.org/drawingml/2006/main" r:embed="Rb3de0987134940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EA7E6E7-AE2E-4719-901D-8AA8F7D8D3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4769C52-4A8D-46A9-9E63-0268747B8F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0E0C3F9-4968-464B-9305-AD44C3A8849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3C253D-A4E1-4145-85C9-A789722E95A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9C47742-EDF3-45B6-A081-3BF79FD149D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55649D72-26FD-4FC0-B085-0ECB9DFB58A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EF85B53-B47E-4B9E-A67E-0465796A8601}"/>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BBBBEEF-A4C6-418E-80F6-6C79051FFF1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E2DBDDA-8878-4D86-A915-E64743EA665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3AFEB0E-D7CE-41D3-B24E-A940E40274C7}"/>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42E4430-BBCD-4760-B1AA-80C108E532B3}"/>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42877043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07476E3D-230F-49E1-8EBB-69440118F865}"/>
              </a:ext>
            </a:extLst>
          </p:cNvPr>
          <p:cNvPicPr>
            <a:picLocks xmlns:a="http://schemas.openxmlformats.org/drawingml/2006/main" noChangeAspect="1"/>
          </p:cNvPicPr>
          <p:nvPr/>
        </p:nvPicPr>
        <p:blipFill>
          <a:blip xmlns:r="http://schemas.openxmlformats.org/officeDocument/2006/relationships" xmlns:a="http://schemas.openxmlformats.org/drawingml/2006/main" r:embed="R61fc1007d50e42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CFCED2-D833-49E1-BECB-4DE8FC3F61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E78868-FFAB-4D22-BE5B-832689EC43A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8B811FA-4DC2-49CD-83E6-2C2B7AFDBF3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3091483-3ED7-494C-AA01-8BE61713F10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004E7B5-E6ED-4490-9A91-D1D4BC13794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8133C0CC-DE86-4FE4-87AD-1B53F0563CAD}"/>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C33DA20C-8ABD-4D42-984D-8B3EDFD573EC}"/>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AAEC44C3-CA16-4F7D-98E4-E5E62FDBF1E9}"/>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3359CF85-19F6-487F-95F2-C20F4192EDC1}"/>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299365D6-447D-41DF-80EA-DCABDF27AFE6}"/>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0B75634-250E-4A47-8316-69DE91EB49F4}"/>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0970FED3-A47E-4A52-ACF3-FDC5C71A91D4}"/>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C5D3D42B-56F7-4998-840B-DFDEFE7C0862}"/>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DB59ABAF-8F0F-41A3-A1FF-51DD5E376C40}"/>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6A1C639-8A3B-4847-A4A9-6DE9C32868DD}"/>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A6109ED2-F329-41AE-A978-39AD983DA141}"/>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326ACADE-9DBA-401D-83E1-3995AF57C975}"/>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06171462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19FDE05-4F44-435F-86F3-460DFF7A0E2B}"/>
              </a:ext>
            </a:extLst>
          </p:cNvPr>
          <p:cNvPicPr>
            <a:picLocks xmlns:a="http://schemas.openxmlformats.org/drawingml/2006/main" noChangeAspect="1"/>
          </p:cNvPicPr>
          <p:nvPr/>
        </p:nvPicPr>
        <p:blipFill>
          <a:blip xmlns:r="http://schemas.openxmlformats.org/officeDocument/2006/relationships" xmlns:a="http://schemas.openxmlformats.org/drawingml/2006/main" r:embed="R3a10a51688934ad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83FB02-70C9-42B3-86E3-17A91BDF25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B2B8D0-A1EF-4A2D-9443-A2CC473F88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D332F8F-8612-46EA-B12B-16C738DA58E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E08D347-DDF8-4179-B060-D7BB463484E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E7F48AF-375D-44FB-89CE-1574B1D598A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3CA24125-2B8A-49D8-8206-2B06EBBB381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37BADCE-CBED-44A9-96C8-B00A3E63481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747BE9D-213A-41D1-9F4B-D0E7015A4DD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16EE003-369D-4A6D-93CD-C93B14056CF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A556CC8-66C8-4E9C-B8AC-56688A1673D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684DD6F-3407-424D-9A5E-F0769E8AE3F8}"/>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09321677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3C0DE69-2473-4038-8927-4AEDCEAD81E3}"/>
              </a:ext>
            </a:extLst>
          </p:cNvPr>
          <p:cNvPicPr>
            <a:picLocks xmlns:a="http://schemas.openxmlformats.org/drawingml/2006/main" noChangeAspect="1"/>
          </p:cNvPicPr>
          <p:nvPr/>
        </p:nvPicPr>
        <p:blipFill>
          <a:blip xmlns:r="http://schemas.openxmlformats.org/officeDocument/2006/relationships" xmlns:a="http://schemas.openxmlformats.org/drawingml/2006/main" r:embed="R58aca2ef3dcc4ed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77E6FC-A891-4B57-AF46-55F3CC9B776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085F8E-B958-421D-84A4-92D4DCEF62D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5FD8C83-E0E1-4F1D-8CBA-16EB04EA85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E55C43B-4D58-4089-87C8-B469A5A9D53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43470EC-8719-4708-B506-AEDC585F64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2BBC2371-4CE9-4803-8B04-508914AB242E}"/>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AB1AE48D-CB3F-4C87-935D-CAA3AD503DE0}"/>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A19B7696-8947-4A5F-99A7-A531C65F4E05}"/>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54C51F3C-FA81-4310-BF2B-6174B3637095}"/>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6BF56D32-09B7-4DF2-AC01-24BDD6B7E065}"/>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EAABF952-D0C5-4930-8307-57E2FC4CEC92}"/>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94305B83-E961-4425-A648-878355E4ED92}"/>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16598641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A9D00EEF-7167-44AD-8758-4A4ED1BCC4B1}"/>
              </a:ext>
            </a:extLst>
          </p:cNvPr>
          <p:cNvPicPr>
            <a:picLocks xmlns:a="http://schemas.openxmlformats.org/drawingml/2006/main" noChangeAspect="1"/>
          </p:cNvPicPr>
          <p:nvPr/>
        </p:nvPicPr>
        <p:blipFill>
          <a:blip xmlns:r="http://schemas.openxmlformats.org/officeDocument/2006/relationships" xmlns:a="http://schemas.openxmlformats.org/drawingml/2006/main" r:embed="R5cc442c2ad6b4db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F80B7E-0AE9-485F-AF43-A114EF6FCE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B3BB0D-AA06-4B09-B9F6-3B1B04E5CA0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01C4071-5C5B-4ED7-AA65-3238DF0C8CA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E3C314A-76C0-49B4-BF58-C8CE9133BC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FA451A2-21B1-454A-8568-D33F41B9A725}"/>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8181A3D4-E744-4A5C-A14B-0D7AE15D540C}"/>
              </a:ext>
            </a:extLst>
          </p:cNvPr>
          <p:cNvPicPr>
            <a:picLocks xmlns:a="http://schemas.openxmlformats.org/drawingml/2006/main" noChangeAspect="1"/>
          </p:cNvPicPr>
          <p:nvPr/>
        </p:nvPicPr>
        <p:blipFill>
          <a:blip xmlns:r="http://schemas.openxmlformats.org/officeDocument/2006/relationships" xmlns:a="http://schemas.openxmlformats.org/drawingml/2006/main" r:embed="Rdad23e1455534911"/>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5204B53-E7CD-4520-8B43-FBBA95609F5F}"/>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5477B854-1477-4B1D-8713-F1844A701AF9}"/>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4F46181D-E4A3-4AFF-A4CC-81134347B725}"/>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5EDE4065-A18C-4413-ACEC-2D379169541E}"/>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0D0FE4E0-F376-4193-8B21-D44344A0598A}"/>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C45013C8-62B4-48EA-A847-93409C36F1B3}"/>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551E1A9A-4C40-4EE6-B83E-ABE0AD894788}"/>
              </a:ext>
            </a:extLst>
          </p:cNvPr>
          <p:cNvPicPr>
            <a:picLocks xmlns:a="http://schemas.openxmlformats.org/drawingml/2006/main" noChangeAspect="1"/>
          </p:cNvPicPr>
          <p:nvPr/>
        </p:nvPicPr>
        <p:blipFill>
          <a:blip xmlns:r="http://schemas.openxmlformats.org/officeDocument/2006/relationships" xmlns:a="http://schemas.openxmlformats.org/drawingml/2006/main" r:embed="Rebbd052be1bf45a7"/>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0B7FB45-D146-4CA9-B0D4-7D3095734555}"/>
              </a:ext>
            </a:extLst>
          </p:cNvPr>
          <p:cNvPicPr>
            <a:picLocks xmlns:a="http://schemas.openxmlformats.org/drawingml/2006/main" noChangeAspect="1"/>
          </p:cNvPicPr>
          <p:nvPr/>
        </p:nvPicPr>
        <p:blipFill>
          <a:blip xmlns:r="http://schemas.openxmlformats.org/officeDocument/2006/relationships" xmlns:a="http://schemas.openxmlformats.org/drawingml/2006/main" r:embed="Rd277d4bfeed240a1"/>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6995010-C1DE-478B-94B6-E5B29E873633}"/>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93BE330D-A2C9-4A25-ADCB-5272EE04667C}"/>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66E34D14-440F-4359-A35A-E6F58149E9BD}"/>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2A53772C-8649-4DBF-8107-6D08966826DD}"/>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4BF78DE6-260E-4423-BEB6-4AC5DCE6FEFA}"/>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5794EDB2-FF73-4D89-9DC0-34B13E7ABE33}"/>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988B792-7E53-4D79-9CD2-4E905636A0A0}"/>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AAEE08DD-13E3-401E-A63D-6FDA6DC01154}"/>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32518046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A117B49-8CD0-4636-9254-D60C0EADD82B}"/>
              </a:ext>
            </a:extLst>
          </p:cNvPr>
          <p:cNvPicPr>
            <a:picLocks xmlns:a="http://schemas.openxmlformats.org/drawingml/2006/main" noChangeAspect="1"/>
          </p:cNvPicPr>
          <p:nvPr/>
        </p:nvPicPr>
        <p:blipFill>
          <a:blip xmlns:r="http://schemas.openxmlformats.org/officeDocument/2006/relationships" xmlns:a="http://schemas.openxmlformats.org/drawingml/2006/main" r:embed="R651610e75a9744a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EBAA88-7094-4AFA-B665-FDB786D9BD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8CE979-75D4-4DB7-8322-4038ACA2B1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BC52DAB-DE7D-4F3C-BCCA-F30E497B8C2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20E53986-2109-41A0-A2D2-6781164DCC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4D8CC44-BB16-44D9-9716-EE77432C6D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7CA382A6-48B5-46BD-9F92-EDB77D03545D}"/>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58CED187-55EB-4AF8-9194-6ECB5F807E97}"/>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DDA126C7-5499-45DB-93A6-8C7A7047A6FC}"/>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1F8DEC87-53FD-494F-8BA9-F2130C7867AD}"/>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7DC9AF1A-9696-450B-AB92-5DA54771E8B5}"/>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6068AB47-A538-4E1D-B150-5DE9A80C55B8}"/>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43470B6C-4D20-4D88-BBAD-7B66C089576C}"/>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747C80E2-67DD-42C2-AA5C-347DE7A80467}"/>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D34B3374-733B-4B78-A94A-C858C8F0BD9E}"/>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FFF1E013-1C5A-49CE-B27C-A631F3079BDD}"/>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17227CA6-5CAF-4954-9B00-9D6B875F27F8}"/>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831364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2026-10-28T07:38:29.1670000Z</dcterms:created>
  <dcterms:modified xsi:type="dcterms:W3CDTF">2026-10-28T07:38:29.1670000Z</dcterms:modified>
</coreProperties>
</file>