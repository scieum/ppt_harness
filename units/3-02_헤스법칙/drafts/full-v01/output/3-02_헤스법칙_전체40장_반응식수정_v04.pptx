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454aed2e6114d6c" /><Relationship Type="http://schemas.openxmlformats.org/officeDocument/2006/relationships/extended-properties" Target="/docProps/app.xml" Id="R0e1889f2e2044a4d" /><Relationship Type="http://schemas.openxmlformats.org/officeDocument/2006/relationships/officeDocument" Target="/ppt/presentation.xml" Id="R9b687a157aea4442" /></Relationships>
</file>

<file path=ppt/presentation.xml><?xml version="1.0" encoding="utf-8"?>
<p:presentation xmlns:p="http://schemas.openxmlformats.org/presentationml/2006/main">
  <p:sldMasterIdLst>
    <p:sldMasterId xmlns:r="http://schemas.openxmlformats.org/officeDocument/2006/relationships" id="2147483648" r:id="R7957e6cb420446bd"/>
  </p:sldMasterIdLst>
  <p:notesMasterIdLst>
    <p:notesMasterId xmlns:r="http://schemas.openxmlformats.org/officeDocument/2006/relationships" r:id="R79bd760f5aac4e95"/>
  </p:notesMasterIdLst>
  <p:sldIdLst>
    <p:sldId xmlns:r="http://schemas.openxmlformats.org/officeDocument/2006/relationships" id="256" r:id="R3dd3835ba30f409a"/>
    <p:sldId xmlns:r="http://schemas.openxmlformats.org/officeDocument/2006/relationships" id="257" r:id="Rfb49804afb1b4358"/>
    <p:sldId xmlns:r="http://schemas.openxmlformats.org/officeDocument/2006/relationships" id="258" r:id="R8a2656a6812e4304"/>
    <p:sldId xmlns:r="http://schemas.openxmlformats.org/officeDocument/2006/relationships" id="259" r:id="R63c7175869b645ef"/>
    <p:sldId xmlns:r="http://schemas.openxmlformats.org/officeDocument/2006/relationships" id="260" r:id="R22e62b365907407a"/>
    <p:sldId xmlns:r="http://schemas.openxmlformats.org/officeDocument/2006/relationships" id="261" r:id="Raad35cdd614b4fa6"/>
    <p:sldId xmlns:r="http://schemas.openxmlformats.org/officeDocument/2006/relationships" id="262" r:id="Re0392b1b44d1414e"/>
    <p:sldId xmlns:r="http://schemas.openxmlformats.org/officeDocument/2006/relationships" id="263" r:id="Rc2ae9a2ea1194043"/>
    <p:sldId xmlns:r="http://schemas.openxmlformats.org/officeDocument/2006/relationships" id="264" r:id="Rf960187fa1d14b08"/>
    <p:sldId xmlns:r="http://schemas.openxmlformats.org/officeDocument/2006/relationships" id="265" r:id="Rf6a6622702994ac9"/>
    <p:sldId xmlns:r="http://schemas.openxmlformats.org/officeDocument/2006/relationships" id="266" r:id="Rea193f1620384bbf"/>
    <p:sldId xmlns:r="http://schemas.openxmlformats.org/officeDocument/2006/relationships" id="267" r:id="R02f29da788374cd0"/>
    <p:sldId xmlns:r="http://schemas.openxmlformats.org/officeDocument/2006/relationships" id="268" r:id="R99ea7a21237844c0"/>
    <p:sldId xmlns:r="http://schemas.openxmlformats.org/officeDocument/2006/relationships" id="269" r:id="Rb21aa3aacdc74338"/>
    <p:sldId xmlns:r="http://schemas.openxmlformats.org/officeDocument/2006/relationships" id="270" r:id="R107adbd43ff042c9"/>
    <p:sldId xmlns:r="http://schemas.openxmlformats.org/officeDocument/2006/relationships" id="271" r:id="R3c2a8b410f9b43be"/>
    <p:sldId xmlns:r="http://schemas.openxmlformats.org/officeDocument/2006/relationships" id="272" r:id="R6ea739cdf268479a"/>
    <p:sldId xmlns:r="http://schemas.openxmlformats.org/officeDocument/2006/relationships" id="273" r:id="R02b745dd7c8e4583"/>
    <p:sldId xmlns:r="http://schemas.openxmlformats.org/officeDocument/2006/relationships" id="274" r:id="Rf21fa95cb11a45a0"/>
    <p:sldId xmlns:r="http://schemas.openxmlformats.org/officeDocument/2006/relationships" id="275" r:id="R4fd2e1f602ce4891"/>
    <p:sldId xmlns:r="http://schemas.openxmlformats.org/officeDocument/2006/relationships" id="276" r:id="Rb90c1351fd38402b"/>
    <p:sldId xmlns:r="http://schemas.openxmlformats.org/officeDocument/2006/relationships" id="277" r:id="Ra714580e8ec444b4"/>
    <p:sldId xmlns:r="http://schemas.openxmlformats.org/officeDocument/2006/relationships" id="278" r:id="Rfa4b22a231bc4a3f"/>
    <p:sldId xmlns:r="http://schemas.openxmlformats.org/officeDocument/2006/relationships" id="279" r:id="Ra75e9dd3af1c44f6"/>
    <p:sldId xmlns:r="http://schemas.openxmlformats.org/officeDocument/2006/relationships" id="280" r:id="R159018473e184c57"/>
    <p:sldId xmlns:r="http://schemas.openxmlformats.org/officeDocument/2006/relationships" id="281" r:id="Rb9733738622e49cd"/>
    <p:sldId xmlns:r="http://schemas.openxmlformats.org/officeDocument/2006/relationships" id="282" r:id="Rdf1f6ffbd3c3467a"/>
    <p:sldId xmlns:r="http://schemas.openxmlformats.org/officeDocument/2006/relationships" id="283" r:id="R45fc1840756649ed"/>
    <p:sldId xmlns:r="http://schemas.openxmlformats.org/officeDocument/2006/relationships" id="284" r:id="R84dc72f6bb3d42ca"/>
    <p:sldId xmlns:r="http://schemas.openxmlformats.org/officeDocument/2006/relationships" id="285" r:id="Rebb89ce06b1b4ca7"/>
    <p:sldId xmlns:r="http://schemas.openxmlformats.org/officeDocument/2006/relationships" id="286" r:id="R10aff27420104e7b"/>
    <p:sldId xmlns:r="http://schemas.openxmlformats.org/officeDocument/2006/relationships" id="287" r:id="R52f0df674bd147e1"/>
    <p:sldId xmlns:r="http://schemas.openxmlformats.org/officeDocument/2006/relationships" id="288" r:id="R00525b26467f4f60"/>
    <p:sldId xmlns:r="http://schemas.openxmlformats.org/officeDocument/2006/relationships" id="289" r:id="Rc26a3657fe8e48b1"/>
    <p:sldId xmlns:r="http://schemas.openxmlformats.org/officeDocument/2006/relationships" id="290" r:id="R721d6a120ecd479e"/>
    <p:sldId xmlns:r="http://schemas.openxmlformats.org/officeDocument/2006/relationships" id="291" r:id="Rd2aec815ed974820"/>
    <p:sldId xmlns:r="http://schemas.openxmlformats.org/officeDocument/2006/relationships" id="292" r:id="Re3ca0916612b4315"/>
    <p:sldId xmlns:r="http://schemas.openxmlformats.org/officeDocument/2006/relationships" id="293" r:id="R6816a087f29f4529"/>
    <p:sldId xmlns:r="http://schemas.openxmlformats.org/officeDocument/2006/relationships" id="294" r:id="R17fe3090d481455e"/>
    <p:sldId xmlns:r="http://schemas.openxmlformats.org/officeDocument/2006/relationships" id="295" r:id="R18da08146db14855"/>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45c38f7921b4c06" /><Relationship Type="http://schemas.openxmlformats.org/officeDocument/2006/relationships/slideMaster" Target="/ppt/slideMasters/slideMaster1.xml" Id="R7957e6cb420446bd" /><Relationship Type="http://schemas.openxmlformats.org/officeDocument/2006/relationships/notesMaster" Target="/ppt/notesMasters/notesMaster1.xml" Id="R79bd760f5aac4e95" /><Relationship Type="http://schemas.openxmlformats.org/officeDocument/2006/relationships/presProps" Target="/ppt/presProps.xml" Id="R2146a3f92c794c44" /><Relationship Type="http://schemas.openxmlformats.org/officeDocument/2006/relationships/tableStyles" Target="/ppt/tableStyles.xml" Id="Rce406edf857747e4" /><Relationship Type="http://schemas.openxmlformats.org/officeDocument/2006/relationships/slide" Target="/ppt/slides/slide1.xml" Id="R3dd3835ba30f409a" /><Relationship Type="http://schemas.openxmlformats.org/officeDocument/2006/relationships/slide" Target="/ppt/slides/slide2.xml" Id="Rfb49804afb1b4358" /><Relationship Type="http://schemas.openxmlformats.org/officeDocument/2006/relationships/slide" Target="/ppt/slides/slide3.xml" Id="R8a2656a6812e4304" /><Relationship Type="http://schemas.openxmlformats.org/officeDocument/2006/relationships/slide" Target="/ppt/slides/slide4.xml" Id="R63c7175869b645ef" /><Relationship Type="http://schemas.openxmlformats.org/officeDocument/2006/relationships/slide" Target="/ppt/slides/slide5.xml" Id="R22e62b365907407a" /><Relationship Type="http://schemas.openxmlformats.org/officeDocument/2006/relationships/slide" Target="/ppt/slides/slide6.xml" Id="Raad35cdd614b4fa6" /><Relationship Type="http://schemas.openxmlformats.org/officeDocument/2006/relationships/slide" Target="/ppt/slides/slide7.xml" Id="Re0392b1b44d1414e" /><Relationship Type="http://schemas.openxmlformats.org/officeDocument/2006/relationships/slide" Target="/ppt/slides/slide8.xml" Id="Rc2ae9a2ea1194043" /><Relationship Type="http://schemas.openxmlformats.org/officeDocument/2006/relationships/slide" Target="/ppt/slides/slide9.xml" Id="Rf960187fa1d14b08" /><Relationship Type="http://schemas.openxmlformats.org/officeDocument/2006/relationships/slide" Target="/ppt/slides/slide10.xml" Id="Rf6a6622702994ac9" /><Relationship Type="http://schemas.openxmlformats.org/officeDocument/2006/relationships/slide" Target="/ppt/slides/slide11.xml" Id="Rea193f1620384bbf" /><Relationship Type="http://schemas.openxmlformats.org/officeDocument/2006/relationships/slide" Target="/ppt/slides/slide12.xml" Id="R02f29da788374cd0" /><Relationship Type="http://schemas.openxmlformats.org/officeDocument/2006/relationships/slide" Target="/ppt/slides/slide13.xml" Id="R99ea7a21237844c0" /><Relationship Type="http://schemas.openxmlformats.org/officeDocument/2006/relationships/slide" Target="/ppt/slides/slide14.xml" Id="Rb21aa3aacdc74338" /><Relationship Type="http://schemas.openxmlformats.org/officeDocument/2006/relationships/slide" Target="/ppt/slides/slide15.xml" Id="R107adbd43ff042c9" /><Relationship Type="http://schemas.openxmlformats.org/officeDocument/2006/relationships/slide" Target="/ppt/slides/slide16.xml" Id="R3c2a8b410f9b43be" /><Relationship Type="http://schemas.openxmlformats.org/officeDocument/2006/relationships/slide" Target="/ppt/slides/slide17.xml" Id="R6ea739cdf268479a" /><Relationship Type="http://schemas.openxmlformats.org/officeDocument/2006/relationships/slide" Target="/ppt/slides/slide18.xml" Id="R02b745dd7c8e4583" /><Relationship Type="http://schemas.openxmlformats.org/officeDocument/2006/relationships/slide" Target="/ppt/slides/slide19.xml" Id="Rf21fa95cb11a45a0" /><Relationship Type="http://schemas.openxmlformats.org/officeDocument/2006/relationships/slide" Target="/ppt/slides/slide20.xml" Id="R4fd2e1f602ce4891" /><Relationship Type="http://schemas.openxmlformats.org/officeDocument/2006/relationships/slide" Target="/ppt/slides/slide21.xml" Id="Rb90c1351fd38402b" /><Relationship Type="http://schemas.openxmlformats.org/officeDocument/2006/relationships/slide" Target="/ppt/slides/slide22.xml" Id="Ra714580e8ec444b4" /><Relationship Type="http://schemas.openxmlformats.org/officeDocument/2006/relationships/slide" Target="/ppt/slides/slide23.xml" Id="Rfa4b22a231bc4a3f" /><Relationship Type="http://schemas.openxmlformats.org/officeDocument/2006/relationships/slide" Target="/ppt/slides/slide24.xml" Id="Ra75e9dd3af1c44f6" /><Relationship Type="http://schemas.openxmlformats.org/officeDocument/2006/relationships/slide" Target="/ppt/slides/slide25.xml" Id="R159018473e184c57" /><Relationship Type="http://schemas.openxmlformats.org/officeDocument/2006/relationships/slide" Target="/ppt/slides/slide26.xml" Id="Rb9733738622e49cd" /><Relationship Type="http://schemas.openxmlformats.org/officeDocument/2006/relationships/slide" Target="/ppt/slides/slide27.xml" Id="Rdf1f6ffbd3c3467a" /><Relationship Type="http://schemas.openxmlformats.org/officeDocument/2006/relationships/slide" Target="/ppt/slides/slide28.xml" Id="R45fc1840756649ed" /><Relationship Type="http://schemas.openxmlformats.org/officeDocument/2006/relationships/slide" Target="/ppt/slides/slide29.xml" Id="R84dc72f6bb3d42ca" /><Relationship Type="http://schemas.openxmlformats.org/officeDocument/2006/relationships/slide" Target="/ppt/slides/slide30.xml" Id="Rebb89ce06b1b4ca7" /><Relationship Type="http://schemas.openxmlformats.org/officeDocument/2006/relationships/slide" Target="/ppt/slides/slide31.xml" Id="R10aff27420104e7b" /><Relationship Type="http://schemas.openxmlformats.org/officeDocument/2006/relationships/slide" Target="/ppt/slides/slide32.xml" Id="R52f0df674bd147e1" /><Relationship Type="http://schemas.openxmlformats.org/officeDocument/2006/relationships/slide" Target="/ppt/slides/slide33.xml" Id="R00525b26467f4f60" /><Relationship Type="http://schemas.openxmlformats.org/officeDocument/2006/relationships/slide" Target="/ppt/slides/slide34.xml" Id="Rc26a3657fe8e48b1" /><Relationship Type="http://schemas.openxmlformats.org/officeDocument/2006/relationships/slide" Target="/ppt/slides/slide35.xml" Id="R721d6a120ecd479e" /><Relationship Type="http://schemas.openxmlformats.org/officeDocument/2006/relationships/slide" Target="/ppt/slides/slide36.xml" Id="Rd2aec815ed974820" /><Relationship Type="http://schemas.openxmlformats.org/officeDocument/2006/relationships/slide" Target="/ppt/slides/slide37.xml" Id="Re3ca0916612b4315" /><Relationship Type="http://schemas.openxmlformats.org/officeDocument/2006/relationships/slide" Target="/ppt/slides/slide38.xml" Id="R6816a087f29f4529" /><Relationship Type="http://schemas.openxmlformats.org/officeDocument/2006/relationships/slide" Target="/ppt/slides/slide39.xml" Id="R17fe3090d481455e" /><Relationship Type="http://schemas.openxmlformats.org/officeDocument/2006/relationships/slide" Target="/ppt/slides/slide40.xml" Id="R18da08146db1485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eec585473264a0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807549ee8b24d27" /><Relationship Type="http://schemas.openxmlformats.org/officeDocument/2006/relationships/notesMaster" Target="/ppt/notesMasters/notesMaster1.xml" Id="Rc7d258a025734f4f" /></Relationships>
</file>

<file path=ppt/notesSlides/_rels/notesSlide2.xml.rels>&#65279;<?xml version="1.0" encoding="utf-8"?><Relationships xmlns="http://schemas.openxmlformats.org/package/2006/relationships"><Relationship Type="http://schemas.openxmlformats.org/officeDocument/2006/relationships/slide" Target="/ppt/slides/slide2.xml" Id="R29842050a67b4a2d" /><Relationship Type="http://schemas.openxmlformats.org/officeDocument/2006/relationships/notesMaster" Target="/ppt/notesMasters/notesMaster1.xml" Id="Rf95076d991864d7a" /></Relationships>
</file>

<file path=ppt/notesSlides/_rels/notesSlide3.xml.rels>&#65279;<?xml version="1.0" encoding="utf-8"?><Relationships xmlns="http://schemas.openxmlformats.org/package/2006/relationships"><Relationship Type="http://schemas.openxmlformats.org/officeDocument/2006/relationships/slide" Target="/ppt/slides/slide3.xml" Id="R75188ea2577f4e6d" /><Relationship Type="http://schemas.openxmlformats.org/officeDocument/2006/relationships/notesMaster" Target="/ppt/notesMasters/notesMaster1.xml" Id="Rf4f0734af33a41ec" /></Relationships>
</file>

<file path=ppt/notesSlides/_rels/notesSlide4.xml.rels>&#65279;<?xml version="1.0" encoding="utf-8"?><Relationships xmlns="http://schemas.openxmlformats.org/package/2006/relationships"><Relationship Type="http://schemas.openxmlformats.org/officeDocument/2006/relationships/slide" Target="/ppt/slides/slide4.xml" Id="Rca88a59a9b3b4058" /><Relationship Type="http://schemas.openxmlformats.org/officeDocument/2006/relationships/notesMaster" Target="/ppt/notesMasters/notesMaster1.xml" Id="Ree6589161d2d4151" /></Relationships>
</file>

<file path=ppt/notesSlides/_rels/notesSlide5.xml.rels>&#65279;<?xml version="1.0" encoding="utf-8"?><Relationships xmlns="http://schemas.openxmlformats.org/package/2006/relationships"><Relationship Type="http://schemas.openxmlformats.org/officeDocument/2006/relationships/slide" Target="/ppt/slides/slide5.xml" Id="R99583eeff5744661" /><Relationship Type="http://schemas.openxmlformats.org/officeDocument/2006/relationships/notesMaster" Target="/ppt/notesMasters/notesMaster1.xml" Id="R6fa89bc2f5aa43d6" /></Relationships>
</file>

<file path=ppt/notesSlides/_rels/notesSlide6.xml.rels>&#65279;<?xml version="1.0" encoding="utf-8"?><Relationships xmlns="http://schemas.openxmlformats.org/package/2006/relationships"><Relationship Type="http://schemas.openxmlformats.org/officeDocument/2006/relationships/slide" Target="/ppt/slides/slide6.xml" Id="Re23ee21ff23f4a08" /><Relationship Type="http://schemas.openxmlformats.org/officeDocument/2006/relationships/notesMaster" Target="/ppt/notesMasters/notesMaster1.xml" Id="R2e45b05474174a72" /></Relationships>
</file>

<file path=ppt/notesSlides/_rels/notesSlide7.xml.rels>&#65279;<?xml version="1.0" encoding="utf-8"?><Relationships xmlns="http://schemas.openxmlformats.org/package/2006/relationships"><Relationship Type="http://schemas.openxmlformats.org/officeDocument/2006/relationships/slide" Target="/ppt/slides/slide7.xml" Id="Ra9ce3e4a731f4a0e" /><Relationship Type="http://schemas.openxmlformats.org/officeDocument/2006/relationships/notesMaster" Target="/ppt/notesMasters/notesMaster1.xml" Id="R83e5e80d9d544bb0" /></Relationships>
</file>

<file path=ppt/notesSlides/_rels/notesSlide8.xml.rels>&#65279;<?xml version="1.0" encoding="utf-8"?><Relationships xmlns="http://schemas.openxmlformats.org/package/2006/relationships"><Relationship Type="http://schemas.openxmlformats.org/officeDocument/2006/relationships/slide" Target="/ppt/slides/slide8.xml" Id="R0e4cf1fed49f4cd3" /><Relationship Type="http://schemas.openxmlformats.org/officeDocument/2006/relationships/notesMaster" Target="/ppt/notesMasters/notesMaster1.xml" Id="R089db60a1559463a" /></Relationships>
</file>

<file path=ppt/notesSlides/_rels/notesSlide9.xml.rels>&#65279;<?xml version="1.0" encoding="utf-8"?><Relationships xmlns="http://schemas.openxmlformats.org/package/2006/relationships"><Relationship Type="http://schemas.openxmlformats.org/officeDocument/2006/relationships/slide" Target="/ppt/slides/slide9.xml" Id="R5f7662c2ec604b14" /><Relationship Type="http://schemas.openxmlformats.org/officeDocument/2006/relationships/notesMaster" Target="/ppt/notesMasters/notesMaster1.xml" Id="R908da38f5c5d4b8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a25ec9bb9284a81" /><Relationship Type="http://schemas.openxmlformats.org/officeDocument/2006/relationships/notesMaster" Target="/ppt/notesMasters/notesMaster1.xml" Id="R2e3c9a98acc64bb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3ad8d97e7ba48aa" /><Relationship Type="http://schemas.openxmlformats.org/officeDocument/2006/relationships/notesMaster" Target="/ppt/notesMasters/notesMaster1.xml" Id="R3569a3578cbd434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d099ba7239f4ca9" /><Relationship Type="http://schemas.openxmlformats.org/officeDocument/2006/relationships/notesMaster" Target="/ppt/notesMasters/notesMaster1.xml" Id="R9a7607a32210473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9cb6234ef35465e" /><Relationship Type="http://schemas.openxmlformats.org/officeDocument/2006/relationships/notesMaster" Target="/ppt/notesMasters/notesMaster1.xml" Id="Ree3445de25cf47e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7fcbd25a0ce480d" /><Relationship Type="http://schemas.openxmlformats.org/officeDocument/2006/relationships/notesMaster" Target="/ppt/notesMasters/notesMaster1.xml" Id="Raffc2ab4d0524e8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f88995bc5cc4715" /><Relationship Type="http://schemas.openxmlformats.org/officeDocument/2006/relationships/notesMaster" Target="/ppt/notesMasters/notesMaster1.xml" Id="R5e2f0ea47361405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291c1da9bbd428b" /><Relationship Type="http://schemas.openxmlformats.org/officeDocument/2006/relationships/notesMaster" Target="/ppt/notesMasters/notesMaster1.xml" Id="Rff886c9bf0784f0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39d277b8d174c7f" /><Relationship Type="http://schemas.openxmlformats.org/officeDocument/2006/relationships/notesMaster" Target="/ppt/notesMasters/notesMaster1.xml" Id="Rc9bb76bfc9454e8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5ab7e141e0e446a" /><Relationship Type="http://schemas.openxmlformats.org/officeDocument/2006/relationships/notesMaster" Target="/ppt/notesMasters/notesMaster1.xml" Id="R0618c37166e64df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2ed4c96aaf44b22" /><Relationship Type="http://schemas.openxmlformats.org/officeDocument/2006/relationships/notesMaster" Target="/ppt/notesMasters/notesMaster1.xml" Id="R7223aabd347e441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b0d6c8649e94e2e" /><Relationship Type="http://schemas.openxmlformats.org/officeDocument/2006/relationships/notesMaster" Target="/ppt/notesMasters/notesMaster1.xml" Id="R1ee927ebed954c0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ebe77c86f4e4f09" /><Relationship Type="http://schemas.openxmlformats.org/officeDocument/2006/relationships/notesMaster" Target="/ppt/notesMasters/notesMaster1.xml" Id="Rbf78941fdde04a7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f06e3de04584855" /><Relationship Type="http://schemas.openxmlformats.org/officeDocument/2006/relationships/notesMaster" Target="/ppt/notesMasters/notesMaster1.xml" Id="Re4edbb5dae5048f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722e35f1a874f09" /><Relationship Type="http://schemas.openxmlformats.org/officeDocument/2006/relationships/notesMaster" Target="/ppt/notesMasters/notesMaster1.xml" Id="Rc9e9987d84674c6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540a1d4c9b74889" /><Relationship Type="http://schemas.openxmlformats.org/officeDocument/2006/relationships/notesMaster" Target="/ppt/notesMasters/notesMaster1.xml" Id="Rcacf12e1a61c494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ff02e1487aa4a46" /><Relationship Type="http://schemas.openxmlformats.org/officeDocument/2006/relationships/notesMaster" Target="/ppt/notesMasters/notesMaster1.xml" Id="R7ac32b89d5b844d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88e42e329e44e60" /><Relationship Type="http://schemas.openxmlformats.org/officeDocument/2006/relationships/notesMaster" Target="/ppt/notesMasters/notesMaster1.xml" Id="R45bef54d8f2349d0"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19a08d960ed34165" /><Relationship Type="http://schemas.openxmlformats.org/officeDocument/2006/relationships/notesMaster" Target="/ppt/notesMasters/notesMaster1.xml" Id="R54467d9515f645e1"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a21f7139e9ca40a5" /><Relationship Type="http://schemas.openxmlformats.org/officeDocument/2006/relationships/notesMaster" Target="/ppt/notesMasters/notesMaster1.xml" Id="R6e87432244cb4c32"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72e7e1664504462a" /><Relationship Type="http://schemas.openxmlformats.org/officeDocument/2006/relationships/notesMaster" Target="/ppt/notesMasters/notesMaster1.xml" Id="Rec44f262f2474168"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d9ae486c2ebd42ac" /><Relationship Type="http://schemas.openxmlformats.org/officeDocument/2006/relationships/notesMaster" Target="/ppt/notesMasters/notesMaster1.xml" Id="R0295c1a396bc42f3"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368479953fbf495e" /><Relationship Type="http://schemas.openxmlformats.org/officeDocument/2006/relationships/notesMaster" Target="/ppt/notesMasters/notesMaster1.xml" Id="R4d1bfd664ad349b2"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7229ee8894a945f0" /><Relationship Type="http://schemas.openxmlformats.org/officeDocument/2006/relationships/notesMaster" Target="/ppt/notesMasters/notesMaster1.xml" Id="R1669cd0f2a2d4ad4"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708b53efca294a86" /><Relationship Type="http://schemas.openxmlformats.org/officeDocument/2006/relationships/notesMaster" Target="/ppt/notesMasters/notesMaster1.xml" Id="R9eb660d197c54795"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a2c74575c6734ca5" /><Relationship Type="http://schemas.openxmlformats.org/officeDocument/2006/relationships/notesMaster" Target="/ppt/notesMasters/notesMaster1.xml" Id="Raa016503bb114836"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43436ee2f20b4e3c" /><Relationship Type="http://schemas.openxmlformats.org/officeDocument/2006/relationships/notesMaster" Target="/ppt/notesMasters/notesMaster1.xml" Id="R0cb5db4d73a04e90"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29390d46319d4278" /><Relationship Type="http://schemas.openxmlformats.org/officeDocument/2006/relationships/notesMaster" Target="/ppt/notesMasters/notesMaster1.xml" Id="R1591897d22454d6d"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77625ba3c80243ea" /><Relationship Type="http://schemas.openxmlformats.org/officeDocument/2006/relationships/notesMaster" Target="/ppt/notesMasters/notesMaster1.xml" Id="Rb8872de50e104561"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bd35eb78f8ca49a6" /><Relationship Type="http://schemas.openxmlformats.org/officeDocument/2006/relationships/notesMaster" Target="/ppt/notesMasters/notesMaster1.xml" Id="R256486bb7fdf4176"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3349c21a58d54ef7" /><Relationship Type="http://schemas.openxmlformats.org/officeDocument/2006/relationships/notesMaster" Target="/ppt/notesMasters/notesMaster1.xml" Id="Refaa1e5bd1c44b1d"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56f695848a4e42d0" /><Relationship Type="http://schemas.openxmlformats.org/officeDocument/2006/relationships/notesMaster" Target="/ppt/notesMasters/notesMaster1.xml" Id="Rfb4d345a3971402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전체40장 검토 시안 중 1장.</a:t>
            </a:r>
          </a:p>
          <a:p xmlns:a="http://schemas.openxmlformats.org/drawingml/2006/main">
            <a:r>
              <a:t>대표 검토본 1/5. 전체 계획 1장. 원래 등록 캐릭터 에셋을 사용해야 하나 현재 원본이 열리지 않아 표지 캐릭터는 아직 미반영이다. 재생성 인물을 대체재로 넣지 않았다. 도입 순서는 표지→동기 유발→수업 목차→학습 목표.</a:t>
            </a:r>
          </a:p>
          <a:p xmlns:a="http://schemas.openxmlformats.org/drawingml/2006/main">
            <a:r>
              <a:t>출처: 등록 캐릭터 에셋 파일은 build/original-character-assets.json 및 자산 기록 참조. 디자인: 사용자 수정본 실제1쪽, brief.md. 생성 후 거부된 hess-cover-scene.png는 이 PPT에 포함하지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전체40장 검토 시안 중 2장.</a:t>
            </a:r>
          </a:p>
          <a:p xmlns:a="http://schemas.openxmlformats.org/drawingml/2006/main">
            <a:r>
              <a:t>대표 검토본 2/5. 전체 계획2장, Part0. 먼저 출발점과 도착점을 가리켜 두 경로의 높이 차를 예상하게 한다. 경로의 길이나 걷는 데 쓰는 신체 에너지를 반응열과 같다고 설명하지 않는다. 반응열의 답은 본문에서 확인한다. 현재 등록 원본이 열리지 않아 말풍선의 캐릭터는 미반영 상태이며 원본 확보 후 연결한다.</a:t>
            </a:r>
          </a:p>
          <a:p xmlns:a="http://schemas.openxmlformats.org/drawingml/2006/main">
            <a:r>
              <a:t>출처: W22 완자 물질과 에너지 PDF/인쇄118의 처음·나중 상태 비교를 바탕으로 교사 제작 높이 비유. 캐릭터는 등록 원본 대기 중이며 현재 미배치; 자산 기록 참조. 디자인: 사용자 수정본4·31쪽.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3/40. 수업 목차</a:t>
            </a:r>
          </a:p>
          <a:p xmlns:a="http://schemas.openxmlformats.org/drawingml/2006/main">
            <a:r>
              <a:t>핵심: 원리·계산·생성 엔탈피·실험의 네 흐름</a:t>
            </a:r>
          </a:p>
          <a:p xmlns:a="http://schemas.openxmlformats.org/drawingml/2006/main">
            <a:r>
              <a:t>교사용: 사용자 수정본2쪽의 실제 블록 윤곽을 추적해 편집 가능한 도형으로 재현. 블록을 맞붙이지 않고 꺾임 사이 좁은 여백 유지. 네 문구만 넣고 Part0 블록을 추가하지 않음.</a:t>
            </a:r>
          </a:p>
          <a:p xmlns:a="http://schemas.openxmlformats.org/drawingml/2006/main">
            <a:r>
              <a:t>출처: W22 PDF/인쇄118~124.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실제2쪽;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4/40. 학습 목표</a:t>
            </a:r>
          </a:p>
          <a:p xmlns:a="http://schemas.openxmlformats.org/drawingml/2006/main">
            <a:r>
              <a:t>핵심: 경로를 비교하고 반응 엔탈피를 구해 실험 자료를 해석한다</a:t>
            </a:r>
          </a:p>
          <a:p xmlns:a="http://schemas.openxmlformats.org/drawingml/2006/main">
            <a:r>
              <a:t>교사용: 목표 목록의 가로 위치와 왼쪽 정렬 유지, 세로만 상자 중앙에 정렬. 원본 안내 캐릭터 파일 확보 전 신규 생성 인물을 넣지 않음.</a:t>
            </a:r>
          </a:p>
          <a:p xmlns:a="http://schemas.openxmlformats.org/drawingml/2006/main">
            <a:r>
              <a:t>출처: STD22; W22 118~124.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실제3쪽;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5/40. Part 1 헤스 법칙</a:t>
            </a:r>
          </a:p>
          <a:p xmlns:a="http://schemas.openxmlformats.org/drawingml/2006/main">
            <a:r>
              <a:t>핵심: 같은 반응이 다른 경로로 일어나면 출입하는 열도 달라질까?</a:t>
            </a:r>
          </a:p>
          <a:p xmlns:a="http://schemas.openxmlformats.org/drawingml/2006/main">
            <a:r>
              <a:t>교사용: 한 줄 질문으로 이론의 필요성을 연결한다. Part 표기는 첫 글자만 대문자, T셀파 로고 없음.</a:t>
            </a:r>
          </a:p>
          <a:p xmlns:a="http://schemas.openxmlformats.org/drawingml/2006/main">
            <a:r>
              <a:t>출처: W22 PDF/인쇄118~124.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실제5쪽;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전체40장 검토 시안 중 6장.</a:t>
            </a:r>
          </a:p>
          <a:p xmlns:a="http://schemas.openxmlformats.org/drawingml/2006/main">
            <a:r>
              <a:t>대표 검토본3/5. 전체 계획6장. 최신 사용자 정정에 따라 정의·다른 이름·유용성의 서로 완결된 요점 세 개를 각각 한 행 한 줄로 제시한다. 한 문장의 연결어와 결론을 별도 단계로 쪼개지 않는다. 같은 온도·압력과 같은 반응 물질의 양을 맞춘 비교라는 조건을 말로 보완한다. 반응 속도·시간·최고 온도가 같다는 의미가 아니다.</a:t>
            </a:r>
          </a:p>
          <a:p xmlns:a="http://schemas.openxmlformats.org/drawingml/2006/main">
            <a:r>
              <a:t>출처: 통합_(22개정)완자 고등물질과에너지_본문_260415(교사용).pdf PDF/인쇄118, 헤스 법칙 정의. 디자인: 사용자 수정본 실제8·15쪽, brief.md.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7/40. 무엇이 같아야 할까?</a:t>
            </a:r>
          </a:p>
          <a:p xmlns:a="http://schemas.openxmlformats.org/drawingml/2006/main">
            <a:r>
              <a:t>핵심: 시작·끝의 종류·상태·양과 온도·압력 조건을 맞춰 비교한다</a:t>
            </a:r>
          </a:p>
          <a:p xmlns:a="http://schemas.openxmlformats.org/drawingml/2006/main">
            <a:r>
              <a:t>교사용: 조건 안내 후 반응식의 합·배수·역반응 세 조작을 소개한다. 8~11장에서 예시로 설명한다.</a:t>
            </a:r>
          </a:p>
          <a:p xmlns:a="http://schemas.openxmlformats.org/drawingml/2006/main">
            <a:r>
              <a:t>출처: W22 118~119; 3-01 선수 개념.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실제17·20쪽;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전체40장 검토 시안 중 8장.</a:t>
            </a:r>
          </a:p>
          <a:p xmlns:a="http://schemas.openxmlformats.org/drawingml/2006/main">
            <a:r>
              <a:t>대표 검토본4/5. 전체 계획8장. 왼쪽은 완자 원본 그래프·실험 도식이다. 직접 경로와 두 단계 경로의 시작·끝 물질을 먼저 비교한다. 그 뒤 원본의 ΔH 화살표를 가리키고 오른쪽 수치와 대응한다. 중간에 물질의 상태와 희석 조건을 임의로 바꾸지 않는다. 식의 합은 다음 본문에서 분리해 설명한다. 장식 캐릭터는 쓰지 않는다.</a:t>
            </a:r>
          </a:p>
          <a:p xmlns:a="http://schemas.openxmlformats.org/drawingml/2006/main">
            <a:r>
              <a:t>출처: W22 PDF/인쇄118, CaO(s)·H2O(l)·HCl(aq)의 두 경로 도식 및 ΔH1=-193.5,ΔH2=-81.9,ΔH3=-111.6kJ. 교과서 원본은 아직 미열람으로 이번 검토본은 확인된 완자 원본 사용. 디자인: 사용자 수정본22·33~34쪽 왼쪽 원본/오른쪽 설명 차용.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9/40. 반응식을 더하면</a:t>
            </a:r>
          </a:p>
          <a:p xmlns:a="http://schemas.openxmlformats.org/drawingml/2006/main">
            <a:r>
              <a:t>핵심: 중간 물질이 소거되면 두 단계의 합이 직접 반응식이 된다</a:t>
            </a:r>
          </a:p>
          <a:p xmlns:a="http://schemas.openxmlformats.org/drawingml/2006/main">
            <a:r>
              <a:t>교사용: 앞 장의 두 단계 반응을 합한다. Ca(OH)2(aq)와 양변의 물1mol이 소거되어 직접 반응식이 남는다. 상태가 다른 물질은 소거하지 않는다.</a:t>
            </a:r>
          </a:p>
          <a:p xmlns:a="http://schemas.openxmlformats.org/drawingml/2006/main">
            <a:r>
              <a:t>출처: W22 118~119 CaO 반응식①~③.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실제19·21쪽;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10/40. 계수를 바꾸면 ΔH도 바뀐다</a:t>
            </a:r>
          </a:p>
          <a:p xmlns:a="http://schemas.openxmlformats.org/drawingml/2006/main">
            <a:r>
              <a:t>핵심: 반응식의 모든 계수에 k를 곱하면 ΔH에도 k를 곱한다</a:t>
            </a:r>
          </a:p>
          <a:p xmlns:a="http://schemas.openxmlformats.org/drawingml/2006/main">
            <a:r>
              <a:t>교사용: 반응식 전체 계수에 같은 비율을 적용한다. ΔH의 부호와 계수 변화량을 구분한다.</a:t>
            </a:r>
          </a:p>
          <a:p xmlns:a="http://schemas.openxmlformats.org/drawingml/2006/main">
            <a:r>
              <a:t>출처: W22 122 Q2 (가), 2배 비교는 교사 조작.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실제19쪽;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11/40. 반응을 뒤집으면 부호가 바뀐다</a:t>
            </a:r>
          </a:p>
          <a:p xmlns:a="http://schemas.openxmlformats.org/drawingml/2006/main">
            <a:r>
              <a:t>핵심: 역반응의 ΔH는 절댓값이 같고 부호가 반대다</a:t>
            </a:r>
          </a:p>
          <a:p xmlns:a="http://schemas.openxmlformats.org/drawingml/2006/main">
            <a:r>
              <a:t>교사용: 반응 방향·물질 위치·ΔH 부호를 한 번에 바꾼다.</a:t>
            </a:r>
          </a:p>
          <a:p xmlns:a="http://schemas.openxmlformats.org/drawingml/2006/main">
            <a:r>
              <a:t>출처: W22 119 반응③, 역반응은 교사 조작.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실제21쪽;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12/40. 헤스 법칙의 세 가지 조작</a:t>
            </a:r>
          </a:p>
          <a:p xmlns:a="http://schemas.openxmlformats.org/drawingml/2006/main">
            <a:r>
              <a:t>핵심: 반응식의 배수·역반응·합에 ΔH도 같은 조작을 적용한다</a:t>
            </a:r>
          </a:p>
          <a:p xmlns:a="http://schemas.openxmlformats.org/drawingml/2006/main">
            <a:r>
              <a:t>교사용: 개념을 배운 Part1 안에서 바로 소정리한다. 설명한 세 조작을 이후 계산의 점검 기준으로 사용한다.</a:t>
            </a:r>
          </a:p>
          <a:p xmlns:a="http://schemas.openxmlformats.org/drawingml/2006/main">
            <a:r>
              <a:t>출처: W22 118~119·122.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실제13·18쪽;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13/40. Part 2 반응 엔탈피 구하기</a:t>
            </a:r>
          </a:p>
          <a:p xmlns:a="http://schemas.openxmlformats.org/drawingml/2006/main">
            <a:r>
              <a:t>핵심: 직접 측정하기 어려운 반응의 ΔH를 다른 반응으로 구할 수 있을까?</a:t>
            </a:r>
          </a:p>
          <a:p xmlns:a="http://schemas.openxmlformats.org/drawingml/2006/main">
            <a:r>
              <a:t>교사용: 한 줄 질문으로 이론의 필요성을 연결한다. Part 표기는 첫 글자만 대문자, T셀파 로고 없음.</a:t>
            </a:r>
          </a:p>
          <a:p xmlns:a="http://schemas.openxmlformats.org/drawingml/2006/main">
            <a:r>
              <a:t>출처: W22 PDF/인쇄118~124.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실제14쪽;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14/40. CO 생성열을 직접 재기 어려운 까닭</a:t>
            </a:r>
          </a:p>
          <a:p xmlns:a="http://schemas.openxmlformats.org/drawingml/2006/main">
            <a:r>
              <a:t>핵심: 탄소의 불완전 연소에서는 CO2도 함께 생길 수 있다</a:t>
            </a:r>
          </a:p>
          <a:p xmlns:a="http://schemas.openxmlformats.org/drawingml/2006/main">
            <a:r>
              <a:t>교사용: 혼합 생성물이 생길 수 있다는 측정의 어려움과 간접 방법의 필요성을 설명한다. 직접 측정이 원리적으로 영원히 불가능하다는 주장으로 확대하지 않는다.</a:t>
            </a:r>
          </a:p>
          <a:p xmlns:a="http://schemas.openxmlformats.org/drawingml/2006/main">
            <a:r>
              <a:t>출처: W22 119 헤스 법칙 이용 본문.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실제16쪽;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15/40. 목표 반응과 주어진 반응</a:t>
            </a:r>
          </a:p>
          <a:p xmlns:a="http://schemas.openxmlformats.org/drawingml/2006/main">
            <a:r>
              <a:t>핵심: CO를 만드는 목표식과 알려진 두 연소식을 구별한다</a:t>
            </a:r>
          </a:p>
          <a:p xmlns:a="http://schemas.openxmlformats.org/drawingml/2006/main">
            <a:r>
              <a:t>교사용: 원하는 CO가 생성물에 계수1로 있어야 함을 먼저 표시한다. 주어진 식과 목표식을 구분한다.</a:t>
            </a:r>
          </a:p>
          <a:p xmlns:a="http://schemas.openxmlformats.org/drawingml/2006/main">
            <a:r>
              <a:t>출처: W22 119 반응①~③.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실제17·19쪽;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16/40. 같은 물질을 소거하자</a:t>
            </a:r>
          </a:p>
          <a:p xmlns:a="http://schemas.openxmlformats.org/drawingml/2006/main">
            <a:r>
              <a:t>핵심: CO 산화 반응을 뒤집어 더하면 CO2가 소거된다</a:t>
            </a:r>
          </a:p>
          <a:p xmlns:a="http://schemas.openxmlformats.org/drawingml/2006/main">
            <a:r>
              <a:t>교사용: 처음부터 식을 단순 빼는 요령만 주지 않고 역반응의 부호와 물질 소거를 함께 보인다. 산소1/2mol이 남는지 검산한다.</a:t>
            </a:r>
          </a:p>
          <a:p xmlns:a="http://schemas.openxmlformats.org/drawingml/2006/main">
            <a:r>
              <a:t>출처: W22 119 CO 생성식 조합.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실제21·24쪽;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전체40장 검토 시안 중 17장.</a:t>
            </a:r>
          </a:p>
          <a:p xmlns:a="http://schemas.openxmlformats.org/drawingml/2006/main">
            <a:r>
              <a:t>대표 검토본5/5. 전체 계획17장. 목표식은 C(s,흑연)+1/2O2(g)→CO(g). ΔH2=ΔH1−ΔH3을 먼저 읽는다. 위 두 원본 반응식에서 CO 산화 반응을 역으로 한 뒤 합하면 CO2가 소거됨을 앞 장에서 다루고, 이 장에서는 수치 계산에 집중한다. 두 음수를 빼므로 -393.5+283.0=-110.5kJ. 적힌 목표 반응 1회(탄소1mol)에 해당한다.</a:t>
            </a:r>
          </a:p>
          <a:p xmlns:a="http://schemas.openxmlformats.org/drawingml/2006/main">
            <a:r>
              <a:t>출처: W22 PDF/인쇄119, 탄소·CO 연소 반응식과 ΔH 계산. 원본 수식은 별도 크롭, 다른 문장은 편집 가능한 텍스트. 디자인: 사용자 수정본28·38쪽의 관계식→대입·결과 위계.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18/40. 헤스 법칙 계산의 순서</a:t>
            </a:r>
          </a:p>
          <a:p xmlns:a="http://schemas.openxmlformats.org/drawingml/2006/main">
            <a:r>
              <a:t>핵심: 목표식 확인→방향·계수 조절→물질 소거→ΔH 계산 순서로 푼다</a:t>
            </a:r>
          </a:p>
          <a:p xmlns:a="http://schemas.openxmlformats.org/drawingml/2006/main">
            <a:r>
              <a:t>교사용: 앞 CO 풀이와 네 단계를 연결한다. 3단계에서 상태가 다르면 소거하면 안 된다고 강조한다.</a:t>
            </a:r>
          </a:p>
          <a:p xmlns:a="http://schemas.openxmlformats.org/drawingml/2006/main">
            <a:r>
              <a:t>출처: W22 122 비법 특강.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실제17·38쪽;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19/40. SO2가 SO3로 바뀔 때</a:t>
            </a:r>
          </a:p>
          <a:p xmlns:a="http://schemas.openxmlformats.org/drawingml/2006/main">
            <a:r>
              <a:t>핵심: 목표식에 맞게 한 반응을 2배하고 다른 반응과 조합한다</a:t>
            </a:r>
          </a:p>
          <a:p xmlns:a="http://schemas.openxmlformats.org/drawingml/2006/main">
            <a:r>
              <a:t>교사용: 먼저 독립 풀이. 정답은 다음 장에 두고, 목표 SO2 계수2와 SO3 생성물 위치를 확인하게 한다.</a:t>
            </a:r>
          </a:p>
          <a:p xmlns:a="http://schemas.openxmlformats.org/drawingml/2006/main">
            <a:r>
              <a:t>출처: W22 122 Q2.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실제24·40쪽;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20/40. 반응식과 ΔH를 함께 검산</a:t>
            </a:r>
          </a:p>
          <a:p xmlns:a="http://schemas.openxmlformats.org/drawingml/2006/main">
            <a:r>
              <a:t>핵심: 2SO2+O2→2SO3의 ΔH는 -197 kJ이다</a:t>
            </a:r>
          </a:p>
          <a:p xmlns:a="http://schemas.openxmlformats.org/drawingml/2006/main">
            <a:r>
              <a:t>교사용: (가)를2배하고 뒤집어 (나)와 더한다. 황원자·산소분자와 ΔH 부호·단위를 검산한다.</a:t>
            </a:r>
          </a:p>
          <a:p xmlns:a="http://schemas.openxmlformats.org/drawingml/2006/main">
            <a:r>
              <a:t>출처: W22 122 Q2 해설.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실제38·39쪽;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21/40. 그림도 반응식도 같은 관계</a:t>
            </a:r>
          </a:p>
          <a:p xmlns:a="http://schemas.openxmlformats.org/drawingml/2006/main">
            <a:r>
              <a:t>핵심: 경로 그림의 화살표와 식 조합은 같은 ΔH 관계를 나타낸다</a:t>
            </a:r>
          </a:p>
          <a:p xmlns:a="http://schemas.openxmlformats.org/drawingml/2006/main">
            <a:r>
              <a:t>교사용: 그림의 화살표 방향과 반응식의 방향이 대응함을 확인한다. 중간 수준에는 남은 산소1/2mol을 함께 표시한 원본을 쓴다.</a:t>
            </a:r>
          </a:p>
          <a:p xmlns:a="http://schemas.openxmlformats.org/drawingml/2006/main">
            <a:r>
              <a:t>출처: W22 119 엔탈피 그래프.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실제10·22쪽;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22/40. Part 3 표준 생성 엔탈피</a:t>
            </a:r>
          </a:p>
          <a:p xmlns:a="http://schemas.openxmlformats.org/drawingml/2006/main">
            <a:r>
              <a:t>핵심: 물질마다 같은 기준의 생성 엔탈피를 알면 어떤 반응의 열도 구할 수 있을까?</a:t>
            </a:r>
          </a:p>
          <a:p xmlns:a="http://schemas.openxmlformats.org/drawingml/2006/main">
            <a:r>
              <a:t>교사용: 한 줄 질문으로 이론의 필요성을 연결한다. Part 표기는 첫 글자만 대문자, T셀파 로고 없음.</a:t>
            </a:r>
          </a:p>
          <a:p xmlns:a="http://schemas.openxmlformats.org/drawingml/2006/main">
            <a:r>
              <a:t>출처: W22 PDF/인쇄118~124.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실제25쪽;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23/40. 표준 생성 엔탈피</a:t>
            </a:r>
          </a:p>
          <a:p xmlns:a="http://schemas.openxmlformats.org/drawingml/2006/main">
            <a:r>
              <a:t>핵심: 기준 원소 물질로부터 물질 1mol이 생성될 때의 반응 엔탈피다</a:t>
            </a:r>
          </a:p>
          <a:p xmlns:a="http://schemas.openxmlformats.org/drawingml/2006/main">
            <a:r>
              <a:t>교사용: f는formation, 위첨자°는표준상태라는 기호를 말로 보완한다. 이 자료의 수치는25°C 조건이며 온도를 표준상태 정의 자체와 동일시하지 않는다. 주 교과서 직접 대조 전 잠정 Part이다.</a:t>
            </a:r>
          </a:p>
          <a:p xmlns:a="http://schemas.openxmlformats.org/drawingml/2006/main">
            <a:r>
              <a:t>출처: W22 121 정의·물 생성식.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실제8·15쪽;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24/40. 기준 원소 물질의 값은 0</a:t>
            </a:r>
          </a:p>
          <a:p xmlns:a="http://schemas.openxmlformats.org/drawingml/2006/main">
            <a:r>
              <a:t>핵심: 가장 안정한 기준 원소 물질의 표준 생성 엔탈피를 0으로 정한다</a:t>
            </a:r>
          </a:p>
          <a:p xmlns:a="http://schemas.openxmlformats.org/drawingml/2006/main">
            <a:r>
              <a:t>교사용: 기준 원소 물질의 생성 엔탈피를0으로 정한 것이며, 물질의 엔탈피H가0이라는 의미가 아니다. 고립 원자·다른 동소체로 자동 확대하지 않는다.</a:t>
            </a:r>
          </a:p>
          <a:p xmlns:a="http://schemas.openxmlformats.org/drawingml/2006/main">
            <a:r>
              <a:t>출처: W22 121 표·원소 기준 설명.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실제17·18쪽;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25/40. 물과 수증기는 서로 다른 자료다</a:t>
            </a:r>
          </a:p>
          <a:p xmlns:a="http://schemas.openxmlformats.org/drawingml/2006/main">
            <a:r>
              <a:t>핵심: 물질의 상태가 다르면 표준 생성 엔탈피도 다르다</a:t>
            </a:r>
          </a:p>
          <a:p xmlns:a="http://schemas.openxmlformats.org/drawingml/2006/main">
            <a:r>
              <a:t>교사용: 비교하는 물질의 양과 온도조건은같고 생성물상태만다르다. 상태문자만기울이고괄호정자유지. 상태가다른H2O를서로소거하지않는다.</a:t>
            </a:r>
          </a:p>
          <a:p xmlns:a="http://schemas.openxmlformats.org/drawingml/2006/main">
            <a:r>
              <a:t>출처: W22 121 상태별 표;123 Q4.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실제11·20쪽;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26/40. 생성물에서 반응물을 빼는 까닭</a:t>
            </a:r>
          </a:p>
          <a:p xmlns:a="http://schemas.openxmlformats.org/drawingml/2006/main">
            <a:r>
              <a:t>핵심: 원소에서 생성물로 가는 경로와 반응물을 거치는 경로를 비교한다</a:t>
            </a:r>
          </a:p>
          <a:p xmlns:a="http://schemas.openxmlformats.org/drawingml/2006/main">
            <a:r>
              <a:t>교사용: 원소에서생성물로가는경로와메테인을거치는경로를비교한다. CH4생성식①을뒤집고③을2배하여원소를소거한다. 다음장일반식으로연결한다.</a:t>
            </a:r>
          </a:p>
          <a:p xmlns:a="http://schemas.openxmlformats.org/drawingml/2006/main">
            <a:r>
              <a:t>출처: W22 121 CH4 생성식①②③·조합.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실제10·21쪽;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27/40. 계수를 곱해 합한다</a:t>
            </a:r>
          </a:p>
          <a:p xmlns:a="http://schemas.openxmlformats.org/drawingml/2006/main">
            <a:r>
              <a:t>핵심: ΔrH°=ΣνΔfH°(생성물)-ΣνΔfH°(반응물)이다</a:t>
            </a:r>
          </a:p>
          <a:p xmlns:a="http://schemas.openxmlformats.org/drawingml/2006/main">
            <a:r>
              <a:t>교사용: 일반식의합은그냥각물질값을한번씩더한다는뜻이아니라계수곱을포함한다. 엄밀한표준반응엔탈피기호와단위는주교과서대조후통일한다.</a:t>
            </a:r>
          </a:p>
          <a:p xmlns:a="http://schemas.openxmlformats.org/drawingml/2006/main">
            <a:r>
              <a:t>출처: W22 121 관계식.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실제10·28쪽;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28/40. 메테인 연소열 구하기</a:t>
            </a:r>
          </a:p>
          <a:p xmlns:a="http://schemas.openxmlformats.org/drawingml/2006/main">
            <a:r>
              <a:t>핵심: 제시된 표의 값으로 CH4 연소 ΔH는 -890.3 kJ이다</a:t>
            </a:r>
          </a:p>
          <a:p xmlns:a="http://schemas.openxmlformats.org/drawingml/2006/main">
            <a:r>
              <a:t>교사용: 이장수치세트는완자121의-74.8/-393.5/-285.8을그대로이용한다. 3-01자료의-890.5값과혼용하지않는다. CH4연소1mol기준식이다.</a:t>
            </a:r>
          </a:p>
          <a:p xmlns:a="http://schemas.openxmlformats.org/drawingml/2006/main">
            <a:r>
              <a:t>출처: W22 121 표·메테인 예제.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실제28·38쪽;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29/40. 물의 상태 변화 엔탈피</a:t>
            </a:r>
          </a:p>
          <a:p xmlns:a="http://schemas.openxmlformats.org/drawingml/2006/main">
            <a:r>
              <a:t>핵심: 제시된 두 생성 엔탈피 차이로 기화 ΔH=+44.0 kJ를 구한다</a:t>
            </a:r>
          </a:p>
          <a:p xmlns:a="http://schemas.openxmlformats.org/drawingml/2006/main">
            <a:r>
              <a:t>교사용: 25°C에서상태차이를나타낸값이다. 끓는점100°C의기화엔탈피와혼용하지않는다. 두반응의물질상태를구분한다.</a:t>
            </a:r>
          </a:p>
          <a:p xmlns:a="http://schemas.openxmlformats.org/drawingml/2006/main">
            <a:r>
              <a:t>출처: W22 123 Q4;121 상태별 표.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실제20·24쪽;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30/40. 생성 엔탈피 계산의 확인점</a:t>
            </a:r>
          </a:p>
          <a:p xmlns:a="http://schemas.openxmlformats.org/drawingml/2006/main">
            <a:r>
              <a:t>핵심: 생성물 1mol 기준·기준 원소·물질 상태·반응 계수를 확인한다</a:t>
            </a:r>
          </a:p>
          <a:p xmlns:a="http://schemas.openxmlformats.org/drawingml/2006/main">
            <a:r>
              <a:t>교사용: 표의kJ/mol과적힌열화학반응식의kJ를구분한다. 단원뒤로밀지않고Part3안에서정리한다.</a:t>
            </a:r>
          </a:p>
          <a:p xmlns:a="http://schemas.openxmlformats.org/drawingml/2006/main">
            <a:r>
              <a:t>출처: W22 121·124 핵심체크.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실제13·18쪽;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31/40. Part 4 실험으로 확인하는 헤스 법칙</a:t>
            </a:r>
          </a:p>
          <a:p xmlns:a="http://schemas.openxmlformats.org/drawingml/2006/main">
            <a:r>
              <a:t>핵심: 용해한 뒤 중화할 때와 고체를 직접 반응시킬 때의 열은 어떤 관계일까?</a:t>
            </a:r>
          </a:p>
          <a:p xmlns:a="http://schemas.openxmlformats.org/drawingml/2006/main">
            <a:r>
              <a:t>교사용: 한 줄 질문으로 이론의 필요성을 연결한다. Part 표기는 첫 글자만 대문자, T셀파 로고 없음.</a:t>
            </a:r>
          </a:p>
          <a:p xmlns:a="http://schemas.openxmlformats.org/drawingml/2006/main">
            <a:r>
              <a:t>출처: W22 PDF/인쇄118~124.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실제32쪽;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32/40. 같은 처음과 끝을 만드는 두 경로</a:t>
            </a:r>
          </a:p>
          <a:p xmlns:a="http://schemas.openxmlformats.org/drawingml/2006/main">
            <a:r>
              <a:t>핵심: NaOH 용해+수용액 중화와 고체 NaOH의 직접 반응을 비교한다</a:t>
            </a:r>
          </a:p>
          <a:p xmlns:a="http://schemas.openxmlformats.org/drawingml/2006/main">
            <a:r>
              <a:t>교사용: 처음·나중에있는물질전체를같게한다. 반응식에생략된용매물도경로조건에서비교한다. NaOH(aq)는중간물질로소거된다.</a:t>
            </a:r>
          </a:p>
          <a:p xmlns:a="http://schemas.openxmlformats.org/drawingml/2006/main">
            <a:r>
              <a:t>출처: W22 120 실험; G22 보존104~105.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실제22·36쪽;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33/40. 실험 조건을 맞추자</a:t>
            </a:r>
          </a:p>
          <a:p xmlns:a="http://schemas.openxmlformats.org/drawingml/2006/main">
            <a:r>
              <a:t>핵심: NaOH 양·전체 물질·처음 온도와 열량계 조건을 비교한다</a:t>
            </a:r>
          </a:p>
          <a:p xmlns:a="http://schemas.openxmlformats.org/drawingml/2006/main">
            <a:r>
              <a:t>교사용: 완자예시실험Ⅰ용해뒤25°C로식히고중화한다. 실험Ⅱ에서는물과염산혼합뒤25°C로식힌후고체를넣는다. 원본사진의두패널이모두실험Ⅰ임을구분하고직접반응실험사진으로잘못이름붙이지않는다.</a:t>
            </a:r>
          </a:p>
          <a:p xmlns:a="http://schemas.openxmlformats.org/drawingml/2006/main">
            <a:r>
              <a:t>출처: W22 120 과정·실험Ⅰ 사진.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실제11·23쪽;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34/40. 열량계에서 읽는 것</a:t>
            </a:r>
          </a:p>
          <a:p xmlns:a="http://schemas.openxmlformats.org/drawingml/2006/main">
            <a:r>
              <a:t>핵심: 용액이 얻은 열 Q=cmΔt로 반응에서 방출한 열을 추정한다</a:t>
            </a:r>
          </a:p>
          <a:p xmlns:a="http://schemas.openxmlformats.org/drawingml/2006/main">
            <a:r>
              <a:t>교사용: 외부열출입·열량계열용량을무시하는근사에서용액이얻은열과반응에서방출한열의크기를연결한다. 반응mol기준으로환산하기전Q는J또는kJ이다. 용질질량도더한다.</a:t>
            </a:r>
          </a:p>
          <a:p xmlns:a="http://schemas.openxmlformats.org/drawingml/2006/main">
            <a:r>
              <a:t>출처: W22 120 Q=cmΔt·열량 계산; G22 보존104~105.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실제23·28쪽;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35/40. 교재의 온도 자료 읽기</a:t>
            </a:r>
          </a:p>
          <a:p xmlns:a="http://schemas.openxmlformats.org/drawingml/2006/main">
            <a:r>
              <a:t>핵심: 각 반응 단계의 질량과 온도 변화를 따로 기록한다</a:t>
            </a:r>
          </a:p>
          <a:p xmlns:a="http://schemas.openxmlformats.org/drawingml/2006/main">
            <a:r>
              <a:t>교사용: 교재예시데이터이며이번수업에서실측한값으로표현하지않는다. W22와G22예시온도를섞지않는다. 각반응의처음온도를별도로기록한다.</a:t>
            </a:r>
          </a:p>
          <a:p xmlns:a="http://schemas.openxmlformats.org/drawingml/2006/main">
            <a:r>
              <a:t>출처: W22 120 결과·열량 표.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실제18·24쪽;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36/40. 한 단계의 반응 엔탈피</a:t>
            </a:r>
          </a:p>
          <a:p xmlns:a="http://schemas.openxmlformats.org/drawingml/2006/main">
            <a:r>
              <a:t>핵심: 용해 단계는 Q≈8.30kJ, NaOH 0.200mol 기준 ΔH≈-41.50kJ/mol이다</a:t>
            </a:r>
          </a:p>
          <a:p xmlns:a="http://schemas.openxmlformats.org/drawingml/2006/main">
            <a:r>
              <a:t>교사용: 계산전의정확한값-41.496kJ/mol을최종반올림하면-41.50이다. 온도상승으로용액이열을얻었고반응ΔH는음수임을구분한다.</a:t>
            </a:r>
          </a:p>
          <a:p xmlns:a="http://schemas.openxmlformats.org/drawingml/2006/main">
            <a:r>
              <a:t>출처: W22 120 실험Ⅰ❶.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실제28·38쪽;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37/40. 나머지 두 단계와 비교</a:t>
            </a:r>
          </a:p>
          <a:p xmlns:a="http://schemas.openxmlformats.org/drawingml/2006/main">
            <a:r>
              <a:t>핵심: 교재 반올림값은 중화 -52.25, 직접 반응 -94.25kJ/mol이다</a:t>
            </a:r>
          </a:p>
          <a:p xmlns:a="http://schemas.openxmlformats.org/drawingml/2006/main">
            <a:r>
              <a:t>교사용: 중화10.45와직접18.85kJ는교재의중간반올림값이다. 연속계산의반올림전결과와혼합하지않고여기서는교재의반올림표를한세트로쓴다.</a:t>
            </a:r>
          </a:p>
          <a:p xmlns:a="http://schemas.openxmlformats.org/drawingml/2006/main">
            <a:r>
              <a:t>출처: W22 120 해석2.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실제18·38쪽;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38/40. 실험값은 얼마나 가까울까?</a:t>
            </a:r>
          </a:p>
          <a:p xmlns:a="http://schemas.openxmlformats.org/drawingml/2006/main">
            <a:r>
              <a:t>핵심: 두 단계 합 -93.75와 직접값 -94.25kJ/mol은 근사적으로 일치한다</a:t>
            </a:r>
          </a:p>
          <a:p xmlns:a="http://schemas.openxmlformats.org/drawingml/2006/main">
            <a:r>
              <a:t>교사용: 열손실·측정·증발및희석·농도조건의영향을교사발문으로연결한다. 데이터를고쳐정확히일치시키지않는다. 관찰은근사일치이며법칙실패로단정하지않는다.</a:t>
            </a:r>
          </a:p>
          <a:p xmlns:a="http://schemas.openxmlformats.org/drawingml/2006/main">
            <a:r>
              <a:t>출처: W22 120 해석3·오차 설명.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실제13·24쪽;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39/40. 직접 재지 못한 ΔH를 알게 되는 까닭</a:t>
            </a:r>
          </a:p>
          <a:p xmlns:a="http://schemas.openxmlformats.org/drawingml/2006/main">
            <a:r>
              <a:t>핵심: 알려진 반응을 조합해 같은 처음·끝을 만들면 미지 ΔH를 구할 수 있다</a:t>
            </a:r>
          </a:p>
          <a:p xmlns:a="http://schemas.openxmlformats.org/drawingml/2006/main">
            <a:r>
              <a:t>교사용: 도입의높이차비유와연결해경로와변화량을말로구분한다. 걷는거리나신체에너지와반응열을동일시하지않는다. 원래등록캐릭터를확보하지못해캐릭터는배치하지않았다.</a:t>
            </a:r>
          </a:p>
          <a:p xmlns:a="http://schemas.openxmlformats.org/drawingml/2006/main">
            <a:r>
              <a:t>출처: W22 118~123; STD22.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실제31·40쪽;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40/40. 경로와 식으로 설명하기</a:t>
            </a:r>
          </a:p>
          <a:p xmlns:a="http://schemas.openxmlformats.org/drawingml/2006/main">
            <a:r>
              <a:t>핵심: 경로 비교·식 조합·상태 확인을 근거로 헤스 법칙을 적용한다</a:t>
            </a:r>
          </a:p>
          <a:p xmlns:a="http://schemas.openxmlformats.org/drawingml/2006/main">
            <a:r>
              <a:t>교사용: 출구과제예상답:①두연소식을조합하면목표식이남음②양의값,생성엔탈피차이+44.0kJ③열손실·기기/온도측정·희석/농도조건등. 화면에정답을동시에적지않고교사노트에보존한다. 형식적정리문구보다실제개념활동이름으로끝낸다.</a:t>
            </a:r>
          </a:p>
          <a:p xmlns:a="http://schemas.openxmlformats.org/drawingml/2006/main">
            <a:r>
              <a:t>출처: W22 119·123·120 근거 교사 제작 확인 과제.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실제24·40쪽;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4b6b060330e40b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66a6b957f0743e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8c9c5ce505a440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0cf0a9f0fbb479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6822453d16441f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eba965abcfc495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C794A82-4BD3-4FF0-85A3-8F264C0BA750}"/>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606121C-7AEF-454F-8782-9542A42AD938}"/>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49623AD-76EF-4D81-ADB0-12DD42591148}"/>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58C5851-C399-4635-B9E2-D2CADE231954}"/>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2493340-93AA-4B97-865F-80A76E6F48F7}"/>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8ECA018-C402-451C-A34F-1C7177642A9A}"/>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79AF520-A717-4A87-AA6A-3A2C9B1EC481}"/>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381F4DE-C1BE-4DEE-9DA9-A747C18CA17F}"/>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E8FB842-7234-411C-AA92-9611BA30C8BC}"/>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9F08885-2CF1-487C-93E8-C9D9A84BE760}"/>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f123bf6a7e649eb" /><Relationship Type="http://schemas.openxmlformats.org/officeDocument/2006/relationships/slideLayout" Target="/ppt/slideLayouts/slideLayout1.xml" Id="Rdfdaf928c7f840c7" /><Relationship Type="http://schemas.openxmlformats.org/officeDocument/2006/relationships/slideLayout" Target="/ppt/slideLayouts/slideLayout2.xml" Id="Re1e8c2602da74508" /><Relationship Type="http://schemas.openxmlformats.org/officeDocument/2006/relationships/slideLayout" Target="/ppt/slideLayouts/slideLayout3.xml" Id="Rcd8d9e725e66459c" /><Relationship Type="http://schemas.openxmlformats.org/officeDocument/2006/relationships/slideLayout" Target="/ppt/slideLayouts/slideLayout4.xml" Id="Rd4e6e3c3eb624898" /><Relationship Type="http://schemas.openxmlformats.org/officeDocument/2006/relationships/slideLayout" Target="/ppt/slideLayouts/slideLayout5.xml" Id="R1d7d90d4e4424f5c" /><Relationship Type="http://schemas.openxmlformats.org/officeDocument/2006/relationships/slideLayout" Target="/ppt/slideLayouts/slideLayout6.xml" Id="Rac879c0af4e7402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fdaf928c7f840c7"/>
    <p:sldLayoutId xmlns:r="http://schemas.openxmlformats.org/officeDocument/2006/relationships" id="2147483650" r:id="Re1e8c2602da74508"/>
    <p:sldLayoutId xmlns:r="http://schemas.openxmlformats.org/officeDocument/2006/relationships" id="2147483651" r:id="Rcd8d9e725e66459c"/>
    <p:sldLayoutId xmlns:r="http://schemas.openxmlformats.org/officeDocument/2006/relationships" id="2147483652" r:id="Rd4e6e3c3eb624898"/>
    <p:sldLayoutId xmlns:r="http://schemas.openxmlformats.org/officeDocument/2006/relationships" id="2147483653" r:id="R1d7d90d4e4424f5c"/>
    <p:sldLayoutId xmlns:r="http://schemas.openxmlformats.org/officeDocument/2006/relationships" id="2147483654" r:id="Rac879c0af4e7402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159a1d61cef4436" /><Relationship Type="http://schemas.openxmlformats.org/officeDocument/2006/relationships/image" Target="/ppt/media/image.png" Id="Rfddfb9e80c944d2d" /><Relationship Type="http://schemas.openxmlformats.org/officeDocument/2006/relationships/image" Target="/ppt/media/image2.png" Id="R048695339c7449ae" /><Relationship Type="http://schemas.openxmlformats.org/officeDocument/2006/relationships/notesSlide" Target="/ppt/notesSlides/notesSlide1.xml" Id="Rc249baab37824ee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0201ddcb83d4b87" /><Relationship Type="http://schemas.openxmlformats.org/officeDocument/2006/relationships/image" Target="/ppt/media/image3.png" Id="R2133805d91864443" /><Relationship Type="http://schemas.openxmlformats.org/officeDocument/2006/relationships/notesSlide" Target="/ppt/notesSlides/notesSlide2.xml" Id="Rade73df38f834a1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1dbca3c523c4702" /><Relationship Type="http://schemas.openxmlformats.org/officeDocument/2006/relationships/image" Target="/ppt/media/image4.png" Id="Ra7b04ec057a7427a" /><Relationship Type="http://schemas.openxmlformats.org/officeDocument/2006/relationships/notesSlide" Target="/ppt/notesSlides/notesSlide3.xml" Id="Ra370c981ed68470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2ac94e38be848e1" /><Relationship Type="http://schemas.openxmlformats.org/officeDocument/2006/relationships/image" Target="/ppt/media/image5.png" Id="R782103247fc24144" /><Relationship Type="http://schemas.openxmlformats.org/officeDocument/2006/relationships/notesSlide" Target="/ppt/notesSlides/notesSlide4.xml" Id="R242b7bb5f5164a3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04f17ce6afc4a12" /><Relationship Type="http://schemas.openxmlformats.org/officeDocument/2006/relationships/image" Target="/ppt/media/image6.png" Id="R5e2485f1febc4695" /><Relationship Type="http://schemas.openxmlformats.org/officeDocument/2006/relationships/notesSlide" Target="/ppt/notesSlides/notesSlide5.xml" Id="R9a0be03d474049d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3be1b4f69404904" /><Relationship Type="http://schemas.openxmlformats.org/officeDocument/2006/relationships/image" Target="/ppt/media/image7.png" Id="Rebf0b1bb27e24f8c" /><Relationship Type="http://schemas.openxmlformats.org/officeDocument/2006/relationships/notesSlide" Target="/ppt/notesSlides/notesSlide6.xml" Id="R6b9290e5f02d493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b0fc770c8644267" /><Relationship Type="http://schemas.openxmlformats.org/officeDocument/2006/relationships/image" Target="/ppt/media/image8.png" Id="R87c4d4594faf4c5c" /><Relationship Type="http://schemas.openxmlformats.org/officeDocument/2006/relationships/notesSlide" Target="/ppt/notesSlides/notesSlide7.xml" Id="R0bd485f8cee643a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2bc5a3ec43849df" /><Relationship Type="http://schemas.openxmlformats.org/officeDocument/2006/relationships/image" Target="/ppt/media/image9.png" Id="Rbfed797446fc44d8" /><Relationship Type="http://schemas.openxmlformats.org/officeDocument/2006/relationships/image" Target="/ppt/media/image10.png" Id="R748e1b4420fe4579" /><Relationship Type="http://schemas.openxmlformats.org/officeDocument/2006/relationships/notesSlide" Target="/ppt/notesSlides/notesSlide8.xml" Id="Rce56ea796f084a6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03c3a8d02d343ea" /><Relationship Type="http://schemas.openxmlformats.org/officeDocument/2006/relationships/image" Target="/ppt/media/image11.png" Id="R4f43b88a9e8f46c2" /><Relationship Type="http://schemas.openxmlformats.org/officeDocument/2006/relationships/image" Target="/ppt/media/image12.png" Id="R7b32b7ce0ded4566" /><Relationship Type="http://schemas.openxmlformats.org/officeDocument/2006/relationships/notesSlide" Target="/ppt/notesSlides/notesSlide9.xml" Id="R1632d3023bbf4bf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60cf2511c5b493a" /><Relationship Type="http://schemas.openxmlformats.org/officeDocument/2006/relationships/image" Target="/ppt/media/image13.png" Id="R4a17603b8f29444a" /><Relationship Type="http://schemas.openxmlformats.org/officeDocument/2006/relationships/image" Target="/ppt/media/image14.png" Id="R7b297f2f2250407b" /><Relationship Type="http://schemas.openxmlformats.org/officeDocument/2006/relationships/notesSlide" Target="/ppt/notesSlides/notesSlide10.xml" Id="Ra519848231cd434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6ebce6d2d1647dc" /><Relationship Type="http://schemas.openxmlformats.org/officeDocument/2006/relationships/image" Target="/ppt/media/image15.png" Id="R771ca469558a45be" /><Relationship Type="http://schemas.openxmlformats.org/officeDocument/2006/relationships/image" Target="/ppt/media/image16.png" Id="R442cf28141674490" /><Relationship Type="http://schemas.openxmlformats.org/officeDocument/2006/relationships/notesSlide" Target="/ppt/notesSlides/notesSlide11.xml" Id="Rce58e69730c94a5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213a5ead1e147eb" /><Relationship Type="http://schemas.openxmlformats.org/officeDocument/2006/relationships/image" Target="/ppt/media/image17.png" Id="R2b795d112f1c4ae0" /><Relationship Type="http://schemas.openxmlformats.org/officeDocument/2006/relationships/notesSlide" Target="/ppt/notesSlides/notesSlide12.xml" Id="R8fecd6307bb643f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9c8ed1b5ac8445d5" /><Relationship Type="http://schemas.openxmlformats.org/officeDocument/2006/relationships/image" Target="/ppt/media/image18.png" Id="R70eb35928f1d484b" /><Relationship Type="http://schemas.openxmlformats.org/officeDocument/2006/relationships/notesSlide" Target="/ppt/notesSlides/notesSlide13.xml" Id="R151ab96ca5a34cd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8718f1b8d109443a" /><Relationship Type="http://schemas.openxmlformats.org/officeDocument/2006/relationships/image" Target="/ppt/media/image19.png" Id="R6199da4a6f7d4016" /><Relationship Type="http://schemas.openxmlformats.org/officeDocument/2006/relationships/notesSlide" Target="/ppt/notesSlides/notesSlide14.xml" Id="R8affa7bcf28644b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4781844092f5482a" /><Relationship Type="http://schemas.openxmlformats.org/officeDocument/2006/relationships/image" Target="/ppt/media/image20.png" Id="R9691ba05d1ab4828" /><Relationship Type="http://schemas.openxmlformats.org/officeDocument/2006/relationships/image" Target="/ppt/media/image21.png" Id="R72a2cbcceecd427e" /><Relationship Type="http://schemas.openxmlformats.org/officeDocument/2006/relationships/image" Target="/ppt/media/image22.png" Id="R32f77d627986463d" /><Relationship Type="http://schemas.openxmlformats.org/officeDocument/2006/relationships/image" Target="/ppt/media/image23.png" Id="Rc7cbc921e1164bd9" /><Relationship Type="http://schemas.openxmlformats.org/officeDocument/2006/relationships/notesSlide" Target="/ppt/notesSlides/notesSlide15.xml" Id="R46e86e7a9ea14e3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6ad9cbe9c45547e4" /><Relationship Type="http://schemas.openxmlformats.org/officeDocument/2006/relationships/image" Target="/ppt/media/image24.png" Id="Ref6215de3eaa4a08" /><Relationship Type="http://schemas.openxmlformats.org/officeDocument/2006/relationships/image" Target="/ppt/media/image25.png" Id="R2d28baea2f954df2" /><Relationship Type="http://schemas.openxmlformats.org/officeDocument/2006/relationships/notesSlide" Target="/ppt/notesSlides/notesSlide16.xml" Id="R5d234a67aeb349b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76b659275017477a" /><Relationship Type="http://schemas.openxmlformats.org/officeDocument/2006/relationships/image" Target="/ppt/media/image26.png" Id="Rc316acd467f04411" /><Relationship Type="http://schemas.openxmlformats.org/officeDocument/2006/relationships/image" Target="/ppt/media/image27.png" Id="R31e178edcd974e88" /><Relationship Type="http://schemas.openxmlformats.org/officeDocument/2006/relationships/image" Target="/ppt/media/image28.png" Id="R7c116ceb0b97465c" /><Relationship Type="http://schemas.openxmlformats.org/officeDocument/2006/relationships/notesSlide" Target="/ppt/notesSlides/notesSlide17.xml" Id="Rc878d2edb8c44ff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1696f88d97cc45f1" /><Relationship Type="http://schemas.openxmlformats.org/officeDocument/2006/relationships/image" Target="/ppt/media/image29.png" Id="Rb531f48741974341" /><Relationship Type="http://schemas.openxmlformats.org/officeDocument/2006/relationships/notesSlide" Target="/ppt/notesSlides/notesSlide18.xml" Id="R94e2639c666944e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be4f2a8df2954478" /><Relationship Type="http://schemas.openxmlformats.org/officeDocument/2006/relationships/image" Target="/ppt/media/image30.png" Id="Rf7229a9c7f484afb" /><Relationship Type="http://schemas.openxmlformats.org/officeDocument/2006/relationships/image" Target="/ppt/media/image31.png" Id="R249b81468e304b2d" /><Relationship Type="http://schemas.openxmlformats.org/officeDocument/2006/relationships/image" Target="/ppt/media/image32.png" Id="Ra98ecded897c4a13" /><Relationship Type="http://schemas.openxmlformats.org/officeDocument/2006/relationships/notesSlide" Target="/ppt/notesSlides/notesSlide19.xml" Id="Rbf581103aecb41e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ee28a9a3346a47b6" /><Relationship Type="http://schemas.openxmlformats.org/officeDocument/2006/relationships/image" Target="/ppt/media/image33.png" Id="Rcc8630cda77b4cfb" /><Relationship Type="http://schemas.openxmlformats.org/officeDocument/2006/relationships/image" Target="/ppt/media/image34.png" Id="Rbc27c1d26e5e4c2b" /><Relationship Type="http://schemas.openxmlformats.org/officeDocument/2006/relationships/notesSlide" Target="/ppt/notesSlides/notesSlide20.xml" Id="R6b0a2fab363b47e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75d3575164fa4b67" /><Relationship Type="http://schemas.openxmlformats.org/officeDocument/2006/relationships/image" Target="/ppt/media/image35.png" Id="Rfdca90c5be374e3d" /><Relationship Type="http://schemas.openxmlformats.org/officeDocument/2006/relationships/image" Target="/ppt/media/image36.png" Id="R1429862703d44ccd" /><Relationship Type="http://schemas.openxmlformats.org/officeDocument/2006/relationships/notesSlide" Target="/ppt/notesSlides/notesSlide21.xml" Id="R252ba8c310aa43e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46b6a04ced7f4587" /><Relationship Type="http://schemas.openxmlformats.org/officeDocument/2006/relationships/image" Target="/ppt/media/image37.png" Id="R25f50dab20864e46" /><Relationship Type="http://schemas.openxmlformats.org/officeDocument/2006/relationships/notesSlide" Target="/ppt/notesSlides/notesSlide22.xml" Id="Rc72721ad92504bd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dc5aefffab6c4ac9" /><Relationship Type="http://schemas.openxmlformats.org/officeDocument/2006/relationships/image" Target="/ppt/media/image38.png" Id="R9974bc7c1f234247" /><Relationship Type="http://schemas.openxmlformats.org/officeDocument/2006/relationships/image" Target="/ppt/media/image39.png" Id="R8c89310ac5ab4025" /><Relationship Type="http://schemas.openxmlformats.org/officeDocument/2006/relationships/notesSlide" Target="/ppt/notesSlides/notesSlide23.xml" Id="Rd356a54ab519406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7d1e6f34f96a4176" /><Relationship Type="http://schemas.openxmlformats.org/officeDocument/2006/relationships/image" Target="/ppt/media/image40.png" Id="R2b2b7fa180c44212" /><Relationship Type="http://schemas.openxmlformats.org/officeDocument/2006/relationships/notesSlide" Target="/ppt/notesSlides/notesSlide24.xml" Id="R4dc2caf571d9460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7e4ca7790d2341fe" /><Relationship Type="http://schemas.openxmlformats.org/officeDocument/2006/relationships/image" Target="/ppt/media/image41.png" Id="R060b1d7c898f43a5" /><Relationship Type="http://schemas.openxmlformats.org/officeDocument/2006/relationships/image" Target="/ppt/media/image42.png" Id="Ra2ce4854c06143cd" /><Relationship Type="http://schemas.openxmlformats.org/officeDocument/2006/relationships/notesSlide" Target="/ppt/notesSlides/notesSlide25.xml" Id="R686824def88542eb"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b13c9fbd87064fc1" /><Relationship Type="http://schemas.openxmlformats.org/officeDocument/2006/relationships/image" Target="/ppt/media/image43.png" Id="R1b1c6365e8da45d0" /><Relationship Type="http://schemas.openxmlformats.org/officeDocument/2006/relationships/image" Target="/ppt/media/image44.png" Id="R46a06ecf20bb4f9c" /><Relationship Type="http://schemas.openxmlformats.org/officeDocument/2006/relationships/notesSlide" Target="/ppt/notesSlides/notesSlide26.xml" Id="R70c32713722d4288"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28f41e610ad84d20" /><Relationship Type="http://schemas.openxmlformats.org/officeDocument/2006/relationships/image" Target="/ppt/media/image45.png" Id="Ra2a815e55c0d48cc" /><Relationship Type="http://schemas.openxmlformats.org/officeDocument/2006/relationships/notesSlide" Target="/ppt/notesSlides/notesSlide27.xml" Id="R51e9f551eba44cab"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8bdb9fde1e7f480a" /><Relationship Type="http://schemas.openxmlformats.org/officeDocument/2006/relationships/image" Target="/ppt/media/image46.png" Id="Ra7a422d8e64f4162" /><Relationship Type="http://schemas.openxmlformats.org/officeDocument/2006/relationships/image" Target="/ppt/media/image47.png" Id="Rc8d7e71bd5494429" /><Relationship Type="http://schemas.openxmlformats.org/officeDocument/2006/relationships/notesSlide" Target="/ppt/notesSlides/notesSlide28.xml" Id="R13098ede715e4d2d"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b1a02762429543bf" /><Relationship Type="http://schemas.openxmlformats.org/officeDocument/2006/relationships/image" Target="/ppt/media/image48.png" Id="R69c7c210d21e4741" /><Relationship Type="http://schemas.openxmlformats.org/officeDocument/2006/relationships/image" Target="/ppt/media/image49.png" Id="Rb3ff5d0de78b408e" /><Relationship Type="http://schemas.openxmlformats.org/officeDocument/2006/relationships/image" Target="/ppt/media/image50.png" Id="Rd7c69530c01c4e46" /><Relationship Type="http://schemas.openxmlformats.org/officeDocument/2006/relationships/notesSlide" Target="/ppt/notesSlides/notesSlide29.xml" Id="R55d47b8ce3444026"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297bb62c9f3d4497" /><Relationship Type="http://schemas.openxmlformats.org/officeDocument/2006/relationships/image" Target="/ppt/media/image51.png" Id="R342a78b64d034c80" /><Relationship Type="http://schemas.openxmlformats.org/officeDocument/2006/relationships/notesSlide" Target="/ppt/notesSlides/notesSlide30.xml" Id="Rf3cce8873ed64cd9"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3f2f126733fd444d" /><Relationship Type="http://schemas.openxmlformats.org/officeDocument/2006/relationships/image" Target="/ppt/media/image52.png" Id="Rf83ed791cdd44071" /><Relationship Type="http://schemas.openxmlformats.org/officeDocument/2006/relationships/notesSlide" Target="/ppt/notesSlides/notesSlide31.xml" Id="R5337c5594b9f4d2a"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e2df46cb22a745ba" /><Relationship Type="http://schemas.openxmlformats.org/officeDocument/2006/relationships/image" Target="/ppt/media/image53.png" Id="Ra406e83fb684400e" /><Relationship Type="http://schemas.openxmlformats.org/officeDocument/2006/relationships/image" Target="/ppt/media/image54.png" Id="R9898d5bd57634088" /><Relationship Type="http://schemas.openxmlformats.org/officeDocument/2006/relationships/image" Target="/ppt/media/image55.png" Id="Rc3abc3fbb02f4c80" /><Relationship Type="http://schemas.openxmlformats.org/officeDocument/2006/relationships/image" Target="/ppt/media/image56.png" Id="R6776554cba86458f" /><Relationship Type="http://schemas.openxmlformats.org/officeDocument/2006/relationships/image" Target="/ppt/media/image57.png" Id="Rb5a498c0dac444fd" /><Relationship Type="http://schemas.openxmlformats.org/officeDocument/2006/relationships/notesSlide" Target="/ppt/notesSlides/notesSlide32.xml" Id="Rc99b035bd828471b"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5f11bbc5c4814760" /><Relationship Type="http://schemas.openxmlformats.org/officeDocument/2006/relationships/image" Target="/ppt/media/image58.png" Id="R0c2804af43204c9e" /><Relationship Type="http://schemas.openxmlformats.org/officeDocument/2006/relationships/image" Target="/ppt/media/image59.png" Id="R7eca84f24d4f4d07" /><Relationship Type="http://schemas.openxmlformats.org/officeDocument/2006/relationships/image" Target="/ppt/media/image60.png" Id="Rc153af8134f646a6" /><Relationship Type="http://schemas.openxmlformats.org/officeDocument/2006/relationships/notesSlide" Target="/ppt/notesSlides/notesSlide33.xml" Id="Rdc4a739f88334190"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01716b8c80fe4785" /><Relationship Type="http://schemas.openxmlformats.org/officeDocument/2006/relationships/image" Target="/ppt/media/image61.png" Id="R37049720b1224fbd" /><Relationship Type="http://schemas.openxmlformats.org/officeDocument/2006/relationships/notesSlide" Target="/ppt/notesSlides/notesSlide34.xml" Id="R471a2b6530cb4670"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4bc1091fcf4b4611" /><Relationship Type="http://schemas.openxmlformats.org/officeDocument/2006/relationships/image" Target="/ppt/media/image62.png" Id="R837a9b07b877414a" /><Relationship Type="http://schemas.openxmlformats.org/officeDocument/2006/relationships/notesSlide" Target="/ppt/notesSlides/notesSlide35.xml" Id="R78ade7c324054a99"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fc8f9d0e21174b4d" /><Relationship Type="http://schemas.openxmlformats.org/officeDocument/2006/relationships/image" Target="/ppt/media/image63.png" Id="Rfc0eaafab5e14d5d" /><Relationship Type="http://schemas.openxmlformats.org/officeDocument/2006/relationships/notesSlide" Target="/ppt/notesSlides/notesSlide36.xml" Id="R598a4296cb434847"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bcc77cbcb6884152" /><Relationship Type="http://schemas.openxmlformats.org/officeDocument/2006/relationships/image" Target="/ppt/media/image64.png" Id="R73c6fb4e6f3b453e" /><Relationship Type="http://schemas.openxmlformats.org/officeDocument/2006/relationships/notesSlide" Target="/ppt/notesSlides/notesSlide37.xml" Id="R2de13c1a7558494c"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b7ee634bff1548d8" /><Relationship Type="http://schemas.openxmlformats.org/officeDocument/2006/relationships/image" Target="/ppt/media/image65.png" Id="R0d77d3d112bd427f" /><Relationship Type="http://schemas.openxmlformats.org/officeDocument/2006/relationships/notesSlide" Target="/ppt/notesSlides/notesSlide38.xml" Id="Re633fed122b24b5c"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11585318b63d4d83" /><Relationship Type="http://schemas.openxmlformats.org/officeDocument/2006/relationships/image" Target="/ppt/media/image66.png" Id="R8885b86aa91a40ea" /><Relationship Type="http://schemas.openxmlformats.org/officeDocument/2006/relationships/notesSlide" Target="/ppt/notesSlides/notesSlide39.xml" Id="R65ee2edfd35843a2"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8cc43f2e228b4754" /><Relationship Type="http://schemas.openxmlformats.org/officeDocument/2006/relationships/image" Target="/ppt/media/image67.png" Id="Ra065860dd7324d46" /><Relationship Type="http://schemas.openxmlformats.org/officeDocument/2006/relationships/notesSlide" Target="/ppt/notesSlides/notesSlide40.xml" Id="Rf609a3f3599e41e7" /></Relationships>
</file>

<file path=ppt/slides/slide1.xml><?xml version="1.0" encoding="utf-8"?>
<p:sld xmlns:p="http://schemas.openxmlformats.org/presentationml/2006/main">
  <p:cSld>
    <p:bg>
      <p:bgPr>
        <a:solidFill xmlns:a="http://schemas.openxmlformats.org/drawingml/2006/main">
          <a:srgbClr val="0C7D08"/>
        </a:solidFill>
      </p:bgPr>
    </p:bg>
    <p:spTree>
      <p:nvGrpSpPr>
        <p:cNvPr id="1" name=""/>
        <p:cNvGrpSpPr/>
        <p:nvPr/>
      </p:nvGrpSpPr>
      <p:grpSpPr>
        <a:xfrm xmlns:a="http://schemas.openxmlformats.org/drawingml/2006/main"/>
      </p:grpSpPr>
      <p:sp>
        <p:nvSpPr>
          <p:cNvPr id="9" name="원본형 녹색 그라데이션">
            <a:extLst xmlns:a="http://schemas.openxmlformats.org/drawingml/2006/main">
              <a:ext uri="{FF2B5EF4-FFF2-40B4-BE49-F238E27FC236}">
                <a16:creationId xmlns:a16="http://schemas.microsoft.com/office/drawing/2014/main" id="{83B28AF8-C8EB-4A79-9FD3-3604640CEC64}"/>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0C7D08"/>
              </a:gs>
              <a:gs pos="26000">
                <a:srgbClr val="0C7D08">
                  <a:alpha val="96000"/>
                </a:srgbClr>
              </a:gs>
              <a:gs pos="48000">
                <a:srgbClr val="0C7D08">
                  <a:alpha val="55000"/>
                </a:srgbClr>
              </a:gs>
              <a:gs pos="69000">
                <a:srgbClr val="0C7D08">
                  <a:alpha val="0"/>
                </a:srgbClr>
              </a:gs>
            </a:gsLst>
            <a:lin ang="0"/>
          </a:gradFill>
          <a:ln xmlns:a="http://schemas.openxmlformats.org/drawingml/2006/main" w="0">
            <a:noFill/>
          </a:ln>
        </p:spPr>
      </p:sp>
      <p:sp>
        <p:nvSpPr>
          <p:cNvPr id="2" name="대단원명">
            <a:extLst xmlns:a="http://schemas.openxmlformats.org/drawingml/2006/main">
              <a:ext uri="{FF2B5EF4-FFF2-40B4-BE49-F238E27FC236}">
                <a16:creationId xmlns:a16="http://schemas.microsoft.com/office/drawing/2014/main" id="{861BA565-EBB2-494C-BBD9-56336A64E652}"/>
              </a:ext>
            </a:extLst>
          </p:cNvPr>
          <p:cNvSpPr>
            <a:spLocks xmlns:a="http://schemas.openxmlformats.org/drawingml/2006/main" noGrp="1"/>
          </p:cNvSpPr>
          <p:nvPr/>
        </p:nvSpPr>
        <p:spPr>
          <a:xfrm xmlns:a="http://schemas.openxmlformats.org/drawingml/2006/main">
            <a:off x="1323975" y="1962150"/>
            <a:ext cx="14001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Ⅲ. 화학 변화의 자발성</a:t>
            </a:r>
          </a:p>
        </p:txBody>
      </p:sp>
      <p:sp>
        <p:nvSpPr>
          <p:cNvPr id="3" name="소단원명">
            <a:extLst xmlns:a="http://schemas.openxmlformats.org/drawingml/2006/main">
              <a:ext uri="{FF2B5EF4-FFF2-40B4-BE49-F238E27FC236}">
                <a16:creationId xmlns:a16="http://schemas.microsoft.com/office/drawing/2014/main" id="{43E25FBB-7CC6-4ED3-BC8A-A3F968572E0B}"/>
              </a:ext>
            </a:extLst>
          </p:cNvPr>
          <p:cNvSpPr>
            <a:spLocks xmlns:a="http://schemas.openxmlformats.org/drawingml/2006/main" noGrp="1"/>
          </p:cNvSpPr>
          <p:nvPr/>
        </p:nvSpPr>
        <p:spPr>
          <a:xfrm xmlns:a="http://schemas.openxmlformats.org/drawingml/2006/main">
            <a:off x="1323975" y="3305175"/>
            <a:ext cx="13335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02. 헤스 법칙</a:t>
            </a:r>
          </a:p>
        </p:txBody>
      </p:sp>
      <p:sp>
        <p:nvSpPr>
          <p:cNvPr id="4" name="저자">
            <a:extLst xmlns:a="http://schemas.openxmlformats.org/drawingml/2006/main">
              <a:ext uri="{FF2B5EF4-FFF2-40B4-BE49-F238E27FC236}">
                <a16:creationId xmlns:a16="http://schemas.microsoft.com/office/drawing/2014/main" id="{F0C00A9D-8508-4FDE-A476-C7EBE60893F4}"/>
              </a:ext>
            </a:extLst>
          </p:cNvPr>
          <p:cNvSpPr>
            <a:spLocks xmlns:a="http://schemas.openxmlformats.org/drawingml/2006/main" noGrp="1"/>
          </p:cNvSpPr>
          <p:nvPr/>
        </p:nvSpPr>
        <p:spPr>
          <a:xfrm xmlns:a="http://schemas.openxmlformats.org/drawingml/2006/main">
            <a:off x="1362075" y="5276850"/>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FFFFFF"/>
                </a:solidFill>
                <a:latin typeface="Pretendard"/>
                <a:ea typeface="Pretendard"/>
                <a:cs typeface="Pretendard"/>
              </a:defRPr>
            </a:defPPr>
            <a:lvl1pPr algn="l">
              <a:defRPr sz="3000" b="0">
                <a:solidFill>
                  <a:srgbClr val="FFFFFF"/>
                </a:solidFill>
                <a:latin typeface="Pretendard"/>
                <a:ea typeface="Pretendard"/>
                <a:cs typeface="Pretendard"/>
              </a:defRPr>
            </a:lvl1pPr>
            <a:lvl2pPr algn="l">
              <a:defRPr sz="3000" b="0">
                <a:solidFill>
                  <a:srgbClr val="FFFFFF"/>
                </a:solidFill>
                <a:latin typeface="Pretendard"/>
                <a:ea typeface="Pretendard"/>
                <a:cs typeface="Pretendard"/>
              </a:defRPr>
            </a:lvl2pPr>
            <a:lvl3pPr algn="l">
              <a:defRPr sz="3000" b="0">
                <a:solidFill>
                  <a:srgbClr val="FFFFFF"/>
                </a:solidFill>
                <a:latin typeface="Pretendard"/>
                <a:ea typeface="Pretendard"/>
                <a:cs typeface="Pretendard"/>
              </a:defRPr>
            </a:lvl3pPr>
            <a:lvl4pPr algn="l">
              <a:defRPr sz="3000" b="0">
                <a:solidFill>
                  <a:srgbClr val="FFFFFF"/>
                </a:solidFill>
                <a:latin typeface="Pretendard"/>
                <a:ea typeface="Pretendard"/>
                <a:cs typeface="Pretendard"/>
              </a:defRPr>
            </a:lvl4pPr>
            <a:lvl5pPr algn="l">
              <a:defRPr sz="3000" b="0">
                <a:solidFill>
                  <a:srgbClr val="FFFFFF"/>
                </a:solidFill>
                <a:latin typeface="Pretendard"/>
                <a:ea typeface="Pretendard"/>
                <a:cs typeface="Pretendard"/>
              </a:defRPr>
            </a:lvl5pPr>
            <a:lvl6pPr algn="l">
              <a:defRPr sz="3000" b="0">
                <a:solidFill>
                  <a:srgbClr val="FFFFFF"/>
                </a:solidFill>
                <a:latin typeface="Pretendard"/>
                <a:ea typeface="Pretendard"/>
                <a:cs typeface="Pretendard"/>
              </a:defRPr>
            </a:lvl6pPr>
            <a:lvl7pPr algn="l">
              <a:defRPr sz="3000" b="0">
                <a:solidFill>
                  <a:srgbClr val="FFFFFF"/>
                </a:solidFill>
                <a:latin typeface="Pretendard"/>
                <a:ea typeface="Pretendard"/>
                <a:cs typeface="Pretendard"/>
              </a:defRPr>
            </a:lvl7pPr>
            <a:lvl8pPr algn="l">
              <a:defRPr sz="3000" b="0">
                <a:solidFill>
                  <a:srgbClr val="FFFFFF"/>
                </a:solidFill>
                <a:latin typeface="Pretendard"/>
                <a:ea typeface="Pretendard"/>
                <a:cs typeface="Pretendard"/>
              </a:defRPr>
            </a:lvl8pPr>
            <a:lvl9pPr algn="l">
              <a:defRPr sz="3000" b="0">
                <a:solidFill>
                  <a:srgbClr val="FFFFFF"/>
                </a:solidFill>
                <a:latin typeface="Pretendard"/>
                <a:ea typeface="Pretendard"/>
                <a:cs typeface="Pretendard"/>
              </a:defRPr>
            </a:lvl9pPr>
          </a:lstStyle>
          <a:p xmlns:a="http://schemas.openxmlformats.org/drawingml/2006/main">
            <a:pPr algn="l">
              <a:defRPr sz="3000" b="0">
                <a:solidFill>
                  <a:srgbClr val="FFFFFF"/>
                </a:solidFill>
                <a:latin typeface="Pretendard"/>
                <a:ea typeface="Pretendard"/>
                <a:cs typeface="Pretendard"/>
              </a:defRPr>
            </a:pPr>
            <a:r>
              <a:rPr sz="3000" b="0">
                <a:solidFill>
                  <a:srgbClr val="FFFFFF"/>
                </a:solidFill>
                <a:latin typeface="Pretendard"/>
                <a:ea typeface="Pretendard"/>
                <a:cs typeface="Pretendard"/>
              </a:rPr>
              <a:t>사이음 저</a:t>
            </a:r>
          </a:p>
        </p:txBody>
      </p:sp>
      <p:sp>
        <p:nvSpPr>
          <p:cNvPr id="5" name="기존 AI 안내">
            <a:extLst xmlns:a="http://schemas.openxmlformats.org/drawingml/2006/main">
              <a:ext uri="{FF2B5EF4-FFF2-40B4-BE49-F238E27FC236}">
                <a16:creationId xmlns:a16="http://schemas.microsoft.com/office/drawing/2014/main" id="{1B670492-4EFB-4E44-B710-8509F3284815}"/>
              </a:ext>
            </a:extLst>
          </p:cNvPr>
          <p:cNvSpPr>
            <a:spLocks xmlns:a="http://schemas.openxmlformats.org/drawingml/2006/main" noGrp="1"/>
          </p:cNvSpPr>
          <p:nvPr/>
        </p:nvSpPr>
        <p:spPr>
          <a:xfrm xmlns:a="http://schemas.openxmlformats.org/drawingml/2006/main">
            <a:off x="428625" y="9858375"/>
            <a:ext cx="1238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0">
                <a:solidFill>
                  <a:srgbClr val="FFFFFF"/>
                </a:solidFill>
                <a:latin typeface="Pretendard"/>
                <a:ea typeface="Pretendard"/>
                <a:cs typeface="Pretendard"/>
              </a:defRPr>
            </a:defPPr>
            <a:lvl1pPr algn="l">
              <a:defRPr sz="1575" b="0">
                <a:solidFill>
                  <a:srgbClr val="FFFFFF"/>
                </a:solidFill>
                <a:latin typeface="Pretendard"/>
                <a:ea typeface="Pretendard"/>
                <a:cs typeface="Pretendard"/>
              </a:defRPr>
            </a:lvl1pPr>
            <a:lvl2pPr algn="l">
              <a:defRPr sz="1575" b="0">
                <a:solidFill>
                  <a:srgbClr val="FFFFFF"/>
                </a:solidFill>
                <a:latin typeface="Pretendard"/>
                <a:ea typeface="Pretendard"/>
                <a:cs typeface="Pretendard"/>
              </a:defRPr>
            </a:lvl2pPr>
            <a:lvl3pPr algn="l">
              <a:defRPr sz="1575" b="0">
                <a:solidFill>
                  <a:srgbClr val="FFFFFF"/>
                </a:solidFill>
                <a:latin typeface="Pretendard"/>
                <a:ea typeface="Pretendard"/>
                <a:cs typeface="Pretendard"/>
              </a:defRPr>
            </a:lvl3pPr>
            <a:lvl4pPr algn="l">
              <a:defRPr sz="1575" b="0">
                <a:solidFill>
                  <a:srgbClr val="FFFFFF"/>
                </a:solidFill>
                <a:latin typeface="Pretendard"/>
                <a:ea typeface="Pretendard"/>
                <a:cs typeface="Pretendard"/>
              </a:defRPr>
            </a:lvl4pPr>
            <a:lvl5pPr algn="l">
              <a:defRPr sz="1575" b="0">
                <a:solidFill>
                  <a:srgbClr val="FFFFFF"/>
                </a:solidFill>
                <a:latin typeface="Pretendard"/>
                <a:ea typeface="Pretendard"/>
                <a:cs typeface="Pretendard"/>
              </a:defRPr>
            </a:lvl5pPr>
            <a:lvl6pPr algn="l">
              <a:defRPr sz="1575" b="0">
                <a:solidFill>
                  <a:srgbClr val="FFFFFF"/>
                </a:solidFill>
                <a:latin typeface="Pretendard"/>
                <a:ea typeface="Pretendard"/>
                <a:cs typeface="Pretendard"/>
              </a:defRPr>
            </a:lvl6pPr>
            <a:lvl7pPr algn="l">
              <a:defRPr sz="1575" b="0">
                <a:solidFill>
                  <a:srgbClr val="FFFFFF"/>
                </a:solidFill>
                <a:latin typeface="Pretendard"/>
                <a:ea typeface="Pretendard"/>
                <a:cs typeface="Pretendard"/>
              </a:defRPr>
            </a:lvl7pPr>
            <a:lvl8pPr algn="l">
              <a:defRPr sz="1575" b="0">
                <a:solidFill>
                  <a:srgbClr val="FFFFFF"/>
                </a:solidFill>
                <a:latin typeface="Pretendard"/>
                <a:ea typeface="Pretendard"/>
                <a:cs typeface="Pretendard"/>
              </a:defRPr>
            </a:lvl8pPr>
            <a:lvl9pPr algn="l">
              <a:defRPr sz="1575" b="0">
                <a:solidFill>
                  <a:srgbClr val="FFFFFF"/>
                </a:solidFill>
                <a:latin typeface="Pretendard"/>
                <a:ea typeface="Pretendard"/>
                <a:cs typeface="Pretendard"/>
              </a:defRPr>
            </a:lvl9pPr>
          </a:lstStyle>
          <a:p xmlns:a="http://schemas.openxmlformats.org/drawingml/2006/main">
            <a:pPr algn="l">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본 수업 자료에 사용된 일부 이미지는 생성형 AI 기술을 활용하여 제작되었습니다.</a:t>
            </a:r>
          </a:p>
        </p:txBody>
      </p:sp>
      <p:pic>
        <p:nvPicPr>
          <p:cNvPr id="6" name="">
            <a:extLst xmlns:a="http://schemas.openxmlformats.org/drawingml/2006/main">
              <a:ext uri="{FF2B5EF4-FFF2-40B4-BE49-F238E27FC236}">
                <a16:creationId xmlns:a16="http://schemas.microsoft.com/office/drawing/2014/main" id="{CAE4DEE7-436A-4E2F-9F87-519EDB19A7F0}"/>
              </a:ext>
            </a:extLst>
          </p:cNvPr>
          <p:cNvPicPr>
            <a:picLocks xmlns:a="http://schemas.openxmlformats.org/drawingml/2006/main" noChangeAspect="1"/>
          </p:cNvPicPr>
          <p:nvPr/>
        </p:nvPicPr>
        <p:blipFill>
          <a:blip xmlns:r="http://schemas.openxmlformats.org/officeDocument/2006/relationships" xmlns:a="http://schemas.openxmlformats.org/drawingml/2006/main" r:embed="Rfddfb9e80c944d2d"/>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224DBC34-56C8-4A67-BE95-345D94867297}"/>
              </a:ext>
            </a:extLst>
          </p:cNvPr>
          <p:cNvPicPr>
            <a:picLocks xmlns:a="http://schemas.openxmlformats.org/drawingml/2006/main" noChangeAspect="1"/>
          </p:cNvPicPr>
          <p:nvPr/>
        </p:nvPicPr>
        <p:blipFill>
          <a:blip xmlns:r="http://schemas.openxmlformats.org/officeDocument/2006/relationships" xmlns:a="http://schemas.openxmlformats.org/drawingml/2006/main" r:embed="R048695339c7449ae"/>
          <a:stretch xmlns:a="http://schemas.openxmlformats.org/drawingml/2006/main"/>
        </p:blipFill>
        <p:spPr>
          <a:xfrm xmlns:a="http://schemas.openxmlformats.org/drawingml/2006/main">
            <a:off x="15252697" y="410255"/>
            <a:ext cx="1473203" cy="627299"/>
          </a:xfrm>
          <a:prstGeom xmlns:a="http://schemas.openxmlformats.org/drawingml/2006/main" prst="rect">
            <a:avLst/>
          </a:prstGeom>
        </p:spPr>
      </p:pic>
      <p:sp>
        <p:nvSpPr>
          <p:cNvPr id="8" name="copyright">
            <a:extLst xmlns:a="http://schemas.openxmlformats.org/drawingml/2006/main">
              <a:ext uri="{FF2B5EF4-FFF2-40B4-BE49-F238E27FC236}">
                <a16:creationId xmlns:a16="http://schemas.microsoft.com/office/drawing/2014/main" id="{950C50F2-C464-4216-9498-3F329F9939A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Tree>
    <p:extLst>
      <p:ext uri="{BB962C8B-B14F-4D97-AF65-F5344CB8AC3E}">
        <p14:creationId xmlns:p14="http://schemas.microsoft.com/office/powerpoint/2010/main" val="14660908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0" name="">
            <a:extLst xmlns:a="http://schemas.openxmlformats.org/drawingml/2006/main">
              <a:ext uri="{FF2B5EF4-FFF2-40B4-BE49-F238E27FC236}">
                <a16:creationId xmlns:a16="http://schemas.microsoft.com/office/drawing/2014/main" id="{E552FBE1-0904-4D2C-BCD7-A0AD33AFBFFD}"/>
              </a:ext>
            </a:extLst>
          </p:cNvPr>
          <p:cNvPicPr>
            <a:picLocks xmlns:a="http://schemas.openxmlformats.org/drawingml/2006/main" noChangeAspect="1"/>
          </p:cNvPicPr>
          <p:nvPr/>
        </p:nvPicPr>
        <p:blipFill>
          <a:blip xmlns:r="http://schemas.openxmlformats.org/officeDocument/2006/relationships" xmlns:a="http://schemas.openxmlformats.org/drawingml/2006/main" r:embed="R2133805d9186444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20052DF-7543-449E-A8C0-5E4E27A3F2F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68C1E65-8C64-46BF-8C10-2FD00013658E}"/>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0 동기 유발</a:t>
            </a:r>
          </a:p>
        </p:txBody>
      </p:sp>
      <p:sp>
        <p:nvSpPr>
          <p:cNvPr id="4" name="text">
            <a:extLst xmlns:a="http://schemas.openxmlformats.org/drawingml/2006/main">
              <a:ext uri="{FF2B5EF4-FFF2-40B4-BE49-F238E27FC236}">
                <a16:creationId xmlns:a16="http://schemas.microsoft.com/office/drawing/2014/main" id="{C000B4FB-0083-4BC1-8AB9-B5E860D5E316}"/>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210C7B25-78F2-4F34-8994-731EC3E737F2}"/>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경로와 변화</a:t>
            </a:r>
          </a:p>
        </p:txBody>
      </p:sp>
      <p:sp>
        <p:nvSpPr>
          <p:cNvPr id="6" name="핵심 문장">
            <a:extLst xmlns:a="http://schemas.openxmlformats.org/drawingml/2006/main">
              <a:ext uri="{FF2B5EF4-FFF2-40B4-BE49-F238E27FC236}">
                <a16:creationId xmlns:a16="http://schemas.microsoft.com/office/drawing/2014/main" id="{3F1CA8B4-23BD-433B-8A31-94A09C2A89F1}"/>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다른 길로 가도, 높이 차는 같을까?</a:t>
            </a:r>
          </a:p>
        </p:txBody>
      </p:sp>
      <p:sp>
        <p:nvSpPr>
          <p:cNvPr id="7" name="관찰 질문">
            <a:extLst xmlns:a="http://schemas.openxmlformats.org/drawingml/2006/main">
              <a:ext uri="{FF2B5EF4-FFF2-40B4-BE49-F238E27FC236}">
                <a16:creationId xmlns:a16="http://schemas.microsoft.com/office/drawing/2014/main" id="{F47285DA-9210-4ECB-87E9-C2142EDDC5EC}"/>
              </a:ext>
            </a:extLst>
          </p:cNvPr>
          <p:cNvSpPr>
            <a:spLocks xmlns:a="http://schemas.openxmlformats.org/drawingml/2006/main" noGrp="1"/>
          </p:cNvSpPr>
          <p:nvPr/>
        </p:nvSpPr>
        <p:spPr>
          <a:xfrm xmlns:a="http://schemas.openxmlformats.org/drawingml/2006/main">
            <a:off x="1428750" y="3743325"/>
            <a:ext cx="15430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같은 출발점에서 같은 도착점으로 가는 두 경로를 비교해 보자.</a:t>
            </a:r>
          </a:p>
        </p:txBody>
      </p:sp>
      <p:sp>
        <p:nvSpPr>
          <p:cNvPr id="8" name="기준선">
            <a:extLst xmlns:a="http://schemas.openxmlformats.org/drawingml/2006/main">
              <a:ext uri="{FF2B5EF4-FFF2-40B4-BE49-F238E27FC236}">
                <a16:creationId xmlns:a16="http://schemas.microsoft.com/office/drawing/2014/main" id="{4C4795EE-5934-4493-92A9-7E85DCE3FBAD}"/>
              </a:ext>
            </a:extLst>
          </p:cNvPr>
          <p:cNvSpPr>
            <a:spLocks xmlns:a="http://schemas.openxmlformats.org/drawingml/2006/main" noGrp="1"/>
          </p:cNvSpPr>
          <p:nvPr/>
        </p:nvSpPr>
        <p:spPr>
          <a:xfrm xmlns:a="http://schemas.openxmlformats.org/drawingml/2006/main">
            <a:off x="1809750" y="8791575"/>
            <a:ext cx="9572625" cy="9525"/>
          </a:xfrm>
          <a:custGeom xmlns:a="http://schemas.openxmlformats.org/drawingml/2006/main">
            <a:pathLst>
              <a:path w="9572625" h="9525">
                <a:moveTo>
                  <a:pt x="0" y="0"/>
                </a:moveTo>
                <a:lnTo>
                  <a:pt x="9572625" y="0"/>
                </a:lnTo>
              </a:path>
            </a:pathLst>
          </a:custGeom>
          <a:noFill xmlns:a="http://schemas.openxmlformats.org/drawingml/2006/main"/>
          <a:ln xmlns:a="http://schemas.openxmlformats.org/drawingml/2006/main" w="28575">
            <a:solidFill>
              <a:srgbClr val="BDBDBD"/>
            </a:solidFill>
            <a:prstDash val="solid"/>
          </a:ln>
        </p:spPr>
      </p:sp>
      <p:sp>
        <p:nvSpPr>
          <p:cNvPr id="9" name="경로 A">
            <a:extLst xmlns:a="http://schemas.openxmlformats.org/drawingml/2006/main">
              <a:ext uri="{FF2B5EF4-FFF2-40B4-BE49-F238E27FC236}">
                <a16:creationId xmlns:a16="http://schemas.microsoft.com/office/drawing/2014/main" id="{6A960F82-835D-4A07-9A55-49574D20D86B}"/>
              </a:ext>
            </a:extLst>
          </p:cNvPr>
          <p:cNvSpPr>
            <a:spLocks xmlns:a="http://schemas.openxmlformats.org/drawingml/2006/main" noGrp="1"/>
          </p:cNvSpPr>
          <p:nvPr/>
        </p:nvSpPr>
        <p:spPr>
          <a:xfrm xmlns:a="http://schemas.openxmlformats.org/drawingml/2006/main">
            <a:off x="2476500" y="5715000"/>
            <a:ext cx="8334375" cy="2714625"/>
          </a:xfrm>
          <a:custGeom xmlns:a="http://schemas.openxmlformats.org/drawingml/2006/main">
            <a:pathLst>
              <a:path w="8334375" h="2714625">
                <a:moveTo>
                  <a:pt x="0" y="2714625"/>
                </a:moveTo>
                <a:lnTo>
                  <a:pt x="8334375" y="0"/>
                </a:lnTo>
              </a:path>
            </a:pathLst>
          </a:custGeom>
          <a:noFill xmlns:a="http://schemas.openxmlformats.org/drawingml/2006/main"/>
          <a:ln xmlns:a="http://schemas.openxmlformats.org/drawingml/2006/main" w="114300">
            <a:solidFill>
              <a:srgbClr val="57962F"/>
            </a:solidFill>
            <a:prstDash val="solid"/>
          </a:ln>
        </p:spPr>
      </p:sp>
      <p:sp>
        <p:nvSpPr>
          <p:cNvPr id="10" name="경로 B">
            <a:extLst xmlns:a="http://schemas.openxmlformats.org/drawingml/2006/main">
              <a:ext uri="{FF2B5EF4-FFF2-40B4-BE49-F238E27FC236}">
                <a16:creationId xmlns:a16="http://schemas.microsoft.com/office/drawing/2014/main" id="{78EFA0F2-2DDB-40D0-8184-15B8FFB5FC99}"/>
              </a:ext>
            </a:extLst>
          </p:cNvPr>
          <p:cNvSpPr>
            <a:spLocks xmlns:a="http://schemas.openxmlformats.org/drawingml/2006/main" noGrp="1"/>
          </p:cNvSpPr>
          <p:nvPr/>
        </p:nvSpPr>
        <p:spPr>
          <a:xfrm xmlns:a="http://schemas.openxmlformats.org/drawingml/2006/main">
            <a:off x="2476500" y="8429625"/>
            <a:ext cx="2476500" cy="9525"/>
          </a:xfrm>
          <a:custGeom xmlns:a="http://schemas.openxmlformats.org/drawingml/2006/main">
            <a:pathLst>
              <a:path w="2476500" h="9525">
                <a:moveTo>
                  <a:pt x="0" y="0"/>
                </a:moveTo>
                <a:lnTo>
                  <a:pt x="2476500" y="0"/>
                </a:lnTo>
              </a:path>
            </a:pathLst>
          </a:custGeom>
          <a:noFill xmlns:a="http://schemas.openxmlformats.org/drawingml/2006/main"/>
          <a:ln xmlns:a="http://schemas.openxmlformats.org/drawingml/2006/main" w="85725">
            <a:solidFill>
              <a:srgbClr val="484847"/>
            </a:solidFill>
            <a:prstDash val="solid"/>
          </a:ln>
        </p:spPr>
      </p:sp>
      <p:sp>
        <p:nvSpPr>
          <p:cNvPr id="11" name="경로 B">
            <a:extLst xmlns:a="http://schemas.openxmlformats.org/drawingml/2006/main">
              <a:ext uri="{FF2B5EF4-FFF2-40B4-BE49-F238E27FC236}">
                <a16:creationId xmlns:a16="http://schemas.microsoft.com/office/drawing/2014/main" id="{397B8060-F499-477E-A48B-22B421175F52}"/>
              </a:ext>
            </a:extLst>
          </p:cNvPr>
          <p:cNvSpPr>
            <a:spLocks xmlns:a="http://schemas.openxmlformats.org/drawingml/2006/main" noGrp="1"/>
          </p:cNvSpPr>
          <p:nvPr/>
        </p:nvSpPr>
        <p:spPr>
          <a:xfrm xmlns:a="http://schemas.openxmlformats.org/drawingml/2006/main">
            <a:off x="4953000" y="7524750"/>
            <a:ext cx="9525" cy="904875"/>
          </a:xfrm>
          <a:custGeom xmlns:a="http://schemas.openxmlformats.org/drawingml/2006/main">
            <a:pathLst>
              <a:path w="9525" h="904875">
                <a:moveTo>
                  <a:pt x="0" y="904875"/>
                </a:moveTo>
                <a:lnTo>
                  <a:pt x="0" y="0"/>
                </a:lnTo>
              </a:path>
            </a:pathLst>
          </a:custGeom>
          <a:noFill xmlns:a="http://schemas.openxmlformats.org/drawingml/2006/main"/>
          <a:ln xmlns:a="http://schemas.openxmlformats.org/drawingml/2006/main" w="85725">
            <a:solidFill>
              <a:srgbClr val="484847"/>
            </a:solidFill>
            <a:prstDash val="solid"/>
          </a:ln>
        </p:spPr>
      </p:sp>
      <p:sp>
        <p:nvSpPr>
          <p:cNvPr id="12" name="경로 B">
            <a:extLst xmlns:a="http://schemas.openxmlformats.org/drawingml/2006/main">
              <a:ext uri="{FF2B5EF4-FFF2-40B4-BE49-F238E27FC236}">
                <a16:creationId xmlns:a16="http://schemas.microsoft.com/office/drawing/2014/main" id="{FD2948D0-C4F6-4706-A51A-DE31E37CC429}"/>
              </a:ext>
            </a:extLst>
          </p:cNvPr>
          <p:cNvSpPr>
            <a:spLocks xmlns:a="http://schemas.openxmlformats.org/drawingml/2006/main" noGrp="1"/>
          </p:cNvSpPr>
          <p:nvPr/>
        </p:nvSpPr>
        <p:spPr>
          <a:xfrm xmlns:a="http://schemas.openxmlformats.org/drawingml/2006/main">
            <a:off x="4953000" y="7524750"/>
            <a:ext cx="2381250" cy="9525"/>
          </a:xfrm>
          <a:custGeom xmlns:a="http://schemas.openxmlformats.org/drawingml/2006/main">
            <a:pathLst>
              <a:path w="2381250" h="9525">
                <a:moveTo>
                  <a:pt x="0" y="0"/>
                </a:moveTo>
                <a:lnTo>
                  <a:pt x="2381250" y="0"/>
                </a:lnTo>
              </a:path>
            </a:pathLst>
          </a:custGeom>
          <a:noFill xmlns:a="http://schemas.openxmlformats.org/drawingml/2006/main"/>
          <a:ln xmlns:a="http://schemas.openxmlformats.org/drawingml/2006/main" w="85725">
            <a:solidFill>
              <a:srgbClr val="484847"/>
            </a:solidFill>
            <a:prstDash val="solid"/>
          </a:ln>
        </p:spPr>
      </p:sp>
      <p:sp>
        <p:nvSpPr>
          <p:cNvPr id="13" name="경로 B">
            <a:extLst xmlns:a="http://schemas.openxmlformats.org/drawingml/2006/main">
              <a:ext uri="{FF2B5EF4-FFF2-40B4-BE49-F238E27FC236}">
                <a16:creationId xmlns:a16="http://schemas.microsoft.com/office/drawing/2014/main" id="{D671BF17-2C5D-462A-8B19-1365730C9370}"/>
              </a:ext>
            </a:extLst>
          </p:cNvPr>
          <p:cNvSpPr>
            <a:spLocks xmlns:a="http://schemas.openxmlformats.org/drawingml/2006/main" noGrp="1"/>
          </p:cNvSpPr>
          <p:nvPr/>
        </p:nvSpPr>
        <p:spPr>
          <a:xfrm xmlns:a="http://schemas.openxmlformats.org/drawingml/2006/main">
            <a:off x="7334250" y="6619875"/>
            <a:ext cx="9525" cy="904875"/>
          </a:xfrm>
          <a:custGeom xmlns:a="http://schemas.openxmlformats.org/drawingml/2006/main">
            <a:pathLst>
              <a:path w="9525" h="904875">
                <a:moveTo>
                  <a:pt x="0" y="904875"/>
                </a:moveTo>
                <a:lnTo>
                  <a:pt x="0" y="0"/>
                </a:lnTo>
              </a:path>
            </a:pathLst>
          </a:custGeom>
          <a:noFill xmlns:a="http://schemas.openxmlformats.org/drawingml/2006/main"/>
          <a:ln xmlns:a="http://schemas.openxmlformats.org/drawingml/2006/main" w="85725">
            <a:solidFill>
              <a:srgbClr val="484847"/>
            </a:solidFill>
            <a:prstDash val="solid"/>
          </a:ln>
        </p:spPr>
      </p:sp>
      <p:sp>
        <p:nvSpPr>
          <p:cNvPr id="14" name="경로 B">
            <a:extLst xmlns:a="http://schemas.openxmlformats.org/drawingml/2006/main">
              <a:ext uri="{FF2B5EF4-FFF2-40B4-BE49-F238E27FC236}">
                <a16:creationId xmlns:a16="http://schemas.microsoft.com/office/drawing/2014/main" id="{AB5F11C9-D87B-4EEC-AA1F-2BE56B86D14D}"/>
              </a:ext>
            </a:extLst>
          </p:cNvPr>
          <p:cNvSpPr>
            <a:spLocks xmlns:a="http://schemas.openxmlformats.org/drawingml/2006/main" noGrp="1"/>
          </p:cNvSpPr>
          <p:nvPr/>
        </p:nvSpPr>
        <p:spPr>
          <a:xfrm xmlns:a="http://schemas.openxmlformats.org/drawingml/2006/main">
            <a:off x="7334250" y="6619875"/>
            <a:ext cx="3476625" cy="9525"/>
          </a:xfrm>
          <a:custGeom xmlns:a="http://schemas.openxmlformats.org/drawingml/2006/main">
            <a:pathLst>
              <a:path w="3476625" h="9525">
                <a:moveTo>
                  <a:pt x="0" y="0"/>
                </a:moveTo>
                <a:lnTo>
                  <a:pt x="3476625" y="0"/>
                </a:lnTo>
              </a:path>
            </a:pathLst>
          </a:custGeom>
          <a:noFill xmlns:a="http://schemas.openxmlformats.org/drawingml/2006/main"/>
          <a:ln xmlns:a="http://schemas.openxmlformats.org/drawingml/2006/main" w="85725">
            <a:solidFill>
              <a:srgbClr val="484847"/>
            </a:solidFill>
            <a:prstDash val="solid"/>
          </a:ln>
        </p:spPr>
      </p:sp>
      <p:sp>
        <p:nvSpPr>
          <p:cNvPr id="15" name="경로 B">
            <a:extLst xmlns:a="http://schemas.openxmlformats.org/drawingml/2006/main">
              <a:ext uri="{FF2B5EF4-FFF2-40B4-BE49-F238E27FC236}">
                <a16:creationId xmlns:a16="http://schemas.microsoft.com/office/drawing/2014/main" id="{0A2E59D9-B476-4AA9-B856-969D76C95F76}"/>
              </a:ext>
            </a:extLst>
          </p:cNvPr>
          <p:cNvSpPr>
            <a:spLocks xmlns:a="http://schemas.openxmlformats.org/drawingml/2006/main" noGrp="1"/>
          </p:cNvSpPr>
          <p:nvPr/>
        </p:nvSpPr>
        <p:spPr>
          <a:xfrm xmlns:a="http://schemas.openxmlformats.org/drawingml/2006/main">
            <a:off x="10810875" y="5715000"/>
            <a:ext cx="9525" cy="904875"/>
          </a:xfrm>
          <a:custGeom xmlns:a="http://schemas.openxmlformats.org/drawingml/2006/main">
            <a:pathLst>
              <a:path w="9525" h="904875">
                <a:moveTo>
                  <a:pt x="0" y="904875"/>
                </a:moveTo>
                <a:lnTo>
                  <a:pt x="0" y="0"/>
                </a:lnTo>
              </a:path>
            </a:pathLst>
          </a:custGeom>
          <a:noFill xmlns:a="http://schemas.openxmlformats.org/drawingml/2006/main"/>
          <a:ln xmlns:a="http://schemas.openxmlformats.org/drawingml/2006/main" w="85725">
            <a:solidFill>
              <a:srgbClr val="484847"/>
            </a:solidFill>
            <a:prstDash val="solid"/>
          </a:ln>
        </p:spPr>
      </p:sp>
      <p:sp>
        <p:nvSpPr>
          <p:cNvPr id="16" name="">
            <a:extLst xmlns:a="http://schemas.openxmlformats.org/drawingml/2006/main">
              <a:ext uri="{FF2B5EF4-FFF2-40B4-BE49-F238E27FC236}">
                <a16:creationId xmlns:a16="http://schemas.microsoft.com/office/drawing/2014/main" id="{5DFD15AA-40E4-4AC4-B4B5-E308A7D263E7}"/>
              </a:ext>
            </a:extLst>
          </p:cNvPr>
          <p:cNvSpPr>
            <a:spLocks xmlns:a="http://schemas.openxmlformats.org/drawingml/2006/main" noGrp="1"/>
          </p:cNvSpPr>
          <p:nvPr/>
        </p:nvSpPr>
        <p:spPr>
          <a:xfrm xmlns:a="http://schemas.openxmlformats.org/drawingml/2006/main">
            <a:off x="2352675" y="8305800"/>
            <a:ext cx="247650" cy="247650"/>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A1ABFDBA-5DDD-4E0E-9354-7280064262E3}"/>
              </a:ext>
            </a:extLst>
          </p:cNvPr>
          <p:cNvSpPr>
            <a:spLocks xmlns:a="http://schemas.openxmlformats.org/drawingml/2006/main" noGrp="1"/>
          </p:cNvSpPr>
          <p:nvPr/>
        </p:nvSpPr>
        <p:spPr>
          <a:xfrm xmlns:a="http://schemas.openxmlformats.org/drawingml/2006/main">
            <a:off x="10687050" y="5591175"/>
            <a:ext cx="247650" cy="247650"/>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18" name="text">
            <a:extLst xmlns:a="http://schemas.openxmlformats.org/drawingml/2006/main">
              <a:ext uri="{FF2B5EF4-FFF2-40B4-BE49-F238E27FC236}">
                <a16:creationId xmlns:a16="http://schemas.microsoft.com/office/drawing/2014/main" id="{E25BBAE7-67FF-4794-BDBA-248F735412F4}"/>
              </a:ext>
            </a:extLst>
          </p:cNvPr>
          <p:cNvSpPr>
            <a:spLocks xmlns:a="http://schemas.openxmlformats.org/drawingml/2006/main" noGrp="1"/>
          </p:cNvSpPr>
          <p:nvPr/>
        </p:nvSpPr>
        <p:spPr>
          <a:xfrm xmlns:a="http://schemas.openxmlformats.org/drawingml/2006/main">
            <a:off x="1695450" y="8943975"/>
            <a:ext cx="209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000000"/>
                </a:solidFill>
                <a:latin typeface="Pretendard"/>
                <a:ea typeface="Pretendard"/>
                <a:cs typeface="Pretendard"/>
              </a:defRPr>
            </a:defPPr>
            <a:lvl1pPr algn="ctr">
              <a:defRPr sz="2850" b="1">
                <a:solidFill>
                  <a:srgbClr val="000000"/>
                </a:solidFill>
                <a:latin typeface="Pretendard"/>
                <a:ea typeface="Pretendard"/>
                <a:cs typeface="Pretendard"/>
              </a:defRPr>
            </a:lvl1pPr>
            <a:lvl2pPr algn="ctr">
              <a:defRPr sz="2850" b="1">
                <a:solidFill>
                  <a:srgbClr val="000000"/>
                </a:solidFill>
                <a:latin typeface="Pretendard"/>
                <a:ea typeface="Pretendard"/>
                <a:cs typeface="Pretendard"/>
              </a:defRPr>
            </a:lvl2pPr>
            <a:lvl3pPr algn="ctr">
              <a:defRPr sz="2850" b="1">
                <a:solidFill>
                  <a:srgbClr val="000000"/>
                </a:solidFill>
                <a:latin typeface="Pretendard"/>
                <a:ea typeface="Pretendard"/>
                <a:cs typeface="Pretendard"/>
              </a:defRPr>
            </a:lvl3pPr>
            <a:lvl4pPr algn="ctr">
              <a:defRPr sz="2850" b="1">
                <a:solidFill>
                  <a:srgbClr val="000000"/>
                </a:solidFill>
                <a:latin typeface="Pretendard"/>
                <a:ea typeface="Pretendard"/>
                <a:cs typeface="Pretendard"/>
              </a:defRPr>
            </a:lvl4pPr>
            <a:lvl5pPr algn="ctr">
              <a:defRPr sz="2850" b="1">
                <a:solidFill>
                  <a:srgbClr val="000000"/>
                </a:solidFill>
                <a:latin typeface="Pretendard"/>
                <a:ea typeface="Pretendard"/>
                <a:cs typeface="Pretendard"/>
              </a:defRPr>
            </a:lvl5pPr>
            <a:lvl6pPr algn="ctr">
              <a:defRPr sz="2850" b="1">
                <a:solidFill>
                  <a:srgbClr val="000000"/>
                </a:solidFill>
                <a:latin typeface="Pretendard"/>
                <a:ea typeface="Pretendard"/>
                <a:cs typeface="Pretendard"/>
              </a:defRPr>
            </a:lvl6pPr>
            <a:lvl7pPr algn="ctr">
              <a:defRPr sz="2850" b="1">
                <a:solidFill>
                  <a:srgbClr val="000000"/>
                </a:solidFill>
                <a:latin typeface="Pretendard"/>
                <a:ea typeface="Pretendard"/>
                <a:cs typeface="Pretendard"/>
              </a:defRPr>
            </a:lvl7pPr>
            <a:lvl8pPr algn="ctr">
              <a:defRPr sz="2850" b="1">
                <a:solidFill>
                  <a:srgbClr val="000000"/>
                </a:solidFill>
                <a:latin typeface="Pretendard"/>
                <a:ea typeface="Pretendard"/>
                <a:cs typeface="Pretendard"/>
              </a:defRPr>
            </a:lvl8pPr>
            <a:lvl9pPr algn="ctr">
              <a:defRPr sz="2850" b="1">
                <a:solidFill>
                  <a:srgbClr val="000000"/>
                </a:solidFill>
                <a:latin typeface="Pretendard"/>
                <a:ea typeface="Pretendard"/>
                <a:cs typeface="Pretendard"/>
              </a:defRPr>
            </a:lvl9pPr>
          </a:lstStyle>
          <a:p xmlns:a="http://schemas.openxmlformats.org/drawingml/2006/main">
            <a:pPr algn="ctr">
              <a:defRPr sz="2850" b="1">
                <a:solidFill>
                  <a:srgbClr val="000000"/>
                </a:solidFill>
                <a:latin typeface="Pretendard"/>
                <a:ea typeface="Pretendard"/>
                <a:cs typeface="Pretendard"/>
              </a:defRPr>
            </a:pPr>
            <a:r>
              <a:rPr sz="2850" b="1">
                <a:solidFill>
                  <a:srgbClr val="000000"/>
                </a:solidFill>
                <a:latin typeface="Pretendard"/>
                <a:ea typeface="Pretendard"/>
                <a:cs typeface="Pretendard"/>
              </a:rPr>
              <a:t>출발점</a:t>
            </a:r>
          </a:p>
        </p:txBody>
      </p:sp>
      <p:sp>
        <p:nvSpPr>
          <p:cNvPr id="19" name="text">
            <a:extLst xmlns:a="http://schemas.openxmlformats.org/drawingml/2006/main">
              <a:ext uri="{FF2B5EF4-FFF2-40B4-BE49-F238E27FC236}">
                <a16:creationId xmlns:a16="http://schemas.microsoft.com/office/drawing/2014/main" id="{FC7E4686-CCDF-47A6-B2C7-A9BE6A304C70}"/>
              </a:ext>
            </a:extLst>
          </p:cNvPr>
          <p:cNvSpPr>
            <a:spLocks xmlns:a="http://schemas.openxmlformats.org/drawingml/2006/main" noGrp="1"/>
          </p:cNvSpPr>
          <p:nvPr/>
        </p:nvSpPr>
        <p:spPr>
          <a:xfrm xmlns:a="http://schemas.openxmlformats.org/drawingml/2006/main">
            <a:off x="9810750" y="5019675"/>
            <a:ext cx="219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000000"/>
                </a:solidFill>
                <a:latin typeface="Pretendard"/>
                <a:ea typeface="Pretendard"/>
                <a:cs typeface="Pretendard"/>
              </a:defRPr>
            </a:defPPr>
            <a:lvl1pPr algn="ctr">
              <a:defRPr sz="2850" b="1">
                <a:solidFill>
                  <a:srgbClr val="000000"/>
                </a:solidFill>
                <a:latin typeface="Pretendard"/>
                <a:ea typeface="Pretendard"/>
                <a:cs typeface="Pretendard"/>
              </a:defRPr>
            </a:lvl1pPr>
            <a:lvl2pPr algn="ctr">
              <a:defRPr sz="2850" b="1">
                <a:solidFill>
                  <a:srgbClr val="000000"/>
                </a:solidFill>
                <a:latin typeface="Pretendard"/>
                <a:ea typeface="Pretendard"/>
                <a:cs typeface="Pretendard"/>
              </a:defRPr>
            </a:lvl2pPr>
            <a:lvl3pPr algn="ctr">
              <a:defRPr sz="2850" b="1">
                <a:solidFill>
                  <a:srgbClr val="000000"/>
                </a:solidFill>
                <a:latin typeface="Pretendard"/>
                <a:ea typeface="Pretendard"/>
                <a:cs typeface="Pretendard"/>
              </a:defRPr>
            </a:lvl3pPr>
            <a:lvl4pPr algn="ctr">
              <a:defRPr sz="2850" b="1">
                <a:solidFill>
                  <a:srgbClr val="000000"/>
                </a:solidFill>
                <a:latin typeface="Pretendard"/>
                <a:ea typeface="Pretendard"/>
                <a:cs typeface="Pretendard"/>
              </a:defRPr>
            </a:lvl4pPr>
            <a:lvl5pPr algn="ctr">
              <a:defRPr sz="2850" b="1">
                <a:solidFill>
                  <a:srgbClr val="000000"/>
                </a:solidFill>
                <a:latin typeface="Pretendard"/>
                <a:ea typeface="Pretendard"/>
                <a:cs typeface="Pretendard"/>
              </a:defRPr>
            </a:lvl5pPr>
            <a:lvl6pPr algn="ctr">
              <a:defRPr sz="2850" b="1">
                <a:solidFill>
                  <a:srgbClr val="000000"/>
                </a:solidFill>
                <a:latin typeface="Pretendard"/>
                <a:ea typeface="Pretendard"/>
                <a:cs typeface="Pretendard"/>
              </a:defRPr>
            </a:lvl6pPr>
            <a:lvl7pPr algn="ctr">
              <a:defRPr sz="2850" b="1">
                <a:solidFill>
                  <a:srgbClr val="000000"/>
                </a:solidFill>
                <a:latin typeface="Pretendard"/>
                <a:ea typeface="Pretendard"/>
                <a:cs typeface="Pretendard"/>
              </a:defRPr>
            </a:lvl7pPr>
            <a:lvl8pPr algn="ctr">
              <a:defRPr sz="2850" b="1">
                <a:solidFill>
                  <a:srgbClr val="000000"/>
                </a:solidFill>
                <a:latin typeface="Pretendard"/>
                <a:ea typeface="Pretendard"/>
                <a:cs typeface="Pretendard"/>
              </a:defRPr>
            </a:lvl8pPr>
            <a:lvl9pPr algn="ctr">
              <a:defRPr sz="2850" b="1">
                <a:solidFill>
                  <a:srgbClr val="000000"/>
                </a:solidFill>
                <a:latin typeface="Pretendard"/>
                <a:ea typeface="Pretendard"/>
                <a:cs typeface="Pretendard"/>
              </a:defRPr>
            </a:lvl9pPr>
          </a:lstStyle>
          <a:p xmlns:a="http://schemas.openxmlformats.org/drawingml/2006/main">
            <a:pPr algn="ctr">
              <a:defRPr sz="2850" b="1">
                <a:solidFill>
                  <a:srgbClr val="000000"/>
                </a:solidFill>
                <a:latin typeface="Pretendard"/>
                <a:ea typeface="Pretendard"/>
                <a:cs typeface="Pretendard"/>
              </a:defRPr>
            </a:pPr>
            <a:r>
              <a:rPr sz="2850" b="1">
                <a:solidFill>
                  <a:srgbClr val="000000"/>
                </a:solidFill>
                <a:latin typeface="Pretendard"/>
                <a:ea typeface="Pretendard"/>
                <a:cs typeface="Pretendard"/>
              </a:rPr>
              <a:t>도착점</a:t>
            </a:r>
          </a:p>
        </p:txBody>
      </p:sp>
      <p:sp>
        <p:nvSpPr>
          <p:cNvPr id="20" name="text">
            <a:extLst xmlns:a="http://schemas.openxmlformats.org/drawingml/2006/main">
              <a:ext uri="{FF2B5EF4-FFF2-40B4-BE49-F238E27FC236}">
                <a16:creationId xmlns:a16="http://schemas.microsoft.com/office/drawing/2014/main" id="{99AF9F3A-625E-4353-8C23-238CE42F30BD}"/>
              </a:ext>
            </a:extLst>
          </p:cNvPr>
          <p:cNvSpPr>
            <a:spLocks xmlns:a="http://schemas.openxmlformats.org/drawingml/2006/main" noGrp="1"/>
          </p:cNvSpPr>
          <p:nvPr/>
        </p:nvSpPr>
        <p:spPr>
          <a:xfrm xmlns:a="http://schemas.openxmlformats.org/drawingml/2006/main">
            <a:off x="5619750" y="6324600"/>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57962F"/>
                </a:solidFill>
                <a:latin typeface="Pretendard"/>
                <a:ea typeface="Pretendard"/>
                <a:cs typeface="Pretendard"/>
              </a:defRPr>
            </a:defPPr>
            <a:lvl1pPr algn="ctr">
              <a:defRPr sz="3000" b="1">
                <a:solidFill>
                  <a:srgbClr val="57962F"/>
                </a:solidFill>
                <a:latin typeface="Pretendard"/>
                <a:ea typeface="Pretendard"/>
                <a:cs typeface="Pretendard"/>
              </a:defRPr>
            </a:lvl1pPr>
            <a:lvl2pPr algn="ctr">
              <a:defRPr sz="3000" b="1">
                <a:solidFill>
                  <a:srgbClr val="57962F"/>
                </a:solidFill>
                <a:latin typeface="Pretendard"/>
                <a:ea typeface="Pretendard"/>
                <a:cs typeface="Pretendard"/>
              </a:defRPr>
            </a:lvl2pPr>
            <a:lvl3pPr algn="ctr">
              <a:defRPr sz="3000" b="1">
                <a:solidFill>
                  <a:srgbClr val="57962F"/>
                </a:solidFill>
                <a:latin typeface="Pretendard"/>
                <a:ea typeface="Pretendard"/>
                <a:cs typeface="Pretendard"/>
              </a:defRPr>
            </a:lvl3pPr>
            <a:lvl4pPr algn="ctr">
              <a:defRPr sz="3000" b="1">
                <a:solidFill>
                  <a:srgbClr val="57962F"/>
                </a:solidFill>
                <a:latin typeface="Pretendard"/>
                <a:ea typeface="Pretendard"/>
                <a:cs typeface="Pretendard"/>
              </a:defRPr>
            </a:lvl4pPr>
            <a:lvl5pPr algn="ctr">
              <a:defRPr sz="3000" b="1">
                <a:solidFill>
                  <a:srgbClr val="57962F"/>
                </a:solidFill>
                <a:latin typeface="Pretendard"/>
                <a:ea typeface="Pretendard"/>
                <a:cs typeface="Pretendard"/>
              </a:defRPr>
            </a:lvl5pPr>
            <a:lvl6pPr algn="ctr">
              <a:defRPr sz="3000" b="1">
                <a:solidFill>
                  <a:srgbClr val="57962F"/>
                </a:solidFill>
                <a:latin typeface="Pretendard"/>
                <a:ea typeface="Pretendard"/>
                <a:cs typeface="Pretendard"/>
              </a:defRPr>
            </a:lvl6pPr>
            <a:lvl7pPr algn="ctr">
              <a:defRPr sz="3000" b="1">
                <a:solidFill>
                  <a:srgbClr val="57962F"/>
                </a:solidFill>
                <a:latin typeface="Pretendard"/>
                <a:ea typeface="Pretendard"/>
                <a:cs typeface="Pretendard"/>
              </a:defRPr>
            </a:lvl7pPr>
            <a:lvl8pPr algn="ctr">
              <a:defRPr sz="3000" b="1">
                <a:solidFill>
                  <a:srgbClr val="57962F"/>
                </a:solidFill>
                <a:latin typeface="Pretendard"/>
                <a:ea typeface="Pretendard"/>
                <a:cs typeface="Pretendard"/>
              </a:defRPr>
            </a:lvl8pPr>
            <a:lvl9pPr algn="ctr">
              <a:defRPr sz="3000" b="1">
                <a:solidFill>
                  <a:srgbClr val="57962F"/>
                </a:solidFill>
                <a:latin typeface="Pretendard"/>
                <a:ea typeface="Pretendard"/>
                <a:cs typeface="Pretendard"/>
              </a:defRPr>
            </a:lvl9pPr>
          </a:lstStyle>
          <a:p xmlns:a="http://schemas.openxmlformats.org/drawingml/2006/main">
            <a:pPr algn="ctr">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경로 A</a:t>
            </a:r>
          </a:p>
        </p:txBody>
      </p:sp>
      <p:sp>
        <p:nvSpPr>
          <p:cNvPr id="21" name="text">
            <a:extLst xmlns:a="http://schemas.openxmlformats.org/drawingml/2006/main">
              <a:ext uri="{FF2B5EF4-FFF2-40B4-BE49-F238E27FC236}">
                <a16:creationId xmlns:a16="http://schemas.microsoft.com/office/drawing/2014/main" id="{30F1EB92-CF16-495F-946B-23A87D4E9271}"/>
              </a:ext>
            </a:extLst>
          </p:cNvPr>
          <p:cNvSpPr>
            <a:spLocks xmlns:a="http://schemas.openxmlformats.org/drawingml/2006/main" noGrp="1"/>
          </p:cNvSpPr>
          <p:nvPr/>
        </p:nvSpPr>
        <p:spPr>
          <a:xfrm xmlns:a="http://schemas.openxmlformats.org/drawingml/2006/main">
            <a:off x="5715000" y="7943850"/>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484847"/>
                </a:solidFill>
                <a:latin typeface="Pretendard"/>
                <a:ea typeface="Pretendard"/>
                <a:cs typeface="Pretendard"/>
              </a:defRPr>
            </a:defPPr>
            <a:lvl1pPr algn="ctr">
              <a:defRPr sz="3000" b="1">
                <a:solidFill>
                  <a:srgbClr val="484847"/>
                </a:solidFill>
                <a:latin typeface="Pretendard"/>
                <a:ea typeface="Pretendard"/>
                <a:cs typeface="Pretendard"/>
              </a:defRPr>
            </a:lvl1pPr>
            <a:lvl2pPr algn="ctr">
              <a:defRPr sz="3000" b="1">
                <a:solidFill>
                  <a:srgbClr val="484847"/>
                </a:solidFill>
                <a:latin typeface="Pretendard"/>
                <a:ea typeface="Pretendard"/>
                <a:cs typeface="Pretendard"/>
              </a:defRPr>
            </a:lvl2pPr>
            <a:lvl3pPr algn="ctr">
              <a:defRPr sz="3000" b="1">
                <a:solidFill>
                  <a:srgbClr val="484847"/>
                </a:solidFill>
                <a:latin typeface="Pretendard"/>
                <a:ea typeface="Pretendard"/>
                <a:cs typeface="Pretendard"/>
              </a:defRPr>
            </a:lvl3pPr>
            <a:lvl4pPr algn="ctr">
              <a:defRPr sz="3000" b="1">
                <a:solidFill>
                  <a:srgbClr val="484847"/>
                </a:solidFill>
                <a:latin typeface="Pretendard"/>
                <a:ea typeface="Pretendard"/>
                <a:cs typeface="Pretendard"/>
              </a:defRPr>
            </a:lvl4pPr>
            <a:lvl5pPr algn="ctr">
              <a:defRPr sz="3000" b="1">
                <a:solidFill>
                  <a:srgbClr val="484847"/>
                </a:solidFill>
                <a:latin typeface="Pretendard"/>
                <a:ea typeface="Pretendard"/>
                <a:cs typeface="Pretendard"/>
              </a:defRPr>
            </a:lvl5pPr>
            <a:lvl6pPr algn="ctr">
              <a:defRPr sz="3000" b="1">
                <a:solidFill>
                  <a:srgbClr val="484847"/>
                </a:solidFill>
                <a:latin typeface="Pretendard"/>
                <a:ea typeface="Pretendard"/>
                <a:cs typeface="Pretendard"/>
              </a:defRPr>
            </a:lvl6pPr>
            <a:lvl7pPr algn="ctr">
              <a:defRPr sz="3000" b="1">
                <a:solidFill>
                  <a:srgbClr val="484847"/>
                </a:solidFill>
                <a:latin typeface="Pretendard"/>
                <a:ea typeface="Pretendard"/>
                <a:cs typeface="Pretendard"/>
              </a:defRPr>
            </a:lvl7pPr>
            <a:lvl8pPr algn="ctr">
              <a:defRPr sz="3000" b="1">
                <a:solidFill>
                  <a:srgbClr val="484847"/>
                </a:solidFill>
                <a:latin typeface="Pretendard"/>
                <a:ea typeface="Pretendard"/>
                <a:cs typeface="Pretendard"/>
              </a:defRPr>
            </a:lvl8pPr>
            <a:lvl9pPr algn="ctr">
              <a:defRPr sz="3000" b="1">
                <a:solidFill>
                  <a:srgbClr val="484847"/>
                </a:solidFill>
                <a:latin typeface="Pretendard"/>
                <a:ea typeface="Pretendard"/>
                <a:cs typeface="Pretendard"/>
              </a:defRPr>
            </a:lvl9pPr>
          </a:lstStyle>
          <a:p xmlns:a="http://schemas.openxmlformats.org/drawingml/2006/main">
            <a:pPr algn="ctr">
              <a:defRPr sz="3000" b="1">
                <a:solidFill>
                  <a:srgbClr val="484847"/>
                </a:solidFill>
                <a:latin typeface="Pretendard"/>
                <a:ea typeface="Pretendard"/>
                <a:cs typeface="Pretendard"/>
              </a:defRPr>
            </a:pPr>
            <a:r>
              <a:rPr sz="3000" b="1">
                <a:solidFill>
                  <a:srgbClr val="484847"/>
                </a:solidFill>
                <a:latin typeface="Pretendard"/>
                <a:ea typeface="Pretendard"/>
                <a:cs typeface="Pretendard"/>
              </a:rPr>
              <a:t>경로 B</a:t>
            </a:r>
          </a:p>
        </p:txBody>
      </p:sp>
      <p:sp>
        <p:nvSpPr>
          <p:cNvPr id="22" name="높이 차">
            <a:extLst xmlns:a="http://schemas.openxmlformats.org/drawingml/2006/main">
              <a:ext uri="{FF2B5EF4-FFF2-40B4-BE49-F238E27FC236}">
                <a16:creationId xmlns:a16="http://schemas.microsoft.com/office/drawing/2014/main" id="{FBB00A9B-0DB7-4B35-A96B-87077A44919F}"/>
              </a:ext>
            </a:extLst>
          </p:cNvPr>
          <p:cNvSpPr>
            <a:spLocks xmlns:a="http://schemas.openxmlformats.org/drawingml/2006/main" noGrp="1"/>
          </p:cNvSpPr>
          <p:nvPr/>
        </p:nvSpPr>
        <p:spPr>
          <a:xfrm xmlns:a="http://schemas.openxmlformats.org/drawingml/2006/main">
            <a:off x="11382375" y="5781675"/>
            <a:ext cx="9525" cy="2590800"/>
          </a:xfrm>
          <a:custGeom xmlns:a="http://schemas.openxmlformats.org/drawingml/2006/main">
            <a:pathLst>
              <a:path w="9525" h="2590800">
                <a:moveTo>
                  <a:pt x="0" y="0"/>
                </a:moveTo>
                <a:lnTo>
                  <a:pt x="0" y="2590800"/>
                </a:lnTo>
              </a:path>
            </a:pathLst>
          </a:custGeom>
          <a:noFill xmlns:a="http://schemas.openxmlformats.org/drawingml/2006/main"/>
          <a:ln xmlns:a="http://schemas.openxmlformats.org/drawingml/2006/main" w="38100">
            <a:solidFill>
              <a:srgbClr val="898989"/>
            </a:solidFill>
            <a:prstDash val="solid"/>
          </a:ln>
        </p:spPr>
      </p:sp>
      <p:sp>
        <p:nvSpPr>
          <p:cNvPr id="23" name="line">
            <a:extLst xmlns:a="http://schemas.openxmlformats.org/drawingml/2006/main">
              <a:ext uri="{FF2B5EF4-FFF2-40B4-BE49-F238E27FC236}">
                <a16:creationId xmlns:a16="http://schemas.microsoft.com/office/drawing/2014/main" id="{01957985-517D-49FD-AB41-60600A7B1D6C}"/>
              </a:ext>
            </a:extLst>
          </p:cNvPr>
          <p:cNvSpPr>
            <a:spLocks xmlns:a="http://schemas.openxmlformats.org/drawingml/2006/main" noGrp="1"/>
          </p:cNvSpPr>
          <p:nvPr/>
        </p:nvSpPr>
        <p:spPr>
          <a:xfrm xmlns:a="http://schemas.openxmlformats.org/drawingml/2006/main">
            <a:off x="11210925" y="5781675"/>
            <a:ext cx="342900" cy="9525"/>
          </a:xfrm>
          <a:custGeom xmlns:a="http://schemas.openxmlformats.org/drawingml/2006/main">
            <a:pathLst>
              <a:path w="342900" h="9525">
                <a:moveTo>
                  <a:pt x="0" y="0"/>
                </a:moveTo>
                <a:lnTo>
                  <a:pt x="342900" y="0"/>
                </a:lnTo>
              </a:path>
            </a:pathLst>
          </a:custGeom>
          <a:noFill xmlns:a="http://schemas.openxmlformats.org/drawingml/2006/main"/>
          <a:ln xmlns:a="http://schemas.openxmlformats.org/drawingml/2006/main" w="38100">
            <a:solidFill>
              <a:srgbClr val="898989"/>
            </a:solidFill>
            <a:prstDash val="solid"/>
          </a:ln>
        </p:spPr>
      </p:sp>
      <p:sp>
        <p:nvSpPr>
          <p:cNvPr id="24" name="line">
            <a:extLst xmlns:a="http://schemas.openxmlformats.org/drawingml/2006/main">
              <a:ext uri="{FF2B5EF4-FFF2-40B4-BE49-F238E27FC236}">
                <a16:creationId xmlns:a16="http://schemas.microsoft.com/office/drawing/2014/main" id="{17FA113D-5972-4016-8AB1-ACD5AFEF25EA}"/>
              </a:ext>
            </a:extLst>
          </p:cNvPr>
          <p:cNvSpPr>
            <a:spLocks xmlns:a="http://schemas.openxmlformats.org/drawingml/2006/main" noGrp="1"/>
          </p:cNvSpPr>
          <p:nvPr/>
        </p:nvSpPr>
        <p:spPr>
          <a:xfrm xmlns:a="http://schemas.openxmlformats.org/drawingml/2006/main">
            <a:off x="11210925" y="8372475"/>
            <a:ext cx="342900" cy="9525"/>
          </a:xfrm>
          <a:custGeom xmlns:a="http://schemas.openxmlformats.org/drawingml/2006/main">
            <a:pathLst>
              <a:path w="342900" h="9525">
                <a:moveTo>
                  <a:pt x="0" y="0"/>
                </a:moveTo>
                <a:lnTo>
                  <a:pt x="342900" y="0"/>
                </a:lnTo>
              </a:path>
            </a:pathLst>
          </a:custGeom>
          <a:noFill xmlns:a="http://schemas.openxmlformats.org/drawingml/2006/main"/>
          <a:ln xmlns:a="http://schemas.openxmlformats.org/drawingml/2006/main" w="38100">
            <a:solidFill>
              <a:srgbClr val="898989"/>
            </a:solidFill>
            <a:prstDash val="solid"/>
          </a:ln>
        </p:spPr>
      </p:sp>
      <p:sp>
        <p:nvSpPr>
          <p:cNvPr id="25" name="text">
            <a:extLst xmlns:a="http://schemas.openxmlformats.org/drawingml/2006/main">
              <a:ext uri="{FF2B5EF4-FFF2-40B4-BE49-F238E27FC236}">
                <a16:creationId xmlns:a16="http://schemas.microsoft.com/office/drawing/2014/main" id="{43AED98C-7449-44DA-928A-54A7F7CBA3EB}"/>
              </a:ext>
            </a:extLst>
          </p:cNvPr>
          <p:cNvSpPr>
            <a:spLocks xmlns:a="http://schemas.openxmlformats.org/drawingml/2006/main" noGrp="1"/>
          </p:cNvSpPr>
          <p:nvPr/>
        </p:nvSpPr>
        <p:spPr>
          <a:xfrm xmlns:a="http://schemas.openxmlformats.org/drawingml/2006/main">
            <a:off x="11525250" y="6838950"/>
            <a:ext cx="1714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550" b="1">
                <a:solidFill>
                  <a:srgbClr val="898989"/>
                </a:solidFill>
                <a:latin typeface="Pretendard"/>
                <a:ea typeface="Pretendard"/>
                <a:cs typeface="Pretendard"/>
              </a:defRPr>
            </a:defPPr>
            <a:lvl1pPr algn="l">
              <a:defRPr sz="2550" b="1">
                <a:solidFill>
                  <a:srgbClr val="898989"/>
                </a:solidFill>
                <a:latin typeface="Pretendard"/>
                <a:ea typeface="Pretendard"/>
                <a:cs typeface="Pretendard"/>
              </a:defRPr>
            </a:lvl1pPr>
            <a:lvl2pPr algn="l">
              <a:defRPr sz="2550" b="1">
                <a:solidFill>
                  <a:srgbClr val="898989"/>
                </a:solidFill>
                <a:latin typeface="Pretendard"/>
                <a:ea typeface="Pretendard"/>
                <a:cs typeface="Pretendard"/>
              </a:defRPr>
            </a:lvl2pPr>
            <a:lvl3pPr algn="l">
              <a:defRPr sz="2550" b="1">
                <a:solidFill>
                  <a:srgbClr val="898989"/>
                </a:solidFill>
                <a:latin typeface="Pretendard"/>
                <a:ea typeface="Pretendard"/>
                <a:cs typeface="Pretendard"/>
              </a:defRPr>
            </a:lvl3pPr>
            <a:lvl4pPr algn="l">
              <a:defRPr sz="2550" b="1">
                <a:solidFill>
                  <a:srgbClr val="898989"/>
                </a:solidFill>
                <a:latin typeface="Pretendard"/>
                <a:ea typeface="Pretendard"/>
                <a:cs typeface="Pretendard"/>
              </a:defRPr>
            </a:lvl4pPr>
            <a:lvl5pPr algn="l">
              <a:defRPr sz="2550" b="1">
                <a:solidFill>
                  <a:srgbClr val="898989"/>
                </a:solidFill>
                <a:latin typeface="Pretendard"/>
                <a:ea typeface="Pretendard"/>
                <a:cs typeface="Pretendard"/>
              </a:defRPr>
            </a:lvl5pPr>
            <a:lvl6pPr algn="l">
              <a:defRPr sz="2550" b="1">
                <a:solidFill>
                  <a:srgbClr val="898989"/>
                </a:solidFill>
                <a:latin typeface="Pretendard"/>
                <a:ea typeface="Pretendard"/>
                <a:cs typeface="Pretendard"/>
              </a:defRPr>
            </a:lvl6pPr>
            <a:lvl7pPr algn="l">
              <a:defRPr sz="2550" b="1">
                <a:solidFill>
                  <a:srgbClr val="898989"/>
                </a:solidFill>
                <a:latin typeface="Pretendard"/>
                <a:ea typeface="Pretendard"/>
                <a:cs typeface="Pretendard"/>
              </a:defRPr>
            </a:lvl7pPr>
            <a:lvl8pPr algn="l">
              <a:defRPr sz="2550" b="1">
                <a:solidFill>
                  <a:srgbClr val="898989"/>
                </a:solidFill>
                <a:latin typeface="Pretendard"/>
                <a:ea typeface="Pretendard"/>
                <a:cs typeface="Pretendard"/>
              </a:defRPr>
            </a:lvl8pPr>
            <a:lvl9pPr algn="l">
              <a:defRPr sz="2550" b="1">
                <a:solidFill>
                  <a:srgbClr val="898989"/>
                </a:solidFill>
                <a:latin typeface="Pretendard"/>
                <a:ea typeface="Pretendard"/>
                <a:cs typeface="Pretendard"/>
              </a:defRPr>
            </a:lvl9pPr>
          </a:lstStyle>
          <a:p xmlns:a="http://schemas.openxmlformats.org/drawingml/2006/main">
            <a:pPr algn="l">
              <a:defRPr sz="2550" b="1">
                <a:solidFill>
                  <a:srgbClr val="898989"/>
                </a:solidFill>
                <a:latin typeface="Pretendard"/>
                <a:ea typeface="Pretendard"/>
                <a:cs typeface="Pretendard"/>
              </a:defRPr>
            </a:pPr>
            <a:r>
              <a:rPr sz="2550" b="1">
                <a:solidFill>
                  <a:srgbClr val="898989"/>
                </a:solidFill>
                <a:latin typeface="Pretendard"/>
                <a:ea typeface="Pretendard"/>
                <a:cs typeface="Pretendard"/>
              </a:rPr>
              <a:t>높이 차</a:t>
            </a:r>
          </a:p>
        </p:txBody>
      </p:sp>
      <p:sp>
        <p:nvSpPr>
          <p:cNvPr id="26" name="질문 말풍선">
            <a:extLst xmlns:a="http://schemas.openxmlformats.org/drawingml/2006/main">
              <a:ext uri="{FF2B5EF4-FFF2-40B4-BE49-F238E27FC236}">
                <a16:creationId xmlns:a16="http://schemas.microsoft.com/office/drawing/2014/main" id="{1163CFA0-77FE-4A0E-950A-FADD0E9F2569}"/>
              </a:ext>
            </a:extLst>
          </p:cNvPr>
          <p:cNvSpPr>
            <a:spLocks xmlns:a="http://schemas.openxmlformats.org/drawingml/2006/main" noGrp="1"/>
          </p:cNvSpPr>
          <p:nvPr/>
        </p:nvSpPr>
        <p:spPr>
          <a:xfrm xmlns:a="http://schemas.openxmlformats.org/drawingml/2006/main">
            <a:off x="13239750" y="4705350"/>
            <a:ext cx="3714750" cy="1714500"/>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10FECB44-6370-4027-87F7-8855BA3903D0}"/>
              </a:ext>
            </a:extLst>
          </p:cNvPr>
          <p:cNvSpPr>
            <a:spLocks xmlns:a="http://schemas.openxmlformats.org/drawingml/2006/main" noGrp="1"/>
          </p:cNvSpPr>
          <p:nvPr/>
        </p:nvSpPr>
        <p:spPr>
          <a:xfrm xmlns:a="http://schemas.openxmlformats.org/drawingml/2006/main">
            <a:off x="14525625" y="6353175"/>
            <a:ext cx="762000" cy="523875"/>
          </a:xfrm>
          <a:custGeom xmlns:a="http://schemas.openxmlformats.org/drawingml/2006/main">
            <a:pathLst>
              <a:path w="762000" h="523875">
                <a:moveTo>
                  <a:pt x="0" y="0"/>
                </a:moveTo>
                <a:lnTo>
                  <a:pt x="762000" y="0"/>
                </a:lnTo>
                <a:lnTo>
                  <a:pt x="428625" y="523875"/>
                </a:lnTo>
                <a:close/>
              </a:path>
            </a:pathLst>
          </a:custGeom>
          <a:solidFill xmlns:a="http://schemas.openxmlformats.org/drawingml/2006/main">
            <a:srgbClr val="F5F5F5"/>
          </a:solidFill>
          <a:ln xmlns:a="http://schemas.openxmlformats.org/drawingml/2006/main" w="0">
            <a:noFill/>
          </a:ln>
        </p:spPr>
      </p:sp>
      <p:sp>
        <p:nvSpPr>
          <p:cNvPr id="28" name="text">
            <a:extLst xmlns:a="http://schemas.openxmlformats.org/drawingml/2006/main">
              <a:ext uri="{FF2B5EF4-FFF2-40B4-BE49-F238E27FC236}">
                <a16:creationId xmlns:a16="http://schemas.microsoft.com/office/drawing/2014/main" id="{CB3F44FC-8518-4BD6-8837-D59AB27F7C63}"/>
              </a:ext>
            </a:extLst>
          </p:cNvPr>
          <p:cNvSpPr>
            <a:spLocks xmlns:a="http://schemas.openxmlformats.org/drawingml/2006/main" noGrp="1"/>
          </p:cNvSpPr>
          <p:nvPr/>
        </p:nvSpPr>
        <p:spPr>
          <a:xfrm xmlns:a="http://schemas.openxmlformats.org/drawingml/2006/main">
            <a:off x="13335000" y="4867275"/>
            <a:ext cx="352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000000"/>
                </a:solidFill>
                <a:latin typeface="Pretendard"/>
                <a:ea typeface="Pretendard"/>
                <a:cs typeface="Pretendard"/>
              </a:defRPr>
            </a:defPPr>
            <a:lvl1pPr algn="ctr">
              <a:defRPr sz="2730" b="1">
                <a:solidFill>
                  <a:srgbClr val="000000"/>
                </a:solidFill>
                <a:latin typeface="Pretendard"/>
                <a:ea typeface="Pretendard"/>
                <a:cs typeface="Pretendard"/>
              </a:defRPr>
            </a:lvl1pPr>
            <a:lvl2pPr algn="ctr">
              <a:defRPr sz="2730" b="1">
                <a:solidFill>
                  <a:srgbClr val="000000"/>
                </a:solidFill>
                <a:latin typeface="Pretendard"/>
                <a:ea typeface="Pretendard"/>
                <a:cs typeface="Pretendard"/>
              </a:defRPr>
            </a:lvl2pPr>
            <a:lvl3pPr algn="ctr">
              <a:defRPr sz="2730" b="1">
                <a:solidFill>
                  <a:srgbClr val="000000"/>
                </a:solidFill>
                <a:latin typeface="Pretendard"/>
                <a:ea typeface="Pretendard"/>
                <a:cs typeface="Pretendard"/>
              </a:defRPr>
            </a:lvl3pPr>
            <a:lvl4pPr algn="ctr">
              <a:defRPr sz="2730" b="1">
                <a:solidFill>
                  <a:srgbClr val="000000"/>
                </a:solidFill>
                <a:latin typeface="Pretendard"/>
                <a:ea typeface="Pretendard"/>
                <a:cs typeface="Pretendard"/>
              </a:defRPr>
            </a:lvl4pPr>
            <a:lvl5pPr algn="ctr">
              <a:defRPr sz="2730" b="1">
                <a:solidFill>
                  <a:srgbClr val="000000"/>
                </a:solidFill>
                <a:latin typeface="Pretendard"/>
                <a:ea typeface="Pretendard"/>
                <a:cs typeface="Pretendard"/>
              </a:defRPr>
            </a:lvl5pPr>
            <a:lvl6pPr algn="ctr">
              <a:defRPr sz="2730" b="1">
                <a:solidFill>
                  <a:srgbClr val="000000"/>
                </a:solidFill>
                <a:latin typeface="Pretendard"/>
                <a:ea typeface="Pretendard"/>
                <a:cs typeface="Pretendard"/>
              </a:defRPr>
            </a:lvl6pPr>
            <a:lvl7pPr algn="ctr">
              <a:defRPr sz="2730" b="1">
                <a:solidFill>
                  <a:srgbClr val="000000"/>
                </a:solidFill>
                <a:latin typeface="Pretendard"/>
                <a:ea typeface="Pretendard"/>
                <a:cs typeface="Pretendard"/>
              </a:defRPr>
            </a:lvl7pPr>
            <a:lvl8pPr algn="ctr">
              <a:defRPr sz="2730" b="1">
                <a:solidFill>
                  <a:srgbClr val="000000"/>
                </a:solidFill>
                <a:latin typeface="Pretendard"/>
                <a:ea typeface="Pretendard"/>
                <a:cs typeface="Pretendard"/>
              </a:defRPr>
            </a:lvl8pPr>
            <a:lvl9pPr algn="ctr">
              <a:defRPr sz="2730" b="1">
                <a:solidFill>
                  <a:srgbClr val="000000"/>
                </a:solidFill>
                <a:latin typeface="Pretendard"/>
                <a:ea typeface="Pretendard"/>
                <a:cs typeface="Pretendard"/>
              </a:defRPr>
            </a:lvl9pPr>
          </a:lstStyle>
          <a:p xmlns:a="http://schemas.openxmlformats.org/drawingml/2006/main">
            <a:pPr algn="ctr">
              <a:defRPr sz="2730" b="1">
                <a:solidFill>
                  <a:srgbClr val="000000"/>
                </a:solidFill>
                <a:latin typeface="Pretendard"/>
                <a:ea typeface="Pretendard"/>
                <a:cs typeface="Pretendard"/>
              </a:defRPr>
            </a:pPr>
            <a:r>
              <a:rPr sz="2730" b="1">
                <a:solidFill>
                  <a:srgbClr val="000000"/>
                </a:solidFill>
                <a:latin typeface="Pretendard"/>
                <a:ea typeface="Pretendard"/>
                <a:cs typeface="Pretendard"/>
              </a:rPr>
              <a:t>반응 경로가 달라도</a:t>
            </a:r>
          </a:p>
        </p:txBody>
      </p:sp>
      <p:sp>
        <p:nvSpPr>
          <p:cNvPr id="29" name="text">
            <a:extLst xmlns:a="http://schemas.openxmlformats.org/drawingml/2006/main">
              <a:ext uri="{FF2B5EF4-FFF2-40B4-BE49-F238E27FC236}">
                <a16:creationId xmlns:a16="http://schemas.microsoft.com/office/drawing/2014/main" id="{DB0F83C0-0A75-4856-87B6-50C29E94D1DF}"/>
              </a:ext>
            </a:extLst>
          </p:cNvPr>
          <p:cNvSpPr>
            <a:spLocks xmlns:a="http://schemas.openxmlformats.org/drawingml/2006/main" noGrp="1"/>
          </p:cNvSpPr>
          <p:nvPr/>
        </p:nvSpPr>
        <p:spPr>
          <a:xfrm xmlns:a="http://schemas.openxmlformats.org/drawingml/2006/main">
            <a:off x="13306425" y="5438775"/>
            <a:ext cx="3581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000000"/>
                </a:solidFill>
                <a:latin typeface="Pretendard"/>
                <a:ea typeface="Pretendard"/>
                <a:cs typeface="Pretendard"/>
              </a:defRPr>
            </a:defPPr>
            <a:lvl1pPr algn="ctr">
              <a:defRPr sz="2730" b="1">
                <a:solidFill>
                  <a:srgbClr val="000000"/>
                </a:solidFill>
                <a:latin typeface="Pretendard"/>
                <a:ea typeface="Pretendard"/>
                <a:cs typeface="Pretendard"/>
              </a:defRPr>
            </a:lvl1pPr>
            <a:lvl2pPr algn="ctr">
              <a:defRPr sz="2730" b="1">
                <a:solidFill>
                  <a:srgbClr val="000000"/>
                </a:solidFill>
                <a:latin typeface="Pretendard"/>
                <a:ea typeface="Pretendard"/>
                <a:cs typeface="Pretendard"/>
              </a:defRPr>
            </a:lvl2pPr>
            <a:lvl3pPr algn="ctr">
              <a:defRPr sz="2730" b="1">
                <a:solidFill>
                  <a:srgbClr val="000000"/>
                </a:solidFill>
                <a:latin typeface="Pretendard"/>
                <a:ea typeface="Pretendard"/>
                <a:cs typeface="Pretendard"/>
              </a:defRPr>
            </a:lvl3pPr>
            <a:lvl4pPr algn="ctr">
              <a:defRPr sz="2730" b="1">
                <a:solidFill>
                  <a:srgbClr val="000000"/>
                </a:solidFill>
                <a:latin typeface="Pretendard"/>
                <a:ea typeface="Pretendard"/>
                <a:cs typeface="Pretendard"/>
              </a:defRPr>
            </a:lvl4pPr>
            <a:lvl5pPr algn="ctr">
              <a:defRPr sz="2730" b="1">
                <a:solidFill>
                  <a:srgbClr val="000000"/>
                </a:solidFill>
                <a:latin typeface="Pretendard"/>
                <a:ea typeface="Pretendard"/>
                <a:cs typeface="Pretendard"/>
              </a:defRPr>
            </a:lvl5pPr>
            <a:lvl6pPr algn="ctr">
              <a:defRPr sz="2730" b="1">
                <a:solidFill>
                  <a:srgbClr val="000000"/>
                </a:solidFill>
                <a:latin typeface="Pretendard"/>
                <a:ea typeface="Pretendard"/>
                <a:cs typeface="Pretendard"/>
              </a:defRPr>
            </a:lvl6pPr>
            <a:lvl7pPr algn="ctr">
              <a:defRPr sz="2730" b="1">
                <a:solidFill>
                  <a:srgbClr val="000000"/>
                </a:solidFill>
                <a:latin typeface="Pretendard"/>
                <a:ea typeface="Pretendard"/>
                <a:cs typeface="Pretendard"/>
              </a:defRPr>
            </a:lvl7pPr>
            <a:lvl8pPr algn="ctr">
              <a:defRPr sz="2730" b="1">
                <a:solidFill>
                  <a:srgbClr val="000000"/>
                </a:solidFill>
                <a:latin typeface="Pretendard"/>
                <a:ea typeface="Pretendard"/>
                <a:cs typeface="Pretendard"/>
              </a:defRPr>
            </a:lvl8pPr>
            <a:lvl9pPr algn="ctr">
              <a:defRPr sz="2730" b="1">
                <a:solidFill>
                  <a:srgbClr val="000000"/>
                </a:solidFill>
                <a:latin typeface="Pretendard"/>
                <a:ea typeface="Pretendard"/>
                <a:cs typeface="Pretendard"/>
              </a:defRPr>
            </a:lvl9pPr>
          </a:lstStyle>
          <a:p xmlns:a="http://schemas.openxmlformats.org/drawingml/2006/main">
            <a:pPr algn="ctr">
              <a:defRPr sz="2730" b="1">
                <a:solidFill>
                  <a:srgbClr val="000000"/>
                </a:solidFill>
                <a:latin typeface="Pretendard"/>
                <a:ea typeface="Pretendard"/>
                <a:cs typeface="Pretendard"/>
              </a:defRPr>
            </a:pPr>
            <a:r>
              <a:rPr sz="2730" b="1">
                <a:solidFill>
                  <a:srgbClr val="000000"/>
                </a:solidFill>
                <a:latin typeface="Pretendard"/>
                <a:ea typeface="Pretendard"/>
                <a:cs typeface="Pretendard"/>
              </a:rPr>
              <a:t>출입하는 열은 같을까?</a:t>
            </a:r>
          </a:p>
        </p:txBody>
      </p:sp>
    </p:spTree>
    <p:extLst>
      <p:ext uri="{BB962C8B-B14F-4D97-AF65-F5344CB8AC3E}">
        <p14:creationId xmlns:p14="http://schemas.microsoft.com/office/powerpoint/2010/main" val="153484804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953CFD93-7BEF-4A06-9D9B-CB6A445C477B}"/>
              </a:ext>
            </a:extLst>
          </p:cNvPr>
          <p:cNvPicPr>
            <a:picLocks xmlns:a="http://schemas.openxmlformats.org/drawingml/2006/main" noChangeAspect="1"/>
          </p:cNvPicPr>
          <p:nvPr/>
        </p:nvPicPr>
        <p:blipFill>
          <a:blip xmlns:r="http://schemas.openxmlformats.org/officeDocument/2006/relationships" xmlns:a="http://schemas.openxmlformats.org/drawingml/2006/main" r:embed="Ra7b04ec057a7427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5CEE3B4-ACBC-40FF-9D91-A8D9660B75C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5D0DBFF-2F2E-4BD6-95B0-B1E8412FE886}"/>
              </a:ext>
            </a:extLst>
          </p:cNvPr>
          <p:cNvSpPr>
            <a:spLocks xmlns:a="http://schemas.openxmlformats.org/drawingml/2006/main" noGrp="1"/>
          </p:cNvSpPr>
          <p:nvPr/>
        </p:nvSpPr>
        <p:spPr>
          <a:xfrm xmlns:a="http://schemas.openxmlformats.org/drawingml/2006/main">
            <a:off x="3105150" y="2514600"/>
            <a:ext cx="12077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7500" b="1">
                <a:solidFill>
                  <a:srgbClr val="000000"/>
                </a:solidFill>
                <a:latin typeface="Pretendard"/>
                <a:ea typeface="Pretendard"/>
                <a:cs typeface="Pretendard"/>
              </a:defRPr>
            </a:defPPr>
            <a:lvl1pPr algn="ctr">
              <a:defRPr sz="7500" b="1">
                <a:solidFill>
                  <a:srgbClr val="000000"/>
                </a:solidFill>
                <a:latin typeface="Pretendard"/>
                <a:ea typeface="Pretendard"/>
                <a:cs typeface="Pretendard"/>
              </a:defRPr>
            </a:lvl1pPr>
            <a:lvl2pPr algn="ctr">
              <a:defRPr sz="7500" b="1">
                <a:solidFill>
                  <a:srgbClr val="000000"/>
                </a:solidFill>
                <a:latin typeface="Pretendard"/>
                <a:ea typeface="Pretendard"/>
                <a:cs typeface="Pretendard"/>
              </a:defRPr>
            </a:lvl2pPr>
            <a:lvl3pPr algn="ctr">
              <a:defRPr sz="7500" b="1">
                <a:solidFill>
                  <a:srgbClr val="000000"/>
                </a:solidFill>
                <a:latin typeface="Pretendard"/>
                <a:ea typeface="Pretendard"/>
                <a:cs typeface="Pretendard"/>
              </a:defRPr>
            </a:lvl3pPr>
            <a:lvl4pPr algn="ctr">
              <a:defRPr sz="7500" b="1">
                <a:solidFill>
                  <a:srgbClr val="000000"/>
                </a:solidFill>
                <a:latin typeface="Pretendard"/>
                <a:ea typeface="Pretendard"/>
                <a:cs typeface="Pretendard"/>
              </a:defRPr>
            </a:lvl4pPr>
            <a:lvl5pPr algn="ctr">
              <a:defRPr sz="7500" b="1">
                <a:solidFill>
                  <a:srgbClr val="000000"/>
                </a:solidFill>
                <a:latin typeface="Pretendard"/>
                <a:ea typeface="Pretendard"/>
                <a:cs typeface="Pretendard"/>
              </a:defRPr>
            </a:lvl5pPr>
            <a:lvl6pPr algn="ctr">
              <a:defRPr sz="7500" b="1">
                <a:solidFill>
                  <a:srgbClr val="000000"/>
                </a:solidFill>
                <a:latin typeface="Pretendard"/>
                <a:ea typeface="Pretendard"/>
                <a:cs typeface="Pretendard"/>
              </a:defRPr>
            </a:lvl6pPr>
            <a:lvl7pPr algn="ctr">
              <a:defRPr sz="7500" b="1">
                <a:solidFill>
                  <a:srgbClr val="000000"/>
                </a:solidFill>
                <a:latin typeface="Pretendard"/>
                <a:ea typeface="Pretendard"/>
                <a:cs typeface="Pretendard"/>
              </a:defRPr>
            </a:lvl7pPr>
            <a:lvl8pPr algn="ctr">
              <a:defRPr sz="7500" b="1">
                <a:solidFill>
                  <a:srgbClr val="000000"/>
                </a:solidFill>
                <a:latin typeface="Pretendard"/>
                <a:ea typeface="Pretendard"/>
                <a:cs typeface="Pretendard"/>
              </a:defRPr>
            </a:lvl8pPr>
            <a:lvl9pPr algn="ctr">
              <a:defRPr sz="7500" b="1">
                <a:solidFill>
                  <a:srgbClr val="000000"/>
                </a:solidFill>
                <a:latin typeface="Pretendard"/>
                <a:ea typeface="Pretendard"/>
                <a:cs typeface="Pretendard"/>
              </a:defRPr>
            </a:lvl9pPr>
          </a:lstStyle>
          <a:p xmlns:a="http://schemas.openxmlformats.org/drawingml/2006/main">
            <a:pPr algn="ctr">
              <a:defRPr sz="7500" b="1">
                <a:solidFill>
                  <a:srgbClr val="000000"/>
                </a:solidFill>
                <a:latin typeface="Pretendard"/>
                <a:ea typeface="Pretendard"/>
                <a:cs typeface="Pretendard"/>
              </a:defRPr>
            </a:pPr>
            <a:r>
              <a:rPr sz="7500" b="1">
                <a:solidFill>
                  <a:srgbClr val="000000"/>
                </a:solidFill>
                <a:latin typeface="Pretendard"/>
                <a:ea typeface="Pretendard"/>
                <a:cs typeface="Pretendard"/>
              </a:rPr>
              <a:t>수업 목차</a:t>
            </a:r>
          </a:p>
        </p:txBody>
      </p:sp>
      <p:sp>
        <p:nvSpPr>
          <p:cNvPr id="4" name="원본 윤곽 목차 블록">
            <a:extLst xmlns:a="http://schemas.openxmlformats.org/drawingml/2006/main">
              <a:ext uri="{FF2B5EF4-FFF2-40B4-BE49-F238E27FC236}">
                <a16:creationId xmlns:a16="http://schemas.microsoft.com/office/drawing/2014/main" id="{8484BFD0-4E6C-4CB0-B574-B71B9BCA9AA3}"/>
              </a:ext>
            </a:extLst>
          </p:cNvPr>
          <p:cNvSpPr>
            <a:spLocks xmlns:a="http://schemas.openxmlformats.org/drawingml/2006/main" noGrp="1"/>
          </p:cNvSpPr>
          <p:nvPr/>
        </p:nvSpPr>
        <p:spPr>
          <a:xfrm xmlns:a="http://schemas.openxmlformats.org/drawingml/2006/main">
            <a:off x="17240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5" name="text">
            <a:extLst xmlns:a="http://schemas.openxmlformats.org/drawingml/2006/main">
              <a:ext uri="{FF2B5EF4-FFF2-40B4-BE49-F238E27FC236}">
                <a16:creationId xmlns:a16="http://schemas.microsoft.com/office/drawing/2014/main" id="{3D294E34-5542-4059-B1FE-6F83F62C342D}"/>
              </a:ext>
            </a:extLst>
          </p:cNvPr>
          <p:cNvSpPr>
            <a:spLocks xmlns:a="http://schemas.openxmlformats.org/drawingml/2006/main" noGrp="1"/>
          </p:cNvSpPr>
          <p:nvPr/>
        </p:nvSpPr>
        <p:spPr>
          <a:xfrm xmlns:a="http://schemas.openxmlformats.org/drawingml/2006/main">
            <a:off x="24860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1</a:t>
            </a:r>
          </a:p>
        </p:txBody>
      </p:sp>
      <p:sp>
        <p:nvSpPr>
          <p:cNvPr id="6" name="text">
            <a:extLst xmlns:a="http://schemas.openxmlformats.org/drawingml/2006/main">
              <a:ext uri="{FF2B5EF4-FFF2-40B4-BE49-F238E27FC236}">
                <a16:creationId xmlns:a16="http://schemas.microsoft.com/office/drawing/2014/main" id="{BAD3FB69-5350-4D48-A453-4C21AB1AFE95}"/>
              </a:ext>
            </a:extLst>
          </p:cNvPr>
          <p:cNvSpPr>
            <a:spLocks xmlns:a="http://schemas.openxmlformats.org/drawingml/2006/main" noGrp="1"/>
          </p:cNvSpPr>
          <p:nvPr/>
        </p:nvSpPr>
        <p:spPr>
          <a:xfrm xmlns:a="http://schemas.openxmlformats.org/drawingml/2006/main">
            <a:off x="24860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헤스 법칙</a:t>
            </a:r>
          </a:p>
        </p:txBody>
      </p:sp>
      <p:sp>
        <p:nvSpPr>
          <p:cNvPr id="7" name="원본 윤곽 목차 블록">
            <a:extLst xmlns:a="http://schemas.openxmlformats.org/drawingml/2006/main">
              <a:ext uri="{FF2B5EF4-FFF2-40B4-BE49-F238E27FC236}">
                <a16:creationId xmlns:a16="http://schemas.microsoft.com/office/drawing/2014/main" id="{ADC026F4-782F-47DC-9C4E-C140CF0F9304}"/>
              </a:ext>
            </a:extLst>
          </p:cNvPr>
          <p:cNvSpPr>
            <a:spLocks xmlns:a="http://schemas.openxmlformats.org/drawingml/2006/main" noGrp="1"/>
          </p:cNvSpPr>
          <p:nvPr/>
        </p:nvSpPr>
        <p:spPr>
          <a:xfrm xmlns:a="http://schemas.openxmlformats.org/drawingml/2006/main">
            <a:off x="53816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1C3879D6-AEB7-4F0A-A2CA-319BA3EA7B08}"/>
              </a:ext>
            </a:extLst>
          </p:cNvPr>
          <p:cNvSpPr>
            <a:spLocks xmlns:a="http://schemas.openxmlformats.org/drawingml/2006/main" noGrp="1"/>
          </p:cNvSpPr>
          <p:nvPr/>
        </p:nvSpPr>
        <p:spPr>
          <a:xfrm xmlns:a="http://schemas.openxmlformats.org/drawingml/2006/main">
            <a:off x="61436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2</a:t>
            </a:r>
          </a:p>
        </p:txBody>
      </p:sp>
      <p:sp>
        <p:nvSpPr>
          <p:cNvPr id="9" name="text">
            <a:extLst xmlns:a="http://schemas.openxmlformats.org/drawingml/2006/main">
              <a:ext uri="{FF2B5EF4-FFF2-40B4-BE49-F238E27FC236}">
                <a16:creationId xmlns:a16="http://schemas.microsoft.com/office/drawing/2014/main" id="{915C723F-8B0D-4041-84EB-7B5E605DB4F7}"/>
              </a:ext>
            </a:extLst>
          </p:cNvPr>
          <p:cNvSpPr>
            <a:spLocks xmlns:a="http://schemas.openxmlformats.org/drawingml/2006/main" noGrp="1"/>
          </p:cNvSpPr>
          <p:nvPr/>
        </p:nvSpPr>
        <p:spPr>
          <a:xfrm xmlns:a="http://schemas.openxmlformats.org/drawingml/2006/main">
            <a:off x="61436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반응 엔탈피</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구하기</a:t>
            </a:r>
          </a:p>
        </p:txBody>
      </p:sp>
      <p:sp>
        <p:nvSpPr>
          <p:cNvPr id="10" name="원본 윤곽 목차 블록">
            <a:extLst xmlns:a="http://schemas.openxmlformats.org/drawingml/2006/main">
              <a:ext uri="{FF2B5EF4-FFF2-40B4-BE49-F238E27FC236}">
                <a16:creationId xmlns:a16="http://schemas.microsoft.com/office/drawing/2014/main" id="{3CD31B2A-E8BA-42B8-A98F-7498E1630DF4}"/>
              </a:ext>
            </a:extLst>
          </p:cNvPr>
          <p:cNvSpPr>
            <a:spLocks xmlns:a="http://schemas.openxmlformats.org/drawingml/2006/main" noGrp="1"/>
          </p:cNvSpPr>
          <p:nvPr/>
        </p:nvSpPr>
        <p:spPr>
          <a:xfrm xmlns:a="http://schemas.openxmlformats.org/drawingml/2006/main">
            <a:off x="90392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C9958513-D77B-4FED-9FF4-4D765D4F3AD3}"/>
              </a:ext>
            </a:extLst>
          </p:cNvPr>
          <p:cNvSpPr>
            <a:spLocks xmlns:a="http://schemas.openxmlformats.org/drawingml/2006/main" noGrp="1"/>
          </p:cNvSpPr>
          <p:nvPr/>
        </p:nvSpPr>
        <p:spPr>
          <a:xfrm xmlns:a="http://schemas.openxmlformats.org/drawingml/2006/main">
            <a:off x="98012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3</a:t>
            </a:r>
          </a:p>
        </p:txBody>
      </p:sp>
      <p:sp>
        <p:nvSpPr>
          <p:cNvPr id="12" name="text">
            <a:extLst xmlns:a="http://schemas.openxmlformats.org/drawingml/2006/main">
              <a:ext uri="{FF2B5EF4-FFF2-40B4-BE49-F238E27FC236}">
                <a16:creationId xmlns:a16="http://schemas.microsoft.com/office/drawing/2014/main" id="{C4E6E645-2E68-436C-A045-FCCC3F92E270}"/>
              </a:ext>
            </a:extLst>
          </p:cNvPr>
          <p:cNvSpPr>
            <a:spLocks xmlns:a="http://schemas.openxmlformats.org/drawingml/2006/main" noGrp="1"/>
          </p:cNvSpPr>
          <p:nvPr/>
        </p:nvSpPr>
        <p:spPr>
          <a:xfrm xmlns:a="http://schemas.openxmlformats.org/drawingml/2006/main">
            <a:off x="98012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표준 생성</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엔탈피</a:t>
            </a:r>
          </a:p>
        </p:txBody>
      </p:sp>
      <p:sp>
        <p:nvSpPr>
          <p:cNvPr id="13" name="원본 윤곽 목차 블록">
            <a:extLst xmlns:a="http://schemas.openxmlformats.org/drawingml/2006/main">
              <a:ext uri="{FF2B5EF4-FFF2-40B4-BE49-F238E27FC236}">
                <a16:creationId xmlns:a16="http://schemas.microsoft.com/office/drawing/2014/main" id="{288115B7-FAF0-4515-91FC-2549CEDE86F6}"/>
              </a:ext>
            </a:extLst>
          </p:cNvPr>
          <p:cNvSpPr>
            <a:spLocks xmlns:a="http://schemas.openxmlformats.org/drawingml/2006/main" noGrp="1"/>
          </p:cNvSpPr>
          <p:nvPr/>
        </p:nvSpPr>
        <p:spPr>
          <a:xfrm xmlns:a="http://schemas.openxmlformats.org/drawingml/2006/main">
            <a:off x="126968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9B0C5529-85D7-44FF-A0D9-840CFD966A30}"/>
              </a:ext>
            </a:extLst>
          </p:cNvPr>
          <p:cNvSpPr>
            <a:spLocks xmlns:a="http://schemas.openxmlformats.org/drawingml/2006/main" noGrp="1"/>
          </p:cNvSpPr>
          <p:nvPr/>
        </p:nvSpPr>
        <p:spPr>
          <a:xfrm xmlns:a="http://schemas.openxmlformats.org/drawingml/2006/main">
            <a:off x="134588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4</a:t>
            </a:r>
          </a:p>
        </p:txBody>
      </p:sp>
      <p:sp>
        <p:nvSpPr>
          <p:cNvPr id="15" name="text">
            <a:extLst xmlns:a="http://schemas.openxmlformats.org/drawingml/2006/main">
              <a:ext uri="{FF2B5EF4-FFF2-40B4-BE49-F238E27FC236}">
                <a16:creationId xmlns:a16="http://schemas.microsoft.com/office/drawing/2014/main" id="{6E8408F8-2333-4FE8-B748-B454538A250E}"/>
              </a:ext>
            </a:extLst>
          </p:cNvPr>
          <p:cNvSpPr>
            <a:spLocks xmlns:a="http://schemas.openxmlformats.org/drawingml/2006/main" noGrp="1"/>
          </p:cNvSpPr>
          <p:nvPr/>
        </p:nvSpPr>
        <p:spPr>
          <a:xfrm xmlns:a="http://schemas.openxmlformats.org/drawingml/2006/main">
            <a:off x="134588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실험으로</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헤스 법칙 확인</a:t>
            </a:r>
          </a:p>
        </p:txBody>
      </p:sp>
    </p:spTree>
    <p:extLst>
      <p:ext uri="{BB962C8B-B14F-4D97-AF65-F5344CB8AC3E}">
        <p14:creationId xmlns:p14="http://schemas.microsoft.com/office/powerpoint/2010/main" val="107653250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50165E29-92E1-4C10-9C67-66D41BDE70E3}"/>
              </a:ext>
            </a:extLst>
          </p:cNvPr>
          <p:cNvPicPr>
            <a:picLocks xmlns:a="http://schemas.openxmlformats.org/drawingml/2006/main" noChangeAspect="1"/>
          </p:cNvPicPr>
          <p:nvPr/>
        </p:nvPicPr>
        <p:blipFill>
          <a:blip xmlns:r="http://schemas.openxmlformats.org/officeDocument/2006/relationships" xmlns:a="http://schemas.openxmlformats.org/drawingml/2006/main" r:embed="R782103247fc2414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0C2D6B9-73F9-4E60-B143-052D907506F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B9A1DA3-682D-4142-A4CF-55B21D115B31}"/>
              </a:ext>
            </a:extLst>
          </p:cNvPr>
          <p:cNvSpPr>
            <a:spLocks xmlns:a="http://schemas.openxmlformats.org/drawingml/2006/main" noGrp="1"/>
          </p:cNvSpPr>
          <p:nvPr/>
        </p:nvSpPr>
        <p:spPr>
          <a:xfrm xmlns:a="http://schemas.openxmlformats.org/drawingml/2006/main">
            <a:off x="3105150" y="1685925"/>
            <a:ext cx="12077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7500" b="1">
                <a:solidFill>
                  <a:srgbClr val="000000"/>
                </a:solidFill>
                <a:latin typeface="Pretendard"/>
                <a:ea typeface="Pretendard"/>
                <a:cs typeface="Pretendard"/>
              </a:defRPr>
            </a:defPPr>
            <a:lvl1pPr algn="ctr">
              <a:defRPr sz="7500" b="1">
                <a:solidFill>
                  <a:srgbClr val="000000"/>
                </a:solidFill>
                <a:latin typeface="Pretendard"/>
                <a:ea typeface="Pretendard"/>
                <a:cs typeface="Pretendard"/>
              </a:defRPr>
            </a:lvl1pPr>
            <a:lvl2pPr algn="ctr">
              <a:defRPr sz="7500" b="1">
                <a:solidFill>
                  <a:srgbClr val="000000"/>
                </a:solidFill>
                <a:latin typeface="Pretendard"/>
                <a:ea typeface="Pretendard"/>
                <a:cs typeface="Pretendard"/>
              </a:defRPr>
            </a:lvl2pPr>
            <a:lvl3pPr algn="ctr">
              <a:defRPr sz="7500" b="1">
                <a:solidFill>
                  <a:srgbClr val="000000"/>
                </a:solidFill>
                <a:latin typeface="Pretendard"/>
                <a:ea typeface="Pretendard"/>
                <a:cs typeface="Pretendard"/>
              </a:defRPr>
            </a:lvl3pPr>
            <a:lvl4pPr algn="ctr">
              <a:defRPr sz="7500" b="1">
                <a:solidFill>
                  <a:srgbClr val="000000"/>
                </a:solidFill>
                <a:latin typeface="Pretendard"/>
                <a:ea typeface="Pretendard"/>
                <a:cs typeface="Pretendard"/>
              </a:defRPr>
            </a:lvl4pPr>
            <a:lvl5pPr algn="ctr">
              <a:defRPr sz="7500" b="1">
                <a:solidFill>
                  <a:srgbClr val="000000"/>
                </a:solidFill>
                <a:latin typeface="Pretendard"/>
                <a:ea typeface="Pretendard"/>
                <a:cs typeface="Pretendard"/>
              </a:defRPr>
            </a:lvl5pPr>
            <a:lvl6pPr algn="ctr">
              <a:defRPr sz="7500" b="1">
                <a:solidFill>
                  <a:srgbClr val="000000"/>
                </a:solidFill>
                <a:latin typeface="Pretendard"/>
                <a:ea typeface="Pretendard"/>
                <a:cs typeface="Pretendard"/>
              </a:defRPr>
            </a:lvl6pPr>
            <a:lvl7pPr algn="ctr">
              <a:defRPr sz="7500" b="1">
                <a:solidFill>
                  <a:srgbClr val="000000"/>
                </a:solidFill>
                <a:latin typeface="Pretendard"/>
                <a:ea typeface="Pretendard"/>
                <a:cs typeface="Pretendard"/>
              </a:defRPr>
            </a:lvl7pPr>
            <a:lvl8pPr algn="ctr">
              <a:defRPr sz="7500" b="1">
                <a:solidFill>
                  <a:srgbClr val="000000"/>
                </a:solidFill>
                <a:latin typeface="Pretendard"/>
                <a:ea typeface="Pretendard"/>
                <a:cs typeface="Pretendard"/>
              </a:defRPr>
            </a:lvl8pPr>
            <a:lvl9pPr algn="ctr">
              <a:defRPr sz="7500" b="1">
                <a:solidFill>
                  <a:srgbClr val="000000"/>
                </a:solidFill>
                <a:latin typeface="Pretendard"/>
                <a:ea typeface="Pretendard"/>
                <a:cs typeface="Pretendard"/>
              </a:defRPr>
            </a:lvl9pPr>
          </a:lstStyle>
          <a:p xmlns:a="http://schemas.openxmlformats.org/drawingml/2006/main">
            <a:pPr algn="ctr">
              <a:defRPr sz="7500" b="1">
                <a:solidFill>
                  <a:srgbClr val="000000"/>
                </a:solidFill>
                <a:latin typeface="Pretendard"/>
                <a:ea typeface="Pretendard"/>
                <a:cs typeface="Pretendard"/>
              </a:defRPr>
            </a:pPr>
            <a:r>
              <a:rPr sz="7500" b="1">
                <a:solidFill>
                  <a:srgbClr val="000000"/>
                </a:solidFill>
                <a:latin typeface="Pretendard"/>
                <a:ea typeface="Pretendard"/>
                <a:cs typeface="Pretendard"/>
              </a:rPr>
              <a:t>학습 목표</a:t>
            </a:r>
          </a:p>
        </p:txBody>
      </p:sp>
      <p:sp>
        <p:nvSpPr>
          <p:cNvPr id="4" name="학습 목표 한 상자">
            <a:extLst xmlns:a="http://schemas.openxmlformats.org/drawingml/2006/main">
              <a:ext uri="{FF2B5EF4-FFF2-40B4-BE49-F238E27FC236}">
                <a16:creationId xmlns:a16="http://schemas.microsoft.com/office/drawing/2014/main" id="{817FB4CA-D9F5-4CCB-AC6C-30832A8A4157}"/>
              </a:ext>
            </a:extLst>
          </p:cNvPr>
          <p:cNvSpPr>
            <a:spLocks xmlns:a="http://schemas.openxmlformats.org/drawingml/2006/main" noGrp="1"/>
          </p:cNvSpPr>
          <p:nvPr/>
        </p:nvSpPr>
        <p:spPr>
          <a:xfrm xmlns:a="http://schemas.openxmlformats.org/drawingml/2006/main">
            <a:off x="1466850" y="4038600"/>
            <a:ext cx="15344775" cy="4295775"/>
          </a:xfrm>
          <a:prstGeom xmlns:a="http://schemas.openxmlformats.org/drawingml/2006/main" prst="roundRect">
            <a:avLst>
              <a:gd name="adj" fmla="val 6652"/>
            </a:avLst>
          </a:prstGeom>
          <a:solidFill xmlns:a="http://schemas.openxmlformats.org/drawingml/2006/main">
            <a:srgbClr val="F5F5F5"/>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19BB220-DA7E-4786-81EB-842E8DC331BA}"/>
              </a:ext>
            </a:extLst>
          </p:cNvPr>
          <p:cNvSpPr>
            <a:spLocks xmlns:a="http://schemas.openxmlformats.org/drawingml/2006/main" noGrp="1"/>
          </p:cNvSpPr>
          <p:nvPr/>
        </p:nvSpPr>
        <p:spPr>
          <a:xfrm xmlns:a="http://schemas.openxmlformats.org/drawingml/2006/main">
            <a:off x="2462213" y="4852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6" name="text">
            <a:extLst xmlns:a="http://schemas.openxmlformats.org/drawingml/2006/main">
              <a:ext uri="{FF2B5EF4-FFF2-40B4-BE49-F238E27FC236}">
                <a16:creationId xmlns:a16="http://schemas.microsoft.com/office/drawing/2014/main" id="{DC622023-30A1-4390-8918-08E8DD22EF8F}"/>
              </a:ext>
            </a:extLst>
          </p:cNvPr>
          <p:cNvSpPr>
            <a:spLocks xmlns:a="http://schemas.openxmlformats.org/drawingml/2006/main" noGrp="1"/>
          </p:cNvSpPr>
          <p:nvPr/>
        </p:nvSpPr>
        <p:spPr>
          <a:xfrm xmlns:a="http://schemas.openxmlformats.org/drawingml/2006/main">
            <a:off x="2476500" y="4810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1</a:t>
            </a:r>
          </a:p>
        </p:txBody>
      </p:sp>
      <p:sp>
        <p:nvSpPr>
          <p:cNvPr id="7" name="rich">
            <a:extLst xmlns:a="http://schemas.openxmlformats.org/drawingml/2006/main">
              <a:ext uri="{FF2B5EF4-FFF2-40B4-BE49-F238E27FC236}">
                <a16:creationId xmlns:a16="http://schemas.microsoft.com/office/drawing/2014/main" id="{4384FA86-5974-461F-A89D-0C97EFEF4787}"/>
              </a:ext>
            </a:extLst>
          </p:cNvPr>
          <p:cNvSpPr>
            <a:spLocks xmlns:a="http://schemas.openxmlformats.org/drawingml/2006/main" noGrp="1"/>
          </p:cNvSpPr>
          <p:nvPr/>
        </p:nvSpPr>
        <p:spPr>
          <a:xfrm xmlns:a="http://schemas.openxmlformats.org/drawingml/2006/main">
            <a:off x="3209925" y="4733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반응 경로와 반응 엔탈피의 관계를 설명한다.</a:t>
            </a:r>
          </a:p>
        </p:txBody>
      </p:sp>
      <p:sp>
        <p:nvSpPr>
          <p:cNvPr id="8" name="">
            <a:extLst xmlns:a="http://schemas.openxmlformats.org/drawingml/2006/main">
              <a:ext uri="{FF2B5EF4-FFF2-40B4-BE49-F238E27FC236}">
                <a16:creationId xmlns:a16="http://schemas.microsoft.com/office/drawing/2014/main" id="{5EAF1BB9-73B0-451C-AB54-C68C8F02803A}"/>
              </a:ext>
            </a:extLst>
          </p:cNvPr>
          <p:cNvSpPr>
            <a:spLocks xmlns:a="http://schemas.openxmlformats.org/drawingml/2006/main" noGrp="1"/>
          </p:cNvSpPr>
          <p:nvPr/>
        </p:nvSpPr>
        <p:spPr>
          <a:xfrm xmlns:a="http://schemas.openxmlformats.org/drawingml/2006/main">
            <a:off x="2462213" y="5995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6ECDC419-38A2-4817-B115-AD384F455720}"/>
              </a:ext>
            </a:extLst>
          </p:cNvPr>
          <p:cNvSpPr>
            <a:spLocks xmlns:a="http://schemas.openxmlformats.org/drawingml/2006/main" noGrp="1"/>
          </p:cNvSpPr>
          <p:nvPr/>
        </p:nvSpPr>
        <p:spPr>
          <a:xfrm xmlns:a="http://schemas.openxmlformats.org/drawingml/2006/main">
            <a:off x="2476500" y="5953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2</a:t>
            </a:r>
          </a:p>
        </p:txBody>
      </p:sp>
      <p:sp>
        <p:nvSpPr>
          <p:cNvPr id="10" name="rich">
            <a:extLst xmlns:a="http://schemas.openxmlformats.org/drawingml/2006/main">
              <a:ext uri="{FF2B5EF4-FFF2-40B4-BE49-F238E27FC236}">
                <a16:creationId xmlns:a16="http://schemas.microsoft.com/office/drawing/2014/main" id="{837C0BDA-1DFD-40E4-800E-477716CFD39F}"/>
              </a:ext>
            </a:extLst>
          </p:cNvPr>
          <p:cNvSpPr>
            <a:spLocks xmlns:a="http://schemas.openxmlformats.org/drawingml/2006/main" noGrp="1"/>
          </p:cNvSpPr>
          <p:nvPr/>
        </p:nvSpPr>
        <p:spPr>
          <a:xfrm xmlns:a="http://schemas.openxmlformats.org/drawingml/2006/main">
            <a:off x="3209925" y="5876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헤스 법칙으로 측정하기 어려운 반응의 </a:t>
            </a:r>
            <a:r>
              <a:t>Δ</a:t>
            </a:r>
            <a:r>
              <a:rPr i="1">
                <a:latin typeface="Pretendard"/>
                <a:ea typeface="Pretendard"/>
                <a:cs typeface="Pretendard"/>
              </a:rPr>
              <a:t>H</a:t>
            </a:r>
            <a:r>
              <a:t>를 구한다.</a:t>
            </a:r>
          </a:p>
        </p:txBody>
      </p:sp>
      <p:sp>
        <p:nvSpPr>
          <p:cNvPr id="11" name="">
            <a:extLst xmlns:a="http://schemas.openxmlformats.org/drawingml/2006/main">
              <a:ext uri="{FF2B5EF4-FFF2-40B4-BE49-F238E27FC236}">
                <a16:creationId xmlns:a16="http://schemas.microsoft.com/office/drawing/2014/main" id="{5C78CF8C-9B23-43DC-A428-CA202D5E091D}"/>
              </a:ext>
            </a:extLst>
          </p:cNvPr>
          <p:cNvSpPr>
            <a:spLocks xmlns:a="http://schemas.openxmlformats.org/drawingml/2006/main" noGrp="1"/>
          </p:cNvSpPr>
          <p:nvPr/>
        </p:nvSpPr>
        <p:spPr>
          <a:xfrm xmlns:a="http://schemas.openxmlformats.org/drawingml/2006/main">
            <a:off x="2462213" y="7138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73AC9FC2-6DDC-485B-831B-C49956C2D18E}"/>
              </a:ext>
            </a:extLst>
          </p:cNvPr>
          <p:cNvSpPr>
            <a:spLocks xmlns:a="http://schemas.openxmlformats.org/drawingml/2006/main" noGrp="1"/>
          </p:cNvSpPr>
          <p:nvPr/>
        </p:nvSpPr>
        <p:spPr>
          <a:xfrm xmlns:a="http://schemas.openxmlformats.org/drawingml/2006/main">
            <a:off x="2476500" y="7096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3</a:t>
            </a:r>
          </a:p>
        </p:txBody>
      </p:sp>
      <p:sp>
        <p:nvSpPr>
          <p:cNvPr id="13" name="rich">
            <a:extLst xmlns:a="http://schemas.openxmlformats.org/drawingml/2006/main">
              <a:ext uri="{FF2B5EF4-FFF2-40B4-BE49-F238E27FC236}">
                <a16:creationId xmlns:a16="http://schemas.microsoft.com/office/drawing/2014/main" id="{6B37E279-4558-46DC-91C0-556E27219984}"/>
              </a:ext>
            </a:extLst>
          </p:cNvPr>
          <p:cNvSpPr>
            <a:spLocks xmlns:a="http://schemas.openxmlformats.org/drawingml/2006/main" noGrp="1"/>
          </p:cNvSpPr>
          <p:nvPr/>
        </p:nvSpPr>
        <p:spPr>
          <a:xfrm xmlns:a="http://schemas.openxmlformats.org/drawingml/2006/main">
            <a:off x="3209925" y="7019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중화 실험 자료를 해석하여 헤스 법칙을 확인한다.</a:t>
            </a:r>
          </a:p>
        </p:txBody>
      </p:sp>
    </p:spTree>
    <p:extLst>
      <p:ext uri="{BB962C8B-B14F-4D97-AF65-F5344CB8AC3E}">
        <p14:creationId xmlns:p14="http://schemas.microsoft.com/office/powerpoint/2010/main" val="271886376"/>
      </p:ext>
    </p:extLst>
  </p:cSld>
</p:sld>
</file>

<file path=ppt/slides/slide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로고 대비 바탕">
            <a:extLst xmlns:a="http://schemas.openxmlformats.org/drawingml/2006/main">
              <a:ext uri="{FF2B5EF4-FFF2-40B4-BE49-F238E27FC236}">
                <a16:creationId xmlns:a16="http://schemas.microsoft.com/office/drawing/2014/main" id="{E789ADF5-2A2F-45DE-A67C-5D3D3DBF28E1}"/>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29E12F89-03BD-4CE8-8412-7A4C8493F9D1}"/>
              </a:ext>
            </a:extLst>
          </p:cNvPr>
          <p:cNvPicPr>
            <a:picLocks xmlns:a="http://schemas.openxmlformats.org/drawingml/2006/main" noChangeAspect="1"/>
          </p:cNvPicPr>
          <p:nvPr/>
        </p:nvPicPr>
        <p:blipFill>
          <a:blip xmlns:r="http://schemas.openxmlformats.org/officeDocument/2006/relationships" xmlns:a="http://schemas.openxmlformats.org/drawingml/2006/main" r:embed="R5e2485f1febc469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3" name="copyright">
            <a:extLst xmlns:a="http://schemas.openxmlformats.org/drawingml/2006/main">
              <a:ext uri="{FF2B5EF4-FFF2-40B4-BE49-F238E27FC236}">
                <a16:creationId xmlns:a16="http://schemas.microsoft.com/office/drawing/2014/main" id="{00D2323B-FA6B-4EB7-98B2-DE6DCE0B4CB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4" name="text">
            <a:extLst xmlns:a="http://schemas.openxmlformats.org/drawingml/2006/main">
              <a:ext uri="{FF2B5EF4-FFF2-40B4-BE49-F238E27FC236}">
                <a16:creationId xmlns:a16="http://schemas.microsoft.com/office/drawing/2014/main" id="{F7C017D6-C171-4544-BDDB-2548A25B0127}"/>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1</a:t>
            </a:r>
          </a:p>
        </p:txBody>
      </p:sp>
      <p:sp>
        <p:nvSpPr>
          <p:cNvPr id="5" name="text">
            <a:extLst xmlns:a="http://schemas.openxmlformats.org/drawingml/2006/main">
              <a:ext uri="{FF2B5EF4-FFF2-40B4-BE49-F238E27FC236}">
                <a16:creationId xmlns:a16="http://schemas.microsoft.com/office/drawing/2014/main" id="{4DCE0B65-F899-4637-A13A-CC45A3708D76}"/>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헤스 법칙</a:t>
            </a:r>
          </a:p>
        </p:txBody>
      </p:sp>
      <p:sp>
        <p:nvSpPr>
          <p:cNvPr id="6" name="text">
            <a:extLst xmlns:a="http://schemas.openxmlformats.org/drawingml/2006/main">
              <a:ext uri="{FF2B5EF4-FFF2-40B4-BE49-F238E27FC236}">
                <a16:creationId xmlns:a16="http://schemas.microsoft.com/office/drawing/2014/main" id="{AC67ADFF-FCC5-418F-A8A8-9A865EE55CDF}"/>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같은 반응이 다른 경로로 일어나면 출입하는 열도 달라질까?</a:t>
            </a:r>
          </a:p>
        </p:txBody>
      </p:sp>
    </p:spTree>
    <p:extLst>
      <p:ext uri="{BB962C8B-B14F-4D97-AF65-F5344CB8AC3E}">
        <p14:creationId xmlns:p14="http://schemas.microsoft.com/office/powerpoint/2010/main" val="23311455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F7D9B67E-F664-40F6-B191-4F357E507E58}"/>
              </a:ext>
            </a:extLst>
          </p:cNvPr>
          <p:cNvPicPr>
            <a:picLocks xmlns:a="http://schemas.openxmlformats.org/drawingml/2006/main" noChangeAspect="1"/>
          </p:cNvPicPr>
          <p:nvPr/>
        </p:nvPicPr>
        <p:blipFill>
          <a:blip xmlns:r="http://schemas.openxmlformats.org/officeDocument/2006/relationships" xmlns:a="http://schemas.openxmlformats.org/drawingml/2006/main" r:embed="Rebf0b1bb27e24f8c"/>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A4D07F3-A9CC-4926-AAA9-7A9DD7ADFB6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F6475CB-82E4-4D8C-A2A1-7F382F4F7A33}"/>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CFF7287C-DA9F-4296-AE78-5C6F106F5D81}"/>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BB527FD2-05A3-4BC7-BE1A-F679F5CF5883}"/>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FFD7D391-CBF6-402B-ADC9-39048A72E229}"/>
              </a:ext>
            </a:extLst>
          </p:cNvPr>
          <p:cNvSpPr>
            <a:spLocks xmlns:a="http://schemas.openxmlformats.org/drawingml/2006/main" noGrp="1"/>
          </p:cNvSpPr>
          <p:nvPr/>
        </p:nvSpPr>
        <p:spPr>
          <a:xfrm xmlns:a="http://schemas.openxmlformats.org/drawingml/2006/main">
            <a:off x="952500" y="2581275"/>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57962F"/>
                </a:solidFill>
                <a:latin typeface="Pretendard"/>
                <a:ea typeface="Pretendard"/>
                <a:cs typeface="Pretendard"/>
              </a:defRPr>
            </a:defPPr>
            <a:lvl1pPr algn="ctr">
              <a:defRPr sz="5730" b="1">
                <a:solidFill>
                  <a:srgbClr val="57962F"/>
                </a:solidFill>
                <a:latin typeface="Pretendard"/>
                <a:ea typeface="Pretendard"/>
                <a:cs typeface="Pretendard"/>
              </a:defRPr>
            </a:lvl1pPr>
            <a:lvl2pPr algn="ctr">
              <a:defRPr sz="5730" b="1">
                <a:solidFill>
                  <a:srgbClr val="57962F"/>
                </a:solidFill>
                <a:latin typeface="Pretendard"/>
                <a:ea typeface="Pretendard"/>
                <a:cs typeface="Pretendard"/>
              </a:defRPr>
            </a:lvl2pPr>
            <a:lvl3pPr algn="ctr">
              <a:defRPr sz="5730" b="1">
                <a:solidFill>
                  <a:srgbClr val="57962F"/>
                </a:solidFill>
                <a:latin typeface="Pretendard"/>
                <a:ea typeface="Pretendard"/>
                <a:cs typeface="Pretendard"/>
              </a:defRPr>
            </a:lvl3pPr>
            <a:lvl4pPr algn="ctr">
              <a:defRPr sz="5730" b="1">
                <a:solidFill>
                  <a:srgbClr val="57962F"/>
                </a:solidFill>
                <a:latin typeface="Pretendard"/>
                <a:ea typeface="Pretendard"/>
                <a:cs typeface="Pretendard"/>
              </a:defRPr>
            </a:lvl4pPr>
            <a:lvl5pPr algn="ctr">
              <a:defRPr sz="5730" b="1">
                <a:solidFill>
                  <a:srgbClr val="57962F"/>
                </a:solidFill>
                <a:latin typeface="Pretendard"/>
                <a:ea typeface="Pretendard"/>
                <a:cs typeface="Pretendard"/>
              </a:defRPr>
            </a:lvl5pPr>
            <a:lvl6pPr algn="ctr">
              <a:defRPr sz="5730" b="1">
                <a:solidFill>
                  <a:srgbClr val="57962F"/>
                </a:solidFill>
                <a:latin typeface="Pretendard"/>
                <a:ea typeface="Pretendard"/>
                <a:cs typeface="Pretendard"/>
              </a:defRPr>
            </a:lvl6pPr>
            <a:lvl7pPr algn="ctr">
              <a:defRPr sz="5730" b="1">
                <a:solidFill>
                  <a:srgbClr val="57962F"/>
                </a:solidFill>
                <a:latin typeface="Pretendard"/>
                <a:ea typeface="Pretendard"/>
                <a:cs typeface="Pretendard"/>
              </a:defRPr>
            </a:lvl7pPr>
            <a:lvl8pPr algn="ctr">
              <a:defRPr sz="5730" b="1">
                <a:solidFill>
                  <a:srgbClr val="57962F"/>
                </a:solidFill>
                <a:latin typeface="Pretendard"/>
                <a:ea typeface="Pretendard"/>
                <a:cs typeface="Pretendard"/>
              </a:defRPr>
            </a:lvl8pPr>
            <a:lvl9pPr algn="ctr">
              <a:defRPr sz="5730" b="1">
                <a:solidFill>
                  <a:srgbClr val="57962F"/>
                </a:solidFill>
                <a:latin typeface="Pretendard"/>
                <a:ea typeface="Pretendard"/>
                <a:cs typeface="Pretendard"/>
              </a:defRPr>
            </a:lvl9pPr>
          </a:lstStyle>
          <a:p xmlns:a="http://schemas.openxmlformats.org/drawingml/2006/main">
            <a:pPr algn="ctr">
              <a:defRPr sz="5730" b="1">
                <a:solidFill>
                  <a:srgbClr val="57962F"/>
                </a:solidFill>
                <a:latin typeface="Pretendard"/>
                <a:ea typeface="Pretendard"/>
                <a:cs typeface="Pretendard"/>
              </a:defRPr>
            </a:pPr>
            <a:r>
              <a:rPr sz="5730" b="1">
                <a:solidFill>
                  <a:srgbClr val="57962F"/>
                </a:solidFill>
                <a:latin typeface="Pretendard"/>
                <a:ea typeface="Pretendard"/>
                <a:cs typeface="Pretendard"/>
              </a:rPr>
              <a:t>헤스 법칙 (Hess’s law)</a:t>
            </a:r>
          </a:p>
        </p:txBody>
      </p:sp>
      <p:sp>
        <p:nvSpPr>
          <p:cNvPr id="7" name="헤스 법칙 요점 1">
            <a:extLst xmlns:a="http://schemas.openxmlformats.org/drawingml/2006/main">
              <a:ext uri="{FF2B5EF4-FFF2-40B4-BE49-F238E27FC236}">
                <a16:creationId xmlns:a16="http://schemas.microsoft.com/office/drawing/2014/main" id="{95222D35-F7A2-4EB6-8470-44A0CB8658A9}"/>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한 줄 요점 1">
            <a:extLst xmlns:a="http://schemas.openxmlformats.org/drawingml/2006/main">
              <a:ext uri="{FF2B5EF4-FFF2-40B4-BE49-F238E27FC236}">
                <a16:creationId xmlns:a16="http://schemas.microsoft.com/office/drawing/2014/main" id="{90CBD800-6473-4371-823A-16628724B444}"/>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반응 전후 물질의 종류와 상태가 같으면, </a:t>
            </a:r>
            <a:r>
              <a:t>Δ</a:t>
            </a:r>
            <a:r>
              <a:rPr i="1">
                <a:latin typeface="Pretendard"/>
                <a:ea typeface="Pretendard"/>
                <a:cs typeface="Pretendard"/>
              </a:rPr>
              <a:t>H</a:t>
            </a:r>
            <a:r>
              <a:t>는 </a:t>
            </a:r>
            <a:r>
              <a:rPr b="1">
                <a:solidFill>
                  <a:srgbClr val="57962F"/>
                </a:solidFill>
              </a:rPr>
              <a:t>경로</a:t>
            </a:r>
            <a:r>
              <a:t>와 무관하다.</a:t>
            </a:r>
          </a:p>
        </p:txBody>
      </p:sp>
      <p:sp>
        <p:nvSpPr>
          <p:cNvPr id="9" name="헤스 법칙 요점 2">
            <a:extLst xmlns:a="http://schemas.openxmlformats.org/drawingml/2006/main">
              <a:ext uri="{FF2B5EF4-FFF2-40B4-BE49-F238E27FC236}">
                <a16:creationId xmlns:a16="http://schemas.microsoft.com/office/drawing/2014/main" id="{EE7DBB85-2202-47D5-802C-165A6F3A972C}"/>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한 줄 요점 2">
            <a:extLst xmlns:a="http://schemas.openxmlformats.org/drawingml/2006/main">
              <a:ext uri="{FF2B5EF4-FFF2-40B4-BE49-F238E27FC236}">
                <a16:creationId xmlns:a16="http://schemas.microsoft.com/office/drawing/2014/main" id="{DFCD54F0-C5B4-4925-BB50-011AD12EAFF8}"/>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a:t>
            </a:r>
            <a:r>
              <a:rPr b="1">
                <a:solidFill>
                  <a:srgbClr val="57962F"/>
                </a:solidFill>
              </a:rPr>
              <a:t>총 열량 불변의 법칙</a:t>
            </a:r>
            <a:r>
              <a:t>이라고 부르기도 한다.</a:t>
            </a:r>
          </a:p>
        </p:txBody>
      </p:sp>
      <p:sp>
        <p:nvSpPr>
          <p:cNvPr id="11" name="헤스 법칙 요점 3">
            <a:extLst xmlns:a="http://schemas.openxmlformats.org/drawingml/2006/main">
              <a:ext uri="{FF2B5EF4-FFF2-40B4-BE49-F238E27FC236}">
                <a16:creationId xmlns:a16="http://schemas.microsoft.com/office/drawing/2014/main" id="{E2231FA4-ADC9-40B9-B7C2-0DA80E38FE86}"/>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한 줄 요점 3">
            <a:extLst xmlns:a="http://schemas.openxmlformats.org/drawingml/2006/main">
              <a:ext uri="{FF2B5EF4-FFF2-40B4-BE49-F238E27FC236}">
                <a16:creationId xmlns:a16="http://schemas.microsoft.com/office/drawing/2014/main" id="{166DF95E-5D58-43BB-857E-C227815F23B3}"/>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직접 측정하기 어려운 반응의 </a:t>
            </a:r>
            <a:r>
              <a:t>Δ</a:t>
            </a:r>
            <a:r>
              <a:rPr i="1">
                <a:latin typeface="Pretendard"/>
                <a:ea typeface="Pretendard"/>
                <a:cs typeface="Pretendard"/>
              </a:rPr>
              <a:t>H</a:t>
            </a:r>
            <a:r>
              <a:t>도 </a:t>
            </a:r>
            <a:r>
              <a:rPr b="1">
                <a:solidFill>
                  <a:srgbClr val="57962F"/>
                </a:solidFill>
              </a:rPr>
              <a:t>간접적으로</a:t>
            </a:r>
            <a:r>
              <a:t> 구할 수 있다.</a:t>
            </a:r>
          </a:p>
        </p:txBody>
      </p:sp>
    </p:spTree>
    <p:extLst>
      <p:ext uri="{BB962C8B-B14F-4D97-AF65-F5344CB8AC3E}">
        <p14:creationId xmlns:p14="http://schemas.microsoft.com/office/powerpoint/2010/main" val="165215651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C4B7F247-9A11-45A2-942A-1421DB11A35B}"/>
              </a:ext>
            </a:extLst>
          </p:cNvPr>
          <p:cNvPicPr>
            <a:picLocks xmlns:a="http://schemas.openxmlformats.org/drawingml/2006/main" noChangeAspect="1"/>
          </p:cNvPicPr>
          <p:nvPr/>
        </p:nvPicPr>
        <p:blipFill>
          <a:blip xmlns:r="http://schemas.openxmlformats.org/officeDocument/2006/relationships" xmlns:a="http://schemas.openxmlformats.org/drawingml/2006/main" r:embed="R87c4d4594faf4c5c"/>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DD920EF-99CD-41FA-85AE-453B4F391FD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D27AD52-63E1-495A-82A6-BA83A1CF089F}"/>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5BC1391D-F6CC-41D6-A40D-5AE4A8C627D1}"/>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3B070CF6-C875-46D7-827C-83E0F02A349A}"/>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DECCF8F1-9D4E-427D-8D97-C6EEBD10B91D}"/>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같은 반응을 비교하려면</a:t>
            </a:r>
          </a:p>
        </p:txBody>
      </p:sp>
      <p:sp>
        <p:nvSpPr>
          <p:cNvPr id="7" name="text">
            <a:extLst xmlns:a="http://schemas.openxmlformats.org/drawingml/2006/main">
              <a:ext uri="{FF2B5EF4-FFF2-40B4-BE49-F238E27FC236}">
                <a16:creationId xmlns:a16="http://schemas.microsoft.com/office/drawing/2014/main" id="{7ED8B7B2-3AA7-4819-8D9A-D91461709160}"/>
              </a:ext>
            </a:extLst>
          </p:cNvPr>
          <p:cNvSpPr>
            <a:spLocks xmlns:a="http://schemas.openxmlformats.org/drawingml/2006/main" noGrp="1"/>
          </p:cNvSpPr>
          <p:nvPr/>
        </p:nvSpPr>
        <p:spPr>
          <a:xfrm xmlns:a="http://schemas.openxmlformats.org/drawingml/2006/main">
            <a:off x="1428750" y="3667125"/>
            <a:ext cx="15430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반응 경로만 달리하고, 비교 조건은 맞춘다.</a:t>
            </a:r>
          </a:p>
        </p:txBody>
      </p:sp>
      <p:sp>
        <p:nvSpPr>
          <p:cNvPr id="8" name="설명·계산 행 1">
            <a:extLst xmlns:a="http://schemas.openxmlformats.org/drawingml/2006/main">
              <a:ext uri="{FF2B5EF4-FFF2-40B4-BE49-F238E27FC236}">
                <a16:creationId xmlns:a16="http://schemas.microsoft.com/office/drawing/2014/main" id="{0FDDA828-8619-4624-BD90-147E11014751}"/>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9" name="설명·계산 문장 1">
            <a:extLst xmlns:a="http://schemas.openxmlformats.org/drawingml/2006/main">
              <a:ext uri="{FF2B5EF4-FFF2-40B4-BE49-F238E27FC236}">
                <a16:creationId xmlns:a16="http://schemas.microsoft.com/office/drawing/2014/main" id="{A48EAE99-5C1B-4752-B7A9-F589E3F36AD8}"/>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반응 전후 물질의 종류와 상태를 같게 한다.</a:t>
            </a:r>
          </a:p>
        </p:txBody>
      </p:sp>
      <p:sp>
        <p:nvSpPr>
          <p:cNvPr id="10" name="설명·계산 행 2">
            <a:extLst xmlns:a="http://schemas.openxmlformats.org/drawingml/2006/main">
              <a:ext uri="{FF2B5EF4-FFF2-40B4-BE49-F238E27FC236}">
                <a16:creationId xmlns:a16="http://schemas.microsoft.com/office/drawing/2014/main" id="{2C0EBD4A-9E2E-41C8-87B3-85C5B5F4D02D}"/>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1" name="설명·계산 문장 2">
            <a:extLst xmlns:a="http://schemas.openxmlformats.org/drawingml/2006/main">
              <a:ext uri="{FF2B5EF4-FFF2-40B4-BE49-F238E27FC236}">
                <a16:creationId xmlns:a16="http://schemas.microsoft.com/office/drawing/2014/main" id="{3AC77251-1EC0-4D66-B912-7BEDC35C2C62}"/>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반응하는 물질의 양을 같게 한다.</a:t>
            </a:r>
          </a:p>
        </p:txBody>
      </p:sp>
      <p:sp>
        <p:nvSpPr>
          <p:cNvPr id="12" name="설명·계산 행 3">
            <a:extLst xmlns:a="http://schemas.openxmlformats.org/drawingml/2006/main">
              <a:ext uri="{FF2B5EF4-FFF2-40B4-BE49-F238E27FC236}">
                <a16:creationId xmlns:a16="http://schemas.microsoft.com/office/drawing/2014/main" id="{1FCFD26B-DE9E-4F33-B6A8-19969DC49713}"/>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3" name="설명·계산 문장 3">
            <a:extLst xmlns:a="http://schemas.openxmlformats.org/drawingml/2006/main">
              <a:ext uri="{FF2B5EF4-FFF2-40B4-BE49-F238E27FC236}">
                <a16:creationId xmlns:a16="http://schemas.microsoft.com/office/drawing/2014/main" id="{77840DA2-125E-4CD0-948D-F09BFF8CDD6B}"/>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온도와 압력 조건을 같게 한다.</a:t>
            </a:r>
          </a:p>
        </p:txBody>
      </p:sp>
    </p:spTree>
    <p:extLst>
      <p:ext uri="{BB962C8B-B14F-4D97-AF65-F5344CB8AC3E}">
        <p14:creationId xmlns:p14="http://schemas.microsoft.com/office/powerpoint/2010/main" val="162448332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ABD0EC5A-6155-4569-AB85-9BD1C78487B1}"/>
              </a:ext>
            </a:extLst>
          </p:cNvPr>
          <p:cNvPicPr>
            <a:picLocks xmlns:a="http://schemas.openxmlformats.org/drawingml/2006/main" noChangeAspect="1"/>
          </p:cNvPicPr>
          <p:nvPr/>
        </p:nvPicPr>
        <p:blipFill>
          <a:blip xmlns:r="http://schemas.openxmlformats.org/officeDocument/2006/relationships" xmlns:a="http://schemas.openxmlformats.org/drawingml/2006/main" r:embed="Rbfed797446fc44d8"/>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92CE78D-7225-48F4-92B2-ADB0C29E0ED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22D864B-6B8B-454E-A723-42B77A888763}"/>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0635C2BA-BB8C-4AEE-9DB9-E0B3DA4E89E0}"/>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4685A7A5-AEF8-4380-A400-785D1E7A6CEC}"/>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관계">
            <a:extLst xmlns:a="http://schemas.openxmlformats.org/drawingml/2006/main">
              <a:ext uri="{FF2B5EF4-FFF2-40B4-BE49-F238E27FC236}">
                <a16:creationId xmlns:a16="http://schemas.microsoft.com/office/drawing/2014/main" id="{6D3EFE2B-7CDC-4AD3-A35B-3341B5864BEC}"/>
              </a:ext>
            </a:extLst>
          </p:cNvPr>
          <p:cNvSpPr>
            <a:spLocks xmlns:a="http://schemas.openxmlformats.org/drawingml/2006/main" noGrp="1"/>
          </p:cNvSpPr>
          <p:nvPr/>
        </p:nvSpPr>
        <p:spPr>
          <a:xfrm xmlns:a="http://schemas.openxmlformats.org/drawingml/2006/main">
            <a:off x="1238250" y="2571750"/>
            <a:ext cx="15811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경로가 달라도, </a:t>
            </a:r>
            <a:r>
              <a:t>Δ</a:t>
            </a:r>
            <a:r>
              <a:rPr i="1">
                <a:latin typeface="Pretendard"/>
                <a:ea typeface="Pretendard"/>
                <a:cs typeface="Pretendard"/>
              </a:rPr>
              <a:t>H</a:t>
            </a:r>
            <a:r>
              <a:t>는 같다</a:t>
            </a:r>
          </a:p>
        </p:txBody>
      </p:sp>
      <p:sp>
        <p:nvSpPr>
          <p:cNvPr id="7" name="text">
            <a:extLst xmlns:a="http://schemas.openxmlformats.org/drawingml/2006/main">
              <a:ext uri="{FF2B5EF4-FFF2-40B4-BE49-F238E27FC236}">
                <a16:creationId xmlns:a16="http://schemas.microsoft.com/office/drawing/2014/main" id="{F7A964E4-6943-418C-B8B6-34C5FBBB0640}"/>
              </a:ext>
            </a:extLst>
          </p:cNvPr>
          <p:cNvSpPr>
            <a:spLocks xmlns:a="http://schemas.openxmlformats.org/drawingml/2006/main" noGrp="1"/>
          </p:cNvSpPr>
          <p:nvPr/>
        </p:nvSpPr>
        <p:spPr>
          <a:xfrm xmlns:a="http://schemas.openxmlformats.org/drawingml/2006/main">
            <a:off x="1428750" y="3676650"/>
            <a:ext cx="1543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같은 처음 상태에서 같은 나중 상태로 변할 때</a:t>
            </a:r>
          </a:p>
        </p:txBody>
      </p:sp>
      <p:pic>
        <p:nvPicPr>
          <p:cNvPr id="8" name="">
            <a:extLst xmlns:a="http://schemas.openxmlformats.org/drawingml/2006/main">
              <a:ext uri="{FF2B5EF4-FFF2-40B4-BE49-F238E27FC236}">
                <a16:creationId xmlns:a16="http://schemas.microsoft.com/office/drawing/2014/main" id="{D898CA3D-654D-4338-80A8-E2BEF3DEFD89}"/>
              </a:ext>
            </a:extLst>
          </p:cNvPr>
          <p:cNvPicPr>
            <a:picLocks xmlns:a="http://schemas.openxmlformats.org/drawingml/2006/main" noChangeAspect="1"/>
          </p:cNvPicPr>
          <p:nvPr/>
        </p:nvPicPr>
        <p:blipFill>
          <a:blip xmlns:r="http://schemas.openxmlformats.org/officeDocument/2006/relationships" xmlns:a="http://schemas.openxmlformats.org/drawingml/2006/main" r:embed="R748e1b4420fe4579"/>
          <a:stretch xmlns:a="http://schemas.openxmlformats.org/drawingml/2006/main"/>
        </p:blipFill>
        <p:spPr>
          <a:xfrm xmlns:a="http://schemas.openxmlformats.org/drawingml/2006/main">
            <a:off x="1238250" y="4439364"/>
            <a:ext cx="9620250" cy="5446872"/>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2D454DE8-2C03-4DCF-9E9A-613495FD4B61}"/>
              </a:ext>
            </a:extLst>
          </p:cNvPr>
          <p:cNvSpPr>
            <a:spLocks xmlns:a="http://schemas.openxmlformats.org/drawingml/2006/main" noGrp="1"/>
          </p:cNvSpPr>
          <p:nvPr/>
        </p:nvSpPr>
        <p:spPr>
          <a:xfrm xmlns:a="http://schemas.openxmlformats.org/drawingml/2006/main">
            <a:off x="11525250" y="4524375"/>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직접 경로</a:t>
            </a:r>
          </a:p>
        </p:txBody>
      </p:sp>
      <p:sp>
        <p:nvSpPr>
          <p:cNvPr id="10" name="rich">
            <a:extLst xmlns:a="http://schemas.openxmlformats.org/drawingml/2006/main">
              <a:ext uri="{FF2B5EF4-FFF2-40B4-BE49-F238E27FC236}">
                <a16:creationId xmlns:a16="http://schemas.microsoft.com/office/drawing/2014/main" id="{D7F07AA7-F1D4-4CCC-99A9-2188E1892491}"/>
              </a:ext>
            </a:extLst>
          </p:cNvPr>
          <p:cNvSpPr>
            <a:spLocks xmlns:a="http://schemas.openxmlformats.org/drawingml/2006/main" noGrp="1"/>
          </p:cNvSpPr>
          <p:nvPr/>
        </p:nvSpPr>
        <p:spPr>
          <a:xfrm xmlns:a="http://schemas.openxmlformats.org/drawingml/2006/main">
            <a:off x="11525250" y="5124450"/>
            <a:ext cx="5334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0">
                <a:solidFill>
                  <a:srgbClr val="000000"/>
                </a:solidFill>
                <a:latin typeface="Pretendard"/>
                <a:ea typeface="Pretendard"/>
                <a:cs typeface="Pretendard"/>
              </a:defRPr>
            </a:defPPr>
            <a:lvl1pPr algn="l">
              <a:defRPr sz="3750" b="0">
                <a:solidFill>
                  <a:srgbClr val="000000"/>
                </a:solidFill>
                <a:latin typeface="Pretendard"/>
                <a:ea typeface="Pretendard"/>
                <a:cs typeface="Pretendard"/>
              </a:defRPr>
            </a:lvl1pPr>
            <a:lvl2pPr algn="l">
              <a:defRPr sz="3750" b="0">
                <a:solidFill>
                  <a:srgbClr val="000000"/>
                </a:solidFill>
                <a:latin typeface="Pretendard"/>
                <a:ea typeface="Pretendard"/>
                <a:cs typeface="Pretendard"/>
              </a:defRPr>
            </a:lvl2pPr>
            <a:lvl3pPr algn="l">
              <a:defRPr sz="3750" b="0">
                <a:solidFill>
                  <a:srgbClr val="000000"/>
                </a:solidFill>
                <a:latin typeface="Pretendard"/>
                <a:ea typeface="Pretendard"/>
                <a:cs typeface="Pretendard"/>
              </a:defRPr>
            </a:lvl3pPr>
            <a:lvl4pPr algn="l">
              <a:defRPr sz="3750" b="0">
                <a:solidFill>
                  <a:srgbClr val="000000"/>
                </a:solidFill>
                <a:latin typeface="Pretendard"/>
                <a:ea typeface="Pretendard"/>
                <a:cs typeface="Pretendard"/>
              </a:defRPr>
            </a:lvl4pPr>
            <a:lvl5pPr algn="l">
              <a:defRPr sz="3750" b="0">
                <a:solidFill>
                  <a:srgbClr val="000000"/>
                </a:solidFill>
                <a:latin typeface="Pretendard"/>
                <a:ea typeface="Pretendard"/>
                <a:cs typeface="Pretendard"/>
              </a:defRPr>
            </a:lvl5pPr>
            <a:lvl6pPr algn="l">
              <a:defRPr sz="3750" b="0">
                <a:solidFill>
                  <a:srgbClr val="000000"/>
                </a:solidFill>
                <a:latin typeface="Pretendard"/>
                <a:ea typeface="Pretendard"/>
                <a:cs typeface="Pretendard"/>
              </a:defRPr>
            </a:lvl6pPr>
            <a:lvl7pPr algn="l">
              <a:defRPr sz="3750" b="0">
                <a:solidFill>
                  <a:srgbClr val="000000"/>
                </a:solidFill>
                <a:latin typeface="Pretendard"/>
                <a:ea typeface="Pretendard"/>
                <a:cs typeface="Pretendard"/>
              </a:defRPr>
            </a:lvl7pPr>
            <a:lvl8pPr algn="l">
              <a:defRPr sz="3750" b="0">
                <a:solidFill>
                  <a:srgbClr val="000000"/>
                </a:solidFill>
                <a:latin typeface="Pretendard"/>
                <a:ea typeface="Pretendard"/>
                <a:cs typeface="Pretendard"/>
              </a:defRPr>
            </a:lvl8pPr>
            <a:lvl9pPr algn="l">
              <a:defRPr sz="3750" b="0">
                <a:solidFill>
                  <a:srgbClr val="000000"/>
                </a:solidFill>
                <a:latin typeface="Pretendard"/>
                <a:ea typeface="Pretendard"/>
                <a:cs typeface="Pretendard"/>
              </a:defRPr>
            </a:lvl9pPr>
          </a:lstStyle>
          <a:p xmlns:a="http://schemas.openxmlformats.org/drawingml/2006/main">
            <a:pPr algn="l">
              <a:defRPr sz="3750" b="0">
                <a:solidFill>
                  <a:srgbClr val="000000"/>
                </a:solidFill>
                <a:latin typeface="Pretendard"/>
                <a:ea typeface="Pretendard"/>
                <a:cs typeface="Pretendard"/>
              </a:defRPr>
            </a:pPr>
            <a:r>
              <a:t>Δ</a:t>
            </a:r>
            <a:r>
              <a:rPr i="1">
                <a:latin typeface="Pretendard"/>
                <a:ea typeface="Pretendard"/>
                <a:cs typeface="Pretendard"/>
              </a:rPr>
              <a:t>H</a:t>
            </a:r>
            <a:r>
              <a:t>₁ = −193.5 kJ</a:t>
            </a:r>
          </a:p>
        </p:txBody>
      </p:sp>
      <p:sp>
        <p:nvSpPr>
          <p:cNvPr id="11" name="text">
            <a:extLst xmlns:a="http://schemas.openxmlformats.org/drawingml/2006/main">
              <a:ext uri="{FF2B5EF4-FFF2-40B4-BE49-F238E27FC236}">
                <a16:creationId xmlns:a16="http://schemas.microsoft.com/office/drawing/2014/main" id="{B7335933-9C36-4355-A7D4-D7F52F5BCF4D}"/>
              </a:ext>
            </a:extLst>
          </p:cNvPr>
          <p:cNvSpPr>
            <a:spLocks xmlns:a="http://schemas.openxmlformats.org/drawingml/2006/main" noGrp="1"/>
          </p:cNvSpPr>
          <p:nvPr/>
        </p:nvSpPr>
        <p:spPr>
          <a:xfrm xmlns:a="http://schemas.openxmlformats.org/drawingml/2006/main">
            <a:off x="11525250" y="6096000"/>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두 단계 경로</a:t>
            </a:r>
          </a:p>
        </p:txBody>
      </p:sp>
      <p:sp>
        <p:nvSpPr>
          <p:cNvPr id="12" name="rich">
            <a:extLst xmlns:a="http://schemas.openxmlformats.org/drawingml/2006/main">
              <a:ext uri="{FF2B5EF4-FFF2-40B4-BE49-F238E27FC236}">
                <a16:creationId xmlns:a16="http://schemas.microsoft.com/office/drawing/2014/main" id="{280B240C-B9BA-4043-8AC0-BA228618BC06}"/>
              </a:ext>
            </a:extLst>
          </p:cNvPr>
          <p:cNvSpPr>
            <a:spLocks xmlns:a="http://schemas.openxmlformats.org/drawingml/2006/main" noGrp="1"/>
          </p:cNvSpPr>
          <p:nvPr/>
        </p:nvSpPr>
        <p:spPr>
          <a:xfrm xmlns:a="http://schemas.openxmlformats.org/drawingml/2006/main">
            <a:off x="11525250" y="6715125"/>
            <a:ext cx="5143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0">
                <a:solidFill>
                  <a:srgbClr val="000000"/>
                </a:solidFill>
                <a:latin typeface="Pretendard"/>
                <a:ea typeface="Pretendard"/>
                <a:cs typeface="Pretendard"/>
              </a:defRPr>
            </a:defPPr>
            <a:lvl1pPr algn="l">
              <a:defRPr sz="3750" b="0">
                <a:solidFill>
                  <a:srgbClr val="000000"/>
                </a:solidFill>
                <a:latin typeface="Pretendard"/>
                <a:ea typeface="Pretendard"/>
                <a:cs typeface="Pretendard"/>
              </a:defRPr>
            </a:lvl1pPr>
            <a:lvl2pPr algn="l">
              <a:defRPr sz="3750" b="0">
                <a:solidFill>
                  <a:srgbClr val="000000"/>
                </a:solidFill>
                <a:latin typeface="Pretendard"/>
                <a:ea typeface="Pretendard"/>
                <a:cs typeface="Pretendard"/>
              </a:defRPr>
            </a:lvl2pPr>
            <a:lvl3pPr algn="l">
              <a:defRPr sz="3750" b="0">
                <a:solidFill>
                  <a:srgbClr val="000000"/>
                </a:solidFill>
                <a:latin typeface="Pretendard"/>
                <a:ea typeface="Pretendard"/>
                <a:cs typeface="Pretendard"/>
              </a:defRPr>
            </a:lvl3pPr>
            <a:lvl4pPr algn="l">
              <a:defRPr sz="3750" b="0">
                <a:solidFill>
                  <a:srgbClr val="000000"/>
                </a:solidFill>
                <a:latin typeface="Pretendard"/>
                <a:ea typeface="Pretendard"/>
                <a:cs typeface="Pretendard"/>
              </a:defRPr>
            </a:lvl4pPr>
            <a:lvl5pPr algn="l">
              <a:defRPr sz="3750" b="0">
                <a:solidFill>
                  <a:srgbClr val="000000"/>
                </a:solidFill>
                <a:latin typeface="Pretendard"/>
                <a:ea typeface="Pretendard"/>
                <a:cs typeface="Pretendard"/>
              </a:defRPr>
            </a:lvl5pPr>
            <a:lvl6pPr algn="l">
              <a:defRPr sz="3750" b="0">
                <a:solidFill>
                  <a:srgbClr val="000000"/>
                </a:solidFill>
                <a:latin typeface="Pretendard"/>
                <a:ea typeface="Pretendard"/>
                <a:cs typeface="Pretendard"/>
              </a:defRPr>
            </a:lvl6pPr>
            <a:lvl7pPr algn="l">
              <a:defRPr sz="3750" b="0">
                <a:solidFill>
                  <a:srgbClr val="000000"/>
                </a:solidFill>
                <a:latin typeface="Pretendard"/>
                <a:ea typeface="Pretendard"/>
                <a:cs typeface="Pretendard"/>
              </a:defRPr>
            </a:lvl7pPr>
            <a:lvl8pPr algn="l">
              <a:defRPr sz="3750" b="0">
                <a:solidFill>
                  <a:srgbClr val="000000"/>
                </a:solidFill>
                <a:latin typeface="Pretendard"/>
                <a:ea typeface="Pretendard"/>
                <a:cs typeface="Pretendard"/>
              </a:defRPr>
            </a:lvl8pPr>
            <a:lvl9pPr algn="l">
              <a:defRPr sz="3750" b="0">
                <a:solidFill>
                  <a:srgbClr val="000000"/>
                </a:solidFill>
                <a:latin typeface="Pretendard"/>
                <a:ea typeface="Pretendard"/>
                <a:cs typeface="Pretendard"/>
              </a:defRPr>
            </a:lvl9pPr>
          </a:lstStyle>
          <a:p xmlns:a="http://schemas.openxmlformats.org/drawingml/2006/main">
            <a:pPr algn="l">
              <a:defRPr sz="3750" b="0">
                <a:solidFill>
                  <a:srgbClr val="000000"/>
                </a:solidFill>
                <a:latin typeface="Pretendard"/>
                <a:ea typeface="Pretendard"/>
                <a:cs typeface="Pretendard"/>
              </a:defRPr>
            </a:pPr>
            <a:r>
              <a:t>Δ</a:t>
            </a:r>
            <a:r>
              <a:rPr i="1">
                <a:latin typeface="Pretendard"/>
                <a:ea typeface="Pretendard"/>
                <a:cs typeface="Pretendard"/>
              </a:rPr>
              <a:t>H</a:t>
            </a:r>
            <a:r>
              <a:t>₂ + </a:t>
            </a:r>
            <a:r>
              <a:t>Δ</a:t>
            </a:r>
            <a:r>
              <a:rPr i="1">
                <a:latin typeface="Pretendard"/>
                <a:ea typeface="Pretendard"/>
                <a:cs typeface="Pretendard"/>
              </a:rPr>
              <a:t>H</a:t>
            </a:r>
            <a:r>
              <a:t>₃</a:t>
            </a:r>
          </a:p>
        </p:txBody>
      </p:sp>
      <p:sp>
        <p:nvSpPr>
          <p:cNvPr id="13" name="text">
            <a:extLst xmlns:a="http://schemas.openxmlformats.org/drawingml/2006/main">
              <a:ext uri="{FF2B5EF4-FFF2-40B4-BE49-F238E27FC236}">
                <a16:creationId xmlns:a16="http://schemas.microsoft.com/office/drawing/2014/main" id="{4CD631E0-91EA-449B-AE3E-0B2FE416EC18}"/>
              </a:ext>
            </a:extLst>
          </p:cNvPr>
          <p:cNvSpPr>
            <a:spLocks xmlns:a="http://schemas.openxmlformats.org/drawingml/2006/main" noGrp="1"/>
          </p:cNvSpPr>
          <p:nvPr/>
        </p:nvSpPr>
        <p:spPr>
          <a:xfrm xmlns:a="http://schemas.openxmlformats.org/drawingml/2006/main">
            <a:off x="11525250" y="7362825"/>
            <a:ext cx="5810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0">
                <a:solidFill>
                  <a:srgbClr val="000000"/>
                </a:solidFill>
                <a:latin typeface="Pretendard"/>
                <a:ea typeface="Pretendard"/>
                <a:cs typeface="Pretendard"/>
              </a:defRPr>
            </a:defPPr>
            <a:lvl1pPr algn="l">
              <a:defRPr sz="3450" b="0">
                <a:solidFill>
                  <a:srgbClr val="000000"/>
                </a:solidFill>
                <a:latin typeface="Pretendard"/>
                <a:ea typeface="Pretendard"/>
                <a:cs typeface="Pretendard"/>
              </a:defRPr>
            </a:lvl1pPr>
            <a:lvl2pPr algn="l">
              <a:defRPr sz="3450" b="0">
                <a:solidFill>
                  <a:srgbClr val="000000"/>
                </a:solidFill>
                <a:latin typeface="Pretendard"/>
                <a:ea typeface="Pretendard"/>
                <a:cs typeface="Pretendard"/>
              </a:defRPr>
            </a:lvl2pPr>
            <a:lvl3pPr algn="l">
              <a:defRPr sz="3450" b="0">
                <a:solidFill>
                  <a:srgbClr val="000000"/>
                </a:solidFill>
                <a:latin typeface="Pretendard"/>
                <a:ea typeface="Pretendard"/>
                <a:cs typeface="Pretendard"/>
              </a:defRPr>
            </a:lvl3pPr>
            <a:lvl4pPr algn="l">
              <a:defRPr sz="3450" b="0">
                <a:solidFill>
                  <a:srgbClr val="000000"/>
                </a:solidFill>
                <a:latin typeface="Pretendard"/>
                <a:ea typeface="Pretendard"/>
                <a:cs typeface="Pretendard"/>
              </a:defRPr>
            </a:lvl4pPr>
            <a:lvl5pPr algn="l">
              <a:defRPr sz="3450" b="0">
                <a:solidFill>
                  <a:srgbClr val="000000"/>
                </a:solidFill>
                <a:latin typeface="Pretendard"/>
                <a:ea typeface="Pretendard"/>
                <a:cs typeface="Pretendard"/>
              </a:defRPr>
            </a:lvl5pPr>
            <a:lvl6pPr algn="l">
              <a:defRPr sz="3450" b="0">
                <a:solidFill>
                  <a:srgbClr val="000000"/>
                </a:solidFill>
                <a:latin typeface="Pretendard"/>
                <a:ea typeface="Pretendard"/>
                <a:cs typeface="Pretendard"/>
              </a:defRPr>
            </a:lvl6pPr>
            <a:lvl7pPr algn="l">
              <a:defRPr sz="3450" b="0">
                <a:solidFill>
                  <a:srgbClr val="000000"/>
                </a:solidFill>
                <a:latin typeface="Pretendard"/>
                <a:ea typeface="Pretendard"/>
                <a:cs typeface="Pretendard"/>
              </a:defRPr>
            </a:lvl7pPr>
            <a:lvl8pPr algn="l">
              <a:defRPr sz="3450" b="0">
                <a:solidFill>
                  <a:srgbClr val="000000"/>
                </a:solidFill>
                <a:latin typeface="Pretendard"/>
                <a:ea typeface="Pretendard"/>
                <a:cs typeface="Pretendard"/>
              </a:defRPr>
            </a:lvl8pPr>
            <a:lvl9pPr algn="l">
              <a:defRPr sz="3450" b="0">
                <a:solidFill>
                  <a:srgbClr val="000000"/>
                </a:solidFill>
                <a:latin typeface="Pretendard"/>
                <a:ea typeface="Pretendard"/>
                <a:cs typeface="Pretendard"/>
              </a:defRPr>
            </a:lvl9pPr>
          </a:lstStyle>
          <a:p xmlns:a="http://schemas.openxmlformats.org/drawingml/2006/main">
            <a:pPr algn="l">
              <a:defRPr sz="3450" b="0">
                <a:solidFill>
                  <a:srgbClr val="000000"/>
                </a:solidFill>
                <a:latin typeface="Pretendard"/>
                <a:ea typeface="Pretendard"/>
                <a:cs typeface="Pretendard"/>
              </a:defRPr>
            </a:pPr>
            <a:r>
              <a:rPr sz="3450" b="0">
                <a:solidFill>
                  <a:srgbClr val="000000"/>
                </a:solidFill>
                <a:latin typeface="Pretendard"/>
                <a:ea typeface="Pretendard"/>
                <a:cs typeface="Pretendard"/>
              </a:rPr>
              <a:t>= −81.9 + (−111.6)</a:t>
            </a:r>
          </a:p>
        </p:txBody>
      </p:sp>
      <p:sp>
        <p:nvSpPr>
          <p:cNvPr id="14" name="text">
            <a:extLst xmlns:a="http://schemas.openxmlformats.org/drawingml/2006/main">
              <a:ext uri="{FF2B5EF4-FFF2-40B4-BE49-F238E27FC236}">
                <a16:creationId xmlns:a16="http://schemas.microsoft.com/office/drawing/2014/main" id="{BD9E1C0E-0DBD-4E5B-85FF-29F33AD6ACCE}"/>
              </a:ext>
            </a:extLst>
          </p:cNvPr>
          <p:cNvSpPr>
            <a:spLocks xmlns:a="http://schemas.openxmlformats.org/drawingml/2006/main" noGrp="1"/>
          </p:cNvSpPr>
          <p:nvPr/>
        </p:nvSpPr>
        <p:spPr>
          <a:xfrm xmlns:a="http://schemas.openxmlformats.org/drawingml/2006/main">
            <a:off x="11525250" y="8001000"/>
            <a:ext cx="581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1">
                <a:solidFill>
                  <a:srgbClr val="57962F"/>
                </a:solidFill>
                <a:latin typeface="Pretendard"/>
                <a:ea typeface="Pretendard"/>
                <a:cs typeface="Pretendard"/>
              </a:defRPr>
            </a:defPPr>
            <a:lvl1pPr algn="l">
              <a:defRPr sz="3750" b="1">
                <a:solidFill>
                  <a:srgbClr val="57962F"/>
                </a:solidFill>
                <a:latin typeface="Pretendard"/>
                <a:ea typeface="Pretendard"/>
                <a:cs typeface="Pretendard"/>
              </a:defRPr>
            </a:lvl1pPr>
            <a:lvl2pPr algn="l">
              <a:defRPr sz="3750" b="1">
                <a:solidFill>
                  <a:srgbClr val="57962F"/>
                </a:solidFill>
                <a:latin typeface="Pretendard"/>
                <a:ea typeface="Pretendard"/>
                <a:cs typeface="Pretendard"/>
              </a:defRPr>
            </a:lvl2pPr>
            <a:lvl3pPr algn="l">
              <a:defRPr sz="3750" b="1">
                <a:solidFill>
                  <a:srgbClr val="57962F"/>
                </a:solidFill>
                <a:latin typeface="Pretendard"/>
                <a:ea typeface="Pretendard"/>
                <a:cs typeface="Pretendard"/>
              </a:defRPr>
            </a:lvl3pPr>
            <a:lvl4pPr algn="l">
              <a:defRPr sz="3750" b="1">
                <a:solidFill>
                  <a:srgbClr val="57962F"/>
                </a:solidFill>
                <a:latin typeface="Pretendard"/>
                <a:ea typeface="Pretendard"/>
                <a:cs typeface="Pretendard"/>
              </a:defRPr>
            </a:lvl4pPr>
            <a:lvl5pPr algn="l">
              <a:defRPr sz="3750" b="1">
                <a:solidFill>
                  <a:srgbClr val="57962F"/>
                </a:solidFill>
                <a:latin typeface="Pretendard"/>
                <a:ea typeface="Pretendard"/>
                <a:cs typeface="Pretendard"/>
              </a:defRPr>
            </a:lvl5pPr>
            <a:lvl6pPr algn="l">
              <a:defRPr sz="3750" b="1">
                <a:solidFill>
                  <a:srgbClr val="57962F"/>
                </a:solidFill>
                <a:latin typeface="Pretendard"/>
                <a:ea typeface="Pretendard"/>
                <a:cs typeface="Pretendard"/>
              </a:defRPr>
            </a:lvl6pPr>
            <a:lvl7pPr algn="l">
              <a:defRPr sz="3750" b="1">
                <a:solidFill>
                  <a:srgbClr val="57962F"/>
                </a:solidFill>
                <a:latin typeface="Pretendard"/>
                <a:ea typeface="Pretendard"/>
                <a:cs typeface="Pretendard"/>
              </a:defRPr>
            </a:lvl7pPr>
            <a:lvl8pPr algn="l">
              <a:defRPr sz="3750" b="1">
                <a:solidFill>
                  <a:srgbClr val="57962F"/>
                </a:solidFill>
                <a:latin typeface="Pretendard"/>
                <a:ea typeface="Pretendard"/>
                <a:cs typeface="Pretendard"/>
              </a:defRPr>
            </a:lvl8pPr>
            <a:lvl9pPr algn="l">
              <a:defRPr sz="3750" b="1">
                <a:solidFill>
                  <a:srgbClr val="57962F"/>
                </a:solidFill>
                <a:latin typeface="Pretendard"/>
                <a:ea typeface="Pretendard"/>
                <a:cs typeface="Pretendard"/>
              </a:defRPr>
            </a:lvl9pPr>
          </a:lstStyle>
          <a:p xmlns:a="http://schemas.openxmlformats.org/drawingml/2006/main">
            <a:pPr algn="l">
              <a:defRPr sz="3750" b="1">
                <a:solidFill>
                  <a:srgbClr val="57962F"/>
                </a:solidFill>
                <a:latin typeface="Pretendard"/>
                <a:ea typeface="Pretendard"/>
                <a:cs typeface="Pretendard"/>
              </a:defRPr>
            </a:pPr>
            <a:r>
              <a:rPr sz="3750" b="1">
                <a:solidFill>
                  <a:srgbClr val="57962F"/>
                </a:solidFill>
                <a:latin typeface="Pretendard"/>
                <a:ea typeface="Pretendard"/>
                <a:cs typeface="Pretendard"/>
              </a:rPr>
              <a:t>= −193.5 kJ</a:t>
            </a:r>
          </a:p>
        </p:txBody>
      </p:sp>
      <p:sp>
        <p:nvSpPr>
          <p:cNvPr id="15" name="경로 비교 결론">
            <a:extLst xmlns:a="http://schemas.openxmlformats.org/drawingml/2006/main">
              <a:ext uri="{FF2B5EF4-FFF2-40B4-BE49-F238E27FC236}">
                <a16:creationId xmlns:a16="http://schemas.microsoft.com/office/drawing/2014/main" id="{9E6EBA7A-F94F-4C52-A395-A3E7B6020F65}"/>
              </a:ext>
            </a:extLst>
          </p:cNvPr>
          <p:cNvSpPr>
            <a:spLocks xmlns:a="http://schemas.openxmlformats.org/drawingml/2006/main" noGrp="1"/>
          </p:cNvSpPr>
          <p:nvPr/>
        </p:nvSpPr>
        <p:spPr>
          <a:xfrm xmlns:a="http://schemas.openxmlformats.org/drawingml/2006/main">
            <a:off x="11144250" y="8886825"/>
            <a:ext cx="6191250" cy="733425"/>
          </a:xfrm>
          <a:prstGeom xmlns:a="http://schemas.openxmlformats.org/drawingml/2006/main" prst="roundRect">
            <a:avLst>
              <a:gd name="adj" fmla="val 20779"/>
            </a:avLst>
          </a:prstGeom>
          <a:solidFill xmlns:a="http://schemas.openxmlformats.org/drawingml/2006/main">
            <a:srgbClr val="484847"/>
          </a:solidFill>
          <a:ln xmlns:a="http://schemas.openxmlformats.org/drawingml/2006/main" w="0">
            <a:noFill/>
          </a:ln>
        </p:spPr>
      </p:sp>
      <p:sp>
        <p:nvSpPr>
          <p:cNvPr id="16" name="rich">
            <a:extLst xmlns:a="http://schemas.openxmlformats.org/drawingml/2006/main">
              <a:ext uri="{FF2B5EF4-FFF2-40B4-BE49-F238E27FC236}">
                <a16:creationId xmlns:a16="http://schemas.microsoft.com/office/drawing/2014/main" id="{36A1C8B3-0976-4A4A-A703-EC3ACF31B373}"/>
              </a:ext>
            </a:extLst>
          </p:cNvPr>
          <p:cNvSpPr>
            <a:spLocks xmlns:a="http://schemas.openxmlformats.org/drawingml/2006/main" noGrp="1"/>
          </p:cNvSpPr>
          <p:nvPr/>
        </p:nvSpPr>
        <p:spPr>
          <a:xfrm xmlns:a="http://schemas.openxmlformats.org/drawingml/2006/main">
            <a:off x="11430000" y="8963025"/>
            <a:ext cx="5619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600" b="0">
                <a:solidFill>
                  <a:srgbClr val="FFFFFF"/>
                </a:solidFill>
                <a:latin typeface="Pretendard"/>
                <a:ea typeface="Pretendard"/>
                <a:cs typeface="Pretendard"/>
              </a:defRPr>
            </a:defPPr>
            <a:lvl1pPr algn="ctr">
              <a:defRPr sz="3600" b="0">
                <a:solidFill>
                  <a:srgbClr val="FFFFFF"/>
                </a:solidFill>
                <a:latin typeface="Pretendard"/>
                <a:ea typeface="Pretendard"/>
                <a:cs typeface="Pretendard"/>
              </a:defRPr>
            </a:lvl1pPr>
            <a:lvl2pPr algn="ctr">
              <a:defRPr sz="3600" b="0">
                <a:solidFill>
                  <a:srgbClr val="FFFFFF"/>
                </a:solidFill>
                <a:latin typeface="Pretendard"/>
                <a:ea typeface="Pretendard"/>
                <a:cs typeface="Pretendard"/>
              </a:defRPr>
            </a:lvl2pPr>
            <a:lvl3pPr algn="ctr">
              <a:defRPr sz="3600" b="0">
                <a:solidFill>
                  <a:srgbClr val="FFFFFF"/>
                </a:solidFill>
                <a:latin typeface="Pretendard"/>
                <a:ea typeface="Pretendard"/>
                <a:cs typeface="Pretendard"/>
              </a:defRPr>
            </a:lvl3pPr>
            <a:lvl4pPr algn="ctr">
              <a:defRPr sz="3600" b="0">
                <a:solidFill>
                  <a:srgbClr val="FFFFFF"/>
                </a:solidFill>
                <a:latin typeface="Pretendard"/>
                <a:ea typeface="Pretendard"/>
                <a:cs typeface="Pretendard"/>
              </a:defRPr>
            </a:lvl4pPr>
            <a:lvl5pPr algn="ctr">
              <a:defRPr sz="3600" b="0">
                <a:solidFill>
                  <a:srgbClr val="FFFFFF"/>
                </a:solidFill>
                <a:latin typeface="Pretendard"/>
                <a:ea typeface="Pretendard"/>
                <a:cs typeface="Pretendard"/>
              </a:defRPr>
            </a:lvl5pPr>
            <a:lvl6pPr algn="ctr">
              <a:defRPr sz="3600" b="0">
                <a:solidFill>
                  <a:srgbClr val="FFFFFF"/>
                </a:solidFill>
                <a:latin typeface="Pretendard"/>
                <a:ea typeface="Pretendard"/>
                <a:cs typeface="Pretendard"/>
              </a:defRPr>
            </a:lvl6pPr>
            <a:lvl7pPr algn="ctr">
              <a:defRPr sz="3600" b="0">
                <a:solidFill>
                  <a:srgbClr val="FFFFFF"/>
                </a:solidFill>
                <a:latin typeface="Pretendard"/>
                <a:ea typeface="Pretendard"/>
                <a:cs typeface="Pretendard"/>
              </a:defRPr>
            </a:lvl7pPr>
            <a:lvl8pPr algn="ctr">
              <a:defRPr sz="3600" b="0">
                <a:solidFill>
                  <a:srgbClr val="FFFFFF"/>
                </a:solidFill>
                <a:latin typeface="Pretendard"/>
                <a:ea typeface="Pretendard"/>
                <a:cs typeface="Pretendard"/>
              </a:defRPr>
            </a:lvl8pPr>
            <a:lvl9pPr algn="ctr">
              <a:defRPr sz="3600" b="0">
                <a:solidFill>
                  <a:srgbClr val="FFFFFF"/>
                </a:solidFill>
                <a:latin typeface="Pretendard"/>
                <a:ea typeface="Pretendard"/>
                <a:cs typeface="Pretendard"/>
              </a:defRPr>
            </a:lvl9pPr>
          </a:lstStyle>
          <a:p xmlns:a="http://schemas.openxmlformats.org/drawingml/2006/main">
            <a:pPr algn="ctr">
              <a:defRPr sz="3600" b="0">
                <a:solidFill>
                  <a:srgbClr val="FFFFFF"/>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₂ + </a:t>
            </a:r>
            <a:r>
              <a:t>Δ</a:t>
            </a:r>
            <a:r>
              <a:rPr i="1">
                <a:latin typeface="Pretendard"/>
                <a:ea typeface="Pretendard"/>
                <a:cs typeface="Pretendard"/>
              </a:rPr>
              <a:t>H</a:t>
            </a:r>
            <a:r>
              <a:t>₃</a:t>
            </a:r>
          </a:p>
        </p:txBody>
      </p:sp>
    </p:spTree>
    <p:extLst>
      <p:ext uri="{BB962C8B-B14F-4D97-AF65-F5344CB8AC3E}">
        <p14:creationId xmlns:p14="http://schemas.microsoft.com/office/powerpoint/2010/main" val="17783434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E24FF802-272A-4E25-9692-05A1569DF449}"/>
              </a:ext>
            </a:extLst>
          </p:cNvPr>
          <p:cNvPicPr>
            <a:picLocks xmlns:a="http://schemas.openxmlformats.org/drawingml/2006/main" noChangeAspect="1"/>
          </p:cNvPicPr>
          <p:nvPr/>
        </p:nvPicPr>
        <p:blipFill>
          <a:blip xmlns:r="http://schemas.openxmlformats.org/officeDocument/2006/relationships" xmlns:a="http://schemas.openxmlformats.org/drawingml/2006/main" r:embed="R4f43b88a9e8f46c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AE4985E-613E-4A98-950F-ACABE9D7EE8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D914E5A-8BFF-48F1-8965-948B1B06BB19}"/>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AA27DA77-FB36-473A-AFF4-92F23EE6511A}"/>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21C39CE6-3F03-4CA3-A394-D3F14996848B}"/>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68FE6F2D-EAEB-4BE0-BA0B-5280633CB13A}"/>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두 반응식을 더하면</a:t>
            </a:r>
          </a:p>
        </p:txBody>
      </p:sp>
      <p:pic>
        <p:nvPicPr>
          <p:cNvPr id="7" name="">
            <a:extLst xmlns:a="http://schemas.openxmlformats.org/drawingml/2006/main">
              <a:ext uri="{FF2B5EF4-FFF2-40B4-BE49-F238E27FC236}">
                <a16:creationId xmlns:a16="http://schemas.microsoft.com/office/drawing/2014/main" id="{C7B2BAE8-7B98-4727-9B7A-D641D4D261C5}"/>
              </a:ext>
            </a:extLst>
          </p:cNvPr>
          <p:cNvPicPr>
            <a:picLocks xmlns:a="http://schemas.openxmlformats.org/drawingml/2006/main" noChangeAspect="1"/>
          </p:cNvPicPr>
          <p:nvPr/>
        </p:nvPicPr>
        <p:blipFill>
          <a:blip xmlns:r="http://schemas.openxmlformats.org/officeDocument/2006/relationships" xmlns:a="http://schemas.openxmlformats.org/drawingml/2006/main" r:embed="R7b32b7ce0ded4566"/>
          <a:stretch xmlns:a="http://schemas.openxmlformats.org/drawingml/2006/main"/>
        </p:blipFill>
        <p:spPr>
          <a:xfrm xmlns:a="http://schemas.openxmlformats.org/drawingml/2006/main">
            <a:off x="2247900" y="4740908"/>
            <a:ext cx="13811250" cy="2224408"/>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A34489E5-6614-47AB-A4CA-8CBE7EAEC648}"/>
              </a:ext>
            </a:extLst>
          </p:cNvPr>
          <p:cNvSpPr>
            <a:spLocks xmlns:a="http://schemas.openxmlformats.org/drawingml/2006/main" noGrp="1"/>
          </p:cNvSpPr>
          <p:nvPr/>
        </p:nvSpPr>
        <p:spPr>
          <a:xfrm xmlns:a="http://schemas.openxmlformats.org/drawingml/2006/main">
            <a:off x="2247900" y="7677150"/>
            <a:ext cx="13811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rPr sz="2850" b="1">
                <a:solidFill>
                  <a:srgbClr val="57962F"/>
                </a:solidFill>
                <a:latin typeface="Pretendard"/>
                <a:ea typeface="Pretendard"/>
                <a:cs typeface="Pretendard"/>
              </a:rPr>
              <a:t>중간 물질 Ca(OH)₂와 양변의 물 1 mol을 소거</a:t>
            </a:r>
          </a:p>
        </p:txBody>
      </p:sp>
      <p:sp>
        <p:nvSpPr>
          <p:cNvPr id="9" name="해석·결론">
            <a:extLst xmlns:a="http://schemas.openxmlformats.org/drawingml/2006/main">
              <a:ext uri="{FF2B5EF4-FFF2-40B4-BE49-F238E27FC236}">
                <a16:creationId xmlns:a16="http://schemas.microsoft.com/office/drawing/2014/main" id="{59A24B90-F36D-41E2-AD6E-30AA7F0E9A6F}"/>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5AEB1834-5C99-4287-979B-62FEC588D958}"/>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₂ + </a:t>
            </a:r>
            <a:r>
              <a:t>Δ</a:t>
            </a:r>
            <a:r>
              <a:rPr i="1">
                <a:latin typeface="Pretendard"/>
                <a:ea typeface="Pretendard"/>
                <a:cs typeface="Pretendard"/>
              </a:rPr>
              <a:t>H</a:t>
            </a:r>
            <a:r>
              <a:t>₃ = −193.5 kJ</a:t>
            </a:r>
          </a:p>
        </p:txBody>
      </p:sp>
    </p:spTree>
    <p:extLst>
      <p:ext uri="{BB962C8B-B14F-4D97-AF65-F5344CB8AC3E}">
        <p14:creationId xmlns:p14="http://schemas.microsoft.com/office/powerpoint/2010/main" val="2182626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ACDCACCC-6C3E-49B6-9861-FBBFD8D72860}"/>
              </a:ext>
            </a:extLst>
          </p:cNvPr>
          <p:cNvPicPr>
            <a:picLocks xmlns:a="http://schemas.openxmlformats.org/drawingml/2006/main" noChangeAspect="1"/>
          </p:cNvPicPr>
          <p:nvPr/>
        </p:nvPicPr>
        <p:blipFill>
          <a:blip xmlns:r="http://schemas.openxmlformats.org/officeDocument/2006/relationships" xmlns:a="http://schemas.openxmlformats.org/drawingml/2006/main" r:embed="R4a17603b8f29444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A7C4DB2-4821-4FB4-95AC-FC2AEFC0875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9C5A1FF-13E9-4560-A7F3-76AE58CF86FD}"/>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F2D01AED-9858-4965-B937-87EFC6DF63E7}"/>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1D30BC9B-1B3A-4ADA-86C4-10A43A9B7993}"/>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6D0E216B-F6FF-47B0-9517-4CECF3DACFBF}"/>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계수와 </a:t>
            </a:r>
            <a:r>
              <a:t>Δ</a:t>
            </a:r>
            <a:r>
              <a:rPr i="1">
                <a:latin typeface="Pretendard"/>
                <a:ea typeface="Pretendard"/>
                <a:cs typeface="Pretendard"/>
              </a:rPr>
              <a:t>H</a:t>
            </a:r>
            <a:r>
              <a:t>는 같은 비율로</a:t>
            </a:r>
          </a:p>
        </p:txBody>
      </p:sp>
      <p:pic>
        <p:nvPicPr>
          <p:cNvPr id="7" name="">
            <a:extLst xmlns:a="http://schemas.openxmlformats.org/drawingml/2006/main">
              <a:ext uri="{FF2B5EF4-FFF2-40B4-BE49-F238E27FC236}">
                <a16:creationId xmlns:a16="http://schemas.microsoft.com/office/drawing/2014/main" id="{424CBFB8-DA58-4811-A977-A480D10BF6C4}"/>
              </a:ext>
            </a:extLst>
          </p:cNvPr>
          <p:cNvPicPr>
            <a:picLocks xmlns:a="http://schemas.openxmlformats.org/drawingml/2006/main" noChangeAspect="1"/>
          </p:cNvPicPr>
          <p:nvPr/>
        </p:nvPicPr>
        <p:blipFill>
          <a:blip xmlns:r="http://schemas.openxmlformats.org/officeDocument/2006/relationships" xmlns:a="http://schemas.openxmlformats.org/drawingml/2006/main" r:embed="R7b297f2f2250407b"/>
          <a:stretch xmlns:a="http://schemas.openxmlformats.org/drawingml/2006/main"/>
        </p:blipFill>
        <p:spPr>
          <a:xfrm xmlns:a="http://schemas.openxmlformats.org/drawingml/2006/main">
            <a:off x="2143125" y="3667125"/>
            <a:ext cx="14001750" cy="4667250"/>
          </a:xfrm>
          <a:prstGeom xmlns:a="http://schemas.openxmlformats.org/drawingml/2006/main" prst="rect">
            <a:avLst/>
          </a:prstGeom>
        </p:spPr>
      </p:pic>
      <p:sp>
        <p:nvSpPr>
          <p:cNvPr id="8" name="해석·결론">
            <a:extLst xmlns:a="http://schemas.openxmlformats.org/drawingml/2006/main">
              <a:ext uri="{FF2B5EF4-FFF2-40B4-BE49-F238E27FC236}">
                <a16:creationId xmlns:a16="http://schemas.microsoft.com/office/drawing/2014/main" id="{9F40998C-CFAD-45B4-A2D0-04489D4A6412}"/>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9" name="반응식·수식">
            <a:extLst xmlns:a="http://schemas.openxmlformats.org/drawingml/2006/main">
              <a:ext uri="{FF2B5EF4-FFF2-40B4-BE49-F238E27FC236}">
                <a16:creationId xmlns:a16="http://schemas.microsoft.com/office/drawing/2014/main" id="{25FC4297-9181-4B72-B34B-9BD5D9247A0E}"/>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모든 계수에 2를 곱하면, </a:t>
            </a:r>
            <a:r>
              <a:t>Δ</a:t>
            </a:r>
            <a:r>
              <a:rPr i="1">
                <a:latin typeface="Pretendard"/>
                <a:ea typeface="Pretendard"/>
                <a:cs typeface="Pretendard"/>
              </a:rPr>
              <a:t>H</a:t>
            </a:r>
            <a:r>
              <a:t>에도 2를 곱한다.</a:t>
            </a:r>
          </a:p>
        </p:txBody>
      </p:sp>
    </p:spTree>
    <p:extLst>
      <p:ext uri="{BB962C8B-B14F-4D97-AF65-F5344CB8AC3E}">
        <p14:creationId xmlns:p14="http://schemas.microsoft.com/office/powerpoint/2010/main" val="126190370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EF58AB50-A4DF-4826-B344-E3AA12CE14F4}"/>
              </a:ext>
            </a:extLst>
          </p:cNvPr>
          <p:cNvPicPr>
            <a:picLocks xmlns:a="http://schemas.openxmlformats.org/drawingml/2006/main" noChangeAspect="1"/>
          </p:cNvPicPr>
          <p:nvPr/>
        </p:nvPicPr>
        <p:blipFill>
          <a:blip xmlns:r="http://schemas.openxmlformats.org/officeDocument/2006/relationships" xmlns:a="http://schemas.openxmlformats.org/drawingml/2006/main" r:embed="R771ca469558a45be"/>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79107EA-F33A-479A-BB27-71219B21D1A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D14417C-D6FF-4FD4-9618-2DD1B74CD96E}"/>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30EEB51D-5495-4088-B6E6-6FFBC964181C}"/>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FE021D77-8F40-47C8-9C97-8FEA8A32366E}"/>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4CD73F52-A24B-4009-9DE7-52E79C69FCDB}"/>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반응을 뒤집으면 부호도 반대</a:t>
            </a:r>
          </a:p>
        </p:txBody>
      </p:sp>
      <p:pic>
        <p:nvPicPr>
          <p:cNvPr id="7" name="">
            <a:extLst xmlns:a="http://schemas.openxmlformats.org/drawingml/2006/main">
              <a:ext uri="{FF2B5EF4-FFF2-40B4-BE49-F238E27FC236}">
                <a16:creationId xmlns:a16="http://schemas.microsoft.com/office/drawing/2014/main" id="{3E488656-CE98-4D9F-94FD-05E066FCF911}"/>
              </a:ext>
            </a:extLst>
          </p:cNvPr>
          <p:cNvPicPr>
            <a:picLocks xmlns:a="http://schemas.openxmlformats.org/drawingml/2006/main" noChangeAspect="1"/>
          </p:cNvPicPr>
          <p:nvPr/>
        </p:nvPicPr>
        <p:blipFill>
          <a:blip xmlns:r="http://schemas.openxmlformats.org/officeDocument/2006/relationships" xmlns:a="http://schemas.openxmlformats.org/drawingml/2006/main" r:embed="R442cf28141674490"/>
          <a:stretch xmlns:a="http://schemas.openxmlformats.org/drawingml/2006/main"/>
        </p:blipFill>
        <p:spPr>
          <a:xfrm xmlns:a="http://schemas.openxmlformats.org/drawingml/2006/main">
            <a:off x="2143125" y="3667125"/>
            <a:ext cx="14001750" cy="4667250"/>
          </a:xfrm>
          <a:prstGeom xmlns:a="http://schemas.openxmlformats.org/drawingml/2006/main" prst="rect">
            <a:avLst/>
          </a:prstGeom>
        </p:spPr>
      </p:pic>
      <p:sp>
        <p:nvSpPr>
          <p:cNvPr id="8" name="해석·결론">
            <a:extLst xmlns:a="http://schemas.openxmlformats.org/drawingml/2006/main">
              <a:ext uri="{FF2B5EF4-FFF2-40B4-BE49-F238E27FC236}">
                <a16:creationId xmlns:a16="http://schemas.microsoft.com/office/drawing/2014/main" id="{42FFFBB8-1035-40F1-A305-8812039A8D84}"/>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9" name="반응식·수식">
            <a:extLst xmlns:a="http://schemas.openxmlformats.org/drawingml/2006/main">
              <a:ext uri="{FF2B5EF4-FFF2-40B4-BE49-F238E27FC236}">
                <a16:creationId xmlns:a16="http://schemas.microsoft.com/office/drawing/2014/main" id="{0F5D1E08-26D4-4C84-A8D6-A9542AD64E47}"/>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역반응의 </a:t>
            </a:r>
            <a:r>
              <a:t>Δ</a:t>
            </a:r>
            <a:r>
              <a:rPr i="1">
                <a:latin typeface="Pretendard"/>
                <a:ea typeface="Pretendard"/>
                <a:cs typeface="Pretendard"/>
              </a:rPr>
              <a:t>H</a:t>
            </a:r>
            <a:r>
              <a:t>는 절댓값이 같고 부호는 반대다.</a:t>
            </a:r>
          </a:p>
        </p:txBody>
      </p:sp>
    </p:spTree>
    <p:extLst>
      <p:ext uri="{BB962C8B-B14F-4D97-AF65-F5344CB8AC3E}">
        <p14:creationId xmlns:p14="http://schemas.microsoft.com/office/powerpoint/2010/main" val="190009586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110FF1B7-D160-47BE-B32B-5FB09ED2D55B}"/>
              </a:ext>
            </a:extLst>
          </p:cNvPr>
          <p:cNvPicPr>
            <a:picLocks xmlns:a="http://schemas.openxmlformats.org/drawingml/2006/main" noChangeAspect="1"/>
          </p:cNvPicPr>
          <p:nvPr/>
        </p:nvPicPr>
        <p:blipFill>
          <a:blip xmlns:r="http://schemas.openxmlformats.org/officeDocument/2006/relationships" xmlns:a="http://schemas.openxmlformats.org/drawingml/2006/main" r:embed="R2b795d112f1c4ae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A2096A0-2CCE-4DE2-AC19-6B1DC64A9752}"/>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BA7D26A-1FDD-4272-9E89-15F6B5D4E5B7}"/>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D56C3F24-A8AB-44C4-8B5D-684311F79EBB}"/>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CC408F29-B75B-4E09-813D-F66EAFE3B67B}"/>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988A7B00-965D-4420-B4B4-9B212D898F85}"/>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열화학 반응식의 세 가지 조작</a:t>
            </a:r>
          </a:p>
        </p:txBody>
      </p:sp>
      <p:graphicFrame>
        <p:nvGraphicFramePr>
          <p:cNvPr id="7" name="">
            <a:extLst xmlns:a="http://schemas.openxmlformats.org/drawingml/2006/main">
              <a:ext uri="{FF2B5EF4-FFF2-40B4-BE49-F238E27FC236}">
                <a16:creationId xmlns:a16="http://schemas.microsoft.com/office/drawing/2014/main" id="{AD04A88F-1DA1-4E38-A2A4-6B8E036E4460}"/>
              </a:ext>
            </a:extLst>
          </p:cNvPr>
          <p:cNvGraphicFramePr/>
          <p:nvPr/>
        </p:nvGraphicFramePr>
        <p:xfrm>
          <a:off xmlns:a="http://schemas.openxmlformats.org/drawingml/2006/main" x="1828800" y="4286250"/>
          <a:ext xmlns:a="http://schemas.openxmlformats.org/drawingml/2006/main" cx="14639925" cy="4191000"/>
        </p:xfrm>
        <a:graphic xmlns:a="http://schemas.openxmlformats.org/drawingml/2006/main">
          <a:graphicData uri="http://schemas.openxmlformats.org/drawingml/2006/table">
            <a:tbl>
              <a:tblPr/>
              <a:tblGrid>
                <a:gridCol w="7315200"/>
                <a:gridCol w="7324725"/>
              </a:tblGrid>
              <a:tr h="1047750">
                <a:tc>
                  <a:txBody>
                    <a:bodyPr wrap="none" lIns="114300" tIns="114300" rIns="114300" bIns="114300"/>
                    <a:lstStyle/>
                    <a:p>
                      <a:pPr algn="ctr"/>
                      <a:r>
                        <a:rPr sz="3300" b="1">
                          <a:solidFill>
                            <a:srgbClr val="FFFFFF"/>
                          </a:solidFill>
                          <a:latin typeface="Pretendard"/>
                          <a:ea typeface="Pretendard"/>
                          <a:cs typeface="Pretendard"/>
                        </a:rPr>
                        <a:t>반응식의 조작</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300" b="1">
                          <a:solidFill>
                            <a:srgbClr val="FFFFFF"/>
                          </a:solidFill>
                          <a:latin typeface="Pretendard"/>
                          <a:ea typeface="Pretendard"/>
                          <a:cs typeface="Pretendard"/>
                        </a:rPr>
                        <a:t>반응 엔탈피의 조작</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47750">
                <a:tc>
                  <a:txBody>
                    <a:bodyPr wrap="none" lIns="114300" tIns="114300" rIns="114300" bIns="114300"/>
                    <a:lstStyle/>
                    <a:p>
                      <a:pPr algn="ctr"/>
                      <a:r>
                        <a:rPr sz="3300" b="1">
                          <a:solidFill>
                            <a:srgbClr val="FFFFFF"/>
                          </a:solidFill>
                          <a:latin typeface="Pretendard"/>
                          <a:ea typeface="Pretendard"/>
                          <a:cs typeface="Pretendard"/>
                        </a:rPr>
                        <a:t>모든 계수에 k를 곱한다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Δ</a:t>
                      </a:r>
                      <a:r>
                        <a:rPr sz="3300" b="0" i="1">
                          <a:solidFill>
                            <a:srgbClr val="FFFFFF"/>
                          </a:solidFill>
                          <a:latin typeface="Pretendard"/>
                          <a:ea typeface="Pretendard"/>
                          <a:cs typeface="Pretendard"/>
                        </a:rPr>
                        <a:t>H</a:t>
                      </a:r>
                      <a:r>
                        <a:rPr sz="3300" b="0">
                          <a:solidFill>
                            <a:srgbClr val="FFFFFF"/>
                          </a:solidFill>
                          <a:latin typeface="Pretendard"/>
                          <a:ea typeface="Pretendard"/>
                          <a:cs typeface="Pretendard"/>
                        </a:rPr>
                        <a:t>에도 k를 곱한다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47750">
                <a:tc>
                  <a:txBody>
                    <a:bodyPr wrap="none" lIns="114300" tIns="114300" rIns="114300" bIns="114300"/>
                    <a:lstStyle/>
                    <a:p>
                      <a:pPr algn="ctr"/>
                      <a:r>
                        <a:rPr sz="3300" b="1">
                          <a:solidFill>
                            <a:srgbClr val="FFFFFF"/>
                          </a:solidFill>
                          <a:latin typeface="Pretendard"/>
                          <a:ea typeface="Pretendard"/>
                          <a:cs typeface="Pretendard"/>
                        </a:rPr>
                        <a:t>역반응으로 바꾼다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Δ</a:t>
                      </a:r>
                      <a:r>
                        <a:rPr sz="3300" b="0" i="1">
                          <a:solidFill>
                            <a:srgbClr val="FFFFFF"/>
                          </a:solidFill>
                          <a:latin typeface="Pretendard"/>
                          <a:ea typeface="Pretendard"/>
                          <a:cs typeface="Pretendard"/>
                        </a:rPr>
                        <a:t>H</a:t>
                      </a:r>
                      <a:r>
                        <a:rPr sz="3300" b="0">
                          <a:solidFill>
                            <a:srgbClr val="FFFFFF"/>
                          </a:solidFill>
                          <a:latin typeface="Pretendard"/>
                          <a:ea typeface="Pretendard"/>
                          <a:cs typeface="Pretendard"/>
                        </a:rPr>
                        <a:t>의 부호를 바꾼다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47750">
                <a:tc>
                  <a:txBody>
                    <a:bodyPr wrap="none" lIns="114300" tIns="114300" rIns="114300" bIns="114300"/>
                    <a:lstStyle/>
                    <a:p>
                      <a:pPr algn="ctr"/>
                      <a:r>
                        <a:rPr sz="3300" b="1">
                          <a:solidFill>
                            <a:srgbClr val="FFFFFF"/>
                          </a:solidFill>
                          <a:latin typeface="Pretendard"/>
                          <a:ea typeface="Pretendard"/>
                          <a:cs typeface="Pretendard"/>
                        </a:rPr>
                        <a:t>여러 반응식을 더한다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각 </a:t>
                      </a:r>
                      <a:r>
                        <a:rPr sz="3300" b="0">
                          <a:solidFill>
                            <a:srgbClr val="FFFFFF"/>
                          </a:solidFill>
                          <a:latin typeface="Pretendard"/>
                          <a:ea typeface="Pretendard"/>
                          <a:cs typeface="Pretendard"/>
                        </a:rPr>
                        <a:t>Δ</a:t>
                      </a:r>
                      <a:r>
                        <a:rPr sz="3300" b="0" i="1">
                          <a:solidFill>
                            <a:srgbClr val="FFFFFF"/>
                          </a:solidFill>
                          <a:latin typeface="Pretendard"/>
                          <a:ea typeface="Pretendard"/>
                          <a:cs typeface="Pretendard"/>
                        </a:rPr>
                        <a:t>H</a:t>
                      </a:r>
                      <a:r>
                        <a:rPr sz="3300" b="0">
                          <a:solidFill>
                            <a:srgbClr val="FFFFFF"/>
                          </a:solidFill>
                          <a:latin typeface="Pretendard"/>
                          <a:ea typeface="Pretendard"/>
                          <a:cs typeface="Pretendard"/>
                        </a:rPr>
                        <a:t>를 더한다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1EA82D1D-C696-42C7-AE2C-9569C7D4398A}"/>
              </a:ext>
            </a:extLst>
          </p:cNvPr>
          <p:cNvSpPr>
            <a:spLocks xmlns:a="http://schemas.openxmlformats.org/drawingml/2006/main" noGrp="1"/>
          </p:cNvSpPr>
          <p:nvPr/>
        </p:nvSpPr>
        <p:spPr>
          <a:xfrm xmlns:a="http://schemas.openxmlformats.org/drawingml/2006/main" rot="0">
            <a:off x="1828800"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13A47D1C-6681-4017-BCDE-F391E208B0B8}"/>
              </a:ext>
            </a:extLst>
          </p:cNvPr>
          <p:cNvSpPr>
            <a:spLocks xmlns:a="http://schemas.openxmlformats.org/drawingml/2006/main" noGrp="1"/>
          </p:cNvSpPr>
          <p:nvPr/>
        </p:nvSpPr>
        <p:spPr>
          <a:xfrm xmlns:a="http://schemas.openxmlformats.org/drawingml/2006/main" rot="5400000">
            <a:off x="16278225"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41B14966-003D-40CF-A295-4D43DE67D4C3}"/>
              </a:ext>
            </a:extLst>
          </p:cNvPr>
          <p:cNvSpPr>
            <a:spLocks xmlns:a="http://schemas.openxmlformats.org/drawingml/2006/main" noGrp="1"/>
          </p:cNvSpPr>
          <p:nvPr/>
        </p:nvSpPr>
        <p:spPr>
          <a:xfrm xmlns:a="http://schemas.openxmlformats.org/drawingml/2006/main" rot="10800000">
            <a:off x="16278225" y="8286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9003E0D9-3264-4917-8714-940B1732B4BE}"/>
              </a:ext>
            </a:extLst>
          </p:cNvPr>
          <p:cNvSpPr>
            <a:spLocks xmlns:a="http://schemas.openxmlformats.org/drawingml/2006/main" noGrp="1"/>
          </p:cNvSpPr>
          <p:nvPr/>
        </p:nvSpPr>
        <p:spPr>
          <a:xfrm xmlns:a="http://schemas.openxmlformats.org/drawingml/2006/main" rot="16200000">
            <a:off x="1828800" y="8286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Tree>
    <p:extLst>
      <p:ext uri="{BB962C8B-B14F-4D97-AF65-F5344CB8AC3E}">
        <p14:creationId xmlns:p14="http://schemas.microsoft.com/office/powerpoint/2010/main" val="358872670"/>
      </p:ext>
    </p:extLst>
  </p:cSld>
</p:sld>
</file>

<file path=ppt/slides/slide1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로고 대비 바탕">
            <a:extLst xmlns:a="http://schemas.openxmlformats.org/drawingml/2006/main">
              <a:ext uri="{FF2B5EF4-FFF2-40B4-BE49-F238E27FC236}">
                <a16:creationId xmlns:a16="http://schemas.microsoft.com/office/drawing/2014/main" id="{1D22B60F-93C7-4B63-A1A8-0057F8401105}"/>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D1ED6264-8A2E-44DB-B414-E4DC80E74F07}"/>
              </a:ext>
            </a:extLst>
          </p:cNvPr>
          <p:cNvPicPr>
            <a:picLocks xmlns:a="http://schemas.openxmlformats.org/drawingml/2006/main" noChangeAspect="1"/>
          </p:cNvPicPr>
          <p:nvPr/>
        </p:nvPicPr>
        <p:blipFill>
          <a:blip xmlns:r="http://schemas.openxmlformats.org/officeDocument/2006/relationships" xmlns:a="http://schemas.openxmlformats.org/drawingml/2006/main" r:embed="R70eb35928f1d484b"/>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3" name="copyright">
            <a:extLst xmlns:a="http://schemas.openxmlformats.org/drawingml/2006/main">
              <a:ext uri="{FF2B5EF4-FFF2-40B4-BE49-F238E27FC236}">
                <a16:creationId xmlns:a16="http://schemas.microsoft.com/office/drawing/2014/main" id="{5A5D5AED-65E6-458D-95E7-C92DA705A66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4" name="text">
            <a:extLst xmlns:a="http://schemas.openxmlformats.org/drawingml/2006/main">
              <a:ext uri="{FF2B5EF4-FFF2-40B4-BE49-F238E27FC236}">
                <a16:creationId xmlns:a16="http://schemas.microsoft.com/office/drawing/2014/main" id="{CA81A33D-EAF2-4515-9641-2FC35DA39C91}"/>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2</a:t>
            </a:r>
          </a:p>
        </p:txBody>
      </p:sp>
      <p:sp>
        <p:nvSpPr>
          <p:cNvPr id="5" name="text">
            <a:extLst xmlns:a="http://schemas.openxmlformats.org/drawingml/2006/main">
              <a:ext uri="{FF2B5EF4-FFF2-40B4-BE49-F238E27FC236}">
                <a16:creationId xmlns:a16="http://schemas.microsoft.com/office/drawing/2014/main" id="{9C4F2BB7-8C3D-447A-AF51-E30A6AFBCA77}"/>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반응 엔탈피 구하기</a:t>
            </a:r>
          </a:p>
        </p:txBody>
      </p:sp>
      <p:sp>
        <p:nvSpPr>
          <p:cNvPr id="6" name="text">
            <a:extLst xmlns:a="http://schemas.openxmlformats.org/drawingml/2006/main">
              <a:ext uri="{FF2B5EF4-FFF2-40B4-BE49-F238E27FC236}">
                <a16:creationId xmlns:a16="http://schemas.microsoft.com/office/drawing/2014/main" id="{A924A55B-595A-41E0-AF9A-49B2A18EA1E6}"/>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직접 측정하기 어려운 반응의 열은 어떻게 구할 수 있을까?</a:t>
            </a:r>
          </a:p>
        </p:txBody>
      </p:sp>
    </p:spTree>
    <p:extLst>
      <p:ext uri="{BB962C8B-B14F-4D97-AF65-F5344CB8AC3E}">
        <p14:creationId xmlns:p14="http://schemas.microsoft.com/office/powerpoint/2010/main" val="145349642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FE7BA88C-A681-4D47-988C-EA658065F167}"/>
              </a:ext>
            </a:extLst>
          </p:cNvPr>
          <p:cNvPicPr>
            <a:picLocks xmlns:a="http://schemas.openxmlformats.org/drawingml/2006/main" noChangeAspect="1"/>
          </p:cNvPicPr>
          <p:nvPr/>
        </p:nvPicPr>
        <p:blipFill>
          <a:blip xmlns:r="http://schemas.openxmlformats.org/officeDocument/2006/relationships" xmlns:a="http://schemas.openxmlformats.org/drawingml/2006/main" r:embed="R6199da4a6f7d401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1C0A39E-144C-4631-BBF4-5CB14E51673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A17EC56-786B-4B22-9FC5-97F0E83FF977}"/>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D62AE4F4-A0D5-48A3-BFC2-AAAA88E4FE08}"/>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0AD793BE-56CC-4638-8E0D-736F68C5FF81}"/>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116C974D-1F39-450D-B710-4AAA8127E0BD}"/>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 생성열을 직접 재기 어려운 까닭</a:t>
            </a:r>
          </a:p>
        </p:txBody>
      </p:sp>
      <p:sp>
        <p:nvSpPr>
          <p:cNvPr id="7" name="설명·계산 행 1">
            <a:extLst xmlns:a="http://schemas.openxmlformats.org/drawingml/2006/main">
              <a:ext uri="{FF2B5EF4-FFF2-40B4-BE49-F238E27FC236}">
                <a16:creationId xmlns:a16="http://schemas.microsoft.com/office/drawing/2014/main" id="{76D6307B-EE85-42FA-B843-F32E26CC3138}"/>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E0C16F97-8C69-480A-98DF-A5637CFAA02D}"/>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탄소가 불완전 연소할 때 CO₂도 함께 생성될 수 있다.</a:t>
            </a:r>
          </a:p>
        </p:txBody>
      </p:sp>
      <p:sp>
        <p:nvSpPr>
          <p:cNvPr id="9" name="설명·계산 행 2">
            <a:extLst xmlns:a="http://schemas.openxmlformats.org/drawingml/2006/main">
              <a:ext uri="{FF2B5EF4-FFF2-40B4-BE49-F238E27FC236}">
                <a16:creationId xmlns:a16="http://schemas.microsoft.com/office/drawing/2014/main" id="{E6487812-39C8-4B6E-8A4D-EF29036F95C7}"/>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2F27D03B-E9F1-4432-AAA2-5EB5C5050587}"/>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CO만 생성되는 반응의 열을 따로 측정하기 어렵다.</a:t>
            </a:r>
          </a:p>
        </p:txBody>
      </p:sp>
      <p:sp>
        <p:nvSpPr>
          <p:cNvPr id="11" name="설명·계산 행 3">
            <a:extLst xmlns:a="http://schemas.openxmlformats.org/drawingml/2006/main">
              <a:ext uri="{FF2B5EF4-FFF2-40B4-BE49-F238E27FC236}">
                <a16:creationId xmlns:a16="http://schemas.microsoft.com/office/drawing/2014/main" id="{84B406C9-1CCA-45C7-9981-0B7ED49110E0}"/>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749F324E-5B33-496A-9419-308C32D754C9}"/>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이미 알고 있는 다른 반응의 </a:t>
            </a:r>
            <a:r>
              <a:t>Δ</a:t>
            </a:r>
            <a:r>
              <a:rPr i="1">
                <a:latin typeface="Pretendard"/>
                <a:ea typeface="Pretendard"/>
                <a:cs typeface="Pretendard"/>
              </a:rPr>
              <a:t>H</a:t>
            </a:r>
            <a:r>
              <a:t>를 이용한다.</a:t>
            </a:r>
          </a:p>
        </p:txBody>
      </p:sp>
    </p:spTree>
    <p:extLst>
      <p:ext uri="{BB962C8B-B14F-4D97-AF65-F5344CB8AC3E}">
        <p14:creationId xmlns:p14="http://schemas.microsoft.com/office/powerpoint/2010/main" val="173836064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5004A3FF-BEFA-4454-8ABE-F142A1BDB271}"/>
              </a:ext>
            </a:extLst>
          </p:cNvPr>
          <p:cNvPicPr>
            <a:picLocks xmlns:a="http://schemas.openxmlformats.org/drawingml/2006/main" noChangeAspect="1"/>
          </p:cNvPicPr>
          <p:nvPr/>
        </p:nvPicPr>
        <p:blipFill>
          <a:blip xmlns:r="http://schemas.openxmlformats.org/officeDocument/2006/relationships" xmlns:a="http://schemas.openxmlformats.org/drawingml/2006/main" r:embed="R9691ba05d1ab4828"/>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112E5A5-AEF0-4FBD-9384-65106157245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B8AD41D-2F3E-4CC5-8245-A159A20C81C1}"/>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45619219-9310-4A4F-BFF0-0192B9B97B53}"/>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69271CE3-8A1F-48FC-99F0-A1EAF3BA6FE5}"/>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5BE26CDC-BD28-4FFF-A0D7-57BD6B59514E}"/>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구하려는 반응부터 확인</a:t>
            </a:r>
          </a:p>
        </p:txBody>
      </p:sp>
      <p:sp>
        <p:nvSpPr>
          <p:cNvPr id="7" name="text">
            <a:extLst xmlns:a="http://schemas.openxmlformats.org/drawingml/2006/main">
              <a:ext uri="{FF2B5EF4-FFF2-40B4-BE49-F238E27FC236}">
                <a16:creationId xmlns:a16="http://schemas.microsoft.com/office/drawing/2014/main" id="{1A910B33-2CE2-4474-B69D-01A8CB03BB97}"/>
              </a:ext>
            </a:extLst>
          </p:cNvPr>
          <p:cNvSpPr>
            <a:spLocks xmlns:a="http://schemas.openxmlformats.org/drawingml/2006/main" noGrp="1"/>
          </p:cNvSpPr>
          <p:nvPr/>
        </p:nvSpPr>
        <p:spPr>
          <a:xfrm xmlns:a="http://schemas.openxmlformats.org/drawingml/2006/main">
            <a:off x="2000250" y="3952875"/>
            <a:ext cx="1428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목표 반응</a:t>
            </a:r>
          </a:p>
        </p:txBody>
      </p:sp>
      <p:pic>
        <p:nvPicPr>
          <p:cNvPr id="8" name="">
            <a:extLst xmlns:a="http://schemas.openxmlformats.org/drawingml/2006/main">
              <a:ext uri="{FF2B5EF4-FFF2-40B4-BE49-F238E27FC236}">
                <a16:creationId xmlns:a16="http://schemas.microsoft.com/office/drawing/2014/main" id="{285FB28E-98DE-413D-9E28-73F9ECFCFEED}"/>
              </a:ext>
            </a:extLst>
          </p:cNvPr>
          <p:cNvPicPr>
            <a:picLocks xmlns:a="http://schemas.openxmlformats.org/drawingml/2006/main" noChangeAspect="1"/>
          </p:cNvPicPr>
          <p:nvPr/>
        </p:nvPicPr>
        <p:blipFill>
          <a:blip xmlns:r="http://schemas.openxmlformats.org/officeDocument/2006/relationships" xmlns:a="http://schemas.openxmlformats.org/drawingml/2006/main" r:embed="R72a2cbcceecd427e"/>
          <a:stretch xmlns:a="http://schemas.openxmlformats.org/drawingml/2006/main"/>
        </p:blipFill>
        <p:spPr>
          <a:xfrm xmlns:a="http://schemas.openxmlformats.org/drawingml/2006/main">
            <a:off x="4573642" y="4572000"/>
            <a:ext cx="9140716" cy="1047750"/>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A188AF14-A22D-408B-9F30-06F8207DBB59}"/>
              </a:ext>
            </a:extLst>
          </p:cNvPr>
          <p:cNvPicPr>
            <a:picLocks xmlns:a="http://schemas.openxmlformats.org/drawingml/2006/main" noChangeAspect="1"/>
          </p:cNvPicPr>
          <p:nvPr/>
        </p:nvPicPr>
        <p:blipFill>
          <a:blip xmlns:r="http://schemas.openxmlformats.org/officeDocument/2006/relationships" xmlns:a="http://schemas.openxmlformats.org/drawingml/2006/main" r:embed="R32f77d627986463d"/>
          <a:stretch xmlns:a="http://schemas.openxmlformats.org/drawingml/2006/main"/>
        </p:blipFill>
        <p:spPr>
          <a:xfrm xmlns:a="http://schemas.openxmlformats.org/drawingml/2006/main">
            <a:off x="2540794" y="6124575"/>
            <a:ext cx="13120688" cy="110490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D0F3F49E-17D1-41E4-B325-1A0FE191718B}"/>
              </a:ext>
            </a:extLst>
          </p:cNvPr>
          <p:cNvPicPr>
            <a:picLocks xmlns:a="http://schemas.openxmlformats.org/drawingml/2006/main" noChangeAspect="1"/>
          </p:cNvPicPr>
          <p:nvPr/>
        </p:nvPicPr>
        <p:blipFill>
          <a:blip xmlns:r="http://schemas.openxmlformats.org/officeDocument/2006/relationships" xmlns:a="http://schemas.openxmlformats.org/drawingml/2006/main" r:embed="Rc7cbc921e1164bd9"/>
          <a:stretch xmlns:a="http://schemas.openxmlformats.org/drawingml/2006/main"/>
        </p:blipFill>
        <p:spPr>
          <a:xfrm xmlns:a="http://schemas.openxmlformats.org/drawingml/2006/main">
            <a:off x="2505075" y="7635240"/>
            <a:ext cx="13192125" cy="1055370"/>
          </a:xfrm>
          <a:prstGeom xmlns:a="http://schemas.openxmlformats.org/drawingml/2006/main" prst="rect">
            <a:avLst/>
          </a:prstGeom>
        </p:spPr>
      </p:pic>
    </p:spTree>
    <p:extLst>
      <p:ext uri="{BB962C8B-B14F-4D97-AF65-F5344CB8AC3E}">
        <p14:creationId xmlns:p14="http://schemas.microsoft.com/office/powerpoint/2010/main" val="19648238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041151BB-9233-4305-AAF0-6F8023CD3604}"/>
              </a:ext>
            </a:extLst>
          </p:cNvPr>
          <p:cNvPicPr>
            <a:picLocks xmlns:a="http://schemas.openxmlformats.org/drawingml/2006/main" noChangeAspect="1"/>
          </p:cNvPicPr>
          <p:nvPr/>
        </p:nvPicPr>
        <p:blipFill>
          <a:blip xmlns:r="http://schemas.openxmlformats.org/officeDocument/2006/relationships" xmlns:a="http://schemas.openxmlformats.org/drawingml/2006/main" r:embed="Ref6215de3eaa4a08"/>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E780852-B725-4D71-9FDF-BB136DF66F6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3094C9E-0945-46FA-8644-BEBF5D15B55C}"/>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BD6A4201-A157-4F6F-82E5-8DB58B9F7433}"/>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E5A6262D-D3CB-47F9-92FD-55E1FAA09AEB}"/>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4FC2971E-6AEC-423B-BC9D-44C762E43BAA}"/>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CO₂를 소거해 목표 반응을 만든다</a:t>
            </a:r>
          </a:p>
        </p:txBody>
      </p:sp>
      <p:pic>
        <p:nvPicPr>
          <p:cNvPr id="7" name="">
            <a:extLst xmlns:a="http://schemas.openxmlformats.org/drawingml/2006/main">
              <a:ext uri="{FF2B5EF4-FFF2-40B4-BE49-F238E27FC236}">
                <a16:creationId xmlns:a16="http://schemas.microsoft.com/office/drawing/2014/main" id="{0D6E72F4-2921-425F-BDF2-31B8F4ED9004}"/>
              </a:ext>
            </a:extLst>
          </p:cNvPr>
          <p:cNvPicPr>
            <a:picLocks xmlns:a="http://schemas.openxmlformats.org/drawingml/2006/main" noChangeAspect="1"/>
          </p:cNvPicPr>
          <p:nvPr/>
        </p:nvPicPr>
        <p:blipFill>
          <a:blip xmlns:r="http://schemas.openxmlformats.org/officeDocument/2006/relationships" xmlns:a="http://schemas.openxmlformats.org/drawingml/2006/main" r:embed="R2d28baea2f954df2"/>
          <a:stretch xmlns:a="http://schemas.openxmlformats.org/drawingml/2006/main"/>
        </p:blipFill>
        <p:spPr>
          <a:xfrm xmlns:a="http://schemas.openxmlformats.org/drawingml/2006/main">
            <a:off x="2247900" y="4491945"/>
            <a:ext cx="13811250" cy="2893786"/>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7EF9F305-4C45-4F45-B99E-66F8E6626FE1}"/>
              </a:ext>
            </a:extLst>
          </p:cNvPr>
          <p:cNvSpPr>
            <a:spLocks xmlns:a="http://schemas.openxmlformats.org/drawingml/2006/main" noGrp="1"/>
          </p:cNvSpPr>
          <p:nvPr/>
        </p:nvSpPr>
        <p:spPr>
          <a:xfrm xmlns:a="http://schemas.openxmlformats.org/drawingml/2006/main">
            <a:off x="2286000" y="7734300"/>
            <a:ext cx="13811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rPr sz="2850" b="1">
                <a:solidFill>
                  <a:srgbClr val="57962F"/>
                </a:solidFill>
                <a:latin typeface="Pretendard"/>
                <a:ea typeface="Pretendard"/>
                <a:cs typeface="Pretendard"/>
              </a:rPr>
              <a:t>CO 산화 반응을 뒤집고, 양변의 CO₂를 소거</a:t>
            </a:r>
          </a:p>
        </p:txBody>
      </p:sp>
      <p:sp>
        <p:nvSpPr>
          <p:cNvPr id="9" name="해석·결론">
            <a:extLst xmlns:a="http://schemas.openxmlformats.org/drawingml/2006/main">
              <a:ext uri="{FF2B5EF4-FFF2-40B4-BE49-F238E27FC236}">
                <a16:creationId xmlns:a16="http://schemas.microsoft.com/office/drawing/2014/main" id="{1C96C720-5538-4B04-A3F8-F339B63FC2CA}"/>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5C5682F6-BBDA-42A8-A23B-0254D52231AA}"/>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₂ = </a:t>
            </a:r>
            <a:r>
              <a:t>Δ</a:t>
            </a:r>
            <a:r>
              <a:rPr i="1">
                <a:latin typeface="Pretendard"/>
                <a:ea typeface="Pretendard"/>
                <a:cs typeface="Pretendard"/>
              </a:rPr>
              <a:t>H</a:t>
            </a:r>
            <a:r>
              <a:t>₁ − </a:t>
            </a:r>
            <a:r>
              <a:t>Δ</a:t>
            </a:r>
            <a:r>
              <a:rPr i="1">
                <a:latin typeface="Pretendard"/>
                <a:ea typeface="Pretendard"/>
                <a:cs typeface="Pretendard"/>
              </a:rPr>
              <a:t>H</a:t>
            </a:r>
            <a:r>
              <a:t>₃</a:t>
            </a:r>
          </a:p>
        </p:txBody>
      </p:sp>
    </p:spTree>
    <p:extLst>
      <p:ext uri="{BB962C8B-B14F-4D97-AF65-F5344CB8AC3E}">
        <p14:creationId xmlns:p14="http://schemas.microsoft.com/office/powerpoint/2010/main" val="107424275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97E4C36C-2E65-4FE9-B4DD-672D85EB4187}"/>
              </a:ext>
            </a:extLst>
          </p:cNvPr>
          <p:cNvPicPr>
            <a:picLocks xmlns:a="http://schemas.openxmlformats.org/drawingml/2006/main" noChangeAspect="1"/>
          </p:cNvPicPr>
          <p:nvPr/>
        </p:nvPicPr>
        <p:blipFill>
          <a:blip xmlns:r="http://schemas.openxmlformats.org/officeDocument/2006/relationships" xmlns:a="http://schemas.openxmlformats.org/drawingml/2006/main" r:embed="Rc316acd467f04411"/>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E4B6279-24C7-4353-AFB9-4AD65A47668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79C1A5F-880A-4641-945B-A70DCA76F5AA}"/>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0C982E49-6D42-40CE-A699-32244AD06F1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8C4E9017-C5EA-47A0-9F93-34E653BC27C3}"/>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C3E7883F-720D-465C-9665-48D8A8F17092}"/>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 생성 반응의 반응 엔탈피</a:t>
            </a:r>
          </a:p>
        </p:txBody>
      </p:sp>
      <p:sp>
        <p:nvSpPr>
          <p:cNvPr id="7" name="관계식">
            <a:extLst xmlns:a="http://schemas.openxmlformats.org/drawingml/2006/main">
              <a:ext uri="{FF2B5EF4-FFF2-40B4-BE49-F238E27FC236}">
                <a16:creationId xmlns:a16="http://schemas.microsoft.com/office/drawing/2014/main" id="{BDEF8EBE-8CE3-4943-82EE-030601DBCC1F}"/>
              </a:ext>
            </a:extLst>
          </p:cNvPr>
          <p:cNvSpPr>
            <a:spLocks xmlns:a="http://schemas.openxmlformats.org/drawingml/2006/main" noGrp="1"/>
          </p:cNvSpPr>
          <p:nvPr/>
        </p:nvSpPr>
        <p:spPr>
          <a:xfrm xmlns:a="http://schemas.openxmlformats.org/drawingml/2006/main">
            <a:off x="2190750" y="3705225"/>
            <a:ext cx="13906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57962F"/>
                </a:solidFill>
                <a:latin typeface="Pretendard"/>
                <a:ea typeface="Pretendard"/>
                <a:cs typeface="Pretendard"/>
              </a:defRPr>
            </a:defPPr>
            <a:lvl1pPr algn="ctr">
              <a:defRPr sz="5730" b="1">
                <a:solidFill>
                  <a:srgbClr val="57962F"/>
                </a:solidFill>
                <a:latin typeface="Pretendard"/>
                <a:ea typeface="Pretendard"/>
                <a:cs typeface="Pretendard"/>
              </a:defRPr>
            </a:lvl1pPr>
            <a:lvl2pPr algn="ctr">
              <a:defRPr sz="5730" b="1">
                <a:solidFill>
                  <a:srgbClr val="57962F"/>
                </a:solidFill>
                <a:latin typeface="Pretendard"/>
                <a:ea typeface="Pretendard"/>
                <a:cs typeface="Pretendard"/>
              </a:defRPr>
            </a:lvl2pPr>
            <a:lvl3pPr algn="ctr">
              <a:defRPr sz="5730" b="1">
                <a:solidFill>
                  <a:srgbClr val="57962F"/>
                </a:solidFill>
                <a:latin typeface="Pretendard"/>
                <a:ea typeface="Pretendard"/>
                <a:cs typeface="Pretendard"/>
              </a:defRPr>
            </a:lvl3pPr>
            <a:lvl4pPr algn="ctr">
              <a:defRPr sz="5730" b="1">
                <a:solidFill>
                  <a:srgbClr val="57962F"/>
                </a:solidFill>
                <a:latin typeface="Pretendard"/>
                <a:ea typeface="Pretendard"/>
                <a:cs typeface="Pretendard"/>
              </a:defRPr>
            </a:lvl4pPr>
            <a:lvl5pPr algn="ctr">
              <a:defRPr sz="5730" b="1">
                <a:solidFill>
                  <a:srgbClr val="57962F"/>
                </a:solidFill>
                <a:latin typeface="Pretendard"/>
                <a:ea typeface="Pretendard"/>
                <a:cs typeface="Pretendard"/>
              </a:defRPr>
            </a:lvl5pPr>
            <a:lvl6pPr algn="ctr">
              <a:defRPr sz="5730" b="1">
                <a:solidFill>
                  <a:srgbClr val="57962F"/>
                </a:solidFill>
                <a:latin typeface="Pretendard"/>
                <a:ea typeface="Pretendard"/>
                <a:cs typeface="Pretendard"/>
              </a:defRPr>
            </a:lvl6pPr>
            <a:lvl7pPr algn="ctr">
              <a:defRPr sz="5730" b="1">
                <a:solidFill>
                  <a:srgbClr val="57962F"/>
                </a:solidFill>
                <a:latin typeface="Pretendard"/>
                <a:ea typeface="Pretendard"/>
                <a:cs typeface="Pretendard"/>
              </a:defRPr>
            </a:lvl7pPr>
            <a:lvl8pPr algn="ctr">
              <a:defRPr sz="5730" b="1">
                <a:solidFill>
                  <a:srgbClr val="57962F"/>
                </a:solidFill>
                <a:latin typeface="Pretendard"/>
                <a:ea typeface="Pretendard"/>
                <a:cs typeface="Pretendard"/>
              </a:defRPr>
            </a:lvl8pPr>
            <a:lvl9pPr algn="ctr">
              <a:defRPr sz="5730" b="1">
                <a:solidFill>
                  <a:srgbClr val="57962F"/>
                </a:solidFill>
                <a:latin typeface="Pretendard"/>
                <a:ea typeface="Pretendard"/>
                <a:cs typeface="Pretendard"/>
              </a:defRPr>
            </a:lvl9pPr>
          </a:lstStyle>
          <a:p xmlns:a="http://schemas.openxmlformats.org/drawingml/2006/main">
            <a:pPr algn="ctr">
              <a:defRPr sz="5730" b="1">
                <a:solidFill>
                  <a:srgbClr val="57962F"/>
                </a:solidFill>
                <a:latin typeface="Pretendard"/>
                <a:ea typeface="Pretendard"/>
                <a:cs typeface="Pretendard"/>
              </a:defRPr>
            </a:pPr>
            <a:r>
              <a:t>Δ</a:t>
            </a:r>
            <a:r>
              <a:rPr i="1">
                <a:latin typeface="Pretendard"/>
                <a:ea typeface="Pretendard"/>
                <a:cs typeface="Pretendard"/>
              </a:rPr>
              <a:t>H</a:t>
            </a:r>
            <a:r>
              <a:t>₂ = </a:t>
            </a:r>
            <a:r>
              <a:t>Δ</a:t>
            </a:r>
            <a:r>
              <a:rPr i="1">
                <a:latin typeface="Pretendard"/>
                <a:ea typeface="Pretendard"/>
                <a:cs typeface="Pretendard"/>
              </a:rPr>
              <a:t>H</a:t>
            </a:r>
            <a:r>
              <a:t>₁ − </a:t>
            </a:r>
            <a:r>
              <a:t>Δ</a:t>
            </a:r>
            <a:r>
              <a:rPr i="1">
                <a:latin typeface="Pretendard"/>
                <a:ea typeface="Pretendard"/>
                <a:cs typeface="Pretendard"/>
              </a:rPr>
              <a:t>H</a:t>
            </a:r>
            <a:r>
              <a:t>₃</a:t>
            </a:r>
          </a:p>
        </p:txBody>
      </p:sp>
      <p:pic>
        <p:nvPicPr>
          <p:cNvPr id="8" name="">
            <a:extLst xmlns:a="http://schemas.openxmlformats.org/drawingml/2006/main">
              <a:ext uri="{FF2B5EF4-FFF2-40B4-BE49-F238E27FC236}">
                <a16:creationId xmlns:a16="http://schemas.microsoft.com/office/drawing/2014/main" id="{DDEFD0F7-6818-4B67-A89D-2BA4CF084951}"/>
              </a:ext>
            </a:extLst>
          </p:cNvPr>
          <p:cNvPicPr>
            <a:picLocks xmlns:a="http://schemas.openxmlformats.org/drawingml/2006/main" noChangeAspect="1"/>
          </p:cNvPicPr>
          <p:nvPr/>
        </p:nvPicPr>
        <p:blipFill>
          <a:blip xmlns:r="http://schemas.openxmlformats.org/officeDocument/2006/relationships" xmlns:a="http://schemas.openxmlformats.org/drawingml/2006/main" r:embed="R31e178edcd974e88"/>
          <a:stretch xmlns:a="http://schemas.openxmlformats.org/drawingml/2006/main"/>
        </p:blipFill>
        <p:spPr>
          <a:xfrm xmlns:a="http://schemas.openxmlformats.org/drawingml/2006/main">
            <a:off x="2540794" y="5086350"/>
            <a:ext cx="13120688" cy="1104900"/>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3CDAAE08-EDE2-4ADD-BD76-007153543B55}"/>
              </a:ext>
            </a:extLst>
          </p:cNvPr>
          <p:cNvPicPr>
            <a:picLocks xmlns:a="http://schemas.openxmlformats.org/drawingml/2006/main" noChangeAspect="1"/>
          </p:cNvPicPr>
          <p:nvPr/>
        </p:nvPicPr>
        <p:blipFill>
          <a:blip xmlns:r="http://schemas.openxmlformats.org/officeDocument/2006/relationships" xmlns:a="http://schemas.openxmlformats.org/drawingml/2006/main" r:embed="R7c116ceb0b97465c"/>
          <a:stretch xmlns:a="http://schemas.openxmlformats.org/drawingml/2006/main"/>
        </p:blipFill>
        <p:spPr>
          <a:xfrm xmlns:a="http://schemas.openxmlformats.org/drawingml/2006/main">
            <a:off x="2505075" y="6549390"/>
            <a:ext cx="13192125" cy="1055370"/>
          </a:xfrm>
          <a:prstGeom xmlns:a="http://schemas.openxmlformats.org/drawingml/2006/main" prst="rect">
            <a:avLst/>
          </a:prstGeom>
        </p:spPr>
      </p:pic>
      <p:sp>
        <p:nvSpPr>
          <p:cNvPr id="10" name="엔탈피 계산 결과">
            <a:extLst xmlns:a="http://schemas.openxmlformats.org/drawingml/2006/main">
              <a:ext uri="{FF2B5EF4-FFF2-40B4-BE49-F238E27FC236}">
                <a16:creationId xmlns:a16="http://schemas.microsoft.com/office/drawing/2014/main" id="{48E35A81-92B8-4997-9C67-12BD299330F1}"/>
              </a:ext>
            </a:extLst>
          </p:cNvPr>
          <p:cNvSpPr>
            <a:spLocks xmlns:a="http://schemas.openxmlformats.org/drawingml/2006/main" noGrp="1"/>
          </p:cNvSpPr>
          <p:nvPr/>
        </p:nvSpPr>
        <p:spPr>
          <a:xfrm xmlns:a="http://schemas.openxmlformats.org/drawingml/2006/main">
            <a:off x="1828800" y="8267700"/>
            <a:ext cx="14639925" cy="1095375"/>
          </a:xfrm>
          <a:prstGeom xmlns:a="http://schemas.openxmlformats.org/drawingml/2006/main" prst="roundRect">
            <a:avLst>
              <a:gd name="adj" fmla="val 13913"/>
            </a:avLst>
          </a:prstGeom>
          <a:solidFill xmlns:a="http://schemas.openxmlformats.org/drawingml/2006/main">
            <a:srgbClr val="484847"/>
          </a:solidFill>
          <a:ln xmlns:a="http://schemas.openxmlformats.org/drawingml/2006/main" w="0">
            <a:noFill/>
          </a:ln>
        </p:spPr>
      </p:sp>
      <p:sp>
        <p:nvSpPr>
          <p:cNvPr id="11" name="대입과 결과">
            <a:extLst xmlns:a="http://schemas.openxmlformats.org/drawingml/2006/main">
              <a:ext uri="{FF2B5EF4-FFF2-40B4-BE49-F238E27FC236}">
                <a16:creationId xmlns:a16="http://schemas.microsoft.com/office/drawing/2014/main" id="{15C673D9-749F-453F-8A6A-98B179BFF796}"/>
              </a:ext>
            </a:extLst>
          </p:cNvPr>
          <p:cNvSpPr>
            <a:spLocks xmlns:a="http://schemas.openxmlformats.org/drawingml/2006/main" noGrp="1"/>
          </p:cNvSpPr>
          <p:nvPr/>
        </p:nvSpPr>
        <p:spPr>
          <a:xfrm xmlns:a="http://schemas.openxmlformats.org/drawingml/2006/main">
            <a:off x="2171700" y="8429625"/>
            <a:ext cx="13954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975" b="0">
                <a:solidFill>
                  <a:srgbClr val="FFFFFF"/>
                </a:solidFill>
                <a:latin typeface="Pretendard"/>
                <a:ea typeface="Pretendard"/>
                <a:cs typeface="Pretendard"/>
              </a:defRPr>
            </a:defPPr>
            <a:lvl1pPr algn="ctr">
              <a:defRPr sz="3975" b="0">
                <a:solidFill>
                  <a:srgbClr val="FFFFFF"/>
                </a:solidFill>
                <a:latin typeface="Pretendard"/>
                <a:ea typeface="Pretendard"/>
                <a:cs typeface="Pretendard"/>
              </a:defRPr>
            </a:lvl1pPr>
            <a:lvl2pPr algn="ctr">
              <a:defRPr sz="3975" b="0">
                <a:solidFill>
                  <a:srgbClr val="FFFFFF"/>
                </a:solidFill>
                <a:latin typeface="Pretendard"/>
                <a:ea typeface="Pretendard"/>
                <a:cs typeface="Pretendard"/>
              </a:defRPr>
            </a:lvl2pPr>
            <a:lvl3pPr algn="ctr">
              <a:defRPr sz="3975" b="0">
                <a:solidFill>
                  <a:srgbClr val="FFFFFF"/>
                </a:solidFill>
                <a:latin typeface="Pretendard"/>
                <a:ea typeface="Pretendard"/>
                <a:cs typeface="Pretendard"/>
              </a:defRPr>
            </a:lvl3pPr>
            <a:lvl4pPr algn="ctr">
              <a:defRPr sz="3975" b="0">
                <a:solidFill>
                  <a:srgbClr val="FFFFFF"/>
                </a:solidFill>
                <a:latin typeface="Pretendard"/>
                <a:ea typeface="Pretendard"/>
                <a:cs typeface="Pretendard"/>
              </a:defRPr>
            </a:lvl4pPr>
            <a:lvl5pPr algn="ctr">
              <a:defRPr sz="3975" b="0">
                <a:solidFill>
                  <a:srgbClr val="FFFFFF"/>
                </a:solidFill>
                <a:latin typeface="Pretendard"/>
                <a:ea typeface="Pretendard"/>
                <a:cs typeface="Pretendard"/>
              </a:defRPr>
            </a:lvl5pPr>
            <a:lvl6pPr algn="ctr">
              <a:defRPr sz="3975" b="0">
                <a:solidFill>
                  <a:srgbClr val="FFFFFF"/>
                </a:solidFill>
                <a:latin typeface="Pretendard"/>
                <a:ea typeface="Pretendard"/>
                <a:cs typeface="Pretendard"/>
              </a:defRPr>
            </a:lvl6pPr>
            <a:lvl7pPr algn="ctr">
              <a:defRPr sz="3975" b="0">
                <a:solidFill>
                  <a:srgbClr val="FFFFFF"/>
                </a:solidFill>
                <a:latin typeface="Pretendard"/>
                <a:ea typeface="Pretendard"/>
                <a:cs typeface="Pretendard"/>
              </a:defRPr>
            </a:lvl7pPr>
            <a:lvl8pPr algn="ctr">
              <a:defRPr sz="3975" b="0">
                <a:solidFill>
                  <a:srgbClr val="FFFFFF"/>
                </a:solidFill>
                <a:latin typeface="Pretendard"/>
                <a:ea typeface="Pretendard"/>
                <a:cs typeface="Pretendard"/>
              </a:defRPr>
            </a:lvl8pPr>
            <a:lvl9pPr algn="ctr">
              <a:defRPr sz="3975" b="0">
                <a:solidFill>
                  <a:srgbClr val="FFFFFF"/>
                </a:solidFill>
                <a:latin typeface="Pretendard"/>
                <a:ea typeface="Pretendard"/>
                <a:cs typeface="Pretendard"/>
              </a:defRPr>
            </a:lvl9pPr>
          </a:lstStyle>
          <a:p xmlns:a="http://schemas.openxmlformats.org/drawingml/2006/main">
            <a:pPr algn="ctr">
              <a:defRPr sz="3975" b="0">
                <a:solidFill>
                  <a:srgbClr val="FFFFFF"/>
                </a:solidFill>
                <a:latin typeface="Pretendard"/>
                <a:ea typeface="Pretendard"/>
                <a:cs typeface="Pretendard"/>
              </a:defRPr>
            </a:pPr>
            <a:r>
              <a:t>Δ</a:t>
            </a:r>
            <a:r>
              <a:rPr i="1">
                <a:latin typeface="Pretendard"/>
                <a:ea typeface="Pretendard"/>
                <a:cs typeface="Pretendard"/>
              </a:rPr>
              <a:t>H</a:t>
            </a:r>
            <a:r>
              <a:t>₂</a:t>
            </a:r>
            <a:r>
              <a:t> = −393.5 − (−283.0) = </a:t>
            </a:r>
            <a:r>
              <a:rPr b="1">
                <a:solidFill>
                  <a:srgbClr val="9FFF68"/>
                </a:solidFill>
              </a:rPr>
              <a:t>−110.5 kJ</a:t>
            </a:r>
          </a:p>
        </p:txBody>
      </p:sp>
    </p:spTree>
    <p:extLst>
      <p:ext uri="{BB962C8B-B14F-4D97-AF65-F5344CB8AC3E}">
        <p14:creationId xmlns:p14="http://schemas.microsoft.com/office/powerpoint/2010/main" val="114393660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7" name="">
            <a:extLst xmlns:a="http://schemas.openxmlformats.org/drawingml/2006/main">
              <a:ext uri="{FF2B5EF4-FFF2-40B4-BE49-F238E27FC236}">
                <a16:creationId xmlns:a16="http://schemas.microsoft.com/office/drawing/2014/main" id="{1943D1D5-84F3-4F60-BF29-D6A2918BBB59}"/>
              </a:ext>
            </a:extLst>
          </p:cNvPr>
          <p:cNvPicPr>
            <a:picLocks xmlns:a="http://schemas.openxmlformats.org/drawingml/2006/main" noChangeAspect="1"/>
          </p:cNvPicPr>
          <p:nvPr/>
        </p:nvPicPr>
        <p:blipFill>
          <a:blip xmlns:r="http://schemas.openxmlformats.org/officeDocument/2006/relationships" xmlns:a="http://schemas.openxmlformats.org/drawingml/2006/main" r:embed="Rb531f48741974341"/>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F1FB1E3-9D10-4519-8B09-A56ED771198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B4DA88D-6DC8-4CB6-AED0-0C9D7DF9387C}"/>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259E0940-BD27-4D8B-A2A7-AB4D833B1254}"/>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193A4D9C-83F3-43FE-AC6C-7F5C0D0BF0A1}"/>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9BDBCB8C-37E5-4BBE-AC55-B20264D66DBC}"/>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헤스 법칙 계산의 순서</a:t>
            </a:r>
          </a:p>
        </p:txBody>
      </p:sp>
      <p:sp>
        <p:nvSpPr>
          <p:cNvPr id="7" name="풀이 단계">
            <a:extLst xmlns:a="http://schemas.openxmlformats.org/drawingml/2006/main">
              <a:ext uri="{FF2B5EF4-FFF2-40B4-BE49-F238E27FC236}">
                <a16:creationId xmlns:a16="http://schemas.microsoft.com/office/drawing/2014/main" id="{7FC8893F-127C-4AB6-B663-BCDD02882EC1}"/>
              </a:ext>
            </a:extLst>
          </p:cNvPr>
          <p:cNvSpPr>
            <a:spLocks xmlns:a="http://schemas.openxmlformats.org/drawingml/2006/main" noGrp="1"/>
          </p:cNvSpPr>
          <p:nvPr/>
        </p:nvSpPr>
        <p:spPr>
          <a:xfrm xmlns:a="http://schemas.openxmlformats.org/drawingml/2006/main">
            <a:off x="1828800" y="4257675"/>
            <a:ext cx="14639925" cy="1066800"/>
          </a:xfrm>
          <a:prstGeom xmlns:a="http://schemas.openxmlformats.org/drawingml/2006/main" prst="roundRect">
            <a:avLst>
              <a:gd name="adj" fmla="val 16071"/>
            </a:avLst>
          </a:prstGeom>
          <a:solidFill xmlns:a="http://schemas.openxmlformats.org/drawingml/2006/main">
            <a:srgbClr val="F5F5F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A611BBE-173A-48B3-89EF-ABA53678764A}"/>
              </a:ext>
            </a:extLst>
          </p:cNvPr>
          <p:cNvSpPr>
            <a:spLocks xmlns:a="http://schemas.openxmlformats.org/drawingml/2006/main" noGrp="1"/>
          </p:cNvSpPr>
          <p:nvPr/>
        </p:nvSpPr>
        <p:spPr>
          <a:xfrm xmlns:a="http://schemas.openxmlformats.org/drawingml/2006/main">
            <a:off x="2324100" y="4543425"/>
            <a:ext cx="495300" cy="495300"/>
          </a:xfrm>
          <a:prstGeom xmlns:a="http://schemas.openxmlformats.org/drawingml/2006/main" prst="ellipse">
            <a:avLst/>
          </a:prstGeom>
          <a:solidFill xmlns:a="http://schemas.openxmlformats.org/drawingml/2006/main">
            <a:srgbClr val="87939F"/>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64129A04-1EA6-4D2D-9FB2-162DC4C767F0}"/>
              </a:ext>
            </a:extLst>
          </p:cNvPr>
          <p:cNvSpPr>
            <a:spLocks xmlns:a="http://schemas.openxmlformats.org/drawingml/2006/main" noGrp="1"/>
          </p:cNvSpPr>
          <p:nvPr/>
        </p:nvSpPr>
        <p:spPr>
          <a:xfrm xmlns:a="http://schemas.openxmlformats.org/drawingml/2006/main">
            <a:off x="2324100" y="4448175"/>
            <a:ext cx="49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xmlns:a="http://schemas.openxmlformats.org/drawingml/2006/main">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1</a:t>
            </a:r>
          </a:p>
        </p:txBody>
      </p:sp>
      <p:sp>
        <p:nvSpPr>
          <p:cNvPr id="10" name="text">
            <a:extLst xmlns:a="http://schemas.openxmlformats.org/drawingml/2006/main">
              <a:ext uri="{FF2B5EF4-FFF2-40B4-BE49-F238E27FC236}">
                <a16:creationId xmlns:a16="http://schemas.microsoft.com/office/drawing/2014/main" id="{76365983-41C2-4208-B5EF-6FEAAAD9FFA4}"/>
              </a:ext>
            </a:extLst>
          </p:cNvPr>
          <p:cNvSpPr>
            <a:spLocks xmlns:a="http://schemas.openxmlformats.org/drawingml/2006/main" noGrp="1"/>
          </p:cNvSpPr>
          <p:nvPr/>
        </p:nvSpPr>
        <p:spPr>
          <a:xfrm xmlns:a="http://schemas.openxmlformats.org/drawingml/2006/main">
            <a:off x="3143250" y="444817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목표식 확인</a:t>
            </a:r>
          </a:p>
        </p:txBody>
      </p:sp>
      <p:sp>
        <p:nvSpPr>
          <p:cNvPr id="11" name="text">
            <a:extLst xmlns:a="http://schemas.openxmlformats.org/drawingml/2006/main">
              <a:ext uri="{FF2B5EF4-FFF2-40B4-BE49-F238E27FC236}">
                <a16:creationId xmlns:a16="http://schemas.microsoft.com/office/drawing/2014/main" id="{AEDBAB7C-032D-423E-BBF8-43F271D16A26}"/>
              </a:ext>
            </a:extLst>
          </p:cNvPr>
          <p:cNvSpPr>
            <a:spLocks xmlns:a="http://schemas.openxmlformats.org/drawingml/2006/main" noGrp="1"/>
          </p:cNvSpPr>
          <p:nvPr/>
        </p:nvSpPr>
        <p:spPr>
          <a:xfrm xmlns:a="http://schemas.openxmlformats.org/drawingml/2006/main">
            <a:off x="6429375" y="4448175"/>
            <a:ext cx="942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rPr sz="3000" b="0">
                <a:solidFill>
                  <a:srgbClr val="000000"/>
                </a:solidFill>
                <a:latin typeface="Pretendard"/>
                <a:ea typeface="Pretendard"/>
                <a:cs typeface="Pretendard"/>
              </a:rPr>
              <a:t>구하려는 반응의 물질·위치·계수를 확인한다.</a:t>
            </a:r>
          </a:p>
        </p:txBody>
      </p:sp>
      <p:sp>
        <p:nvSpPr>
          <p:cNvPr id="12" name="풀이 단계">
            <a:extLst xmlns:a="http://schemas.openxmlformats.org/drawingml/2006/main">
              <a:ext uri="{FF2B5EF4-FFF2-40B4-BE49-F238E27FC236}">
                <a16:creationId xmlns:a16="http://schemas.microsoft.com/office/drawing/2014/main" id="{E7929A25-7425-45B3-9DAE-AF2C6E7D6051}"/>
              </a:ext>
            </a:extLst>
          </p:cNvPr>
          <p:cNvSpPr>
            <a:spLocks xmlns:a="http://schemas.openxmlformats.org/drawingml/2006/main" noGrp="1"/>
          </p:cNvSpPr>
          <p:nvPr/>
        </p:nvSpPr>
        <p:spPr>
          <a:xfrm xmlns:a="http://schemas.openxmlformats.org/drawingml/2006/main">
            <a:off x="1828800" y="5467350"/>
            <a:ext cx="14639925" cy="1066800"/>
          </a:xfrm>
          <a:prstGeom xmlns:a="http://schemas.openxmlformats.org/drawingml/2006/main" prst="roundRect">
            <a:avLst>
              <a:gd name="adj" fmla="val 16071"/>
            </a:avLst>
          </a:prstGeom>
          <a:solidFill xmlns:a="http://schemas.openxmlformats.org/drawingml/2006/main">
            <a:srgbClr val="F5F5F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47F22D8-B847-43B4-A12C-1C4B3729A5A8}"/>
              </a:ext>
            </a:extLst>
          </p:cNvPr>
          <p:cNvSpPr>
            <a:spLocks xmlns:a="http://schemas.openxmlformats.org/drawingml/2006/main" noGrp="1"/>
          </p:cNvSpPr>
          <p:nvPr/>
        </p:nvSpPr>
        <p:spPr>
          <a:xfrm xmlns:a="http://schemas.openxmlformats.org/drawingml/2006/main">
            <a:off x="2324100" y="5753100"/>
            <a:ext cx="495300" cy="495300"/>
          </a:xfrm>
          <a:prstGeom xmlns:a="http://schemas.openxmlformats.org/drawingml/2006/main" prst="ellipse">
            <a:avLst/>
          </a:prstGeom>
          <a:solidFill xmlns:a="http://schemas.openxmlformats.org/drawingml/2006/main">
            <a:srgbClr val="87939F"/>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DDCA4970-0893-447C-962F-29DE104A9A4F}"/>
              </a:ext>
            </a:extLst>
          </p:cNvPr>
          <p:cNvSpPr>
            <a:spLocks xmlns:a="http://schemas.openxmlformats.org/drawingml/2006/main" noGrp="1"/>
          </p:cNvSpPr>
          <p:nvPr/>
        </p:nvSpPr>
        <p:spPr>
          <a:xfrm xmlns:a="http://schemas.openxmlformats.org/drawingml/2006/main">
            <a:off x="2324100" y="5657850"/>
            <a:ext cx="49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xmlns:a="http://schemas.openxmlformats.org/drawingml/2006/main">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2</a:t>
            </a:r>
          </a:p>
        </p:txBody>
      </p:sp>
      <p:sp>
        <p:nvSpPr>
          <p:cNvPr id="15" name="text">
            <a:extLst xmlns:a="http://schemas.openxmlformats.org/drawingml/2006/main">
              <a:ext uri="{FF2B5EF4-FFF2-40B4-BE49-F238E27FC236}">
                <a16:creationId xmlns:a16="http://schemas.microsoft.com/office/drawing/2014/main" id="{A5298C90-1A74-4E20-A164-2C15E1D6225E}"/>
              </a:ext>
            </a:extLst>
          </p:cNvPr>
          <p:cNvSpPr>
            <a:spLocks xmlns:a="http://schemas.openxmlformats.org/drawingml/2006/main" noGrp="1"/>
          </p:cNvSpPr>
          <p:nvPr/>
        </p:nvSpPr>
        <p:spPr>
          <a:xfrm xmlns:a="http://schemas.openxmlformats.org/drawingml/2006/main">
            <a:off x="3143250" y="5657850"/>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방향·계수 조절</a:t>
            </a:r>
          </a:p>
        </p:txBody>
      </p:sp>
      <p:sp>
        <p:nvSpPr>
          <p:cNvPr id="16" name="text">
            <a:extLst xmlns:a="http://schemas.openxmlformats.org/drawingml/2006/main">
              <a:ext uri="{FF2B5EF4-FFF2-40B4-BE49-F238E27FC236}">
                <a16:creationId xmlns:a16="http://schemas.microsoft.com/office/drawing/2014/main" id="{5B8FA819-1813-48CD-9A2A-27C856B77ED0}"/>
              </a:ext>
            </a:extLst>
          </p:cNvPr>
          <p:cNvSpPr>
            <a:spLocks xmlns:a="http://schemas.openxmlformats.org/drawingml/2006/main" noGrp="1"/>
          </p:cNvSpPr>
          <p:nvPr/>
        </p:nvSpPr>
        <p:spPr>
          <a:xfrm xmlns:a="http://schemas.openxmlformats.org/drawingml/2006/main">
            <a:off x="6429375" y="5657850"/>
            <a:ext cx="942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주어진 식과 </a:t>
            </a:r>
            <a:r>
              <a:t>Δ</a:t>
            </a:r>
            <a:r>
              <a:rPr i="1">
                <a:latin typeface="Pretendard"/>
                <a:ea typeface="Pretendard"/>
                <a:cs typeface="Pretendard"/>
              </a:rPr>
              <a:t>H</a:t>
            </a:r>
            <a:r>
              <a:t>를 함께 바꾼다.</a:t>
            </a:r>
          </a:p>
        </p:txBody>
      </p:sp>
      <p:sp>
        <p:nvSpPr>
          <p:cNvPr id="17" name="풀이 단계">
            <a:extLst xmlns:a="http://schemas.openxmlformats.org/drawingml/2006/main">
              <a:ext uri="{FF2B5EF4-FFF2-40B4-BE49-F238E27FC236}">
                <a16:creationId xmlns:a16="http://schemas.microsoft.com/office/drawing/2014/main" id="{2A10D932-9B0B-44C9-999B-1201691578C1}"/>
              </a:ext>
            </a:extLst>
          </p:cNvPr>
          <p:cNvSpPr>
            <a:spLocks xmlns:a="http://schemas.openxmlformats.org/drawingml/2006/main" noGrp="1"/>
          </p:cNvSpPr>
          <p:nvPr/>
        </p:nvSpPr>
        <p:spPr>
          <a:xfrm xmlns:a="http://schemas.openxmlformats.org/drawingml/2006/main">
            <a:off x="1828800" y="6677025"/>
            <a:ext cx="14639925" cy="1066800"/>
          </a:xfrm>
          <a:prstGeom xmlns:a="http://schemas.openxmlformats.org/drawingml/2006/main" prst="roundRect">
            <a:avLst>
              <a:gd name="adj" fmla="val 16071"/>
            </a:avLst>
          </a:prstGeom>
          <a:solidFill xmlns:a="http://schemas.openxmlformats.org/drawingml/2006/main">
            <a:srgbClr val="F5F5F5"/>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2587E141-BF1D-4A38-91B9-0A4F8D423953}"/>
              </a:ext>
            </a:extLst>
          </p:cNvPr>
          <p:cNvSpPr>
            <a:spLocks xmlns:a="http://schemas.openxmlformats.org/drawingml/2006/main" noGrp="1"/>
          </p:cNvSpPr>
          <p:nvPr/>
        </p:nvSpPr>
        <p:spPr>
          <a:xfrm xmlns:a="http://schemas.openxmlformats.org/drawingml/2006/main">
            <a:off x="2324100" y="6962775"/>
            <a:ext cx="495300" cy="495300"/>
          </a:xfrm>
          <a:prstGeom xmlns:a="http://schemas.openxmlformats.org/drawingml/2006/main" prst="ellipse">
            <a:avLst/>
          </a:prstGeom>
          <a:solidFill xmlns:a="http://schemas.openxmlformats.org/drawingml/2006/main">
            <a:srgbClr val="87939F"/>
          </a:solidFill>
          <a:ln xmlns:a="http://schemas.openxmlformats.org/drawingml/2006/main" w="0">
            <a:noFill/>
          </a:ln>
        </p:spPr>
      </p:sp>
      <p:sp>
        <p:nvSpPr>
          <p:cNvPr id="19" name="text">
            <a:extLst xmlns:a="http://schemas.openxmlformats.org/drawingml/2006/main">
              <a:ext uri="{FF2B5EF4-FFF2-40B4-BE49-F238E27FC236}">
                <a16:creationId xmlns:a16="http://schemas.microsoft.com/office/drawing/2014/main" id="{D88290D2-4725-4BDE-962B-0C58691EE362}"/>
              </a:ext>
            </a:extLst>
          </p:cNvPr>
          <p:cNvSpPr>
            <a:spLocks xmlns:a="http://schemas.openxmlformats.org/drawingml/2006/main" noGrp="1"/>
          </p:cNvSpPr>
          <p:nvPr/>
        </p:nvSpPr>
        <p:spPr>
          <a:xfrm xmlns:a="http://schemas.openxmlformats.org/drawingml/2006/main">
            <a:off x="2324100" y="6867525"/>
            <a:ext cx="49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xmlns:a="http://schemas.openxmlformats.org/drawingml/2006/main">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3</a:t>
            </a:r>
          </a:p>
        </p:txBody>
      </p:sp>
      <p:sp>
        <p:nvSpPr>
          <p:cNvPr id="20" name="text">
            <a:extLst xmlns:a="http://schemas.openxmlformats.org/drawingml/2006/main">
              <a:ext uri="{FF2B5EF4-FFF2-40B4-BE49-F238E27FC236}">
                <a16:creationId xmlns:a16="http://schemas.microsoft.com/office/drawing/2014/main" id="{8380C272-F8AC-4436-9346-2A8281D4BBA9}"/>
              </a:ext>
            </a:extLst>
          </p:cNvPr>
          <p:cNvSpPr>
            <a:spLocks xmlns:a="http://schemas.openxmlformats.org/drawingml/2006/main" noGrp="1"/>
          </p:cNvSpPr>
          <p:nvPr/>
        </p:nvSpPr>
        <p:spPr>
          <a:xfrm xmlns:a="http://schemas.openxmlformats.org/drawingml/2006/main">
            <a:off x="3143250" y="686752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중간 물질 소거</a:t>
            </a:r>
          </a:p>
        </p:txBody>
      </p:sp>
      <p:sp>
        <p:nvSpPr>
          <p:cNvPr id="21" name="text">
            <a:extLst xmlns:a="http://schemas.openxmlformats.org/drawingml/2006/main">
              <a:ext uri="{FF2B5EF4-FFF2-40B4-BE49-F238E27FC236}">
                <a16:creationId xmlns:a16="http://schemas.microsoft.com/office/drawing/2014/main" id="{C1619AB4-65E3-4F73-8ED7-121A9015F40C}"/>
              </a:ext>
            </a:extLst>
          </p:cNvPr>
          <p:cNvSpPr>
            <a:spLocks xmlns:a="http://schemas.openxmlformats.org/drawingml/2006/main" noGrp="1"/>
          </p:cNvSpPr>
          <p:nvPr/>
        </p:nvSpPr>
        <p:spPr>
          <a:xfrm xmlns:a="http://schemas.openxmlformats.org/drawingml/2006/main">
            <a:off x="6429375" y="6867525"/>
            <a:ext cx="942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rPr sz="3000" b="0">
                <a:solidFill>
                  <a:srgbClr val="000000"/>
                </a:solidFill>
                <a:latin typeface="Pretendard"/>
                <a:ea typeface="Pretendard"/>
                <a:cs typeface="Pretendard"/>
              </a:rPr>
              <a:t>종류·상태·양이 같은 항을 소거한다.</a:t>
            </a:r>
          </a:p>
        </p:txBody>
      </p:sp>
      <p:sp>
        <p:nvSpPr>
          <p:cNvPr id="22" name="풀이 단계">
            <a:extLst xmlns:a="http://schemas.openxmlformats.org/drawingml/2006/main">
              <a:ext uri="{FF2B5EF4-FFF2-40B4-BE49-F238E27FC236}">
                <a16:creationId xmlns:a16="http://schemas.microsoft.com/office/drawing/2014/main" id="{B6D20F36-A898-48A2-8243-782A31959BA5}"/>
              </a:ext>
            </a:extLst>
          </p:cNvPr>
          <p:cNvSpPr>
            <a:spLocks xmlns:a="http://schemas.openxmlformats.org/drawingml/2006/main" noGrp="1"/>
          </p:cNvSpPr>
          <p:nvPr/>
        </p:nvSpPr>
        <p:spPr>
          <a:xfrm xmlns:a="http://schemas.openxmlformats.org/drawingml/2006/main">
            <a:off x="1828800" y="7886700"/>
            <a:ext cx="14639925" cy="1066800"/>
          </a:xfrm>
          <a:prstGeom xmlns:a="http://schemas.openxmlformats.org/drawingml/2006/main" prst="roundRect">
            <a:avLst>
              <a:gd name="adj" fmla="val 16071"/>
            </a:avLst>
          </a:prstGeom>
          <a:solidFill xmlns:a="http://schemas.openxmlformats.org/drawingml/2006/main">
            <a:srgbClr val="F5F5F5"/>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4C2A4C5C-8108-4846-BF7A-90881F08F9E4}"/>
              </a:ext>
            </a:extLst>
          </p:cNvPr>
          <p:cNvSpPr>
            <a:spLocks xmlns:a="http://schemas.openxmlformats.org/drawingml/2006/main" noGrp="1"/>
          </p:cNvSpPr>
          <p:nvPr/>
        </p:nvSpPr>
        <p:spPr>
          <a:xfrm xmlns:a="http://schemas.openxmlformats.org/drawingml/2006/main">
            <a:off x="2324100" y="8172450"/>
            <a:ext cx="495300" cy="495300"/>
          </a:xfrm>
          <a:prstGeom xmlns:a="http://schemas.openxmlformats.org/drawingml/2006/main" prst="ellipse">
            <a:avLst/>
          </a:prstGeom>
          <a:solidFill xmlns:a="http://schemas.openxmlformats.org/drawingml/2006/main">
            <a:srgbClr val="87939F"/>
          </a:solidFill>
          <a:ln xmlns:a="http://schemas.openxmlformats.org/drawingml/2006/main" w="0">
            <a:noFill/>
          </a:ln>
        </p:spPr>
      </p:sp>
      <p:sp>
        <p:nvSpPr>
          <p:cNvPr id="24" name="text">
            <a:extLst xmlns:a="http://schemas.openxmlformats.org/drawingml/2006/main">
              <a:ext uri="{FF2B5EF4-FFF2-40B4-BE49-F238E27FC236}">
                <a16:creationId xmlns:a16="http://schemas.microsoft.com/office/drawing/2014/main" id="{C729112D-5C9D-4663-9DDE-026B2D08F70F}"/>
              </a:ext>
            </a:extLst>
          </p:cNvPr>
          <p:cNvSpPr>
            <a:spLocks xmlns:a="http://schemas.openxmlformats.org/drawingml/2006/main" noGrp="1"/>
          </p:cNvSpPr>
          <p:nvPr/>
        </p:nvSpPr>
        <p:spPr>
          <a:xfrm xmlns:a="http://schemas.openxmlformats.org/drawingml/2006/main">
            <a:off x="2324100" y="8077200"/>
            <a:ext cx="49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xmlns:a="http://schemas.openxmlformats.org/drawingml/2006/main">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4</a:t>
            </a:r>
          </a:p>
        </p:txBody>
      </p:sp>
      <p:sp>
        <p:nvSpPr>
          <p:cNvPr id="25" name="text">
            <a:extLst xmlns:a="http://schemas.openxmlformats.org/drawingml/2006/main">
              <a:ext uri="{FF2B5EF4-FFF2-40B4-BE49-F238E27FC236}">
                <a16:creationId xmlns:a16="http://schemas.microsoft.com/office/drawing/2014/main" id="{557985B1-AA02-422A-B978-B22518AF5448}"/>
              </a:ext>
            </a:extLst>
          </p:cNvPr>
          <p:cNvSpPr>
            <a:spLocks xmlns:a="http://schemas.openxmlformats.org/drawingml/2006/main" noGrp="1"/>
          </p:cNvSpPr>
          <p:nvPr/>
        </p:nvSpPr>
        <p:spPr>
          <a:xfrm xmlns:a="http://schemas.openxmlformats.org/drawingml/2006/main">
            <a:off x="3143250" y="8077200"/>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t>Δ</a:t>
            </a:r>
            <a:r>
              <a:rPr i="1">
                <a:latin typeface="Pretendard"/>
                <a:ea typeface="Pretendard"/>
                <a:cs typeface="Pretendard"/>
              </a:rPr>
              <a:t>H</a:t>
            </a:r>
            <a:r>
              <a:t> 계산·검산</a:t>
            </a:r>
          </a:p>
        </p:txBody>
      </p:sp>
      <p:sp>
        <p:nvSpPr>
          <p:cNvPr id="26" name="text">
            <a:extLst xmlns:a="http://schemas.openxmlformats.org/drawingml/2006/main">
              <a:ext uri="{FF2B5EF4-FFF2-40B4-BE49-F238E27FC236}">
                <a16:creationId xmlns:a16="http://schemas.microsoft.com/office/drawing/2014/main" id="{83BF8DBA-C3B4-4747-855A-0883F4663D6C}"/>
              </a:ext>
            </a:extLst>
          </p:cNvPr>
          <p:cNvSpPr>
            <a:spLocks xmlns:a="http://schemas.openxmlformats.org/drawingml/2006/main" noGrp="1"/>
          </p:cNvSpPr>
          <p:nvPr/>
        </p:nvSpPr>
        <p:spPr>
          <a:xfrm xmlns:a="http://schemas.openxmlformats.org/drawingml/2006/main">
            <a:off x="6429375" y="8077200"/>
            <a:ext cx="942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rPr sz="3000" b="0">
                <a:solidFill>
                  <a:srgbClr val="000000"/>
                </a:solidFill>
                <a:latin typeface="Pretendard"/>
                <a:ea typeface="Pretendard"/>
                <a:cs typeface="Pretendard"/>
              </a:rPr>
              <a:t>남은 반응식과 부호·단위를 확인한다.</a:t>
            </a:r>
          </a:p>
        </p:txBody>
      </p:sp>
    </p:spTree>
    <p:extLst>
      <p:ext uri="{BB962C8B-B14F-4D97-AF65-F5344CB8AC3E}">
        <p14:creationId xmlns:p14="http://schemas.microsoft.com/office/powerpoint/2010/main" val="64748975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46376315-E5CF-41A2-B5AE-9E4649D393BC}"/>
              </a:ext>
            </a:extLst>
          </p:cNvPr>
          <p:cNvPicPr>
            <a:picLocks xmlns:a="http://schemas.openxmlformats.org/drawingml/2006/main" noChangeAspect="1"/>
          </p:cNvPicPr>
          <p:nvPr/>
        </p:nvPicPr>
        <p:blipFill>
          <a:blip xmlns:r="http://schemas.openxmlformats.org/officeDocument/2006/relationships" xmlns:a="http://schemas.openxmlformats.org/drawingml/2006/main" r:embed="Rf7229a9c7f484afb"/>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BF6C2BD-4555-4A54-8415-3DF9F4FA369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C605FAA-82E2-447B-9739-D0063EE220D5}"/>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02A40A31-AD45-40DE-9749-97B0D3CDCED8}"/>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3286377F-D11B-41B8-9515-A06A88D43F0E}"/>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5593B7DC-258E-4840-BC15-E622A3E090ED}"/>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SO₂가 SO₃로 바뀔 때</a:t>
            </a:r>
          </a:p>
        </p:txBody>
      </p:sp>
      <p:sp>
        <p:nvSpPr>
          <p:cNvPr id="7" name="text">
            <a:extLst xmlns:a="http://schemas.openxmlformats.org/drawingml/2006/main">
              <a:ext uri="{FF2B5EF4-FFF2-40B4-BE49-F238E27FC236}">
                <a16:creationId xmlns:a16="http://schemas.microsoft.com/office/drawing/2014/main" id="{98EDA83B-B334-407B-950C-C88A021F67A5}"/>
              </a:ext>
            </a:extLst>
          </p:cNvPr>
          <p:cNvSpPr>
            <a:spLocks xmlns:a="http://schemas.openxmlformats.org/drawingml/2006/main" noGrp="1"/>
          </p:cNvSpPr>
          <p:nvPr/>
        </p:nvSpPr>
        <p:spPr>
          <a:xfrm xmlns:a="http://schemas.openxmlformats.org/drawingml/2006/main">
            <a:off x="1714500" y="3743325"/>
            <a:ext cx="1485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t>다음 두 반응을 이용하여 목표 반응의 </a:t>
            </a:r>
            <a:r>
              <a:t>Δ</a:t>
            </a:r>
            <a:r>
              <a:rPr i="1">
                <a:latin typeface="Pretendard"/>
                <a:ea typeface="Pretendard"/>
                <a:cs typeface="Pretendard"/>
              </a:rPr>
              <a:t>H</a:t>
            </a:r>
            <a:r>
              <a:t>를 구하시오.</a:t>
            </a:r>
          </a:p>
        </p:txBody>
      </p:sp>
      <p:pic>
        <p:nvPicPr>
          <p:cNvPr id="8" name="">
            <a:extLst xmlns:a="http://schemas.openxmlformats.org/drawingml/2006/main">
              <a:ext uri="{FF2B5EF4-FFF2-40B4-BE49-F238E27FC236}">
                <a16:creationId xmlns:a16="http://schemas.microsoft.com/office/drawing/2014/main" id="{D1E33792-68CA-4EFC-BFFC-64873C700135}"/>
              </a:ext>
            </a:extLst>
          </p:cNvPr>
          <p:cNvPicPr>
            <a:picLocks xmlns:a="http://schemas.openxmlformats.org/drawingml/2006/main" noChangeAspect="1"/>
          </p:cNvPicPr>
          <p:nvPr/>
        </p:nvPicPr>
        <p:blipFill>
          <a:blip xmlns:r="http://schemas.openxmlformats.org/officeDocument/2006/relationships" xmlns:a="http://schemas.openxmlformats.org/drawingml/2006/main" r:embed="R249b81468e304b2d"/>
          <a:stretch xmlns:a="http://schemas.openxmlformats.org/drawingml/2006/main"/>
        </p:blipFill>
        <p:spPr>
          <a:xfrm xmlns:a="http://schemas.openxmlformats.org/drawingml/2006/main">
            <a:off x="2400300" y="4552950"/>
            <a:ext cx="13487400" cy="2286000"/>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DF3C3B49-B05B-4E01-8F47-5031E5C38061}"/>
              </a:ext>
            </a:extLst>
          </p:cNvPr>
          <p:cNvSpPr>
            <a:spLocks xmlns:a="http://schemas.openxmlformats.org/drawingml/2006/main" noGrp="1"/>
          </p:cNvSpPr>
          <p:nvPr/>
        </p:nvSpPr>
        <p:spPr>
          <a:xfrm xmlns:a="http://schemas.openxmlformats.org/drawingml/2006/main">
            <a:off x="2247900" y="747712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목표 반응</a:t>
            </a:r>
          </a:p>
        </p:txBody>
      </p:sp>
      <p:pic>
        <p:nvPicPr>
          <p:cNvPr id="10" name="">
            <a:extLst xmlns:a="http://schemas.openxmlformats.org/drawingml/2006/main">
              <a:ext uri="{FF2B5EF4-FFF2-40B4-BE49-F238E27FC236}">
                <a16:creationId xmlns:a16="http://schemas.microsoft.com/office/drawing/2014/main" id="{AE28A1A7-77D7-4288-9089-2B177F1CC9AE}"/>
              </a:ext>
            </a:extLst>
          </p:cNvPr>
          <p:cNvPicPr>
            <a:picLocks xmlns:a="http://schemas.openxmlformats.org/drawingml/2006/main" noChangeAspect="1"/>
          </p:cNvPicPr>
          <p:nvPr/>
        </p:nvPicPr>
        <p:blipFill>
          <a:blip xmlns:r="http://schemas.openxmlformats.org/officeDocument/2006/relationships" xmlns:a="http://schemas.openxmlformats.org/drawingml/2006/main" r:embed="Ra98ecded897c4a13"/>
          <a:stretch xmlns:a="http://schemas.openxmlformats.org/drawingml/2006/main"/>
        </p:blipFill>
        <p:spPr>
          <a:xfrm xmlns:a="http://schemas.openxmlformats.org/drawingml/2006/main">
            <a:off x="6947958" y="7362825"/>
            <a:ext cx="7630583" cy="1000125"/>
          </a:xfrm>
          <a:prstGeom xmlns:a="http://schemas.openxmlformats.org/drawingml/2006/main" prst="rect">
            <a:avLst/>
          </a:prstGeom>
        </p:spPr>
      </p:pic>
    </p:spTree>
    <p:extLst>
      <p:ext uri="{BB962C8B-B14F-4D97-AF65-F5344CB8AC3E}">
        <p14:creationId xmlns:p14="http://schemas.microsoft.com/office/powerpoint/2010/main" val="55168730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563D415E-93DE-4E50-9305-36C374C664C8}"/>
              </a:ext>
            </a:extLst>
          </p:cNvPr>
          <p:cNvPicPr>
            <a:picLocks xmlns:a="http://schemas.openxmlformats.org/drawingml/2006/main" noChangeAspect="1"/>
          </p:cNvPicPr>
          <p:nvPr/>
        </p:nvPicPr>
        <p:blipFill>
          <a:blip xmlns:r="http://schemas.openxmlformats.org/officeDocument/2006/relationships" xmlns:a="http://schemas.openxmlformats.org/drawingml/2006/main" r:embed="Rcc8630cda77b4cfb"/>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C0AD4AB-B887-4D4B-AC6D-3B3BDC8792D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9953F05-15D9-477D-9DF5-F6A7628FEC18}"/>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D91394EB-8AF3-47AF-B7E5-EB6EE67C1B61}"/>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BF5EAAEA-4A13-42F3-B7DE-561FB3A53CE2}"/>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004D73C1-A9BF-4091-983C-98D652C1648F}"/>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반응식과 </a:t>
            </a:r>
            <a:r>
              <a:t>Δ</a:t>
            </a:r>
            <a:r>
              <a:rPr i="1">
                <a:latin typeface="Pretendard"/>
                <a:ea typeface="Pretendard"/>
                <a:cs typeface="Pretendard"/>
              </a:rPr>
              <a:t>H</a:t>
            </a:r>
            <a:r>
              <a:t>를 함께 검산</a:t>
            </a:r>
          </a:p>
        </p:txBody>
      </p:sp>
      <p:pic>
        <p:nvPicPr>
          <p:cNvPr id="7" name="">
            <a:extLst xmlns:a="http://schemas.openxmlformats.org/drawingml/2006/main">
              <a:ext uri="{FF2B5EF4-FFF2-40B4-BE49-F238E27FC236}">
                <a16:creationId xmlns:a16="http://schemas.microsoft.com/office/drawing/2014/main" id="{BB195E0C-8C87-43FB-83B4-ED4ABA8339B0}"/>
              </a:ext>
            </a:extLst>
          </p:cNvPr>
          <p:cNvPicPr>
            <a:picLocks xmlns:a="http://schemas.openxmlformats.org/drawingml/2006/main" noChangeAspect="1"/>
          </p:cNvPicPr>
          <p:nvPr/>
        </p:nvPicPr>
        <p:blipFill>
          <a:blip xmlns:r="http://schemas.openxmlformats.org/officeDocument/2006/relationships" xmlns:a="http://schemas.openxmlformats.org/drawingml/2006/main" r:embed="Rbc27c1d26e5e4c2b"/>
          <a:stretch xmlns:a="http://schemas.openxmlformats.org/drawingml/2006/main"/>
        </p:blipFill>
        <p:spPr>
          <a:xfrm xmlns:a="http://schemas.openxmlformats.org/drawingml/2006/main">
            <a:off x="2238375" y="3722688"/>
            <a:ext cx="13811250" cy="4603750"/>
          </a:xfrm>
          <a:prstGeom xmlns:a="http://schemas.openxmlformats.org/drawingml/2006/main" prst="rect">
            <a:avLst/>
          </a:prstGeom>
        </p:spPr>
      </p:pic>
      <p:sp>
        <p:nvSpPr>
          <p:cNvPr id="8" name="해석·결론">
            <a:extLst xmlns:a="http://schemas.openxmlformats.org/drawingml/2006/main">
              <a:ext uri="{FF2B5EF4-FFF2-40B4-BE49-F238E27FC236}">
                <a16:creationId xmlns:a16="http://schemas.microsoft.com/office/drawing/2014/main" id="{67AA795F-1C6B-4663-B790-2104F0F52100}"/>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9" name="반응식·수식">
            <a:extLst xmlns:a="http://schemas.openxmlformats.org/drawingml/2006/main">
              <a:ext uri="{FF2B5EF4-FFF2-40B4-BE49-F238E27FC236}">
                <a16:creationId xmlns:a16="http://schemas.microsoft.com/office/drawing/2014/main" id="{9E748E8A-C95A-4134-897D-382973BE018D}"/>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 = −791 − 2 × (−297) = −197 kJ</a:t>
            </a:r>
          </a:p>
        </p:txBody>
      </p:sp>
    </p:spTree>
    <p:extLst>
      <p:ext uri="{BB962C8B-B14F-4D97-AF65-F5344CB8AC3E}">
        <p14:creationId xmlns:p14="http://schemas.microsoft.com/office/powerpoint/2010/main" val="1495413693"/>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AD978966-5EC2-4390-A8A2-1EC837698A99}"/>
              </a:ext>
            </a:extLst>
          </p:cNvPr>
          <p:cNvPicPr>
            <a:picLocks xmlns:a="http://schemas.openxmlformats.org/drawingml/2006/main" noChangeAspect="1"/>
          </p:cNvPicPr>
          <p:nvPr/>
        </p:nvPicPr>
        <p:blipFill>
          <a:blip xmlns:r="http://schemas.openxmlformats.org/officeDocument/2006/relationships" xmlns:a="http://schemas.openxmlformats.org/drawingml/2006/main" r:embed="Rfdca90c5be374e3d"/>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DB4AC9A-B5DE-45E7-B3B8-085145A06FD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64F3716-7E3D-4F5B-8735-06FC898BE6DB}"/>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AC1D7BD5-2E8A-45E6-A0B3-64CF89FF13B4}"/>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95645AEE-68E1-499E-9C34-9251B4141C8D}"/>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F9BA089A-6F2E-4F29-B393-B9F67DAEE302}"/>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그림과 반응식은 같은 관계</a:t>
            </a:r>
          </a:p>
        </p:txBody>
      </p:sp>
      <p:pic>
        <p:nvPicPr>
          <p:cNvPr id="7" name="">
            <a:extLst xmlns:a="http://schemas.openxmlformats.org/drawingml/2006/main">
              <a:ext uri="{FF2B5EF4-FFF2-40B4-BE49-F238E27FC236}">
                <a16:creationId xmlns:a16="http://schemas.microsoft.com/office/drawing/2014/main" id="{DD1A786A-863D-4C0B-B2B0-68A0A507CE60}"/>
              </a:ext>
            </a:extLst>
          </p:cNvPr>
          <p:cNvPicPr>
            <a:picLocks xmlns:a="http://schemas.openxmlformats.org/drawingml/2006/main" noChangeAspect="1"/>
          </p:cNvPicPr>
          <p:nvPr/>
        </p:nvPicPr>
        <p:blipFill>
          <a:blip xmlns:r="http://schemas.openxmlformats.org/officeDocument/2006/relationships" xmlns:a="http://schemas.openxmlformats.org/drawingml/2006/main" r:embed="R1429862703d44ccd"/>
          <a:stretch xmlns:a="http://schemas.openxmlformats.org/drawingml/2006/main"/>
        </p:blipFill>
        <p:spPr>
          <a:xfrm xmlns:a="http://schemas.openxmlformats.org/drawingml/2006/main">
            <a:off x="2286000" y="4391300"/>
            <a:ext cx="7334250" cy="436190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0FF131C2-9296-4E62-B14A-50EF8F4EFB9B}"/>
              </a:ext>
            </a:extLst>
          </p:cNvPr>
          <p:cNvSpPr>
            <a:spLocks xmlns:a="http://schemas.openxmlformats.org/drawingml/2006/main" noGrp="1"/>
          </p:cNvSpPr>
          <p:nvPr/>
        </p:nvSpPr>
        <p:spPr>
          <a:xfrm xmlns:a="http://schemas.openxmlformats.org/drawingml/2006/main">
            <a:off x="10668000" y="4543425"/>
            <a:ext cx="571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전체 경로</a:t>
            </a:r>
          </a:p>
        </p:txBody>
      </p:sp>
      <p:sp>
        <p:nvSpPr>
          <p:cNvPr id="9" name="반응식·수식">
            <a:extLst xmlns:a="http://schemas.openxmlformats.org/drawingml/2006/main">
              <a:ext uri="{FF2B5EF4-FFF2-40B4-BE49-F238E27FC236}">
                <a16:creationId xmlns:a16="http://schemas.microsoft.com/office/drawing/2014/main" id="{FB0E888A-DE61-45E9-8983-04A30B0E0783}"/>
              </a:ext>
            </a:extLst>
          </p:cNvPr>
          <p:cNvSpPr>
            <a:spLocks xmlns:a="http://schemas.openxmlformats.org/drawingml/2006/main" noGrp="1"/>
          </p:cNvSpPr>
          <p:nvPr/>
        </p:nvSpPr>
        <p:spPr>
          <a:xfrm xmlns:a="http://schemas.openxmlformats.org/drawingml/2006/main">
            <a:off x="10668000" y="5305425"/>
            <a:ext cx="6286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900" b="0">
                <a:solidFill>
                  <a:srgbClr val="000000"/>
                </a:solidFill>
                <a:latin typeface="Pretendard"/>
                <a:ea typeface="Pretendard"/>
                <a:cs typeface="Pretendard"/>
              </a:defRPr>
            </a:defPPr>
            <a:lvl1pPr algn="l">
              <a:defRPr sz="3900" b="0">
                <a:solidFill>
                  <a:srgbClr val="000000"/>
                </a:solidFill>
                <a:latin typeface="Pretendard"/>
                <a:ea typeface="Pretendard"/>
                <a:cs typeface="Pretendard"/>
              </a:defRPr>
            </a:lvl1pPr>
            <a:lvl2pPr algn="l">
              <a:defRPr sz="3900" b="0">
                <a:solidFill>
                  <a:srgbClr val="000000"/>
                </a:solidFill>
                <a:latin typeface="Pretendard"/>
                <a:ea typeface="Pretendard"/>
                <a:cs typeface="Pretendard"/>
              </a:defRPr>
            </a:lvl2pPr>
            <a:lvl3pPr algn="l">
              <a:defRPr sz="3900" b="0">
                <a:solidFill>
                  <a:srgbClr val="000000"/>
                </a:solidFill>
                <a:latin typeface="Pretendard"/>
                <a:ea typeface="Pretendard"/>
                <a:cs typeface="Pretendard"/>
              </a:defRPr>
            </a:lvl3pPr>
            <a:lvl4pPr algn="l">
              <a:defRPr sz="3900" b="0">
                <a:solidFill>
                  <a:srgbClr val="000000"/>
                </a:solidFill>
                <a:latin typeface="Pretendard"/>
                <a:ea typeface="Pretendard"/>
                <a:cs typeface="Pretendard"/>
              </a:defRPr>
            </a:lvl4pPr>
            <a:lvl5pPr algn="l">
              <a:defRPr sz="3900" b="0">
                <a:solidFill>
                  <a:srgbClr val="000000"/>
                </a:solidFill>
                <a:latin typeface="Pretendard"/>
                <a:ea typeface="Pretendard"/>
                <a:cs typeface="Pretendard"/>
              </a:defRPr>
            </a:lvl5pPr>
            <a:lvl6pPr algn="l">
              <a:defRPr sz="3900" b="0">
                <a:solidFill>
                  <a:srgbClr val="000000"/>
                </a:solidFill>
                <a:latin typeface="Pretendard"/>
                <a:ea typeface="Pretendard"/>
                <a:cs typeface="Pretendard"/>
              </a:defRPr>
            </a:lvl6pPr>
            <a:lvl7pPr algn="l">
              <a:defRPr sz="3900" b="0">
                <a:solidFill>
                  <a:srgbClr val="000000"/>
                </a:solidFill>
                <a:latin typeface="Pretendard"/>
                <a:ea typeface="Pretendard"/>
                <a:cs typeface="Pretendard"/>
              </a:defRPr>
            </a:lvl7pPr>
            <a:lvl8pPr algn="l">
              <a:defRPr sz="3900" b="0">
                <a:solidFill>
                  <a:srgbClr val="000000"/>
                </a:solidFill>
                <a:latin typeface="Pretendard"/>
                <a:ea typeface="Pretendard"/>
                <a:cs typeface="Pretendard"/>
              </a:defRPr>
            </a:lvl8pPr>
            <a:lvl9pPr algn="l">
              <a:defRPr sz="3900" b="0">
                <a:solidFill>
                  <a:srgbClr val="000000"/>
                </a:solidFill>
                <a:latin typeface="Pretendard"/>
                <a:ea typeface="Pretendard"/>
                <a:cs typeface="Pretendard"/>
              </a:defRPr>
            </a:lvl9pPr>
          </a:lstStyle>
          <a:p xmlns:a="http://schemas.openxmlformats.org/drawingml/2006/main">
            <a:pPr algn="l">
              <a:defRPr sz="3900" b="0">
                <a:solidFill>
                  <a:srgbClr val="000000"/>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₂ + </a:t>
            </a:r>
            <a:r>
              <a:t>Δ</a:t>
            </a:r>
            <a:r>
              <a:rPr i="1">
                <a:latin typeface="Pretendard"/>
                <a:ea typeface="Pretendard"/>
                <a:cs typeface="Pretendard"/>
              </a:rPr>
              <a:t>H</a:t>
            </a:r>
            <a:r>
              <a:t>₃</a:t>
            </a:r>
          </a:p>
        </p:txBody>
      </p:sp>
      <p:sp>
        <p:nvSpPr>
          <p:cNvPr id="10" name="text">
            <a:extLst xmlns:a="http://schemas.openxmlformats.org/drawingml/2006/main">
              <a:ext uri="{FF2B5EF4-FFF2-40B4-BE49-F238E27FC236}">
                <a16:creationId xmlns:a16="http://schemas.microsoft.com/office/drawing/2014/main" id="{E8196F4B-69A8-42EF-AAD9-AF13E928C590}"/>
              </a:ext>
            </a:extLst>
          </p:cNvPr>
          <p:cNvSpPr>
            <a:spLocks xmlns:a="http://schemas.openxmlformats.org/drawingml/2006/main" noGrp="1"/>
          </p:cNvSpPr>
          <p:nvPr/>
        </p:nvSpPr>
        <p:spPr>
          <a:xfrm xmlns:a="http://schemas.openxmlformats.org/drawingml/2006/main">
            <a:off x="10668000" y="6581775"/>
            <a:ext cx="609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알고 싶은 한 단계</a:t>
            </a:r>
          </a:p>
        </p:txBody>
      </p:sp>
      <p:sp>
        <p:nvSpPr>
          <p:cNvPr id="11" name="반응식·수식">
            <a:extLst xmlns:a="http://schemas.openxmlformats.org/drawingml/2006/main">
              <a:ext uri="{FF2B5EF4-FFF2-40B4-BE49-F238E27FC236}">
                <a16:creationId xmlns:a16="http://schemas.microsoft.com/office/drawing/2014/main" id="{2711BB5F-DF1B-42B2-9D59-C02A233D8986}"/>
              </a:ext>
            </a:extLst>
          </p:cNvPr>
          <p:cNvSpPr>
            <a:spLocks xmlns:a="http://schemas.openxmlformats.org/drawingml/2006/main" noGrp="1"/>
          </p:cNvSpPr>
          <p:nvPr/>
        </p:nvSpPr>
        <p:spPr>
          <a:xfrm xmlns:a="http://schemas.openxmlformats.org/drawingml/2006/main">
            <a:off x="10668000" y="7353300"/>
            <a:ext cx="6286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900" b="0">
                <a:solidFill>
                  <a:srgbClr val="000000"/>
                </a:solidFill>
                <a:latin typeface="Pretendard"/>
                <a:ea typeface="Pretendard"/>
                <a:cs typeface="Pretendard"/>
              </a:defRPr>
            </a:defPPr>
            <a:lvl1pPr algn="l">
              <a:defRPr sz="3900" b="0">
                <a:solidFill>
                  <a:srgbClr val="000000"/>
                </a:solidFill>
                <a:latin typeface="Pretendard"/>
                <a:ea typeface="Pretendard"/>
                <a:cs typeface="Pretendard"/>
              </a:defRPr>
            </a:lvl1pPr>
            <a:lvl2pPr algn="l">
              <a:defRPr sz="3900" b="0">
                <a:solidFill>
                  <a:srgbClr val="000000"/>
                </a:solidFill>
                <a:latin typeface="Pretendard"/>
                <a:ea typeface="Pretendard"/>
                <a:cs typeface="Pretendard"/>
              </a:defRPr>
            </a:lvl2pPr>
            <a:lvl3pPr algn="l">
              <a:defRPr sz="3900" b="0">
                <a:solidFill>
                  <a:srgbClr val="000000"/>
                </a:solidFill>
                <a:latin typeface="Pretendard"/>
                <a:ea typeface="Pretendard"/>
                <a:cs typeface="Pretendard"/>
              </a:defRPr>
            </a:lvl3pPr>
            <a:lvl4pPr algn="l">
              <a:defRPr sz="3900" b="0">
                <a:solidFill>
                  <a:srgbClr val="000000"/>
                </a:solidFill>
                <a:latin typeface="Pretendard"/>
                <a:ea typeface="Pretendard"/>
                <a:cs typeface="Pretendard"/>
              </a:defRPr>
            </a:lvl4pPr>
            <a:lvl5pPr algn="l">
              <a:defRPr sz="3900" b="0">
                <a:solidFill>
                  <a:srgbClr val="000000"/>
                </a:solidFill>
                <a:latin typeface="Pretendard"/>
                <a:ea typeface="Pretendard"/>
                <a:cs typeface="Pretendard"/>
              </a:defRPr>
            </a:lvl5pPr>
            <a:lvl6pPr algn="l">
              <a:defRPr sz="3900" b="0">
                <a:solidFill>
                  <a:srgbClr val="000000"/>
                </a:solidFill>
                <a:latin typeface="Pretendard"/>
                <a:ea typeface="Pretendard"/>
                <a:cs typeface="Pretendard"/>
              </a:defRPr>
            </a:lvl6pPr>
            <a:lvl7pPr algn="l">
              <a:defRPr sz="3900" b="0">
                <a:solidFill>
                  <a:srgbClr val="000000"/>
                </a:solidFill>
                <a:latin typeface="Pretendard"/>
                <a:ea typeface="Pretendard"/>
                <a:cs typeface="Pretendard"/>
              </a:defRPr>
            </a:lvl7pPr>
            <a:lvl8pPr algn="l">
              <a:defRPr sz="3900" b="0">
                <a:solidFill>
                  <a:srgbClr val="000000"/>
                </a:solidFill>
                <a:latin typeface="Pretendard"/>
                <a:ea typeface="Pretendard"/>
                <a:cs typeface="Pretendard"/>
              </a:defRPr>
            </a:lvl8pPr>
            <a:lvl9pPr algn="l">
              <a:defRPr sz="3900" b="0">
                <a:solidFill>
                  <a:srgbClr val="000000"/>
                </a:solidFill>
                <a:latin typeface="Pretendard"/>
                <a:ea typeface="Pretendard"/>
                <a:cs typeface="Pretendard"/>
              </a:defRPr>
            </a:lvl9pPr>
          </a:lstStyle>
          <a:p xmlns:a="http://schemas.openxmlformats.org/drawingml/2006/main">
            <a:pPr algn="l">
              <a:defRPr sz="3900" b="0">
                <a:solidFill>
                  <a:srgbClr val="000000"/>
                </a:solidFill>
                <a:latin typeface="Pretendard"/>
                <a:ea typeface="Pretendard"/>
                <a:cs typeface="Pretendard"/>
              </a:defRPr>
            </a:pPr>
            <a:r>
              <a:t>Δ</a:t>
            </a:r>
            <a:r>
              <a:rPr i="1">
                <a:latin typeface="Pretendard"/>
                <a:ea typeface="Pretendard"/>
                <a:cs typeface="Pretendard"/>
              </a:rPr>
              <a:t>H</a:t>
            </a:r>
            <a:r>
              <a:t>₂ = </a:t>
            </a:r>
            <a:r>
              <a:t>Δ</a:t>
            </a:r>
            <a:r>
              <a:rPr i="1">
                <a:latin typeface="Pretendard"/>
                <a:ea typeface="Pretendard"/>
                <a:cs typeface="Pretendard"/>
              </a:rPr>
              <a:t>H</a:t>
            </a:r>
            <a:r>
              <a:t>₁ − </a:t>
            </a:r>
            <a:r>
              <a:t>Δ</a:t>
            </a:r>
            <a:r>
              <a:rPr i="1">
                <a:latin typeface="Pretendard"/>
                <a:ea typeface="Pretendard"/>
                <a:cs typeface="Pretendard"/>
              </a:rPr>
              <a:t>H</a:t>
            </a:r>
            <a:r>
              <a:t>₃</a:t>
            </a:r>
          </a:p>
        </p:txBody>
      </p:sp>
    </p:spTree>
    <p:extLst>
      <p:ext uri="{BB962C8B-B14F-4D97-AF65-F5344CB8AC3E}">
        <p14:creationId xmlns:p14="http://schemas.microsoft.com/office/powerpoint/2010/main" val="625478584"/>
      </p:ext>
    </p:extLst>
  </p:cSld>
</p:sld>
</file>

<file path=ppt/slides/slide2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로고 대비 바탕">
            <a:extLst xmlns:a="http://schemas.openxmlformats.org/drawingml/2006/main">
              <a:ext uri="{FF2B5EF4-FFF2-40B4-BE49-F238E27FC236}">
                <a16:creationId xmlns:a16="http://schemas.microsoft.com/office/drawing/2014/main" id="{7C38C34F-BCF4-4722-B9D4-01830AD25707}"/>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42D49E53-DFD5-4C49-B7FD-8E568AAB3140}"/>
              </a:ext>
            </a:extLst>
          </p:cNvPr>
          <p:cNvPicPr>
            <a:picLocks xmlns:a="http://schemas.openxmlformats.org/drawingml/2006/main" noChangeAspect="1"/>
          </p:cNvPicPr>
          <p:nvPr/>
        </p:nvPicPr>
        <p:blipFill>
          <a:blip xmlns:r="http://schemas.openxmlformats.org/officeDocument/2006/relationships" xmlns:a="http://schemas.openxmlformats.org/drawingml/2006/main" r:embed="R25f50dab20864e4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3" name="copyright">
            <a:extLst xmlns:a="http://schemas.openxmlformats.org/drawingml/2006/main">
              <a:ext uri="{FF2B5EF4-FFF2-40B4-BE49-F238E27FC236}">
                <a16:creationId xmlns:a16="http://schemas.microsoft.com/office/drawing/2014/main" id="{235FAE85-3F55-41AA-A810-0851957590A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4" name="text">
            <a:extLst xmlns:a="http://schemas.openxmlformats.org/drawingml/2006/main">
              <a:ext uri="{FF2B5EF4-FFF2-40B4-BE49-F238E27FC236}">
                <a16:creationId xmlns:a16="http://schemas.microsoft.com/office/drawing/2014/main" id="{2BCC1FD8-3110-4A55-8539-FE43DC02FBEA}"/>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3</a:t>
            </a:r>
          </a:p>
        </p:txBody>
      </p:sp>
      <p:sp>
        <p:nvSpPr>
          <p:cNvPr id="5" name="text">
            <a:extLst xmlns:a="http://schemas.openxmlformats.org/drawingml/2006/main">
              <a:ext uri="{FF2B5EF4-FFF2-40B4-BE49-F238E27FC236}">
                <a16:creationId xmlns:a16="http://schemas.microsoft.com/office/drawing/2014/main" id="{A7767E45-5E1D-4F4F-B3F7-18A9A0F7165F}"/>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표준 생성 엔탈피</a:t>
            </a:r>
          </a:p>
        </p:txBody>
      </p:sp>
      <p:sp>
        <p:nvSpPr>
          <p:cNvPr id="6" name="text">
            <a:extLst xmlns:a="http://schemas.openxmlformats.org/drawingml/2006/main">
              <a:ext uri="{FF2B5EF4-FFF2-40B4-BE49-F238E27FC236}">
                <a16:creationId xmlns:a16="http://schemas.microsoft.com/office/drawing/2014/main" id="{4E94E0C1-3829-443F-9867-CBC5918CB5F2}"/>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물질마다 같은 기준의 생성 엔탈피를 알면 무엇을 구할 수 있을까?</a:t>
            </a:r>
          </a:p>
        </p:txBody>
      </p:sp>
    </p:spTree>
    <p:extLst>
      <p:ext uri="{BB962C8B-B14F-4D97-AF65-F5344CB8AC3E}">
        <p14:creationId xmlns:p14="http://schemas.microsoft.com/office/powerpoint/2010/main" val="1949816079"/>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F07F3A25-24BB-4424-B11A-1596C9D1A376}"/>
              </a:ext>
            </a:extLst>
          </p:cNvPr>
          <p:cNvPicPr>
            <a:picLocks xmlns:a="http://schemas.openxmlformats.org/drawingml/2006/main" noChangeAspect="1"/>
          </p:cNvPicPr>
          <p:nvPr/>
        </p:nvPicPr>
        <p:blipFill>
          <a:blip xmlns:r="http://schemas.openxmlformats.org/officeDocument/2006/relationships" xmlns:a="http://schemas.openxmlformats.org/drawingml/2006/main" r:embed="R9974bc7c1f23424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8734C23-7830-40DE-A106-AF4062D3870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E8C18B0-E444-4C10-8DAB-4AF4567C532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002B0E88-3E6C-4DA3-9AF4-7FDAB048C449}"/>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1DB97785-7454-42CE-A026-27FC669E9BC0}"/>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81F0F24A-8697-4B53-970E-311B8DD67800}"/>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표준 생성 엔탈피</a:t>
            </a:r>
          </a:p>
        </p:txBody>
      </p:sp>
      <p:sp>
        <p:nvSpPr>
          <p:cNvPr id="7" name="text">
            <a:extLst xmlns:a="http://schemas.openxmlformats.org/drawingml/2006/main">
              <a:ext uri="{FF2B5EF4-FFF2-40B4-BE49-F238E27FC236}">
                <a16:creationId xmlns:a16="http://schemas.microsoft.com/office/drawing/2014/main" id="{BF56E04A-F2B6-4B9E-B96C-D34DDA3EF8C0}"/>
              </a:ext>
            </a:extLst>
          </p:cNvPr>
          <p:cNvSpPr>
            <a:spLocks xmlns:a="http://schemas.openxmlformats.org/drawingml/2006/main" noGrp="1"/>
          </p:cNvSpPr>
          <p:nvPr/>
        </p:nvSpPr>
        <p:spPr>
          <a:xfrm xmlns:a="http://schemas.openxmlformats.org/drawingml/2006/main">
            <a:off x="1714500" y="3705225"/>
            <a:ext cx="1485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898989"/>
                </a:solidFill>
                <a:latin typeface="Pretendard"/>
                <a:ea typeface="Pretendard"/>
                <a:cs typeface="Pretendard"/>
              </a:defRPr>
            </a:defPPr>
            <a:lvl1pPr algn="ctr">
              <a:defRPr sz="2850" b="1">
                <a:solidFill>
                  <a:srgbClr val="898989"/>
                </a:solidFill>
                <a:latin typeface="Pretendard"/>
                <a:ea typeface="Pretendard"/>
                <a:cs typeface="Pretendard"/>
              </a:defRPr>
            </a:lvl1pPr>
            <a:lvl2pPr algn="ctr">
              <a:defRPr sz="2850" b="1">
                <a:solidFill>
                  <a:srgbClr val="898989"/>
                </a:solidFill>
                <a:latin typeface="Pretendard"/>
                <a:ea typeface="Pretendard"/>
                <a:cs typeface="Pretendard"/>
              </a:defRPr>
            </a:lvl2pPr>
            <a:lvl3pPr algn="ctr">
              <a:defRPr sz="2850" b="1">
                <a:solidFill>
                  <a:srgbClr val="898989"/>
                </a:solidFill>
                <a:latin typeface="Pretendard"/>
                <a:ea typeface="Pretendard"/>
                <a:cs typeface="Pretendard"/>
              </a:defRPr>
            </a:lvl3pPr>
            <a:lvl4pPr algn="ctr">
              <a:defRPr sz="2850" b="1">
                <a:solidFill>
                  <a:srgbClr val="898989"/>
                </a:solidFill>
                <a:latin typeface="Pretendard"/>
                <a:ea typeface="Pretendard"/>
                <a:cs typeface="Pretendard"/>
              </a:defRPr>
            </a:lvl4pPr>
            <a:lvl5pPr algn="ctr">
              <a:defRPr sz="2850" b="1">
                <a:solidFill>
                  <a:srgbClr val="898989"/>
                </a:solidFill>
                <a:latin typeface="Pretendard"/>
                <a:ea typeface="Pretendard"/>
                <a:cs typeface="Pretendard"/>
              </a:defRPr>
            </a:lvl5pPr>
            <a:lvl6pPr algn="ctr">
              <a:defRPr sz="2850" b="1">
                <a:solidFill>
                  <a:srgbClr val="898989"/>
                </a:solidFill>
                <a:latin typeface="Pretendard"/>
                <a:ea typeface="Pretendard"/>
                <a:cs typeface="Pretendard"/>
              </a:defRPr>
            </a:lvl6pPr>
            <a:lvl7pPr algn="ctr">
              <a:defRPr sz="2850" b="1">
                <a:solidFill>
                  <a:srgbClr val="898989"/>
                </a:solidFill>
                <a:latin typeface="Pretendard"/>
                <a:ea typeface="Pretendard"/>
                <a:cs typeface="Pretendard"/>
              </a:defRPr>
            </a:lvl7pPr>
            <a:lvl8pPr algn="ctr">
              <a:defRPr sz="2850" b="1">
                <a:solidFill>
                  <a:srgbClr val="898989"/>
                </a:solidFill>
                <a:latin typeface="Pretendard"/>
                <a:ea typeface="Pretendard"/>
                <a:cs typeface="Pretendard"/>
              </a:defRPr>
            </a:lvl8pPr>
            <a:lvl9pPr algn="ctr">
              <a:defRPr sz="2850" b="1">
                <a:solidFill>
                  <a:srgbClr val="898989"/>
                </a:solidFill>
                <a:latin typeface="Pretendard"/>
                <a:ea typeface="Pretendard"/>
                <a:cs typeface="Pretendard"/>
              </a:defRPr>
            </a:lvl9pPr>
          </a:lstStyle>
          <a:p xmlns:a="http://schemas.openxmlformats.org/drawingml/2006/main">
            <a:pPr algn="ctr">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표준 상태의 성분 원소로부터 물질 1 mol이 생성될 때의 반응 엔탈피</a:t>
            </a:r>
          </a:p>
        </p:txBody>
      </p:sp>
      <p:pic>
        <p:nvPicPr>
          <p:cNvPr id="8" name="">
            <a:extLst xmlns:a="http://schemas.openxmlformats.org/drawingml/2006/main">
              <a:ext uri="{FF2B5EF4-FFF2-40B4-BE49-F238E27FC236}">
                <a16:creationId xmlns:a16="http://schemas.microsoft.com/office/drawing/2014/main" id="{D9571244-0755-4CDE-BC42-98E665D5FA65}"/>
              </a:ext>
            </a:extLst>
          </p:cNvPr>
          <p:cNvPicPr>
            <a:picLocks xmlns:a="http://schemas.openxmlformats.org/drawingml/2006/main" noChangeAspect="1"/>
          </p:cNvPicPr>
          <p:nvPr/>
        </p:nvPicPr>
        <p:blipFill>
          <a:blip xmlns:r="http://schemas.openxmlformats.org/officeDocument/2006/relationships" xmlns:a="http://schemas.openxmlformats.org/drawingml/2006/main" r:embed="R8c89310ac5ab4025"/>
          <a:stretch xmlns:a="http://schemas.openxmlformats.org/drawingml/2006/main"/>
        </p:blipFill>
        <p:spPr>
          <a:xfrm xmlns:a="http://schemas.openxmlformats.org/drawingml/2006/main">
            <a:off x="4330944" y="4524375"/>
            <a:ext cx="8864112" cy="876300"/>
          </a:xfrm>
          <a:prstGeom xmlns:a="http://schemas.openxmlformats.org/drawingml/2006/main" prst="rect">
            <a:avLst/>
          </a:prstGeom>
        </p:spPr>
      </p:pic>
      <p:sp>
        <p:nvSpPr>
          <p:cNvPr id="9" name="설명·계산 행 1">
            <a:extLst xmlns:a="http://schemas.openxmlformats.org/drawingml/2006/main">
              <a:ext uri="{FF2B5EF4-FFF2-40B4-BE49-F238E27FC236}">
                <a16:creationId xmlns:a16="http://schemas.microsoft.com/office/drawing/2014/main" id="{99044825-10C0-478C-A9A6-929E29D4CE9E}"/>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1">
            <a:extLst xmlns:a="http://schemas.openxmlformats.org/drawingml/2006/main">
              <a:ext uri="{FF2B5EF4-FFF2-40B4-BE49-F238E27FC236}">
                <a16:creationId xmlns:a16="http://schemas.microsoft.com/office/drawing/2014/main" id="{31A4EB01-937A-44C3-B800-9D46E900F13A}"/>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생성되는 물질 1 mol을 기준으로 나타낸다.</a:t>
            </a:r>
          </a:p>
        </p:txBody>
      </p:sp>
      <p:sp>
        <p:nvSpPr>
          <p:cNvPr id="11" name="설명·계산 행 2">
            <a:extLst xmlns:a="http://schemas.openxmlformats.org/drawingml/2006/main">
              <a:ext uri="{FF2B5EF4-FFF2-40B4-BE49-F238E27FC236}">
                <a16:creationId xmlns:a16="http://schemas.microsoft.com/office/drawing/2014/main" id="{D6958A91-B9CC-47C3-9D6E-DD605F7FE05D}"/>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2">
            <a:extLst xmlns:a="http://schemas.openxmlformats.org/drawingml/2006/main">
              <a:ext uri="{FF2B5EF4-FFF2-40B4-BE49-F238E27FC236}">
                <a16:creationId xmlns:a16="http://schemas.microsoft.com/office/drawing/2014/main" id="{27209BAB-CCF0-4B40-89EF-6676D2301CE7}"/>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H₂O</a:t>
            </a:r>
            <a:r>
              <a:t>(</a:t>
            </a:r>
            <a:r>
              <a:rPr i="1">
                <a:latin typeface="Pretendard"/>
                <a:ea typeface="Pretendard"/>
                <a:cs typeface="Pretendard"/>
              </a:rPr>
              <a:t>l</a:t>
            </a:r>
            <a:r>
              <a:t>)의 표준 생성 엔탈피는 −285.8 kJ/mol이다.</a:t>
            </a:r>
          </a:p>
        </p:txBody>
      </p:sp>
    </p:spTree>
    <p:extLst>
      <p:ext uri="{BB962C8B-B14F-4D97-AF65-F5344CB8AC3E}">
        <p14:creationId xmlns:p14="http://schemas.microsoft.com/office/powerpoint/2010/main" val="1162980647"/>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865AC9CE-C795-4D00-B5AD-32EDE5E8DB87}"/>
              </a:ext>
            </a:extLst>
          </p:cNvPr>
          <p:cNvPicPr>
            <a:picLocks xmlns:a="http://schemas.openxmlformats.org/drawingml/2006/main" noChangeAspect="1"/>
          </p:cNvPicPr>
          <p:nvPr/>
        </p:nvPicPr>
        <p:blipFill>
          <a:blip xmlns:r="http://schemas.openxmlformats.org/officeDocument/2006/relationships" xmlns:a="http://schemas.openxmlformats.org/drawingml/2006/main" r:embed="R2b2b7fa180c4421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F22C291-ECC4-4698-821A-9CF96AF94CC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54A143F-4FF2-4DBA-902E-C5B302F648AD}"/>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8C700AB7-D017-4617-96A1-E8710F9193CE}"/>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DB8EB762-0162-4E7E-8529-04B94729E711}"/>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E2860CB4-1659-46F2-9628-5E5855F39795}"/>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기준 원소 물질의 값은 0</a:t>
            </a:r>
          </a:p>
        </p:txBody>
      </p:sp>
      <p:graphicFrame>
        <p:nvGraphicFramePr>
          <p:cNvPr id="7" name="">
            <a:extLst xmlns:a="http://schemas.openxmlformats.org/drawingml/2006/main">
              <a:ext uri="{FF2B5EF4-FFF2-40B4-BE49-F238E27FC236}">
                <a16:creationId xmlns:a16="http://schemas.microsoft.com/office/drawing/2014/main" id="{5D35261C-ED2B-47E8-BF14-898A31487941}"/>
              </a:ext>
            </a:extLst>
          </p:cNvPr>
          <p:cNvGraphicFramePr/>
          <p:nvPr/>
        </p:nvGraphicFramePr>
        <p:xfrm>
          <a:off xmlns:a="http://schemas.openxmlformats.org/drawingml/2006/main" x="1828800" y="4238625"/>
          <a:ext xmlns:a="http://schemas.openxmlformats.org/drawingml/2006/main" cx="14639925" cy="4048125"/>
        </p:xfrm>
        <a:graphic xmlns:a="http://schemas.openxmlformats.org/drawingml/2006/main">
          <a:graphicData uri="http://schemas.openxmlformats.org/drawingml/2006/table">
            <a:tbl>
              <a:tblPr/>
              <a:tblGrid>
                <a:gridCol w="7315200"/>
                <a:gridCol w="7324725"/>
              </a:tblGrid>
              <a:tr h="1012031">
                <a:tc>
                  <a:txBody>
                    <a:bodyPr wrap="none" lIns="114300" tIns="114300" rIns="114300" bIns="114300"/>
                    <a:lstStyle/>
                    <a:p>
                      <a:pPr algn="ctr"/>
                      <a:r>
                        <a:rPr sz="3300" b="1">
                          <a:solidFill>
                            <a:srgbClr val="FFFFFF"/>
                          </a:solidFill>
                          <a:latin typeface="Pretendard"/>
                          <a:ea typeface="Pretendard"/>
                          <a:cs typeface="Pretendard"/>
                        </a:rPr>
                        <a:t>기준 원소 물질</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300" b="1">
                          <a:solidFill>
                            <a:srgbClr val="FFFFFF"/>
                          </a:solidFill>
                          <a:latin typeface="Pretendard"/>
                          <a:ea typeface="Pretendard"/>
                          <a:cs typeface="Pretendard"/>
                        </a:rPr>
                        <a:t>표준 생성 엔탈피 (kJ/mol)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12031">
                <a:tc>
                  <a:txBody>
                    <a:bodyPr wrap="none" lIns="114300" tIns="114300" rIns="114300" bIns="114300"/>
                    <a:lstStyle/>
                    <a:p>
                      <a:pPr algn="ctr"/>
                      <a:r>
                        <a:rPr sz="3300" b="1">
                          <a:solidFill>
                            <a:srgbClr val="FFFFFF"/>
                          </a:solidFill>
                          <a:latin typeface="Pretendard"/>
                          <a:ea typeface="Pretendard"/>
                          <a:cs typeface="Pretendard"/>
                        </a:rPr>
                        <a:t>C</a:t>
                      </a:r>
                      <a:r>
                        <a:rPr sz="3300" b="1">
                          <a:solidFill>
                            <a:srgbClr val="FFFFFF"/>
                          </a:solidFill>
                          <a:latin typeface="Pretendard"/>
                          <a:ea typeface="Pretendard"/>
                          <a:cs typeface="Pretendard"/>
                        </a:rPr>
                        <a:t>(</a:t>
                      </a:r>
                      <a:r>
                        <a:rPr sz="3300" b="1" i="1">
                          <a:solidFill>
                            <a:srgbClr val="FFFFFF"/>
                          </a:solidFill>
                          <a:latin typeface="Pretendard"/>
                          <a:ea typeface="Pretendard"/>
                          <a:cs typeface="Pretendard"/>
                        </a:rPr>
                        <a:t>s</a:t>
                      </a:r>
                      <a:r>
                        <a:rPr sz="3300" b="1">
                          <a:solidFill>
                            <a:srgbClr val="FFFFFF"/>
                          </a:solidFill>
                          <a:latin typeface="Pretendard"/>
                          <a:ea typeface="Pretendard"/>
                          <a:cs typeface="Pretendard"/>
                        </a:rPr>
                        <a:t>, 흑연)</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12031">
                <a:tc>
                  <a:txBody>
                    <a:bodyPr wrap="none" lIns="114300" tIns="114300" rIns="114300" bIns="114300"/>
                    <a:lstStyle/>
                    <a:p>
                      <a:pPr algn="ctr"/>
                      <a:r>
                        <a:rPr sz="3300" b="1">
                          <a:solidFill>
                            <a:srgbClr val="FFFFFF"/>
                          </a:solidFill>
                          <a:latin typeface="Pretendard"/>
                          <a:ea typeface="Pretendard"/>
                          <a:cs typeface="Pretendard"/>
                        </a:rPr>
                        <a:t>H₂</a:t>
                      </a:r>
                      <a:r>
                        <a:rPr sz="3300" b="1">
                          <a:solidFill>
                            <a:srgbClr val="FFFFFF"/>
                          </a:solidFill>
                          <a:latin typeface="Pretendard"/>
                          <a:ea typeface="Pretendard"/>
                          <a:cs typeface="Pretendard"/>
                        </a:rPr>
                        <a:t>(</a:t>
                      </a:r>
                      <a:r>
                        <a:rPr sz="3300" b="1" i="1">
                          <a:solidFill>
                            <a:srgbClr val="FFFFFF"/>
                          </a:solidFill>
                          <a:latin typeface="Pretendard"/>
                          <a:ea typeface="Pretendard"/>
                          <a:cs typeface="Pretendard"/>
                        </a:rPr>
                        <a:t>g</a:t>
                      </a:r>
                      <a:r>
                        <a:rPr sz="3300" b="1">
                          <a:solidFill>
                            <a:srgbClr val="FFFFFF"/>
                          </a:solidFill>
                          <a:latin typeface="Pretendard"/>
                          <a:ea typeface="Pretendard"/>
                          <a:cs typeface="Pretendard"/>
                        </a:rPr>
                        <a:t>)</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12031">
                <a:tc>
                  <a:txBody>
                    <a:bodyPr wrap="none" lIns="114300" tIns="114300" rIns="114300" bIns="114300"/>
                    <a:lstStyle/>
                    <a:p>
                      <a:pPr algn="ctr"/>
                      <a:r>
                        <a:rPr sz="3300" b="1">
                          <a:solidFill>
                            <a:srgbClr val="FFFFFF"/>
                          </a:solidFill>
                          <a:latin typeface="Pretendard"/>
                          <a:ea typeface="Pretendard"/>
                          <a:cs typeface="Pretendard"/>
                        </a:rPr>
                        <a:t>O₂</a:t>
                      </a:r>
                      <a:r>
                        <a:rPr sz="3300" b="1">
                          <a:solidFill>
                            <a:srgbClr val="FFFFFF"/>
                          </a:solidFill>
                          <a:latin typeface="Pretendard"/>
                          <a:ea typeface="Pretendard"/>
                          <a:cs typeface="Pretendard"/>
                        </a:rPr>
                        <a:t>(</a:t>
                      </a:r>
                      <a:r>
                        <a:rPr sz="3300" b="1" i="1">
                          <a:solidFill>
                            <a:srgbClr val="FFFFFF"/>
                          </a:solidFill>
                          <a:latin typeface="Pretendard"/>
                          <a:ea typeface="Pretendard"/>
                          <a:cs typeface="Pretendard"/>
                        </a:rPr>
                        <a:t>g</a:t>
                      </a:r>
                      <a:r>
                        <a:rPr sz="3300" b="1">
                          <a:solidFill>
                            <a:srgbClr val="FFFFFF"/>
                          </a:solidFill>
                          <a:latin typeface="Pretendard"/>
                          <a:ea typeface="Pretendard"/>
                          <a:cs typeface="Pretendard"/>
                        </a:rPr>
                        <a:t>)</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08F0EAFF-AF1E-46C1-967B-E7684BC7CBF3}"/>
              </a:ext>
            </a:extLst>
          </p:cNvPr>
          <p:cNvSpPr>
            <a:spLocks xmlns:a="http://schemas.openxmlformats.org/drawingml/2006/main" noGrp="1"/>
          </p:cNvSpPr>
          <p:nvPr/>
        </p:nvSpPr>
        <p:spPr>
          <a:xfrm xmlns:a="http://schemas.openxmlformats.org/drawingml/2006/main" rot="0">
            <a:off x="1828800" y="423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CB9D59D0-B1F6-4C95-8560-DD73682198A2}"/>
              </a:ext>
            </a:extLst>
          </p:cNvPr>
          <p:cNvSpPr>
            <a:spLocks xmlns:a="http://schemas.openxmlformats.org/drawingml/2006/main" noGrp="1"/>
          </p:cNvSpPr>
          <p:nvPr/>
        </p:nvSpPr>
        <p:spPr>
          <a:xfrm xmlns:a="http://schemas.openxmlformats.org/drawingml/2006/main" rot="5400000">
            <a:off x="16278225" y="423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DE950F89-8CD1-41EA-B080-22DC29B71D59}"/>
              </a:ext>
            </a:extLst>
          </p:cNvPr>
          <p:cNvSpPr>
            <a:spLocks xmlns:a="http://schemas.openxmlformats.org/drawingml/2006/main" noGrp="1"/>
          </p:cNvSpPr>
          <p:nvPr/>
        </p:nvSpPr>
        <p:spPr>
          <a:xfrm xmlns:a="http://schemas.openxmlformats.org/drawingml/2006/main" rot="10800000">
            <a:off x="16278225" y="809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6D2F0460-B289-4F5C-BD5E-4E72CAAFE096}"/>
              </a:ext>
            </a:extLst>
          </p:cNvPr>
          <p:cNvSpPr>
            <a:spLocks xmlns:a="http://schemas.openxmlformats.org/drawingml/2006/main" noGrp="1"/>
          </p:cNvSpPr>
          <p:nvPr/>
        </p:nvSpPr>
        <p:spPr>
          <a:xfrm xmlns:a="http://schemas.openxmlformats.org/drawingml/2006/main" rot="16200000">
            <a:off x="1828800" y="809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해석·결론">
            <a:extLst xmlns:a="http://schemas.openxmlformats.org/drawingml/2006/main">
              <a:ext uri="{FF2B5EF4-FFF2-40B4-BE49-F238E27FC236}">
                <a16:creationId xmlns:a16="http://schemas.microsoft.com/office/drawing/2014/main" id="{92C7910B-4277-4016-B4B0-8E8FBD4507FF}"/>
              </a:ext>
            </a:extLst>
          </p:cNvPr>
          <p:cNvSpPr>
            <a:spLocks xmlns:a="http://schemas.openxmlformats.org/drawingml/2006/main" noGrp="1"/>
          </p:cNvSpPr>
          <p:nvPr/>
        </p:nvSpPr>
        <p:spPr>
          <a:xfrm xmlns:a="http://schemas.openxmlformats.org/drawingml/2006/main">
            <a:off x="1828800" y="861060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6C1FB296-2A93-4A29-A0D5-8748D7711303}"/>
              </a:ext>
            </a:extLst>
          </p:cNvPr>
          <p:cNvSpPr>
            <a:spLocks xmlns:a="http://schemas.openxmlformats.org/drawingml/2006/main" noGrp="1"/>
          </p:cNvSpPr>
          <p:nvPr/>
        </p:nvSpPr>
        <p:spPr>
          <a:xfrm xmlns:a="http://schemas.openxmlformats.org/drawingml/2006/main">
            <a:off x="2143125" y="868680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모든 원소의 모든 상태가 0이라는 뜻은 아니다.</a:t>
            </a:r>
          </a:p>
        </p:txBody>
      </p:sp>
    </p:spTree>
    <p:extLst>
      <p:ext uri="{BB962C8B-B14F-4D97-AF65-F5344CB8AC3E}">
        <p14:creationId xmlns:p14="http://schemas.microsoft.com/office/powerpoint/2010/main" val="2062457750"/>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992E4153-30FF-4818-AD49-6C47CD87696D}"/>
              </a:ext>
            </a:extLst>
          </p:cNvPr>
          <p:cNvPicPr>
            <a:picLocks xmlns:a="http://schemas.openxmlformats.org/drawingml/2006/main" noChangeAspect="1"/>
          </p:cNvPicPr>
          <p:nvPr/>
        </p:nvPicPr>
        <p:blipFill>
          <a:blip xmlns:r="http://schemas.openxmlformats.org/officeDocument/2006/relationships" xmlns:a="http://schemas.openxmlformats.org/drawingml/2006/main" r:embed="R060b1d7c898f43a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A7B2D58-84D8-47DD-8F09-F35DCE47368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59B9695-0D87-426A-A8BA-DCA314046CD1}"/>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99810427-4406-4138-9413-D2EB5D837BD6}"/>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76A7DF50-469D-49B0-9A35-6C1F0F60F4E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629276F3-BDF1-44DC-AC8D-D8F164DE3E6E}"/>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물과 수증기는 서로 다른 자료</a:t>
            </a:r>
          </a:p>
        </p:txBody>
      </p:sp>
      <p:pic>
        <p:nvPicPr>
          <p:cNvPr id="7" name="">
            <a:extLst xmlns:a="http://schemas.openxmlformats.org/drawingml/2006/main">
              <a:ext uri="{FF2B5EF4-FFF2-40B4-BE49-F238E27FC236}">
                <a16:creationId xmlns:a16="http://schemas.microsoft.com/office/drawing/2014/main" id="{31546398-1CF0-45F5-AE99-9979638732B0}"/>
              </a:ext>
            </a:extLst>
          </p:cNvPr>
          <p:cNvPicPr>
            <a:picLocks xmlns:a="http://schemas.openxmlformats.org/drawingml/2006/main" noChangeAspect="1"/>
          </p:cNvPicPr>
          <p:nvPr/>
        </p:nvPicPr>
        <p:blipFill>
          <a:blip xmlns:r="http://schemas.openxmlformats.org/officeDocument/2006/relationships" xmlns:a="http://schemas.openxmlformats.org/drawingml/2006/main" r:embed="Ra2ce4854c06143cd"/>
          <a:stretch xmlns:a="http://schemas.openxmlformats.org/drawingml/2006/main"/>
        </p:blipFill>
        <p:spPr>
          <a:xfrm xmlns:a="http://schemas.openxmlformats.org/drawingml/2006/main">
            <a:off x="2143125" y="3667125"/>
            <a:ext cx="14001750" cy="4667250"/>
          </a:xfrm>
          <a:prstGeom xmlns:a="http://schemas.openxmlformats.org/drawingml/2006/main" prst="rect">
            <a:avLst/>
          </a:prstGeom>
        </p:spPr>
      </p:pic>
      <p:sp>
        <p:nvSpPr>
          <p:cNvPr id="8" name="해석·결론">
            <a:extLst xmlns:a="http://schemas.openxmlformats.org/drawingml/2006/main">
              <a:ext uri="{FF2B5EF4-FFF2-40B4-BE49-F238E27FC236}">
                <a16:creationId xmlns:a16="http://schemas.microsoft.com/office/drawing/2014/main" id="{E118D19C-BAC4-4B46-BC2E-3C055642AD90}"/>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9" name="반응식·수식">
            <a:extLst xmlns:a="http://schemas.openxmlformats.org/drawingml/2006/main">
              <a:ext uri="{FF2B5EF4-FFF2-40B4-BE49-F238E27FC236}">
                <a16:creationId xmlns:a16="http://schemas.microsoft.com/office/drawing/2014/main" id="{D2FECB93-BE73-4C41-8E1F-FCB57F570165}"/>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물질의 상태가 다르면 생성 엔탈피도 다르다.</a:t>
            </a:r>
          </a:p>
        </p:txBody>
      </p:sp>
    </p:spTree>
    <p:extLst>
      <p:ext uri="{BB962C8B-B14F-4D97-AF65-F5344CB8AC3E}">
        <p14:creationId xmlns:p14="http://schemas.microsoft.com/office/powerpoint/2010/main" val="1660790201"/>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D34EF80C-1D69-4B0B-843F-7ECE9BE4CC7C}"/>
              </a:ext>
            </a:extLst>
          </p:cNvPr>
          <p:cNvPicPr>
            <a:picLocks xmlns:a="http://schemas.openxmlformats.org/drawingml/2006/main" noChangeAspect="1"/>
          </p:cNvPicPr>
          <p:nvPr/>
        </p:nvPicPr>
        <p:blipFill>
          <a:blip xmlns:r="http://schemas.openxmlformats.org/officeDocument/2006/relationships" xmlns:a="http://schemas.openxmlformats.org/drawingml/2006/main" r:embed="R1b1c6365e8da45d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C490EFF-EE2F-4C73-BCDB-C020F40BD00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B4A30DE-4594-44E2-8CCC-6C7046EB88D2}"/>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56F15AB7-B4A6-4417-AFC9-033087424E0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C4FC0CF6-C80A-4F8B-B4EA-D4511A418F5D}"/>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D3423786-A513-4E94-BB6D-9525FDE46AA1}"/>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생성물에서 반응물을 빼는 까닭</a:t>
            </a:r>
          </a:p>
        </p:txBody>
      </p:sp>
      <p:pic>
        <p:nvPicPr>
          <p:cNvPr id="7" name="">
            <a:extLst xmlns:a="http://schemas.openxmlformats.org/drawingml/2006/main">
              <a:ext uri="{FF2B5EF4-FFF2-40B4-BE49-F238E27FC236}">
                <a16:creationId xmlns:a16="http://schemas.microsoft.com/office/drawing/2014/main" id="{58B5640B-D58B-4CD4-A618-AC7074BCE2A9}"/>
              </a:ext>
            </a:extLst>
          </p:cNvPr>
          <p:cNvPicPr>
            <a:picLocks xmlns:a="http://schemas.openxmlformats.org/drawingml/2006/main" noChangeAspect="1"/>
          </p:cNvPicPr>
          <p:nvPr/>
        </p:nvPicPr>
        <p:blipFill>
          <a:blip xmlns:r="http://schemas.openxmlformats.org/officeDocument/2006/relationships" xmlns:a="http://schemas.openxmlformats.org/drawingml/2006/main" r:embed="R46a06ecf20bb4f9c"/>
          <a:stretch xmlns:a="http://schemas.openxmlformats.org/drawingml/2006/main"/>
        </p:blipFill>
        <p:spPr>
          <a:xfrm xmlns:a="http://schemas.openxmlformats.org/drawingml/2006/main">
            <a:off x="2247900" y="4291340"/>
            <a:ext cx="13239750" cy="3133071"/>
          </a:xfrm>
          <a:prstGeom xmlns:a="http://schemas.openxmlformats.org/drawingml/2006/main" prst="rect">
            <a:avLst/>
          </a:prstGeom>
        </p:spPr>
      </p:pic>
      <p:sp>
        <p:nvSpPr>
          <p:cNvPr id="8" name="해석·결론">
            <a:extLst xmlns:a="http://schemas.openxmlformats.org/drawingml/2006/main">
              <a:ext uri="{FF2B5EF4-FFF2-40B4-BE49-F238E27FC236}">
                <a16:creationId xmlns:a16="http://schemas.microsoft.com/office/drawing/2014/main" id="{B3E52263-DC58-4AC0-A430-AF051B41C707}"/>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9" name="반응식·수식">
            <a:extLst xmlns:a="http://schemas.openxmlformats.org/drawingml/2006/main">
              <a:ext uri="{FF2B5EF4-FFF2-40B4-BE49-F238E27FC236}">
                <a16:creationId xmlns:a16="http://schemas.microsoft.com/office/drawing/2014/main" id="{3E7D9600-FD8E-4BA8-A423-E1FEB23BED34}"/>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CH₄ 연소 반응 = ② + 2 × ③ − ①</a:t>
            </a:r>
          </a:p>
        </p:txBody>
      </p:sp>
    </p:spTree>
    <p:extLst>
      <p:ext uri="{BB962C8B-B14F-4D97-AF65-F5344CB8AC3E}">
        <p14:creationId xmlns:p14="http://schemas.microsoft.com/office/powerpoint/2010/main" val="789315181"/>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DA24F683-7F59-485A-B7B5-1E7FF84DE5A9}"/>
              </a:ext>
            </a:extLst>
          </p:cNvPr>
          <p:cNvPicPr>
            <a:picLocks xmlns:a="http://schemas.openxmlformats.org/drawingml/2006/main" noChangeAspect="1"/>
          </p:cNvPicPr>
          <p:nvPr/>
        </p:nvPicPr>
        <p:blipFill>
          <a:blip xmlns:r="http://schemas.openxmlformats.org/officeDocument/2006/relationships" xmlns:a="http://schemas.openxmlformats.org/drawingml/2006/main" r:embed="Ra2a815e55c0d48cc"/>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5FE92B1-AE30-46A2-B16B-3E85DCC7D75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D9C444F-B4DA-400B-9AB6-82CE4945AF59}"/>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02853492-9A82-4AA0-ACA0-1D06203AA9A9}"/>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916EFB15-1D46-42E7-80C0-46C2BD2D4DFE}"/>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B0125793-64F6-4FB6-8F70-AEBC2EC4D81C}"/>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계수를 곱해 더한다</a:t>
            </a:r>
          </a:p>
        </p:txBody>
      </p:sp>
      <p:sp>
        <p:nvSpPr>
          <p:cNvPr id="7" name="rich">
            <a:extLst xmlns:a="http://schemas.openxmlformats.org/drawingml/2006/main">
              <a:ext uri="{FF2B5EF4-FFF2-40B4-BE49-F238E27FC236}">
                <a16:creationId xmlns:a16="http://schemas.microsoft.com/office/drawing/2014/main" id="{4F555BBC-6432-476F-9C32-72402DB40246}"/>
              </a:ext>
            </a:extLst>
          </p:cNvPr>
          <p:cNvSpPr>
            <a:spLocks xmlns:a="http://schemas.openxmlformats.org/drawingml/2006/main" noGrp="1"/>
          </p:cNvSpPr>
          <p:nvPr/>
        </p:nvSpPr>
        <p:spPr>
          <a:xfrm xmlns:a="http://schemas.openxmlformats.org/drawingml/2006/main">
            <a:off x="1714500" y="3876675"/>
            <a:ext cx="14859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57962F"/>
                </a:solidFill>
                <a:latin typeface="Pretendard"/>
                <a:ea typeface="Pretendard"/>
                <a:cs typeface="Pretendard"/>
              </a:defRPr>
            </a:defPPr>
            <a:lvl1pPr algn="ctr">
              <a:defRPr sz="4800" b="1">
                <a:solidFill>
                  <a:srgbClr val="57962F"/>
                </a:solidFill>
                <a:latin typeface="Pretendard"/>
                <a:ea typeface="Pretendard"/>
                <a:cs typeface="Pretendard"/>
              </a:defRPr>
            </a:lvl1pPr>
            <a:lvl2pPr algn="ctr">
              <a:defRPr sz="4800" b="1">
                <a:solidFill>
                  <a:srgbClr val="57962F"/>
                </a:solidFill>
                <a:latin typeface="Pretendard"/>
                <a:ea typeface="Pretendard"/>
                <a:cs typeface="Pretendard"/>
              </a:defRPr>
            </a:lvl2pPr>
            <a:lvl3pPr algn="ctr">
              <a:defRPr sz="4800" b="1">
                <a:solidFill>
                  <a:srgbClr val="57962F"/>
                </a:solidFill>
                <a:latin typeface="Pretendard"/>
                <a:ea typeface="Pretendard"/>
                <a:cs typeface="Pretendard"/>
              </a:defRPr>
            </a:lvl3pPr>
            <a:lvl4pPr algn="ctr">
              <a:defRPr sz="4800" b="1">
                <a:solidFill>
                  <a:srgbClr val="57962F"/>
                </a:solidFill>
                <a:latin typeface="Pretendard"/>
                <a:ea typeface="Pretendard"/>
                <a:cs typeface="Pretendard"/>
              </a:defRPr>
            </a:lvl4pPr>
            <a:lvl5pPr algn="ctr">
              <a:defRPr sz="4800" b="1">
                <a:solidFill>
                  <a:srgbClr val="57962F"/>
                </a:solidFill>
                <a:latin typeface="Pretendard"/>
                <a:ea typeface="Pretendard"/>
                <a:cs typeface="Pretendard"/>
              </a:defRPr>
            </a:lvl5pPr>
            <a:lvl6pPr algn="ctr">
              <a:defRPr sz="4800" b="1">
                <a:solidFill>
                  <a:srgbClr val="57962F"/>
                </a:solidFill>
                <a:latin typeface="Pretendard"/>
                <a:ea typeface="Pretendard"/>
                <a:cs typeface="Pretendard"/>
              </a:defRPr>
            </a:lvl6pPr>
            <a:lvl7pPr algn="ctr">
              <a:defRPr sz="4800" b="1">
                <a:solidFill>
                  <a:srgbClr val="57962F"/>
                </a:solidFill>
                <a:latin typeface="Pretendard"/>
                <a:ea typeface="Pretendard"/>
                <a:cs typeface="Pretendard"/>
              </a:defRPr>
            </a:lvl7pPr>
            <a:lvl8pPr algn="ctr">
              <a:defRPr sz="4800" b="1">
                <a:solidFill>
                  <a:srgbClr val="57962F"/>
                </a:solidFill>
                <a:latin typeface="Pretendard"/>
                <a:ea typeface="Pretendard"/>
                <a:cs typeface="Pretendard"/>
              </a:defRPr>
            </a:lvl8pPr>
            <a:lvl9pPr algn="ctr">
              <a:defRPr sz="4800" b="1">
                <a:solidFill>
                  <a:srgbClr val="57962F"/>
                </a:solidFill>
                <a:latin typeface="Pretendard"/>
                <a:ea typeface="Pretendard"/>
                <a:cs typeface="Pretendard"/>
              </a:defRPr>
            </a:lvl9pPr>
          </a:lstStyle>
          <a:p xmlns:a="http://schemas.openxmlformats.org/drawingml/2006/main">
            <a:pPr algn="ctr">
              <a:defRPr sz="4800" b="1">
                <a:solidFill>
                  <a:srgbClr val="57962F"/>
                </a:solidFill>
                <a:latin typeface="Pretendard"/>
                <a:ea typeface="Pretendard"/>
                <a:cs typeface="Pretendard"/>
              </a:defRPr>
            </a:pPr>
            <a:r>
              <a:t>Δ</a:t>
            </a:r>
            <a:r>
              <a:rPr i="1">
                <a:latin typeface="Pretendard"/>
                <a:ea typeface="Pretendard"/>
                <a:cs typeface="Pretendard"/>
              </a:rPr>
              <a:t>H</a:t>
            </a:r>
            <a:r>
              <a:t> = 생성물의 표준 생성 엔탈피 합</a:t>
            </a:r>
          </a:p>
        </p:txBody>
      </p:sp>
      <p:sp>
        <p:nvSpPr>
          <p:cNvPr id="8" name="text">
            <a:extLst xmlns:a="http://schemas.openxmlformats.org/drawingml/2006/main">
              <a:ext uri="{FF2B5EF4-FFF2-40B4-BE49-F238E27FC236}">
                <a16:creationId xmlns:a16="http://schemas.microsoft.com/office/drawing/2014/main" id="{97926057-DA01-4F22-B089-9CF55556B5F2}"/>
              </a:ext>
            </a:extLst>
          </p:cNvPr>
          <p:cNvSpPr>
            <a:spLocks xmlns:a="http://schemas.openxmlformats.org/drawingml/2006/main" noGrp="1"/>
          </p:cNvSpPr>
          <p:nvPr/>
        </p:nvSpPr>
        <p:spPr>
          <a:xfrm xmlns:a="http://schemas.openxmlformats.org/drawingml/2006/main">
            <a:off x="1714500" y="4772025"/>
            <a:ext cx="14859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57962F"/>
                </a:solidFill>
                <a:latin typeface="Pretendard"/>
                <a:ea typeface="Pretendard"/>
                <a:cs typeface="Pretendard"/>
              </a:defRPr>
            </a:defPPr>
            <a:lvl1pPr algn="ctr">
              <a:defRPr sz="4800" b="1">
                <a:solidFill>
                  <a:srgbClr val="57962F"/>
                </a:solidFill>
                <a:latin typeface="Pretendard"/>
                <a:ea typeface="Pretendard"/>
                <a:cs typeface="Pretendard"/>
              </a:defRPr>
            </a:lvl1pPr>
            <a:lvl2pPr algn="ctr">
              <a:defRPr sz="4800" b="1">
                <a:solidFill>
                  <a:srgbClr val="57962F"/>
                </a:solidFill>
                <a:latin typeface="Pretendard"/>
                <a:ea typeface="Pretendard"/>
                <a:cs typeface="Pretendard"/>
              </a:defRPr>
            </a:lvl2pPr>
            <a:lvl3pPr algn="ctr">
              <a:defRPr sz="4800" b="1">
                <a:solidFill>
                  <a:srgbClr val="57962F"/>
                </a:solidFill>
                <a:latin typeface="Pretendard"/>
                <a:ea typeface="Pretendard"/>
                <a:cs typeface="Pretendard"/>
              </a:defRPr>
            </a:lvl3pPr>
            <a:lvl4pPr algn="ctr">
              <a:defRPr sz="4800" b="1">
                <a:solidFill>
                  <a:srgbClr val="57962F"/>
                </a:solidFill>
                <a:latin typeface="Pretendard"/>
                <a:ea typeface="Pretendard"/>
                <a:cs typeface="Pretendard"/>
              </a:defRPr>
            </a:lvl4pPr>
            <a:lvl5pPr algn="ctr">
              <a:defRPr sz="4800" b="1">
                <a:solidFill>
                  <a:srgbClr val="57962F"/>
                </a:solidFill>
                <a:latin typeface="Pretendard"/>
                <a:ea typeface="Pretendard"/>
                <a:cs typeface="Pretendard"/>
              </a:defRPr>
            </a:lvl5pPr>
            <a:lvl6pPr algn="ctr">
              <a:defRPr sz="4800" b="1">
                <a:solidFill>
                  <a:srgbClr val="57962F"/>
                </a:solidFill>
                <a:latin typeface="Pretendard"/>
                <a:ea typeface="Pretendard"/>
                <a:cs typeface="Pretendard"/>
              </a:defRPr>
            </a:lvl6pPr>
            <a:lvl7pPr algn="ctr">
              <a:defRPr sz="4800" b="1">
                <a:solidFill>
                  <a:srgbClr val="57962F"/>
                </a:solidFill>
                <a:latin typeface="Pretendard"/>
                <a:ea typeface="Pretendard"/>
                <a:cs typeface="Pretendard"/>
              </a:defRPr>
            </a:lvl7pPr>
            <a:lvl8pPr algn="ctr">
              <a:defRPr sz="4800" b="1">
                <a:solidFill>
                  <a:srgbClr val="57962F"/>
                </a:solidFill>
                <a:latin typeface="Pretendard"/>
                <a:ea typeface="Pretendard"/>
                <a:cs typeface="Pretendard"/>
              </a:defRPr>
            </a:lvl8pPr>
            <a:lvl9pPr algn="ctr">
              <a:defRPr sz="4800" b="1">
                <a:solidFill>
                  <a:srgbClr val="57962F"/>
                </a:solidFill>
                <a:latin typeface="Pretendard"/>
                <a:ea typeface="Pretendard"/>
                <a:cs typeface="Pretendard"/>
              </a:defRPr>
            </a:lvl9pPr>
          </a:lstStyle>
          <a:p xmlns:a="http://schemas.openxmlformats.org/drawingml/2006/main">
            <a:pPr algn="ctr">
              <a:defRPr sz="4800" b="1">
                <a:solidFill>
                  <a:srgbClr val="57962F"/>
                </a:solidFill>
                <a:latin typeface="Pretendard"/>
                <a:ea typeface="Pretendard"/>
                <a:cs typeface="Pretendard"/>
              </a:defRPr>
            </a:pPr>
            <a:r>
              <a:rPr sz="4800" b="1">
                <a:solidFill>
                  <a:srgbClr val="57962F"/>
                </a:solidFill>
                <a:latin typeface="Pretendard"/>
                <a:ea typeface="Pretendard"/>
                <a:cs typeface="Pretendard"/>
              </a:rPr>
              <a:t>− 반응물의 표준 생성 엔탈피 합</a:t>
            </a:r>
          </a:p>
        </p:txBody>
      </p:sp>
      <p:sp>
        <p:nvSpPr>
          <p:cNvPr id="9" name="설명·계산 행 1">
            <a:extLst xmlns:a="http://schemas.openxmlformats.org/drawingml/2006/main">
              <a:ext uri="{FF2B5EF4-FFF2-40B4-BE49-F238E27FC236}">
                <a16:creationId xmlns:a16="http://schemas.microsoft.com/office/drawing/2014/main" id="{EE10D621-D09F-4140-B721-AF0A1C6CB670}"/>
              </a:ext>
            </a:extLst>
          </p:cNvPr>
          <p:cNvSpPr>
            <a:spLocks xmlns:a="http://schemas.openxmlformats.org/drawingml/2006/main" noGrp="1"/>
          </p:cNvSpPr>
          <p:nvPr/>
        </p:nvSpPr>
        <p:spPr>
          <a:xfrm xmlns:a="http://schemas.openxmlformats.org/drawingml/2006/main">
            <a:off x="1828800" y="6229350"/>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1">
            <a:extLst xmlns:a="http://schemas.openxmlformats.org/drawingml/2006/main">
              <a:ext uri="{FF2B5EF4-FFF2-40B4-BE49-F238E27FC236}">
                <a16:creationId xmlns:a16="http://schemas.microsoft.com/office/drawing/2014/main" id="{38E73E7A-645B-4740-B029-59C4FF40664E}"/>
              </a:ext>
            </a:extLst>
          </p:cNvPr>
          <p:cNvSpPr>
            <a:spLocks xmlns:a="http://schemas.openxmlformats.org/drawingml/2006/main" noGrp="1"/>
          </p:cNvSpPr>
          <p:nvPr/>
        </p:nvSpPr>
        <p:spPr>
          <a:xfrm xmlns:a="http://schemas.openxmlformats.org/drawingml/2006/main">
            <a:off x="2476500" y="6477000"/>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표의 값에 각 물질의 반응 계수를 곱한다.</a:t>
            </a:r>
          </a:p>
        </p:txBody>
      </p:sp>
      <p:sp>
        <p:nvSpPr>
          <p:cNvPr id="11" name="설명·계산 행 2">
            <a:extLst xmlns:a="http://schemas.openxmlformats.org/drawingml/2006/main">
              <a:ext uri="{FF2B5EF4-FFF2-40B4-BE49-F238E27FC236}">
                <a16:creationId xmlns:a16="http://schemas.microsoft.com/office/drawing/2014/main" id="{D833BD06-689D-4450-9360-B17B92224EF0}"/>
              </a:ext>
            </a:extLst>
          </p:cNvPr>
          <p:cNvSpPr>
            <a:spLocks xmlns:a="http://schemas.openxmlformats.org/drawingml/2006/main" noGrp="1"/>
          </p:cNvSpPr>
          <p:nvPr/>
        </p:nvSpPr>
        <p:spPr>
          <a:xfrm xmlns:a="http://schemas.openxmlformats.org/drawingml/2006/main">
            <a:off x="1828800" y="7762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2">
            <a:extLst xmlns:a="http://schemas.openxmlformats.org/drawingml/2006/main">
              <a:ext uri="{FF2B5EF4-FFF2-40B4-BE49-F238E27FC236}">
                <a16:creationId xmlns:a16="http://schemas.microsoft.com/office/drawing/2014/main" id="{D6EDCB2D-B112-4692-A573-65BDCE9C5DC5}"/>
              </a:ext>
            </a:extLst>
          </p:cNvPr>
          <p:cNvSpPr>
            <a:spLocks xmlns:a="http://schemas.openxmlformats.org/drawingml/2006/main" noGrp="1"/>
          </p:cNvSpPr>
          <p:nvPr/>
        </p:nvSpPr>
        <p:spPr>
          <a:xfrm xmlns:a="http://schemas.openxmlformats.org/drawingml/2006/main">
            <a:off x="2476500" y="8010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생성물의 합에서 반응물의 합을 뺀다.</a:t>
            </a:r>
          </a:p>
        </p:txBody>
      </p:sp>
    </p:spTree>
    <p:extLst>
      <p:ext uri="{BB962C8B-B14F-4D97-AF65-F5344CB8AC3E}">
        <p14:creationId xmlns:p14="http://schemas.microsoft.com/office/powerpoint/2010/main" val="2065607532"/>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4153339C-B8ED-4C4A-B9A6-C26C6CF37FDB}"/>
              </a:ext>
            </a:extLst>
          </p:cNvPr>
          <p:cNvPicPr>
            <a:picLocks xmlns:a="http://schemas.openxmlformats.org/drawingml/2006/main" noChangeAspect="1"/>
          </p:cNvPicPr>
          <p:nvPr/>
        </p:nvPicPr>
        <p:blipFill>
          <a:blip xmlns:r="http://schemas.openxmlformats.org/officeDocument/2006/relationships" xmlns:a="http://schemas.openxmlformats.org/drawingml/2006/main" r:embed="Ra7a422d8e64f416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A4E8859-C060-42C4-A0B9-0478F43CBB0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820B7AB-2332-4DEC-AB8C-8061541783A7}"/>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476C0DBA-DD40-4C5B-9206-79FB7D3AD74F}"/>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AC9EB020-8DD4-4AEF-89D8-311B847D789A}"/>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9875610E-65DA-4B3C-A3D1-B3054AF25D4A}"/>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메테인 연소열 구하기</a:t>
            </a:r>
          </a:p>
        </p:txBody>
      </p:sp>
      <p:pic>
        <p:nvPicPr>
          <p:cNvPr id="7" name="">
            <a:extLst xmlns:a="http://schemas.openxmlformats.org/drawingml/2006/main">
              <a:ext uri="{FF2B5EF4-FFF2-40B4-BE49-F238E27FC236}">
                <a16:creationId xmlns:a16="http://schemas.microsoft.com/office/drawing/2014/main" id="{CA0EDEBC-0B68-4948-8518-90C63A306FC9}"/>
              </a:ext>
            </a:extLst>
          </p:cNvPr>
          <p:cNvPicPr>
            <a:picLocks xmlns:a="http://schemas.openxmlformats.org/drawingml/2006/main" noChangeAspect="1"/>
          </p:cNvPicPr>
          <p:nvPr/>
        </p:nvPicPr>
        <p:blipFill>
          <a:blip xmlns:r="http://schemas.openxmlformats.org/officeDocument/2006/relationships" xmlns:a="http://schemas.openxmlformats.org/drawingml/2006/main" r:embed="Rc8d7e71bd5494429"/>
          <a:stretch xmlns:a="http://schemas.openxmlformats.org/drawingml/2006/main"/>
        </p:blipFill>
        <p:spPr>
          <a:xfrm xmlns:a="http://schemas.openxmlformats.org/drawingml/2006/main">
            <a:off x="4629150" y="3762375"/>
            <a:ext cx="9048750" cy="904875"/>
          </a:xfrm>
          <a:prstGeom xmlns:a="http://schemas.openxmlformats.org/drawingml/2006/main" prst="rect">
            <a:avLst/>
          </a:prstGeom>
        </p:spPr>
      </p:pic>
      <p:graphicFrame>
        <p:nvGraphicFramePr>
          <p:cNvPr id="8" name="">
            <a:extLst xmlns:a="http://schemas.openxmlformats.org/drawingml/2006/main">
              <a:ext uri="{FF2B5EF4-FFF2-40B4-BE49-F238E27FC236}">
                <a16:creationId xmlns:a16="http://schemas.microsoft.com/office/drawing/2014/main" id="{5962C2B8-E71E-4009-88EB-EC55BB7897E0}"/>
              </a:ext>
            </a:extLst>
          </p:cNvPr>
          <p:cNvGraphicFramePr/>
          <p:nvPr/>
        </p:nvGraphicFramePr>
        <p:xfrm>
          <a:off xmlns:a="http://schemas.openxmlformats.org/drawingml/2006/main" x="1828800" y="4972050"/>
          <a:ext xmlns:a="http://schemas.openxmlformats.org/drawingml/2006/main" cx="14639925" cy="1809750"/>
        </p:xfrm>
        <a:graphic xmlns:a="http://schemas.openxmlformats.org/drawingml/2006/main">
          <a:graphicData uri="http://schemas.openxmlformats.org/drawingml/2006/table">
            <a:tbl>
              <a:tblPr/>
              <a:tblGrid>
                <a:gridCol w="3895725"/>
                <a:gridCol w="2686050"/>
                <a:gridCol w="2686050"/>
                <a:gridCol w="2686050"/>
                <a:gridCol w="2686050"/>
              </a:tblGrid>
              <a:tr h="904875">
                <a:tc>
                  <a:txBody>
                    <a:bodyPr wrap="none" lIns="114300" tIns="114300" rIns="114300" bIns="114300"/>
                    <a:lstStyle/>
                    <a:p>
                      <a:pPr algn="ctr"/>
                      <a:r>
                        <a:rPr sz="3000" b="1">
                          <a:solidFill>
                            <a:srgbClr val="FFFFFF"/>
                          </a:solidFill>
                          <a:latin typeface="Pretendard"/>
                          <a:ea typeface="Pretendard"/>
                          <a:cs typeface="Pretendard"/>
                        </a:rPr>
                        <a:t>물질</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CH₄</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H₂O</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l</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904875">
                <a:tc>
                  <a:txBody>
                    <a:bodyPr wrap="none" lIns="114300" tIns="114300" rIns="114300" bIns="114300"/>
                    <a:lstStyle/>
                    <a:p>
                      <a:pPr algn="ctr"/>
                      <a:r>
                        <a:rPr sz="3000" b="1">
                          <a:solidFill>
                            <a:srgbClr val="FFFFFF"/>
                          </a:solidFill>
                          <a:latin typeface="Pretendard"/>
                          <a:ea typeface="Pretendard"/>
                          <a:cs typeface="Pretendard"/>
                        </a:rPr>
                        <a:t>Δ</a:t>
                      </a:r>
                      <a:r>
                        <a:rPr sz="3000" b="1">
                          <a:solidFill>
                            <a:srgbClr val="FFFFFF"/>
                          </a:solidFill>
                          <a:latin typeface="Pretendard"/>
                          <a:ea typeface="Pretendard"/>
                          <a:cs typeface="Pretendard"/>
                        </a:rPr>
                        <a:t>f</a:t>
                      </a:r>
                      <a:r>
                        <a:rPr sz="3000" b="1" i="1">
                          <a:solidFill>
                            <a:srgbClr val="FFFFFF"/>
                          </a:solidFill>
                          <a:latin typeface="Pretendard"/>
                          <a:ea typeface="Pretendard"/>
                          <a:cs typeface="Pretendard"/>
                        </a:rPr>
                        <a:t>H</a:t>
                      </a:r>
                      <a:r>
                        <a:rPr sz="3000" b="1">
                          <a:solidFill>
                            <a:srgbClr val="FFFFFF"/>
                          </a:solidFill>
                          <a:latin typeface="Pretendard"/>
                          <a:ea typeface="Pretendard"/>
                          <a:cs typeface="Pretendard"/>
                        </a:rPr>
                        <a:t>° (kJ/mol)</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000" b="0">
                          <a:solidFill>
                            <a:srgbClr val="FFFFFF"/>
                          </a:solidFill>
                          <a:latin typeface="Pretendard"/>
                          <a:ea typeface="Pretendard"/>
                          <a:cs typeface="Pretendard"/>
                        </a:rPr>
                        <a:t>−74.8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−393.5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−285.8</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732A9649-EDF5-4E2F-8EE6-3343892DC99D}"/>
              </a:ext>
            </a:extLst>
          </p:cNvPr>
          <p:cNvSpPr>
            <a:spLocks xmlns:a="http://schemas.openxmlformats.org/drawingml/2006/main" noGrp="1"/>
          </p:cNvSpPr>
          <p:nvPr/>
        </p:nvSpPr>
        <p:spPr>
          <a:xfrm xmlns:a="http://schemas.openxmlformats.org/drawingml/2006/main" rot="0">
            <a:off x="1828800"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3FF33FD4-5165-490F-99B7-601BA5D2B6F2}"/>
              </a:ext>
            </a:extLst>
          </p:cNvPr>
          <p:cNvSpPr>
            <a:spLocks xmlns:a="http://schemas.openxmlformats.org/drawingml/2006/main" noGrp="1"/>
          </p:cNvSpPr>
          <p:nvPr/>
        </p:nvSpPr>
        <p:spPr>
          <a:xfrm xmlns:a="http://schemas.openxmlformats.org/drawingml/2006/main" rot="5400000">
            <a:off x="16278225"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E5C71D97-2290-439B-8CBF-1ECF30EF5A9A}"/>
              </a:ext>
            </a:extLst>
          </p:cNvPr>
          <p:cNvSpPr>
            <a:spLocks xmlns:a="http://schemas.openxmlformats.org/drawingml/2006/main" noGrp="1"/>
          </p:cNvSpPr>
          <p:nvPr/>
        </p:nvSpPr>
        <p:spPr>
          <a:xfrm xmlns:a="http://schemas.openxmlformats.org/drawingml/2006/main" rot="10800000">
            <a:off x="16278225"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FEF53AE0-62F4-4C21-9218-5BC9CC40FD06}"/>
              </a:ext>
            </a:extLst>
          </p:cNvPr>
          <p:cNvSpPr>
            <a:spLocks xmlns:a="http://schemas.openxmlformats.org/drawingml/2006/main" noGrp="1"/>
          </p:cNvSpPr>
          <p:nvPr/>
        </p:nvSpPr>
        <p:spPr>
          <a:xfrm xmlns:a="http://schemas.openxmlformats.org/drawingml/2006/main" rot="16200000">
            <a:off x="1828800"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3" name="대입 계산">
            <a:extLst xmlns:a="http://schemas.openxmlformats.org/drawingml/2006/main">
              <a:ext uri="{FF2B5EF4-FFF2-40B4-BE49-F238E27FC236}">
                <a16:creationId xmlns:a16="http://schemas.microsoft.com/office/drawing/2014/main" id="{57B80AEF-20BB-4D33-AEE0-A878047D5508}"/>
              </a:ext>
            </a:extLst>
          </p:cNvPr>
          <p:cNvSpPr>
            <a:spLocks xmlns:a="http://schemas.openxmlformats.org/drawingml/2006/main" noGrp="1"/>
          </p:cNvSpPr>
          <p:nvPr/>
        </p:nvSpPr>
        <p:spPr>
          <a:xfrm xmlns:a="http://schemas.openxmlformats.org/drawingml/2006/main">
            <a:off x="1828800" y="7200900"/>
            <a:ext cx="14639925" cy="952500"/>
          </a:xfrm>
          <a:prstGeom xmlns:a="http://schemas.openxmlformats.org/drawingml/2006/main" prst="roundRect">
            <a:avLst>
              <a:gd name="adj" fmla="val 16000"/>
            </a:avLst>
          </a:prstGeom>
          <a:solidFill xmlns:a="http://schemas.openxmlformats.org/drawingml/2006/main">
            <a:srgbClr val="F5F5F5"/>
          </a:solidFill>
          <a:ln xmlns:a="http://schemas.openxmlformats.org/drawingml/2006/main" w="0">
            <a:noFill/>
          </a:ln>
        </p:spPr>
      </p:sp>
      <p:sp>
        <p:nvSpPr>
          <p:cNvPr id="14" name="반응식·수식">
            <a:extLst xmlns:a="http://schemas.openxmlformats.org/drawingml/2006/main">
              <a:ext uri="{FF2B5EF4-FFF2-40B4-BE49-F238E27FC236}">
                <a16:creationId xmlns:a16="http://schemas.microsoft.com/office/drawing/2014/main" id="{AD548043-3A17-4106-B1B9-2CE931E8F1A4}"/>
              </a:ext>
            </a:extLst>
          </p:cNvPr>
          <p:cNvSpPr>
            <a:spLocks xmlns:a="http://schemas.openxmlformats.org/drawingml/2006/main" noGrp="1"/>
          </p:cNvSpPr>
          <p:nvPr/>
        </p:nvSpPr>
        <p:spPr>
          <a:xfrm xmlns:a="http://schemas.openxmlformats.org/drawingml/2006/main">
            <a:off x="2247900" y="7296150"/>
            <a:ext cx="1381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Δ</a:t>
            </a:r>
            <a:r>
              <a:rPr i="1">
                <a:latin typeface="Pretendard"/>
                <a:ea typeface="Pretendard"/>
                <a:cs typeface="Pretendard"/>
              </a:rPr>
              <a:t>H</a:t>
            </a:r>
            <a:r>
              <a:t> = [−393.5 + 2 × (−285.8)] − [−74.8 + 2 × 0]</a:t>
            </a:r>
          </a:p>
        </p:txBody>
      </p:sp>
      <p:sp>
        <p:nvSpPr>
          <p:cNvPr id="15" name="해석·결론">
            <a:extLst xmlns:a="http://schemas.openxmlformats.org/drawingml/2006/main">
              <a:ext uri="{FF2B5EF4-FFF2-40B4-BE49-F238E27FC236}">
                <a16:creationId xmlns:a16="http://schemas.microsoft.com/office/drawing/2014/main" id="{7AC7C82D-DED0-4D77-8A64-FBA8FBB90F3A}"/>
              </a:ext>
            </a:extLst>
          </p:cNvPr>
          <p:cNvSpPr>
            <a:spLocks xmlns:a="http://schemas.openxmlformats.org/drawingml/2006/main" noGrp="1"/>
          </p:cNvSpPr>
          <p:nvPr/>
        </p:nvSpPr>
        <p:spPr>
          <a:xfrm xmlns:a="http://schemas.openxmlformats.org/drawingml/2006/main">
            <a:off x="1828800" y="85534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6" name="반응식·수식">
            <a:extLst xmlns:a="http://schemas.openxmlformats.org/drawingml/2006/main">
              <a:ext uri="{FF2B5EF4-FFF2-40B4-BE49-F238E27FC236}">
                <a16:creationId xmlns:a16="http://schemas.microsoft.com/office/drawing/2014/main" id="{8D0E7A59-F92B-4F70-9A43-FB14BE178A77}"/>
              </a:ext>
            </a:extLst>
          </p:cNvPr>
          <p:cNvSpPr>
            <a:spLocks xmlns:a="http://schemas.openxmlformats.org/drawingml/2006/main" noGrp="1"/>
          </p:cNvSpPr>
          <p:nvPr/>
        </p:nvSpPr>
        <p:spPr>
          <a:xfrm xmlns:a="http://schemas.openxmlformats.org/drawingml/2006/main">
            <a:off x="2143125" y="86296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 = −890.3 kJ</a:t>
            </a:r>
          </a:p>
        </p:txBody>
      </p:sp>
    </p:spTree>
    <p:extLst>
      <p:ext uri="{BB962C8B-B14F-4D97-AF65-F5344CB8AC3E}">
        <p14:creationId xmlns:p14="http://schemas.microsoft.com/office/powerpoint/2010/main" val="395048327"/>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F47A5239-D949-47B8-894E-628B7A74E575}"/>
              </a:ext>
            </a:extLst>
          </p:cNvPr>
          <p:cNvPicPr>
            <a:picLocks xmlns:a="http://schemas.openxmlformats.org/drawingml/2006/main" noChangeAspect="1"/>
          </p:cNvPicPr>
          <p:nvPr/>
        </p:nvPicPr>
        <p:blipFill>
          <a:blip xmlns:r="http://schemas.openxmlformats.org/officeDocument/2006/relationships" xmlns:a="http://schemas.openxmlformats.org/drawingml/2006/main" r:embed="R69c7c210d21e4741"/>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99009C9-9BD2-446D-958A-0E01C4092CC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C956A66-421F-4F43-9AB9-9E15E4B37303}"/>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D3E3E227-12E9-42C9-80D3-5F61E58471BC}"/>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B0624085-4304-4645-AF0C-B4ED2B363E83}"/>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3676857D-27CD-4237-AADA-717CB3587B6C}"/>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물의 상태 변화 엔탈피</a:t>
            </a:r>
          </a:p>
        </p:txBody>
      </p:sp>
      <p:pic>
        <p:nvPicPr>
          <p:cNvPr id="7" name="">
            <a:extLst xmlns:a="http://schemas.openxmlformats.org/drawingml/2006/main">
              <a:ext uri="{FF2B5EF4-FFF2-40B4-BE49-F238E27FC236}">
                <a16:creationId xmlns:a16="http://schemas.microsoft.com/office/drawing/2014/main" id="{8F3F4620-90BC-4FBA-B6A2-4BEA68C05ABD}"/>
              </a:ext>
            </a:extLst>
          </p:cNvPr>
          <p:cNvPicPr>
            <a:picLocks xmlns:a="http://schemas.openxmlformats.org/drawingml/2006/main" noChangeAspect="1"/>
          </p:cNvPicPr>
          <p:nvPr/>
        </p:nvPicPr>
        <p:blipFill>
          <a:blip xmlns:r="http://schemas.openxmlformats.org/officeDocument/2006/relationships" xmlns:a="http://schemas.openxmlformats.org/drawingml/2006/main" r:embed="Rb3ff5d0de78b408e"/>
          <a:stretch xmlns:a="http://schemas.openxmlformats.org/drawingml/2006/main"/>
        </p:blipFill>
        <p:spPr>
          <a:xfrm xmlns:a="http://schemas.openxmlformats.org/drawingml/2006/main">
            <a:off x="2428875" y="4365914"/>
            <a:ext cx="6096000" cy="3879273"/>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1548C45A-38DC-47C1-A99C-7907CE2CE107}"/>
              </a:ext>
            </a:extLst>
          </p:cNvPr>
          <p:cNvSpPr>
            <a:spLocks xmlns:a="http://schemas.openxmlformats.org/drawingml/2006/main" noGrp="1"/>
          </p:cNvSpPr>
          <p:nvPr/>
        </p:nvSpPr>
        <p:spPr>
          <a:xfrm xmlns:a="http://schemas.openxmlformats.org/drawingml/2006/main">
            <a:off x="9810750" y="4476750"/>
            <a:ext cx="666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기화 반응</a:t>
            </a:r>
          </a:p>
        </p:txBody>
      </p:sp>
      <p:pic>
        <p:nvPicPr>
          <p:cNvPr id="9" name="">
            <a:extLst xmlns:a="http://schemas.openxmlformats.org/drawingml/2006/main">
              <a:ext uri="{FF2B5EF4-FFF2-40B4-BE49-F238E27FC236}">
                <a16:creationId xmlns:a16="http://schemas.microsoft.com/office/drawing/2014/main" id="{D0789622-3957-4005-BA17-D6E9F2AB4412}"/>
              </a:ext>
            </a:extLst>
          </p:cNvPr>
          <p:cNvPicPr>
            <a:picLocks xmlns:a="http://schemas.openxmlformats.org/drawingml/2006/main" noChangeAspect="1"/>
          </p:cNvPicPr>
          <p:nvPr/>
        </p:nvPicPr>
        <p:blipFill>
          <a:blip xmlns:r="http://schemas.openxmlformats.org/officeDocument/2006/relationships" xmlns:a="http://schemas.openxmlformats.org/drawingml/2006/main" r:embed="Rd7c69530c01c4e46"/>
          <a:stretch xmlns:a="http://schemas.openxmlformats.org/drawingml/2006/main"/>
        </p:blipFill>
        <p:spPr>
          <a:xfrm xmlns:a="http://schemas.openxmlformats.org/drawingml/2006/main">
            <a:off x="11395364" y="5219700"/>
            <a:ext cx="3498273" cy="762000"/>
          </a:xfrm>
          <a:prstGeom xmlns:a="http://schemas.openxmlformats.org/drawingml/2006/main" prst="rect">
            <a:avLst/>
          </a:prstGeom>
        </p:spPr>
      </p:pic>
      <p:sp>
        <p:nvSpPr>
          <p:cNvPr id="10" name="반응식·수식">
            <a:extLst xmlns:a="http://schemas.openxmlformats.org/drawingml/2006/main">
              <a:ext uri="{FF2B5EF4-FFF2-40B4-BE49-F238E27FC236}">
                <a16:creationId xmlns:a16="http://schemas.microsoft.com/office/drawing/2014/main" id="{8F2ED6D1-A295-41CC-9244-D8B01622763E}"/>
              </a:ext>
            </a:extLst>
          </p:cNvPr>
          <p:cNvSpPr>
            <a:spLocks xmlns:a="http://schemas.openxmlformats.org/drawingml/2006/main" noGrp="1"/>
          </p:cNvSpPr>
          <p:nvPr/>
        </p:nvSpPr>
        <p:spPr>
          <a:xfrm xmlns:a="http://schemas.openxmlformats.org/drawingml/2006/main">
            <a:off x="9810750" y="6410325"/>
            <a:ext cx="704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0">
                <a:solidFill>
                  <a:srgbClr val="000000"/>
                </a:solidFill>
                <a:latin typeface="Pretendard"/>
                <a:ea typeface="Pretendard"/>
                <a:cs typeface="Pretendard"/>
              </a:defRPr>
            </a:defPPr>
            <a:lvl1pPr algn="l">
              <a:defRPr sz="3450" b="0">
                <a:solidFill>
                  <a:srgbClr val="000000"/>
                </a:solidFill>
                <a:latin typeface="Pretendard"/>
                <a:ea typeface="Pretendard"/>
                <a:cs typeface="Pretendard"/>
              </a:defRPr>
            </a:lvl1pPr>
            <a:lvl2pPr algn="l">
              <a:defRPr sz="3450" b="0">
                <a:solidFill>
                  <a:srgbClr val="000000"/>
                </a:solidFill>
                <a:latin typeface="Pretendard"/>
                <a:ea typeface="Pretendard"/>
                <a:cs typeface="Pretendard"/>
              </a:defRPr>
            </a:lvl2pPr>
            <a:lvl3pPr algn="l">
              <a:defRPr sz="3450" b="0">
                <a:solidFill>
                  <a:srgbClr val="000000"/>
                </a:solidFill>
                <a:latin typeface="Pretendard"/>
                <a:ea typeface="Pretendard"/>
                <a:cs typeface="Pretendard"/>
              </a:defRPr>
            </a:lvl3pPr>
            <a:lvl4pPr algn="l">
              <a:defRPr sz="3450" b="0">
                <a:solidFill>
                  <a:srgbClr val="000000"/>
                </a:solidFill>
                <a:latin typeface="Pretendard"/>
                <a:ea typeface="Pretendard"/>
                <a:cs typeface="Pretendard"/>
              </a:defRPr>
            </a:lvl4pPr>
            <a:lvl5pPr algn="l">
              <a:defRPr sz="3450" b="0">
                <a:solidFill>
                  <a:srgbClr val="000000"/>
                </a:solidFill>
                <a:latin typeface="Pretendard"/>
                <a:ea typeface="Pretendard"/>
                <a:cs typeface="Pretendard"/>
              </a:defRPr>
            </a:lvl5pPr>
            <a:lvl6pPr algn="l">
              <a:defRPr sz="3450" b="0">
                <a:solidFill>
                  <a:srgbClr val="000000"/>
                </a:solidFill>
                <a:latin typeface="Pretendard"/>
                <a:ea typeface="Pretendard"/>
                <a:cs typeface="Pretendard"/>
              </a:defRPr>
            </a:lvl6pPr>
            <a:lvl7pPr algn="l">
              <a:defRPr sz="3450" b="0">
                <a:solidFill>
                  <a:srgbClr val="000000"/>
                </a:solidFill>
                <a:latin typeface="Pretendard"/>
                <a:ea typeface="Pretendard"/>
                <a:cs typeface="Pretendard"/>
              </a:defRPr>
            </a:lvl7pPr>
            <a:lvl8pPr algn="l">
              <a:defRPr sz="3450" b="0">
                <a:solidFill>
                  <a:srgbClr val="000000"/>
                </a:solidFill>
                <a:latin typeface="Pretendard"/>
                <a:ea typeface="Pretendard"/>
                <a:cs typeface="Pretendard"/>
              </a:defRPr>
            </a:lvl8pPr>
            <a:lvl9pPr algn="l">
              <a:defRPr sz="3450" b="0">
                <a:solidFill>
                  <a:srgbClr val="000000"/>
                </a:solidFill>
                <a:latin typeface="Pretendard"/>
                <a:ea typeface="Pretendard"/>
                <a:cs typeface="Pretendard"/>
              </a:defRPr>
            </a:lvl9pPr>
          </a:lstStyle>
          <a:p xmlns:a="http://schemas.openxmlformats.org/drawingml/2006/main">
            <a:pPr algn="l">
              <a:defRPr sz="3450" b="0">
                <a:solidFill>
                  <a:srgbClr val="000000"/>
                </a:solidFill>
                <a:latin typeface="Pretendard"/>
                <a:ea typeface="Pretendard"/>
                <a:cs typeface="Pretendard"/>
              </a:defRPr>
            </a:pPr>
            <a:r>
              <a:t>Δ</a:t>
            </a:r>
            <a:r>
              <a:rPr i="1">
                <a:latin typeface="Pretendard"/>
                <a:ea typeface="Pretendard"/>
                <a:cs typeface="Pretendard"/>
              </a:rPr>
              <a:t>H</a:t>
            </a:r>
            <a:r>
              <a:t> = −241.8 − (−285.8)</a:t>
            </a:r>
          </a:p>
        </p:txBody>
      </p:sp>
      <p:sp>
        <p:nvSpPr>
          <p:cNvPr id="11" name="반응식·수식">
            <a:extLst xmlns:a="http://schemas.openxmlformats.org/drawingml/2006/main">
              <a:ext uri="{FF2B5EF4-FFF2-40B4-BE49-F238E27FC236}">
                <a16:creationId xmlns:a16="http://schemas.microsoft.com/office/drawing/2014/main" id="{6BF442FC-2DB9-41E7-8E04-D10877BE9CAC}"/>
              </a:ext>
            </a:extLst>
          </p:cNvPr>
          <p:cNvSpPr>
            <a:spLocks xmlns:a="http://schemas.openxmlformats.org/drawingml/2006/main" noGrp="1"/>
          </p:cNvSpPr>
          <p:nvPr/>
        </p:nvSpPr>
        <p:spPr>
          <a:xfrm xmlns:a="http://schemas.openxmlformats.org/drawingml/2006/main">
            <a:off x="9810750" y="7219950"/>
            <a:ext cx="666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200" b="1">
                <a:solidFill>
                  <a:srgbClr val="57962F"/>
                </a:solidFill>
                <a:latin typeface="Pretendard"/>
                <a:ea typeface="Pretendard"/>
                <a:cs typeface="Pretendard"/>
              </a:defRPr>
            </a:defPPr>
            <a:lvl1pPr algn="l">
              <a:defRPr sz="4200" b="1">
                <a:solidFill>
                  <a:srgbClr val="57962F"/>
                </a:solidFill>
                <a:latin typeface="Pretendard"/>
                <a:ea typeface="Pretendard"/>
                <a:cs typeface="Pretendard"/>
              </a:defRPr>
            </a:lvl1pPr>
            <a:lvl2pPr algn="l">
              <a:defRPr sz="4200" b="1">
                <a:solidFill>
                  <a:srgbClr val="57962F"/>
                </a:solidFill>
                <a:latin typeface="Pretendard"/>
                <a:ea typeface="Pretendard"/>
                <a:cs typeface="Pretendard"/>
              </a:defRPr>
            </a:lvl2pPr>
            <a:lvl3pPr algn="l">
              <a:defRPr sz="4200" b="1">
                <a:solidFill>
                  <a:srgbClr val="57962F"/>
                </a:solidFill>
                <a:latin typeface="Pretendard"/>
                <a:ea typeface="Pretendard"/>
                <a:cs typeface="Pretendard"/>
              </a:defRPr>
            </a:lvl3pPr>
            <a:lvl4pPr algn="l">
              <a:defRPr sz="4200" b="1">
                <a:solidFill>
                  <a:srgbClr val="57962F"/>
                </a:solidFill>
                <a:latin typeface="Pretendard"/>
                <a:ea typeface="Pretendard"/>
                <a:cs typeface="Pretendard"/>
              </a:defRPr>
            </a:lvl4pPr>
            <a:lvl5pPr algn="l">
              <a:defRPr sz="4200" b="1">
                <a:solidFill>
                  <a:srgbClr val="57962F"/>
                </a:solidFill>
                <a:latin typeface="Pretendard"/>
                <a:ea typeface="Pretendard"/>
                <a:cs typeface="Pretendard"/>
              </a:defRPr>
            </a:lvl5pPr>
            <a:lvl6pPr algn="l">
              <a:defRPr sz="4200" b="1">
                <a:solidFill>
                  <a:srgbClr val="57962F"/>
                </a:solidFill>
                <a:latin typeface="Pretendard"/>
                <a:ea typeface="Pretendard"/>
                <a:cs typeface="Pretendard"/>
              </a:defRPr>
            </a:lvl6pPr>
            <a:lvl7pPr algn="l">
              <a:defRPr sz="4200" b="1">
                <a:solidFill>
                  <a:srgbClr val="57962F"/>
                </a:solidFill>
                <a:latin typeface="Pretendard"/>
                <a:ea typeface="Pretendard"/>
                <a:cs typeface="Pretendard"/>
              </a:defRPr>
            </a:lvl7pPr>
            <a:lvl8pPr algn="l">
              <a:defRPr sz="4200" b="1">
                <a:solidFill>
                  <a:srgbClr val="57962F"/>
                </a:solidFill>
                <a:latin typeface="Pretendard"/>
                <a:ea typeface="Pretendard"/>
                <a:cs typeface="Pretendard"/>
              </a:defRPr>
            </a:lvl8pPr>
            <a:lvl9pPr algn="l">
              <a:defRPr sz="4200" b="1">
                <a:solidFill>
                  <a:srgbClr val="57962F"/>
                </a:solidFill>
                <a:latin typeface="Pretendard"/>
                <a:ea typeface="Pretendard"/>
                <a:cs typeface="Pretendard"/>
              </a:defRPr>
            </a:lvl9pPr>
          </a:lstStyle>
          <a:p xmlns:a="http://schemas.openxmlformats.org/drawingml/2006/main">
            <a:pPr algn="l">
              <a:defRPr sz="4200" b="1">
                <a:solidFill>
                  <a:srgbClr val="57962F"/>
                </a:solidFill>
                <a:latin typeface="Pretendard"/>
                <a:ea typeface="Pretendard"/>
                <a:cs typeface="Pretendard"/>
              </a:defRPr>
            </a:pPr>
            <a:r>
              <a:t>= +44.0 kJ</a:t>
            </a:r>
          </a:p>
        </p:txBody>
      </p:sp>
      <p:sp>
        <p:nvSpPr>
          <p:cNvPr id="12" name="해석·결론">
            <a:extLst xmlns:a="http://schemas.openxmlformats.org/drawingml/2006/main">
              <a:ext uri="{FF2B5EF4-FFF2-40B4-BE49-F238E27FC236}">
                <a16:creationId xmlns:a16="http://schemas.microsoft.com/office/drawing/2014/main" id="{61C5C4C3-C929-4768-9487-7B41A72EBA7D}"/>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8841E584-40D4-4BAB-A3EF-03D78F7D97FD}"/>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기화는 열을 흡수하므로 </a:t>
            </a:r>
            <a:r>
              <a:t>Δ</a:t>
            </a:r>
            <a:r>
              <a:rPr i="1">
                <a:latin typeface="Pretendard"/>
                <a:ea typeface="Pretendard"/>
                <a:cs typeface="Pretendard"/>
              </a:rPr>
              <a:t>H</a:t>
            </a:r>
            <a:r>
              <a:t> &gt; 0</a:t>
            </a:r>
          </a:p>
        </p:txBody>
      </p:sp>
    </p:spTree>
    <p:extLst>
      <p:ext uri="{BB962C8B-B14F-4D97-AF65-F5344CB8AC3E}">
        <p14:creationId xmlns:p14="http://schemas.microsoft.com/office/powerpoint/2010/main" val="1038566306"/>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36CCEA8B-3431-4FCB-9A91-2D1A536C75D3}"/>
              </a:ext>
            </a:extLst>
          </p:cNvPr>
          <p:cNvPicPr>
            <a:picLocks xmlns:a="http://schemas.openxmlformats.org/drawingml/2006/main" noChangeAspect="1"/>
          </p:cNvPicPr>
          <p:nvPr/>
        </p:nvPicPr>
        <p:blipFill>
          <a:blip xmlns:r="http://schemas.openxmlformats.org/officeDocument/2006/relationships" xmlns:a="http://schemas.openxmlformats.org/drawingml/2006/main" r:embed="R342a78b64d034c8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F5EC850-DF27-47C7-BABB-03ADFA8B8E2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B273B31-81AE-49FA-B4F3-A2089A2F0A9B}"/>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3DA30298-CDE9-48AE-9A5D-899E1B58098B}"/>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6ACD36B2-FD3C-45E8-9783-FC6FD057D63A}"/>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B7764080-C11D-4052-9665-D71C5B01EEE3}"/>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생성 엔탈피 계산의 확인점</a:t>
            </a:r>
          </a:p>
        </p:txBody>
      </p:sp>
      <p:graphicFrame>
        <p:nvGraphicFramePr>
          <p:cNvPr id="7" name="">
            <a:extLst xmlns:a="http://schemas.openxmlformats.org/drawingml/2006/main">
              <a:ext uri="{FF2B5EF4-FFF2-40B4-BE49-F238E27FC236}">
                <a16:creationId xmlns:a16="http://schemas.microsoft.com/office/drawing/2014/main" id="{E44057C0-18B8-4ED4-A3D2-9E2808E8805F}"/>
              </a:ext>
            </a:extLst>
          </p:cNvPr>
          <p:cNvGraphicFramePr/>
          <p:nvPr/>
        </p:nvGraphicFramePr>
        <p:xfrm>
          <a:off xmlns:a="http://schemas.openxmlformats.org/drawingml/2006/main" x="1828800" y="4286250"/>
          <a:ext xmlns:a="http://schemas.openxmlformats.org/drawingml/2006/main" cx="14639925" cy="4191000"/>
        </p:xfrm>
        <a:graphic xmlns:a="http://schemas.openxmlformats.org/drawingml/2006/main">
          <a:graphicData uri="http://schemas.openxmlformats.org/drawingml/2006/table">
            <a:tbl>
              <a:tblPr/>
              <a:tblGrid>
                <a:gridCol w="4000500"/>
                <a:gridCol w="10639425"/>
              </a:tblGrid>
              <a:tr h="1047750">
                <a:tc>
                  <a:txBody>
                    <a:bodyPr wrap="none" lIns="114300" tIns="114300" rIns="114300" bIns="114300"/>
                    <a:lstStyle/>
                    <a:p>
                      <a:pPr algn="ctr"/>
                      <a:r>
                        <a:rPr sz="3300" b="1">
                          <a:solidFill>
                            <a:srgbClr val="FFFFFF"/>
                          </a:solidFill>
                          <a:latin typeface="Pretendard"/>
                          <a:ea typeface="Pretendard"/>
                          <a:cs typeface="Pretendard"/>
                        </a:rPr>
                        <a:t>확인 대상</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300" b="1">
                          <a:solidFill>
                            <a:srgbClr val="FFFFFF"/>
                          </a:solidFill>
                          <a:latin typeface="Pretendard"/>
                          <a:ea typeface="Pretendard"/>
                          <a:cs typeface="Pretendard"/>
                        </a:rPr>
                        <a:t>확인할 내용</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47750">
                <a:tc>
                  <a:txBody>
                    <a:bodyPr wrap="none" lIns="114300" tIns="114300" rIns="114300" bIns="114300"/>
                    <a:lstStyle/>
                    <a:p>
                      <a:pPr algn="ctr"/>
                      <a:r>
                        <a:rPr sz="3300" b="1">
                          <a:solidFill>
                            <a:srgbClr val="FFFFFF"/>
                          </a:solidFill>
                          <a:latin typeface="Pretendard"/>
                          <a:ea typeface="Pretendard"/>
                          <a:cs typeface="Pretendard"/>
                        </a:rPr>
                        <a:t>기준</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생성되는 물질 1 mol인가?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47750">
                <a:tc>
                  <a:txBody>
                    <a:bodyPr wrap="none" lIns="114300" tIns="114300" rIns="114300" bIns="114300"/>
                    <a:lstStyle/>
                    <a:p>
                      <a:pPr algn="ctr"/>
                      <a:r>
                        <a:rPr sz="3300" b="1">
                          <a:solidFill>
                            <a:srgbClr val="FFFFFF"/>
                          </a:solidFill>
                          <a:latin typeface="Pretendard"/>
                          <a:ea typeface="Pretendard"/>
                          <a:cs typeface="Pretendard"/>
                        </a:rPr>
                        <a:t>원소·상태</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기준 원소와 물질의 상태가 맞는가?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47750">
                <a:tc>
                  <a:txBody>
                    <a:bodyPr wrap="none" lIns="114300" tIns="114300" rIns="114300" bIns="114300"/>
                    <a:lstStyle/>
                    <a:p>
                      <a:pPr algn="ctr"/>
                      <a:r>
                        <a:rPr sz="3300" b="1">
                          <a:solidFill>
                            <a:srgbClr val="FFFFFF"/>
                          </a:solidFill>
                          <a:latin typeface="Pretendard"/>
                          <a:ea typeface="Pretendard"/>
                          <a:cs typeface="Pretendard"/>
                        </a:rPr>
                        <a:t>계수·단위</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계수를 곱하고 단위를 구분했는가?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4FAE4ECA-54AF-4AF4-8490-670B7AE37113}"/>
              </a:ext>
            </a:extLst>
          </p:cNvPr>
          <p:cNvSpPr>
            <a:spLocks xmlns:a="http://schemas.openxmlformats.org/drawingml/2006/main" noGrp="1"/>
          </p:cNvSpPr>
          <p:nvPr/>
        </p:nvSpPr>
        <p:spPr>
          <a:xfrm xmlns:a="http://schemas.openxmlformats.org/drawingml/2006/main" rot="0">
            <a:off x="1828800"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C8E8C5B9-B5EB-4D97-A30C-811786A09231}"/>
              </a:ext>
            </a:extLst>
          </p:cNvPr>
          <p:cNvSpPr>
            <a:spLocks xmlns:a="http://schemas.openxmlformats.org/drawingml/2006/main" noGrp="1"/>
          </p:cNvSpPr>
          <p:nvPr/>
        </p:nvSpPr>
        <p:spPr>
          <a:xfrm xmlns:a="http://schemas.openxmlformats.org/drawingml/2006/main" rot="5400000">
            <a:off x="16278225"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465F27C8-BB7F-47F4-B496-44D5202E65EC}"/>
              </a:ext>
            </a:extLst>
          </p:cNvPr>
          <p:cNvSpPr>
            <a:spLocks xmlns:a="http://schemas.openxmlformats.org/drawingml/2006/main" noGrp="1"/>
          </p:cNvSpPr>
          <p:nvPr/>
        </p:nvSpPr>
        <p:spPr>
          <a:xfrm xmlns:a="http://schemas.openxmlformats.org/drawingml/2006/main" rot="10800000">
            <a:off x="16278225" y="8286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864CB430-BDE0-4586-8666-37A52C6E423F}"/>
              </a:ext>
            </a:extLst>
          </p:cNvPr>
          <p:cNvSpPr>
            <a:spLocks xmlns:a="http://schemas.openxmlformats.org/drawingml/2006/main" noGrp="1"/>
          </p:cNvSpPr>
          <p:nvPr/>
        </p:nvSpPr>
        <p:spPr>
          <a:xfrm xmlns:a="http://schemas.openxmlformats.org/drawingml/2006/main" rot="16200000">
            <a:off x="1828800" y="8286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Tree>
    <p:extLst>
      <p:ext uri="{BB962C8B-B14F-4D97-AF65-F5344CB8AC3E}">
        <p14:creationId xmlns:p14="http://schemas.microsoft.com/office/powerpoint/2010/main" val="1273261506"/>
      </p:ext>
    </p:extLst>
  </p:cSld>
</p:sld>
</file>

<file path=ppt/slides/slide3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로고 대비 바탕">
            <a:extLst xmlns:a="http://schemas.openxmlformats.org/drawingml/2006/main">
              <a:ext uri="{FF2B5EF4-FFF2-40B4-BE49-F238E27FC236}">
                <a16:creationId xmlns:a16="http://schemas.microsoft.com/office/drawing/2014/main" id="{BECB27FA-0604-4D81-B3B0-848A9F47D75D}"/>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C16E99F3-3C73-4390-B9FD-D80A91174C7C}"/>
              </a:ext>
            </a:extLst>
          </p:cNvPr>
          <p:cNvPicPr>
            <a:picLocks xmlns:a="http://schemas.openxmlformats.org/drawingml/2006/main" noChangeAspect="1"/>
          </p:cNvPicPr>
          <p:nvPr/>
        </p:nvPicPr>
        <p:blipFill>
          <a:blip xmlns:r="http://schemas.openxmlformats.org/officeDocument/2006/relationships" xmlns:a="http://schemas.openxmlformats.org/drawingml/2006/main" r:embed="Rf83ed791cdd44071"/>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3" name="copyright">
            <a:extLst xmlns:a="http://schemas.openxmlformats.org/drawingml/2006/main">
              <a:ext uri="{FF2B5EF4-FFF2-40B4-BE49-F238E27FC236}">
                <a16:creationId xmlns:a16="http://schemas.microsoft.com/office/drawing/2014/main" id="{82099E13-88E1-4A0E-AA42-CCF076DEE9D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4" name="text">
            <a:extLst xmlns:a="http://schemas.openxmlformats.org/drawingml/2006/main">
              <a:ext uri="{FF2B5EF4-FFF2-40B4-BE49-F238E27FC236}">
                <a16:creationId xmlns:a16="http://schemas.microsoft.com/office/drawing/2014/main" id="{9F9FB397-2CB9-48F0-B04B-7DC92AAA0282}"/>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4</a:t>
            </a:r>
          </a:p>
        </p:txBody>
      </p:sp>
      <p:sp>
        <p:nvSpPr>
          <p:cNvPr id="5" name="text">
            <a:extLst xmlns:a="http://schemas.openxmlformats.org/drawingml/2006/main">
              <a:ext uri="{FF2B5EF4-FFF2-40B4-BE49-F238E27FC236}">
                <a16:creationId xmlns:a16="http://schemas.microsoft.com/office/drawing/2014/main" id="{855A109F-4B06-4491-A775-E2A9B875CAB3}"/>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실험으로 확인하는 헤스 법칙</a:t>
            </a:r>
          </a:p>
        </p:txBody>
      </p:sp>
      <p:sp>
        <p:nvSpPr>
          <p:cNvPr id="6" name="text">
            <a:extLst xmlns:a="http://schemas.openxmlformats.org/drawingml/2006/main">
              <a:ext uri="{FF2B5EF4-FFF2-40B4-BE49-F238E27FC236}">
                <a16:creationId xmlns:a16="http://schemas.microsoft.com/office/drawing/2014/main" id="{507515DE-38A5-4426-98D2-460D63DD406E}"/>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용해한 뒤 중화할 때와 고체를 직접 반응시킬 때의 열은 같을까?</a:t>
            </a:r>
          </a:p>
        </p:txBody>
      </p:sp>
    </p:spTree>
    <p:extLst>
      <p:ext uri="{BB962C8B-B14F-4D97-AF65-F5344CB8AC3E}">
        <p14:creationId xmlns:p14="http://schemas.microsoft.com/office/powerpoint/2010/main" val="803430835"/>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3CA68B30-FDAF-44EC-A597-8AAFA10791E9}"/>
              </a:ext>
            </a:extLst>
          </p:cNvPr>
          <p:cNvPicPr>
            <a:picLocks xmlns:a="http://schemas.openxmlformats.org/drawingml/2006/main" noChangeAspect="1"/>
          </p:cNvPicPr>
          <p:nvPr/>
        </p:nvPicPr>
        <p:blipFill>
          <a:blip xmlns:r="http://schemas.openxmlformats.org/officeDocument/2006/relationships" xmlns:a="http://schemas.openxmlformats.org/drawingml/2006/main" r:embed="Ra406e83fb684400e"/>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800F2D4-1D6C-4FFF-B3D8-7C1381062B0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296F18C-4C33-4884-BD99-7875C2318C78}"/>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8758874E-9143-499B-910A-D2AEC3CEC217}"/>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3AAC6D29-49B8-41C4-A348-50B947232F37}"/>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D2260695-EC95-4489-82FC-24A5BABD28EF}"/>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같은 처음과 끝을 만드는 두 경로</a:t>
            </a:r>
          </a:p>
        </p:txBody>
      </p:sp>
      <p:pic>
        <p:nvPicPr>
          <p:cNvPr id="7" name="">
            <a:extLst xmlns:a="http://schemas.openxmlformats.org/drawingml/2006/main">
              <a:ext uri="{FF2B5EF4-FFF2-40B4-BE49-F238E27FC236}">
                <a16:creationId xmlns:a16="http://schemas.microsoft.com/office/drawing/2014/main" id="{73BA34BF-9A78-4734-B6D9-68E4A36134E7}"/>
              </a:ext>
            </a:extLst>
          </p:cNvPr>
          <p:cNvPicPr>
            <a:picLocks xmlns:a="http://schemas.openxmlformats.org/drawingml/2006/main" noChangeAspect="1"/>
          </p:cNvPicPr>
          <p:nvPr/>
        </p:nvPicPr>
        <p:blipFill>
          <a:blip xmlns:r="http://schemas.openxmlformats.org/officeDocument/2006/relationships" xmlns:a="http://schemas.openxmlformats.org/drawingml/2006/main" r:embed="R9898d5bd57634088"/>
          <a:stretch xmlns:a="http://schemas.openxmlformats.org/drawingml/2006/main"/>
        </p:blipFill>
        <p:spPr>
          <a:xfrm xmlns:a="http://schemas.openxmlformats.org/drawingml/2006/main">
            <a:off x="2381250" y="4653545"/>
            <a:ext cx="4000500" cy="383741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8C111504-9491-409A-AE0E-08B4DA068498}"/>
              </a:ext>
            </a:extLst>
          </p:cNvPr>
          <p:cNvSpPr>
            <a:spLocks xmlns:a="http://schemas.openxmlformats.org/drawingml/2006/main" noGrp="1"/>
          </p:cNvSpPr>
          <p:nvPr/>
        </p:nvSpPr>
        <p:spPr>
          <a:xfrm xmlns:a="http://schemas.openxmlformats.org/drawingml/2006/main">
            <a:off x="7524750" y="4305300"/>
            <a:ext cx="923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57962F"/>
                </a:solidFill>
                <a:latin typeface="Pretendard"/>
                <a:ea typeface="Pretendard"/>
                <a:cs typeface="Pretendard"/>
              </a:defRPr>
            </a:defPPr>
            <a:lvl1pPr algn="l">
              <a:defRPr sz="3300" b="1">
                <a:solidFill>
                  <a:srgbClr val="57962F"/>
                </a:solidFill>
                <a:latin typeface="Pretendard"/>
                <a:ea typeface="Pretendard"/>
                <a:cs typeface="Pretendard"/>
              </a:defRPr>
            </a:lvl1pPr>
            <a:lvl2pPr algn="l">
              <a:defRPr sz="3300" b="1">
                <a:solidFill>
                  <a:srgbClr val="57962F"/>
                </a:solidFill>
                <a:latin typeface="Pretendard"/>
                <a:ea typeface="Pretendard"/>
                <a:cs typeface="Pretendard"/>
              </a:defRPr>
            </a:lvl2pPr>
            <a:lvl3pPr algn="l">
              <a:defRPr sz="3300" b="1">
                <a:solidFill>
                  <a:srgbClr val="57962F"/>
                </a:solidFill>
                <a:latin typeface="Pretendard"/>
                <a:ea typeface="Pretendard"/>
                <a:cs typeface="Pretendard"/>
              </a:defRPr>
            </a:lvl3pPr>
            <a:lvl4pPr algn="l">
              <a:defRPr sz="3300" b="1">
                <a:solidFill>
                  <a:srgbClr val="57962F"/>
                </a:solidFill>
                <a:latin typeface="Pretendard"/>
                <a:ea typeface="Pretendard"/>
                <a:cs typeface="Pretendard"/>
              </a:defRPr>
            </a:lvl4pPr>
            <a:lvl5pPr algn="l">
              <a:defRPr sz="3300" b="1">
                <a:solidFill>
                  <a:srgbClr val="57962F"/>
                </a:solidFill>
                <a:latin typeface="Pretendard"/>
                <a:ea typeface="Pretendard"/>
                <a:cs typeface="Pretendard"/>
              </a:defRPr>
            </a:lvl5pPr>
            <a:lvl6pPr algn="l">
              <a:defRPr sz="3300" b="1">
                <a:solidFill>
                  <a:srgbClr val="57962F"/>
                </a:solidFill>
                <a:latin typeface="Pretendard"/>
                <a:ea typeface="Pretendard"/>
                <a:cs typeface="Pretendard"/>
              </a:defRPr>
            </a:lvl6pPr>
            <a:lvl7pPr algn="l">
              <a:defRPr sz="3300" b="1">
                <a:solidFill>
                  <a:srgbClr val="57962F"/>
                </a:solidFill>
                <a:latin typeface="Pretendard"/>
                <a:ea typeface="Pretendard"/>
                <a:cs typeface="Pretendard"/>
              </a:defRPr>
            </a:lvl7pPr>
            <a:lvl8pPr algn="l">
              <a:defRPr sz="3300" b="1">
                <a:solidFill>
                  <a:srgbClr val="57962F"/>
                </a:solidFill>
                <a:latin typeface="Pretendard"/>
                <a:ea typeface="Pretendard"/>
                <a:cs typeface="Pretendard"/>
              </a:defRPr>
            </a:lvl8pPr>
            <a:lvl9pPr algn="l">
              <a:defRPr sz="3300" b="1">
                <a:solidFill>
                  <a:srgbClr val="57962F"/>
                </a:solidFill>
                <a:latin typeface="Pretendard"/>
                <a:ea typeface="Pretendard"/>
                <a:cs typeface="Pretendard"/>
              </a:defRPr>
            </a:lvl9pPr>
          </a:lstStyle>
          <a:p xmlns:a="http://schemas.openxmlformats.org/drawingml/2006/main">
            <a:pPr algn="l">
              <a:defRPr sz="3300" b="1">
                <a:solidFill>
                  <a:srgbClr val="57962F"/>
                </a:solidFill>
                <a:latin typeface="Pretendard"/>
                <a:ea typeface="Pretendard"/>
                <a:cs typeface="Pretendard"/>
              </a:defRPr>
            </a:pPr>
            <a:r>
              <a:rPr sz="3300" b="1">
                <a:solidFill>
                  <a:srgbClr val="57962F"/>
                </a:solidFill>
                <a:latin typeface="Pretendard"/>
                <a:ea typeface="Pretendard"/>
                <a:cs typeface="Pretendard"/>
              </a:rPr>
              <a:t>경로 Ⅰ: 용해 → 중화</a:t>
            </a:r>
          </a:p>
        </p:txBody>
      </p:sp>
      <p:pic>
        <p:nvPicPr>
          <p:cNvPr id="9" name="">
            <a:extLst xmlns:a="http://schemas.openxmlformats.org/drawingml/2006/main">
              <a:ext uri="{FF2B5EF4-FFF2-40B4-BE49-F238E27FC236}">
                <a16:creationId xmlns:a16="http://schemas.microsoft.com/office/drawing/2014/main" id="{849571D4-08DD-4368-8180-734CAB614930}"/>
              </a:ext>
            </a:extLst>
          </p:cNvPr>
          <p:cNvPicPr>
            <a:picLocks xmlns:a="http://schemas.openxmlformats.org/drawingml/2006/main" noChangeAspect="1"/>
          </p:cNvPicPr>
          <p:nvPr/>
        </p:nvPicPr>
        <p:blipFill>
          <a:blip xmlns:r="http://schemas.openxmlformats.org/officeDocument/2006/relationships" xmlns:a="http://schemas.openxmlformats.org/drawingml/2006/main" r:embed="Rc3abc3fbb02f4c80"/>
          <a:stretch xmlns:a="http://schemas.openxmlformats.org/drawingml/2006/main"/>
        </p:blipFill>
        <p:spPr>
          <a:xfrm xmlns:a="http://schemas.openxmlformats.org/drawingml/2006/main">
            <a:off x="9081492" y="5095875"/>
            <a:ext cx="6125766" cy="66675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08C75A3B-315B-4B0F-A4AC-96DD140EFDC1}"/>
              </a:ext>
            </a:extLst>
          </p:cNvPr>
          <p:cNvPicPr>
            <a:picLocks xmlns:a="http://schemas.openxmlformats.org/drawingml/2006/main" noChangeAspect="1"/>
          </p:cNvPicPr>
          <p:nvPr/>
        </p:nvPicPr>
        <p:blipFill>
          <a:blip xmlns:r="http://schemas.openxmlformats.org/officeDocument/2006/relationships" xmlns:a="http://schemas.openxmlformats.org/drawingml/2006/main" r:embed="R6776554cba86458f"/>
          <a:stretch xmlns:a="http://schemas.openxmlformats.org/drawingml/2006/main"/>
        </p:blipFill>
        <p:spPr>
          <a:xfrm xmlns:a="http://schemas.openxmlformats.org/drawingml/2006/main">
            <a:off x="7602141" y="6038850"/>
            <a:ext cx="9084469" cy="66675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64860F9F-08CB-4EB5-AAD7-22D560565357}"/>
              </a:ext>
            </a:extLst>
          </p:cNvPr>
          <p:cNvSpPr>
            <a:spLocks xmlns:a="http://schemas.openxmlformats.org/drawingml/2006/main" noGrp="1"/>
          </p:cNvSpPr>
          <p:nvPr/>
        </p:nvSpPr>
        <p:spPr>
          <a:xfrm xmlns:a="http://schemas.openxmlformats.org/drawingml/2006/main">
            <a:off x="7524750" y="7162800"/>
            <a:ext cx="923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57962F"/>
                </a:solidFill>
                <a:latin typeface="Pretendard"/>
                <a:ea typeface="Pretendard"/>
                <a:cs typeface="Pretendard"/>
              </a:defRPr>
            </a:defPPr>
            <a:lvl1pPr algn="l">
              <a:defRPr sz="3300" b="1">
                <a:solidFill>
                  <a:srgbClr val="57962F"/>
                </a:solidFill>
                <a:latin typeface="Pretendard"/>
                <a:ea typeface="Pretendard"/>
                <a:cs typeface="Pretendard"/>
              </a:defRPr>
            </a:lvl1pPr>
            <a:lvl2pPr algn="l">
              <a:defRPr sz="3300" b="1">
                <a:solidFill>
                  <a:srgbClr val="57962F"/>
                </a:solidFill>
                <a:latin typeface="Pretendard"/>
                <a:ea typeface="Pretendard"/>
                <a:cs typeface="Pretendard"/>
              </a:defRPr>
            </a:lvl2pPr>
            <a:lvl3pPr algn="l">
              <a:defRPr sz="3300" b="1">
                <a:solidFill>
                  <a:srgbClr val="57962F"/>
                </a:solidFill>
                <a:latin typeface="Pretendard"/>
                <a:ea typeface="Pretendard"/>
                <a:cs typeface="Pretendard"/>
              </a:defRPr>
            </a:lvl3pPr>
            <a:lvl4pPr algn="l">
              <a:defRPr sz="3300" b="1">
                <a:solidFill>
                  <a:srgbClr val="57962F"/>
                </a:solidFill>
                <a:latin typeface="Pretendard"/>
                <a:ea typeface="Pretendard"/>
                <a:cs typeface="Pretendard"/>
              </a:defRPr>
            </a:lvl4pPr>
            <a:lvl5pPr algn="l">
              <a:defRPr sz="3300" b="1">
                <a:solidFill>
                  <a:srgbClr val="57962F"/>
                </a:solidFill>
                <a:latin typeface="Pretendard"/>
                <a:ea typeface="Pretendard"/>
                <a:cs typeface="Pretendard"/>
              </a:defRPr>
            </a:lvl5pPr>
            <a:lvl6pPr algn="l">
              <a:defRPr sz="3300" b="1">
                <a:solidFill>
                  <a:srgbClr val="57962F"/>
                </a:solidFill>
                <a:latin typeface="Pretendard"/>
                <a:ea typeface="Pretendard"/>
                <a:cs typeface="Pretendard"/>
              </a:defRPr>
            </a:lvl6pPr>
            <a:lvl7pPr algn="l">
              <a:defRPr sz="3300" b="1">
                <a:solidFill>
                  <a:srgbClr val="57962F"/>
                </a:solidFill>
                <a:latin typeface="Pretendard"/>
                <a:ea typeface="Pretendard"/>
                <a:cs typeface="Pretendard"/>
              </a:defRPr>
            </a:lvl7pPr>
            <a:lvl8pPr algn="l">
              <a:defRPr sz="3300" b="1">
                <a:solidFill>
                  <a:srgbClr val="57962F"/>
                </a:solidFill>
                <a:latin typeface="Pretendard"/>
                <a:ea typeface="Pretendard"/>
                <a:cs typeface="Pretendard"/>
              </a:defRPr>
            </a:lvl8pPr>
            <a:lvl9pPr algn="l">
              <a:defRPr sz="3300" b="1">
                <a:solidFill>
                  <a:srgbClr val="57962F"/>
                </a:solidFill>
                <a:latin typeface="Pretendard"/>
                <a:ea typeface="Pretendard"/>
                <a:cs typeface="Pretendard"/>
              </a:defRPr>
            </a:lvl9pPr>
          </a:lstStyle>
          <a:p xmlns:a="http://schemas.openxmlformats.org/drawingml/2006/main">
            <a:pPr algn="l">
              <a:defRPr sz="3300" b="1">
                <a:solidFill>
                  <a:srgbClr val="57962F"/>
                </a:solidFill>
                <a:latin typeface="Pretendard"/>
                <a:ea typeface="Pretendard"/>
                <a:cs typeface="Pretendard"/>
              </a:defRPr>
            </a:pPr>
            <a:r>
              <a:rPr sz="3300" b="1">
                <a:solidFill>
                  <a:srgbClr val="57962F"/>
                </a:solidFill>
                <a:latin typeface="Pretendard"/>
                <a:ea typeface="Pretendard"/>
                <a:cs typeface="Pretendard"/>
              </a:rPr>
              <a:t>경로 Ⅱ: 고체와 직접 반응</a:t>
            </a:r>
          </a:p>
        </p:txBody>
      </p:sp>
      <p:pic>
        <p:nvPicPr>
          <p:cNvPr id="12" name="">
            <a:extLst xmlns:a="http://schemas.openxmlformats.org/drawingml/2006/main">
              <a:ext uri="{FF2B5EF4-FFF2-40B4-BE49-F238E27FC236}">
                <a16:creationId xmlns:a16="http://schemas.microsoft.com/office/drawing/2014/main" id="{2AE9FAE2-3E6A-4AC2-9904-5E21AFA42148}"/>
              </a:ext>
            </a:extLst>
          </p:cNvPr>
          <p:cNvPicPr>
            <a:picLocks xmlns:a="http://schemas.openxmlformats.org/drawingml/2006/main" noChangeAspect="1"/>
          </p:cNvPicPr>
          <p:nvPr/>
        </p:nvPicPr>
        <p:blipFill>
          <a:blip xmlns:r="http://schemas.openxmlformats.org/officeDocument/2006/relationships" xmlns:a="http://schemas.openxmlformats.org/drawingml/2006/main" r:embed="Rb5a498c0dac444fd"/>
          <a:stretch xmlns:a="http://schemas.openxmlformats.org/drawingml/2006/main"/>
        </p:blipFill>
        <p:spPr>
          <a:xfrm xmlns:a="http://schemas.openxmlformats.org/drawingml/2006/main">
            <a:off x="7602141" y="8001000"/>
            <a:ext cx="9084469" cy="666750"/>
          </a:xfrm>
          <a:prstGeom xmlns:a="http://schemas.openxmlformats.org/drawingml/2006/main" prst="rect">
            <a:avLst/>
          </a:prstGeom>
        </p:spPr>
      </p:pic>
    </p:spTree>
    <p:extLst>
      <p:ext uri="{BB962C8B-B14F-4D97-AF65-F5344CB8AC3E}">
        <p14:creationId xmlns:p14="http://schemas.microsoft.com/office/powerpoint/2010/main" val="1524725373"/>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6C60F6F5-3FC8-4DD8-BA00-D44A2352CF6B}"/>
              </a:ext>
            </a:extLst>
          </p:cNvPr>
          <p:cNvPicPr>
            <a:picLocks xmlns:a="http://schemas.openxmlformats.org/drawingml/2006/main" noChangeAspect="1"/>
          </p:cNvPicPr>
          <p:nvPr/>
        </p:nvPicPr>
        <p:blipFill>
          <a:blip xmlns:r="http://schemas.openxmlformats.org/officeDocument/2006/relationships" xmlns:a="http://schemas.openxmlformats.org/drawingml/2006/main" r:embed="R0c2804af43204c9e"/>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11B9DBF-B2C2-42DE-B03C-1E1042CBA9A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8209755-CBC8-4C30-898A-0CD51F5368B5}"/>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52C53E4C-0F80-43DF-865C-626834F1DFF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7577F606-1AB9-464F-9154-FA221346D796}"/>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920B8515-8C94-4C96-91D1-965C24236677}"/>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실험 조건을 맞추자</a:t>
            </a:r>
          </a:p>
        </p:txBody>
      </p:sp>
      <p:sp>
        <p:nvSpPr>
          <p:cNvPr id="7" name="text">
            <a:extLst xmlns:a="http://schemas.openxmlformats.org/drawingml/2006/main">
              <a:ext uri="{FF2B5EF4-FFF2-40B4-BE49-F238E27FC236}">
                <a16:creationId xmlns:a16="http://schemas.microsoft.com/office/drawing/2014/main" id="{FCD24DBC-00D7-4975-9701-7668FDF9D673}"/>
              </a:ext>
            </a:extLst>
          </p:cNvPr>
          <p:cNvSpPr>
            <a:spLocks xmlns:a="http://schemas.openxmlformats.org/drawingml/2006/main" noGrp="1"/>
          </p:cNvSpPr>
          <p:nvPr/>
        </p:nvSpPr>
        <p:spPr>
          <a:xfrm xmlns:a="http://schemas.openxmlformats.org/drawingml/2006/main">
            <a:off x="1666875" y="3676650"/>
            <a:ext cx="1495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898989"/>
                </a:solidFill>
                <a:latin typeface="Pretendard"/>
                <a:ea typeface="Pretendard"/>
                <a:cs typeface="Pretendard"/>
              </a:defRPr>
            </a:defPPr>
            <a:lvl1pPr algn="ctr">
              <a:defRPr sz="2850" b="1">
                <a:solidFill>
                  <a:srgbClr val="898989"/>
                </a:solidFill>
                <a:latin typeface="Pretendard"/>
                <a:ea typeface="Pretendard"/>
                <a:cs typeface="Pretendard"/>
              </a:defRPr>
            </a:lvl1pPr>
            <a:lvl2pPr algn="ctr">
              <a:defRPr sz="2850" b="1">
                <a:solidFill>
                  <a:srgbClr val="898989"/>
                </a:solidFill>
                <a:latin typeface="Pretendard"/>
                <a:ea typeface="Pretendard"/>
                <a:cs typeface="Pretendard"/>
              </a:defRPr>
            </a:lvl2pPr>
            <a:lvl3pPr algn="ctr">
              <a:defRPr sz="2850" b="1">
                <a:solidFill>
                  <a:srgbClr val="898989"/>
                </a:solidFill>
                <a:latin typeface="Pretendard"/>
                <a:ea typeface="Pretendard"/>
                <a:cs typeface="Pretendard"/>
              </a:defRPr>
            </a:lvl3pPr>
            <a:lvl4pPr algn="ctr">
              <a:defRPr sz="2850" b="1">
                <a:solidFill>
                  <a:srgbClr val="898989"/>
                </a:solidFill>
                <a:latin typeface="Pretendard"/>
                <a:ea typeface="Pretendard"/>
                <a:cs typeface="Pretendard"/>
              </a:defRPr>
            </a:lvl4pPr>
            <a:lvl5pPr algn="ctr">
              <a:defRPr sz="2850" b="1">
                <a:solidFill>
                  <a:srgbClr val="898989"/>
                </a:solidFill>
                <a:latin typeface="Pretendard"/>
                <a:ea typeface="Pretendard"/>
                <a:cs typeface="Pretendard"/>
              </a:defRPr>
            </a:lvl5pPr>
            <a:lvl6pPr algn="ctr">
              <a:defRPr sz="2850" b="1">
                <a:solidFill>
                  <a:srgbClr val="898989"/>
                </a:solidFill>
                <a:latin typeface="Pretendard"/>
                <a:ea typeface="Pretendard"/>
                <a:cs typeface="Pretendard"/>
              </a:defRPr>
            </a:lvl6pPr>
            <a:lvl7pPr algn="ctr">
              <a:defRPr sz="2850" b="1">
                <a:solidFill>
                  <a:srgbClr val="898989"/>
                </a:solidFill>
                <a:latin typeface="Pretendard"/>
                <a:ea typeface="Pretendard"/>
                <a:cs typeface="Pretendard"/>
              </a:defRPr>
            </a:lvl7pPr>
            <a:lvl8pPr algn="ctr">
              <a:defRPr sz="2850" b="1">
                <a:solidFill>
                  <a:srgbClr val="898989"/>
                </a:solidFill>
                <a:latin typeface="Pretendard"/>
                <a:ea typeface="Pretendard"/>
                <a:cs typeface="Pretendard"/>
              </a:defRPr>
            </a:lvl8pPr>
            <a:lvl9pPr algn="ctr">
              <a:defRPr sz="2850" b="1">
                <a:solidFill>
                  <a:srgbClr val="898989"/>
                </a:solidFill>
                <a:latin typeface="Pretendard"/>
                <a:ea typeface="Pretendard"/>
                <a:cs typeface="Pretendard"/>
              </a:defRPr>
            </a:lvl9pPr>
          </a:lstStyle>
          <a:p xmlns:a="http://schemas.openxmlformats.org/drawingml/2006/main">
            <a:pPr algn="ctr">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NaOH 8.0 g = 0.200 mol, HCl 1.0 M × 0.200 L = 0.200 mol</a:t>
            </a:r>
          </a:p>
        </p:txBody>
      </p:sp>
      <p:pic>
        <p:nvPicPr>
          <p:cNvPr id="8" name="">
            <a:extLst xmlns:a="http://schemas.openxmlformats.org/drawingml/2006/main">
              <a:ext uri="{FF2B5EF4-FFF2-40B4-BE49-F238E27FC236}">
                <a16:creationId xmlns:a16="http://schemas.microsoft.com/office/drawing/2014/main" id="{A5819461-333F-4CE1-82CE-1ED4B74FB080}"/>
              </a:ext>
            </a:extLst>
          </p:cNvPr>
          <p:cNvPicPr>
            <a:picLocks xmlns:a="http://schemas.openxmlformats.org/drawingml/2006/main" noChangeAspect="1"/>
          </p:cNvPicPr>
          <p:nvPr/>
        </p:nvPicPr>
        <p:blipFill>
          <a:blip xmlns:r="http://schemas.openxmlformats.org/officeDocument/2006/relationships" xmlns:a="http://schemas.openxmlformats.org/drawingml/2006/main" r:embed="R7eca84f24d4f4d07"/>
          <a:stretch xmlns:a="http://schemas.openxmlformats.org/drawingml/2006/main"/>
        </p:blipFill>
        <p:spPr>
          <a:xfrm xmlns:a="http://schemas.openxmlformats.org/drawingml/2006/main">
            <a:off x="1828800" y="4771334"/>
            <a:ext cx="9286875" cy="3030333"/>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D0121211-AB36-4EA0-8748-B13AEA6E5B45}"/>
              </a:ext>
            </a:extLst>
          </p:cNvPr>
          <p:cNvPicPr>
            <a:picLocks xmlns:a="http://schemas.openxmlformats.org/drawingml/2006/main" noChangeAspect="1"/>
          </p:cNvPicPr>
          <p:nvPr/>
        </p:nvPicPr>
        <p:blipFill>
          <a:blip xmlns:r="http://schemas.openxmlformats.org/officeDocument/2006/relationships" xmlns:a="http://schemas.openxmlformats.org/drawingml/2006/main" r:embed="Rc153af8134f646a6"/>
          <a:stretch xmlns:a="http://schemas.openxmlformats.org/drawingml/2006/main"/>
        </p:blipFill>
        <p:spPr>
          <a:xfrm xmlns:a="http://schemas.openxmlformats.org/drawingml/2006/main">
            <a:off x="11525250" y="4779104"/>
            <a:ext cx="4619625" cy="3014792"/>
          </a:xfrm>
          <a:prstGeom xmlns:a="http://schemas.openxmlformats.org/drawingml/2006/main" prst="rect">
            <a:avLst/>
          </a:prstGeom>
        </p:spPr>
      </p:pic>
      <p:sp>
        <p:nvSpPr>
          <p:cNvPr id="10" name="용해·냉각·중화 캡션">
            <a:extLst xmlns:a="http://schemas.openxmlformats.org/drawingml/2006/main">
              <a:ext uri="{FF2B5EF4-FFF2-40B4-BE49-F238E27FC236}">
                <a16:creationId xmlns:a16="http://schemas.microsoft.com/office/drawing/2014/main" id="{771E908A-291D-4E61-937A-7DEBD0EAC992}"/>
              </a:ext>
            </a:extLst>
          </p:cNvPr>
          <p:cNvSpPr>
            <a:spLocks xmlns:a="http://schemas.openxmlformats.org/drawingml/2006/main" noGrp="1"/>
          </p:cNvSpPr>
          <p:nvPr/>
        </p:nvSpPr>
        <p:spPr>
          <a:xfrm xmlns:a="http://schemas.openxmlformats.org/drawingml/2006/main">
            <a:off x="1828800" y="7991475"/>
            <a:ext cx="9286875" cy="952500"/>
          </a:xfrm>
          <a:prstGeom xmlns:a="http://schemas.openxmlformats.org/drawingml/2006/main" prst="roundRect">
            <a:avLst>
              <a:gd name="adj" fmla="val 16000"/>
            </a:avLst>
          </a:prstGeom>
          <a:solidFill xmlns:a="http://schemas.openxmlformats.org/drawingml/2006/main">
            <a:srgbClr val="484847"/>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C098ACE7-FF14-4D39-AD06-ED1D3794ABDA}"/>
              </a:ext>
            </a:extLst>
          </p:cNvPr>
          <p:cNvSpPr>
            <a:spLocks xmlns:a="http://schemas.openxmlformats.org/drawingml/2006/main" noGrp="1"/>
          </p:cNvSpPr>
          <p:nvPr/>
        </p:nvSpPr>
        <p:spPr>
          <a:xfrm xmlns:a="http://schemas.openxmlformats.org/drawingml/2006/main">
            <a:off x="2124075" y="8134350"/>
            <a:ext cx="8696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FFFFFF"/>
                </a:solidFill>
                <a:latin typeface="Pretendard"/>
                <a:ea typeface="Pretendard"/>
                <a:cs typeface="Pretendard"/>
              </a:defRPr>
            </a:defPPr>
            <a:lvl1pPr algn="ctr">
              <a:defRPr sz="3000" b="1">
                <a:solidFill>
                  <a:srgbClr val="FFFFFF"/>
                </a:solidFill>
                <a:latin typeface="Pretendard"/>
                <a:ea typeface="Pretendard"/>
                <a:cs typeface="Pretendard"/>
              </a:defRPr>
            </a:lvl1pPr>
            <a:lvl2pPr algn="ctr">
              <a:defRPr sz="3000" b="1">
                <a:solidFill>
                  <a:srgbClr val="FFFFFF"/>
                </a:solidFill>
                <a:latin typeface="Pretendard"/>
                <a:ea typeface="Pretendard"/>
                <a:cs typeface="Pretendard"/>
              </a:defRPr>
            </a:lvl2pPr>
            <a:lvl3pPr algn="ctr">
              <a:defRPr sz="3000" b="1">
                <a:solidFill>
                  <a:srgbClr val="FFFFFF"/>
                </a:solidFill>
                <a:latin typeface="Pretendard"/>
                <a:ea typeface="Pretendard"/>
                <a:cs typeface="Pretendard"/>
              </a:defRPr>
            </a:lvl3pPr>
            <a:lvl4pPr algn="ctr">
              <a:defRPr sz="3000" b="1">
                <a:solidFill>
                  <a:srgbClr val="FFFFFF"/>
                </a:solidFill>
                <a:latin typeface="Pretendard"/>
                <a:ea typeface="Pretendard"/>
                <a:cs typeface="Pretendard"/>
              </a:defRPr>
            </a:lvl4pPr>
            <a:lvl5pPr algn="ctr">
              <a:defRPr sz="3000" b="1">
                <a:solidFill>
                  <a:srgbClr val="FFFFFF"/>
                </a:solidFill>
                <a:latin typeface="Pretendard"/>
                <a:ea typeface="Pretendard"/>
                <a:cs typeface="Pretendard"/>
              </a:defRPr>
            </a:lvl5pPr>
            <a:lvl6pPr algn="ctr">
              <a:defRPr sz="3000" b="1">
                <a:solidFill>
                  <a:srgbClr val="FFFFFF"/>
                </a:solidFill>
                <a:latin typeface="Pretendard"/>
                <a:ea typeface="Pretendard"/>
                <a:cs typeface="Pretendard"/>
              </a:defRPr>
            </a:lvl6pPr>
            <a:lvl7pPr algn="ctr">
              <a:defRPr sz="3000" b="1">
                <a:solidFill>
                  <a:srgbClr val="FFFFFF"/>
                </a:solidFill>
                <a:latin typeface="Pretendard"/>
                <a:ea typeface="Pretendard"/>
                <a:cs typeface="Pretendard"/>
              </a:defRPr>
            </a:lvl7pPr>
            <a:lvl8pPr algn="ctr">
              <a:defRPr sz="3000" b="1">
                <a:solidFill>
                  <a:srgbClr val="FFFFFF"/>
                </a:solidFill>
                <a:latin typeface="Pretendard"/>
                <a:ea typeface="Pretendard"/>
                <a:cs typeface="Pretendard"/>
              </a:defRPr>
            </a:lvl8pPr>
            <a:lvl9pPr algn="ctr">
              <a:defRPr sz="3000" b="1">
                <a:solidFill>
                  <a:srgbClr val="FFFFFF"/>
                </a:solidFill>
                <a:latin typeface="Pretendard"/>
                <a:ea typeface="Pretendard"/>
                <a:cs typeface="Pretendard"/>
              </a:defRPr>
            </a:lvl9pPr>
          </a:lstStyle>
          <a:p xmlns:a="http://schemas.openxmlformats.org/drawingml/2006/main">
            <a:pPr algn="ctr">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용해 후 처음 온도로 식힌 뒤 중화</a:t>
            </a:r>
          </a:p>
        </p:txBody>
      </p:sp>
      <p:sp>
        <p:nvSpPr>
          <p:cNvPr id="12" name="조건 확인 캡션">
            <a:extLst xmlns:a="http://schemas.openxmlformats.org/drawingml/2006/main">
              <a:ext uri="{FF2B5EF4-FFF2-40B4-BE49-F238E27FC236}">
                <a16:creationId xmlns:a16="http://schemas.microsoft.com/office/drawing/2014/main" id="{D752FF53-627F-4E3D-86D1-486687DA8292}"/>
              </a:ext>
            </a:extLst>
          </p:cNvPr>
          <p:cNvSpPr>
            <a:spLocks xmlns:a="http://schemas.openxmlformats.org/drawingml/2006/main" noGrp="1"/>
          </p:cNvSpPr>
          <p:nvPr/>
        </p:nvSpPr>
        <p:spPr>
          <a:xfrm xmlns:a="http://schemas.openxmlformats.org/drawingml/2006/main">
            <a:off x="11525250" y="7991475"/>
            <a:ext cx="4619625" cy="952500"/>
          </a:xfrm>
          <a:prstGeom xmlns:a="http://schemas.openxmlformats.org/drawingml/2006/main" prst="roundRect">
            <a:avLst>
              <a:gd name="adj" fmla="val 16000"/>
            </a:avLst>
          </a:prstGeom>
          <a:solidFill xmlns:a="http://schemas.openxmlformats.org/drawingml/2006/main">
            <a:srgbClr val="484847"/>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B053AD31-3797-4BE9-8947-1BE54374B242}"/>
              </a:ext>
            </a:extLst>
          </p:cNvPr>
          <p:cNvSpPr>
            <a:spLocks xmlns:a="http://schemas.openxmlformats.org/drawingml/2006/main" noGrp="1"/>
          </p:cNvSpPr>
          <p:nvPr/>
        </p:nvSpPr>
        <p:spPr>
          <a:xfrm xmlns:a="http://schemas.openxmlformats.org/drawingml/2006/main">
            <a:off x="11715750" y="8134350"/>
            <a:ext cx="4238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처음 온도·전체 양 확인</a:t>
            </a:r>
          </a:p>
        </p:txBody>
      </p:sp>
    </p:spTree>
    <p:extLst>
      <p:ext uri="{BB962C8B-B14F-4D97-AF65-F5344CB8AC3E}">
        <p14:creationId xmlns:p14="http://schemas.microsoft.com/office/powerpoint/2010/main" val="1749084473"/>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BA8D7E5B-7264-4BB9-A427-DDE1EA39494B}"/>
              </a:ext>
            </a:extLst>
          </p:cNvPr>
          <p:cNvPicPr>
            <a:picLocks xmlns:a="http://schemas.openxmlformats.org/drawingml/2006/main" noChangeAspect="1"/>
          </p:cNvPicPr>
          <p:nvPr/>
        </p:nvPicPr>
        <p:blipFill>
          <a:blip xmlns:r="http://schemas.openxmlformats.org/officeDocument/2006/relationships" xmlns:a="http://schemas.openxmlformats.org/drawingml/2006/main" r:embed="R37049720b1224fbd"/>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2DFC92A-49A5-4B18-BB33-302C6F25655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1B30FD0-B428-4719-B29E-387F39E9EB9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EEC9692B-C9A9-42AB-823D-EA6C4020168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96FB3642-EBD4-48F7-944B-01C715663B01}"/>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66FF1F9F-009B-4DE5-9090-A7A9A095C1B0}"/>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용액이 얻은 열에서 반응열로</a:t>
            </a:r>
          </a:p>
        </p:txBody>
      </p:sp>
      <p:sp>
        <p:nvSpPr>
          <p:cNvPr id="7" name="rich">
            <a:extLst xmlns:a="http://schemas.openxmlformats.org/drawingml/2006/main">
              <a:ext uri="{FF2B5EF4-FFF2-40B4-BE49-F238E27FC236}">
                <a16:creationId xmlns:a16="http://schemas.microsoft.com/office/drawing/2014/main" id="{0F751278-3AA5-4412-A582-45F6F72D81CA}"/>
              </a:ext>
            </a:extLst>
          </p:cNvPr>
          <p:cNvSpPr>
            <a:spLocks xmlns:a="http://schemas.openxmlformats.org/drawingml/2006/main" noGrp="1"/>
          </p:cNvSpPr>
          <p:nvPr/>
        </p:nvSpPr>
        <p:spPr>
          <a:xfrm xmlns:a="http://schemas.openxmlformats.org/drawingml/2006/main">
            <a:off x="1905000" y="3886200"/>
            <a:ext cx="14478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57962F"/>
                </a:solidFill>
                <a:latin typeface="Pretendard"/>
                <a:ea typeface="Pretendard"/>
                <a:cs typeface="Pretendard"/>
              </a:defRPr>
            </a:defPPr>
            <a:lvl1pPr algn="ctr">
              <a:defRPr sz="5730" b="1">
                <a:solidFill>
                  <a:srgbClr val="57962F"/>
                </a:solidFill>
                <a:latin typeface="Pretendard"/>
                <a:ea typeface="Pretendard"/>
                <a:cs typeface="Pretendard"/>
              </a:defRPr>
            </a:lvl1pPr>
            <a:lvl2pPr algn="ctr">
              <a:defRPr sz="5730" b="1">
                <a:solidFill>
                  <a:srgbClr val="57962F"/>
                </a:solidFill>
                <a:latin typeface="Pretendard"/>
                <a:ea typeface="Pretendard"/>
                <a:cs typeface="Pretendard"/>
              </a:defRPr>
            </a:lvl2pPr>
            <a:lvl3pPr algn="ctr">
              <a:defRPr sz="5730" b="1">
                <a:solidFill>
                  <a:srgbClr val="57962F"/>
                </a:solidFill>
                <a:latin typeface="Pretendard"/>
                <a:ea typeface="Pretendard"/>
                <a:cs typeface="Pretendard"/>
              </a:defRPr>
            </a:lvl3pPr>
            <a:lvl4pPr algn="ctr">
              <a:defRPr sz="5730" b="1">
                <a:solidFill>
                  <a:srgbClr val="57962F"/>
                </a:solidFill>
                <a:latin typeface="Pretendard"/>
                <a:ea typeface="Pretendard"/>
                <a:cs typeface="Pretendard"/>
              </a:defRPr>
            </a:lvl4pPr>
            <a:lvl5pPr algn="ctr">
              <a:defRPr sz="5730" b="1">
                <a:solidFill>
                  <a:srgbClr val="57962F"/>
                </a:solidFill>
                <a:latin typeface="Pretendard"/>
                <a:ea typeface="Pretendard"/>
                <a:cs typeface="Pretendard"/>
              </a:defRPr>
            </a:lvl5pPr>
            <a:lvl6pPr algn="ctr">
              <a:defRPr sz="5730" b="1">
                <a:solidFill>
                  <a:srgbClr val="57962F"/>
                </a:solidFill>
                <a:latin typeface="Pretendard"/>
                <a:ea typeface="Pretendard"/>
                <a:cs typeface="Pretendard"/>
              </a:defRPr>
            </a:lvl6pPr>
            <a:lvl7pPr algn="ctr">
              <a:defRPr sz="5730" b="1">
                <a:solidFill>
                  <a:srgbClr val="57962F"/>
                </a:solidFill>
                <a:latin typeface="Pretendard"/>
                <a:ea typeface="Pretendard"/>
                <a:cs typeface="Pretendard"/>
              </a:defRPr>
            </a:lvl7pPr>
            <a:lvl8pPr algn="ctr">
              <a:defRPr sz="5730" b="1">
                <a:solidFill>
                  <a:srgbClr val="57962F"/>
                </a:solidFill>
                <a:latin typeface="Pretendard"/>
                <a:ea typeface="Pretendard"/>
                <a:cs typeface="Pretendard"/>
              </a:defRPr>
            </a:lvl8pPr>
            <a:lvl9pPr algn="ctr">
              <a:defRPr sz="5730" b="1">
                <a:solidFill>
                  <a:srgbClr val="57962F"/>
                </a:solidFill>
                <a:latin typeface="Pretendard"/>
                <a:ea typeface="Pretendard"/>
                <a:cs typeface="Pretendard"/>
              </a:defRPr>
            </a:lvl9pPr>
          </a:lstStyle>
          <a:p xmlns:a="http://schemas.openxmlformats.org/drawingml/2006/main">
            <a:pPr algn="ctr">
              <a:defRPr sz="5730" b="1">
                <a:solidFill>
                  <a:srgbClr val="57962F"/>
                </a:solidFill>
                <a:latin typeface="Pretendard"/>
                <a:ea typeface="Pretendard"/>
                <a:cs typeface="Pretendard"/>
              </a:defRPr>
            </a:pPr>
            <a:r>
              <a:t>Q용액 = c × m × Δt</a:t>
            </a:r>
          </a:p>
        </p:txBody>
      </p:sp>
      <p:sp>
        <p:nvSpPr>
          <p:cNvPr id="8" name="설명·계산 행 1">
            <a:extLst xmlns:a="http://schemas.openxmlformats.org/drawingml/2006/main">
              <a:ext uri="{FF2B5EF4-FFF2-40B4-BE49-F238E27FC236}">
                <a16:creationId xmlns:a16="http://schemas.microsoft.com/office/drawing/2014/main" id="{0E231B27-C872-46C6-85EE-BE086C72195C}"/>
              </a:ext>
            </a:extLst>
          </p:cNvPr>
          <p:cNvSpPr>
            <a:spLocks xmlns:a="http://schemas.openxmlformats.org/drawingml/2006/main" noGrp="1"/>
          </p:cNvSpPr>
          <p:nvPr/>
        </p:nvSpPr>
        <p:spPr>
          <a:xfrm xmlns:a="http://schemas.openxmlformats.org/drawingml/2006/main">
            <a:off x="1828800" y="5476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9" name="설명·계산 문장 1">
            <a:extLst xmlns:a="http://schemas.openxmlformats.org/drawingml/2006/main">
              <a:ext uri="{FF2B5EF4-FFF2-40B4-BE49-F238E27FC236}">
                <a16:creationId xmlns:a16="http://schemas.microsoft.com/office/drawing/2014/main" id="{1812613C-3AFA-4202-8A2F-FEF3A16F4FD5}"/>
              </a:ext>
            </a:extLst>
          </p:cNvPr>
          <p:cNvSpPr>
            <a:spLocks xmlns:a="http://schemas.openxmlformats.org/drawingml/2006/main" noGrp="1"/>
          </p:cNvSpPr>
          <p:nvPr/>
        </p:nvSpPr>
        <p:spPr>
          <a:xfrm xmlns:a="http://schemas.openxmlformats.org/drawingml/2006/main">
            <a:off x="2476500" y="5724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c: 용액의 비열, m: 용액 전체의 질량</a:t>
            </a:r>
          </a:p>
        </p:txBody>
      </p:sp>
      <p:sp>
        <p:nvSpPr>
          <p:cNvPr id="10" name="설명·계산 행 2">
            <a:extLst xmlns:a="http://schemas.openxmlformats.org/drawingml/2006/main">
              <a:ext uri="{FF2B5EF4-FFF2-40B4-BE49-F238E27FC236}">
                <a16:creationId xmlns:a16="http://schemas.microsoft.com/office/drawing/2014/main" id="{0DD47928-8B88-4F64-AAE9-7ACB1F832B7F}"/>
              </a:ext>
            </a:extLst>
          </p:cNvPr>
          <p:cNvSpPr>
            <a:spLocks xmlns:a="http://schemas.openxmlformats.org/drawingml/2006/main" noGrp="1"/>
          </p:cNvSpPr>
          <p:nvPr/>
        </p:nvSpPr>
        <p:spPr>
          <a:xfrm xmlns:a="http://schemas.openxmlformats.org/drawingml/2006/main">
            <a:off x="1828800" y="7000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1" name="설명·계산 문장 2">
            <a:extLst xmlns:a="http://schemas.openxmlformats.org/drawingml/2006/main">
              <a:ext uri="{FF2B5EF4-FFF2-40B4-BE49-F238E27FC236}">
                <a16:creationId xmlns:a16="http://schemas.microsoft.com/office/drawing/2014/main" id="{2E579D41-47FD-4D23-9A7E-0C9464BA0B77}"/>
              </a:ext>
            </a:extLst>
          </p:cNvPr>
          <p:cNvSpPr>
            <a:spLocks xmlns:a="http://schemas.openxmlformats.org/drawingml/2006/main" noGrp="1"/>
          </p:cNvSpPr>
          <p:nvPr/>
        </p:nvSpPr>
        <p:spPr>
          <a:xfrm xmlns:a="http://schemas.openxmlformats.org/drawingml/2006/main">
            <a:off x="2476500" y="7248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Δt = 나중 온도 − 처음 온도</a:t>
            </a:r>
          </a:p>
        </p:txBody>
      </p:sp>
      <p:sp>
        <p:nvSpPr>
          <p:cNvPr id="12" name="해석·결론">
            <a:extLst xmlns:a="http://schemas.openxmlformats.org/drawingml/2006/main">
              <a:ext uri="{FF2B5EF4-FFF2-40B4-BE49-F238E27FC236}">
                <a16:creationId xmlns:a16="http://schemas.microsoft.com/office/drawing/2014/main" id="{5CA30AE3-BC42-47E1-B79E-6AEA17056F4F}"/>
              </a:ext>
            </a:extLst>
          </p:cNvPr>
          <p:cNvSpPr>
            <a:spLocks xmlns:a="http://schemas.openxmlformats.org/drawingml/2006/main" noGrp="1"/>
          </p:cNvSpPr>
          <p:nvPr/>
        </p:nvSpPr>
        <p:spPr>
          <a:xfrm xmlns:a="http://schemas.openxmlformats.org/drawingml/2006/main">
            <a:off x="1828800" y="861060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1220CFC1-B486-40C7-A555-079D150F7DA7}"/>
              </a:ext>
            </a:extLst>
          </p:cNvPr>
          <p:cNvSpPr>
            <a:spLocks xmlns:a="http://schemas.openxmlformats.org/drawingml/2006/main" noGrp="1"/>
          </p:cNvSpPr>
          <p:nvPr/>
        </p:nvSpPr>
        <p:spPr>
          <a:xfrm xmlns:a="http://schemas.openxmlformats.org/drawingml/2006/main">
            <a:off x="2143125" y="868680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온도 상승: Q용액 &gt; 0, 반응의 </a:t>
            </a:r>
            <a:r>
              <a:t>Δ</a:t>
            </a:r>
            <a:r>
              <a:rPr i="1">
                <a:latin typeface="Pretendard"/>
                <a:ea typeface="Pretendard"/>
                <a:cs typeface="Pretendard"/>
              </a:rPr>
              <a:t>H</a:t>
            </a:r>
            <a:r>
              <a:t> &lt; 0</a:t>
            </a:r>
          </a:p>
        </p:txBody>
      </p:sp>
    </p:spTree>
    <p:extLst>
      <p:ext uri="{BB962C8B-B14F-4D97-AF65-F5344CB8AC3E}">
        <p14:creationId xmlns:p14="http://schemas.microsoft.com/office/powerpoint/2010/main" val="665769001"/>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30890CBC-52DF-4F3B-B40A-135483D4439B}"/>
              </a:ext>
            </a:extLst>
          </p:cNvPr>
          <p:cNvPicPr>
            <a:picLocks xmlns:a="http://schemas.openxmlformats.org/drawingml/2006/main" noChangeAspect="1"/>
          </p:cNvPicPr>
          <p:nvPr/>
        </p:nvPicPr>
        <p:blipFill>
          <a:blip xmlns:r="http://schemas.openxmlformats.org/officeDocument/2006/relationships" xmlns:a="http://schemas.openxmlformats.org/drawingml/2006/main" r:embed="R837a9b07b877414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C471BAE-D0F0-4E2E-B51C-E0EE250D63A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0EB6036-CBDC-4669-A51B-D7502787D45F}"/>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3DD1C9A4-06AF-414D-869E-7FCC8513DB6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EB5E6420-D0D4-407B-A965-C9601E7527D9}"/>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8A5A6933-30E7-4B61-A863-42EA8E50A106}"/>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교재의 온도 자료 읽기</a:t>
            </a:r>
          </a:p>
        </p:txBody>
      </p:sp>
      <p:graphicFrame>
        <p:nvGraphicFramePr>
          <p:cNvPr id="7" name="">
            <a:extLst xmlns:a="http://schemas.openxmlformats.org/drawingml/2006/main">
              <a:ext uri="{FF2B5EF4-FFF2-40B4-BE49-F238E27FC236}">
                <a16:creationId xmlns:a16="http://schemas.microsoft.com/office/drawing/2014/main" id="{2E82C06B-C350-4454-8182-5C27497C7A6C}"/>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2857500"/>
                <a:gridCol w="2857500"/>
                <a:gridCol w="2857500"/>
                <a:gridCol w="28575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질량 </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g</a:t>
                      </a:r>
                      <a:r>
                        <a:rPr sz="315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처음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나중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Δt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208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34.5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9.5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31.1</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6.1</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36.0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11.0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D8E87145-4DAE-471A-8E28-7008BF11F273}"/>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483EA863-956C-4081-85F0-F40CF38126FD}"/>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D78D09EC-1C79-4B63-A688-2E131693131E}"/>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C76678F5-FA8D-4AF5-9584-65934CCA7211}"/>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38019179-27C9-45F2-9BCF-FB865E0E1DDE}"/>
              </a:ext>
            </a:extLst>
          </p:cNvPr>
          <p:cNvSpPr>
            <a:spLocks xmlns:a="http://schemas.openxmlformats.org/drawingml/2006/main" noGrp="1"/>
          </p:cNvSpPr>
          <p:nvPr/>
        </p:nvSpPr>
        <p:spPr>
          <a:xfrm xmlns:a="http://schemas.openxmlformats.org/drawingml/2006/main">
            <a:off x="1828800" y="8696325"/>
            <a:ext cx="1463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모든 용액의 비열 4.2 J/(g·°C), 밀도 1.0 g/mL로 가정</a:t>
            </a:r>
          </a:p>
        </p:txBody>
      </p:sp>
    </p:spTree>
    <p:extLst>
      <p:ext uri="{BB962C8B-B14F-4D97-AF65-F5344CB8AC3E}">
        <p14:creationId xmlns:p14="http://schemas.microsoft.com/office/powerpoint/2010/main" val="396168624"/>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2AA21B0B-A8CD-40B3-8347-53154421113F}"/>
              </a:ext>
            </a:extLst>
          </p:cNvPr>
          <p:cNvPicPr>
            <a:picLocks xmlns:a="http://schemas.openxmlformats.org/drawingml/2006/main" noChangeAspect="1"/>
          </p:cNvPicPr>
          <p:nvPr/>
        </p:nvPicPr>
        <p:blipFill>
          <a:blip xmlns:r="http://schemas.openxmlformats.org/officeDocument/2006/relationships" xmlns:a="http://schemas.openxmlformats.org/drawingml/2006/main" r:embed="Rfc0eaafab5e14d5d"/>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84EEADC-BC35-4BAC-8B81-370807924E0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3250A60-FD2C-4501-AC74-27E535A1D201}"/>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35704409-59D5-490B-983D-D6BFF6337B54}"/>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625E47C3-1120-46DE-B182-E7250A13B53B}"/>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3431051A-89B8-4C81-9D7D-15E8BB44AC93}"/>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용해 단계의 반응 엔탈피</a:t>
            </a:r>
          </a:p>
        </p:txBody>
      </p:sp>
      <p:sp>
        <p:nvSpPr>
          <p:cNvPr id="7" name="설명·계산 행 1">
            <a:extLst xmlns:a="http://schemas.openxmlformats.org/drawingml/2006/main">
              <a:ext uri="{FF2B5EF4-FFF2-40B4-BE49-F238E27FC236}">
                <a16:creationId xmlns:a16="http://schemas.microsoft.com/office/drawing/2014/main" id="{072D29D5-000F-46E3-AE8F-A08F9A4F70F7}"/>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5EA41716-8602-4272-9A3A-9FA3A59FF6BB}"/>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Q용액 = 4.2 × 208 × 9.5 = 8299.2 J ≈ 8.30 kJ</a:t>
            </a:r>
          </a:p>
        </p:txBody>
      </p:sp>
      <p:sp>
        <p:nvSpPr>
          <p:cNvPr id="9" name="설명·계산 행 2">
            <a:extLst xmlns:a="http://schemas.openxmlformats.org/drawingml/2006/main">
              <a:ext uri="{FF2B5EF4-FFF2-40B4-BE49-F238E27FC236}">
                <a16:creationId xmlns:a16="http://schemas.microsoft.com/office/drawing/2014/main" id="{CB4C46D7-EF26-45AF-BE59-786F1AD642BB}"/>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C1E53295-C33C-44C8-A749-A0077347861B}"/>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NaOH의 양 = 8.0 ÷ 40.0 = 0.200 mol</a:t>
            </a:r>
          </a:p>
        </p:txBody>
      </p:sp>
      <p:sp>
        <p:nvSpPr>
          <p:cNvPr id="11" name="설명·계산 행 3">
            <a:extLst xmlns:a="http://schemas.openxmlformats.org/drawingml/2006/main">
              <a:ext uri="{FF2B5EF4-FFF2-40B4-BE49-F238E27FC236}">
                <a16:creationId xmlns:a16="http://schemas.microsoft.com/office/drawing/2014/main" id="{5754F1C1-0AEB-4019-807B-BC9174D88B71}"/>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DC3D2120-EF7A-4427-A6EB-0868F2A89FA5}"/>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a:t>
            </a:r>
            <a:r>
              <a:t>Δ</a:t>
            </a:r>
            <a:r>
              <a:rPr i="1">
                <a:latin typeface="Pretendard"/>
                <a:ea typeface="Pretendard"/>
                <a:cs typeface="Pretendard"/>
              </a:rPr>
              <a:t>H</a:t>
            </a:r>
            <a:r>
              <a:t>용해 = −8.30 ÷ 0.200 ≈ −41.50 kJ/mol</a:t>
            </a:r>
          </a:p>
        </p:txBody>
      </p:sp>
    </p:spTree>
    <p:extLst>
      <p:ext uri="{BB962C8B-B14F-4D97-AF65-F5344CB8AC3E}">
        <p14:creationId xmlns:p14="http://schemas.microsoft.com/office/powerpoint/2010/main" val="1261225205"/>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FF3FB756-B32F-4A0B-A482-F238CE33F00E}"/>
              </a:ext>
            </a:extLst>
          </p:cNvPr>
          <p:cNvPicPr>
            <a:picLocks xmlns:a="http://schemas.openxmlformats.org/drawingml/2006/main" noChangeAspect="1"/>
          </p:cNvPicPr>
          <p:nvPr/>
        </p:nvPicPr>
        <p:blipFill>
          <a:blip xmlns:r="http://schemas.openxmlformats.org/officeDocument/2006/relationships" xmlns:a="http://schemas.openxmlformats.org/drawingml/2006/main" r:embed="R73c6fb4e6f3b453e"/>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F023F43-3D80-4EED-A28D-8AF54FE1BA2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66B52DB-E017-43FF-901B-55DEDB401DDA}"/>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4778BF28-A4F1-44C4-A647-9D0D310EB980}"/>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34C88FCA-9A08-4B14-8CAB-CB93AB8FDFCD}"/>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073A9D0F-B54C-46CF-8E5F-22E53D3CA39F}"/>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나머지 두 단계와 비교</a:t>
            </a:r>
          </a:p>
        </p:txBody>
      </p:sp>
      <p:graphicFrame>
        <p:nvGraphicFramePr>
          <p:cNvPr id="7" name="">
            <a:extLst xmlns:a="http://schemas.openxmlformats.org/drawingml/2006/main">
              <a:ext uri="{FF2B5EF4-FFF2-40B4-BE49-F238E27FC236}">
                <a16:creationId xmlns:a16="http://schemas.microsoft.com/office/drawing/2014/main" id="{3A8F58D1-D03E-48A4-9FCF-9C8EAB3E15A8}"/>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3810000"/>
                <a:gridCol w="3810000"/>
                <a:gridCol w="38100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방출한 열 (kJ)</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NaOH 기준 (mol)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a:t>
                      </a:r>
                      <a:r>
                        <a:rPr sz="3150" b="1" i="1">
                          <a:solidFill>
                            <a:srgbClr val="FFFFFF"/>
                          </a:solidFill>
                          <a:latin typeface="Pretendard"/>
                          <a:ea typeface="Pretendard"/>
                          <a:cs typeface="Pretendard"/>
                        </a:rPr>
                        <a:t>H</a:t>
                      </a:r>
                      <a:r>
                        <a:rPr sz="3150" b="1">
                          <a:solidFill>
                            <a:srgbClr val="FFFFFF"/>
                          </a:solidFill>
                          <a:latin typeface="Pretendard"/>
                          <a:ea typeface="Pretendard"/>
                          <a:cs typeface="Pretendard"/>
                        </a:rPr>
                        <a:t> (kJ/mol)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8.30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−41.50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10.45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−52.25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18.85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−94.25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B61E3CFA-4F12-494B-8C2B-557EDDD585A4}"/>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F972A871-5A30-40E0-8792-842A012101F7}"/>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9BABCF97-4FC4-462A-AB82-07A08B69457F}"/>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638C8A79-83F4-4774-8D1C-7DB89F86D2FA}"/>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DDE47393-82F8-4F50-98EC-45E23D15CEC2}"/>
              </a:ext>
            </a:extLst>
          </p:cNvPr>
          <p:cNvSpPr>
            <a:spLocks xmlns:a="http://schemas.openxmlformats.org/drawingml/2006/main" noGrp="1"/>
          </p:cNvSpPr>
          <p:nvPr/>
        </p:nvSpPr>
        <p:spPr>
          <a:xfrm xmlns:a="http://schemas.openxmlformats.org/drawingml/2006/main">
            <a:off x="1828800" y="8658225"/>
            <a:ext cx="1463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교재에 제시된 반올림 값을 같은 기준으로 비교한다.</a:t>
            </a:r>
          </a:p>
        </p:txBody>
      </p:sp>
    </p:spTree>
    <p:extLst>
      <p:ext uri="{BB962C8B-B14F-4D97-AF65-F5344CB8AC3E}">
        <p14:creationId xmlns:p14="http://schemas.microsoft.com/office/powerpoint/2010/main" val="513625732"/>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A752D5DA-E2A1-48DE-B688-C5F79D785C0E}"/>
              </a:ext>
            </a:extLst>
          </p:cNvPr>
          <p:cNvPicPr>
            <a:picLocks xmlns:a="http://schemas.openxmlformats.org/drawingml/2006/main" noChangeAspect="1"/>
          </p:cNvPicPr>
          <p:nvPr/>
        </p:nvPicPr>
        <p:blipFill>
          <a:blip xmlns:r="http://schemas.openxmlformats.org/officeDocument/2006/relationships" xmlns:a="http://schemas.openxmlformats.org/drawingml/2006/main" r:embed="R0d77d3d112bd427f"/>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7218C9C-345D-43AA-AB17-44847C6665C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7572343-2F19-4DAC-81A1-94D675B209A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913F44D7-0622-4300-B26D-2993DE1DC781}"/>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9EADEEE7-4C53-459E-B173-4EA66831828C}"/>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0A6A8E21-24E0-48A4-A786-EBF06550EA44}"/>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실험값은 얼마나 가까울까?</a:t>
            </a:r>
          </a:p>
        </p:txBody>
      </p:sp>
      <p:sp>
        <p:nvSpPr>
          <p:cNvPr id="7" name="설명·계산 행 1">
            <a:extLst xmlns:a="http://schemas.openxmlformats.org/drawingml/2006/main">
              <a:ext uri="{FF2B5EF4-FFF2-40B4-BE49-F238E27FC236}">
                <a16:creationId xmlns:a16="http://schemas.microsoft.com/office/drawing/2014/main" id="{E3094759-BB01-4464-B046-964BF92A59B1}"/>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F44097F8-7D9C-479E-9CB1-739C74710CD9}"/>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두 단계 합: −41.50 + (−52.25) = −93.75 kJ/mol</a:t>
            </a:r>
          </a:p>
        </p:txBody>
      </p:sp>
      <p:sp>
        <p:nvSpPr>
          <p:cNvPr id="9" name="설명·계산 행 2">
            <a:extLst xmlns:a="http://schemas.openxmlformats.org/drawingml/2006/main">
              <a:ext uri="{FF2B5EF4-FFF2-40B4-BE49-F238E27FC236}">
                <a16:creationId xmlns:a16="http://schemas.microsoft.com/office/drawing/2014/main" id="{0B87BF3D-59E3-421D-8D9A-7B10AD4C8AE1}"/>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E51BA1EE-CEED-4B74-A07C-5F49AE3B10F3}"/>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직접 반응: −94.25 kJ/mol</a:t>
            </a:r>
          </a:p>
        </p:txBody>
      </p:sp>
      <p:sp>
        <p:nvSpPr>
          <p:cNvPr id="11" name="설명·계산 행 3">
            <a:extLst xmlns:a="http://schemas.openxmlformats.org/drawingml/2006/main">
              <a:ext uri="{FF2B5EF4-FFF2-40B4-BE49-F238E27FC236}">
                <a16:creationId xmlns:a16="http://schemas.microsoft.com/office/drawing/2014/main" id="{FA2D0F6C-A7BE-4EDE-8C0A-DFAA1C0447BF}"/>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B5710EE4-BB63-44C6-96F8-7A77FFA35A57}"/>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두 결과의 차이: 0.50 kJ/mol</a:t>
            </a:r>
          </a:p>
        </p:txBody>
      </p:sp>
    </p:spTree>
    <p:extLst>
      <p:ext uri="{BB962C8B-B14F-4D97-AF65-F5344CB8AC3E}">
        <p14:creationId xmlns:p14="http://schemas.microsoft.com/office/powerpoint/2010/main" val="894168769"/>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54E69A24-33F8-4BCB-8A5A-9E894F2B4A11}"/>
              </a:ext>
            </a:extLst>
          </p:cNvPr>
          <p:cNvPicPr>
            <a:picLocks xmlns:a="http://schemas.openxmlformats.org/drawingml/2006/main" noChangeAspect="1"/>
          </p:cNvPicPr>
          <p:nvPr/>
        </p:nvPicPr>
        <p:blipFill>
          <a:blip xmlns:r="http://schemas.openxmlformats.org/officeDocument/2006/relationships" xmlns:a="http://schemas.openxmlformats.org/drawingml/2006/main" r:embed="R8885b86aa91a40e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EA3057E-84A0-40F7-B79B-AE2954426D2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E4108E7-4E9C-47B4-979D-30993F55946A}"/>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7C19F340-59D5-4AF9-ACAC-324B316DDB58}"/>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78A6273B-155F-4CBF-80DE-782386879761}"/>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법칙의 활용</a:t>
            </a:r>
          </a:p>
        </p:txBody>
      </p:sp>
      <p:sp>
        <p:nvSpPr>
          <p:cNvPr id="6" name="핵심 문장">
            <a:extLst xmlns:a="http://schemas.openxmlformats.org/drawingml/2006/main">
              <a:ext uri="{FF2B5EF4-FFF2-40B4-BE49-F238E27FC236}">
                <a16:creationId xmlns:a16="http://schemas.microsoft.com/office/drawing/2014/main" id="{65488842-D11F-4E9D-A66D-36C4D90DDC27}"/>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직접 재지 못한 </a:t>
            </a:r>
            <a:r>
              <a:t>Δ</a:t>
            </a:r>
            <a:r>
              <a:rPr i="1">
                <a:latin typeface="Pretendard"/>
                <a:ea typeface="Pretendard"/>
                <a:cs typeface="Pretendard"/>
              </a:rPr>
              <a:t>H</a:t>
            </a:r>
            <a:r>
              <a:t>를 알게 되는 까닭</a:t>
            </a:r>
          </a:p>
        </p:txBody>
      </p:sp>
      <p:sp>
        <p:nvSpPr>
          <p:cNvPr id="7" name="설명·계산 행 1">
            <a:extLst xmlns:a="http://schemas.openxmlformats.org/drawingml/2006/main">
              <a:ext uri="{FF2B5EF4-FFF2-40B4-BE49-F238E27FC236}">
                <a16:creationId xmlns:a16="http://schemas.microsoft.com/office/drawing/2014/main" id="{6B10506B-66D4-40D9-861B-AEBE71DA66D0}"/>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59DC6298-C029-41A9-B26F-3BAC64D34892}"/>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이미 알고 있는 반응들을 조합한다.</a:t>
            </a:r>
          </a:p>
        </p:txBody>
      </p:sp>
      <p:sp>
        <p:nvSpPr>
          <p:cNvPr id="9" name="설명·계산 행 2">
            <a:extLst xmlns:a="http://schemas.openxmlformats.org/drawingml/2006/main">
              <a:ext uri="{FF2B5EF4-FFF2-40B4-BE49-F238E27FC236}">
                <a16:creationId xmlns:a16="http://schemas.microsoft.com/office/drawing/2014/main" id="{5972ACC1-5076-400B-B7CC-CB0D10A79AE2}"/>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53FC50BE-01A4-4A0F-80BC-0699EAF2C3BA}"/>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같은 처음 상태와 나중 상태를 만든다.</a:t>
            </a:r>
          </a:p>
        </p:txBody>
      </p:sp>
      <p:sp>
        <p:nvSpPr>
          <p:cNvPr id="11" name="설명·계산 행 3">
            <a:extLst xmlns:a="http://schemas.openxmlformats.org/drawingml/2006/main">
              <a:ext uri="{FF2B5EF4-FFF2-40B4-BE49-F238E27FC236}">
                <a16:creationId xmlns:a16="http://schemas.microsoft.com/office/drawing/2014/main" id="{3C7E4DF2-7F6F-4125-9B99-0D3AAFF8F7D5}"/>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4A1CA808-6909-450C-BE04-451B3AF61A7E}"/>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알려진 </a:t>
            </a:r>
            <a:r>
              <a:t>Δ</a:t>
            </a:r>
            <a:r>
              <a:rPr i="1">
                <a:latin typeface="Pretendard"/>
                <a:ea typeface="Pretendard"/>
                <a:cs typeface="Pretendard"/>
              </a:rPr>
              <a:t>H</a:t>
            </a:r>
            <a:r>
              <a:t>를 더해 미지의 </a:t>
            </a:r>
            <a:r>
              <a:t>Δ</a:t>
            </a:r>
            <a:r>
              <a:rPr i="1">
                <a:latin typeface="Pretendard"/>
                <a:ea typeface="Pretendard"/>
                <a:cs typeface="Pretendard"/>
              </a:rPr>
              <a:t>H</a:t>
            </a:r>
            <a:r>
              <a:t>를 구한다.</a:t>
            </a:r>
          </a:p>
        </p:txBody>
      </p:sp>
    </p:spTree>
    <p:extLst>
      <p:ext uri="{BB962C8B-B14F-4D97-AF65-F5344CB8AC3E}">
        <p14:creationId xmlns:p14="http://schemas.microsoft.com/office/powerpoint/2010/main" val="277423990"/>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FF59BE02-C865-4B7D-8616-3D9A5E843F8B}"/>
              </a:ext>
            </a:extLst>
          </p:cNvPr>
          <p:cNvPicPr>
            <a:picLocks xmlns:a="http://schemas.openxmlformats.org/drawingml/2006/main" noChangeAspect="1"/>
          </p:cNvPicPr>
          <p:nvPr/>
        </p:nvPicPr>
        <p:blipFill>
          <a:blip xmlns:r="http://schemas.openxmlformats.org/officeDocument/2006/relationships" xmlns:a="http://schemas.openxmlformats.org/drawingml/2006/main" r:embed="Ra065860dd7324d4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F0C2816-0FEB-4438-B672-993782B0EDF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7C30DDD-C25B-48A6-8120-A54E1702C79F}"/>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50B96354-5846-4285-93EE-C85EDD7C7B69}"/>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A41E30B4-3106-4961-8B1D-961D9DC0290C}"/>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법칙의 활용</a:t>
            </a:r>
          </a:p>
        </p:txBody>
      </p:sp>
      <p:sp>
        <p:nvSpPr>
          <p:cNvPr id="6" name="핵심 문장">
            <a:extLst xmlns:a="http://schemas.openxmlformats.org/drawingml/2006/main">
              <a:ext uri="{FF2B5EF4-FFF2-40B4-BE49-F238E27FC236}">
                <a16:creationId xmlns:a16="http://schemas.microsoft.com/office/drawing/2014/main" id="{80860F80-5724-4384-AC79-7BD2A5767EA4}"/>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경로와 식으로 설명하기</a:t>
            </a:r>
          </a:p>
        </p:txBody>
      </p:sp>
      <p:sp>
        <p:nvSpPr>
          <p:cNvPr id="7" name="설명·계산 행 1">
            <a:extLst xmlns:a="http://schemas.openxmlformats.org/drawingml/2006/main">
              <a:ext uri="{FF2B5EF4-FFF2-40B4-BE49-F238E27FC236}">
                <a16:creationId xmlns:a16="http://schemas.microsoft.com/office/drawing/2014/main" id="{6E85A556-2FCD-49F2-8E8C-E177EE2C95F2}"/>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C6F8CD49-0698-41E9-92D7-799CEEA3F3DE}"/>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 CO 생성 반응: </a:t>
            </a:r>
            <a:r>
              <a:t>Δ</a:t>
            </a:r>
            <a:r>
              <a:rPr i="1">
                <a:latin typeface="Pretendard"/>
                <a:ea typeface="Pretendard"/>
                <a:cs typeface="Pretendard"/>
              </a:rPr>
              <a:t>H</a:t>
            </a:r>
            <a:r>
              <a:t>₂ = </a:t>
            </a:r>
            <a:r>
              <a:t>Δ</a:t>
            </a:r>
            <a:r>
              <a:rPr i="1">
                <a:latin typeface="Pretendard"/>
                <a:ea typeface="Pretendard"/>
                <a:cs typeface="Pretendard"/>
              </a:rPr>
              <a:t>H</a:t>
            </a:r>
            <a:r>
              <a:t>₁ − </a:t>
            </a:r>
            <a:r>
              <a:t>Δ</a:t>
            </a:r>
            <a:r>
              <a:rPr i="1">
                <a:latin typeface="Pretendard"/>
                <a:ea typeface="Pretendard"/>
                <a:cs typeface="Pretendard"/>
              </a:rPr>
              <a:t>H</a:t>
            </a:r>
            <a:r>
              <a:t>₃인 까닭을 설명하시오.</a:t>
            </a:r>
          </a:p>
        </p:txBody>
      </p:sp>
      <p:sp>
        <p:nvSpPr>
          <p:cNvPr id="9" name="설명·계산 행 2">
            <a:extLst xmlns:a="http://schemas.openxmlformats.org/drawingml/2006/main">
              <a:ext uri="{FF2B5EF4-FFF2-40B4-BE49-F238E27FC236}">
                <a16:creationId xmlns:a16="http://schemas.microsoft.com/office/drawing/2014/main" id="{DBF8F372-E947-44BE-8490-540D4DDE07ED}"/>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14F88527-8996-41AC-9A7B-D278E3EE1D1F}"/>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 물의 기화 반응에서 </a:t>
            </a:r>
            <a:r>
              <a:t>Δ</a:t>
            </a:r>
            <a:r>
              <a:rPr i="1">
                <a:latin typeface="Pretendard"/>
                <a:ea typeface="Pretendard"/>
                <a:cs typeface="Pretendard"/>
              </a:rPr>
              <a:t>H</a:t>
            </a:r>
            <a:r>
              <a:t> 부호를 근거와 함께 말하시오.</a:t>
            </a:r>
          </a:p>
        </p:txBody>
      </p:sp>
      <p:sp>
        <p:nvSpPr>
          <p:cNvPr id="11" name="설명·계산 행 3">
            <a:extLst xmlns:a="http://schemas.openxmlformats.org/drawingml/2006/main">
              <a:ext uri="{FF2B5EF4-FFF2-40B4-BE49-F238E27FC236}">
                <a16:creationId xmlns:a16="http://schemas.microsoft.com/office/drawing/2014/main" id="{CA9E3A70-11FB-4A7A-BBB5-6A72AB0CFEB2}"/>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00370858-B7CD-43C8-BF02-4680BAFCF865}"/>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 실험값이 정확히 같지 않을 수 있는 이유를 말하시오.</a:t>
            </a:r>
          </a:p>
        </p:txBody>
      </p:sp>
    </p:spTree>
    <p:extLst>
      <p:ext uri="{BB962C8B-B14F-4D97-AF65-F5344CB8AC3E}">
        <p14:creationId xmlns:p14="http://schemas.microsoft.com/office/powerpoint/2010/main" val="174268198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2026-10-26T15:11:34.2000000Z</dcterms:created>
  <dcterms:modified xsi:type="dcterms:W3CDTF">2026-10-26T15:11:34.2000000Z</dcterms:modified>
</coreProperties>
</file>