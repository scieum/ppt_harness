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2e5c8ee8ab456c" /><Relationship Type="http://schemas.openxmlformats.org/officeDocument/2006/relationships/extended-properties" Target="/docProps/app.xml" Id="R1958e64b63e34635" /><Relationship Type="http://schemas.openxmlformats.org/officeDocument/2006/relationships/officeDocument" Target="/ppt/presentation.xml" Id="Rfb1375f10da34011" /></Relationships>
</file>

<file path=ppt/presentation.xml><?xml version="1.0" encoding="utf-8"?>
<p:presentation xmlns:p="http://schemas.openxmlformats.org/presentationml/2006/main">
  <p:sldMasterIdLst>
    <p:sldMasterId xmlns:r="http://schemas.openxmlformats.org/officeDocument/2006/relationships" id="2147483648" r:id="Rbc0061994aba4ea9"/>
  </p:sldMasterIdLst>
  <p:notesMasterIdLst>
    <p:notesMasterId xmlns:r="http://schemas.openxmlformats.org/officeDocument/2006/relationships" r:id="Rab7644918d424bf9"/>
  </p:notesMasterIdLst>
  <p:sldIdLst>
    <p:sldId xmlns:r="http://schemas.openxmlformats.org/officeDocument/2006/relationships" id="256" r:id="R31b57c412cd84f3b"/>
    <p:sldId xmlns:r="http://schemas.openxmlformats.org/officeDocument/2006/relationships" id="257" r:id="R55c7fbe2600047a4"/>
    <p:sldId xmlns:r="http://schemas.openxmlformats.org/officeDocument/2006/relationships" id="258" r:id="R0cd80687478e4505"/>
    <p:sldId xmlns:r="http://schemas.openxmlformats.org/officeDocument/2006/relationships" id="259" r:id="R7415f11864864de8"/>
    <p:sldId xmlns:r="http://schemas.openxmlformats.org/officeDocument/2006/relationships" id="260" r:id="R5621e58861ce485a"/>
    <p:sldId xmlns:r="http://schemas.openxmlformats.org/officeDocument/2006/relationships" id="261" r:id="R77ef5bcf37864116"/>
    <p:sldId xmlns:r="http://schemas.openxmlformats.org/officeDocument/2006/relationships" id="262" r:id="R40b867af778245e1"/>
    <p:sldId xmlns:r="http://schemas.openxmlformats.org/officeDocument/2006/relationships" id="263" r:id="Rbeeeb1d9989f4253"/>
    <p:sldId xmlns:r="http://schemas.openxmlformats.org/officeDocument/2006/relationships" id="264" r:id="R1452ba6bd96541f0"/>
    <p:sldId xmlns:r="http://schemas.openxmlformats.org/officeDocument/2006/relationships" id="265" r:id="Rbf3033fc2f344b7b"/>
    <p:sldId xmlns:r="http://schemas.openxmlformats.org/officeDocument/2006/relationships" id="266" r:id="R0605da59756047df"/>
    <p:sldId xmlns:r="http://schemas.openxmlformats.org/officeDocument/2006/relationships" id="267" r:id="R5488b46866014e24"/>
    <p:sldId xmlns:r="http://schemas.openxmlformats.org/officeDocument/2006/relationships" id="268" r:id="Rab95aaa689f34e6b"/>
    <p:sldId xmlns:r="http://schemas.openxmlformats.org/officeDocument/2006/relationships" id="269" r:id="R1e6a68fac3a340d3"/>
    <p:sldId xmlns:r="http://schemas.openxmlformats.org/officeDocument/2006/relationships" id="270" r:id="Rfd89d211927a4a0b"/>
    <p:sldId xmlns:r="http://schemas.openxmlformats.org/officeDocument/2006/relationships" id="271" r:id="R4c73aa5b722d4137"/>
    <p:sldId xmlns:r="http://schemas.openxmlformats.org/officeDocument/2006/relationships" id="272" r:id="R1f573ac40a8944ec"/>
    <p:sldId xmlns:r="http://schemas.openxmlformats.org/officeDocument/2006/relationships" id="273" r:id="R6b85789cc28841b7"/>
    <p:sldId xmlns:r="http://schemas.openxmlformats.org/officeDocument/2006/relationships" id="274" r:id="R04bda8702dcc4329"/>
    <p:sldId xmlns:r="http://schemas.openxmlformats.org/officeDocument/2006/relationships" id="275" r:id="Rf8618fdf5ae54d31"/>
    <p:sldId xmlns:r="http://schemas.openxmlformats.org/officeDocument/2006/relationships" id="276" r:id="Rfc340729274b4885"/>
    <p:sldId xmlns:r="http://schemas.openxmlformats.org/officeDocument/2006/relationships" id="277" r:id="R83eb975831604e88"/>
    <p:sldId xmlns:r="http://schemas.openxmlformats.org/officeDocument/2006/relationships" id="278" r:id="R11b1f934a7384a3a"/>
    <p:sldId xmlns:r="http://schemas.openxmlformats.org/officeDocument/2006/relationships" id="279" r:id="R7efb58ef29ff4a9a"/>
    <p:sldId xmlns:r="http://schemas.openxmlformats.org/officeDocument/2006/relationships" id="280" r:id="R42c0cbd1e9e044fb"/>
    <p:sldId xmlns:r="http://schemas.openxmlformats.org/officeDocument/2006/relationships" id="281" r:id="R1c0ec1894d524052"/>
    <p:sldId xmlns:r="http://schemas.openxmlformats.org/officeDocument/2006/relationships" id="282" r:id="R033da89f80ef4516"/>
    <p:sldId xmlns:r="http://schemas.openxmlformats.org/officeDocument/2006/relationships" id="283" r:id="R3e0f4a37605e4584"/>
    <p:sldId xmlns:r="http://schemas.openxmlformats.org/officeDocument/2006/relationships" id="284" r:id="Ra911a614c94a4395"/>
    <p:sldId xmlns:r="http://schemas.openxmlformats.org/officeDocument/2006/relationships" id="285" r:id="R7ff8ff43a9ba411d"/>
    <p:sldId xmlns:r="http://schemas.openxmlformats.org/officeDocument/2006/relationships" id="286" r:id="R8e23c134debe4314"/>
    <p:sldId xmlns:r="http://schemas.openxmlformats.org/officeDocument/2006/relationships" id="287" r:id="R17fbfe0ae60747a3"/>
    <p:sldId xmlns:r="http://schemas.openxmlformats.org/officeDocument/2006/relationships" id="288" r:id="Rc8c2ef65c67e41c1"/>
    <p:sldId xmlns:r="http://schemas.openxmlformats.org/officeDocument/2006/relationships" id="289" r:id="Rea9255c808db4390"/>
    <p:sldId xmlns:r="http://schemas.openxmlformats.org/officeDocument/2006/relationships" id="290" r:id="Rf3964e681ab2434f"/>
    <p:sldId xmlns:r="http://schemas.openxmlformats.org/officeDocument/2006/relationships" id="291" r:id="Rb742de506b984f92"/>
    <p:sldId xmlns:r="http://schemas.openxmlformats.org/officeDocument/2006/relationships" id="292" r:id="Rb4fd39c6b3964b02"/>
    <p:sldId xmlns:r="http://schemas.openxmlformats.org/officeDocument/2006/relationships" id="293" r:id="R3fbd14b74a8d43bf"/>
    <p:sldId xmlns:r="http://schemas.openxmlformats.org/officeDocument/2006/relationships" id="294" r:id="R00d2ab8526e84025"/>
    <p:sldId xmlns:r="http://schemas.openxmlformats.org/officeDocument/2006/relationships" id="295" r:id="R0ada8d330e1f4e0d"/>
    <p:sldId xmlns:r="http://schemas.openxmlformats.org/officeDocument/2006/relationships" id="296" r:id="R96f1416c539d4bda"/>
    <p:sldId xmlns:r="http://schemas.openxmlformats.org/officeDocument/2006/relationships" id="297" r:id="Rc04582d7badd489e"/>
    <p:sldId xmlns:r="http://schemas.openxmlformats.org/officeDocument/2006/relationships" id="298" r:id="R9cb5e4e0730643d0"/>
    <p:sldId xmlns:r="http://schemas.openxmlformats.org/officeDocument/2006/relationships" id="299" r:id="Rf2cc4cd8cd2c4a37"/>
    <p:sldId xmlns:r="http://schemas.openxmlformats.org/officeDocument/2006/relationships" id="300" r:id="R36b5aa876dfe4d4f"/>
    <p:sldId xmlns:r="http://schemas.openxmlformats.org/officeDocument/2006/relationships" id="301" r:id="Rc24b7b4e02394171"/>
    <p:sldId xmlns:r="http://schemas.openxmlformats.org/officeDocument/2006/relationships" id="302" r:id="R1b014410a0cd4923"/>
    <p:sldId xmlns:r="http://schemas.openxmlformats.org/officeDocument/2006/relationships" id="303" r:id="R818153576b5f4a11"/>
    <p:sldId xmlns:r="http://schemas.openxmlformats.org/officeDocument/2006/relationships" id="304" r:id="Rbe337b484fae4ead"/>
    <p:sldId xmlns:r="http://schemas.openxmlformats.org/officeDocument/2006/relationships" id="305" r:id="R50a51e8a1a5743e9"/>
    <p:sldId xmlns:r="http://schemas.openxmlformats.org/officeDocument/2006/relationships" id="306" r:id="Rd27028462d98466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7b2449ebf34edd" /><Relationship Type="http://schemas.openxmlformats.org/officeDocument/2006/relationships/slideMaster" Target="/ppt/slideMasters/slideMaster1.xml" Id="Rbc0061994aba4ea9" /><Relationship Type="http://schemas.openxmlformats.org/officeDocument/2006/relationships/notesMaster" Target="/ppt/notesMasters/notesMaster1.xml" Id="Rab7644918d424bf9" /><Relationship Type="http://schemas.openxmlformats.org/officeDocument/2006/relationships/presProps" Target="/ppt/presProps.xml" Id="R6347bfeb7b254b1d" /><Relationship Type="http://schemas.openxmlformats.org/officeDocument/2006/relationships/tableStyles" Target="/ppt/tableStyles.xml" Id="Rdec3f6878b7b4ff2" /><Relationship Type="http://schemas.openxmlformats.org/officeDocument/2006/relationships/slide" Target="/ppt/slides/slide1.xml" Id="R31b57c412cd84f3b" /><Relationship Type="http://schemas.openxmlformats.org/officeDocument/2006/relationships/slide" Target="/ppt/slides/slide2.xml" Id="R55c7fbe2600047a4" /><Relationship Type="http://schemas.openxmlformats.org/officeDocument/2006/relationships/slide" Target="/ppt/slides/slide3.xml" Id="R0cd80687478e4505" /><Relationship Type="http://schemas.openxmlformats.org/officeDocument/2006/relationships/slide" Target="/ppt/slides/slide4.xml" Id="R7415f11864864de8" /><Relationship Type="http://schemas.openxmlformats.org/officeDocument/2006/relationships/slide" Target="/ppt/slides/slide5.xml" Id="R5621e58861ce485a" /><Relationship Type="http://schemas.openxmlformats.org/officeDocument/2006/relationships/slide" Target="/ppt/slides/slide6.xml" Id="R77ef5bcf37864116" /><Relationship Type="http://schemas.openxmlformats.org/officeDocument/2006/relationships/slide" Target="/ppt/slides/slide7.xml" Id="R40b867af778245e1" /><Relationship Type="http://schemas.openxmlformats.org/officeDocument/2006/relationships/slide" Target="/ppt/slides/slide8.xml" Id="Rbeeeb1d9989f4253" /><Relationship Type="http://schemas.openxmlformats.org/officeDocument/2006/relationships/slide" Target="/ppt/slides/slide9.xml" Id="R1452ba6bd96541f0" /><Relationship Type="http://schemas.openxmlformats.org/officeDocument/2006/relationships/slide" Target="/ppt/slides/slide10.xml" Id="Rbf3033fc2f344b7b" /><Relationship Type="http://schemas.openxmlformats.org/officeDocument/2006/relationships/slide" Target="/ppt/slides/slide11.xml" Id="R0605da59756047df" /><Relationship Type="http://schemas.openxmlformats.org/officeDocument/2006/relationships/slide" Target="/ppt/slides/slide12.xml" Id="R5488b46866014e24" /><Relationship Type="http://schemas.openxmlformats.org/officeDocument/2006/relationships/slide" Target="/ppt/slides/slide13.xml" Id="Rab95aaa689f34e6b" /><Relationship Type="http://schemas.openxmlformats.org/officeDocument/2006/relationships/slide" Target="/ppt/slides/slide14.xml" Id="R1e6a68fac3a340d3" /><Relationship Type="http://schemas.openxmlformats.org/officeDocument/2006/relationships/slide" Target="/ppt/slides/slide15.xml" Id="Rfd89d211927a4a0b" /><Relationship Type="http://schemas.openxmlformats.org/officeDocument/2006/relationships/slide" Target="/ppt/slides/slide16.xml" Id="R4c73aa5b722d4137" /><Relationship Type="http://schemas.openxmlformats.org/officeDocument/2006/relationships/slide" Target="/ppt/slides/slide17.xml" Id="R1f573ac40a8944ec" /><Relationship Type="http://schemas.openxmlformats.org/officeDocument/2006/relationships/slide" Target="/ppt/slides/slide18.xml" Id="R6b85789cc28841b7" /><Relationship Type="http://schemas.openxmlformats.org/officeDocument/2006/relationships/slide" Target="/ppt/slides/slide19.xml" Id="R04bda8702dcc4329" /><Relationship Type="http://schemas.openxmlformats.org/officeDocument/2006/relationships/slide" Target="/ppt/slides/slide20.xml" Id="Rf8618fdf5ae54d31" /><Relationship Type="http://schemas.openxmlformats.org/officeDocument/2006/relationships/slide" Target="/ppt/slides/slide21.xml" Id="Rfc340729274b4885" /><Relationship Type="http://schemas.openxmlformats.org/officeDocument/2006/relationships/slide" Target="/ppt/slides/slide22.xml" Id="R83eb975831604e88" /><Relationship Type="http://schemas.openxmlformats.org/officeDocument/2006/relationships/slide" Target="/ppt/slides/slide23.xml" Id="R11b1f934a7384a3a" /><Relationship Type="http://schemas.openxmlformats.org/officeDocument/2006/relationships/slide" Target="/ppt/slides/slide24.xml" Id="R7efb58ef29ff4a9a" /><Relationship Type="http://schemas.openxmlformats.org/officeDocument/2006/relationships/slide" Target="/ppt/slides/slide25.xml" Id="R42c0cbd1e9e044fb" /><Relationship Type="http://schemas.openxmlformats.org/officeDocument/2006/relationships/slide" Target="/ppt/slides/slide26.xml" Id="R1c0ec1894d524052" /><Relationship Type="http://schemas.openxmlformats.org/officeDocument/2006/relationships/slide" Target="/ppt/slides/slide27.xml" Id="R033da89f80ef4516" /><Relationship Type="http://schemas.openxmlformats.org/officeDocument/2006/relationships/slide" Target="/ppt/slides/slide28.xml" Id="R3e0f4a37605e4584" /><Relationship Type="http://schemas.openxmlformats.org/officeDocument/2006/relationships/slide" Target="/ppt/slides/slide29.xml" Id="Ra911a614c94a4395" /><Relationship Type="http://schemas.openxmlformats.org/officeDocument/2006/relationships/slide" Target="/ppt/slides/slide30.xml" Id="R7ff8ff43a9ba411d" /><Relationship Type="http://schemas.openxmlformats.org/officeDocument/2006/relationships/slide" Target="/ppt/slides/slide31.xml" Id="R8e23c134debe4314" /><Relationship Type="http://schemas.openxmlformats.org/officeDocument/2006/relationships/slide" Target="/ppt/slides/slide32.xml" Id="R17fbfe0ae60747a3" /><Relationship Type="http://schemas.openxmlformats.org/officeDocument/2006/relationships/slide" Target="/ppt/slides/slide33.xml" Id="Rc8c2ef65c67e41c1" /><Relationship Type="http://schemas.openxmlformats.org/officeDocument/2006/relationships/slide" Target="/ppt/slides/slide34.xml" Id="Rea9255c808db4390" /><Relationship Type="http://schemas.openxmlformats.org/officeDocument/2006/relationships/slide" Target="/ppt/slides/slide35.xml" Id="Rf3964e681ab2434f" /><Relationship Type="http://schemas.openxmlformats.org/officeDocument/2006/relationships/slide" Target="/ppt/slides/slide36.xml" Id="Rb742de506b984f92" /><Relationship Type="http://schemas.openxmlformats.org/officeDocument/2006/relationships/slide" Target="/ppt/slides/slide37.xml" Id="Rb4fd39c6b3964b02" /><Relationship Type="http://schemas.openxmlformats.org/officeDocument/2006/relationships/slide" Target="/ppt/slides/slide38.xml" Id="R3fbd14b74a8d43bf" /><Relationship Type="http://schemas.openxmlformats.org/officeDocument/2006/relationships/slide" Target="/ppt/slides/slide39.xml" Id="R00d2ab8526e84025" /><Relationship Type="http://schemas.openxmlformats.org/officeDocument/2006/relationships/slide" Target="/ppt/slides/slide40.xml" Id="R0ada8d330e1f4e0d" /><Relationship Type="http://schemas.openxmlformats.org/officeDocument/2006/relationships/slide" Target="/ppt/slides/slide41.xml" Id="R96f1416c539d4bda" /><Relationship Type="http://schemas.openxmlformats.org/officeDocument/2006/relationships/slide" Target="/ppt/slides/slide42.xml" Id="Rc04582d7badd489e" /><Relationship Type="http://schemas.openxmlformats.org/officeDocument/2006/relationships/slide" Target="/ppt/slides/slide43.xml" Id="R9cb5e4e0730643d0" /><Relationship Type="http://schemas.openxmlformats.org/officeDocument/2006/relationships/slide" Target="/ppt/slides/slide44.xml" Id="Rf2cc4cd8cd2c4a37" /><Relationship Type="http://schemas.openxmlformats.org/officeDocument/2006/relationships/slide" Target="/ppt/slides/slide45.xml" Id="R36b5aa876dfe4d4f" /><Relationship Type="http://schemas.openxmlformats.org/officeDocument/2006/relationships/slide" Target="/ppt/slides/slide46.xml" Id="Rc24b7b4e02394171" /><Relationship Type="http://schemas.openxmlformats.org/officeDocument/2006/relationships/slide" Target="/ppt/slides/slide47.xml" Id="R1b014410a0cd4923" /><Relationship Type="http://schemas.openxmlformats.org/officeDocument/2006/relationships/slide" Target="/ppt/slides/slide48.xml" Id="R818153576b5f4a11" /><Relationship Type="http://schemas.openxmlformats.org/officeDocument/2006/relationships/slide" Target="/ppt/slides/slide49.xml" Id="Rbe337b484fae4ead" /><Relationship Type="http://schemas.openxmlformats.org/officeDocument/2006/relationships/slide" Target="/ppt/slides/slide50.xml" Id="R50a51e8a1a5743e9" /><Relationship Type="http://schemas.openxmlformats.org/officeDocument/2006/relationships/slide" Target="/ppt/slides/slide51.xml" Id="Rd27028462d9846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c8cf8fb5994d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5d6912c8b41c5" /><Relationship Type="http://schemas.openxmlformats.org/officeDocument/2006/relationships/notesMaster" Target="/ppt/notesMasters/notesMaster1.xml" Id="R62fead358ea248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80aeedbb8f40e7" /><Relationship Type="http://schemas.openxmlformats.org/officeDocument/2006/relationships/notesMaster" Target="/ppt/notesMasters/notesMaster1.xml" Id="R96a18025e48d4e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4054f06d90448f" /><Relationship Type="http://schemas.openxmlformats.org/officeDocument/2006/relationships/notesMaster" Target="/ppt/notesMasters/notesMaster1.xml" Id="R52436a3d981942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aa957b231f44da" /><Relationship Type="http://schemas.openxmlformats.org/officeDocument/2006/relationships/notesMaster" Target="/ppt/notesMasters/notesMaster1.xml" Id="Ra4da800c9dd547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c0810ddbc54b05" /><Relationship Type="http://schemas.openxmlformats.org/officeDocument/2006/relationships/notesMaster" Target="/ppt/notesMasters/notesMaster1.xml" Id="R92d0c2b5676648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55f785740a4442" /><Relationship Type="http://schemas.openxmlformats.org/officeDocument/2006/relationships/notesMaster" Target="/ppt/notesMasters/notesMaster1.xml" Id="R61630a81c4444b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3797be1fb1431e" /><Relationship Type="http://schemas.openxmlformats.org/officeDocument/2006/relationships/notesMaster" Target="/ppt/notesMasters/notesMaster1.xml" Id="R4398589b02df45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8309bbee4f4f49" /><Relationship Type="http://schemas.openxmlformats.org/officeDocument/2006/relationships/notesMaster" Target="/ppt/notesMasters/notesMaster1.xml" Id="Rb8575ddc2b694f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e111bafe644dfe" /><Relationship Type="http://schemas.openxmlformats.org/officeDocument/2006/relationships/notesMaster" Target="/ppt/notesMasters/notesMaster1.xml" Id="Rd0b2b0d7c25248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d49d7cf244fcc" /><Relationship Type="http://schemas.openxmlformats.org/officeDocument/2006/relationships/notesMaster" Target="/ppt/notesMasters/notesMaster1.xml" Id="R7f8f6e5b9f574c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79bfbaa1264fb3" /><Relationship Type="http://schemas.openxmlformats.org/officeDocument/2006/relationships/notesMaster" Target="/ppt/notesMasters/notesMaster1.xml" Id="R92b986992d0143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7983eece564da7" /><Relationship Type="http://schemas.openxmlformats.org/officeDocument/2006/relationships/notesMaster" Target="/ppt/notesMasters/notesMaster1.xml" Id="R3cb955238c4348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9bd23107b249ad" /><Relationship Type="http://schemas.openxmlformats.org/officeDocument/2006/relationships/notesMaster" Target="/ppt/notesMasters/notesMaster1.xml" Id="Re3ba5e2814f74c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93f99a91b74014" /><Relationship Type="http://schemas.openxmlformats.org/officeDocument/2006/relationships/notesMaster" Target="/ppt/notesMasters/notesMaster1.xml" Id="R2b6d9c51e0ad40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5de92969374569" /><Relationship Type="http://schemas.openxmlformats.org/officeDocument/2006/relationships/notesMaster" Target="/ppt/notesMasters/notesMaster1.xml" Id="R818593649aa14d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85167724634a91" /><Relationship Type="http://schemas.openxmlformats.org/officeDocument/2006/relationships/notesMaster" Target="/ppt/notesMasters/notesMaster1.xml" Id="Rdcb9cbaf06c044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736d93927a4ffc" /><Relationship Type="http://schemas.openxmlformats.org/officeDocument/2006/relationships/notesMaster" Target="/ppt/notesMasters/notesMaster1.xml" Id="Rfd1b7072fe0e46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ca59c12b7a4d65" /><Relationship Type="http://schemas.openxmlformats.org/officeDocument/2006/relationships/notesMaster" Target="/ppt/notesMasters/notesMaster1.xml" Id="R7e0cfec805ab40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f13435fce84026" /><Relationship Type="http://schemas.openxmlformats.org/officeDocument/2006/relationships/notesMaster" Target="/ppt/notesMasters/notesMaster1.xml" Id="Rcbeb9b2e49374a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7c1756687f4e59" /><Relationship Type="http://schemas.openxmlformats.org/officeDocument/2006/relationships/notesMaster" Target="/ppt/notesMasters/notesMaster1.xml" Id="R9d2cf5c2545f42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9f6ad54a5343ed" /><Relationship Type="http://schemas.openxmlformats.org/officeDocument/2006/relationships/notesMaster" Target="/ppt/notesMasters/notesMaster1.xml" Id="R5b26f6e6fa5c4c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26410e99a94717" /><Relationship Type="http://schemas.openxmlformats.org/officeDocument/2006/relationships/notesMaster" Target="/ppt/notesMasters/notesMaster1.xml" Id="R336688014d4344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4b788850ec44f8a" /><Relationship Type="http://schemas.openxmlformats.org/officeDocument/2006/relationships/notesMaster" Target="/ppt/notesMasters/notesMaster1.xml" Id="Rb645508cac7a4a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b214037fb54794" /><Relationship Type="http://schemas.openxmlformats.org/officeDocument/2006/relationships/notesMaster" Target="/ppt/notesMasters/notesMaster1.xml" Id="R4e2b48b6cfae46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37120abc126454c" /><Relationship Type="http://schemas.openxmlformats.org/officeDocument/2006/relationships/notesMaster" Target="/ppt/notesMasters/notesMaster1.xml" Id="R49573d3f66c3484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bfe7fcbfd604fa1" /><Relationship Type="http://schemas.openxmlformats.org/officeDocument/2006/relationships/notesMaster" Target="/ppt/notesMasters/notesMaster1.xml" Id="Rd54f35f0a6ec47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2c9aba558641a9" /><Relationship Type="http://schemas.openxmlformats.org/officeDocument/2006/relationships/notesMaster" Target="/ppt/notesMasters/notesMaster1.xml" Id="R8d317f4795f24a0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8bbe0333e94b4d" /><Relationship Type="http://schemas.openxmlformats.org/officeDocument/2006/relationships/notesMaster" Target="/ppt/notesMasters/notesMaster1.xml" Id="R3723435a7c6c462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1c43f63fa494d27" /><Relationship Type="http://schemas.openxmlformats.org/officeDocument/2006/relationships/notesMaster" Target="/ppt/notesMasters/notesMaster1.xml" Id="R03eb5abb288e420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c855c8b1c9344ee" /><Relationship Type="http://schemas.openxmlformats.org/officeDocument/2006/relationships/notesMaster" Target="/ppt/notesMasters/notesMaster1.xml" Id="R25717154d991492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fdf55cd4f943a1" /><Relationship Type="http://schemas.openxmlformats.org/officeDocument/2006/relationships/notesMaster" Target="/ppt/notesMasters/notesMaster1.xml" Id="R9cf627d5665a44f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579e96790634fa3" /><Relationship Type="http://schemas.openxmlformats.org/officeDocument/2006/relationships/notesMaster" Target="/ppt/notesMasters/notesMaster1.xml" Id="Rcb474855399649c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6fbf0edd61f45e8" /><Relationship Type="http://schemas.openxmlformats.org/officeDocument/2006/relationships/notesMaster" Target="/ppt/notesMasters/notesMaster1.xml" Id="R5ae2da9df34f4b6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7fda0f1ae5c4724" /><Relationship Type="http://schemas.openxmlformats.org/officeDocument/2006/relationships/notesMaster" Target="/ppt/notesMasters/notesMaster1.xml" Id="Rb9e3f59fa95346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74e180a124c44de" /><Relationship Type="http://schemas.openxmlformats.org/officeDocument/2006/relationships/notesMaster" Target="/ppt/notesMasters/notesMaster1.xml" Id="R7e02e80ac72348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137fc28cbc54152" /><Relationship Type="http://schemas.openxmlformats.org/officeDocument/2006/relationships/notesMaster" Target="/ppt/notesMasters/notesMaster1.xml" Id="Rcf4efc1118894c0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dfeada42c74c0f" /><Relationship Type="http://schemas.openxmlformats.org/officeDocument/2006/relationships/notesMaster" Target="/ppt/notesMasters/notesMaster1.xml" Id="Rea90480a95dd41d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120be679a1a4abe" /><Relationship Type="http://schemas.openxmlformats.org/officeDocument/2006/relationships/notesMaster" Target="/ppt/notesMasters/notesMaster1.xml" Id="R5e0b1b45ee2d450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1b27930e0494aa8" /><Relationship Type="http://schemas.openxmlformats.org/officeDocument/2006/relationships/notesMaster" Target="/ppt/notesMasters/notesMaster1.xml" Id="Rfad6bf6be5044bd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1d4d0ebb2ce4493" /><Relationship Type="http://schemas.openxmlformats.org/officeDocument/2006/relationships/notesMaster" Target="/ppt/notesMasters/notesMaster1.xml" Id="R4a20e42ef1c4430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062e63458ab452d" /><Relationship Type="http://schemas.openxmlformats.org/officeDocument/2006/relationships/notesMaster" Target="/ppt/notesMasters/notesMaster1.xml" Id="R35b648ffffa44c8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af485ca16c348e6" /><Relationship Type="http://schemas.openxmlformats.org/officeDocument/2006/relationships/notesMaster" Target="/ppt/notesMasters/notesMaster1.xml" Id="Rad02dc191f344ea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89cad7f74646f0" /><Relationship Type="http://schemas.openxmlformats.org/officeDocument/2006/relationships/notesMaster" Target="/ppt/notesMasters/notesMaster1.xml" Id="R5ef89ab8985e455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68a1256ca134ed6" /><Relationship Type="http://schemas.openxmlformats.org/officeDocument/2006/relationships/notesMaster" Target="/ppt/notesMasters/notesMaster1.xml" Id="Rdab3214acca3489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3e8fe91b6074fc2" /><Relationship Type="http://schemas.openxmlformats.org/officeDocument/2006/relationships/notesMaster" Target="/ppt/notesMasters/notesMaster1.xml" Id="R37f6fff4a44f44b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5df155a96644e1d" /><Relationship Type="http://schemas.openxmlformats.org/officeDocument/2006/relationships/notesMaster" Target="/ppt/notesMasters/notesMaster1.xml" Id="R1ba835a85468487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88fa193c5c4002" /><Relationship Type="http://schemas.openxmlformats.org/officeDocument/2006/relationships/notesMaster" Target="/ppt/notesMasters/notesMaster1.xml" Id="R82574752904d498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c5b8c9636104cbe" /><Relationship Type="http://schemas.openxmlformats.org/officeDocument/2006/relationships/notesMaster" Target="/ppt/notesMasters/notesMaster1.xml" Id="Rc8509288c5894b1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1620d4b8ea4be0" /><Relationship Type="http://schemas.openxmlformats.org/officeDocument/2006/relationships/notesMaster" Target="/ppt/notesMasters/notesMaster1.xml" Id="Rf72c1d7256e14c3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06c9d85ca884b38" /><Relationship Type="http://schemas.openxmlformats.org/officeDocument/2006/relationships/notesMaster" Target="/ppt/notesMasters/notesMaster1.xml" Id="R1e6b58b093914cc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1cf89749f304061" /><Relationship Type="http://schemas.openxmlformats.org/officeDocument/2006/relationships/notesMaster" Target="/ppt/notesMasters/notesMaster1.xml" Id="Rb9b04a5af41a4f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b3506f7ca74f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300facd10845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2fcceb396b40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79b1155e9040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992447670246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b57160522846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47D32D-06AB-4B34-8A17-C0FC58E3662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9B5789-4562-416F-AC5E-6BEADE4337F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B114BA-CE66-4552-BB8C-ADCE05C2C52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1EB098-ED43-4FC1-A4DF-5C7848519F1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EE9F70-8364-410B-BA7E-0DB570A0B8C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C0C79A-5B4A-4A42-A4F9-F7321CD753A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4C26E1-9869-4812-A6F3-6D11342DF21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517275-DDA6-4959-8C56-B5DD37C5727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85B27C-DE1E-4D10-8087-0207E8ADD99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A5FF2F-8D48-4BBF-AD41-8DD99EEFB78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602eb29d3d4a1e" /><Relationship Type="http://schemas.openxmlformats.org/officeDocument/2006/relationships/slideLayout" Target="/ppt/slideLayouts/slideLayout1.xml" Id="R5ba15afb15174dc0" /><Relationship Type="http://schemas.openxmlformats.org/officeDocument/2006/relationships/slideLayout" Target="/ppt/slideLayouts/slideLayout2.xml" Id="Rde80f6d65d594334" /><Relationship Type="http://schemas.openxmlformats.org/officeDocument/2006/relationships/slideLayout" Target="/ppt/slideLayouts/slideLayout3.xml" Id="R1f836c2ee3b840bc" /><Relationship Type="http://schemas.openxmlformats.org/officeDocument/2006/relationships/slideLayout" Target="/ppt/slideLayouts/slideLayout4.xml" Id="R9a922073b19f4e62" /><Relationship Type="http://schemas.openxmlformats.org/officeDocument/2006/relationships/slideLayout" Target="/ppt/slideLayouts/slideLayout5.xml" Id="R615c629123844d93" /><Relationship Type="http://schemas.openxmlformats.org/officeDocument/2006/relationships/slideLayout" Target="/ppt/slideLayouts/slideLayout6.xml" Id="R69e8278e76004a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a15afb15174dc0"/>
    <p:sldLayoutId xmlns:r="http://schemas.openxmlformats.org/officeDocument/2006/relationships" id="2147483650" r:id="Rde80f6d65d594334"/>
    <p:sldLayoutId xmlns:r="http://schemas.openxmlformats.org/officeDocument/2006/relationships" id="2147483651" r:id="R1f836c2ee3b840bc"/>
    <p:sldLayoutId xmlns:r="http://schemas.openxmlformats.org/officeDocument/2006/relationships" id="2147483652" r:id="R9a922073b19f4e62"/>
    <p:sldLayoutId xmlns:r="http://schemas.openxmlformats.org/officeDocument/2006/relationships" id="2147483653" r:id="R615c629123844d93"/>
    <p:sldLayoutId xmlns:r="http://schemas.openxmlformats.org/officeDocument/2006/relationships" id="2147483654" r:id="R69e8278e76004a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21410df6c8408b" /><Relationship Type="http://schemas.openxmlformats.org/officeDocument/2006/relationships/image" Target="/ppt/media/image.png" Id="R003a2243fa334236" /><Relationship Type="http://schemas.openxmlformats.org/officeDocument/2006/relationships/image" Target="/ppt/media/image2.png" Id="R383633c59c9c4c2c" /><Relationship Type="http://schemas.openxmlformats.org/officeDocument/2006/relationships/image" Target="/ppt/media/image3.png" Id="R74478793425b4b55" /><Relationship Type="http://schemas.openxmlformats.org/officeDocument/2006/relationships/notesSlide" Target="/ppt/notesSlides/notesSlide1.xml" Id="Rd6cfd055f8c646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a710c85faa4ef9" /><Relationship Type="http://schemas.openxmlformats.org/officeDocument/2006/relationships/image" Target="/ppt/media/image4.png" Id="R5131efae69d74c4e" /><Relationship Type="http://schemas.openxmlformats.org/officeDocument/2006/relationships/image" Target="/ppt/media/image5.png" Id="Rfb8e54e68891493b" /><Relationship Type="http://schemas.openxmlformats.org/officeDocument/2006/relationships/image" Target="/ppt/media/image6.png" Id="Re63ec05c7d024c34" /><Relationship Type="http://schemas.openxmlformats.org/officeDocument/2006/relationships/notesSlide" Target="/ppt/notesSlides/notesSlide2.xml" Id="R8bed43259ffb43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d53b608f3b48a3" /><Relationship Type="http://schemas.openxmlformats.org/officeDocument/2006/relationships/image" Target="/ppt/media/image7.png" Id="R472fc6761f6a425d" /><Relationship Type="http://schemas.openxmlformats.org/officeDocument/2006/relationships/notesSlide" Target="/ppt/notesSlides/notesSlide3.xml" Id="R3936aa5800ba4a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07f7b5bee84cd5" /><Relationship Type="http://schemas.openxmlformats.org/officeDocument/2006/relationships/image" Target="/ppt/media/image8.png" Id="R0a9cbc6e6c7941c0" /><Relationship Type="http://schemas.openxmlformats.org/officeDocument/2006/relationships/image" Target="/ppt/media/image9.png" Id="Rbb45808bba3a4856" /><Relationship Type="http://schemas.openxmlformats.org/officeDocument/2006/relationships/notesSlide" Target="/ppt/notesSlides/notesSlide4.xml" Id="R596b39281fe448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461592e50648fb" /><Relationship Type="http://schemas.openxmlformats.org/officeDocument/2006/relationships/image" Target="/ppt/media/image10.png" Id="Rc7529f31ef61411b" /><Relationship Type="http://schemas.openxmlformats.org/officeDocument/2006/relationships/image" Target="/ppt/media/image11.png" Id="Rc4e21b0b583047cb" /><Relationship Type="http://schemas.openxmlformats.org/officeDocument/2006/relationships/notesSlide" Target="/ppt/notesSlides/notesSlide5.xml" Id="R9913bb5846cc48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ed6df476354ddc" /><Relationship Type="http://schemas.openxmlformats.org/officeDocument/2006/relationships/image" Target="/ppt/media/image12.png" Id="R7c41b3f7fa834b3e" /><Relationship Type="http://schemas.openxmlformats.org/officeDocument/2006/relationships/image" Target="/ppt/media/image13.png" Id="R849d4e7960834b72" /><Relationship Type="http://schemas.openxmlformats.org/officeDocument/2006/relationships/notesSlide" Target="/ppt/notesSlides/notesSlide6.xml" Id="R4d0f14d090134c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2110641cf74158" /><Relationship Type="http://schemas.openxmlformats.org/officeDocument/2006/relationships/image" Target="/ppt/media/image14.png" Id="R0cb6d0fc0dea4ffc" /><Relationship Type="http://schemas.openxmlformats.org/officeDocument/2006/relationships/image" Target="/ppt/media/image15.png" Id="Rd8468eeb60df423c" /><Relationship Type="http://schemas.openxmlformats.org/officeDocument/2006/relationships/image" Target="/ppt/media/image16.png" Id="Re1c46280c2d04cf0" /><Relationship Type="http://schemas.openxmlformats.org/officeDocument/2006/relationships/image" Target="/ppt/media/image17.png" Id="Rb21ed5088f934074" /><Relationship Type="http://schemas.openxmlformats.org/officeDocument/2006/relationships/notesSlide" Target="/ppt/notesSlides/notesSlide7.xml" Id="R5d3c4a403dcd4a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8a521bb4914d29" /><Relationship Type="http://schemas.openxmlformats.org/officeDocument/2006/relationships/image" Target="/ppt/media/image18.png" Id="Rcb2fc81042bf4deb" /><Relationship Type="http://schemas.openxmlformats.org/officeDocument/2006/relationships/image" Target="/ppt/media/image19.png" Id="R859215dfe8ad446f" /><Relationship Type="http://schemas.openxmlformats.org/officeDocument/2006/relationships/image" Target="/ppt/media/image20.png" Id="R02c1fb2bce274ae8" /><Relationship Type="http://schemas.openxmlformats.org/officeDocument/2006/relationships/image" Target="/ppt/media/image21.png" Id="Rbdcf420233df4a77" /><Relationship Type="http://schemas.openxmlformats.org/officeDocument/2006/relationships/notesSlide" Target="/ppt/notesSlides/notesSlide8.xml" Id="R6973a1a9ca6c4a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443b8bc4ba4849" /><Relationship Type="http://schemas.openxmlformats.org/officeDocument/2006/relationships/image" Target="/ppt/media/image22.png" Id="Rb6dd1264208547da" /><Relationship Type="http://schemas.openxmlformats.org/officeDocument/2006/relationships/image" Target="/ppt/media/image23.png" Id="Re905a46802d8471d" /><Relationship Type="http://schemas.openxmlformats.org/officeDocument/2006/relationships/notesSlide" Target="/ppt/notesSlides/notesSlide9.xml" Id="R2a6ba6485e394c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21aec4baa0476c" /><Relationship Type="http://schemas.openxmlformats.org/officeDocument/2006/relationships/image" Target="/ppt/media/image24.png" Id="R293a4b47c9804939" /><Relationship Type="http://schemas.openxmlformats.org/officeDocument/2006/relationships/image" Target="/ppt/media/image25.png" Id="R379c724031654e2e" /><Relationship Type="http://schemas.openxmlformats.org/officeDocument/2006/relationships/image" Target="/ppt/media/image26.png" Id="R71bce2e0b5a64f4d" /><Relationship Type="http://schemas.openxmlformats.org/officeDocument/2006/relationships/image" Target="/ppt/media/image27.png" Id="Rf8f9b419359f4ab9" /><Relationship Type="http://schemas.openxmlformats.org/officeDocument/2006/relationships/image" Target="/ppt/media/image28.png" Id="Ra02f780efad54d90" /><Relationship Type="http://schemas.openxmlformats.org/officeDocument/2006/relationships/notesSlide" Target="/ppt/notesSlides/notesSlide10.xml" Id="R7905c54d762d4f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b7435fdc624af0" /><Relationship Type="http://schemas.openxmlformats.org/officeDocument/2006/relationships/image" Target="/ppt/media/image29.png" Id="Rd10714be77714244" /><Relationship Type="http://schemas.openxmlformats.org/officeDocument/2006/relationships/image" Target="/ppt/media/image30.png" Id="Ra2761814c2544009" /><Relationship Type="http://schemas.openxmlformats.org/officeDocument/2006/relationships/image" Target="/ppt/media/image31.png" Id="R55aae3a68fd84d03" /><Relationship Type="http://schemas.openxmlformats.org/officeDocument/2006/relationships/notesSlide" Target="/ppt/notesSlides/notesSlide11.xml" Id="Rcfcf8386fe1645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2de1443ba44747" /><Relationship Type="http://schemas.openxmlformats.org/officeDocument/2006/relationships/image" Target="/ppt/media/image32.png" Id="R6d2ea970f0234775" /><Relationship Type="http://schemas.openxmlformats.org/officeDocument/2006/relationships/image" Target="/ppt/media/image33.png" Id="R866120ffa7014db4" /><Relationship Type="http://schemas.openxmlformats.org/officeDocument/2006/relationships/image" Target="/ppt/media/image34.png" Id="Rc7b1291eca2c4a96" /><Relationship Type="http://schemas.openxmlformats.org/officeDocument/2006/relationships/notesSlide" Target="/ppt/notesSlides/notesSlide12.xml" Id="Re325ba02ec7546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19e36d1c724326" /><Relationship Type="http://schemas.openxmlformats.org/officeDocument/2006/relationships/image" Target="/ppt/media/image35.png" Id="R5105a6aeb2064d05" /><Relationship Type="http://schemas.openxmlformats.org/officeDocument/2006/relationships/notesSlide" Target="/ppt/notesSlides/notesSlide13.xml" Id="R1ae935abefc148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882bdfd096b43cc" /><Relationship Type="http://schemas.openxmlformats.org/officeDocument/2006/relationships/image" Target="/ppt/media/image36.png" Id="Rd0cdc73fc1ad4af4" /><Relationship Type="http://schemas.openxmlformats.org/officeDocument/2006/relationships/image" Target="/ppt/media/image37.png" Id="Re055ca1015374a52" /><Relationship Type="http://schemas.openxmlformats.org/officeDocument/2006/relationships/notesSlide" Target="/ppt/notesSlides/notesSlide14.xml" Id="R11dea6b16e174a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4e3e8bce3d6416a" /><Relationship Type="http://schemas.openxmlformats.org/officeDocument/2006/relationships/image" Target="/ppt/media/image38.png" Id="R031d8a3b91644e8e" /><Relationship Type="http://schemas.openxmlformats.org/officeDocument/2006/relationships/image" Target="/ppt/media/image39.png" Id="Ra9f9f649b29d4180" /><Relationship Type="http://schemas.openxmlformats.org/officeDocument/2006/relationships/image" Target="/ppt/media/image40.png" Id="Re03d7a5081ad4417" /><Relationship Type="http://schemas.openxmlformats.org/officeDocument/2006/relationships/notesSlide" Target="/ppt/notesSlides/notesSlide15.xml" Id="R93290b7825ec4b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2f615ef19ea4a1a" /><Relationship Type="http://schemas.openxmlformats.org/officeDocument/2006/relationships/image" Target="/ppt/media/image41.png" Id="R8f1c50c854cc4c3a" /><Relationship Type="http://schemas.openxmlformats.org/officeDocument/2006/relationships/image" Target="/ppt/media/image42.png" Id="R21a1ab38260a4555" /><Relationship Type="http://schemas.openxmlformats.org/officeDocument/2006/relationships/image" Target="/ppt/media/image43.png" Id="R33bf1d992c3744f2" /><Relationship Type="http://schemas.openxmlformats.org/officeDocument/2006/relationships/image" Target="/ppt/media/image44.png" Id="Rc33d24ee5f184d1e" /><Relationship Type="http://schemas.openxmlformats.org/officeDocument/2006/relationships/notesSlide" Target="/ppt/notesSlides/notesSlide16.xml" Id="Ra414a1387e3c41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8e0655cf714696" /><Relationship Type="http://schemas.openxmlformats.org/officeDocument/2006/relationships/image" Target="/ppt/media/image45.png" Id="Rf261b00855964dee" /><Relationship Type="http://schemas.openxmlformats.org/officeDocument/2006/relationships/image" Target="/ppt/media/image46.png" Id="Re1ca6782ef684d47" /><Relationship Type="http://schemas.openxmlformats.org/officeDocument/2006/relationships/image" Target="/ppt/media/image47.png" Id="Rfdb291bb5f234213" /><Relationship Type="http://schemas.openxmlformats.org/officeDocument/2006/relationships/notesSlide" Target="/ppt/notesSlides/notesSlide17.xml" Id="Rc9b85ff33dc245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19635c426a548df" /><Relationship Type="http://schemas.openxmlformats.org/officeDocument/2006/relationships/image" Target="/ppt/media/image48.png" Id="Rcf1f9ef971374bda" /><Relationship Type="http://schemas.openxmlformats.org/officeDocument/2006/relationships/image" Target="/ppt/media/image49.png" Id="Re81f0cf2aec64727" /><Relationship Type="http://schemas.openxmlformats.org/officeDocument/2006/relationships/image" Target="/ppt/media/image50.png" Id="R1684f21ab49340c6" /><Relationship Type="http://schemas.openxmlformats.org/officeDocument/2006/relationships/image" Target="/ppt/media/image51.png" Id="R8245bcb84bfa4da3" /><Relationship Type="http://schemas.openxmlformats.org/officeDocument/2006/relationships/notesSlide" Target="/ppt/notesSlides/notesSlide18.xml" Id="Re93b3f027f4d45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26ce20d1e9a430e" /><Relationship Type="http://schemas.openxmlformats.org/officeDocument/2006/relationships/image" Target="/ppt/media/image52.png" Id="R4f7ebb7e473f4628" /><Relationship Type="http://schemas.openxmlformats.org/officeDocument/2006/relationships/image" Target="/ppt/media/image53.png" Id="Rcfdf5f2e9899408f" /><Relationship Type="http://schemas.openxmlformats.org/officeDocument/2006/relationships/image" Target="/ppt/media/image54.png" Id="R011cf86a803c454f" /><Relationship Type="http://schemas.openxmlformats.org/officeDocument/2006/relationships/image" Target="/ppt/media/image55.png" Id="R446ec37c80c04bb4" /><Relationship Type="http://schemas.openxmlformats.org/officeDocument/2006/relationships/notesSlide" Target="/ppt/notesSlides/notesSlide19.xml" Id="R738c91d8985c4e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626de8b7aa64400" /><Relationship Type="http://schemas.openxmlformats.org/officeDocument/2006/relationships/image" Target="/ppt/media/image56.png" Id="Ra66f3b5f2a7c435d" /><Relationship Type="http://schemas.openxmlformats.org/officeDocument/2006/relationships/image" Target="/ppt/media/image57.png" Id="Raedb30050938498e" /><Relationship Type="http://schemas.openxmlformats.org/officeDocument/2006/relationships/image" Target="/ppt/media/image58.png" Id="Rb4cc2c05560349ef" /><Relationship Type="http://schemas.openxmlformats.org/officeDocument/2006/relationships/image" Target="/ppt/media/image59.png" Id="R14653361637549da" /><Relationship Type="http://schemas.openxmlformats.org/officeDocument/2006/relationships/notesSlide" Target="/ppt/notesSlides/notesSlide20.xml" Id="R04da8a99e8e44e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ccee60602764562" /><Relationship Type="http://schemas.openxmlformats.org/officeDocument/2006/relationships/image" Target="/ppt/media/image60.png" Id="R11a8e391727f4b1b" /><Relationship Type="http://schemas.openxmlformats.org/officeDocument/2006/relationships/image" Target="/ppt/media/image61.png" Id="Rd9d32fb9d1f64a17" /><Relationship Type="http://schemas.openxmlformats.org/officeDocument/2006/relationships/notesSlide" Target="/ppt/notesSlides/notesSlide21.xml" Id="Rd019caeb1ac941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59945ae9fd4aee" /><Relationship Type="http://schemas.openxmlformats.org/officeDocument/2006/relationships/image" Target="/ppt/media/image62.png" Id="R2ba42449f4f345b0" /><Relationship Type="http://schemas.openxmlformats.org/officeDocument/2006/relationships/image" Target="/ppt/media/image63.png" Id="Rcf0b250516a24afe" /><Relationship Type="http://schemas.openxmlformats.org/officeDocument/2006/relationships/image" Target="/ppt/media/image64.png" Id="R183acef900f04854" /><Relationship Type="http://schemas.openxmlformats.org/officeDocument/2006/relationships/notesSlide" Target="/ppt/notesSlides/notesSlide22.xml" Id="Rd13b4418c60444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a3cc43ca59482a" /><Relationship Type="http://schemas.openxmlformats.org/officeDocument/2006/relationships/image" Target="/ppt/media/image65.png" Id="R542e56f1273f4621" /><Relationship Type="http://schemas.openxmlformats.org/officeDocument/2006/relationships/image" Target="/ppt/media/image66.png" Id="Rcaa470f19066455d" /><Relationship Type="http://schemas.openxmlformats.org/officeDocument/2006/relationships/image" Target="/ppt/media/image67.png" Id="Rbeddff8b7c9344ed" /><Relationship Type="http://schemas.openxmlformats.org/officeDocument/2006/relationships/image" Target="/ppt/media/image68.png" Id="R51b710cc8b16469e" /><Relationship Type="http://schemas.openxmlformats.org/officeDocument/2006/relationships/notesSlide" Target="/ppt/notesSlides/notesSlide23.xml" Id="R7eaa73bc11ca447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8c84fbfb78e49a3" /><Relationship Type="http://schemas.openxmlformats.org/officeDocument/2006/relationships/image" Target="/ppt/media/image69.png" Id="R241cb17227494d51" /><Relationship Type="http://schemas.openxmlformats.org/officeDocument/2006/relationships/image" Target="/ppt/media/image70.png" Id="Rcb62d3b339714c5b" /><Relationship Type="http://schemas.openxmlformats.org/officeDocument/2006/relationships/image" Target="/ppt/media/image71.png" Id="R5d7895c56b01456f" /><Relationship Type="http://schemas.openxmlformats.org/officeDocument/2006/relationships/notesSlide" Target="/ppt/notesSlides/notesSlide24.xml" Id="Ra69783dc68f94dc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1b3c6dcc57c4c63" /><Relationship Type="http://schemas.openxmlformats.org/officeDocument/2006/relationships/image" Target="/ppt/media/image72.png" Id="R649f6076170e44c9" /><Relationship Type="http://schemas.openxmlformats.org/officeDocument/2006/relationships/image" Target="/ppt/media/image73.png" Id="R6c90ea9ade14475d" /><Relationship Type="http://schemas.openxmlformats.org/officeDocument/2006/relationships/notesSlide" Target="/ppt/notesSlides/notesSlide25.xml" Id="R2e7a4fee43ae41c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107fe74388f4793" /><Relationship Type="http://schemas.openxmlformats.org/officeDocument/2006/relationships/image" Target="/ppt/media/image74.png" Id="R5c656b10a92b4646" /><Relationship Type="http://schemas.openxmlformats.org/officeDocument/2006/relationships/image" Target="/ppt/media/image75.png" Id="R5f1c9fb9c6584185" /><Relationship Type="http://schemas.openxmlformats.org/officeDocument/2006/relationships/notesSlide" Target="/ppt/notesSlides/notesSlide26.xml" Id="Rd9d4debefe3241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9d1c331b1ca4fdd" /><Relationship Type="http://schemas.openxmlformats.org/officeDocument/2006/relationships/image" Target="/ppt/media/image76.png" Id="R4e3a7d4cc4cb449d" /><Relationship Type="http://schemas.openxmlformats.org/officeDocument/2006/relationships/image" Target="/ppt/media/image77.png" Id="R77130cbbb356403c" /><Relationship Type="http://schemas.openxmlformats.org/officeDocument/2006/relationships/notesSlide" Target="/ppt/notesSlides/notesSlide27.xml" Id="Rb8b1197eaa1b4a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6089638a0d64216" /><Relationship Type="http://schemas.openxmlformats.org/officeDocument/2006/relationships/image" Target="/ppt/media/image78.png" Id="R24f3c5ee2d8c40c2" /><Relationship Type="http://schemas.openxmlformats.org/officeDocument/2006/relationships/notesSlide" Target="/ppt/notesSlides/notesSlide28.xml" Id="R6c57e9a17d9147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81a20f8a6ff4563" /><Relationship Type="http://schemas.openxmlformats.org/officeDocument/2006/relationships/image" Target="/ppt/media/image79.png" Id="Re12dc5dc1e394b31" /><Relationship Type="http://schemas.openxmlformats.org/officeDocument/2006/relationships/notesSlide" Target="/ppt/notesSlides/notesSlide29.xml" Id="R3057b34e42c646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c074d3a05294902" /><Relationship Type="http://schemas.openxmlformats.org/officeDocument/2006/relationships/image" Target="/ppt/media/image80.png" Id="Rc1f63a0955944170" /><Relationship Type="http://schemas.openxmlformats.org/officeDocument/2006/relationships/notesSlide" Target="/ppt/notesSlides/notesSlide30.xml" Id="R1aa9957fa04048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88f98ef2ec244b9" /><Relationship Type="http://schemas.openxmlformats.org/officeDocument/2006/relationships/image" Target="/ppt/media/image81.png" Id="R2a8d309bbb7f4257" /><Relationship Type="http://schemas.openxmlformats.org/officeDocument/2006/relationships/notesSlide" Target="/ppt/notesSlides/notesSlide31.xml" Id="R819f7bc05faa40d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b1d877e4aca497c" /><Relationship Type="http://schemas.openxmlformats.org/officeDocument/2006/relationships/image" Target="/ppt/media/image82.png" Id="Rb272f705f1384e7c" /><Relationship Type="http://schemas.openxmlformats.org/officeDocument/2006/relationships/image" Target="/ppt/media/image83.png" Id="Re46c414c3dd44d16" /><Relationship Type="http://schemas.openxmlformats.org/officeDocument/2006/relationships/image" Target="/ppt/media/image84.png" Id="R5f679aa7ef7d449f" /><Relationship Type="http://schemas.openxmlformats.org/officeDocument/2006/relationships/notesSlide" Target="/ppt/notesSlides/notesSlide32.xml" Id="R61d1b12d9c76485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11fc4980d5f42f6" /><Relationship Type="http://schemas.openxmlformats.org/officeDocument/2006/relationships/image" Target="/ppt/media/image85.png" Id="Ree106018dcdf41aa" /><Relationship Type="http://schemas.openxmlformats.org/officeDocument/2006/relationships/image" Target="/ppt/media/image86.png" Id="Rb4fec172829f4fa8" /><Relationship Type="http://schemas.openxmlformats.org/officeDocument/2006/relationships/image" Target="/ppt/media/image87.png" Id="R4898cad6f2ca4a58" /><Relationship Type="http://schemas.openxmlformats.org/officeDocument/2006/relationships/notesSlide" Target="/ppt/notesSlides/notesSlide33.xml" Id="Rcc7c55ee0ac44ee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cecc7b715c0426e" /><Relationship Type="http://schemas.openxmlformats.org/officeDocument/2006/relationships/image" Target="/ppt/media/image88.png" Id="R44c8be242bf54e4c" /><Relationship Type="http://schemas.openxmlformats.org/officeDocument/2006/relationships/image" Target="/ppt/media/image89.png" Id="Rf9118ed320974f24" /><Relationship Type="http://schemas.openxmlformats.org/officeDocument/2006/relationships/notesSlide" Target="/ppt/notesSlides/notesSlide34.xml" Id="R1375e661e31b42d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2756ce0eaa848cf" /><Relationship Type="http://schemas.openxmlformats.org/officeDocument/2006/relationships/image" Target="/ppt/media/image90.png" Id="Rc62bf4d933e54217" /><Relationship Type="http://schemas.openxmlformats.org/officeDocument/2006/relationships/image" Target="/ppt/media/image91.png" Id="Redff8d62710641a6" /><Relationship Type="http://schemas.openxmlformats.org/officeDocument/2006/relationships/notesSlide" Target="/ppt/notesSlides/notesSlide35.xml" Id="R8d2c2ecd049442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54f02ccdbe749b7" /><Relationship Type="http://schemas.openxmlformats.org/officeDocument/2006/relationships/image" Target="/ppt/media/image92.png" Id="Raa84b97f15ed408f" /><Relationship Type="http://schemas.openxmlformats.org/officeDocument/2006/relationships/image" Target="/ppt/media/image93.png" Id="Rf026f36f9efa4dbf" /><Relationship Type="http://schemas.openxmlformats.org/officeDocument/2006/relationships/notesSlide" Target="/ppt/notesSlides/notesSlide36.xml" Id="R574e36ab8b4447d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f9ced9dd91c4b32" /><Relationship Type="http://schemas.openxmlformats.org/officeDocument/2006/relationships/image" Target="/ppt/media/image94.png" Id="R7e82c3a810284b34" /><Relationship Type="http://schemas.openxmlformats.org/officeDocument/2006/relationships/image" Target="/ppt/media/image95.png" Id="Rd7813aeb4fbe48c3" /><Relationship Type="http://schemas.openxmlformats.org/officeDocument/2006/relationships/image" Target="/ppt/media/image96.png" Id="Rffc4d36f8e4b42b2" /><Relationship Type="http://schemas.openxmlformats.org/officeDocument/2006/relationships/notesSlide" Target="/ppt/notesSlides/notesSlide37.xml" Id="Re9af0b65141a4a6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a2d835e61b64f80" /><Relationship Type="http://schemas.openxmlformats.org/officeDocument/2006/relationships/image" Target="/ppt/media/image97.png" Id="R460108a966264a54" /><Relationship Type="http://schemas.openxmlformats.org/officeDocument/2006/relationships/image" Target="/ppt/media/image98.png" Id="R1f01ea98e2494aee" /><Relationship Type="http://schemas.openxmlformats.org/officeDocument/2006/relationships/notesSlide" Target="/ppt/notesSlides/notesSlide38.xml" Id="Ree2883dbee624ca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2faa541028f4514" /><Relationship Type="http://schemas.openxmlformats.org/officeDocument/2006/relationships/image" Target="/ppt/media/image99.png" Id="R730e998001d64083" /><Relationship Type="http://schemas.openxmlformats.org/officeDocument/2006/relationships/image" Target="/ppt/media/image100.png" Id="R4dac501435ec40a1" /><Relationship Type="http://schemas.openxmlformats.org/officeDocument/2006/relationships/notesSlide" Target="/ppt/notesSlides/notesSlide39.xml" Id="R5f165df9a237463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848d3984ee949ee" /><Relationship Type="http://schemas.openxmlformats.org/officeDocument/2006/relationships/image" Target="/ppt/media/image101.png" Id="Rbf8f80053c4f4b0b" /><Relationship Type="http://schemas.openxmlformats.org/officeDocument/2006/relationships/image" Target="/ppt/media/image102.png" Id="R909f74440a524eb3" /><Relationship Type="http://schemas.openxmlformats.org/officeDocument/2006/relationships/image" Target="/ppt/media/image103.png" Id="Ra11b8d6f324049a1" /><Relationship Type="http://schemas.openxmlformats.org/officeDocument/2006/relationships/image" Target="/ppt/media/image104.png" Id="R5b99239a7db34e5f" /><Relationship Type="http://schemas.openxmlformats.org/officeDocument/2006/relationships/notesSlide" Target="/ppt/notesSlides/notesSlide40.xml" Id="Ra53b612a793e4b7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dfb46e8686b4624" /><Relationship Type="http://schemas.openxmlformats.org/officeDocument/2006/relationships/image" Target="/ppt/media/image105.png" Id="R5a3d9e8dda654954" /><Relationship Type="http://schemas.openxmlformats.org/officeDocument/2006/relationships/notesSlide" Target="/ppt/notesSlides/notesSlide41.xml" Id="Ra8c0ce6bee5e4d6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b1df7c5501c406f" /><Relationship Type="http://schemas.openxmlformats.org/officeDocument/2006/relationships/image" Target="/ppt/media/image106.png" Id="R70f8cf7e9e7d44d9" /><Relationship Type="http://schemas.openxmlformats.org/officeDocument/2006/relationships/image" Target="/ppt/media/image107.png" Id="R2fce7aa8173c4fcb" /><Relationship Type="http://schemas.openxmlformats.org/officeDocument/2006/relationships/notesSlide" Target="/ppt/notesSlides/notesSlide42.xml" Id="Rc525d868c6884dc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479a433fdc44925" /><Relationship Type="http://schemas.openxmlformats.org/officeDocument/2006/relationships/image" Target="/ppt/media/image108.png" Id="Rb27c5470897844b7" /><Relationship Type="http://schemas.openxmlformats.org/officeDocument/2006/relationships/image" Target="/ppt/media/image109.png" Id="R5386cd17117f4d31" /><Relationship Type="http://schemas.openxmlformats.org/officeDocument/2006/relationships/image" Target="/ppt/media/image110.png" Id="R49f70c15f5f14608" /><Relationship Type="http://schemas.openxmlformats.org/officeDocument/2006/relationships/image" Target="/ppt/media/image111.png" Id="R87123362c58c455d" /><Relationship Type="http://schemas.openxmlformats.org/officeDocument/2006/relationships/image" Target="/ppt/media/image112.png" Id="Ra0c079ec39944003" /><Relationship Type="http://schemas.openxmlformats.org/officeDocument/2006/relationships/notesSlide" Target="/ppt/notesSlides/notesSlide43.xml" Id="R9a50521c0625448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d74e64045c04823" /><Relationship Type="http://schemas.openxmlformats.org/officeDocument/2006/relationships/image" Target="/ppt/media/image113.png" Id="Rf7d3169d36cf44ba" /><Relationship Type="http://schemas.openxmlformats.org/officeDocument/2006/relationships/image" Target="/ppt/media/image114.png" Id="R786a282671b74162" /><Relationship Type="http://schemas.openxmlformats.org/officeDocument/2006/relationships/image" Target="/ppt/media/image115.png" Id="Re1224764bc1d46b7" /><Relationship Type="http://schemas.openxmlformats.org/officeDocument/2006/relationships/image" Target="/ppt/media/image116.png" Id="R801cf22eef5149bc" /><Relationship Type="http://schemas.openxmlformats.org/officeDocument/2006/relationships/notesSlide" Target="/ppt/notesSlides/notesSlide44.xml" Id="R5dcfe65c4dcd45c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88cf4c3310e426f" /><Relationship Type="http://schemas.openxmlformats.org/officeDocument/2006/relationships/image" Target="/ppt/media/image117.png" Id="Rbd5d1dd1562445c9" /><Relationship Type="http://schemas.openxmlformats.org/officeDocument/2006/relationships/image" Target="/ppt/media/image118.png" Id="Rd286393048fc4544" /><Relationship Type="http://schemas.openxmlformats.org/officeDocument/2006/relationships/notesSlide" Target="/ppt/notesSlides/notesSlide45.xml" Id="R85dbd2b854ad484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f1fe9108965469c" /><Relationship Type="http://schemas.openxmlformats.org/officeDocument/2006/relationships/image" Target="/ppt/media/image119.png" Id="Rbd4a887bc52c4f90" /><Relationship Type="http://schemas.openxmlformats.org/officeDocument/2006/relationships/notesSlide" Target="/ppt/notesSlides/notesSlide46.xml" Id="R36b107a8128c4e8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b356b4647d64ce5" /><Relationship Type="http://schemas.openxmlformats.org/officeDocument/2006/relationships/image" Target="/ppt/media/image120.png" Id="R48ac7e8f4a6e4058" /><Relationship Type="http://schemas.openxmlformats.org/officeDocument/2006/relationships/image" Target="/ppt/media/image121.png" Id="R4a5dac32956f47e0" /><Relationship Type="http://schemas.openxmlformats.org/officeDocument/2006/relationships/notesSlide" Target="/ppt/notesSlides/notesSlide47.xml" Id="Rd0b3579fd924435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cd70882ae0c41b9" /><Relationship Type="http://schemas.openxmlformats.org/officeDocument/2006/relationships/image" Target="/ppt/media/image122.png" Id="R5b981875e36345f6" /><Relationship Type="http://schemas.openxmlformats.org/officeDocument/2006/relationships/notesSlide" Target="/ppt/notesSlides/notesSlide48.xml" Id="Rc46cbc33159d461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4699fcd9aa84017" /><Relationship Type="http://schemas.openxmlformats.org/officeDocument/2006/relationships/image" Target="/ppt/media/image123.png" Id="R3fd97b3440da4747" /><Relationship Type="http://schemas.openxmlformats.org/officeDocument/2006/relationships/image" Target="/ppt/media/image124.png" Id="R1b2acc11afae42b2" /><Relationship Type="http://schemas.openxmlformats.org/officeDocument/2006/relationships/notesSlide" Target="/ppt/notesSlides/notesSlide49.xml" Id="R9ef1d2ec5d6d47f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66087b55124408f" /><Relationship Type="http://schemas.openxmlformats.org/officeDocument/2006/relationships/image" Target="/ppt/media/image125.png" Id="Ra8a7274a373e4525" /><Relationship Type="http://schemas.openxmlformats.org/officeDocument/2006/relationships/image" Target="/ppt/media/image126.png" Id="R81bd938533224a97" /><Relationship Type="http://schemas.openxmlformats.org/officeDocument/2006/relationships/image" Target="/ppt/media/image127.png" Id="R163f655ba4a344d1" /><Relationship Type="http://schemas.openxmlformats.org/officeDocument/2006/relationships/image" Target="/ppt/media/image128.png" Id="R943af81b6bd74546" /><Relationship Type="http://schemas.openxmlformats.org/officeDocument/2006/relationships/notesSlide" Target="/ppt/notesSlides/notesSlide50.xml" Id="R98382f2deba64cd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e26333829f14445" /><Relationship Type="http://schemas.openxmlformats.org/officeDocument/2006/relationships/image" Target="/ppt/media/image129.png" Id="Rde1dee5876b9452e" /><Relationship Type="http://schemas.openxmlformats.org/officeDocument/2006/relationships/notesSlide" Target="/ppt/notesSlides/notesSlide51.xml" Id="R33d659281cde4fc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5ECF44-3E5B-4FD9-8226-AA4D10078CFB}"/>
              </a:ext>
            </a:extLst>
          </p:cNvPr>
          <p:cNvPicPr>
            <a:picLocks xmlns:a="http://schemas.openxmlformats.org/drawingml/2006/main" noChangeAspect="1"/>
          </p:cNvPicPr>
          <p:nvPr/>
        </p:nvPicPr>
        <p:blipFill>
          <a:blip xmlns:r="http://schemas.openxmlformats.org/officeDocument/2006/relationships" xmlns:a="http://schemas.openxmlformats.org/drawingml/2006/main" r:embed="R003a2243fa33423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EF8D16B8-3002-4FD2-AF51-55E36B247A6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80699F91-6BF6-4CBD-9240-7792E88CCB18}"/>
              </a:ext>
            </a:extLst>
          </p:cNvPr>
          <p:cNvSpPr>
            <a:spLocks xmlns:a="http://schemas.openxmlformats.org/drawingml/2006/main" noGrp="1"/>
          </p:cNvSpPr>
          <p:nvPr/>
        </p:nvSpPr>
        <p:spPr>
          <a:xfrm xmlns:a="http://schemas.openxmlformats.org/drawingml/2006/main">
            <a:off x="1323975" y="238125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800" b="1">
                <a:solidFill>
                  <a:srgbClr val="FFFFFF"/>
                </a:solidFill>
                <a:latin typeface="Pretendard"/>
                <a:ea typeface="Pretendard"/>
                <a:cs typeface="Pretendard"/>
              </a:defRPr>
            </a:defPPr>
            <a:lvl1pPr algn="l">
              <a:defRPr sz="4800" b="1">
                <a:solidFill>
                  <a:srgbClr val="FFFFFF"/>
                </a:solidFill>
                <a:latin typeface="Pretendard"/>
                <a:ea typeface="Pretendard"/>
                <a:cs typeface="Pretendard"/>
              </a:defRPr>
            </a:lvl1pPr>
            <a:lvl2pPr algn="l">
              <a:defRPr sz="4800" b="1">
                <a:solidFill>
                  <a:srgbClr val="FFFFFF"/>
                </a:solidFill>
                <a:latin typeface="Pretendard"/>
                <a:ea typeface="Pretendard"/>
                <a:cs typeface="Pretendard"/>
              </a:defRPr>
            </a:lvl2pPr>
            <a:lvl3pPr algn="l">
              <a:defRPr sz="4800" b="1">
                <a:solidFill>
                  <a:srgbClr val="FFFFFF"/>
                </a:solidFill>
                <a:latin typeface="Pretendard"/>
                <a:ea typeface="Pretendard"/>
                <a:cs typeface="Pretendard"/>
              </a:defRPr>
            </a:lvl3pPr>
            <a:lvl4pPr algn="l">
              <a:defRPr sz="4800" b="1">
                <a:solidFill>
                  <a:srgbClr val="FFFFFF"/>
                </a:solidFill>
                <a:latin typeface="Pretendard"/>
                <a:ea typeface="Pretendard"/>
                <a:cs typeface="Pretendard"/>
              </a:defRPr>
            </a:lvl4pPr>
            <a:lvl5pPr algn="l">
              <a:defRPr sz="4800" b="1">
                <a:solidFill>
                  <a:srgbClr val="FFFFFF"/>
                </a:solidFill>
                <a:latin typeface="Pretendard"/>
                <a:ea typeface="Pretendard"/>
                <a:cs typeface="Pretendard"/>
              </a:defRPr>
            </a:lvl5pPr>
            <a:lvl6pPr algn="l">
              <a:defRPr sz="4800" b="1">
                <a:solidFill>
                  <a:srgbClr val="FFFFFF"/>
                </a:solidFill>
                <a:latin typeface="Pretendard"/>
                <a:ea typeface="Pretendard"/>
                <a:cs typeface="Pretendard"/>
              </a:defRPr>
            </a:lvl6pPr>
            <a:lvl7pPr algn="l">
              <a:defRPr sz="4800" b="1">
                <a:solidFill>
                  <a:srgbClr val="FFFFFF"/>
                </a:solidFill>
                <a:latin typeface="Pretendard"/>
                <a:ea typeface="Pretendard"/>
                <a:cs typeface="Pretendard"/>
              </a:defRPr>
            </a:lvl7pPr>
            <a:lvl8pPr algn="l">
              <a:defRPr sz="4800" b="1">
                <a:solidFill>
                  <a:srgbClr val="FFFFFF"/>
                </a:solidFill>
                <a:latin typeface="Pretendard"/>
                <a:ea typeface="Pretendard"/>
                <a:cs typeface="Pretendard"/>
              </a:defRPr>
            </a:lvl8pPr>
            <a:lvl9pPr algn="l">
              <a:defRPr sz="4800" b="1">
                <a:solidFill>
                  <a:srgbClr val="FFFFFF"/>
                </a:solidFill>
                <a:latin typeface="Pretendard"/>
                <a:ea typeface="Pretendard"/>
                <a:cs typeface="Pretendard"/>
              </a:defRPr>
            </a:lvl9pPr>
          </a:lstStyle>
          <a:p xmlns:a="http://schemas.openxmlformats.org/drawingml/2006/main">
            <a:pPr algn="l">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F54281D0-7931-41F1-8354-D2422527E16B}"/>
              </a:ext>
            </a:extLst>
          </p:cNvPr>
          <p:cNvSpPr>
            <a:spLocks xmlns:a="http://schemas.openxmlformats.org/drawingml/2006/main" noGrp="1"/>
          </p:cNvSpPr>
          <p:nvPr/>
        </p:nvSpPr>
        <p:spPr>
          <a:xfrm xmlns:a="http://schemas.openxmlformats.org/drawingml/2006/main">
            <a:off x="1323975" y="3429000"/>
            <a:ext cx="838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C00039B3-EB77-4036-A1DD-66CFDE916848}"/>
              </a:ext>
            </a:extLst>
          </p:cNvPr>
          <p:cNvSpPr>
            <a:spLocks xmlns:a="http://schemas.openxmlformats.org/drawingml/2006/main" noGrp="1"/>
          </p:cNvSpPr>
          <p:nvPr/>
        </p:nvSpPr>
        <p:spPr>
          <a:xfrm xmlns:a="http://schemas.openxmlformats.org/drawingml/2006/main">
            <a:off x="1362075" y="50006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C1EE75C4-EDC0-4438-A775-C45A919D5FF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DBD368DE-C03D-49BC-A01D-746526750FB1}"/>
              </a:ext>
            </a:extLst>
          </p:cNvPr>
          <p:cNvPicPr>
            <a:picLocks xmlns:a="http://schemas.openxmlformats.org/drawingml/2006/main" noChangeAspect="1"/>
          </p:cNvPicPr>
          <p:nvPr/>
        </p:nvPicPr>
        <p:blipFill>
          <a:blip xmlns:r="http://schemas.openxmlformats.org/officeDocument/2006/relationships" xmlns:a="http://schemas.openxmlformats.org/drawingml/2006/main" r:embed="R383633c59c9c4c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5527235-43B9-49B5-BD44-BFD9BB51A078}"/>
              </a:ext>
            </a:extLst>
          </p:cNvPr>
          <p:cNvPicPr>
            <a:picLocks xmlns:a="http://schemas.openxmlformats.org/drawingml/2006/main" noChangeAspect="1"/>
          </p:cNvPicPr>
          <p:nvPr/>
        </p:nvPicPr>
        <p:blipFill>
          <a:blip xmlns:r="http://schemas.openxmlformats.org/officeDocument/2006/relationships" xmlns:a="http://schemas.openxmlformats.org/drawingml/2006/main" r:embed="R74478793425b4b55"/>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39075A99-FB9F-405E-A316-5D729C5474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231485340"/>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8050700-B8AE-4D65-811A-28ED1D3890D3}"/>
              </a:ext>
            </a:extLst>
          </p:cNvPr>
          <p:cNvPicPr>
            <a:picLocks xmlns:a="http://schemas.openxmlformats.org/drawingml/2006/main" noChangeAspect="1"/>
          </p:cNvPicPr>
          <p:nvPr/>
        </p:nvPicPr>
        <p:blipFill>
          <a:blip xmlns:r="http://schemas.openxmlformats.org/officeDocument/2006/relationships" xmlns:a="http://schemas.openxmlformats.org/drawingml/2006/main" r:embed="R5131efae69d74c4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E1D4CC0-FA4C-4218-A264-CCDBC838B0EA}"/>
              </a:ext>
            </a:extLst>
          </p:cNvPr>
          <p:cNvPicPr>
            <a:picLocks xmlns:a="http://schemas.openxmlformats.org/drawingml/2006/main" noChangeAspect="1"/>
          </p:cNvPicPr>
          <p:nvPr/>
        </p:nvPicPr>
        <p:blipFill>
          <a:blip xmlns:r="http://schemas.openxmlformats.org/officeDocument/2006/relationships" xmlns:a="http://schemas.openxmlformats.org/drawingml/2006/main" r:embed="Rfb8e54e6889149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B71D10-BDF5-4618-982B-7CB40FB8BE3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F4D615-D40C-4645-A196-DF2936067FF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D2BBE2CB-D5E9-4EC8-A71F-D08EB5B8F49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3D6D85-4FD5-4EDE-BA63-B2315EA180D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7497B3A1-0E3A-46DF-86F9-A3BF92EE73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6D4D5938-E5C2-40EF-AAD4-9C6B6209C4B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1645602-5AC7-45D1-A3CA-5D2FEE8E88F8}"/>
              </a:ext>
            </a:extLst>
          </p:cNvPr>
          <p:cNvPicPr>
            <a:picLocks xmlns:a="http://schemas.openxmlformats.org/drawingml/2006/main" noChangeAspect="1"/>
          </p:cNvPicPr>
          <p:nvPr/>
        </p:nvPicPr>
        <p:blipFill>
          <a:blip xmlns:r="http://schemas.openxmlformats.org/officeDocument/2006/relationships" xmlns:a="http://schemas.openxmlformats.org/drawingml/2006/main" r:embed="Re63ec05c7d024c34"/>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98022255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0DA0D55-EBD9-4C59-9262-C52240F17290}"/>
              </a:ext>
            </a:extLst>
          </p:cNvPr>
          <p:cNvPicPr>
            <a:picLocks xmlns:a="http://schemas.openxmlformats.org/drawingml/2006/main" noChangeAspect="1"/>
          </p:cNvPicPr>
          <p:nvPr/>
        </p:nvPicPr>
        <p:blipFill>
          <a:blip xmlns:r="http://schemas.openxmlformats.org/officeDocument/2006/relationships" xmlns:a="http://schemas.openxmlformats.org/drawingml/2006/main" r:embed="R472fc6761f6a42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62FC22-DCB2-4F27-B344-F8BB29780C1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912607-A8A2-4FEE-ACA6-91A5FEDE68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D57265CC-4A4A-4E37-9D25-900E0AF7D8E2}"/>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D4B6A4FA-0584-4E5E-B1D9-024C927AED4E}"/>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3F407FEB-5956-4AEE-B407-71BAF1E72ED2}"/>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FCA3F371-0E7D-4583-985C-D50F6239F6F0}"/>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142102F-B982-4F98-A85D-3E4BD3EDEEA5}"/>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AA05AF3E-401A-4A9B-8807-8A556B6BD5F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D09B823-D698-4E8C-BC23-37FBD7F80BB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AA25BCF-A226-4B11-AFB2-60E3F3E12154}"/>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A80D3113-024F-4370-98C3-DD11DBD7EAFD}"/>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6FA8CF1E-7B9F-4B0D-9532-8D59691989BA}"/>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82F39CA-3B87-43FF-B72A-B7799635E320}"/>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3D265AD-D355-40D0-9D83-7C2DD125BB11}"/>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82872930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3CB33DD-91C1-41C4-B8FE-344C8DA6D2AC}"/>
              </a:ext>
            </a:extLst>
          </p:cNvPr>
          <p:cNvPicPr>
            <a:picLocks xmlns:a="http://schemas.openxmlformats.org/drawingml/2006/main" noChangeAspect="1"/>
          </p:cNvPicPr>
          <p:nvPr/>
        </p:nvPicPr>
        <p:blipFill>
          <a:blip xmlns:r="http://schemas.openxmlformats.org/officeDocument/2006/relationships" xmlns:a="http://schemas.openxmlformats.org/drawingml/2006/main" r:embed="R0a9cbc6e6c7941c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0EC4D8-B312-4A0D-A20F-4A13D73E41E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C33D91-8398-4613-A7F3-9E14B72DF560}"/>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2C78BA6-4139-4665-8E9A-AD0B85BBBCAE}"/>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30637F-C0BF-4C72-9C8E-A864979C050C}"/>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3F090F9-24F5-4FCF-84BD-95B169D015A5}"/>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7E2A5257-00E5-45BB-8E9C-162B7C43B7C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B978A16D-5AE0-41BA-BDC1-2D479E30EE98}"/>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2E44B60-692B-49E6-8799-17A30377DA5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71877651-5807-46AD-8DD4-B927A12CE7E2}"/>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헤스 법칙으로 측정하기 어려운 반응의 </a:t>
            </a:r>
            <a:r>
              <a:rPr sz="3600" b="1">
                <a:solidFill>
                  <a:srgbClr val="BBBBBB"/>
                </a:solidFill>
                <a:latin typeface="Pretendard"/>
                <a:ea typeface="Pretendard"/>
                <a:cs typeface="Pretendard"/>
              </a:rPr>
              <a:t>Δ</a:t>
            </a:r>
            <a:r>
              <a:rPr sz="3600" b="1" i="1">
                <a:solidFill>
                  <a:srgbClr val="BBBBBB"/>
                </a:solidFill>
                <a:latin typeface="Pretendard"/>
                <a:ea typeface="Pretendard"/>
                <a:cs typeface="Pretendard"/>
              </a:rPr>
              <a:t>H</a:t>
            </a:r>
            <a:r>
              <a:rPr sz="3600" b="1">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FD96251B-9F01-4AE7-95C9-1358961D702E}"/>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2397B9A-916F-4CD3-91A2-9F51DABF09F8}"/>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BB8810AE-CFC5-4446-A97F-63296D0C6285}"/>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F0E7B9F4-E50E-4903-80B0-5C9F04D5CBB6}"/>
              </a:ext>
            </a:extLst>
          </p:cNvPr>
          <p:cNvPicPr>
            <a:picLocks xmlns:a="http://schemas.openxmlformats.org/drawingml/2006/main" noChangeAspect="1"/>
          </p:cNvPicPr>
          <p:nvPr/>
        </p:nvPicPr>
        <p:blipFill>
          <a:blip xmlns:r="http://schemas.openxmlformats.org/officeDocument/2006/relationships" xmlns:a="http://schemas.openxmlformats.org/drawingml/2006/main" r:embed="Rbb45808bba3a4856"/>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77698593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0D9F400-EE00-4E9E-8496-3545039D05D9}"/>
              </a:ext>
            </a:extLst>
          </p:cNvPr>
          <p:cNvPicPr>
            <a:picLocks xmlns:a="http://schemas.openxmlformats.org/drawingml/2006/main" noChangeAspect="1"/>
          </p:cNvPicPr>
          <p:nvPr/>
        </p:nvPicPr>
        <p:blipFill>
          <a:blip xmlns:r="http://schemas.openxmlformats.org/officeDocument/2006/relationships" xmlns:a="http://schemas.openxmlformats.org/drawingml/2006/main" r:embed="Rc7529f31ef61411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2150266-82DF-44BB-98E1-6398ECE87F9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C31D282-2F2D-4A89-B1B3-38084B9FE1D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CC6284D-1740-40CF-89B2-54421FCA97C0}"/>
              </a:ext>
            </a:extLst>
          </p:cNvPr>
          <p:cNvPicPr>
            <a:picLocks xmlns:a="http://schemas.openxmlformats.org/drawingml/2006/main" noChangeAspect="1"/>
          </p:cNvPicPr>
          <p:nvPr/>
        </p:nvPicPr>
        <p:blipFill>
          <a:blip xmlns:r="http://schemas.openxmlformats.org/officeDocument/2006/relationships" xmlns:a="http://schemas.openxmlformats.org/drawingml/2006/main" r:embed="Rc4e21b0b583047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5B7F0E9-C307-4A8B-9A9E-7DCB8E9889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E94D563-8B78-43A2-8401-97131E1728B3}"/>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3AA4BE85-8992-4819-AD78-638FEB013D9C}"/>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F33F54C9-B8DA-4BA8-9B78-66C835C7C6B6}"/>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84737109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D63C5214-ED9F-4891-83D0-3074075E6FC9}"/>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A66E4BB-A4EB-4323-B1B6-F64CBB176FFE}"/>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95D55C4-D8FD-4067-96DC-70B2C3B92B2D}"/>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EE0B9EBE-D06A-4845-9911-655F1F868624}"/>
              </a:ext>
            </a:extLst>
          </p:cNvPr>
          <p:cNvPicPr>
            <a:picLocks xmlns:a="http://schemas.openxmlformats.org/drawingml/2006/main" noChangeAspect="1"/>
          </p:cNvPicPr>
          <p:nvPr/>
        </p:nvPicPr>
        <p:blipFill>
          <a:blip xmlns:r="http://schemas.openxmlformats.org/officeDocument/2006/relationships" xmlns:a="http://schemas.openxmlformats.org/drawingml/2006/main" r:embed="R7c41b3f7fa834b3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35678E-6F7F-4EA5-AB16-86A57C60EC4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011922-56B5-479A-8078-25109D45996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7A0D3F79-E004-49E4-80AB-94D38CB42C8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3377FF6-6899-48D2-9C6A-09677FAA0B9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6F03813-0E08-43B6-91C8-AFAD78C6A00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514A01DC-F08F-4E97-BB3E-70709D2A7F0E}"/>
              </a:ext>
            </a:extLst>
          </p:cNvPr>
          <p:cNvPicPr>
            <a:picLocks xmlns:a="http://schemas.openxmlformats.org/drawingml/2006/main" noChangeAspect="1"/>
          </p:cNvPicPr>
          <p:nvPr/>
        </p:nvPicPr>
        <p:blipFill>
          <a:blip xmlns:r="http://schemas.openxmlformats.org/officeDocument/2006/relationships" xmlns:a="http://schemas.openxmlformats.org/drawingml/2006/main" r:embed="R849d4e7960834b72"/>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94967BC-2420-4E6D-95BF-9466164B63B5}"/>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CAD1A030-6EA5-4D90-93ED-CE13A382D6F4}"/>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3CA545B6-9793-44E5-99CB-071450A2CDFC}"/>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3A1AD374-07AC-4D7B-B14A-F7AA0DC3ACEB}"/>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202632175"/>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9EB51B9A-CF9E-4A31-96C2-021E46790104}"/>
              </a:ext>
            </a:extLst>
          </p:cNvPr>
          <p:cNvPicPr>
            <a:picLocks xmlns:a="http://schemas.openxmlformats.org/drawingml/2006/main" noChangeAspect="1"/>
          </p:cNvPicPr>
          <p:nvPr/>
        </p:nvPicPr>
        <p:blipFill>
          <a:blip xmlns:r="http://schemas.openxmlformats.org/officeDocument/2006/relationships" xmlns:a="http://schemas.openxmlformats.org/drawingml/2006/main" r:embed="R0cb6d0fc0dea4ff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438670-5D36-4303-BC50-80FFDB51838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8373D3-EA91-4A51-90F0-451477EAB37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DDA0FD70-E4DA-4F3F-932A-9735ED32CAB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4771282-397F-4718-AD7B-45A9F7817A1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FEA1AEB-BF6C-458D-8E27-A603FF421471}"/>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0DFE59CD-3BF0-424F-A8B9-2E0F47847C41}"/>
              </a:ext>
            </a:extLst>
          </p:cNvPr>
          <p:cNvPicPr>
            <a:picLocks xmlns:a="http://schemas.openxmlformats.org/drawingml/2006/main" noChangeAspect="1"/>
          </p:cNvPicPr>
          <p:nvPr/>
        </p:nvPicPr>
        <p:blipFill>
          <a:blip xmlns:r="http://schemas.openxmlformats.org/officeDocument/2006/relationships" xmlns:a="http://schemas.openxmlformats.org/drawingml/2006/main" r:embed="Rd8468eeb60df423c"/>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EFC709A-76F7-4CB8-A656-11A0A8B2E42E}"/>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0390C3AB-64D6-4ECF-BEAD-F0006F082F96}"/>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BFA2F98D-141F-4741-9CF8-0E3052807057}"/>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AF0E887-9502-43B4-B911-3A9266017033}"/>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A531D952-751D-45A3-96A4-B089A0024507}"/>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E6F3236C-0717-48F6-A00E-F646CBA6415A}"/>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2E41F559-84F0-4C1A-820E-1FF40B97F2E9}"/>
              </a:ext>
            </a:extLst>
          </p:cNvPr>
          <p:cNvPicPr>
            <a:picLocks xmlns:a="http://schemas.openxmlformats.org/drawingml/2006/main" noChangeAspect="1"/>
          </p:cNvPicPr>
          <p:nvPr/>
        </p:nvPicPr>
        <p:blipFill>
          <a:blip xmlns:r="http://schemas.openxmlformats.org/officeDocument/2006/relationships" xmlns:a="http://schemas.openxmlformats.org/drawingml/2006/main" r:embed="Re1c46280c2d04cf0"/>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647D96C-3140-495B-A216-B81D2973742C}"/>
              </a:ext>
            </a:extLst>
          </p:cNvPr>
          <p:cNvPicPr>
            <a:picLocks xmlns:a="http://schemas.openxmlformats.org/drawingml/2006/main" noChangeAspect="1"/>
          </p:cNvPicPr>
          <p:nvPr/>
        </p:nvPicPr>
        <p:blipFill>
          <a:blip xmlns:r="http://schemas.openxmlformats.org/officeDocument/2006/relationships" xmlns:a="http://schemas.openxmlformats.org/drawingml/2006/main" r:embed="Rb21ed5088f934074"/>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441157B-5115-425F-86BB-2C0C60EBC8A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FEA8AC70-6D2C-40D9-925C-C2602C401DF3}"/>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E5FB991-FB28-48D7-AE23-DE1EBD055CE0}"/>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C20C5593-CB76-4153-A250-522103C28521}"/>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7C989BCA-3EAA-4ADB-B684-D18FD93068DF}"/>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6F95C126-313B-4DBE-8480-93A41A51D5C7}"/>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F5988846-28D3-4A94-B984-1940228CABB4}"/>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A292F634-F9C9-4D24-BB77-5EA38940FED1}"/>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50091895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3037FC0-3786-4392-AC62-75C16B9D3CE7}"/>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7BD540F8-3C28-4560-8DFB-643A694ACA75}"/>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6281810-9944-4EF6-A3D6-893FB1EFA0DB}"/>
              </a:ext>
            </a:extLst>
          </p:cNvPr>
          <p:cNvPicPr>
            <a:picLocks xmlns:a="http://schemas.openxmlformats.org/drawingml/2006/main" noChangeAspect="1"/>
          </p:cNvPicPr>
          <p:nvPr/>
        </p:nvPicPr>
        <p:blipFill>
          <a:blip xmlns:r="http://schemas.openxmlformats.org/officeDocument/2006/relationships" xmlns:a="http://schemas.openxmlformats.org/drawingml/2006/main" r:embed="Rcb2fc81042bf4de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48CA44-5AD8-47AC-AB18-A6876C732AC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4A765C-A7A8-49E8-BD3C-8AF4CBD51AD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91A2D43-4BA5-4B83-81D4-D6219B02D7C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FBFADC4-E6A4-4B78-AA26-A79586EDE59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046EDEC0-FFD3-4A9F-A24D-AB25E9EE7AE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FE5C24DE-C848-4B2E-A68F-6939B0DA4230}"/>
              </a:ext>
            </a:extLst>
          </p:cNvPr>
          <p:cNvPicPr>
            <a:picLocks xmlns:a="http://schemas.openxmlformats.org/drawingml/2006/main" noChangeAspect="1"/>
          </p:cNvPicPr>
          <p:nvPr/>
        </p:nvPicPr>
        <p:blipFill>
          <a:blip xmlns:r="http://schemas.openxmlformats.org/officeDocument/2006/relationships" xmlns:a="http://schemas.openxmlformats.org/drawingml/2006/main" r:embed="R859215dfe8ad446f"/>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0E9A8E5-0833-4419-865D-5DB2EE6ADEC4}"/>
              </a:ext>
            </a:extLst>
          </p:cNvPr>
          <p:cNvSpPr>
            <a:spLocks xmlns:a="http://schemas.openxmlformats.org/drawingml/2006/main" noGrp="1"/>
          </p:cNvSpPr>
          <p:nvPr/>
        </p:nvSpPr>
        <p:spPr>
          <a:xfrm xmlns:a="http://schemas.openxmlformats.org/drawingml/2006/main">
            <a:off x="1285875" y="538162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63A98735-7324-4CEA-A65F-3743D0B5714D}"/>
              </a:ext>
            </a:extLst>
          </p:cNvPr>
          <p:cNvSpPr>
            <a:spLocks xmlns:a="http://schemas.openxmlformats.org/drawingml/2006/main" noGrp="1"/>
          </p:cNvSpPr>
          <p:nvPr/>
        </p:nvSpPr>
        <p:spPr>
          <a:xfrm xmlns:a="http://schemas.openxmlformats.org/drawingml/2006/main">
            <a:off x="13477875" y="538162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C66BE867-86CB-4A0C-9AB5-2E19DCB0B425}"/>
              </a:ext>
            </a:extLst>
          </p:cNvPr>
          <p:cNvPicPr>
            <a:picLocks xmlns:a="http://schemas.openxmlformats.org/drawingml/2006/main" noChangeAspect="1"/>
          </p:cNvPicPr>
          <p:nvPr/>
        </p:nvPicPr>
        <p:blipFill>
          <a:blip xmlns:r="http://schemas.openxmlformats.org/officeDocument/2006/relationships" xmlns:a="http://schemas.openxmlformats.org/drawingml/2006/main" r:embed="R02c1fb2bce274ae8"/>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533F73C4-3882-476E-AE58-5945DFCCFD61}"/>
              </a:ext>
            </a:extLst>
          </p:cNvPr>
          <p:cNvPicPr>
            <a:picLocks xmlns:a="http://schemas.openxmlformats.org/drawingml/2006/main" noChangeAspect="1"/>
          </p:cNvPicPr>
          <p:nvPr/>
        </p:nvPicPr>
        <p:blipFill>
          <a:blip xmlns:r="http://schemas.openxmlformats.org/officeDocument/2006/relationships" xmlns:a="http://schemas.openxmlformats.org/drawingml/2006/main" r:embed="Rbdcf420233df4a77"/>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0766EF7-5382-42ED-AA97-C685B463070F}"/>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1C36BC-4CE5-4F1B-ADFF-118F8BA878F8}"/>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6B51985-D5BF-4F4B-8EEC-22C0DB29FBE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702241341"/>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5F19FBEA-AEDD-45EA-AC71-5FC3AE51C67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0F0BFFE6-7E92-40A9-9FE2-F39E71E9F1DF}"/>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4275C3CC-408B-4042-B557-6222A270B216}"/>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68ECDA11-605D-4F01-B097-8D5A9A69A5C3}"/>
              </a:ext>
            </a:extLst>
          </p:cNvPr>
          <p:cNvPicPr>
            <a:picLocks xmlns:a="http://schemas.openxmlformats.org/drawingml/2006/main" noChangeAspect="1"/>
          </p:cNvPicPr>
          <p:nvPr/>
        </p:nvPicPr>
        <p:blipFill>
          <a:blip xmlns:r="http://schemas.openxmlformats.org/officeDocument/2006/relationships" xmlns:a="http://schemas.openxmlformats.org/drawingml/2006/main" r:embed="Rb6dd1264208547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6EEC425-3231-4C0C-839B-6D63283393BC}"/>
              </a:ext>
            </a:extLst>
          </p:cNvPr>
          <p:cNvPicPr>
            <a:picLocks xmlns:a="http://schemas.openxmlformats.org/drawingml/2006/main" noChangeAspect="1"/>
          </p:cNvPicPr>
          <p:nvPr/>
        </p:nvPicPr>
        <p:blipFill>
          <a:blip xmlns:r="http://schemas.openxmlformats.org/officeDocument/2006/relationships" xmlns:a="http://schemas.openxmlformats.org/drawingml/2006/main" r:embed="Re905a46802d8471d"/>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21138C8B-FB3E-4CED-99A0-A0A8090135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94658148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6C378B7F-5275-4A6B-B155-2E54006DC1AD}"/>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1478DD41-967E-4D4B-ABEC-49C85499F2B6}"/>
              </a:ext>
            </a:extLst>
          </p:cNvPr>
          <p:cNvPicPr>
            <a:picLocks xmlns:a="http://schemas.openxmlformats.org/drawingml/2006/main" noChangeAspect="1"/>
          </p:cNvPicPr>
          <p:nvPr/>
        </p:nvPicPr>
        <p:blipFill>
          <a:blip xmlns:r="http://schemas.openxmlformats.org/officeDocument/2006/relationships" xmlns:a="http://schemas.openxmlformats.org/drawingml/2006/main" r:embed="R293a4b47c980493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ACF3FC-9498-4993-BB3C-C18715E0E8D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EB5CFE-A65F-4497-BFF6-256AF1EF29E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84427C7D-E757-4E9A-9A92-F5EAD6B795E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A2B6F04-F687-46A0-8566-7B1B5DB794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7E1CD93-A7ED-4227-B69F-F778A9278A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FF1A8C98-436A-4987-9CB7-72E4794D9E68}"/>
              </a:ext>
            </a:extLst>
          </p:cNvPr>
          <p:cNvPicPr>
            <a:picLocks xmlns:a="http://schemas.openxmlformats.org/drawingml/2006/main" noChangeAspect="1"/>
          </p:cNvPicPr>
          <p:nvPr/>
        </p:nvPicPr>
        <p:blipFill>
          <a:blip xmlns:r="http://schemas.openxmlformats.org/officeDocument/2006/relationships" xmlns:a="http://schemas.openxmlformats.org/drawingml/2006/main" r:embed="R379c724031654e2e"/>
          <a:stretch xmlns:a="http://schemas.openxmlformats.org/drawingml/2006/main"/>
        </p:blipFill>
        <p:spPr>
          <a:xfrm xmlns:a="http://schemas.openxmlformats.org/drawingml/2006/main">
            <a:off x="4087237" y="4750793"/>
            <a:ext cx="10113525" cy="594913"/>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E3930BF-C5A9-402F-A09B-D9C9C282F091}"/>
              </a:ext>
            </a:extLst>
          </p:cNvPr>
          <p:cNvPicPr>
            <a:picLocks xmlns:a="http://schemas.openxmlformats.org/drawingml/2006/main" noChangeAspect="1"/>
          </p:cNvPicPr>
          <p:nvPr/>
        </p:nvPicPr>
        <p:blipFill>
          <a:blip xmlns:r="http://schemas.openxmlformats.org/officeDocument/2006/relationships" xmlns:a="http://schemas.openxmlformats.org/drawingml/2006/main" r:embed="R71bce2e0b5a64f4d"/>
          <a:stretch xmlns:a="http://schemas.openxmlformats.org/drawingml/2006/main"/>
        </p:blipFill>
        <p:spPr>
          <a:xfrm xmlns:a="http://schemas.openxmlformats.org/drawingml/2006/main">
            <a:off x="3492324" y="5838129"/>
            <a:ext cx="11303352" cy="61099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A9BC2FC-E168-40D5-9731-056E31FB8E47}"/>
              </a:ext>
            </a:extLst>
          </p:cNvPr>
          <p:cNvPicPr>
            <a:picLocks xmlns:a="http://schemas.openxmlformats.org/drawingml/2006/main" noChangeAspect="1"/>
          </p:cNvPicPr>
          <p:nvPr/>
        </p:nvPicPr>
        <p:blipFill>
          <a:blip xmlns:r="http://schemas.openxmlformats.org/officeDocument/2006/relationships" xmlns:a="http://schemas.openxmlformats.org/drawingml/2006/main" r:embed="Rf8f9b419359f4ab9"/>
          <a:stretch xmlns:a="http://schemas.openxmlformats.org/drawingml/2006/main"/>
        </p:blipFill>
        <p:spPr>
          <a:xfrm xmlns:a="http://schemas.openxmlformats.org/drawingml/2006/main">
            <a:off x="4087237" y="7179668"/>
            <a:ext cx="10113525" cy="5949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31795FD-86B5-43B9-9897-43244810A558}"/>
              </a:ext>
            </a:extLst>
          </p:cNvPr>
          <p:cNvPicPr>
            <a:picLocks xmlns:a="http://schemas.openxmlformats.org/drawingml/2006/main" noChangeAspect="1"/>
          </p:cNvPicPr>
          <p:nvPr/>
        </p:nvPicPr>
        <p:blipFill>
          <a:blip xmlns:r="http://schemas.openxmlformats.org/officeDocument/2006/relationships" xmlns:a="http://schemas.openxmlformats.org/drawingml/2006/main" r:embed="Ra02f780efad54d90"/>
          <a:stretch xmlns:a="http://schemas.openxmlformats.org/drawingml/2006/main"/>
        </p:blipFill>
        <p:spPr>
          <a:xfrm xmlns:a="http://schemas.openxmlformats.org/drawingml/2006/main">
            <a:off x="6786892" y="8477250"/>
            <a:ext cx="4714215" cy="809625"/>
          </a:xfrm>
          <a:prstGeom xmlns:a="http://schemas.openxmlformats.org/drawingml/2006/main" prst="rect">
            <a:avLst/>
          </a:prstGeom>
        </p:spPr>
      </p:pic>
    </p:spTree>
    <p:extLst>
      <p:ext uri="{BB962C8B-B14F-4D97-AF65-F5344CB8AC3E}">
        <p14:creationId xmlns:p14="http://schemas.microsoft.com/office/powerpoint/2010/main" val="191811270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29555F6-9C4F-4E2F-9805-B23ECDBD3B97}"/>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121756B-59D9-40D7-8EC5-89A5347083A4}"/>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C3DA393A-FDF1-457C-9F24-F5D4ED5C578B}"/>
              </a:ext>
            </a:extLst>
          </p:cNvPr>
          <p:cNvPicPr>
            <a:picLocks xmlns:a="http://schemas.openxmlformats.org/drawingml/2006/main" noChangeAspect="1"/>
          </p:cNvPicPr>
          <p:nvPr/>
        </p:nvPicPr>
        <p:blipFill>
          <a:blip xmlns:r="http://schemas.openxmlformats.org/officeDocument/2006/relationships" xmlns:a="http://schemas.openxmlformats.org/drawingml/2006/main" r:embed="Rd10714be7771424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CD8484-494E-4E72-A7BE-9EFC92667E7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5013E8-6BF3-4AFD-8097-1D0B6DD118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39E07415-155C-4C92-BE34-EC4E8DE680B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232C4E1-8483-46B5-B230-EF5ECDDB8C2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43B0764-E859-4FAB-A272-C1B67978404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E2F34078-E52C-4B7E-8885-EB96FCD70F85}"/>
              </a:ext>
            </a:extLst>
          </p:cNvPr>
          <p:cNvPicPr>
            <a:picLocks xmlns:a="http://schemas.openxmlformats.org/drawingml/2006/main" noChangeAspect="1"/>
          </p:cNvPicPr>
          <p:nvPr/>
        </p:nvPicPr>
        <p:blipFill>
          <a:blip xmlns:r="http://schemas.openxmlformats.org/officeDocument/2006/relationships" xmlns:a="http://schemas.openxmlformats.org/drawingml/2006/main" r:embed="Ra2761814c2544009"/>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B4AD598-C05B-4DA5-951E-E80FE3A445E2}"/>
              </a:ext>
            </a:extLst>
          </p:cNvPr>
          <p:cNvPicPr>
            <a:picLocks xmlns:a="http://schemas.openxmlformats.org/drawingml/2006/main" noChangeAspect="1"/>
          </p:cNvPicPr>
          <p:nvPr/>
        </p:nvPicPr>
        <p:blipFill>
          <a:blip xmlns:r="http://schemas.openxmlformats.org/officeDocument/2006/relationships" xmlns:a="http://schemas.openxmlformats.org/drawingml/2006/main" r:embed="R55aae3a68fd84d03"/>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AB841A7-9A68-4811-AF8E-F6EE41CC22B5}"/>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FA55F2AE-9EED-4239-9BCB-BFC8CFA81F23}"/>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3690DA46-9324-43D0-8FE4-55BBDD0E40D2}"/>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38035435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795B52C-5F88-422A-8F10-3AD66E57ABFC}"/>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DDE442E9-1068-4959-97A8-FED44CE91849}"/>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6FF54CD-77F2-43BD-9291-49BB973A44EF}"/>
              </a:ext>
            </a:extLst>
          </p:cNvPr>
          <p:cNvPicPr>
            <a:picLocks xmlns:a="http://schemas.openxmlformats.org/drawingml/2006/main" noChangeAspect="1"/>
          </p:cNvPicPr>
          <p:nvPr/>
        </p:nvPicPr>
        <p:blipFill>
          <a:blip xmlns:r="http://schemas.openxmlformats.org/officeDocument/2006/relationships" xmlns:a="http://schemas.openxmlformats.org/drawingml/2006/main" r:embed="R6d2ea970f02347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E5A021-71C3-4BE6-A8AB-D0D9880E08F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7F14D0-22D6-4746-821A-B2D270FF1B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F764AE9F-5EBF-4F28-8C46-0B2362539F4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CA751E1-3333-4F06-8055-B5BCA8D25B8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857B4A6-D15A-4A6D-8CEE-0FAC642AF53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29754FE-C5D1-4933-9A2F-6E6383294B06}"/>
              </a:ext>
            </a:extLst>
          </p:cNvPr>
          <p:cNvPicPr>
            <a:picLocks xmlns:a="http://schemas.openxmlformats.org/drawingml/2006/main" noChangeAspect="1"/>
          </p:cNvPicPr>
          <p:nvPr/>
        </p:nvPicPr>
        <p:blipFill>
          <a:blip xmlns:r="http://schemas.openxmlformats.org/officeDocument/2006/relationships" xmlns:a="http://schemas.openxmlformats.org/drawingml/2006/main" r:embed="R866120ffa7014db4"/>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C5277CF-974F-4611-B1C4-0B65978F4F59}"/>
              </a:ext>
            </a:extLst>
          </p:cNvPr>
          <p:cNvPicPr>
            <a:picLocks xmlns:a="http://schemas.openxmlformats.org/drawingml/2006/main" noChangeAspect="1"/>
          </p:cNvPicPr>
          <p:nvPr/>
        </p:nvPicPr>
        <p:blipFill>
          <a:blip xmlns:r="http://schemas.openxmlformats.org/officeDocument/2006/relationships" xmlns:a="http://schemas.openxmlformats.org/drawingml/2006/main" r:embed="Rc7b1291eca2c4a96"/>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01EFFAC-6DC7-4285-8253-76B7EE2336A5}"/>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1750FE61-E0D5-475C-87D8-CDD589975C61}"/>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7E069C3D-2872-4F9D-A2E4-8381172CB7CD}"/>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37405488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E735C9CA-1539-40F2-807B-D9B03DF99833}"/>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E39B767A-CB33-4EB1-9526-1D24896C07FA}"/>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D2BC70D7-6208-4C8E-BFF2-E024DF590B39}"/>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C06ECC0D-5B78-418D-AB7C-35BA4CFF0435}"/>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C00E2EA6-B35B-47B9-91F5-3522AF15848C}"/>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75DCC17A-B6F1-4760-B7E2-9C09F868F51B}"/>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4C8B7297-64F2-4AFD-915F-E9B493054317}"/>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CE06905-A5E3-41B9-882C-29453A5B9395}"/>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D118F97A-B95C-478E-995E-B274B8ABBC04}"/>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34F76471-5BCC-4315-ADB1-3A868AB48A94}"/>
              </a:ext>
            </a:extLst>
          </p:cNvPr>
          <p:cNvPicPr>
            <a:picLocks xmlns:a="http://schemas.openxmlformats.org/drawingml/2006/main" noChangeAspect="1"/>
          </p:cNvPicPr>
          <p:nvPr/>
        </p:nvPicPr>
        <p:blipFill>
          <a:blip xmlns:r="http://schemas.openxmlformats.org/officeDocument/2006/relationships" xmlns:a="http://schemas.openxmlformats.org/drawingml/2006/main" r:embed="R5105a6aeb2064d0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E9E851-C947-4B43-8C1E-D36B11E352C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A8A038-3A9D-44E0-9D3A-F18D5BCF29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01A26731-13A3-46E8-A41D-45400905F70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39B403-1546-4570-8829-111B720C77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6E8AF1C-7391-43B2-B296-27E61A65255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F9479E9B-7486-4DCC-9589-3110B00E9DF7}"/>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D5C6D050-DCDD-4CDA-BFDE-31DCC8D5442B}"/>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A347696B-C59A-452A-B811-0469EA9AEB2D}"/>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C972B6FC-EB92-4DF6-AC3E-EF7CE9A13F5E}"/>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10211439-2DFF-4FDE-8E57-514DBF4EDC07}"/>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44EE61E7-62A8-45E3-8B23-3C6FAE12F0C6}"/>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9F6000C4-1A4C-4F66-B71B-CF3340BE5115}"/>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BFE7B011-13A4-4700-AB78-2967DC701FB5}"/>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3E442237-461A-48B9-B2B8-D01E1AB670C0}"/>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1DFC3B50-3C90-4808-9811-1A83BD612B40}"/>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BFC0B143-C0BD-487F-9142-FBE8D2B4E38D}"/>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BE7F5250-060B-4866-8157-FCFACAD00150}"/>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679449801"/>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AEEA758-8CE3-4ECD-9E2E-FD8CE0D6B4A4}"/>
              </a:ext>
            </a:extLst>
          </p:cNvPr>
          <p:cNvPicPr>
            <a:picLocks xmlns:a="http://schemas.openxmlformats.org/drawingml/2006/main" noChangeAspect="1"/>
          </p:cNvPicPr>
          <p:nvPr/>
        </p:nvPicPr>
        <p:blipFill>
          <a:blip xmlns:r="http://schemas.openxmlformats.org/officeDocument/2006/relationships" xmlns:a="http://schemas.openxmlformats.org/drawingml/2006/main" r:embed="Rd0cdc73fc1ad4af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BDAFF14-688A-43E8-89F0-150DA69A24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091C65F-64C6-4637-8DF4-7E1A7D55FDE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94B5C0A-A5EF-45FA-BA81-46184D83B562}"/>
              </a:ext>
            </a:extLst>
          </p:cNvPr>
          <p:cNvPicPr>
            <a:picLocks xmlns:a="http://schemas.openxmlformats.org/drawingml/2006/main" noChangeAspect="1"/>
          </p:cNvPicPr>
          <p:nvPr/>
        </p:nvPicPr>
        <p:blipFill>
          <a:blip xmlns:r="http://schemas.openxmlformats.org/officeDocument/2006/relationships" xmlns:a="http://schemas.openxmlformats.org/drawingml/2006/main" r:embed="Re055ca1015374a5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C1710270-7FBD-444C-81E5-D9431AF90CA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04BA6F1-018B-400E-AE65-34E33334E24F}"/>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AF04CF09-AADD-403F-854C-2BEA4ECA1F9F}"/>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7E2BEA70-EFC7-4B97-B3A6-2C7BEDD91811}"/>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021717404"/>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6B3C9684-7892-466B-A4AE-AF12232461E8}"/>
              </a:ext>
            </a:extLst>
          </p:cNvPr>
          <p:cNvPicPr>
            <a:picLocks xmlns:a="http://schemas.openxmlformats.org/drawingml/2006/main" noChangeAspect="1"/>
          </p:cNvPicPr>
          <p:nvPr/>
        </p:nvPicPr>
        <p:blipFill>
          <a:blip xmlns:r="http://schemas.openxmlformats.org/officeDocument/2006/relationships" xmlns:a="http://schemas.openxmlformats.org/drawingml/2006/main" r:embed="R031d8a3b91644e8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2518A722-38BD-4227-B9B8-48EC3FC1D9CC}"/>
              </a:ext>
            </a:extLst>
          </p:cNvPr>
          <p:cNvPicPr>
            <a:picLocks xmlns:a="http://schemas.openxmlformats.org/drawingml/2006/main" noChangeAspect="1"/>
          </p:cNvPicPr>
          <p:nvPr/>
        </p:nvPicPr>
        <p:blipFill>
          <a:blip xmlns:r="http://schemas.openxmlformats.org/officeDocument/2006/relationships" xmlns:a="http://schemas.openxmlformats.org/drawingml/2006/main" r:embed="Ra9f9f649b29d418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1E0EE2-83F9-445D-8F7F-C613B7DD9D1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5A6A35-4498-4B46-B6C8-D8B119D563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1FB12D3-8D0C-4FE3-BDD6-19CFBC56932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04CC450-59BD-442C-BA49-A5D195B0BD3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64850C88-0238-44DB-AE59-8D35A7E216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C9231CB1-3550-4309-8A20-2C875AEEC230}"/>
              </a:ext>
            </a:extLst>
          </p:cNvPr>
          <p:cNvPicPr>
            <a:picLocks xmlns:a="http://schemas.openxmlformats.org/drawingml/2006/main" noChangeAspect="1"/>
          </p:cNvPicPr>
          <p:nvPr/>
        </p:nvPicPr>
        <p:blipFill>
          <a:blip xmlns:r="http://schemas.openxmlformats.org/officeDocument/2006/relationships" xmlns:a="http://schemas.openxmlformats.org/drawingml/2006/main" r:embed="Re03d7a5081ad4417"/>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431DF9F7-C4EB-4190-AB69-54982C73931D}"/>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A36DD6D-F7FC-4581-92C9-2D7F45268ECD}"/>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385CC519-0905-4B6E-922E-581720E34130}"/>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8316D0A1-EEC7-4813-9AFF-A474DB921F2E}"/>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426B3C4E-36B5-4229-866F-2872C5C98839}"/>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4E9EEFB5-476F-43F2-A695-7108761611BD}"/>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CA1E0F61-76F4-4CD1-87EA-C73D380FE657}"/>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8C68A30-283B-48FA-8E1F-594AD1B422AA}"/>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8391F5A9-940F-49B1-A85C-CAEB2F072393}"/>
              </a:ext>
            </a:extLst>
          </p:cNvPr>
          <p:cNvSpPr>
            <a:spLocks xmlns:a="http://schemas.openxmlformats.org/drawingml/2006/main" noGrp="1"/>
          </p:cNvSpPr>
          <p:nvPr/>
        </p:nvSpPr>
        <p:spPr>
          <a:xfrm xmlns:a="http://schemas.openxmlformats.org/drawingml/2006/main">
            <a:off x="214312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4265F1FB-822C-449B-BCD2-58DBE734234C}"/>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B7CB3B1-2724-4396-A7ED-7ADC0B63F0B0}"/>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48FEB403-7EDC-4333-9115-F8064C4179F0}"/>
              </a:ext>
            </a:extLst>
          </p:cNvPr>
          <p:cNvSpPr>
            <a:spLocks xmlns:a="http://schemas.openxmlformats.org/drawingml/2006/main" noGrp="1"/>
          </p:cNvSpPr>
          <p:nvPr/>
        </p:nvSpPr>
        <p:spPr>
          <a:xfrm xmlns:a="http://schemas.openxmlformats.org/drawingml/2006/main">
            <a:off x="1023937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901528128"/>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4EACBA80-A469-4C30-89A1-18BF9D379742}"/>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4237B51-BFB3-400F-9041-E53351138B54}"/>
              </a:ext>
            </a:extLst>
          </p:cNvPr>
          <p:cNvPicPr>
            <a:picLocks xmlns:a="http://schemas.openxmlformats.org/drawingml/2006/main" noChangeAspect="1"/>
          </p:cNvPicPr>
          <p:nvPr/>
        </p:nvPicPr>
        <p:blipFill>
          <a:blip xmlns:r="http://schemas.openxmlformats.org/officeDocument/2006/relationships" xmlns:a="http://schemas.openxmlformats.org/drawingml/2006/main" r:embed="R8f1c50c854cc4c3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A0180A-7118-4DF6-B831-786F3C6F70F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5CCE83-6ECC-4202-8450-6ED8ADA7895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04AB0DDD-D3DD-4483-8EA8-9F1D365DF83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44E0592-FDC1-4BF7-9F66-28DE0798ACF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2FD16D6-EFC3-4F24-8264-17E8668DF1E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6AE95395-FF73-4F15-84EA-3F12419143CE}"/>
              </a:ext>
            </a:extLst>
          </p:cNvPr>
          <p:cNvPicPr>
            <a:picLocks xmlns:a="http://schemas.openxmlformats.org/drawingml/2006/main" noChangeAspect="1"/>
          </p:cNvPicPr>
          <p:nvPr/>
        </p:nvPicPr>
        <p:blipFill>
          <a:blip xmlns:r="http://schemas.openxmlformats.org/officeDocument/2006/relationships" xmlns:a="http://schemas.openxmlformats.org/drawingml/2006/main" r:embed="R21a1ab38260a4555"/>
          <a:stretch xmlns:a="http://schemas.openxmlformats.org/drawingml/2006/main"/>
        </p:blipFill>
        <p:spPr>
          <a:xfrm xmlns:a="http://schemas.openxmlformats.org/drawingml/2006/main">
            <a:off x="4933613" y="4857750"/>
            <a:ext cx="8420774" cy="857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7AA20B3-38C4-4BF2-AAEA-58F617AA8311}"/>
              </a:ext>
            </a:extLst>
          </p:cNvPr>
          <p:cNvPicPr>
            <a:picLocks xmlns:a="http://schemas.openxmlformats.org/drawingml/2006/main" noChangeAspect="1"/>
          </p:cNvPicPr>
          <p:nvPr/>
        </p:nvPicPr>
        <p:blipFill>
          <a:blip xmlns:r="http://schemas.openxmlformats.org/officeDocument/2006/relationships" xmlns:a="http://schemas.openxmlformats.org/drawingml/2006/main" r:embed="R33bf1d992c3744f2"/>
          <a:stretch xmlns:a="http://schemas.openxmlformats.org/drawingml/2006/main"/>
        </p:blipFill>
        <p:spPr>
          <a:xfrm xmlns:a="http://schemas.openxmlformats.org/drawingml/2006/main">
            <a:off x="4345676" y="6946928"/>
            <a:ext cx="9596648" cy="58414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E9820BC-8005-42B4-AFC2-2E98A676EE82}"/>
              </a:ext>
            </a:extLst>
          </p:cNvPr>
          <p:cNvPicPr>
            <a:picLocks xmlns:a="http://schemas.openxmlformats.org/drawingml/2006/main" noChangeAspect="1"/>
          </p:cNvPicPr>
          <p:nvPr/>
        </p:nvPicPr>
        <p:blipFill>
          <a:blip xmlns:r="http://schemas.openxmlformats.org/officeDocument/2006/relationships" xmlns:a="http://schemas.openxmlformats.org/drawingml/2006/main" r:embed="Rc33d24ee5f184d1e"/>
          <a:stretch xmlns:a="http://schemas.openxmlformats.org/drawingml/2006/main"/>
        </p:blipFill>
        <p:spPr>
          <a:xfrm xmlns:a="http://schemas.openxmlformats.org/drawingml/2006/main">
            <a:off x="4345676" y="7810500"/>
            <a:ext cx="9596648"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9B4DE49-1A8A-449A-ADB8-260B6240B426}"/>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D5021625-25C5-4A37-8DC0-105C4AAA270A}"/>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707092231"/>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0193635-254E-4ABB-80DA-515F46875F63}"/>
              </a:ext>
            </a:extLst>
          </p:cNvPr>
          <p:cNvPicPr>
            <a:picLocks xmlns:a="http://schemas.openxmlformats.org/drawingml/2006/main" noChangeAspect="1"/>
          </p:cNvPicPr>
          <p:nvPr/>
        </p:nvPicPr>
        <p:blipFill>
          <a:blip xmlns:r="http://schemas.openxmlformats.org/officeDocument/2006/relationships" xmlns:a="http://schemas.openxmlformats.org/drawingml/2006/main" r:embed="Rf261b00855964de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671A92-5B61-465A-8662-683ECBE60A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763F6B3-F639-4BB4-915C-ADBA14BB471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D2FC410-9D6F-4144-A79C-2B58BDB56B2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5D1025-7284-4BF5-AFF7-0048904E1BA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C10E5A3-5898-435C-8EE9-570AB24A65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F4DA9F07-4A72-466D-A0D8-CC28977460C2}"/>
              </a:ext>
            </a:extLst>
          </p:cNvPr>
          <p:cNvPicPr>
            <a:picLocks xmlns:a="http://schemas.openxmlformats.org/drawingml/2006/main" noChangeAspect="1"/>
          </p:cNvPicPr>
          <p:nvPr/>
        </p:nvPicPr>
        <p:blipFill>
          <a:blip xmlns:r="http://schemas.openxmlformats.org/officeDocument/2006/relationships" xmlns:a="http://schemas.openxmlformats.org/drawingml/2006/main" r:embed="Re1ca6782ef684d47"/>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58C9895-9064-41DE-B796-876EDD7E7C70}"/>
              </a:ext>
            </a:extLst>
          </p:cNvPr>
          <p:cNvPicPr>
            <a:picLocks xmlns:a="http://schemas.openxmlformats.org/drawingml/2006/main" noChangeAspect="1"/>
          </p:cNvPicPr>
          <p:nvPr/>
        </p:nvPicPr>
        <p:blipFill>
          <a:blip xmlns:r="http://schemas.openxmlformats.org/officeDocument/2006/relationships" xmlns:a="http://schemas.openxmlformats.org/drawingml/2006/main" r:embed="Rfdb291bb5f234213"/>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785C41F-E677-493A-AB9C-6BF345BB2D80}"/>
              </a:ext>
            </a:extLst>
          </p:cNvPr>
          <p:cNvSpPr>
            <a:spLocks xmlns:a="http://schemas.openxmlformats.org/drawingml/2006/main" noGrp="1"/>
          </p:cNvSpPr>
          <p:nvPr/>
        </p:nvSpPr>
        <p:spPr>
          <a:xfrm xmlns:a="http://schemas.openxmlformats.org/drawingml/2006/main">
            <a:off x="2667000" y="7667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1946248870"/>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B97F9D98-F946-4FF5-9A89-C67359482E9A}"/>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987A76A-658D-4E04-9027-43346141B20B}"/>
              </a:ext>
            </a:extLst>
          </p:cNvPr>
          <p:cNvPicPr>
            <a:picLocks xmlns:a="http://schemas.openxmlformats.org/drawingml/2006/main" noChangeAspect="1"/>
          </p:cNvPicPr>
          <p:nvPr/>
        </p:nvPicPr>
        <p:blipFill>
          <a:blip xmlns:r="http://schemas.openxmlformats.org/officeDocument/2006/relationships" xmlns:a="http://schemas.openxmlformats.org/drawingml/2006/main" r:embed="Rcf1f9ef971374b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AB6922-E4AE-486B-A3ED-7B039C56F8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6361B5-1D2A-4463-9C2D-FABFB57CB0B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31E7EC71-8CA2-4E9E-A403-940846C6817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35AA64-9589-46B8-8234-ECCF287F24E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D7D0CBA-DDA9-4C3E-BF7A-8493FA3E6E3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6CB14A68-C5D1-4BF4-B6C4-E5E95CA2AFEC}"/>
              </a:ext>
            </a:extLst>
          </p:cNvPr>
          <p:cNvPicPr>
            <a:picLocks xmlns:a="http://schemas.openxmlformats.org/drawingml/2006/main" noChangeAspect="1"/>
          </p:cNvPicPr>
          <p:nvPr/>
        </p:nvPicPr>
        <p:blipFill>
          <a:blip xmlns:r="http://schemas.openxmlformats.org/officeDocument/2006/relationships" xmlns:a="http://schemas.openxmlformats.org/drawingml/2006/main" r:embed="Re81f0cf2aec64727"/>
          <a:stretch xmlns:a="http://schemas.openxmlformats.org/drawingml/2006/main"/>
        </p:blipFill>
        <p:spPr>
          <a:xfrm xmlns:a="http://schemas.openxmlformats.org/drawingml/2006/main">
            <a:off x="4345676" y="4851428"/>
            <a:ext cx="9596648" cy="584144"/>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E70EF3C-46D7-4CD4-9EA9-354C37BF2F9C}"/>
              </a:ext>
            </a:extLst>
          </p:cNvPr>
          <p:cNvPicPr>
            <a:picLocks xmlns:a="http://schemas.openxmlformats.org/drawingml/2006/main" noChangeAspect="1"/>
          </p:cNvPicPr>
          <p:nvPr/>
        </p:nvPicPr>
        <p:blipFill>
          <a:blip xmlns:r="http://schemas.openxmlformats.org/officeDocument/2006/relationships" xmlns:a="http://schemas.openxmlformats.org/drawingml/2006/main" r:embed="R1684f21ab49340c6"/>
          <a:stretch xmlns:a="http://schemas.openxmlformats.org/drawingml/2006/main"/>
        </p:blipFill>
        <p:spPr>
          <a:xfrm xmlns:a="http://schemas.openxmlformats.org/drawingml/2006/main">
            <a:off x="4345676" y="5953125"/>
            <a:ext cx="9596648" cy="8572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E7D27E1-BDFF-4CB3-BDE4-DE8D5AE0FD85}"/>
              </a:ext>
            </a:extLst>
          </p:cNvPr>
          <p:cNvPicPr>
            <a:picLocks xmlns:a="http://schemas.openxmlformats.org/drawingml/2006/main" noChangeAspect="1"/>
          </p:cNvPicPr>
          <p:nvPr/>
        </p:nvPicPr>
        <p:blipFill>
          <a:blip xmlns:r="http://schemas.openxmlformats.org/officeDocument/2006/relationships" xmlns:a="http://schemas.openxmlformats.org/drawingml/2006/main" r:embed="R8245bcb84bfa4da3"/>
          <a:stretch xmlns:a="http://schemas.openxmlformats.org/drawingml/2006/main"/>
        </p:blipFill>
        <p:spPr>
          <a:xfrm xmlns:a="http://schemas.openxmlformats.org/drawingml/2006/main">
            <a:off x="6590945" y="7786447"/>
            <a:ext cx="5106110" cy="1238732"/>
          </a:xfrm>
          <a:prstGeom xmlns:a="http://schemas.openxmlformats.org/drawingml/2006/main" prst="rect">
            <a:avLst/>
          </a:prstGeom>
        </p:spPr>
      </p:pic>
    </p:spTree>
    <p:extLst>
      <p:ext uri="{BB962C8B-B14F-4D97-AF65-F5344CB8AC3E}">
        <p14:creationId xmlns:p14="http://schemas.microsoft.com/office/powerpoint/2010/main" val="1692559898"/>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B364137-F4E0-4E24-A5F7-A8A291B69F76}"/>
              </a:ext>
            </a:extLst>
          </p:cNvPr>
          <p:cNvPicPr>
            <a:picLocks xmlns:a="http://schemas.openxmlformats.org/drawingml/2006/main" noChangeAspect="1"/>
          </p:cNvPicPr>
          <p:nvPr/>
        </p:nvPicPr>
        <p:blipFill>
          <a:blip xmlns:r="http://schemas.openxmlformats.org/officeDocument/2006/relationships" xmlns:a="http://schemas.openxmlformats.org/drawingml/2006/main" r:embed="R4f7ebb7e473f462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F2124F0-C252-4420-BBE4-AD061690B273}"/>
              </a:ext>
            </a:extLst>
          </p:cNvPr>
          <p:cNvPicPr>
            <a:picLocks xmlns:a="http://schemas.openxmlformats.org/drawingml/2006/main" noChangeAspect="1"/>
          </p:cNvPicPr>
          <p:nvPr/>
        </p:nvPicPr>
        <p:blipFill>
          <a:blip xmlns:r="http://schemas.openxmlformats.org/officeDocument/2006/relationships" xmlns:a="http://schemas.openxmlformats.org/drawingml/2006/main" r:embed="Rcfdf5f2e9899408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0AB499-BD80-403D-B1D1-CBA7F9F40BD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21C9C2-97EF-4ABD-A810-A6BDB579E00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B5A01301-0D0B-4C67-81BD-F58BE748C57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79A501-3668-43CD-AC62-5838F77598A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B5210E1-C7B4-4384-AD26-B8ACF14221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F32B592B-D4AE-4A2A-930E-6269E001AD2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12DD899C-2C31-431F-B44F-FD5E24B2404C}"/>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21756C9C-D03C-4FB7-BD59-9483A77B8569}"/>
              </a:ext>
            </a:extLst>
          </p:cNvPr>
          <p:cNvPicPr>
            <a:picLocks xmlns:a="http://schemas.openxmlformats.org/drawingml/2006/main" noChangeAspect="1"/>
          </p:cNvPicPr>
          <p:nvPr/>
        </p:nvPicPr>
        <p:blipFill>
          <a:blip xmlns:r="http://schemas.openxmlformats.org/officeDocument/2006/relationships" xmlns:a="http://schemas.openxmlformats.org/drawingml/2006/main" r:embed="R011cf86a803c454f"/>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45569226-3B34-488A-AD7B-A1C69CA67ED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6B3A7D0-C941-456A-B961-7D13DAFEB5C9}"/>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922FC5C-70D4-49AE-AA5A-45287097BF62}"/>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30C346CF-1332-44CE-8F1E-24EE8E7B9620}"/>
              </a:ext>
            </a:extLst>
          </p:cNvPr>
          <p:cNvPicPr>
            <a:picLocks xmlns:a="http://schemas.openxmlformats.org/drawingml/2006/main" noChangeAspect="1"/>
          </p:cNvPicPr>
          <p:nvPr/>
        </p:nvPicPr>
        <p:blipFill>
          <a:blip xmlns:r="http://schemas.openxmlformats.org/officeDocument/2006/relationships" xmlns:a="http://schemas.openxmlformats.org/drawingml/2006/main" r:embed="R446ec37c80c04bb4"/>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579932862"/>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1477110-E552-493D-A1D5-66D7B97C9770}"/>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79E32A4-FD26-43E7-8421-222074D1028F}"/>
              </a:ext>
            </a:extLst>
          </p:cNvPr>
          <p:cNvPicPr>
            <a:picLocks xmlns:a="http://schemas.openxmlformats.org/drawingml/2006/main" noChangeAspect="1"/>
          </p:cNvPicPr>
          <p:nvPr/>
        </p:nvPicPr>
        <p:blipFill>
          <a:blip xmlns:r="http://schemas.openxmlformats.org/officeDocument/2006/relationships" xmlns:a="http://schemas.openxmlformats.org/drawingml/2006/main" r:embed="Ra66f3b5f2a7c43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EA00CE-A79B-446E-BE16-07A6E16C429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DC4FCB-3254-4C88-BC1E-80418E0CEAE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B68A2D8-6033-4FEC-98DE-59C0789F1D7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E40C39-5CF6-42B4-8AFF-C5644408F86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94070B9-18D7-4BF1-B8F7-E05AE71EDE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18E8F8E0-EABF-4700-B00C-A8576794C7B4}"/>
              </a:ext>
            </a:extLst>
          </p:cNvPr>
          <p:cNvPicPr>
            <a:picLocks xmlns:a="http://schemas.openxmlformats.org/drawingml/2006/main" noChangeAspect="1"/>
          </p:cNvPicPr>
          <p:nvPr/>
        </p:nvPicPr>
        <p:blipFill>
          <a:blip xmlns:r="http://schemas.openxmlformats.org/officeDocument/2006/relationships" xmlns:a="http://schemas.openxmlformats.org/drawingml/2006/main" r:embed="Raedb30050938498e"/>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97A4B8B-FF6B-411C-82A3-2CAE6FB17376}"/>
              </a:ext>
            </a:extLst>
          </p:cNvPr>
          <p:cNvPicPr>
            <a:picLocks xmlns:a="http://schemas.openxmlformats.org/drawingml/2006/main" noChangeAspect="1"/>
          </p:cNvPicPr>
          <p:nvPr/>
        </p:nvPicPr>
        <p:blipFill>
          <a:blip xmlns:r="http://schemas.openxmlformats.org/officeDocument/2006/relationships" xmlns:a="http://schemas.openxmlformats.org/drawingml/2006/main" r:embed="Rb4cc2c05560349ef"/>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79719D26-0C88-4C0B-A942-53B006D87185}"/>
              </a:ext>
            </a:extLst>
          </p:cNvPr>
          <p:cNvPicPr>
            <a:picLocks xmlns:a="http://schemas.openxmlformats.org/drawingml/2006/main" noChangeAspect="1"/>
          </p:cNvPicPr>
          <p:nvPr/>
        </p:nvPicPr>
        <p:blipFill>
          <a:blip xmlns:r="http://schemas.openxmlformats.org/officeDocument/2006/relationships" xmlns:a="http://schemas.openxmlformats.org/drawingml/2006/main" r:embed="R14653361637549da"/>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B5CBA108-5470-4D4D-BEEE-37A79CE32B4E}"/>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6520DF6B-3220-4BC9-B04A-A8FD2760F4F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79622082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2" name="레퍼런스 내용 영역">
            <a:extLst xmlns:a="http://schemas.openxmlformats.org/drawingml/2006/main">
              <a:ext uri="{FF2B5EF4-FFF2-40B4-BE49-F238E27FC236}">
                <a16:creationId xmlns:a16="http://schemas.microsoft.com/office/drawing/2014/main" id="{3E6D90E2-1FF5-4089-AF99-2BDF40F3DF95}"/>
              </a:ext>
            </a:extLst>
          </p:cNvPr>
          <p:cNvSpPr>
            <a:spLocks xmlns:a="http://schemas.openxmlformats.org/drawingml/2006/main" noGrp="1"/>
          </p:cNvSpPr>
          <p:nvPr/>
        </p:nvSpPr>
        <p:spPr>
          <a:xfrm xmlns:a="http://schemas.openxmlformats.org/drawingml/2006/main">
            <a:off x="13335000"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2A14DC0E-43EC-4943-A533-C3EC292D8578}"/>
              </a:ext>
            </a:extLst>
          </p:cNvPr>
          <p:cNvSpPr>
            <a:spLocks xmlns:a="http://schemas.openxmlformats.org/drawingml/2006/main" noGrp="1"/>
          </p:cNvSpPr>
          <p:nvPr/>
        </p:nvSpPr>
        <p:spPr>
          <a:xfrm xmlns:a="http://schemas.openxmlformats.org/drawingml/2006/main">
            <a:off x="9286875"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8C95CD98-CD94-4B1F-9BBC-1E5B245C084D}"/>
              </a:ext>
            </a:extLst>
          </p:cNvPr>
          <p:cNvSpPr>
            <a:spLocks xmlns:a="http://schemas.openxmlformats.org/drawingml/2006/main" noGrp="1"/>
          </p:cNvSpPr>
          <p:nvPr/>
        </p:nvSpPr>
        <p:spPr>
          <a:xfrm xmlns:a="http://schemas.openxmlformats.org/drawingml/2006/main">
            <a:off x="5238750"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9A8E124-20DE-4B68-86C0-BA8C85C4BBEE}"/>
              </a:ext>
            </a:extLst>
          </p:cNvPr>
          <p:cNvSpPr>
            <a:spLocks xmlns:a="http://schemas.openxmlformats.org/drawingml/2006/main" noGrp="1"/>
          </p:cNvSpPr>
          <p:nvPr/>
        </p:nvSpPr>
        <p:spPr>
          <a:xfrm xmlns:a="http://schemas.openxmlformats.org/drawingml/2006/main">
            <a:off x="1190625"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3D99E282-93C5-4D70-B041-E627F75259A5}"/>
              </a:ext>
            </a:extLst>
          </p:cNvPr>
          <p:cNvPicPr>
            <a:picLocks xmlns:a="http://schemas.openxmlformats.org/drawingml/2006/main" noChangeAspect="1"/>
          </p:cNvPicPr>
          <p:nvPr/>
        </p:nvPicPr>
        <p:blipFill>
          <a:blip xmlns:r="http://schemas.openxmlformats.org/officeDocument/2006/relationships" xmlns:a="http://schemas.openxmlformats.org/drawingml/2006/main" r:embed="R11a8e391727f4b1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7F4562-EDDB-45D3-ACE0-8883A7B6EF9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D0B49C-0E61-4E7B-8B1D-661AC1A9D34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7DD21A3-89F3-4723-A6F1-760B870A4AB7}"/>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6C4D175-D830-4FA5-AD8F-0D9F3939013D}"/>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754E836B-50FD-42F3-BF68-410702A4FA2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8" name="">
            <a:extLst xmlns:a="http://schemas.openxmlformats.org/drawingml/2006/main">
              <a:ext uri="{FF2B5EF4-FFF2-40B4-BE49-F238E27FC236}">
                <a16:creationId xmlns:a16="http://schemas.microsoft.com/office/drawing/2014/main" id="{C1A3AECC-7066-43D9-858A-08DA64066F40}"/>
              </a:ext>
            </a:extLst>
          </p:cNvPr>
          <p:cNvSpPr>
            <a:spLocks xmlns:a="http://schemas.openxmlformats.org/drawingml/2006/main" noGrp="1"/>
          </p:cNvSpPr>
          <p:nvPr/>
        </p:nvSpPr>
        <p:spPr>
          <a:xfrm xmlns:a="http://schemas.openxmlformats.org/drawingml/2006/main">
            <a:off x="1419225"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38395C4-4635-426C-8F9F-F5B353B72E6A}"/>
              </a:ext>
            </a:extLst>
          </p:cNvPr>
          <p:cNvSpPr>
            <a:spLocks xmlns:a="http://schemas.openxmlformats.org/drawingml/2006/main" noGrp="1"/>
          </p:cNvSpPr>
          <p:nvPr/>
        </p:nvSpPr>
        <p:spPr>
          <a:xfrm xmlns:a="http://schemas.openxmlformats.org/drawingml/2006/main">
            <a:off x="1419225"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42FAE667-F10A-44B3-8D8B-4BDD6E457B45}"/>
              </a:ext>
            </a:extLst>
          </p:cNvPr>
          <p:cNvSpPr>
            <a:spLocks xmlns:a="http://schemas.openxmlformats.org/drawingml/2006/main" noGrp="1"/>
          </p:cNvSpPr>
          <p:nvPr/>
        </p:nvSpPr>
        <p:spPr>
          <a:xfrm xmlns:a="http://schemas.openxmlformats.org/drawingml/2006/main">
            <a:off x="2066925"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1459AD05-B5DC-44D9-8D2C-0F830C52E487}"/>
              </a:ext>
            </a:extLst>
          </p:cNvPr>
          <p:cNvSpPr>
            <a:spLocks xmlns:a="http://schemas.openxmlformats.org/drawingml/2006/main" noGrp="1"/>
          </p:cNvSpPr>
          <p:nvPr/>
        </p:nvSpPr>
        <p:spPr>
          <a:xfrm xmlns:a="http://schemas.openxmlformats.org/drawingml/2006/main">
            <a:off x="1190625"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물질·위치·계수</a:t>
            </a:r>
          </a:p>
        </p:txBody>
      </p:sp>
      <p:sp>
        <p:nvSpPr>
          <p:cNvPr id="13" name="">
            <a:extLst xmlns:a="http://schemas.openxmlformats.org/drawingml/2006/main">
              <a:ext uri="{FF2B5EF4-FFF2-40B4-BE49-F238E27FC236}">
                <a16:creationId xmlns:a16="http://schemas.microsoft.com/office/drawing/2014/main" id="{E0E93FD4-54BD-41E6-B344-C1266F87D6D0}"/>
              </a:ext>
            </a:extLst>
          </p:cNvPr>
          <p:cNvSpPr>
            <a:spLocks xmlns:a="http://schemas.openxmlformats.org/drawingml/2006/main" noGrp="1"/>
          </p:cNvSpPr>
          <p:nvPr/>
        </p:nvSpPr>
        <p:spPr>
          <a:xfrm xmlns:a="http://schemas.openxmlformats.org/drawingml/2006/main">
            <a:off x="5467350"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D388659-D50B-495B-AFB9-8160641A5C10}"/>
              </a:ext>
            </a:extLst>
          </p:cNvPr>
          <p:cNvSpPr>
            <a:spLocks xmlns:a="http://schemas.openxmlformats.org/drawingml/2006/main" noGrp="1"/>
          </p:cNvSpPr>
          <p:nvPr/>
        </p:nvSpPr>
        <p:spPr>
          <a:xfrm xmlns:a="http://schemas.openxmlformats.org/drawingml/2006/main">
            <a:off x="5467350"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B2717C6F-72A7-4820-8899-5841B8295BCE}"/>
              </a:ext>
            </a:extLst>
          </p:cNvPr>
          <p:cNvSpPr>
            <a:spLocks xmlns:a="http://schemas.openxmlformats.org/drawingml/2006/main" noGrp="1"/>
          </p:cNvSpPr>
          <p:nvPr/>
        </p:nvSpPr>
        <p:spPr>
          <a:xfrm xmlns:a="http://schemas.openxmlformats.org/drawingml/2006/main">
            <a:off x="6115050"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3236AD6E-B3A9-4DD4-B494-ED5EE8A551E9}"/>
              </a:ext>
            </a:extLst>
          </p:cNvPr>
          <p:cNvSpPr>
            <a:spLocks xmlns:a="http://schemas.openxmlformats.org/drawingml/2006/main" noGrp="1"/>
          </p:cNvSpPr>
          <p:nvPr/>
        </p:nvSpPr>
        <p:spPr>
          <a:xfrm xmlns:a="http://schemas.openxmlformats.org/drawingml/2006/main">
            <a:off x="5238750"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t>반응식과 </a:t>
            </a:r>
            <a:r>
              <a:t>Δ</a:t>
            </a:r>
            <a:r>
              <a:rPr i="1">
                <a:latin typeface="Pretendard"/>
                <a:ea typeface="Pretendard"/>
                <a:cs typeface="Pretendard"/>
              </a:rPr>
              <a:t>H</a:t>
            </a:r>
            <a:r>
              <a:t>를 함께</a:t>
            </a:r>
          </a:p>
        </p:txBody>
      </p:sp>
      <p:sp>
        <p:nvSpPr>
          <p:cNvPr id="18" name="">
            <a:extLst xmlns:a="http://schemas.openxmlformats.org/drawingml/2006/main">
              <a:ext uri="{FF2B5EF4-FFF2-40B4-BE49-F238E27FC236}">
                <a16:creationId xmlns:a16="http://schemas.microsoft.com/office/drawing/2014/main" id="{587B897C-9332-4A2F-BD44-BF0A176BCCBD}"/>
              </a:ext>
            </a:extLst>
          </p:cNvPr>
          <p:cNvSpPr>
            <a:spLocks xmlns:a="http://schemas.openxmlformats.org/drawingml/2006/main" noGrp="1"/>
          </p:cNvSpPr>
          <p:nvPr/>
        </p:nvSpPr>
        <p:spPr>
          <a:xfrm xmlns:a="http://schemas.openxmlformats.org/drawingml/2006/main">
            <a:off x="9515475"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5908F43-ECDD-4862-9962-D89B7F0B068B}"/>
              </a:ext>
            </a:extLst>
          </p:cNvPr>
          <p:cNvSpPr>
            <a:spLocks xmlns:a="http://schemas.openxmlformats.org/drawingml/2006/main" noGrp="1"/>
          </p:cNvSpPr>
          <p:nvPr/>
        </p:nvSpPr>
        <p:spPr>
          <a:xfrm xmlns:a="http://schemas.openxmlformats.org/drawingml/2006/main">
            <a:off x="9515475"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D11CB3F2-C6D4-4D20-8844-1AD443EB5DCE}"/>
              </a:ext>
            </a:extLst>
          </p:cNvPr>
          <p:cNvSpPr>
            <a:spLocks xmlns:a="http://schemas.openxmlformats.org/drawingml/2006/main" noGrp="1"/>
          </p:cNvSpPr>
          <p:nvPr/>
        </p:nvSpPr>
        <p:spPr>
          <a:xfrm xmlns:a="http://schemas.openxmlformats.org/drawingml/2006/main">
            <a:off x="10163175"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5EADA7C1-CF80-4BC3-9591-D83A8F86C9DC}"/>
              </a:ext>
            </a:extLst>
          </p:cNvPr>
          <p:cNvSpPr>
            <a:spLocks xmlns:a="http://schemas.openxmlformats.org/drawingml/2006/main" noGrp="1"/>
          </p:cNvSpPr>
          <p:nvPr/>
        </p:nvSpPr>
        <p:spPr>
          <a:xfrm xmlns:a="http://schemas.openxmlformats.org/drawingml/2006/main">
            <a:off x="9286875"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종류·상태·양 확인</a:t>
            </a:r>
          </a:p>
        </p:txBody>
      </p:sp>
      <p:sp>
        <p:nvSpPr>
          <p:cNvPr id="23" name="">
            <a:extLst xmlns:a="http://schemas.openxmlformats.org/drawingml/2006/main">
              <a:ext uri="{FF2B5EF4-FFF2-40B4-BE49-F238E27FC236}">
                <a16:creationId xmlns:a16="http://schemas.microsoft.com/office/drawing/2014/main" id="{763E4B64-8234-49BA-AF87-0B4BDE069385}"/>
              </a:ext>
            </a:extLst>
          </p:cNvPr>
          <p:cNvSpPr>
            <a:spLocks xmlns:a="http://schemas.openxmlformats.org/drawingml/2006/main" noGrp="1"/>
          </p:cNvSpPr>
          <p:nvPr/>
        </p:nvSpPr>
        <p:spPr>
          <a:xfrm xmlns:a="http://schemas.openxmlformats.org/drawingml/2006/main">
            <a:off x="13563600"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33E69E4D-AFB8-46F5-8E0D-D1D05F5F7F4E}"/>
              </a:ext>
            </a:extLst>
          </p:cNvPr>
          <p:cNvSpPr>
            <a:spLocks xmlns:a="http://schemas.openxmlformats.org/drawingml/2006/main" noGrp="1"/>
          </p:cNvSpPr>
          <p:nvPr/>
        </p:nvSpPr>
        <p:spPr>
          <a:xfrm xmlns:a="http://schemas.openxmlformats.org/drawingml/2006/main">
            <a:off x="13563600"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76F80FD5-DCCA-45BC-986C-09E3E2964984}"/>
              </a:ext>
            </a:extLst>
          </p:cNvPr>
          <p:cNvSpPr>
            <a:spLocks xmlns:a="http://schemas.openxmlformats.org/drawingml/2006/main" noGrp="1"/>
          </p:cNvSpPr>
          <p:nvPr/>
        </p:nvSpPr>
        <p:spPr>
          <a:xfrm xmlns:a="http://schemas.openxmlformats.org/drawingml/2006/main">
            <a:off x="14211300"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계산·검산</a:t>
            </a:r>
          </a:p>
        </p:txBody>
      </p:sp>
      <p:sp>
        <p:nvSpPr>
          <p:cNvPr id="26" name="text">
            <a:extLst xmlns:a="http://schemas.openxmlformats.org/drawingml/2006/main">
              <a:ext uri="{FF2B5EF4-FFF2-40B4-BE49-F238E27FC236}">
                <a16:creationId xmlns:a16="http://schemas.microsoft.com/office/drawing/2014/main" id="{401BFA4A-29CF-4DE9-9C3B-67C3BC46E790}"/>
              </a:ext>
            </a:extLst>
          </p:cNvPr>
          <p:cNvSpPr>
            <a:spLocks xmlns:a="http://schemas.openxmlformats.org/drawingml/2006/main" noGrp="1"/>
          </p:cNvSpPr>
          <p:nvPr/>
        </p:nvSpPr>
        <p:spPr>
          <a:xfrm xmlns:a="http://schemas.openxmlformats.org/drawingml/2006/main">
            <a:off x="13335000"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남은 식·부호·단위</a:t>
            </a:r>
          </a:p>
        </p:txBody>
      </p:sp>
      <p:pic>
        <p:nvPicPr>
          <p:cNvPr id="27" name="">
            <a:extLst xmlns:a="http://schemas.openxmlformats.org/drawingml/2006/main">
              <a:ext uri="{FF2B5EF4-FFF2-40B4-BE49-F238E27FC236}">
                <a16:creationId xmlns:a16="http://schemas.microsoft.com/office/drawing/2014/main" id="{D48541A1-8904-4C9B-A822-75178528CA0C}"/>
              </a:ext>
            </a:extLst>
          </p:cNvPr>
          <p:cNvPicPr>
            <a:picLocks xmlns:a="http://schemas.openxmlformats.org/drawingml/2006/main" noChangeAspect="1"/>
          </p:cNvPicPr>
          <p:nvPr/>
        </p:nvPicPr>
        <p:blipFill>
          <a:blip xmlns:r="http://schemas.openxmlformats.org/officeDocument/2006/relationships" xmlns:a="http://schemas.openxmlformats.org/drawingml/2006/main" r:embed="Rd9d32fb9d1f64a17"/>
          <a:stretch xmlns:a="http://schemas.openxmlformats.org/drawingml/2006/main"/>
        </p:blipFill>
        <p:spPr>
          <a:xfrm xmlns:a="http://schemas.openxmlformats.org/drawingml/2006/main">
            <a:off x="8436303" y="6667500"/>
            <a:ext cx="1415394" cy="3000375"/>
          </a:xfrm>
          <a:prstGeom xmlns:a="http://schemas.openxmlformats.org/drawingml/2006/main" prst="rect">
            <a:avLst/>
          </a:prstGeom>
        </p:spPr>
      </p:pic>
    </p:spTree>
    <p:extLst>
      <p:ext uri="{BB962C8B-B14F-4D97-AF65-F5344CB8AC3E}">
        <p14:creationId xmlns:p14="http://schemas.microsoft.com/office/powerpoint/2010/main" val="19566893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F8E57AB-F486-4FC0-B08F-BE564AEFFF8A}"/>
              </a:ext>
            </a:extLst>
          </p:cNvPr>
          <p:cNvPicPr>
            <a:picLocks xmlns:a="http://schemas.openxmlformats.org/drawingml/2006/main" noChangeAspect="1"/>
          </p:cNvPicPr>
          <p:nvPr/>
        </p:nvPicPr>
        <p:blipFill>
          <a:blip xmlns:r="http://schemas.openxmlformats.org/officeDocument/2006/relationships" xmlns:a="http://schemas.openxmlformats.org/drawingml/2006/main" r:embed="R2ba42449f4f345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60D44D-DDE2-4387-BB78-08CB5EB1FA1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B855D1-C282-4A7F-964B-7293462A68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0AD14B3-FFFF-455D-8EF5-83F7DD95B72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A63A85-35AF-46C3-ABFA-80FEFDC092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F265BBC-535C-424B-9A3A-EC2ACEE5A39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04A29058-1E88-45AA-BF79-AC95EA881C86}"/>
              </a:ext>
            </a:extLst>
          </p:cNvPr>
          <p:cNvPicPr>
            <a:picLocks xmlns:a="http://schemas.openxmlformats.org/drawingml/2006/main" noChangeAspect="1"/>
          </p:cNvPicPr>
          <p:nvPr/>
        </p:nvPicPr>
        <p:blipFill>
          <a:blip xmlns:r="http://schemas.openxmlformats.org/officeDocument/2006/relationships" xmlns:a="http://schemas.openxmlformats.org/drawingml/2006/main" r:embed="Rcf0b250516a24afe"/>
          <a:stretch xmlns:a="http://schemas.openxmlformats.org/drawingml/2006/main"/>
        </p:blipFill>
        <p:spPr>
          <a:xfrm xmlns:a="http://schemas.openxmlformats.org/drawingml/2006/main">
            <a:off x="4996832" y="4915912"/>
            <a:ext cx="8294336" cy="1407677"/>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5FA0E0F-42F8-43CC-8FB2-A74BCA1F4AC0}"/>
              </a:ext>
            </a:extLst>
          </p:cNvPr>
          <p:cNvPicPr>
            <a:picLocks xmlns:a="http://schemas.openxmlformats.org/drawingml/2006/main" noChangeAspect="1"/>
          </p:cNvPicPr>
          <p:nvPr/>
        </p:nvPicPr>
        <p:blipFill>
          <a:blip xmlns:r="http://schemas.openxmlformats.org/officeDocument/2006/relationships" xmlns:a="http://schemas.openxmlformats.org/drawingml/2006/main" r:embed="R183acef900f04854"/>
          <a:stretch xmlns:a="http://schemas.openxmlformats.org/drawingml/2006/main"/>
        </p:blipFill>
        <p:spPr>
          <a:xfrm xmlns:a="http://schemas.openxmlformats.org/drawingml/2006/main">
            <a:off x="5523657" y="7429500"/>
            <a:ext cx="7240686"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44310B6-AB41-4F85-9111-B3501170B9B6}"/>
              </a:ext>
            </a:extLst>
          </p:cNvPr>
          <p:cNvSpPr>
            <a:spLocks xmlns:a="http://schemas.openxmlformats.org/drawingml/2006/main" noGrp="1"/>
          </p:cNvSpPr>
          <p:nvPr/>
        </p:nvSpPr>
        <p:spPr>
          <a:xfrm xmlns:a="http://schemas.openxmlformats.org/drawingml/2006/main">
            <a:off x="2952750" y="681037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2" name="text">
            <a:extLst xmlns:a="http://schemas.openxmlformats.org/drawingml/2006/main">
              <a:ext uri="{FF2B5EF4-FFF2-40B4-BE49-F238E27FC236}">
                <a16:creationId xmlns:a16="http://schemas.microsoft.com/office/drawing/2014/main" id="{1EA009C4-9BB6-44CD-BA72-57CEA1001A8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Tree>
    <p:extLst>
      <p:ext uri="{BB962C8B-B14F-4D97-AF65-F5344CB8AC3E}">
        <p14:creationId xmlns:p14="http://schemas.microsoft.com/office/powerpoint/2010/main" val="277441236"/>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0B9968C-ACC5-48B6-AA65-7AAB85370F43}"/>
              </a:ext>
            </a:extLst>
          </p:cNvPr>
          <p:cNvPicPr>
            <a:picLocks xmlns:a="http://schemas.openxmlformats.org/drawingml/2006/main" noChangeAspect="1"/>
          </p:cNvPicPr>
          <p:nvPr/>
        </p:nvPicPr>
        <p:blipFill>
          <a:blip xmlns:r="http://schemas.openxmlformats.org/officeDocument/2006/relationships" xmlns:a="http://schemas.openxmlformats.org/drawingml/2006/main" r:embed="R542e56f1273f46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4FDA2C-C5C8-480E-BFC5-ADD901E18CE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28209D-36F5-4221-928D-212873B5B9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66270393-085B-45DD-8A1A-33E8B6E64D2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E51116-ECA3-4844-8B31-DC6F1A88EF6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37C5CC1-EDF5-4086-8E22-12DADC94AD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94B2190C-4E42-4D1E-BA12-7E90AEA0A507}"/>
              </a:ext>
            </a:extLst>
          </p:cNvPr>
          <p:cNvPicPr>
            <a:picLocks xmlns:a="http://schemas.openxmlformats.org/drawingml/2006/main" noChangeAspect="1"/>
          </p:cNvPicPr>
          <p:nvPr/>
        </p:nvPicPr>
        <p:blipFill>
          <a:blip xmlns:r="http://schemas.openxmlformats.org/officeDocument/2006/relationships" xmlns:a="http://schemas.openxmlformats.org/drawingml/2006/main" r:embed="Rcaa470f19066455d"/>
          <a:stretch xmlns:a="http://schemas.openxmlformats.org/drawingml/2006/main"/>
        </p:blipFill>
        <p:spPr>
          <a:xfrm xmlns:a="http://schemas.openxmlformats.org/drawingml/2006/main">
            <a:off x="5411549" y="4891045"/>
            <a:ext cx="7464903" cy="126690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D4688BC-E32D-497D-A1E4-DE2B2925EB80}"/>
              </a:ext>
            </a:extLst>
          </p:cNvPr>
          <p:cNvPicPr>
            <a:picLocks xmlns:a="http://schemas.openxmlformats.org/drawingml/2006/main" noChangeAspect="1"/>
          </p:cNvPicPr>
          <p:nvPr/>
        </p:nvPicPr>
        <p:blipFill>
          <a:blip xmlns:r="http://schemas.openxmlformats.org/officeDocument/2006/relationships" xmlns:a="http://schemas.openxmlformats.org/drawingml/2006/main" r:embed="Rbeddff8b7c9344ed"/>
          <a:stretch xmlns:a="http://schemas.openxmlformats.org/drawingml/2006/main"/>
        </p:blipFill>
        <p:spPr>
          <a:xfrm xmlns:a="http://schemas.openxmlformats.org/drawingml/2006/main">
            <a:off x="5885691" y="7000875"/>
            <a:ext cx="6516617" cy="8572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ADDFC74-85F9-43DB-BC43-E6E4E3E56756}"/>
              </a:ext>
            </a:extLst>
          </p:cNvPr>
          <p:cNvPicPr>
            <a:picLocks xmlns:a="http://schemas.openxmlformats.org/drawingml/2006/main" noChangeAspect="1"/>
          </p:cNvPicPr>
          <p:nvPr/>
        </p:nvPicPr>
        <p:blipFill>
          <a:blip xmlns:r="http://schemas.openxmlformats.org/officeDocument/2006/relationships" xmlns:a="http://schemas.openxmlformats.org/drawingml/2006/main" r:embed="R51b710cc8b16469e"/>
          <a:stretch xmlns:a="http://schemas.openxmlformats.org/drawingml/2006/main"/>
        </p:blipFill>
        <p:spPr>
          <a:xfrm xmlns:a="http://schemas.openxmlformats.org/drawingml/2006/main">
            <a:off x="6229929" y="8688960"/>
            <a:ext cx="5828143" cy="481455"/>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922260EF-CA31-4406-A36E-5F5668347E44}"/>
              </a:ext>
            </a:extLst>
          </p:cNvPr>
          <p:cNvSpPr>
            <a:spLocks xmlns:a="http://schemas.openxmlformats.org/drawingml/2006/main" noGrp="1"/>
          </p:cNvSpPr>
          <p:nvPr/>
        </p:nvSpPr>
        <p:spPr>
          <a:xfrm xmlns:a="http://schemas.openxmlformats.org/drawingml/2006/main">
            <a:off x="2952750" y="652462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0D4EB8F2-90C9-464A-81E1-2B61363B34D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Tree>
    <p:extLst>
      <p:ext uri="{BB962C8B-B14F-4D97-AF65-F5344CB8AC3E}">
        <p14:creationId xmlns:p14="http://schemas.microsoft.com/office/powerpoint/2010/main" val="203518484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CC9599B-322A-4B41-BAAF-E63367417171}"/>
              </a:ext>
            </a:extLst>
          </p:cNvPr>
          <p:cNvPicPr>
            <a:picLocks xmlns:a="http://schemas.openxmlformats.org/drawingml/2006/main" noChangeAspect="1"/>
          </p:cNvPicPr>
          <p:nvPr/>
        </p:nvPicPr>
        <p:blipFill>
          <a:blip xmlns:r="http://schemas.openxmlformats.org/officeDocument/2006/relationships" xmlns:a="http://schemas.openxmlformats.org/drawingml/2006/main" r:embed="R241cb17227494d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04ACF0-C0B9-43FA-A433-98C6AB60E7A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EC86EF-4921-4D52-8CA4-21CB79F6606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72AEA857-747C-41EB-AE89-33C53DB6312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B71CDC7-0130-46EB-83E1-9EEBB1EC440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89EFDCD-E431-46ED-8F2D-FA4CCCC027B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0FCB89B5-5AC8-4672-9B57-4800B5BB64FB}"/>
              </a:ext>
            </a:extLst>
          </p:cNvPr>
          <p:cNvPicPr>
            <a:picLocks xmlns:a="http://schemas.openxmlformats.org/drawingml/2006/main" noChangeAspect="1"/>
          </p:cNvPicPr>
          <p:nvPr/>
        </p:nvPicPr>
        <p:blipFill>
          <a:blip xmlns:r="http://schemas.openxmlformats.org/officeDocument/2006/relationships" xmlns:a="http://schemas.openxmlformats.org/drawingml/2006/main" r:embed="Rcb62d3b339714c5b"/>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F630353-47DF-4330-BD1D-90D696915347}"/>
              </a:ext>
            </a:extLst>
          </p:cNvPr>
          <p:cNvPicPr>
            <a:picLocks xmlns:a="http://schemas.openxmlformats.org/drawingml/2006/main" noChangeAspect="1"/>
          </p:cNvPicPr>
          <p:nvPr/>
        </p:nvPicPr>
        <p:blipFill>
          <a:blip xmlns:r="http://schemas.openxmlformats.org/officeDocument/2006/relationships" xmlns:a="http://schemas.openxmlformats.org/drawingml/2006/main" r:embed="R5d7895c56b01456f"/>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D7E7D4A1-92DA-4B4E-B687-670F1DA4ECBF}"/>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676388226"/>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D5D86A1-00A1-49EC-929A-BA06FE3D5170}"/>
              </a:ext>
            </a:extLst>
          </p:cNvPr>
          <p:cNvPicPr>
            <a:picLocks xmlns:a="http://schemas.openxmlformats.org/drawingml/2006/main" noChangeAspect="1"/>
          </p:cNvPicPr>
          <p:nvPr/>
        </p:nvPicPr>
        <p:blipFill>
          <a:blip xmlns:r="http://schemas.openxmlformats.org/officeDocument/2006/relationships" xmlns:a="http://schemas.openxmlformats.org/drawingml/2006/main" r:embed="R649f6076170e44c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CA83E6E-3A28-4F58-810F-D48C48E55C4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7518BDE-3FB1-4DD9-881D-036D90DC5CD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4FB59DB-3DEF-44A0-B583-A39508D2D9BD}"/>
              </a:ext>
            </a:extLst>
          </p:cNvPr>
          <p:cNvPicPr>
            <a:picLocks xmlns:a="http://schemas.openxmlformats.org/drawingml/2006/main" noChangeAspect="1"/>
          </p:cNvPicPr>
          <p:nvPr/>
        </p:nvPicPr>
        <p:blipFill>
          <a:blip xmlns:r="http://schemas.openxmlformats.org/officeDocument/2006/relationships" xmlns:a="http://schemas.openxmlformats.org/drawingml/2006/main" r:embed="R6c90ea9ade1447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355E651-6B09-49A9-9CA6-C5205B60FD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FCE422A-03F2-4842-B196-CA3E9BD35B3A}"/>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CA9480FE-B0CA-4308-BA6B-A6190F27A41F}"/>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F71A7BA2-F92E-4316-9279-0BC9A11A1554}"/>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401458180"/>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3C9613B-442C-4C25-8A60-FD8ECFF6F3E3}"/>
              </a:ext>
            </a:extLst>
          </p:cNvPr>
          <p:cNvPicPr>
            <a:picLocks xmlns:a="http://schemas.openxmlformats.org/drawingml/2006/main" noChangeAspect="1"/>
          </p:cNvPicPr>
          <p:nvPr/>
        </p:nvPicPr>
        <p:blipFill>
          <a:blip xmlns:r="http://schemas.openxmlformats.org/officeDocument/2006/relationships" xmlns:a="http://schemas.openxmlformats.org/drawingml/2006/main" r:embed="R5c656b10a92b46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77DFDB-ACD7-414F-83FF-9F0F64D132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9BAEC5-BE14-47C5-BFBB-C1EFAE365DE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0987027-C882-466A-9203-809DF82D295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09E2927-81CA-4E00-8C10-D2C3AC9B70E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BD83EAB-A467-479D-BE10-8009F43CAAF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3045626F-7674-4958-92E8-40BA64386FD0}"/>
              </a:ext>
            </a:extLst>
          </p:cNvPr>
          <p:cNvPicPr>
            <a:picLocks xmlns:a="http://schemas.openxmlformats.org/drawingml/2006/main" noChangeAspect="1"/>
          </p:cNvPicPr>
          <p:nvPr/>
        </p:nvPicPr>
        <p:blipFill>
          <a:blip xmlns:r="http://schemas.openxmlformats.org/officeDocument/2006/relationships" xmlns:a="http://schemas.openxmlformats.org/drawingml/2006/main" r:embed="R5f1c9fb9c6584185"/>
          <a:stretch xmlns:a="http://schemas.openxmlformats.org/drawingml/2006/main"/>
        </p:blipFill>
        <p:spPr>
          <a:xfrm xmlns:a="http://schemas.openxmlformats.org/drawingml/2006/main">
            <a:off x="3329384" y="4905375"/>
            <a:ext cx="11629231" cy="12382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12981FF-8832-4CF4-A751-8D0F7AFD6099}"/>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1A3DFDBC-338F-4D3B-BBB7-F16773DEF2F2}"/>
              </a:ext>
            </a:extLst>
          </p:cNvPr>
          <p:cNvSpPr>
            <a:spLocks xmlns:a="http://schemas.openxmlformats.org/drawingml/2006/main" noGrp="1"/>
          </p:cNvSpPr>
          <p:nvPr/>
        </p:nvSpPr>
        <p:spPr>
          <a:xfrm xmlns:a="http://schemas.openxmlformats.org/drawingml/2006/main">
            <a:off x="3333750" y="700087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D92428AB-6504-4A97-A3B9-0797E612BA05}"/>
              </a:ext>
            </a:extLst>
          </p:cNvPr>
          <p:cNvSpPr>
            <a:spLocks xmlns:a="http://schemas.openxmlformats.org/drawingml/2006/main" noGrp="1"/>
          </p:cNvSpPr>
          <p:nvPr/>
        </p:nvSpPr>
        <p:spPr>
          <a:xfrm xmlns:a="http://schemas.openxmlformats.org/drawingml/2006/main">
            <a:off x="3333750" y="8096250"/>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035791363"/>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FC91D39F-8104-4D1F-AABF-1D2A02846823}"/>
              </a:ext>
            </a:extLst>
          </p:cNvPr>
          <p:cNvSpPr>
            <a:spLocks xmlns:a="http://schemas.openxmlformats.org/drawingml/2006/main" noGrp="1"/>
          </p:cNvSpPr>
          <p:nvPr/>
        </p:nvSpPr>
        <p:spPr>
          <a:xfrm xmlns:a="http://schemas.openxmlformats.org/drawingml/2006/main">
            <a:off x="7620000" y="7620000"/>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840DDBDC-DF8D-477F-8795-271549770A54}"/>
              </a:ext>
            </a:extLst>
          </p:cNvPr>
          <p:cNvSpPr>
            <a:spLocks xmlns:a="http://schemas.openxmlformats.org/drawingml/2006/main" noGrp="1"/>
          </p:cNvSpPr>
          <p:nvPr/>
        </p:nvSpPr>
        <p:spPr>
          <a:xfrm xmlns:a="http://schemas.openxmlformats.org/drawingml/2006/main">
            <a:off x="7620000" y="5476875"/>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92F3E8BE-4531-4D95-AA9D-415F62990AF9}"/>
              </a:ext>
            </a:extLst>
          </p:cNvPr>
          <p:cNvPicPr>
            <a:picLocks xmlns:a="http://schemas.openxmlformats.org/drawingml/2006/main" noChangeAspect="1"/>
          </p:cNvPicPr>
          <p:nvPr/>
        </p:nvPicPr>
        <p:blipFill>
          <a:blip xmlns:r="http://schemas.openxmlformats.org/officeDocument/2006/relationships" xmlns:a="http://schemas.openxmlformats.org/drawingml/2006/main" r:embed="R4e3a7d4cc4cb449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45CBD6-8177-44A3-854E-9D8A7D5F198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9A1AF0-EB09-4A26-9689-671B0863DFF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42018D0-D4AF-43BC-A150-9A93FA6507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B07482-52D5-41B4-B1E3-594D62CEA95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9DA6E13-B0DF-4DD1-80D7-5BF8F69F4D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아래첨자 f와 윗첨자 °의 뜻</a:t>
            </a:r>
          </a:p>
        </p:txBody>
      </p:sp>
      <p:pic>
        <p:nvPicPr>
          <p:cNvPr id="7" name="">
            <a:extLst xmlns:a="http://schemas.openxmlformats.org/drawingml/2006/main">
              <a:ext uri="{FF2B5EF4-FFF2-40B4-BE49-F238E27FC236}">
                <a16:creationId xmlns:a16="http://schemas.microsoft.com/office/drawing/2014/main" id="{8A34C36A-7B16-4EF9-8B99-97E2F0FA5120}"/>
              </a:ext>
            </a:extLst>
          </p:cNvPr>
          <p:cNvPicPr>
            <a:picLocks xmlns:a="http://schemas.openxmlformats.org/drawingml/2006/main" noChangeAspect="1"/>
          </p:cNvPicPr>
          <p:nvPr/>
        </p:nvPicPr>
        <p:blipFill>
          <a:blip xmlns:r="http://schemas.openxmlformats.org/officeDocument/2006/relationships" xmlns:a="http://schemas.openxmlformats.org/drawingml/2006/main" r:embed="R77130cbbb356403c"/>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2129776-B184-42B7-9421-BADABEACA177}"/>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ADD48B6B-91C2-4070-988E-7E5C1D5D657B}"/>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B6ACB852-CAF7-4156-97B8-11419696EC42}"/>
              </a:ext>
            </a:extLst>
          </p:cNvPr>
          <p:cNvSpPr>
            <a:spLocks xmlns:a="http://schemas.openxmlformats.org/drawingml/2006/main" noGrp="1"/>
          </p:cNvSpPr>
          <p:nvPr/>
        </p:nvSpPr>
        <p:spPr>
          <a:xfrm xmlns:a="http://schemas.openxmlformats.org/drawingml/2006/main">
            <a:off x="9525000" y="7000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D6132C14-AFEE-4334-8B5C-AD2BBC135E47}"/>
              </a:ext>
            </a:extLst>
          </p:cNvPr>
          <p:cNvSpPr>
            <a:spLocks xmlns:a="http://schemas.openxmlformats.org/drawingml/2006/main" noGrp="1"/>
          </p:cNvSpPr>
          <p:nvPr/>
        </p:nvSpPr>
        <p:spPr>
          <a:xfrm xmlns:a="http://schemas.openxmlformats.org/drawingml/2006/main">
            <a:off x="9525000" y="7715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D973AA13-ABB3-4070-98C5-6CE06FB9A071}"/>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Tree>
    <p:extLst>
      <p:ext uri="{BB962C8B-B14F-4D97-AF65-F5344CB8AC3E}">
        <p14:creationId xmlns:p14="http://schemas.microsoft.com/office/powerpoint/2010/main" val="136647494"/>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61F6D95-08F6-4EF1-8EB9-9AAF90EEB81B}"/>
              </a:ext>
            </a:extLst>
          </p:cNvPr>
          <p:cNvPicPr>
            <a:picLocks xmlns:a="http://schemas.openxmlformats.org/drawingml/2006/main" noChangeAspect="1"/>
          </p:cNvPicPr>
          <p:nvPr/>
        </p:nvPicPr>
        <p:blipFill>
          <a:blip xmlns:r="http://schemas.openxmlformats.org/officeDocument/2006/relationships" xmlns:a="http://schemas.openxmlformats.org/drawingml/2006/main" r:embed="R24f3c5ee2d8c40c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DB05F7-746D-4356-8F40-347ED42ACD3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442865-5F8D-4B20-B38E-4625D8E68AA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2CF7145-C718-494B-92D8-05DE8ECF0F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661455F-8EE4-44EC-A8B2-E726CA8BB05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6676AB0-3647-4E88-8340-BD9CC8DA216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DABB6B4D-B061-4596-9AC9-746A0E11827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0D549B37-2E36-4B91-96DC-9DE1C1430EE8}"/>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0B07E6A-5D2C-42F6-9243-44B6276A6729}"/>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B761F18-8C03-4B94-AA74-09CB4A7BE85C}"/>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59DA03C-72B2-429D-AB26-09E95AC9BCF1}"/>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06BD27F-5C55-40AB-B0AE-60E1F83CC347}"/>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B0E2315-9A53-479A-B2B0-885503B3C146}"/>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799868870"/>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B54D5BA-8144-43D1-A973-A7EEA2ADE14F}"/>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F7E5DBBC-89FF-4493-919A-4679CC050FC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7464D13-0964-4FF7-8209-4423392F0CA4}"/>
              </a:ext>
            </a:extLst>
          </p:cNvPr>
          <p:cNvPicPr>
            <a:picLocks xmlns:a="http://schemas.openxmlformats.org/drawingml/2006/main" noChangeAspect="1"/>
          </p:cNvPicPr>
          <p:nvPr/>
        </p:nvPicPr>
        <p:blipFill>
          <a:blip xmlns:r="http://schemas.openxmlformats.org/officeDocument/2006/relationships" xmlns:a="http://schemas.openxmlformats.org/drawingml/2006/main" r:embed="Re12dc5dc1e394b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498ED2-04D0-472A-A53F-33816FA43C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D52ECFF-10AA-431C-99B6-982C1DA6A9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8383DD0-9EBA-4FF6-8E5D-8AD8C48FF02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FFF5CB-C87D-4116-B39C-6992A6C6B22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603A8AB-F25D-48C2-AB18-74FE3289AA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C6AD354E-C910-4112-BF2F-90D3E0FCBE89}"/>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5AC69E91-F235-4876-A97B-A3BE97096E65}"/>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3F2C9A1F-7B2A-4717-A401-F3F8A2EEA749}"/>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7E989B60-1DA9-40A2-85DB-7FFA962A0582}"/>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E25EEA9C-C611-45A2-89D0-56184EA566E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329531736"/>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6774BEE-2989-4A64-8943-ED73F561617B}"/>
              </a:ext>
            </a:extLst>
          </p:cNvPr>
          <p:cNvPicPr>
            <a:picLocks xmlns:a="http://schemas.openxmlformats.org/drawingml/2006/main" noChangeAspect="1"/>
          </p:cNvPicPr>
          <p:nvPr/>
        </p:nvPicPr>
        <p:blipFill>
          <a:blip xmlns:r="http://schemas.openxmlformats.org/officeDocument/2006/relationships" xmlns:a="http://schemas.openxmlformats.org/drawingml/2006/main" r:embed="Rc1f63a09559441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0FCEC4F-FF2C-4B24-A7AC-083AF5DD6CE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7804D3-9410-48AD-ABEC-B435F350D1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CA46935-2B5B-49B0-A6E3-1EDAE28D10E9}"/>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33A2BA-C383-468D-A8B4-FF4B4E60235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C3BB64DC-FD2D-4CBD-B6E2-797F62B2106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351B6D6C-536B-48AF-891E-E7010FCA93A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54C7C3E7-DCF6-4F6D-9FB0-9D6BF9D99B47}"/>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A2D1DAC-954A-472E-A403-52A77EA45709}"/>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AECED17-82A9-4C9E-8757-90B2A99D9B01}"/>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A58A031-7B6C-4DD8-B6C8-93B45C72FA92}"/>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51C510C-2113-46FE-ABD6-9757D19F0C6D}"/>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B62925F-C48F-4FEA-A7F6-AAD03CDB52BA}"/>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16348529"/>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DD5B2D9-6BE7-4C08-A515-2562F1E2C356}"/>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D00CF224-FC3C-4359-8F14-421481C533F3}"/>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CD63924-BA09-4718-A9E8-B4EE8B3C0733}"/>
              </a:ext>
            </a:extLst>
          </p:cNvPr>
          <p:cNvPicPr>
            <a:picLocks xmlns:a="http://schemas.openxmlformats.org/drawingml/2006/main" noChangeAspect="1"/>
          </p:cNvPicPr>
          <p:nvPr/>
        </p:nvPicPr>
        <p:blipFill>
          <a:blip xmlns:r="http://schemas.openxmlformats.org/officeDocument/2006/relationships" xmlns:a="http://schemas.openxmlformats.org/drawingml/2006/main" r:embed="R2a8d309bbb7f425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45C393-E132-46ED-B3D3-9E2E869B5C8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9B9F63-FA7B-4200-ADED-0970C92AC0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A33372F-2258-49D4-BC53-064EE0C52C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347D75-FC77-47D1-A4CF-FDDC3EA1D85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D8A6BC9-83A5-4E92-9DC2-BD1DB6AE3FA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FAAEDD06-C563-4233-9F39-81E837C9774D}"/>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93AE757E-1C91-4A67-BF3F-1F52B29D75D8}"/>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2EEEECC1-537C-4687-89C2-3987C6E1C048}"/>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E434C63E-1A01-433B-B7CF-46D9D9CD595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F2FB5434-FBA7-4EB4-A33E-D74B883F5045}"/>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231065939"/>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레퍼런스 내용 영역">
            <a:extLst xmlns:a="http://schemas.openxmlformats.org/drawingml/2006/main">
              <a:ext uri="{FF2B5EF4-FFF2-40B4-BE49-F238E27FC236}">
                <a16:creationId xmlns:a16="http://schemas.microsoft.com/office/drawing/2014/main" id="{8F256EA5-3808-4CBC-86EE-D18A0C271C48}"/>
              </a:ext>
            </a:extLst>
          </p:cNvPr>
          <p:cNvSpPr>
            <a:spLocks xmlns:a="http://schemas.openxmlformats.org/drawingml/2006/main" noGrp="1"/>
          </p:cNvSpPr>
          <p:nvPr/>
        </p:nvSpPr>
        <p:spPr>
          <a:xfrm xmlns:a="http://schemas.openxmlformats.org/drawingml/2006/main">
            <a:off x="1333500" y="4238625"/>
            <a:ext cx="6096000" cy="4238625"/>
          </a:xfrm>
          <a:prstGeom xmlns:a="http://schemas.openxmlformats.org/drawingml/2006/main" prst="roundRect">
            <a:avLst>
              <a:gd name="adj" fmla="val 5393"/>
            </a:avLst>
          </a:prstGeom>
          <a:solidFill xmlns:a="http://schemas.openxmlformats.org/drawingml/2006/main">
            <a:srgbClr val="E8E8E8"/>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7362E8CD-D124-446C-BD26-9ED9B61576B0}"/>
              </a:ext>
            </a:extLst>
          </p:cNvPr>
          <p:cNvPicPr>
            <a:picLocks xmlns:a="http://schemas.openxmlformats.org/drawingml/2006/main" noChangeAspect="1"/>
          </p:cNvPicPr>
          <p:nvPr/>
        </p:nvPicPr>
        <p:blipFill>
          <a:blip xmlns:r="http://schemas.openxmlformats.org/officeDocument/2006/relationships" xmlns:a="http://schemas.openxmlformats.org/drawingml/2006/main" r:embed="Rb272f705f1384e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D2EDC3-267E-43F6-BC25-3D641E718CB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923C96-63D7-4D7A-A977-B6DCC0F158D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955AFA8-9AA4-4803-BFEC-6EE47C5A4BB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6E39090-F10F-481C-AAF5-CECDAE07B63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855458E-AAD4-4C6C-9F75-56B4219B08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FA9DC1E3-92A2-4C76-A282-8D1BF1B6F11A}"/>
              </a:ext>
            </a:extLst>
          </p:cNvPr>
          <p:cNvPicPr>
            <a:picLocks xmlns:a="http://schemas.openxmlformats.org/drawingml/2006/main" noChangeAspect="1"/>
          </p:cNvPicPr>
          <p:nvPr/>
        </p:nvPicPr>
        <p:blipFill>
          <a:blip xmlns:r="http://schemas.openxmlformats.org/officeDocument/2006/relationships" xmlns:a="http://schemas.openxmlformats.org/drawingml/2006/main" r:embed="Re46c414c3dd44d16"/>
          <a:stretch xmlns:a="http://schemas.openxmlformats.org/drawingml/2006/main"/>
        </p:blipFill>
        <p:spPr>
          <a:xfrm xmlns:a="http://schemas.openxmlformats.org/drawingml/2006/main">
            <a:off x="1693972" y="4572000"/>
            <a:ext cx="2517556" cy="3476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FE17AF6-5661-436D-B707-BD9CE58FE696}"/>
              </a:ext>
            </a:extLst>
          </p:cNvPr>
          <p:cNvPicPr>
            <a:picLocks xmlns:a="http://schemas.openxmlformats.org/drawingml/2006/main" noChangeAspect="1"/>
          </p:cNvPicPr>
          <p:nvPr/>
        </p:nvPicPr>
        <p:blipFill>
          <a:blip xmlns:r="http://schemas.openxmlformats.org/officeDocument/2006/relationships" xmlns:a="http://schemas.openxmlformats.org/drawingml/2006/main" r:embed="R5f679aa7ef7d449f"/>
          <a:stretch xmlns:a="http://schemas.openxmlformats.org/drawingml/2006/main"/>
        </p:blipFill>
        <p:spPr>
          <a:xfrm xmlns:a="http://schemas.openxmlformats.org/drawingml/2006/main">
            <a:off x="4671356" y="4572000"/>
            <a:ext cx="2277789" cy="3476625"/>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859462B3-7B15-4344-92CF-5FE9012BC92C}"/>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781B9A1D-AAD3-4603-9768-2701C02B0964}"/>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088E16-32CB-430F-9020-F2D4135D7650}"/>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E4F5762-03B1-4ED5-AD28-D1B0E2239674}"/>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8B846EA3-A1FE-4425-B5A1-96AABEC7CE56}"/>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EAD0AAC-3EE1-4B0F-87FD-A4B3EBC429F7}"/>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401A4262-51C7-4A19-B589-27B06CFDF5C8}"/>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80DC6173-0341-4120-A45E-7385721DBE6C}"/>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spTree>
    <p:extLst>
      <p:ext uri="{BB962C8B-B14F-4D97-AF65-F5344CB8AC3E}">
        <p14:creationId xmlns:p14="http://schemas.microsoft.com/office/powerpoint/2010/main" val="490151615"/>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A9DE4187-30B9-41CB-B47A-15CCFC8E1656}"/>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D4B6D33D-6F0F-473D-8BCC-334851AABF8F}"/>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BCB6282A-BE8F-43CB-B392-B15CB8FD18BA}"/>
              </a:ext>
            </a:extLst>
          </p:cNvPr>
          <p:cNvPicPr>
            <a:picLocks xmlns:a="http://schemas.openxmlformats.org/drawingml/2006/main" noChangeAspect="1"/>
          </p:cNvPicPr>
          <p:nvPr/>
        </p:nvPicPr>
        <p:blipFill>
          <a:blip xmlns:r="http://schemas.openxmlformats.org/officeDocument/2006/relationships" xmlns:a="http://schemas.openxmlformats.org/drawingml/2006/main" r:embed="Ree106018dcdf41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4C7E85-C7ED-4F32-8675-EDE0CC13DF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4C78C8-6FAA-4B7C-B5B4-B7285A7F535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E6CBDF5-3743-43BB-A5C9-F11180BB483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F171EF-F2A0-47FE-811E-D31942121F2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03C54F5-A833-4D8B-8700-FD70257416E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37A067D-2C16-4E63-A20F-9B60B53EE6A1}"/>
              </a:ext>
            </a:extLst>
          </p:cNvPr>
          <p:cNvPicPr>
            <a:picLocks xmlns:a="http://schemas.openxmlformats.org/drawingml/2006/main" noChangeAspect="1"/>
          </p:cNvPicPr>
          <p:nvPr/>
        </p:nvPicPr>
        <p:blipFill>
          <a:blip xmlns:r="http://schemas.openxmlformats.org/officeDocument/2006/relationships" xmlns:a="http://schemas.openxmlformats.org/drawingml/2006/main" r:embed="Rb4fec172829f4fa8"/>
          <a:stretch xmlns:a="http://schemas.openxmlformats.org/drawingml/2006/main"/>
        </p:blipFill>
        <p:spPr>
          <a:xfrm xmlns:a="http://schemas.openxmlformats.org/drawingml/2006/main">
            <a:off x="5118497" y="4857750"/>
            <a:ext cx="805100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CA38CCB-C11E-4AB9-8511-70BBD735889F}"/>
              </a:ext>
            </a:extLst>
          </p:cNvPr>
          <p:cNvPicPr>
            <a:picLocks xmlns:a="http://schemas.openxmlformats.org/drawingml/2006/main" noChangeAspect="1"/>
          </p:cNvPicPr>
          <p:nvPr/>
        </p:nvPicPr>
        <p:blipFill>
          <a:blip xmlns:r="http://schemas.openxmlformats.org/officeDocument/2006/relationships" xmlns:a="http://schemas.openxmlformats.org/drawingml/2006/main" r:embed="R4898cad6f2ca4a58"/>
          <a:stretch xmlns:a="http://schemas.openxmlformats.org/drawingml/2006/main"/>
        </p:blipFill>
        <p:spPr>
          <a:xfrm xmlns:a="http://schemas.openxmlformats.org/drawingml/2006/main">
            <a:off x="5118497" y="6715125"/>
            <a:ext cx="8051006" cy="8572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F96E414E-05BB-4D3E-A653-86CF5C1A3F1D}"/>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6AAA16D5-BEE8-4F76-AD89-4B480CA11566}"/>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45A34EF6-B64E-4600-9F7F-2CAE35984995}"/>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780292093"/>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40A4F64-3599-4377-88B2-6AD819914377}"/>
              </a:ext>
            </a:extLst>
          </p:cNvPr>
          <p:cNvPicPr>
            <a:picLocks xmlns:a="http://schemas.openxmlformats.org/drawingml/2006/main" noChangeAspect="1"/>
          </p:cNvPicPr>
          <p:nvPr/>
        </p:nvPicPr>
        <p:blipFill>
          <a:blip xmlns:r="http://schemas.openxmlformats.org/officeDocument/2006/relationships" xmlns:a="http://schemas.openxmlformats.org/drawingml/2006/main" r:embed="R44c8be242bf54e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731379-56EB-4581-98E2-3D25D6D6F8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F9BD6B-3023-4091-8BBB-397D740ED6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05E1CD5-32F0-46E5-BB5C-A59BC09BDC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79D80E0-5941-427C-BB83-3E52179BC4B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090614D-9CC7-42DD-A0C4-898DC4B61D7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C6A4629B-2F34-47DA-BC7B-D5D0E5B035A3}"/>
              </a:ext>
            </a:extLst>
          </p:cNvPr>
          <p:cNvPicPr>
            <a:picLocks xmlns:a="http://schemas.openxmlformats.org/drawingml/2006/main" noChangeAspect="1"/>
          </p:cNvPicPr>
          <p:nvPr/>
        </p:nvPicPr>
        <p:blipFill>
          <a:blip xmlns:r="http://schemas.openxmlformats.org/officeDocument/2006/relationships" xmlns:a="http://schemas.openxmlformats.org/drawingml/2006/main" r:embed="Rf9118ed320974f24"/>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EDB1C9E1-745B-4E41-928A-E396E2AC556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E6EB3DA8-F450-434A-B577-F247F1A47BC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568872209"/>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0EA1E06F-CEC0-40F6-9A3C-F5E2DC6F5B04}"/>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204A559-EF69-4D40-9B0B-1099F3E735F1}"/>
              </a:ext>
            </a:extLst>
          </p:cNvPr>
          <p:cNvPicPr>
            <a:picLocks xmlns:a="http://schemas.openxmlformats.org/drawingml/2006/main" noChangeAspect="1"/>
          </p:cNvPicPr>
          <p:nvPr/>
        </p:nvPicPr>
        <p:blipFill>
          <a:blip xmlns:r="http://schemas.openxmlformats.org/officeDocument/2006/relationships" xmlns:a="http://schemas.openxmlformats.org/drawingml/2006/main" r:embed="Rc62bf4d933e5421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E70BA2-9CEB-428E-BF36-7F74002220F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8CF94F-7380-465B-BB91-5318217F379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6C65E51-23D1-4C9E-914E-DD2C54F16D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D16563-D155-47A7-A62F-C2BEF554827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2A2CD03-FBCD-4F43-B5ED-765A975C72D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계수를 곱해 더한다</a:t>
            </a:r>
          </a:p>
        </p:txBody>
      </p:sp>
      <p:pic>
        <p:nvPicPr>
          <p:cNvPr id="14" name="">
            <a:extLst xmlns:a="http://schemas.openxmlformats.org/drawingml/2006/main">
              <a:ext uri="{FF2B5EF4-FFF2-40B4-BE49-F238E27FC236}">
                <a16:creationId xmlns:a16="http://schemas.microsoft.com/office/drawing/2014/main" id="{31FBDE17-67C2-4677-9156-009E3D5FB40F}"/>
              </a:ext>
            </a:extLst>
          </p:cNvPr>
          <p:cNvPicPr>
            <a:picLocks xmlns:a="http://schemas.openxmlformats.org/drawingml/2006/main" noChangeAspect="1"/>
          </p:cNvPicPr>
          <p:nvPr/>
        </p:nvPicPr>
        <p:blipFill>
          <a:blip xmlns:r="http://schemas.openxmlformats.org/officeDocument/2006/relationships" xmlns:a="http://schemas.openxmlformats.org/drawingml/2006/main" r:embed="Redff8d62710641a6"/>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AE05CA6D-948C-4CB9-AA96-A228B38A34A6}"/>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각 물질의 반응 계수를 표의 값에 곱한다.</a:t>
            </a:r>
          </a:p>
        </p:txBody>
      </p:sp>
      <p:sp>
        <p:nvSpPr>
          <p:cNvPr id="17" name="text">
            <a:extLst xmlns:a="http://schemas.openxmlformats.org/drawingml/2006/main">
              <a:ext uri="{FF2B5EF4-FFF2-40B4-BE49-F238E27FC236}">
                <a16:creationId xmlns:a16="http://schemas.microsoft.com/office/drawing/2014/main" id="{59141FDC-E792-424C-98F3-C05A8CF28CBF}"/>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546594800"/>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5885C524-1F2E-46CA-94C9-6869D4325FC3}"/>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E39D0B9-BF32-470A-9C8A-5D5FCC1E74E6}"/>
              </a:ext>
            </a:extLst>
          </p:cNvPr>
          <p:cNvPicPr>
            <a:picLocks xmlns:a="http://schemas.openxmlformats.org/drawingml/2006/main" noChangeAspect="1"/>
          </p:cNvPicPr>
          <p:nvPr/>
        </p:nvPicPr>
        <p:blipFill>
          <a:blip xmlns:r="http://schemas.openxmlformats.org/officeDocument/2006/relationships" xmlns:a="http://schemas.openxmlformats.org/drawingml/2006/main" r:embed="Raa84b97f15ed408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855661-942C-4F0A-A9FD-F375066759A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ECC0F4-20ED-44B2-9359-645773E2192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23DF46E-EFF1-4A18-AE57-A1A1BD099A3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15F9798-A9D8-49D0-96B1-899DA6CC95A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BDBDA30-1D8B-4762-BCEA-99B2CF4D404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표의 값에 반응 계수를 곱한다</a:t>
            </a:r>
          </a:p>
        </p:txBody>
      </p:sp>
      <p:pic>
        <p:nvPicPr>
          <p:cNvPr id="14" name="">
            <a:extLst xmlns:a="http://schemas.openxmlformats.org/drawingml/2006/main">
              <a:ext uri="{FF2B5EF4-FFF2-40B4-BE49-F238E27FC236}">
                <a16:creationId xmlns:a16="http://schemas.microsoft.com/office/drawing/2014/main" id="{72D4809D-D370-4F8C-8F1B-FF03349B960B}"/>
              </a:ext>
            </a:extLst>
          </p:cNvPr>
          <p:cNvPicPr>
            <a:picLocks xmlns:a="http://schemas.openxmlformats.org/drawingml/2006/main" noChangeAspect="1"/>
          </p:cNvPicPr>
          <p:nvPr/>
        </p:nvPicPr>
        <p:blipFill>
          <a:blip xmlns:r="http://schemas.openxmlformats.org/officeDocument/2006/relationships" xmlns:a="http://schemas.openxmlformats.org/drawingml/2006/main" r:embed="Rf026f36f9efa4dbf"/>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A9BAD84B-9A93-43F0-A2AA-21DB39D3997D}"/>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Σ는 각 물질의 값을 모두 더한다는 뜻이다.</a:t>
            </a:r>
          </a:p>
        </p:txBody>
      </p:sp>
      <p:sp>
        <p:nvSpPr>
          <p:cNvPr id="17" name="text">
            <a:extLst xmlns:a="http://schemas.openxmlformats.org/drawingml/2006/main">
              <a:ext uri="{FF2B5EF4-FFF2-40B4-BE49-F238E27FC236}">
                <a16:creationId xmlns:a16="http://schemas.microsoft.com/office/drawing/2014/main" id="{1C06DB60-5B16-4EEB-AD04-B4CFE06B75BB}"/>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
        <p:nvSpPr>
          <p:cNvPr id="18" name="text">
            <a:extLst xmlns:a="http://schemas.openxmlformats.org/drawingml/2006/main">
              <a:ext uri="{FF2B5EF4-FFF2-40B4-BE49-F238E27FC236}">
                <a16:creationId xmlns:a16="http://schemas.microsoft.com/office/drawing/2014/main" id="{F931F037-7675-418C-9680-FDA28C1F7D1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표의 생성 엔탈피 값은 물질 1 mol을 기준으로 한다.</a:t>
            </a:r>
          </a:p>
        </p:txBody>
      </p:sp>
    </p:spTree>
    <p:extLst>
      <p:ext uri="{BB962C8B-B14F-4D97-AF65-F5344CB8AC3E}">
        <p14:creationId xmlns:p14="http://schemas.microsoft.com/office/powerpoint/2010/main" val="2128192731"/>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C62740D-2900-4BFB-AD76-DFE5A74A6930}"/>
              </a:ext>
            </a:extLst>
          </p:cNvPr>
          <p:cNvPicPr>
            <a:picLocks xmlns:a="http://schemas.openxmlformats.org/drawingml/2006/main" noChangeAspect="1"/>
          </p:cNvPicPr>
          <p:nvPr/>
        </p:nvPicPr>
        <p:blipFill>
          <a:blip xmlns:r="http://schemas.openxmlformats.org/officeDocument/2006/relationships" xmlns:a="http://schemas.openxmlformats.org/drawingml/2006/main" r:embed="R7e82c3a810284b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15555DD-8BEF-4731-8F5C-448AF6BAEFD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56CB12-2696-4693-A0D4-FF283998952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FEF825B-4AE9-4154-B7BE-D3A068B623C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941D6F9-7792-4A8D-BC77-1D46BCD8C60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E7CAEC4-6F0D-4B34-9C67-62B53715397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7206148-1320-45FF-8EC9-2307EAAC905A}"/>
              </a:ext>
            </a:extLst>
          </p:cNvPr>
          <p:cNvPicPr>
            <a:picLocks xmlns:a="http://schemas.openxmlformats.org/drawingml/2006/main" noChangeAspect="1"/>
          </p:cNvPicPr>
          <p:nvPr/>
        </p:nvPicPr>
        <p:blipFill>
          <a:blip xmlns:r="http://schemas.openxmlformats.org/officeDocument/2006/relationships" xmlns:a="http://schemas.openxmlformats.org/drawingml/2006/main" r:embed="Rd7813aeb4fbe48c3"/>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F915A113-9B34-4EB7-96F7-4BB743AA1794}"/>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F5C1853-EDD0-41A3-95D1-81C435BC2860}"/>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66D5E52-688A-4E4B-8408-0CFD549B41E6}"/>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E0DC01E-E07D-4991-90C0-A4C2FA69D2B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3F9D6C8-0903-4F47-A393-59A801360FFE}"/>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14CBB83E-5B09-4196-9595-E4482C2ECAA4}"/>
              </a:ext>
            </a:extLst>
          </p:cNvPr>
          <p:cNvPicPr>
            <a:picLocks xmlns:a="http://schemas.openxmlformats.org/drawingml/2006/main" noChangeAspect="1"/>
          </p:cNvPicPr>
          <p:nvPr/>
        </p:nvPicPr>
        <p:blipFill>
          <a:blip xmlns:r="http://schemas.openxmlformats.org/officeDocument/2006/relationships" xmlns:a="http://schemas.openxmlformats.org/drawingml/2006/main" r:embed="Rffc4d36f8e4b42b2"/>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26780733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8072580-3739-4A6B-8493-5E3DE90ED361}"/>
              </a:ext>
            </a:extLst>
          </p:cNvPr>
          <p:cNvPicPr>
            <a:picLocks xmlns:a="http://schemas.openxmlformats.org/drawingml/2006/main" noChangeAspect="1"/>
          </p:cNvPicPr>
          <p:nvPr/>
        </p:nvPicPr>
        <p:blipFill>
          <a:blip xmlns:r="http://schemas.openxmlformats.org/officeDocument/2006/relationships" xmlns:a="http://schemas.openxmlformats.org/drawingml/2006/main" r:embed="R460108a966264a5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D092EF-7FB6-4196-9EFD-F9FD7C05FE3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3A904D-F63B-4EAE-9A22-27188E07CD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00A8B26-3147-4A1F-B9A5-2ED3BE0E402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88F4306-453F-485B-961C-4B15E7E3BA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BAF40F4-6920-466E-91E7-9C66EE63942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F6F84CD5-3067-43E1-B248-D98F1956AFF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7FFB5478-8C7E-4086-B615-8571393C415E}"/>
              </a:ext>
            </a:extLst>
          </p:cNvPr>
          <p:cNvPicPr>
            <a:picLocks xmlns:a="http://schemas.openxmlformats.org/drawingml/2006/main" noChangeAspect="1"/>
          </p:cNvPicPr>
          <p:nvPr/>
        </p:nvPicPr>
        <p:blipFill>
          <a:blip xmlns:r="http://schemas.openxmlformats.org/officeDocument/2006/relationships" xmlns:a="http://schemas.openxmlformats.org/drawingml/2006/main" r:embed="R1f01ea98e2494aee"/>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3C53DD3-2CC4-49DE-B435-697BF6D46D5B}"/>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42494C49-FF87-4368-AF1D-E41038623986}"/>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675370B0-B33D-49C9-BBC2-509ADEC6A294}"/>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③</a:t>
            </a:r>
          </a:p>
        </p:txBody>
      </p:sp>
    </p:spTree>
    <p:extLst>
      <p:ext uri="{BB962C8B-B14F-4D97-AF65-F5344CB8AC3E}">
        <p14:creationId xmlns:p14="http://schemas.microsoft.com/office/powerpoint/2010/main" val="1309113179"/>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EEC50A7-D9E4-41D8-A660-805A60D2EE0C}"/>
              </a:ext>
            </a:extLst>
          </p:cNvPr>
          <p:cNvPicPr>
            <a:picLocks xmlns:a="http://schemas.openxmlformats.org/drawingml/2006/main" noChangeAspect="1"/>
          </p:cNvPicPr>
          <p:nvPr/>
        </p:nvPicPr>
        <p:blipFill>
          <a:blip xmlns:r="http://schemas.openxmlformats.org/officeDocument/2006/relationships" xmlns:a="http://schemas.openxmlformats.org/drawingml/2006/main" r:embed="R730e998001d6408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CD6E31-39C1-449C-8EB8-EC6BCF89007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47FD14-3040-416B-856E-E1B99874016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1227D81-06E0-4289-A8A1-A66008CC9EB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EE0C1A-C4B8-4D4F-A438-61D195007EA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D97EC42-9826-4CCB-844E-E9CC38B684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417483A1-BFCE-4342-983B-C71D479460A0}"/>
              </a:ext>
            </a:extLst>
          </p:cNvPr>
          <p:cNvPicPr>
            <a:picLocks xmlns:a="http://schemas.openxmlformats.org/drawingml/2006/main" noChangeAspect="1"/>
          </p:cNvPicPr>
          <p:nvPr/>
        </p:nvPicPr>
        <p:blipFill>
          <a:blip xmlns:r="http://schemas.openxmlformats.org/officeDocument/2006/relationships" xmlns:a="http://schemas.openxmlformats.org/drawingml/2006/main" r:embed="R4dac501435ec40a1"/>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1527438806"/>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ACF340E-6E7B-4A6B-A5D9-56EA5D5BF264}"/>
              </a:ext>
            </a:extLst>
          </p:cNvPr>
          <p:cNvPicPr>
            <a:picLocks xmlns:a="http://schemas.openxmlformats.org/drawingml/2006/main" noChangeAspect="1"/>
          </p:cNvPicPr>
          <p:nvPr/>
        </p:nvPicPr>
        <p:blipFill>
          <a:blip xmlns:r="http://schemas.openxmlformats.org/officeDocument/2006/relationships" xmlns:a="http://schemas.openxmlformats.org/drawingml/2006/main" r:embed="Rbf8f80053c4f4b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A3702A-88FB-42F2-985A-9ACDF900CAA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EDC790-2DA8-4CA3-9840-2A091AEE9C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2C39B28-6203-475C-AA17-21919623647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A5573D-7979-4918-87FA-57DA5F73D5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376B965-DDEF-438A-AF9B-D269AF33714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A290CEDA-C9B3-4097-9541-F7164FFDF678}"/>
              </a:ext>
            </a:extLst>
          </p:cNvPr>
          <p:cNvPicPr>
            <a:picLocks xmlns:a="http://schemas.openxmlformats.org/drawingml/2006/main" noChangeAspect="1"/>
          </p:cNvPicPr>
          <p:nvPr/>
        </p:nvPicPr>
        <p:blipFill>
          <a:blip xmlns:r="http://schemas.openxmlformats.org/officeDocument/2006/relationships" xmlns:a="http://schemas.openxmlformats.org/drawingml/2006/main" r:embed="R909f74440a524eb3"/>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537E090-B83A-4D3E-8ADA-6BD23D4F7C79}"/>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1B4474E3-2F6F-4BFE-89E3-6E1FA9657790}"/>
              </a:ext>
            </a:extLst>
          </p:cNvPr>
          <p:cNvPicPr>
            <a:picLocks xmlns:a="http://schemas.openxmlformats.org/drawingml/2006/main" noChangeAspect="1"/>
          </p:cNvPicPr>
          <p:nvPr/>
        </p:nvPicPr>
        <p:blipFill>
          <a:blip xmlns:r="http://schemas.openxmlformats.org/officeDocument/2006/relationships" xmlns:a="http://schemas.openxmlformats.org/drawingml/2006/main" r:embed="Ra11b8d6f324049a1"/>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2" name="해석·결론">
            <a:extLst xmlns:a="http://schemas.openxmlformats.org/drawingml/2006/main">
              <a:ext uri="{FF2B5EF4-FFF2-40B4-BE49-F238E27FC236}">
                <a16:creationId xmlns:a16="http://schemas.microsoft.com/office/drawing/2014/main" id="{071197E5-8B05-4DD5-8C7F-63053875120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601B700-8BF3-4102-952A-C67C5ED4D28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기화는 열을 흡수하므로 </a:t>
            </a:r>
            <a:r>
              <a:rPr sz="3338">
                <a:solidFill>
                  <a:srgbClr val="FFFFFF"/>
                </a:solidFill>
                <a:latin typeface="Pretendard"/>
                <a:ea typeface="Pretendard"/>
                <a:cs typeface="Pretendard"/>
              </a:rPr>
              <a:t>Δ</a:t>
            </a:r>
            <a:r>
              <a:rPr sz="3338" i="1">
                <a:solidFill>
                  <a:srgbClr val="FFFFFF"/>
                </a:solidFill>
                <a:latin typeface="Pretendard"/>
                <a:ea typeface="Pretendard"/>
                <a:cs typeface="Pretendard"/>
              </a:rPr>
              <a:t>H</a:t>
            </a:r>
            <a:r>
              <a:rPr sz="3338">
                <a:solidFill>
                  <a:srgbClr val="FFFFFF"/>
                </a:solidFill>
                <a:latin typeface="Pretendard"/>
                <a:ea typeface="Pretendard"/>
                <a:cs typeface="Pretendard"/>
              </a:rPr>
              <a:t> &gt; 0</a:t>
            </a:r>
          </a:p>
        </p:txBody>
      </p:sp>
      <p:pic>
        <p:nvPicPr>
          <p:cNvPr id="14" name="">
            <a:extLst xmlns:a="http://schemas.openxmlformats.org/drawingml/2006/main">
              <a:ext uri="{FF2B5EF4-FFF2-40B4-BE49-F238E27FC236}">
                <a16:creationId xmlns:a16="http://schemas.microsoft.com/office/drawing/2014/main" id="{DB6226FF-99AB-477E-BDC9-08AEBAB98498}"/>
              </a:ext>
            </a:extLst>
          </p:cNvPr>
          <p:cNvPicPr>
            <a:picLocks xmlns:a="http://schemas.openxmlformats.org/drawingml/2006/main" noChangeAspect="1"/>
          </p:cNvPicPr>
          <p:nvPr/>
        </p:nvPicPr>
        <p:blipFill>
          <a:blip xmlns:r="http://schemas.openxmlformats.org/officeDocument/2006/relationships" xmlns:a="http://schemas.openxmlformats.org/drawingml/2006/main" r:embed="R5b99239a7db34e5f"/>
          <a:stretch xmlns:a="http://schemas.openxmlformats.org/drawingml/2006/main"/>
        </p:blipFill>
        <p:spPr>
          <a:xfrm xmlns:a="http://schemas.openxmlformats.org/drawingml/2006/main">
            <a:off x="11541108" y="6660735"/>
            <a:ext cx="3587784" cy="1013656"/>
          </a:xfrm>
          <a:prstGeom xmlns:a="http://schemas.openxmlformats.org/drawingml/2006/main" prst="rect">
            <a:avLst/>
          </a:prstGeom>
        </p:spPr>
      </p:pic>
    </p:spTree>
    <p:extLst>
      <p:ext uri="{BB962C8B-B14F-4D97-AF65-F5344CB8AC3E}">
        <p14:creationId xmlns:p14="http://schemas.microsoft.com/office/powerpoint/2010/main" val="1180799323"/>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1B05B157-40DA-470C-9107-C94739FAFF4A}"/>
              </a:ext>
            </a:extLst>
          </p:cNvPr>
          <p:cNvSpPr>
            <a:spLocks xmlns:a="http://schemas.openxmlformats.org/drawingml/2006/main" noGrp="1"/>
          </p:cNvSpPr>
          <p:nvPr/>
        </p:nvSpPr>
        <p:spPr>
          <a:xfrm xmlns:a="http://schemas.openxmlformats.org/drawingml/2006/main">
            <a:off x="112395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7211FBF-759B-4829-866F-BA46468E6EC7}"/>
              </a:ext>
            </a:extLst>
          </p:cNvPr>
          <p:cNvSpPr>
            <a:spLocks xmlns:a="http://schemas.openxmlformats.org/drawingml/2006/main" noGrp="1"/>
          </p:cNvSpPr>
          <p:nvPr/>
        </p:nvSpPr>
        <p:spPr>
          <a:xfrm xmlns:a="http://schemas.openxmlformats.org/drawingml/2006/main">
            <a:off x="752475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20A175C7-3C7C-41B1-8DAD-A7F95E248147}"/>
              </a:ext>
            </a:extLst>
          </p:cNvPr>
          <p:cNvSpPr>
            <a:spLocks xmlns:a="http://schemas.openxmlformats.org/drawingml/2006/main" noGrp="1"/>
          </p:cNvSpPr>
          <p:nvPr/>
        </p:nvSpPr>
        <p:spPr>
          <a:xfrm xmlns:a="http://schemas.openxmlformats.org/drawingml/2006/main">
            <a:off x="38100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773CF42C-5F78-475D-81D1-6F7125A47322}"/>
              </a:ext>
            </a:extLst>
          </p:cNvPr>
          <p:cNvPicPr>
            <a:picLocks xmlns:a="http://schemas.openxmlformats.org/drawingml/2006/main" noChangeAspect="1"/>
          </p:cNvPicPr>
          <p:nvPr/>
        </p:nvPicPr>
        <p:blipFill>
          <a:blip xmlns:r="http://schemas.openxmlformats.org/officeDocument/2006/relationships" xmlns:a="http://schemas.openxmlformats.org/drawingml/2006/main" r:embed="R5a3d9e8dda65495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4050EB-8352-486B-9327-F51B160DB8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4F4DF8-A919-4CF3-BC66-26A4058F547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F2B2001-263D-4DE2-96F3-FB51CBD9E57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8BC5960-C5B3-47B1-B3AF-7C7F40CB362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6BFCB8EC-CFEB-46FC-9F36-8B18BFD430A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9A823E1D-89F5-4774-BDFC-0C08CCDEB9B7}"/>
              </a:ext>
            </a:extLst>
          </p:cNvPr>
          <p:cNvSpPr>
            <a:spLocks xmlns:a="http://schemas.openxmlformats.org/drawingml/2006/main" noGrp="1"/>
          </p:cNvSpPr>
          <p:nvPr/>
        </p:nvSpPr>
        <p:spPr>
          <a:xfrm xmlns:a="http://schemas.openxmlformats.org/drawingml/2006/main">
            <a:off x="40005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8F57F9E3-C3F2-4D22-9B55-7BAF6CCF238B}"/>
              </a:ext>
            </a:extLst>
          </p:cNvPr>
          <p:cNvSpPr>
            <a:spLocks xmlns:a="http://schemas.openxmlformats.org/drawingml/2006/main" noGrp="1"/>
          </p:cNvSpPr>
          <p:nvPr/>
        </p:nvSpPr>
        <p:spPr>
          <a:xfrm xmlns:a="http://schemas.openxmlformats.org/drawingml/2006/main">
            <a:off x="40005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062B7A85-B148-42F2-BE5B-91051FF8E0C9}"/>
              </a:ext>
            </a:extLst>
          </p:cNvPr>
          <p:cNvSpPr>
            <a:spLocks xmlns:a="http://schemas.openxmlformats.org/drawingml/2006/main" noGrp="1"/>
          </p:cNvSpPr>
          <p:nvPr/>
        </p:nvSpPr>
        <p:spPr>
          <a:xfrm xmlns:a="http://schemas.openxmlformats.org/drawingml/2006/main">
            <a:off x="40005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생성되는 물질 1 mol을</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D9C05A24-C2EA-4BA8-B96C-461644934CFC}"/>
              </a:ext>
            </a:extLst>
          </p:cNvPr>
          <p:cNvSpPr>
            <a:spLocks xmlns:a="http://schemas.openxmlformats.org/drawingml/2006/main" noGrp="1"/>
          </p:cNvSpPr>
          <p:nvPr/>
        </p:nvSpPr>
        <p:spPr>
          <a:xfrm xmlns:a="http://schemas.openxmlformats.org/drawingml/2006/main">
            <a:off x="771525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19A0B521-B05C-4223-B576-775CD8061CFB}"/>
              </a:ext>
            </a:extLst>
          </p:cNvPr>
          <p:cNvSpPr>
            <a:spLocks xmlns:a="http://schemas.openxmlformats.org/drawingml/2006/main" noGrp="1"/>
          </p:cNvSpPr>
          <p:nvPr/>
        </p:nvSpPr>
        <p:spPr>
          <a:xfrm xmlns:a="http://schemas.openxmlformats.org/drawingml/2006/main">
            <a:off x="771525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DD3FEA76-6094-4436-99AE-1BA759C0DDA6}"/>
              </a:ext>
            </a:extLst>
          </p:cNvPr>
          <p:cNvSpPr>
            <a:spLocks xmlns:a="http://schemas.openxmlformats.org/drawingml/2006/main" noGrp="1"/>
          </p:cNvSpPr>
          <p:nvPr/>
        </p:nvSpPr>
        <p:spPr>
          <a:xfrm xmlns:a="http://schemas.openxmlformats.org/drawingml/2006/main">
            <a:off x="771525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원소의 형태와</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8674F8E6-172B-4108-AB8B-2FCBB7E63049}"/>
              </a:ext>
            </a:extLst>
          </p:cNvPr>
          <p:cNvSpPr>
            <a:spLocks xmlns:a="http://schemas.openxmlformats.org/drawingml/2006/main" noGrp="1"/>
          </p:cNvSpPr>
          <p:nvPr/>
        </p:nvSpPr>
        <p:spPr>
          <a:xfrm xmlns:a="http://schemas.openxmlformats.org/drawingml/2006/main">
            <a:off x="114300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5C83A541-0302-4985-B354-636241931A1E}"/>
              </a:ext>
            </a:extLst>
          </p:cNvPr>
          <p:cNvSpPr>
            <a:spLocks xmlns:a="http://schemas.openxmlformats.org/drawingml/2006/main" noGrp="1"/>
          </p:cNvSpPr>
          <p:nvPr/>
        </p:nvSpPr>
        <p:spPr>
          <a:xfrm xmlns:a="http://schemas.openxmlformats.org/drawingml/2006/main">
            <a:off x="114300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FE707C43-0EBC-43B2-A94C-4AAD39FA98A7}"/>
              </a:ext>
            </a:extLst>
          </p:cNvPr>
          <p:cNvSpPr>
            <a:spLocks xmlns:a="http://schemas.openxmlformats.org/drawingml/2006/main" noGrp="1"/>
          </p:cNvSpPr>
          <p:nvPr/>
        </p:nvSpPr>
        <p:spPr>
          <a:xfrm xmlns:a="http://schemas.openxmlformats.org/drawingml/2006/main">
            <a:off x="114300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반응 계수를 곱하고</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25094B05-086B-48B5-A1A6-6F067651770F}"/>
              </a:ext>
            </a:extLst>
          </p:cNvPr>
          <p:cNvSpPr>
            <a:spLocks xmlns:a="http://schemas.openxmlformats.org/drawingml/2006/main" noGrp="1"/>
          </p:cNvSpPr>
          <p:nvPr/>
        </p:nvSpPr>
        <p:spPr>
          <a:xfrm xmlns:a="http://schemas.openxmlformats.org/drawingml/2006/main">
            <a:off x="2667000" y="871537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99451402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1CA2D4C-7635-4448-88A3-832EBB98DA4B}"/>
              </a:ext>
            </a:extLst>
          </p:cNvPr>
          <p:cNvPicPr>
            <a:picLocks xmlns:a="http://schemas.openxmlformats.org/drawingml/2006/main" noChangeAspect="1"/>
          </p:cNvPicPr>
          <p:nvPr/>
        </p:nvPicPr>
        <p:blipFill>
          <a:blip xmlns:r="http://schemas.openxmlformats.org/officeDocument/2006/relationships" xmlns:a="http://schemas.openxmlformats.org/drawingml/2006/main" r:embed="R70f8cf7e9e7d44d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D57EBC0-AAF5-470D-9544-B5A8C8A913A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5FB9FF4-D873-4FB7-88FA-728689B2B6A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89071F3-EC86-43F3-AA46-C804D2D264D7}"/>
              </a:ext>
            </a:extLst>
          </p:cNvPr>
          <p:cNvPicPr>
            <a:picLocks xmlns:a="http://schemas.openxmlformats.org/drawingml/2006/main" noChangeAspect="1"/>
          </p:cNvPicPr>
          <p:nvPr/>
        </p:nvPicPr>
        <p:blipFill>
          <a:blip xmlns:r="http://schemas.openxmlformats.org/officeDocument/2006/relationships" xmlns:a="http://schemas.openxmlformats.org/drawingml/2006/main" r:embed="R2fce7aa8173c4f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AFC4F72-22F4-4595-B1A8-C32FD69054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82A16509-2D60-47D6-A2E0-D1D29FB339E0}"/>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845E4B5E-43A6-43D6-8441-6F1680FE471D}"/>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실험으로 확인하는</a:t>
            </a:r>
          </a:p>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3BEFEFC7-9C29-4B75-B1AB-18803415A9FE}"/>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284468550"/>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597FC44-1821-4EDB-8DA9-24C511093E71}"/>
              </a:ext>
            </a:extLst>
          </p:cNvPr>
          <p:cNvPicPr>
            <a:picLocks xmlns:a="http://schemas.openxmlformats.org/drawingml/2006/main" noChangeAspect="1"/>
          </p:cNvPicPr>
          <p:nvPr/>
        </p:nvPicPr>
        <p:blipFill>
          <a:blip xmlns:r="http://schemas.openxmlformats.org/officeDocument/2006/relationships" xmlns:a="http://schemas.openxmlformats.org/drawingml/2006/main" r:embed="Rb27c5470897844b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0EF93A-6616-4BE5-BD0B-4907E159EDA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C7A16A-CC11-44FB-B174-4E1570A323F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47435360-4972-4AA7-B19E-62CFF1113A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EBAAE2C-466B-426A-9446-567E97D5F14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382AA67-B60C-4772-9AAB-BAE3D9D23C1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0F9EE72D-11F9-464B-92F3-DF016B347B71}"/>
              </a:ext>
            </a:extLst>
          </p:cNvPr>
          <p:cNvPicPr>
            <a:picLocks xmlns:a="http://schemas.openxmlformats.org/drawingml/2006/main" noChangeAspect="1"/>
          </p:cNvPicPr>
          <p:nvPr/>
        </p:nvPicPr>
        <p:blipFill>
          <a:blip xmlns:r="http://schemas.openxmlformats.org/officeDocument/2006/relationships" xmlns:a="http://schemas.openxmlformats.org/drawingml/2006/main" r:embed="R5386cd17117f4d3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92B9480-FC06-40C8-89B3-48FBDD304C42}"/>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D9CE8449-C1DE-4E6C-91C4-95AA8791BB85}"/>
              </a:ext>
            </a:extLst>
          </p:cNvPr>
          <p:cNvPicPr>
            <a:picLocks xmlns:a="http://schemas.openxmlformats.org/drawingml/2006/main" noChangeAspect="1"/>
          </p:cNvPicPr>
          <p:nvPr/>
        </p:nvPicPr>
        <p:blipFill>
          <a:blip xmlns:r="http://schemas.openxmlformats.org/officeDocument/2006/relationships" xmlns:a="http://schemas.openxmlformats.org/drawingml/2006/main" r:embed="R49f70c15f5f14608"/>
          <a:stretch xmlns:a="http://schemas.openxmlformats.org/drawingml/2006/main"/>
        </p:blipFill>
        <p:spPr>
          <a:xfrm xmlns:a="http://schemas.openxmlformats.org/drawingml/2006/main">
            <a:off x="7626536" y="5134869"/>
            <a:ext cx="6107166" cy="58876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C0A1170-E3AF-451B-823B-2383941DD196}"/>
              </a:ext>
            </a:extLst>
          </p:cNvPr>
          <p:cNvPicPr>
            <a:picLocks xmlns:a="http://schemas.openxmlformats.org/drawingml/2006/main" noChangeAspect="1"/>
          </p:cNvPicPr>
          <p:nvPr/>
        </p:nvPicPr>
        <p:blipFill>
          <a:blip xmlns:r="http://schemas.openxmlformats.org/officeDocument/2006/relationships" xmlns:a="http://schemas.openxmlformats.org/drawingml/2006/main" r:embed="R87123362c58c455d"/>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AA7323C-D944-4D0F-B6FC-6F745A2C925C}"/>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BAB9A2EC-A9B3-4D20-9A2C-CE83771EF221}"/>
              </a:ext>
            </a:extLst>
          </p:cNvPr>
          <p:cNvPicPr>
            <a:picLocks xmlns:a="http://schemas.openxmlformats.org/drawingml/2006/main" noChangeAspect="1"/>
          </p:cNvPicPr>
          <p:nvPr/>
        </p:nvPicPr>
        <p:blipFill>
          <a:blip xmlns:r="http://schemas.openxmlformats.org/officeDocument/2006/relationships" xmlns:a="http://schemas.openxmlformats.org/drawingml/2006/main" r:embed="Ra0c079ec39944003"/>
          <a:stretch xmlns:a="http://schemas.openxmlformats.org/drawingml/2006/main"/>
        </p:blipFill>
        <p:spPr>
          <a:xfrm xmlns:a="http://schemas.openxmlformats.org/drawingml/2006/main">
            <a:off x="7600482" y="8060524"/>
            <a:ext cx="9087787" cy="547701"/>
          </a:xfrm>
          <a:prstGeom xmlns:a="http://schemas.openxmlformats.org/drawingml/2006/main" prst="rect">
            <a:avLst/>
          </a:prstGeom>
        </p:spPr>
      </p:pic>
    </p:spTree>
    <p:extLst>
      <p:ext uri="{BB962C8B-B14F-4D97-AF65-F5344CB8AC3E}">
        <p14:creationId xmlns:p14="http://schemas.microsoft.com/office/powerpoint/2010/main" val="1227372887"/>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3648364-2781-43F4-85ED-48AFFF746628}"/>
              </a:ext>
            </a:extLst>
          </p:cNvPr>
          <p:cNvPicPr>
            <a:picLocks xmlns:a="http://schemas.openxmlformats.org/drawingml/2006/main" noChangeAspect="1"/>
          </p:cNvPicPr>
          <p:nvPr/>
        </p:nvPicPr>
        <p:blipFill>
          <a:blip xmlns:r="http://schemas.openxmlformats.org/officeDocument/2006/relationships" xmlns:a="http://schemas.openxmlformats.org/drawingml/2006/main" r:embed="Rf7d3169d36cf44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FB6367-8F9A-40FF-857C-D58F1656C0A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E97D95-F00D-4FD4-A927-CDF12D80AAE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CC20A32F-EAD3-481F-AF58-54B40609D47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74C327A-883A-4D15-8A30-E39FD49B712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BEBE182-EFE6-4B14-8B91-E46AA2B019D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8" name="">
            <a:extLst xmlns:a="http://schemas.openxmlformats.org/drawingml/2006/main">
              <a:ext uri="{FF2B5EF4-FFF2-40B4-BE49-F238E27FC236}">
                <a16:creationId xmlns:a16="http://schemas.microsoft.com/office/drawing/2014/main" id="{26F29339-9CDA-402D-9B40-71B38EB0E250}"/>
              </a:ext>
            </a:extLst>
          </p:cNvPr>
          <p:cNvPicPr>
            <a:picLocks xmlns:a="http://schemas.openxmlformats.org/drawingml/2006/main" noChangeAspect="1"/>
          </p:cNvPicPr>
          <p:nvPr/>
        </p:nvPicPr>
        <p:blipFill>
          <a:blip xmlns:r="http://schemas.openxmlformats.org/officeDocument/2006/relationships" xmlns:a="http://schemas.openxmlformats.org/drawingml/2006/main" r:embed="R786a282671b74162"/>
          <a:stretch xmlns:a="http://schemas.openxmlformats.org/drawingml/2006/main"/>
        </p:blipFill>
        <p:spPr>
          <a:xfrm xmlns:a="http://schemas.openxmlformats.org/drawingml/2006/main">
            <a:off x="2969355" y="5715000"/>
            <a:ext cx="7005764"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B919D56-DF78-44F5-94FE-C1500E5357AF}"/>
              </a:ext>
            </a:extLst>
          </p:cNvPr>
          <p:cNvPicPr>
            <a:picLocks xmlns:a="http://schemas.openxmlformats.org/drawingml/2006/main" noChangeAspect="1"/>
          </p:cNvPicPr>
          <p:nvPr/>
        </p:nvPicPr>
        <p:blipFill>
          <a:blip xmlns:r="http://schemas.openxmlformats.org/officeDocument/2006/relationships" xmlns:a="http://schemas.openxmlformats.org/drawingml/2006/main" r:embed="Re1224764bc1d46b7"/>
          <a:stretch xmlns:a="http://schemas.openxmlformats.org/drawingml/2006/main"/>
        </p:blipFill>
        <p:spPr>
          <a:xfrm xmlns:a="http://schemas.openxmlformats.org/drawingml/2006/main">
            <a:off x="12083621" y="5715000"/>
            <a:ext cx="3502882" cy="2286000"/>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0FFC97C6-3A7A-47DF-B5BA-1381414513BD}"/>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4179C3A-28B6-4227-AC16-A475EFEF5A0C}"/>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A0CFC29C-BF81-4AD9-9F4F-3B3712C2E45E}"/>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7B154FD-24B4-4E14-8FFD-3C59BDE4F1DC}"/>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pic>
        <p:nvPicPr>
          <p:cNvPr id="14" name="">
            <a:extLst xmlns:a="http://schemas.openxmlformats.org/drawingml/2006/main">
              <a:ext uri="{FF2B5EF4-FFF2-40B4-BE49-F238E27FC236}">
                <a16:creationId xmlns:a16="http://schemas.microsoft.com/office/drawing/2014/main" id="{8C79F108-4141-4A9E-A9BC-A15417539E09}"/>
              </a:ext>
            </a:extLst>
          </p:cNvPr>
          <p:cNvPicPr>
            <a:picLocks xmlns:a="http://schemas.openxmlformats.org/drawingml/2006/main" noChangeAspect="1"/>
          </p:cNvPicPr>
          <p:nvPr/>
        </p:nvPicPr>
        <p:blipFill>
          <a:blip xmlns:r="http://schemas.openxmlformats.org/officeDocument/2006/relationships" xmlns:a="http://schemas.openxmlformats.org/drawingml/2006/main" r:embed="R801cf22eef5149bc"/>
          <a:stretch xmlns:a="http://schemas.openxmlformats.org/drawingml/2006/main"/>
        </p:blipFill>
        <p:spPr>
          <a:xfrm xmlns:a="http://schemas.openxmlformats.org/drawingml/2006/main">
            <a:off x="5901411" y="4191000"/>
            <a:ext cx="6485178" cy="1238250"/>
          </a:xfrm>
          <a:prstGeom xmlns:a="http://schemas.openxmlformats.org/drawingml/2006/main" prst="rect">
            <a:avLst/>
          </a:prstGeom>
        </p:spPr>
      </p:pic>
    </p:spTree>
    <p:extLst>
      <p:ext uri="{BB962C8B-B14F-4D97-AF65-F5344CB8AC3E}">
        <p14:creationId xmlns:p14="http://schemas.microsoft.com/office/powerpoint/2010/main" val="657508676"/>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레퍼런스 내용 영역">
            <a:extLst xmlns:a="http://schemas.openxmlformats.org/drawingml/2006/main">
              <a:ext uri="{FF2B5EF4-FFF2-40B4-BE49-F238E27FC236}">
                <a16:creationId xmlns:a16="http://schemas.microsoft.com/office/drawing/2014/main" id="{3A88D8C7-C8F1-4DB3-B6C4-1AC75062F747}"/>
              </a:ext>
            </a:extLst>
          </p:cNvPr>
          <p:cNvSpPr>
            <a:spLocks xmlns:a="http://schemas.openxmlformats.org/drawingml/2006/main" noGrp="1"/>
          </p:cNvSpPr>
          <p:nvPr/>
        </p:nvSpPr>
        <p:spPr>
          <a:xfrm xmlns:a="http://schemas.openxmlformats.org/drawingml/2006/main">
            <a:off x="5715000" y="762000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6" name="레퍼런스 내용 영역">
            <a:extLst xmlns:a="http://schemas.openxmlformats.org/drawingml/2006/main">
              <a:ext uri="{FF2B5EF4-FFF2-40B4-BE49-F238E27FC236}">
                <a16:creationId xmlns:a16="http://schemas.microsoft.com/office/drawing/2014/main" id="{2F542233-C16C-4E56-8523-C5F54353E409}"/>
              </a:ext>
            </a:extLst>
          </p:cNvPr>
          <p:cNvSpPr>
            <a:spLocks xmlns:a="http://schemas.openxmlformats.org/drawingml/2006/main" noGrp="1"/>
          </p:cNvSpPr>
          <p:nvPr/>
        </p:nvSpPr>
        <p:spPr>
          <a:xfrm xmlns:a="http://schemas.openxmlformats.org/drawingml/2006/main">
            <a:off x="3810000" y="762000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33" name="레퍼런스 내용 영역">
            <a:extLst xmlns:a="http://schemas.openxmlformats.org/drawingml/2006/main">
              <a:ext uri="{FF2B5EF4-FFF2-40B4-BE49-F238E27FC236}">
                <a16:creationId xmlns:a16="http://schemas.microsoft.com/office/drawing/2014/main" id="{75B67E44-3880-448C-BFC2-898F82CD1E9D}"/>
              </a:ext>
            </a:extLst>
          </p:cNvPr>
          <p:cNvSpPr>
            <a:spLocks xmlns:a="http://schemas.openxmlformats.org/drawingml/2006/main" noGrp="1"/>
          </p:cNvSpPr>
          <p:nvPr/>
        </p:nvSpPr>
        <p:spPr>
          <a:xfrm xmlns:a="http://schemas.openxmlformats.org/drawingml/2006/main">
            <a:off x="5715000" y="6619875"/>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2" name="레퍼런스 내용 영역">
            <a:extLst xmlns:a="http://schemas.openxmlformats.org/drawingml/2006/main">
              <a:ext uri="{FF2B5EF4-FFF2-40B4-BE49-F238E27FC236}">
                <a16:creationId xmlns:a16="http://schemas.microsoft.com/office/drawing/2014/main" id="{B47E96D4-640A-458A-8CF9-4572411E1CAF}"/>
              </a:ext>
            </a:extLst>
          </p:cNvPr>
          <p:cNvSpPr>
            <a:spLocks xmlns:a="http://schemas.openxmlformats.org/drawingml/2006/main" noGrp="1"/>
          </p:cNvSpPr>
          <p:nvPr/>
        </p:nvSpPr>
        <p:spPr>
          <a:xfrm xmlns:a="http://schemas.openxmlformats.org/drawingml/2006/main">
            <a:off x="3810000" y="6619875"/>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29" name="레퍼런스 내용 영역">
            <a:extLst xmlns:a="http://schemas.openxmlformats.org/drawingml/2006/main">
              <a:ext uri="{FF2B5EF4-FFF2-40B4-BE49-F238E27FC236}">
                <a16:creationId xmlns:a16="http://schemas.microsoft.com/office/drawing/2014/main" id="{DFC8E639-E19C-45F1-815D-0A36A8E9EACE}"/>
              </a:ext>
            </a:extLst>
          </p:cNvPr>
          <p:cNvSpPr>
            <a:spLocks xmlns:a="http://schemas.openxmlformats.org/drawingml/2006/main" noGrp="1"/>
          </p:cNvSpPr>
          <p:nvPr/>
        </p:nvSpPr>
        <p:spPr>
          <a:xfrm xmlns:a="http://schemas.openxmlformats.org/drawingml/2006/main">
            <a:off x="5715000" y="561975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28" name="레퍼런스 내용 영역">
            <a:extLst xmlns:a="http://schemas.openxmlformats.org/drawingml/2006/main">
              <a:ext uri="{FF2B5EF4-FFF2-40B4-BE49-F238E27FC236}">
                <a16:creationId xmlns:a16="http://schemas.microsoft.com/office/drawing/2014/main" id="{2920E208-EF36-4A7C-869D-155D133133B3}"/>
              </a:ext>
            </a:extLst>
          </p:cNvPr>
          <p:cNvSpPr>
            <a:spLocks xmlns:a="http://schemas.openxmlformats.org/drawingml/2006/main" noGrp="1"/>
          </p:cNvSpPr>
          <p:nvPr/>
        </p:nvSpPr>
        <p:spPr>
          <a:xfrm xmlns:a="http://schemas.openxmlformats.org/drawingml/2006/main">
            <a:off x="3810000" y="561975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6F3BA7E-C8EA-47B6-8617-3EB631CA3141}"/>
              </a:ext>
            </a:extLst>
          </p:cNvPr>
          <p:cNvPicPr>
            <a:picLocks xmlns:a="http://schemas.openxmlformats.org/drawingml/2006/main" noChangeAspect="1"/>
          </p:cNvPicPr>
          <p:nvPr/>
        </p:nvPicPr>
        <p:blipFill>
          <a:blip xmlns:r="http://schemas.openxmlformats.org/officeDocument/2006/relationships" xmlns:a="http://schemas.openxmlformats.org/drawingml/2006/main" r:embed="Rbd5d1dd1562445c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74B120-A6D4-452F-892E-39937AA3C8E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1B2F45-0CDF-4DB6-8422-2E0EBBF87B6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86CFAAC-5768-43DD-824C-A0AF2F085F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73289B-5089-4B2C-B921-005969B063E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CC1BD37-EDF7-4DF5-AB03-87BCD06B4B5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1BB8DC53-8387-41AB-B248-0EC73E80538A}"/>
              </a:ext>
            </a:extLst>
          </p:cNvPr>
          <p:cNvPicPr>
            <a:picLocks xmlns:a="http://schemas.openxmlformats.org/drawingml/2006/main" noChangeAspect="1"/>
          </p:cNvPicPr>
          <p:nvPr/>
        </p:nvPicPr>
        <p:blipFill>
          <a:blip xmlns:r="http://schemas.openxmlformats.org/officeDocument/2006/relationships" xmlns:a="http://schemas.openxmlformats.org/drawingml/2006/main" r:embed="Rd286393048fc4544"/>
          <a:stretch xmlns:a="http://schemas.openxmlformats.org/drawingml/2006/main"/>
        </p:blipFill>
        <p:spPr>
          <a:xfrm xmlns:a="http://schemas.openxmlformats.org/drawingml/2006/main">
            <a:off x="6754559" y="4095750"/>
            <a:ext cx="4778882" cy="952500"/>
          </a:xfrm>
          <a:prstGeom xmlns:a="http://schemas.openxmlformats.org/drawingml/2006/main" prst="rect">
            <a:avLst/>
          </a:prstGeom>
        </p:spPr>
      </p:pic>
      <p:sp>
        <p:nvSpPr>
          <p:cNvPr id="30" name="text">
            <a:extLst xmlns:a="http://schemas.openxmlformats.org/drawingml/2006/main">
              <a:ext uri="{FF2B5EF4-FFF2-40B4-BE49-F238E27FC236}">
                <a16:creationId xmlns:a16="http://schemas.microsoft.com/office/drawing/2014/main" id="{40151C77-5FC6-4A49-9127-45139AA6D5AC}"/>
              </a:ext>
            </a:extLst>
          </p:cNvPr>
          <p:cNvSpPr>
            <a:spLocks xmlns:a="http://schemas.openxmlformats.org/drawingml/2006/main" noGrp="1"/>
          </p:cNvSpPr>
          <p:nvPr/>
        </p:nvSpPr>
        <p:spPr>
          <a:xfrm xmlns:a="http://schemas.openxmlformats.org/drawingml/2006/main">
            <a:off x="4048125" y="573405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CBB075FB-BDB1-483B-8330-60CE8A26B816}"/>
              </a:ext>
            </a:extLst>
          </p:cNvPr>
          <p:cNvSpPr>
            <a:spLocks xmlns:a="http://schemas.openxmlformats.org/drawingml/2006/main" noGrp="1"/>
          </p:cNvSpPr>
          <p:nvPr/>
        </p:nvSpPr>
        <p:spPr>
          <a:xfrm xmlns:a="http://schemas.openxmlformats.org/drawingml/2006/main">
            <a:off x="6048375" y="57340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용액의 비열</a:t>
            </a:r>
          </a:p>
        </p:txBody>
      </p:sp>
      <p:sp>
        <p:nvSpPr>
          <p:cNvPr id="34" name="text">
            <a:extLst xmlns:a="http://schemas.openxmlformats.org/drawingml/2006/main">
              <a:ext uri="{FF2B5EF4-FFF2-40B4-BE49-F238E27FC236}">
                <a16:creationId xmlns:a16="http://schemas.microsoft.com/office/drawing/2014/main" id="{D2E925BB-83DC-449B-B858-5274C34F4B8A}"/>
              </a:ext>
            </a:extLst>
          </p:cNvPr>
          <p:cNvSpPr>
            <a:spLocks xmlns:a="http://schemas.openxmlformats.org/drawingml/2006/main" noGrp="1"/>
          </p:cNvSpPr>
          <p:nvPr/>
        </p:nvSpPr>
        <p:spPr>
          <a:xfrm xmlns:a="http://schemas.openxmlformats.org/drawingml/2006/main">
            <a:off x="4048125" y="673417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D10A71BD-7529-4113-81AD-0C4B3A2CB601}"/>
              </a:ext>
            </a:extLst>
          </p:cNvPr>
          <p:cNvSpPr>
            <a:spLocks xmlns:a="http://schemas.openxmlformats.org/drawingml/2006/main" noGrp="1"/>
          </p:cNvSpPr>
          <p:nvPr/>
        </p:nvSpPr>
        <p:spPr>
          <a:xfrm xmlns:a="http://schemas.openxmlformats.org/drawingml/2006/main">
            <a:off x="6048375" y="6734175"/>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 전체의 질량</a:t>
            </a:r>
          </a:p>
        </p:txBody>
      </p:sp>
      <p:sp>
        <p:nvSpPr>
          <p:cNvPr id="38" name="text">
            <a:extLst xmlns:a="http://schemas.openxmlformats.org/drawingml/2006/main">
              <a:ext uri="{FF2B5EF4-FFF2-40B4-BE49-F238E27FC236}">
                <a16:creationId xmlns:a16="http://schemas.microsoft.com/office/drawing/2014/main" id="{061EDB1B-FC32-4002-8610-8C1CBB520054}"/>
              </a:ext>
            </a:extLst>
          </p:cNvPr>
          <p:cNvSpPr>
            <a:spLocks xmlns:a="http://schemas.openxmlformats.org/drawingml/2006/main" noGrp="1"/>
          </p:cNvSpPr>
          <p:nvPr/>
        </p:nvSpPr>
        <p:spPr>
          <a:xfrm xmlns:a="http://schemas.openxmlformats.org/drawingml/2006/main">
            <a:off x="4048125" y="77343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3679EFEF-C0EA-4D9B-91B4-6F1F031C82AB}"/>
              </a:ext>
            </a:extLst>
          </p:cNvPr>
          <p:cNvSpPr>
            <a:spLocks xmlns:a="http://schemas.openxmlformats.org/drawingml/2006/main" noGrp="1"/>
          </p:cNvSpPr>
          <p:nvPr/>
        </p:nvSpPr>
        <p:spPr>
          <a:xfrm xmlns:a="http://schemas.openxmlformats.org/drawingml/2006/main">
            <a:off x="6048375" y="7734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2714AEFB-5287-4B58-8513-1DBE6DA7E1CB}"/>
              </a:ext>
            </a:extLst>
          </p:cNvPr>
          <p:cNvSpPr>
            <a:spLocks xmlns:a="http://schemas.openxmlformats.org/drawingml/2006/main" noGrp="1"/>
          </p:cNvSpPr>
          <p:nvPr/>
        </p:nvSpPr>
        <p:spPr>
          <a:xfrm xmlns:a="http://schemas.openxmlformats.org/drawingml/2006/main">
            <a:off x="2667000" y="90487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온도가 오르면 용액이 열을 얻고, 반응에서는 열을 방출한다.</a:t>
            </a:r>
          </a:p>
        </p:txBody>
      </p:sp>
    </p:spTree>
    <p:extLst>
      <p:ext uri="{BB962C8B-B14F-4D97-AF65-F5344CB8AC3E}">
        <p14:creationId xmlns:p14="http://schemas.microsoft.com/office/powerpoint/2010/main" val="924562515"/>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ADEEE06-82DE-4763-97A3-444CC37F7AA4}"/>
              </a:ext>
            </a:extLst>
          </p:cNvPr>
          <p:cNvPicPr>
            <a:picLocks xmlns:a="http://schemas.openxmlformats.org/drawingml/2006/main" noChangeAspect="1"/>
          </p:cNvPicPr>
          <p:nvPr/>
        </p:nvPicPr>
        <p:blipFill>
          <a:blip xmlns:r="http://schemas.openxmlformats.org/officeDocument/2006/relationships" xmlns:a="http://schemas.openxmlformats.org/drawingml/2006/main" r:embed="Rbd4a887bc52c4f9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5B0AA9-AAC3-4AF7-928F-9164695DAD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3657C5-D7E1-4B16-AA17-519206C5551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5E4ABCC-D610-453C-A0DB-4EFE65C408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BD91BDF-2C52-40B3-A257-2C9D7BD67D9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4A08C75-8660-4E2C-94F5-02E16FEE2AD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A21D912A-DA7A-4A5C-8C02-DE2D6C52562A}"/>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20CE5F0-D8FA-4571-B784-67193B80991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3C2B117-CA90-428B-BDDA-8650ADFD9860}"/>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9CC4662-C996-4FF4-842F-E8FDC61629F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06B1423-EBE4-483F-AAF5-CB62E2125CF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8D9FE51-1567-4AEA-9FB0-28F1221E3230}"/>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89784042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54AC71E-DCE8-44A0-9D69-E5B28DECA3D1}"/>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4AB927F-8D1A-4548-AAFE-8280EA943047}"/>
              </a:ext>
            </a:extLst>
          </p:cNvPr>
          <p:cNvPicPr>
            <a:picLocks xmlns:a="http://schemas.openxmlformats.org/drawingml/2006/main" noChangeAspect="1"/>
          </p:cNvPicPr>
          <p:nvPr/>
        </p:nvPicPr>
        <p:blipFill>
          <a:blip xmlns:r="http://schemas.openxmlformats.org/officeDocument/2006/relationships" xmlns:a="http://schemas.openxmlformats.org/drawingml/2006/main" r:embed="R48ac7e8f4a6e405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F74F48-DAE4-4385-9A3E-0D74E15698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588869-384E-4A69-9628-E12392D9949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6397D31-1DE6-4115-936D-8D5514749CB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BA8EB9A-1015-44FA-84FD-7B151F17332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ECF10FC-53B3-470D-B7AE-F3F30B5AE26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484870E0-06C1-433C-BD08-4FFF012388FA}"/>
              </a:ext>
            </a:extLst>
          </p:cNvPr>
          <p:cNvPicPr>
            <a:picLocks xmlns:a="http://schemas.openxmlformats.org/drawingml/2006/main" noChangeAspect="1"/>
          </p:cNvPicPr>
          <p:nvPr/>
        </p:nvPicPr>
        <p:blipFill>
          <a:blip xmlns:r="http://schemas.openxmlformats.org/officeDocument/2006/relationships" xmlns:a="http://schemas.openxmlformats.org/drawingml/2006/main" r:embed="R4a5dac32956f47e0"/>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EBAF997-25DB-42AC-95C8-0775CB72C483}"/>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2022302"/>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672E2BA-FD97-452F-9A4B-DF4375B41F3A}"/>
              </a:ext>
            </a:extLst>
          </p:cNvPr>
          <p:cNvPicPr>
            <a:picLocks xmlns:a="http://schemas.openxmlformats.org/drawingml/2006/main" noChangeAspect="1"/>
          </p:cNvPicPr>
          <p:nvPr/>
        </p:nvPicPr>
        <p:blipFill>
          <a:blip xmlns:r="http://schemas.openxmlformats.org/officeDocument/2006/relationships" xmlns:a="http://schemas.openxmlformats.org/drawingml/2006/main" r:embed="R5b981875e36345f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E8D98C-6569-43C3-9F18-AA5D3FB2A9F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08EFF1-0318-4C1C-B5AE-F5D416E06F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2342A58-7E06-44F9-9DA3-07427B4DF8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5D664E0-0597-482E-B441-9EFF9CE8BD3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55CB085-50AC-4E58-A0B7-F8B20C28B06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9146729-9C17-46BA-B51D-3A6D5D09BFA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5870EBF-7D15-472F-8194-36D2F60BBB9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8871D84-81D5-4AA5-ABB6-C60529A063E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5FC05CA-FC83-44AD-844E-2730419CD38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069B14B-2C35-4C41-B919-C00F4465C6C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F4481E1-2DDD-4EE4-AAE2-ADAB9806C3E4}"/>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145800901"/>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584ED44-8AC2-45F0-9FDD-CCD757167C04}"/>
              </a:ext>
            </a:extLst>
          </p:cNvPr>
          <p:cNvPicPr>
            <a:picLocks xmlns:a="http://schemas.openxmlformats.org/drawingml/2006/main" noChangeAspect="1"/>
          </p:cNvPicPr>
          <p:nvPr/>
        </p:nvPicPr>
        <p:blipFill>
          <a:blip xmlns:r="http://schemas.openxmlformats.org/officeDocument/2006/relationships" xmlns:a="http://schemas.openxmlformats.org/drawingml/2006/main" r:embed="R3fd97b3440da474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768A50-D452-4F43-978D-27F4A5B9620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77E5CE-F9D8-48A9-82D5-2CEB43A0F7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FABCFA5F-8C08-4952-B3B5-D89C5571362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CF1C603-FE0D-410D-9D8E-93BB307F35D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5C511EF-564C-431E-901D-71F68A67BAD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2BD12E5B-32E1-4AB4-8001-D7CE3CECE1B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1A23DB55-A415-41B7-9709-495ECEFCF190}"/>
              </a:ext>
            </a:extLst>
          </p:cNvPr>
          <p:cNvPicPr>
            <a:picLocks xmlns:a="http://schemas.openxmlformats.org/drawingml/2006/main" noChangeAspect="1"/>
          </p:cNvPicPr>
          <p:nvPr/>
        </p:nvPicPr>
        <p:blipFill>
          <a:blip xmlns:r="http://schemas.openxmlformats.org/officeDocument/2006/relationships" xmlns:a="http://schemas.openxmlformats.org/drawingml/2006/main" r:embed="R1b2acc11afae42b2"/>
          <a:stretch xmlns:a="http://schemas.openxmlformats.org/drawingml/2006/main"/>
        </p:blipFill>
        <p:spPr>
          <a:xfrm xmlns:a="http://schemas.openxmlformats.org/drawingml/2006/main">
            <a:off x="5156200" y="5112808"/>
            <a:ext cx="8547100" cy="2633133"/>
          </a:xfrm>
          <a:prstGeom xmlns:a="http://schemas.openxmlformats.org/drawingml/2006/main" prst="rect">
            <a:avLst/>
          </a:prstGeom>
        </p:spPr>
      </p:pic>
    </p:spTree>
    <p:extLst>
      <p:ext uri="{BB962C8B-B14F-4D97-AF65-F5344CB8AC3E}">
        <p14:creationId xmlns:p14="http://schemas.microsoft.com/office/powerpoint/2010/main" val="205505020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FBA6667B-D4F2-48E9-B2D9-2C2FC25F21EE}"/>
              </a:ext>
            </a:extLst>
          </p:cNvPr>
          <p:cNvPicPr>
            <a:picLocks xmlns:a="http://schemas.openxmlformats.org/drawingml/2006/main" noChangeAspect="1"/>
          </p:cNvPicPr>
          <p:nvPr/>
        </p:nvPicPr>
        <p:blipFill>
          <a:blip xmlns:r="http://schemas.openxmlformats.org/officeDocument/2006/relationships" xmlns:a="http://schemas.openxmlformats.org/drawingml/2006/main" r:embed="Ra8a7274a373e452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A64073-A663-4234-ACEA-FA775E73F7E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64300C-A3A4-4772-890C-E62F48B13C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80A4DAB2-E1B7-4651-ABEB-0953866170B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215A5AF-07E7-40CA-8B92-5886B8A0573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E5E3879B-660C-4F5A-85A6-63F4CF71C1FE}"/>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6A7AF8BA-1C32-4781-B694-69453241E17A}"/>
              </a:ext>
            </a:extLst>
          </p:cNvPr>
          <p:cNvPicPr>
            <a:picLocks xmlns:a="http://schemas.openxmlformats.org/drawingml/2006/main" noChangeAspect="1"/>
          </p:cNvPicPr>
          <p:nvPr/>
        </p:nvPicPr>
        <p:blipFill>
          <a:blip xmlns:r="http://schemas.openxmlformats.org/officeDocument/2006/relationships" xmlns:a="http://schemas.openxmlformats.org/drawingml/2006/main" r:embed="R81bd938533224a97"/>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565BC39-36EA-443F-9757-333045410448}"/>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E76A4AAB-F796-43EA-B65F-D42A38CAD984}"/>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BB30E50B-DAB1-4784-977E-0B56986E9C3D}"/>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1444DE64-5048-496F-9CCE-7463DB3A8A47}"/>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1EE601B4-A4C2-4445-8726-1ED86C643CE2}"/>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3F8B716-042D-4526-B57C-4412CA33B5FC}"/>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0BF6C817-9056-4B5B-BA17-1E9631C99AC7}"/>
              </a:ext>
            </a:extLst>
          </p:cNvPr>
          <p:cNvPicPr>
            <a:picLocks xmlns:a="http://schemas.openxmlformats.org/drawingml/2006/main" noChangeAspect="1"/>
          </p:cNvPicPr>
          <p:nvPr/>
        </p:nvPicPr>
        <p:blipFill>
          <a:blip xmlns:r="http://schemas.openxmlformats.org/officeDocument/2006/relationships" xmlns:a="http://schemas.openxmlformats.org/drawingml/2006/main" r:embed="R163f655ba4a344d1"/>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59F74226-7BA4-48C0-B485-2BB1E416305D}"/>
              </a:ext>
            </a:extLst>
          </p:cNvPr>
          <p:cNvPicPr>
            <a:picLocks xmlns:a="http://schemas.openxmlformats.org/drawingml/2006/main" noChangeAspect="1"/>
          </p:cNvPicPr>
          <p:nvPr/>
        </p:nvPicPr>
        <p:blipFill>
          <a:blip xmlns:r="http://schemas.openxmlformats.org/officeDocument/2006/relationships" xmlns:a="http://schemas.openxmlformats.org/drawingml/2006/main" r:embed="R943af81b6bd74546"/>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427A60E4-E97C-4417-B5D8-BFCD03FCB038}"/>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577B4AB-C3F2-49A2-8CA2-12E82367D2A4}"/>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F1B875C1-8021-49DF-9399-CD74D123704A}"/>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390BB360-911D-4741-BD50-4EF88FAFF87A}"/>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D5E0F087-1BC5-4473-916A-BDBE8DC7B3F5}"/>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7DFB5B0-592A-4CE3-9948-62C03375983D}"/>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F3BC70D0-D92F-4420-819D-B1A2982C330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D347AE42-0723-4761-AD79-760FEDC063AC}"/>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spTree>
    <p:extLst>
      <p:ext uri="{BB962C8B-B14F-4D97-AF65-F5344CB8AC3E}">
        <p14:creationId xmlns:p14="http://schemas.microsoft.com/office/powerpoint/2010/main" val="1702150479"/>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7DD90F57-A049-4BE3-B579-D3542F75B871}"/>
              </a:ext>
            </a:extLst>
          </p:cNvPr>
          <p:cNvSpPr>
            <a:spLocks xmlns:a="http://schemas.openxmlformats.org/drawingml/2006/main" noGrp="1"/>
          </p:cNvSpPr>
          <p:nvPr/>
        </p:nvSpPr>
        <p:spPr>
          <a:xfrm xmlns:a="http://schemas.openxmlformats.org/drawingml/2006/main">
            <a:off x="3810000" y="4476750"/>
            <a:ext cx="10668000" cy="447675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6B341FA2-3944-4E84-A153-62E59EDA3087}"/>
              </a:ext>
            </a:extLst>
          </p:cNvPr>
          <p:cNvPicPr>
            <a:picLocks xmlns:a="http://schemas.openxmlformats.org/drawingml/2006/main" noChangeAspect="1"/>
          </p:cNvPicPr>
          <p:nvPr/>
        </p:nvPicPr>
        <p:blipFill>
          <a:blip xmlns:r="http://schemas.openxmlformats.org/officeDocument/2006/relationships" xmlns:a="http://schemas.openxmlformats.org/drawingml/2006/main" r:embed="Rde1dee5876b9452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3329F6-1C5A-46C5-9D60-2C13DB843BA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15E046-9616-4DD5-8E55-570517EB8E5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0379D88-6C8C-4A87-BA93-A757EA3F6550}"/>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73CA132-903F-4FBB-B2D8-E254479C662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13036E94-28D3-4E0E-98A2-7F1C8847676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C8C5F2CC-1F7F-42C6-A009-1D8FC4FA9794}"/>
              </a:ext>
            </a:extLst>
          </p:cNvPr>
          <p:cNvSpPr>
            <a:spLocks xmlns:a="http://schemas.openxmlformats.org/drawingml/2006/main" noGrp="1"/>
          </p:cNvSpPr>
          <p:nvPr/>
        </p:nvSpPr>
        <p:spPr>
          <a:xfrm xmlns:a="http://schemas.openxmlformats.org/drawingml/2006/main">
            <a:off x="4238625" y="490537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9FFF68"/>
                </a:solidFill>
                <a:latin typeface="Pretendard"/>
                <a:ea typeface="Pretendard"/>
                <a:cs typeface="Pretendard"/>
              </a:defRPr>
            </a:defPPr>
            <a:lvl1pPr algn="l">
              <a:defRPr sz="2550" b="1">
                <a:solidFill>
                  <a:srgbClr val="9FFF68"/>
                </a:solidFill>
                <a:latin typeface="Pretendard"/>
                <a:ea typeface="Pretendard"/>
                <a:cs typeface="Pretendard"/>
              </a:defRPr>
            </a:lvl1pPr>
            <a:lvl2pPr algn="l">
              <a:defRPr sz="2550" b="1">
                <a:solidFill>
                  <a:srgbClr val="9FFF68"/>
                </a:solidFill>
                <a:latin typeface="Pretendard"/>
                <a:ea typeface="Pretendard"/>
                <a:cs typeface="Pretendard"/>
              </a:defRPr>
            </a:lvl2pPr>
            <a:lvl3pPr algn="l">
              <a:defRPr sz="2550" b="1">
                <a:solidFill>
                  <a:srgbClr val="9FFF68"/>
                </a:solidFill>
                <a:latin typeface="Pretendard"/>
                <a:ea typeface="Pretendard"/>
                <a:cs typeface="Pretendard"/>
              </a:defRPr>
            </a:lvl3pPr>
            <a:lvl4pPr algn="l">
              <a:defRPr sz="2550" b="1">
                <a:solidFill>
                  <a:srgbClr val="9FFF68"/>
                </a:solidFill>
                <a:latin typeface="Pretendard"/>
                <a:ea typeface="Pretendard"/>
                <a:cs typeface="Pretendard"/>
              </a:defRPr>
            </a:lvl4pPr>
            <a:lvl5pPr algn="l">
              <a:defRPr sz="2550" b="1">
                <a:solidFill>
                  <a:srgbClr val="9FFF68"/>
                </a:solidFill>
                <a:latin typeface="Pretendard"/>
                <a:ea typeface="Pretendard"/>
                <a:cs typeface="Pretendard"/>
              </a:defRPr>
            </a:lvl5pPr>
            <a:lvl6pPr algn="l">
              <a:defRPr sz="2550" b="1">
                <a:solidFill>
                  <a:srgbClr val="9FFF68"/>
                </a:solidFill>
                <a:latin typeface="Pretendard"/>
                <a:ea typeface="Pretendard"/>
                <a:cs typeface="Pretendard"/>
              </a:defRPr>
            </a:lvl6pPr>
            <a:lvl7pPr algn="l">
              <a:defRPr sz="2550" b="1">
                <a:solidFill>
                  <a:srgbClr val="9FFF68"/>
                </a:solidFill>
                <a:latin typeface="Pretendard"/>
                <a:ea typeface="Pretendard"/>
                <a:cs typeface="Pretendard"/>
              </a:defRPr>
            </a:lvl7pPr>
            <a:lvl8pPr algn="l">
              <a:defRPr sz="2550" b="1">
                <a:solidFill>
                  <a:srgbClr val="9FFF68"/>
                </a:solidFill>
                <a:latin typeface="Pretendard"/>
                <a:ea typeface="Pretendard"/>
                <a:cs typeface="Pretendard"/>
              </a:defRPr>
            </a:lvl8pPr>
            <a:lvl9pPr algn="l">
              <a:defRPr sz="2550" b="1">
                <a:solidFill>
                  <a:srgbClr val="9FFF68"/>
                </a:solidFill>
                <a:latin typeface="Pretendard"/>
                <a:ea typeface="Pretendard"/>
                <a:cs typeface="Pretendard"/>
              </a:defRPr>
            </a:lvl9pPr>
          </a:lstStyle>
          <a:p xmlns:a="http://schemas.openxmlformats.org/drawingml/2006/main">
            <a:pPr algn="l">
              <a:defRPr sz="2550" b="1">
                <a:solidFill>
                  <a:srgbClr val="9FFF68"/>
                </a:solidFill>
                <a:latin typeface="Pretendard"/>
                <a:ea typeface="Pretendard"/>
                <a:cs typeface="Pretendard"/>
              </a:defRPr>
            </a:pPr>
            <a:r>
              <a:rPr sz="255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FB184DE8-8D4E-48A3-BC67-D317ADBF7F4F}"/>
              </a:ext>
            </a:extLst>
          </p:cNvPr>
          <p:cNvSpPr>
            <a:spLocks xmlns:a="http://schemas.openxmlformats.org/drawingml/2006/main" noGrp="1"/>
          </p:cNvSpPr>
          <p:nvPr/>
        </p:nvSpPr>
        <p:spPr>
          <a:xfrm xmlns:a="http://schemas.openxmlformats.org/drawingml/2006/main">
            <a:off x="4953000" y="49053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D0ABB8CD-539C-41D1-AF10-60190E9452A1}"/>
              </a:ext>
            </a:extLst>
          </p:cNvPr>
          <p:cNvSpPr>
            <a:spLocks xmlns:a="http://schemas.openxmlformats.org/drawingml/2006/main" noGrp="1"/>
          </p:cNvSpPr>
          <p:nvPr/>
        </p:nvSpPr>
        <p:spPr>
          <a:xfrm xmlns:a="http://schemas.openxmlformats.org/drawingml/2006/main">
            <a:off x="4953000" y="54483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6D75919F-4F6C-4E59-B8FD-6D902EB48EC5}"/>
              </a:ext>
            </a:extLst>
          </p:cNvPr>
          <p:cNvSpPr>
            <a:spLocks xmlns:a="http://schemas.openxmlformats.org/drawingml/2006/main" noGrp="1"/>
          </p:cNvSpPr>
          <p:nvPr/>
        </p:nvSpPr>
        <p:spPr>
          <a:xfrm xmlns:a="http://schemas.openxmlformats.org/drawingml/2006/main">
            <a:off x="4238625" y="61912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02A2758F-1EEF-4D36-A5FD-679575D776C9}"/>
              </a:ext>
            </a:extLst>
          </p:cNvPr>
          <p:cNvSpPr>
            <a:spLocks xmlns:a="http://schemas.openxmlformats.org/drawingml/2006/main" noGrp="1"/>
          </p:cNvSpPr>
          <p:nvPr/>
        </p:nvSpPr>
        <p:spPr>
          <a:xfrm xmlns:a="http://schemas.openxmlformats.org/drawingml/2006/main">
            <a:off x="4953000" y="6191250"/>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E4CA0BF8-6ECD-4E60-858F-9C0535C23500}"/>
              </a:ext>
            </a:extLst>
          </p:cNvPr>
          <p:cNvSpPr>
            <a:spLocks xmlns:a="http://schemas.openxmlformats.org/drawingml/2006/main" noGrp="1"/>
          </p:cNvSpPr>
          <p:nvPr/>
        </p:nvSpPr>
        <p:spPr>
          <a:xfrm xmlns:a="http://schemas.openxmlformats.org/drawingml/2006/main">
            <a:off x="4953000" y="673417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700A3559-98A8-4EBA-A931-7309108E72B6}"/>
              </a:ext>
            </a:extLst>
          </p:cNvPr>
          <p:cNvSpPr>
            <a:spLocks xmlns:a="http://schemas.openxmlformats.org/drawingml/2006/main" noGrp="1"/>
          </p:cNvSpPr>
          <p:nvPr/>
        </p:nvSpPr>
        <p:spPr>
          <a:xfrm xmlns:a="http://schemas.openxmlformats.org/drawingml/2006/main">
            <a:off x="4238625" y="747712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102D9D0A-EFBE-486D-AAD1-C2BDCC55708F}"/>
              </a:ext>
            </a:extLst>
          </p:cNvPr>
          <p:cNvSpPr>
            <a:spLocks xmlns:a="http://schemas.openxmlformats.org/drawingml/2006/main" noGrp="1"/>
          </p:cNvSpPr>
          <p:nvPr/>
        </p:nvSpPr>
        <p:spPr>
          <a:xfrm xmlns:a="http://schemas.openxmlformats.org/drawingml/2006/main">
            <a:off x="4953000" y="7477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54B19944-0102-4D4B-9DC9-61A740472C95}"/>
              </a:ext>
            </a:extLst>
          </p:cNvPr>
          <p:cNvSpPr>
            <a:spLocks xmlns:a="http://schemas.openxmlformats.org/drawingml/2006/main" noGrp="1"/>
          </p:cNvSpPr>
          <p:nvPr/>
        </p:nvSpPr>
        <p:spPr>
          <a:xfrm xmlns:a="http://schemas.openxmlformats.org/drawingml/2006/main">
            <a:off x="4953000" y="80200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974157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2026-10-28T14:41:07.2570000Z</dcterms:created>
  <dcterms:modified xsi:type="dcterms:W3CDTF">2026-10-28T14:41:07.2570000Z</dcterms:modified>
</coreProperties>
</file>