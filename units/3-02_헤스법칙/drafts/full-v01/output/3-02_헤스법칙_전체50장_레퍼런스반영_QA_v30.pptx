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8769e46b094cbf" /><Relationship Type="http://schemas.openxmlformats.org/officeDocument/2006/relationships/extended-properties" Target="/docProps/app.xml" Id="R0d881ffed7ae4ad9" /><Relationship Type="http://schemas.openxmlformats.org/officeDocument/2006/relationships/officeDocument" Target="/ppt/presentation.xml" Id="R5b6a4396a75543d0" /></Relationships>
</file>

<file path=ppt/presentation.xml><?xml version="1.0" encoding="utf-8"?>
<p:presentation xmlns:p="http://schemas.openxmlformats.org/presentationml/2006/main">
  <p:sldMasterIdLst>
    <p:sldMasterId xmlns:r="http://schemas.openxmlformats.org/officeDocument/2006/relationships" id="2147483648" r:id="R3d54142b8eb14922"/>
  </p:sldMasterIdLst>
  <p:notesMasterIdLst>
    <p:notesMasterId xmlns:r="http://schemas.openxmlformats.org/officeDocument/2006/relationships" r:id="R38c4f9f9cfb14f04"/>
  </p:notesMasterIdLst>
  <p:sldIdLst>
    <p:sldId xmlns:r="http://schemas.openxmlformats.org/officeDocument/2006/relationships" id="256" r:id="R4c0926108afe461d"/>
    <p:sldId xmlns:r="http://schemas.openxmlformats.org/officeDocument/2006/relationships" id="257" r:id="Rb3bdc0cfa45a40ed"/>
    <p:sldId xmlns:r="http://schemas.openxmlformats.org/officeDocument/2006/relationships" id="258" r:id="R584bf14c91ac4dc1"/>
    <p:sldId xmlns:r="http://schemas.openxmlformats.org/officeDocument/2006/relationships" id="259" r:id="Re929c285c6374910"/>
    <p:sldId xmlns:r="http://schemas.openxmlformats.org/officeDocument/2006/relationships" id="260" r:id="R7b016c8286e14ee9"/>
    <p:sldId xmlns:r="http://schemas.openxmlformats.org/officeDocument/2006/relationships" id="261" r:id="R4d44d0797d4f45f6"/>
    <p:sldId xmlns:r="http://schemas.openxmlformats.org/officeDocument/2006/relationships" id="262" r:id="R981ac1357bd941b0"/>
    <p:sldId xmlns:r="http://schemas.openxmlformats.org/officeDocument/2006/relationships" id="263" r:id="R183020a5be644f9b"/>
    <p:sldId xmlns:r="http://schemas.openxmlformats.org/officeDocument/2006/relationships" id="264" r:id="R7b5b1f69b5eb405c"/>
    <p:sldId xmlns:r="http://schemas.openxmlformats.org/officeDocument/2006/relationships" id="265" r:id="R5b82c89e66f04969"/>
    <p:sldId xmlns:r="http://schemas.openxmlformats.org/officeDocument/2006/relationships" id="266" r:id="R4e849399cbf44a93"/>
    <p:sldId xmlns:r="http://schemas.openxmlformats.org/officeDocument/2006/relationships" id="267" r:id="R2c31610a7ce6492e"/>
    <p:sldId xmlns:r="http://schemas.openxmlformats.org/officeDocument/2006/relationships" id="268" r:id="Rad2b4acd27f247e0"/>
    <p:sldId xmlns:r="http://schemas.openxmlformats.org/officeDocument/2006/relationships" id="269" r:id="Ref6f6d33e3884649"/>
    <p:sldId xmlns:r="http://schemas.openxmlformats.org/officeDocument/2006/relationships" id="270" r:id="R9e57933489474a23"/>
    <p:sldId xmlns:r="http://schemas.openxmlformats.org/officeDocument/2006/relationships" id="271" r:id="R6bb6c1f148f84509"/>
    <p:sldId xmlns:r="http://schemas.openxmlformats.org/officeDocument/2006/relationships" id="272" r:id="R294f844b6eb34b5a"/>
    <p:sldId xmlns:r="http://schemas.openxmlformats.org/officeDocument/2006/relationships" id="273" r:id="R182933cd840743aa"/>
    <p:sldId xmlns:r="http://schemas.openxmlformats.org/officeDocument/2006/relationships" id="274" r:id="Re8f8d2ae13ee419e"/>
    <p:sldId xmlns:r="http://schemas.openxmlformats.org/officeDocument/2006/relationships" id="275" r:id="R1f938d9825e54606"/>
    <p:sldId xmlns:r="http://schemas.openxmlformats.org/officeDocument/2006/relationships" id="276" r:id="Ra2acc2ed888c4aa2"/>
    <p:sldId xmlns:r="http://schemas.openxmlformats.org/officeDocument/2006/relationships" id="277" r:id="R34851ef227ad4e8d"/>
    <p:sldId xmlns:r="http://schemas.openxmlformats.org/officeDocument/2006/relationships" id="278" r:id="Rfaf01ce4e97d4775"/>
    <p:sldId xmlns:r="http://schemas.openxmlformats.org/officeDocument/2006/relationships" id="279" r:id="R15a92698b4114b01"/>
    <p:sldId xmlns:r="http://schemas.openxmlformats.org/officeDocument/2006/relationships" id="280" r:id="Rd5720fa7bce94850"/>
    <p:sldId xmlns:r="http://schemas.openxmlformats.org/officeDocument/2006/relationships" id="281" r:id="R4925ec2fb2ff4259"/>
    <p:sldId xmlns:r="http://schemas.openxmlformats.org/officeDocument/2006/relationships" id="282" r:id="R7b6787415291467a"/>
    <p:sldId xmlns:r="http://schemas.openxmlformats.org/officeDocument/2006/relationships" id="283" r:id="R0081d3f989364735"/>
    <p:sldId xmlns:r="http://schemas.openxmlformats.org/officeDocument/2006/relationships" id="284" r:id="R9c4534217e014ac0"/>
    <p:sldId xmlns:r="http://schemas.openxmlformats.org/officeDocument/2006/relationships" id="285" r:id="R38605deb8cd94c8c"/>
    <p:sldId xmlns:r="http://schemas.openxmlformats.org/officeDocument/2006/relationships" id="286" r:id="R74e9fde6aa5f416a"/>
    <p:sldId xmlns:r="http://schemas.openxmlformats.org/officeDocument/2006/relationships" id="287" r:id="R05826ac22a474119"/>
    <p:sldId xmlns:r="http://schemas.openxmlformats.org/officeDocument/2006/relationships" id="288" r:id="R6e66cb9454034a0d"/>
    <p:sldId xmlns:r="http://schemas.openxmlformats.org/officeDocument/2006/relationships" id="289" r:id="Ra49b831c3b784de7"/>
    <p:sldId xmlns:r="http://schemas.openxmlformats.org/officeDocument/2006/relationships" id="290" r:id="Ra75a2393a78c4eee"/>
    <p:sldId xmlns:r="http://schemas.openxmlformats.org/officeDocument/2006/relationships" id="291" r:id="R11abce1bcc9947cb"/>
    <p:sldId xmlns:r="http://schemas.openxmlformats.org/officeDocument/2006/relationships" id="292" r:id="Re80be04840a243ea"/>
    <p:sldId xmlns:r="http://schemas.openxmlformats.org/officeDocument/2006/relationships" id="293" r:id="Re28820bf40bc4287"/>
    <p:sldId xmlns:r="http://schemas.openxmlformats.org/officeDocument/2006/relationships" id="294" r:id="R4924b880ba71485c"/>
    <p:sldId xmlns:r="http://schemas.openxmlformats.org/officeDocument/2006/relationships" id="295" r:id="R4af2d72ee49b4d47"/>
    <p:sldId xmlns:r="http://schemas.openxmlformats.org/officeDocument/2006/relationships" id="296" r:id="R08b027e4d42f4318"/>
    <p:sldId xmlns:r="http://schemas.openxmlformats.org/officeDocument/2006/relationships" id="297" r:id="R1f4a917da957426d"/>
    <p:sldId xmlns:r="http://schemas.openxmlformats.org/officeDocument/2006/relationships" id="298" r:id="Rda08abce8d184de6"/>
    <p:sldId xmlns:r="http://schemas.openxmlformats.org/officeDocument/2006/relationships" id="299" r:id="R71e297d00a1c4035"/>
    <p:sldId xmlns:r="http://schemas.openxmlformats.org/officeDocument/2006/relationships" id="300" r:id="Rcc2053da6f8a49ce"/>
    <p:sldId xmlns:r="http://schemas.openxmlformats.org/officeDocument/2006/relationships" id="301" r:id="Rc03a684dce2142f6"/>
    <p:sldId xmlns:r="http://schemas.openxmlformats.org/officeDocument/2006/relationships" id="302" r:id="R9b19b02621344c17"/>
    <p:sldId xmlns:r="http://schemas.openxmlformats.org/officeDocument/2006/relationships" id="303" r:id="Rfae11c01ede24df6"/>
    <p:sldId xmlns:r="http://schemas.openxmlformats.org/officeDocument/2006/relationships" id="304" r:id="R763eb595cb954885"/>
    <p:sldId xmlns:r="http://schemas.openxmlformats.org/officeDocument/2006/relationships" id="305" r:id="R5153df5465694c1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aeddbe84834ce1" /><Relationship Type="http://schemas.openxmlformats.org/officeDocument/2006/relationships/slideMaster" Target="/ppt/slideMasters/slideMaster1.xml" Id="R3d54142b8eb14922" /><Relationship Type="http://schemas.openxmlformats.org/officeDocument/2006/relationships/notesMaster" Target="/ppt/notesMasters/notesMaster1.xml" Id="R38c4f9f9cfb14f04" /><Relationship Type="http://schemas.openxmlformats.org/officeDocument/2006/relationships/presProps" Target="/ppt/presProps.xml" Id="R53e724ab972f47c3" /><Relationship Type="http://schemas.openxmlformats.org/officeDocument/2006/relationships/tableStyles" Target="/ppt/tableStyles.xml" Id="R9a87461cd23e418e" /><Relationship Type="http://schemas.openxmlformats.org/officeDocument/2006/relationships/slide" Target="/ppt/slides/slide1.xml" Id="R4c0926108afe461d" /><Relationship Type="http://schemas.openxmlformats.org/officeDocument/2006/relationships/slide" Target="/ppt/slides/slide2.xml" Id="Rb3bdc0cfa45a40ed" /><Relationship Type="http://schemas.openxmlformats.org/officeDocument/2006/relationships/slide" Target="/ppt/slides/slide3.xml" Id="R584bf14c91ac4dc1" /><Relationship Type="http://schemas.openxmlformats.org/officeDocument/2006/relationships/slide" Target="/ppt/slides/slide4.xml" Id="Re929c285c6374910" /><Relationship Type="http://schemas.openxmlformats.org/officeDocument/2006/relationships/slide" Target="/ppt/slides/slide5.xml" Id="R7b016c8286e14ee9" /><Relationship Type="http://schemas.openxmlformats.org/officeDocument/2006/relationships/slide" Target="/ppt/slides/slide6.xml" Id="R4d44d0797d4f45f6" /><Relationship Type="http://schemas.openxmlformats.org/officeDocument/2006/relationships/slide" Target="/ppt/slides/slide7.xml" Id="R981ac1357bd941b0" /><Relationship Type="http://schemas.openxmlformats.org/officeDocument/2006/relationships/slide" Target="/ppt/slides/slide8.xml" Id="R183020a5be644f9b" /><Relationship Type="http://schemas.openxmlformats.org/officeDocument/2006/relationships/slide" Target="/ppt/slides/slide9.xml" Id="R7b5b1f69b5eb405c" /><Relationship Type="http://schemas.openxmlformats.org/officeDocument/2006/relationships/slide" Target="/ppt/slides/slide10.xml" Id="R5b82c89e66f04969" /><Relationship Type="http://schemas.openxmlformats.org/officeDocument/2006/relationships/slide" Target="/ppt/slides/slide11.xml" Id="R4e849399cbf44a93" /><Relationship Type="http://schemas.openxmlformats.org/officeDocument/2006/relationships/slide" Target="/ppt/slides/slide12.xml" Id="R2c31610a7ce6492e" /><Relationship Type="http://schemas.openxmlformats.org/officeDocument/2006/relationships/slide" Target="/ppt/slides/slide13.xml" Id="Rad2b4acd27f247e0" /><Relationship Type="http://schemas.openxmlformats.org/officeDocument/2006/relationships/slide" Target="/ppt/slides/slide14.xml" Id="Ref6f6d33e3884649" /><Relationship Type="http://schemas.openxmlformats.org/officeDocument/2006/relationships/slide" Target="/ppt/slides/slide15.xml" Id="R9e57933489474a23" /><Relationship Type="http://schemas.openxmlformats.org/officeDocument/2006/relationships/slide" Target="/ppt/slides/slide16.xml" Id="R6bb6c1f148f84509" /><Relationship Type="http://schemas.openxmlformats.org/officeDocument/2006/relationships/slide" Target="/ppt/slides/slide17.xml" Id="R294f844b6eb34b5a" /><Relationship Type="http://schemas.openxmlformats.org/officeDocument/2006/relationships/slide" Target="/ppt/slides/slide18.xml" Id="R182933cd840743aa" /><Relationship Type="http://schemas.openxmlformats.org/officeDocument/2006/relationships/slide" Target="/ppt/slides/slide19.xml" Id="Re8f8d2ae13ee419e" /><Relationship Type="http://schemas.openxmlformats.org/officeDocument/2006/relationships/slide" Target="/ppt/slides/slide20.xml" Id="R1f938d9825e54606" /><Relationship Type="http://schemas.openxmlformats.org/officeDocument/2006/relationships/slide" Target="/ppt/slides/slide21.xml" Id="Ra2acc2ed888c4aa2" /><Relationship Type="http://schemas.openxmlformats.org/officeDocument/2006/relationships/slide" Target="/ppt/slides/slide22.xml" Id="R34851ef227ad4e8d" /><Relationship Type="http://schemas.openxmlformats.org/officeDocument/2006/relationships/slide" Target="/ppt/slides/slide23.xml" Id="Rfaf01ce4e97d4775" /><Relationship Type="http://schemas.openxmlformats.org/officeDocument/2006/relationships/slide" Target="/ppt/slides/slide24.xml" Id="R15a92698b4114b01" /><Relationship Type="http://schemas.openxmlformats.org/officeDocument/2006/relationships/slide" Target="/ppt/slides/slide25.xml" Id="Rd5720fa7bce94850" /><Relationship Type="http://schemas.openxmlformats.org/officeDocument/2006/relationships/slide" Target="/ppt/slides/slide26.xml" Id="R4925ec2fb2ff4259" /><Relationship Type="http://schemas.openxmlformats.org/officeDocument/2006/relationships/slide" Target="/ppt/slides/slide27.xml" Id="R7b6787415291467a" /><Relationship Type="http://schemas.openxmlformats.org/officeDocument/2006/relationships/slide" Target="/ppt/slides/slide28.xml" Id="R0081d3f989364735" /><Relationship Type="http://schemas.openxmlformats.org/officeDocument/2006/relationships/slide" Target="/ppt/slides/slide29.xml" Id="R9c4534217e014ac0" /><Relationship Type="http://schemas.openxmlformats.org/officeDocument/2006/relationships/slide" Target="/ppt/slides/slide30.xml" Id="R38605deb8cd94c8c" /><Relationship Type="http://schemas.openxmlformats.org/officeDocument/2006/relationships/slide" Target="/ppt/slides/slide31.xml" Id="R74e9fde6aa5f416a" /><Relationship Type="http://schemas.openxmlformats.org/officeDocument/2006/relationships/slide" Target="/ppt/slides/slide32.xml" Id="R05826ac22a474119" /><Relationship Type="http://schemas.openxmlformats.org/officeDocument/2006/relationships/slide" Target="/ppt/slides/slide33.xml" Id="R6e66cb9454034a0d" /><Relationship Type="http://schemas.openxmlformats.org/officeDocument/2006/relationships/slide" Target="/ppt/slides/slide34.xml" Id="Ra49b831c3b784de7" /><Relationship Type="http://schemas.openxmlformats.org/officeDocument/2006/relationships/slide" Target="/ppt/slides/slide35.xml" Id="Ra75a2393a78c4eee" /><Relationship Type="http://schemas.openxmlformats.org/officeDocument/2006/relationships/slide" Target="/ppt/slides/slide36.xml" Id="R11abce1bcc9947cb" /><Relationship Type="http://schemas.openxmlformats.org/officeDocument/2006/relationships/slide" Target="/ppt/slides/slide37.xml" Id="Re80be04840a243ea" /><Relationship Type="http://schemas.openxmlformats.org/officeDocument/2006/relationships/slide" Target="/ppt/slides/slide38.xml" Id="Re28820bf40bc4287" /><Relationship Type="http://schemas.openxmlformats.org/officeDocument/2006/relationships/slide" Target="/ppt/slides/slide39.xml" Id="R4924b880ba71485c" /><Relationship Type="http://schemas.openxmlformats.org/officeDocument/2006/relationships/slide" Target="/ppt/slides/slide40.xml" Id="R4af2d72ee49b4d47" /><Relationship Type="http://schemas.openxmlformats.org/officeDocument/2006/relationships/slide" Target="/ppt/slides/slide41.xml" Id="R08b027e4d42f4318" /><Relationship Type="http://schemas.openxmlformats.org/officeDocument/2006/relationships/slide" Target="/ppt/slides/slide42.xml" Id="R1f4a917da957426d" /><Relationship Type="http://schemas.openxmlformats.org/officeDocument/2006/relationships/slide" Target="/ppt/slides/slide43.xml" Id="Rda08abce8d184de6" /><Relationship Type="http://schemas.openxmlformats.org/officeDocument/2006/relationships/slide" Target="/ppt/slides/slide44.xml" Id="R71e297d00a1c4035" /><Relationship Type="http://schemas.openxmlformats.org/officeDocument/2006/relationships/slide" Target="/ppt/slides/slide45.xml" Id="Rcc2053da6f8a49ce" /><Relationship Type="http://schemas.openxmlformats.org/officeDocument/2006/relationships/slide" Target="/ppt/slides/slide46.xml" Id="Rc03a684dce2142f6" /><Relationship Type="http://schemas.openxmlformats.org/officeDocument/2006/relationships/slide" Target="/ppt/slides/slide47.xml" Id="R9b19b02621344c17" /><Relationship Type="http://schemas.openxmlformats.org/officeDocument/2006/relationships/slide" Target="/ppt/slides/slide48.xml" Id="Rfae11c01ede24df6" /><Relationship Type="http://schemas.openxmlformats.org/officeDocument/2006/relationships/slide" Target="/ppt/slides/slide49.xml" Id="R763eb595cb954885" /><Relationship Type="http://schemas.openxmlformats.org/officeDocument/2006/relationships/slide" Target="/ppt/slides/slide50.xml" Id="R5153df5465694c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c3f3b343db46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53e1a27c0846c0" /><Relationship Type="http://schemas.openxmlformats.org/officeDocument/2006/relationships/notesMaster" Target="/ppt/notesMasters/notesMaster1.xml" Id="R4a96e855e57a4b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d9a37ff1254126" /><Relationship Type="http://schemas.openxmlformats.org/officeDocument/2006/relationships/notesMaster" Target="/ppt/notesMasters/notesMaster1.xml" Id="R52fff451879744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d135d239754bf5" /><Relationship Type="http://schemas.openxmlformats.org/officeDocument/2006/relationships/notesMaster" Target="/ppt/notesMasters/notesMaster1.xml" Id="R2df484989f5f42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f51f5e875f4b47" /><Relationship Type="http://schemas.openxmlformats.org/officeDocument/2006/relationships/notesMaster" Target="/ppt/notesMasters/notesMaster1.xml" Id="R30591314e25946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bb3e37a608411a" /><Relationship Type="http://schemas.openxmlformats.org/officeDocument/2006/relationships/notesMaster" Target="/ppt/notesMasters/notesMaster1.xml" Id="R08596b64e62c43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92605748fe41ca" /><Relationship Type="http://schemas.openxmlformats.org/officeDocument/2006/relationships/notesMaster" Target="/ppt/notesMasters/notesMaster1.xml" Id="R04d3e3f33fbb4c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8a202e99b64710" /><Relationship Type="http://schemas.openxmlformats.org/officeDocument/2006/relationships/notesMaster" Target="/ppt/notesMasters/notesMaster1.xml" Id="Re0bb87520f964f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54b2e83de44c6c" /><Relationship Type="http://schemas.openxmlformats.org/officeDocument/2006/relationships/notesMaster" Target="/ppt/notesMasters/notesMaster1.xml" Id="Re718138e7f5144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e1530bffe4421f" /><Relationship Type="http://schemas.openxmlformats.org/officeDocument/2006/relationships/notesMaster" Target="/ppt/notesMasters/notesMaster1.xml" Id="R1b27d947540345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a169d25e25492b" /><Relationship Type="http://schemas.openxmlformats.org/officeDocument/2006/relationships/notesMaster" Target="/ppt/notesMasters/notesMaster1.xml" Id="R49c18392bbcd44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7ff7b192ae4e25" /><Relationship Type="http://schemas.openxmlformats.org/officeDocument/2006/relationships/notesMaster" Target="/ppt/notesMasters/notesMaster1.xml" Id="Rc6033eca7e5649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69f60adf3c4263" /><Relationship Type="http://schemas.openxmlformats.org/officeDocument/2006/relationships/notesMaster" Target="/ppt/notesMasters/notesMaster1.xml" Id="R1e713ecf590541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a1fc1ebdba4afd" /><Relationship Type="http://schemas.openxmlformats.org/officeDocument/2006/relationships/notesMaster" Target="/ppt/notesMasters/notesMaster1.xml" Id="R5716f6ca550d40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34d76172a8488c" /><Relationship Type="http://schemas.openxmlformats.org/officeDocument/2006/relationships/notesMaster" Target="/ppt/notesMasters/notesMaster1.xml" Id="R32c5f26d40c545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0cf52aab124d41" /><Relationship Type="http://schemas.openxmlformats.org/officeDocument/2006/relationships/notesMaster" Target="/ppt/notesMasters/notesMaster1.xml" Id="R7cb75539cab047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69132d618f4a8a" /><Relationship Type="http://schemas.openxmlformats.org/officeDocument/2006/relationships/notesMaster" Target="/ppt/notesMasters/notesMaster1.xml" Id="R405a467d5a274a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6fa2bce0e724d08" /><Relationship Type="http://schemas.openxmlformats.org/officeDocument/2006/relationships/notesMaster" Target="/ppt/notesMasters/notesMaster1.xml" Id="R035ee40876c24b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9a465845d1473b" /><Relationship Type="http://schemas.openxmlformats.org/officeDocument/2006/relationships/notesMaster" Target="/ppt/notesMasters/notesMaster1.xml" Id="Re3f25d8975b34a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cad3a1d826413e" /><Relationship Type="http://schemas.openxmlformats.org/officeDocument/2006/relationships/notesMaster" Target="/ppt/notesMasters/notesMaster1.xml" Id="R3a95ef0abd6441c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f7e4f57b464387" /><Relationship Type="http://schemas.openxmlformats.org/officeDocument/2006/relationships/notesMaster" Target="/ppt/notesMasters/notesMaster1.xml" Id="R93d897fdbb10440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1f449ab25a84757" /><Relationship Type="http://schemas.openxmlformats.org/officeDocument/2006/relationships/notesMaster" Target="/ppt/notesMasters/notesMaster1.xml" Id="Rae2144a6638247c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3c4f0c5f1934fb6" /><Relationship Type="http://schemas.openxmlformats.org/officeDocument/2006/relationships/notesMaster" Target="/ppt/notesMasters/notesMaster1.xml" Id="R55ae82285d2e47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ce054f4bbff487f" /><Relationship Type="http://schemas.openxmlformats.org/officeDocument/2006/relationships/notesMaster" Target="/ppt/notesMasters/notesMaster1.xml" Id="Rc1118eaf4b0041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09c3a51900476b" /><Relationship Type="http://schemas.openxmlformats.org/officeDocument/2006/relationships/notesMaster" Target="/ppt/notesMasters/notesMaster1.xml" Id="R40ae074be6764f5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048efe2d02e4810" /><Relationship Type="http://schemas.openxmlformats.org/officeDocument/2006/relationships/notesMaster" Target="/ppt/notesMasters/notesMaster1.xml" Id="R00a0d9a27935487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9013e393ffc4d1c" /><Relationship Type="http://schemas.openxmlformats.org/officeDocument/2006/relationships/notesMaster" Target="/ppt/notesMasters/notesMaster1.xml" Id="R375fa9afa9124a3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816b42a68a64465" /><Relationship Type="http://schemas.openxmlformats.org/officeDocument/2006/relationships/notesMaster" Target="/ppt/notesMasters/notesMaster1.xml" Id="R6b5786c400244e7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9494f39886d49e9" /><Relationship Type="http://schemas.openxmlformats.org/officeDocument/2006/relationships/notesMaster" Target="/ppt/notesMasters/notesMaster1.xml" Id="Re8b3ed2cc9b949f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dd5c7407be54bda" /><Relationship Type="http://schemas.openxmlformats.org/officeDocument/2006/relationships/notesMaster" Target="/ppt/notesMasters/notesMaster1.xml" Id="R51c485919eed430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4e03ca5f2a54aaa" /><Relationship Type="http://schemas.openxmlformats.org/officeDocument/2006/relationships/notesMaster" Target="/ppt/notesMasters/notesMaster1.xml" Id="R277209e27b84417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55b1ccf14fc4e2c" /><Relationship Type="http://schemas.openxmlformats.org/officeDocument/2006/relationships/notesMaster" Target="/ppt/notesMasters/notesMaster1.xml" Id="R6f0418321e814b0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58404e0afc143ea" /><Relationship Type="http://schemas.openxmlformats.org/officeDocument/2006/relationships/notesMaster" Target="/ppt/notesMasters/notesMaster1.xml" Id="R991f7790d7124a3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4574a4cadf0429c" /><Relationship Type="http://schemas.openxmlformats.org/officeDocument/2006/relationships/notesMaster" Target="/ppt/notesMasters/notesMaster1.xml" Id="R71a0be655e364b2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06672fac686408c" /><Relationship Type="http://schemas.openxmlformats.org/officeDocument/2006/relationships/notesMaster" Target="/ppt/notesMasters/notesMaster1.xml" Id="R0ff86c58dea6464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c0a111fa3844da6" /><Relationship Type="http://schemas.openxmlformats.org/officeDocument/2006/relationships/notesMaster" Target="/ppt/notesMasters/notesMaster1.xml" Id="Re0a847448c2d4d1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390c848a02c4a35" /><Relationship Type="http://schemas.openxmlformats.org/officeDocument/2006/relationships/notesMaster" Target="/ppt/notesMasters/notesMaster1.xml" Id="R5ea0f36b21854bf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f69b35bb11c4371" /><Relationship Type="http://schemas.openxmlformats.org/officeDocument/2006/relationships/notesMaster" Target="/ppt/notesMasters/notesMaster1.xml" Id="Rb0cc476af836476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7124da3d5c24286" /><Relationship Type="http://schemas.openxmlformats.org/officeDocument/2006/relationships/notesMaster" Target="/ppt/notesMasters/notesMaster1.xml" Id="Ree2462a13657459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c6aa3aaa1f640bb" /><Relationship Type="http://schemas.openxmlformats.org/officeDocument/2006/relationships/notesMaster" Target="/ppt/notesMasters/notesMaster1.xml" Id="Rbf7e658e6355448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8e85f9cc0534d4a" /><Relationship Type="http://schemas.openxmlformats.org/officeDocument/2006/relationships/notesMaster" Target="/ppt/notesMasters/notesMaster1.xml" Id="Rd372942da9e0453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659ac4c33624b74" /><Relationship Type="http://schemas.openxmlformats.org/officeDocument/2006/relationships/notesMaster" Target="/ppt/notesMasters/notesMaster1.xml" Id="R16b00708276244b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86e796d24cb4a3f" /><Relationship Type="http://schemas.openxmlformats.org/officeDocument/2006/relationships/notesMaster" Target="/ppt/notesMasters/notesMaster1.xml" Id="R71951c74c623408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5b8721f61b347b3" /><Relationship Type="http://schemas.openxmlformats.org/officeDocument/2006/relationships/notesMaster" Target="/ppt/notesMasters/notesMaster1.xml" Id="R298e6ea2d836483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f213191ff9c4e09" /><Relationship Type="http://schemas.openxmlformats.org/officeDocument/2006/relationships/notesMaster" Target="/ppt/notesMasters/notesMaster1.xml" Id="Rd148e53d3048468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58f5dc2fc7146b3" /><Relationship Type="http://schemas.openxmlformats.org/officeDocument/2006/relationships/notesMaster" Target="/ppt/notesMasters/notesMaster1.xml" Id="Rdc22645d4b644b5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2358ec3d2044503" /><Relationship Type="http://schemas.openxmlformats.org/officeDocument/2006/relationships/notesMaster" Target="/ppt/notesMasters/notesMaster1.xml" Id="Re848af467708424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ce4a9125fa049b7" /><Relationship Type="http://schemas.openxmlformats.org/officeDocument/2006/relationships/notesMaster" Target="/ppt/notesMasters/notesMaster1.xml" Id="Ra5ff5b4b1b2c4b6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b56e6dfe34e4164" /><Relationship Type="http://schemas.openxmlformats.org/officeDocument/2006/relationships/notesMaster" Target="/ppt/notesMasters/notesMaster1.xml" Id="R9815e9885de9485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732efe7f9ff452b" /><Relationship Type="http://schemas.openxmlformats.org/officeDocument/2006/relationships/notesMaster" Target="/ppt/notesMasters/notesMaster1.xml" Id="R3ee1d8b10921434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b206f7482754247" /><Relationship Type="http://schemas.openxmlformats.org/officeDocument/2006/relationships/notesMaster" Target="/ppt/notesMasters/notesMaster1.xml" Id="R413adc49362c48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b8e2b5945943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fd714043804e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ceadebea3846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6bf83dfe134e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317b50b92c42e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a0ac1421374f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CBEB48-FF8E-4B29-8793-6FED1150C04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C3421D9-A1F4-4540-B734-6B1687408BD4}"/>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C58E7E6-8B02-4D5F-B1BA-A5FA2E850E5E}"/>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A3C9E1-6CE4-41C7-AEF8-C0FB85CDA0F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C3E4807-16C3-4AEA-A700-B1B464DA468C}"/>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C00396-2DC2-47A0-9EAD-FFCEC5DFBEE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F08E42-65AB-4A7B-B6EE-306C5D1942CB}"/>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50EDE0-4C1D-4C62-AAD7-0567BD6365C2}"/>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E2950E-CE11-46B8-A1ED-1DD2ED29CD0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3349B9-3793-4C7E-BCB6-6C0B125D9E1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97ab884d194268" /><Relationship Type="http://schemas.openxmlformats.org/officeDocument/2006/relationships/slideLayout" Target="/ppt/slideLayouts/slideLayout1.xml" Id="Rb932a892f703424f" /><Relationship Type="http://schemas.openxmlformats.org/officeDocument/2006/relationships/slideLayout" Target="/ppt/slideLayouts/slideLayout2.xml" Id="Rfee61dac5da34779" /><Relationship Type="http://schemas.openxmlformats.org/officeDocument/2006/relationships/slideLayout" Target="/ppt/slideLayouts/slideLayout3.xml" Id="Rb73bd527ef024786" /><Relationship Type="http://schemas.openxmlformats.org/officeDocument/2006/relationships/slideLayout" Target="/ppt/slideLayouts/slideLayout4.xml" Id="R541f8e671d40493f" /><Relationship Type="http://schemas.openxmlformats.org/officeDocument/2006/relationships/slideLayout" Target="/ppt/slideLayouts/slideLayout5.xml" Id="R9ff7865a57f44c5b" /><Relationship Type="http://schemas.openxmlformats.org/officeDocument/2006/relationships/slideLayout" Target="/ppt/slideLayouts/slideLayout6.xml" Id="Rcd28a326774b48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32a892f703424f"/>
    <p:sldLayoutId xmlns:r="http://schemas.openxmlformats.org/officeDocument/2006/relationships" id="2147483650" r:id="Rfee61dac5da34779"/>
    <p:sldLayoutId xmlns:r="http://schemas.openxmlformats.org/officeDocument/2006/relationships" id="2147483651" r:id="Rb73bd527ef024786"/>
    <p:sldLayoutId xmlns:r="http://schemas.openxmlformats.org/officeDocument/2006/relationships" id="2147483652" r:id="R541f8e671d40493f"/>
    <p:sldLayoutId xmlns:r="http://schemas.openxmlformats.org/officeDocument/2006/relationships" id="2147483653" r:id="R9ff7865a57f44c5b"/>
    <p:sldLayoutId xmlns:r="http://schemas.openxmlformats.org/officeDocument/2006/relationships" id="2147483654" r:id="Rcd28a326774b48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a15b9939d64e42" /><Relationship Type="http://schemas.openxmlformats.org/officeDocument/2006/relationships/image" Target="/ppt/media/image.png" Id="R589a2eba26b54d5b" /><Relationship Type="http://schemas.openxmlformats.org/officeDocument/2006/relationships/image" Target="/ppt/media/image2.png" Id="R3d427705d10d4b17" /><Relationship Type="http://schemas.openxmlformats.org/officeDocument/2006/relationships/image" Target="/ppt/media/image3.png" Id="R8f063702827c4b21" /><Relationship Type="http://schemas.openxmlformats.org/officeDocument/2006/relationships/notesSlide" Target="/ppt/notesSlides/notesSlide1.xml" Id="Rf70400cddede48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aaa6257ddd46da" /><Relationship Type="http://schemas.openxmlformats.org/officeDocument/2006/relationships/image" Target="/ppt/media/image4.png" Id="R3f9227a889574ba5" /><Relationship Type="http://schemas.openxmlformats.org/officeDocument/2006/relationships/image" Target="/ppt/media/image5.png" Id="Rb73c7e5e45dc48de" /><Relationship Type="http://schemas.openxmlformats.org/officeDocument/2006/relationships/notesSlide" Target="/ppt/notesSlides/notesSlide2.xml" Id="R88b0d49023b14e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61e943bbe043be" /><Relationship Type="http://schemas.openxmlformats.org/officeDocument/2006/relationships/image" Target="/ppt/media/image6.png" Id="R3c2d968e03654fe2" /><Relationship Type="http://schemas.openxmlformats.org/officeDocument/2006/relationships/notesSlide" Target="/ppt/notesSlides/notesSlide3.xml" Id="R7e79f6071d6941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a8b81294b948f1" /><Relationship Type="http://schemas.openxmlformats.org/officeDocument/2006/relationships/image" Target="/ppt/media/image7.png" Id="R1effca2d14fe49de" /><Relationship Type="http://schemas.openxmlformats.org/officeDocument/2006/relationships/image" Target="/ppt/media/image8.png" Id="Rdaf50b9f1ad94a38" /><Relationship Type="http://schemas.openxmlformats.org/officeDocument/2006/relationships/notesSlide" Target="/ppt/notesSlides/notesSlide4.xml" Id="R661d5d2fb7ab44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282f8b2747412b" /><Relationship Type="http://schemas.openxmlformats.org/officeDocument/2006/relationships/image" Target="/ppt/media/image9.png" Id="Raa7399d3774c494c" /><Relationship Type="http://schemas.openxmlformats.org/officeDocument/2006/relationships/image" Target="/ppt/media/image10.png" Id="Rff9fe32769f44178" /><Relationship Type="http://schemas.openxmlformats.org/officeDocument/2006/relationships/notesSlide" Target="/ppt/notesSlides/notesSlide5.xml" Id="R7c495cdb841749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d45449f97a43ad" /><Relationship Type="http://schemas.openxmlformats.org/officeDocument/2006/relationships/image" Target="/ppt/media/image11.png" Id="Rdc3c3b58e7ad48ca" /><Relationship Type="http://schemas.openxmlformats.org/officeDocument/2006/relationships/notesSlide" Target="/ppt/notesSlides/notesSlide6.xml" Id="R659b15243d6442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077ab731904ca8" /><Relationship Type="http://schemas.openxmlformats.org/officeDocument/2006/relationships/image" Target="/ppt/media/image12.png" Id="Rf5bb5e40f0ef4bd1" /><Relationship Type="http://schemas.openxmlformats.org/officeDocument/2006/relationships/image" Target="/ppt/media/image13.png" Id="R3afa14e041714c8f" /><Relationship Type="http://schemas.openxmlformats.org/officeDocument/2006/relationships/image" Target="/ppt/media/image14.png" Id="Rcae2007cf8ad4497" /><Relationship Type="http://schemas.openxmlformats.org/officeDocument/2006/relationships/image" Target="/ppt/media/image15.png" Id="R8b24ab8545fe44a6" /><Relationship Type="http://schemas.openxmlformats.org/officeDocument/2006/relationships/notesSlide" Target="/ppt/notesSlides/notesSlide7.xml" Id="Re67d57afb8f945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fa9535e0d5a469b" /><Relationship Type="http://schemas.openxmlformats.org/officeDocument/2006/relationships/image" Target="/ppt/media/image16.png" Id="R1c2fcba584a94ca0" /><Relationship Type="http://schemas.openxmlformats.org/officeDocument/2006/relationships/image" Target="/ppt/media/image17.png" Id="R54a9050c9d354e02" /><Relationship Type="http://schemas.openxmlformats.org/officeDocument/2006/relationships/notesSlide" Target="/ppt/notesSlides/notesSlide8.xml" Id="R73170c9ddb72447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9791e2e8fb4799" /><Relationship Type="http://schemas.openxmlformats.org/officeDocument/2006/relationships/image" Target="/ppt/media/image18.png" Id="Rd0a9b86cbeb5401e" /><Relationship Type="http://schemas.openxmlformats.org/officeDocument/2006/relationships/image" Target="/ppt/media/image19.png" Id="R614f7654afc44e88" /><Relationship Type="http://schemas.openxmlformats.org/officeDocument/2006/relationships/image" Target="/ppt/media/image20.png" Id="R0f1eef1e12e44ef2" /><Relationship Type="http://schemas.openxmlformats.org/officeDocument/2006/relationships/image" Target="/ppt/media/image21.png" Id="R96bf16ad990746ce" /><Relationship Type="http://schemas.openxmlformats.org/officeDocument/2006/relationships/notesSlide" Target="/ppt/notesSlides/notesSlide9.xml" Id="R7104370c477e42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5406ba51b794cd4" /><Relationship Type="http://schemas.openxmlformats.org/officeDocument/2006/relationships/image" Target="/ppt/media/image22.png" Id="R5678253ce7b94f19" /><Relationship Type="http://schemas.openxmlformats.org/officeDocument/2006/relationships/image" Target="/ppt/media/image23.png" Id="R365ba3df10d14e9b" /><Relationship Type="http://schemas.openxmlformats.org/officeDocument/2006/relationships/image" Target="/ppt/media/image24.png" Id="R7529435b65da46e7" /><Relationship Type="http://schemas.openxmlformats.org/officeDocument/2006/relationships/notesSlide" Target="/ppt/notesSlides/notesSlide10.xml" Id="R94565b3f53be43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e4e1d06471744f2" /><Relationship Type="http://schemas.openxmlformats.org/officeDocument/2006/relationships/image" Target="/ppt/media/image25.png" Id="R69f7bd48f03e4dd4" /><Relationship Type="http://schemas.openxmlformats.org/officeDocument/2006/relationships/image" Target="/ppt/media/image26.png" Id="R00f747ad870847da" /><Relationship Type="http://schemas.openxmlformats.org/officeDocument/2006/relationships/image" Target="/ppt/media/image27.png" Id="R426e23fa11574fa3" /><Relationship Type="http://schemas.openxmlformats.org/officeDocument/2006/relationships/notesSlide" Target="/ppt/notesSlides/notesSlide11.xml" Id="R74e45484ddd34a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2afbb2c687b4fff" /><Relationship Type="http://schemas.openxmlformats.org/officeDocument/2006/relationships/image" Target="/ppt/media/image28.png" Id="R6d6cd746546b4796" /><Relationship Type="http://schemas.openxmlformats.org/officeDocument/2006/relationships/notesSlide" Target="/ppt/notesSlides/notesSlide12.xml" Id="R36d75347b58f43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f0071673bf443ee" /><Relationship Type="http://schemas.openxmlformats.org/officeDocument/2006/relationships/image" Target="/ppt/media/image29.png" Id="R5f355a7b71a64160" /><Relationship Type="http://schemas.openxmlformats.org/officeDocument/2006/relationships/image" Target="/ppt/media/image30.png" Id="Rd194ae64f44045fd" /><Relationship Type="http://schemas.openxmlformats.org/officeDocument/2006/relationships/notesSlide" Target="/ppt/notesSlides/notesSlide13.xml" Id="R5a271c454fb746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06a89a45e049e7" /><Relationship Type="http://schemas.openxmlformats.org/officeDocument/2006/relationships/image" Target="/ppt/media/image31.png" Id="R45fa56cbdb2f4a30" /><Relationship Type="http://schemas.openxmlformats.org/officeDocument/2006/relationships/image" Target="/ppt/media/image32.png" Id="R3c2903b76a0f47ff" /><Relationship Type="http://schemas.openxmlformats.org/officeDocument/2006/relationships/notesSlide" Target="/ppt/notesSlides/notesSlide14.xml" Id="Rcb2f9be760ea41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913e326c3f54613" /><Relationship Type="http://schemas.openxmlformats.org/officeDocument/2006/relationships/image" Target="/ppt/media/image33.png" Id="R6b2de81dc11f4e30" /><Relationship Type="http://schemas.openxmlformats.org/officeDocument/2006/relationships/image" Target="/ppt/media/image34.png" Id="Rb7a1f902763140eb" /><Relationship Type="http://schemas.openxmlformats.org/officeDocument/2006/relationships/image" Target="/ppt/media/image35.png" Id="Rb0f9057832bc4277" /><Relationship Type="http://schemas.openxmlformats.org/officeDocument/2006/relationships/image" Target="/ppt/media/image36.png" Id="R692fb3dc7a2841ed" /><Relationship Type="http://schemas.openxmlformats.org/officeDocument/2006/relationships/notesSlide" Target="/ppt/notesSlides/notesSlide15.xml" Id="R8308e3744fbd44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c429eebf07a4361" /><Relationship Type="http://schemas.openxmlformats.org/officeDocument/2006/relationships/image" Target="/ppt/media/image37.png" Id="Rd7d389711f0c4d13" /><Relationship Type="http://schemas.openxmlformats.org/officeDocument/2006/relationships/image" Target="/ppt/media/image38.png" Id="R5b5609ac59074365" /><Relationship Type="http://schemas.openxmlformats.org/officeDocument/2006/relationships/notesSlide" Target="/ppt/notesSlides/notesSlide16.xml" Id="Rcfe13cc1d0964c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75309aeee044500" /><Relationship Type="http://schemas.openxmlformats.org/officeDocument/2006/relationships/image" Target="/ppt/media/image39.png" Id="R27c9b83dc6cf48da" /><Relationship Type="http://schemas.openxmlformats.org/officeDocument/2006/relationships/image" Target="/ppt/media/image40.png" Id="R52093c1bedeb4306" /><Relationship Type="http://schemas.openxmlformats.org/officeDocument/2006/relationships/image" Target="/ppt/media/image41.png" Id="R5803f25de7704ae8" /><Relationship Type="http://schemas.openxmlformats.org/officeDocument/2006/relationships/notesSlide" Target="/ppt/notesSlides/notesSlide17.xml" Id="Rf61cfdf5d63444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513dbd6c5294dc6" /><Relationship Type="http://schemas.openxmlformats.org/officeDocument/2006/relationships/image" Target="/ppt/media/image42.png" Id="R252c38385e5f4522" /><Relationship Type="http://schemas.openxmlformats.org/officeDocument/2006/relationships/image" Target="/ppt/media/image43.png" Id="R69adf054626a43ff" /><Relationship Type="http://schemas.openxmlformats.org/officeDocument/2006/relationships/image" Target="/ppt/media/image44.png" Id="Rf58a9adcfde249ab" /><Relationship Type="http://schemas.openxmlformats.org/officeDocument/2006/relationships/notesSlide" Target="/ppt/notesSlides/notesSlide18.xml" Id="R1d0474b6e3ea4f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bf19aa771374b50" /><Relationship Type="http://schemas.openxmlformats.org/officeDocument/2006/relationships/image" Target="/ppt/media/image45.png" Id="Rec2d4e9b149f47e3" /><Relationship Type="http://schemas.openxmlformats.org/officeDocument/2006/relationships/image" Target="/ppt/media/image46.png" Id="Rf6d1e3e6ae7349cf" /><Relationship Type="http://schemas.openxmlformats.org/officeDocument/2006/relationships/image" Target="/ppt/media/image47.png" Id="R4565800b4182462c" /><Relationship Type="http://schemas.openxmlformats.org/officeDocument/2006/relationships/notesSlide" Target="/ppt/notesSlides/notesSlide19.xml" Id="R4d9895a416474a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75359e0db0a4105" /><Relationship Type="http://schemas.openxmlformats.org/officeDocument/2006/relationships/image" Target="/ppt/media/image48.png" Id="R7b6da115296f4d10" /><Relationship Type="http://schemas.openxmlformats.org/officeDocument/2006/relationships/notesSlide" Target="/ppt/notesSlides/notesSlide20.xml" Id="Rfaf8b001d1754f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b45122837c1486e" /><Relationship Type="http://schemas.openxmlformats.org/officeDocument/2006/relationships/image" Target="/ppt/media/image49.png" Id="R9b87d5c3c9534757" /><Relationship Type="http://schemas.openxmlformats.org/officeDocument/2006/relationships/image" Target="/ppt/media/image50.png" Id="R6ba756faa1a74f1f" /><Relationship Type="http://schemas.openxmlformats.org/officeDocument/2006/relationships/image" Target="/ppt/media/image51.png" Id="R5985cb8325b04de2" /><Relationship Type="http://schemas.openxmlformats.org/officeDocument/2006/relationships/notesSlide" Target="/ppt/notesSlides/notesSlide21.xml" Id="Ra8e6fd54564f486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726f29064e747ca" /><Relationship Type="http://schemas.openxmlformats.org/officeDocument/2006/relationships/image" Target="/ppt/media/image52.png" Id="Recb066c0fc5b4760" /><Relationship Type="http://schemas.openxmlformats.org/officeDocument/2006/relationships/image" Target="/ppt/media/image53.png" Id="R625cfff3b2574bf1" /><Relationship Type="http://schemas.openxmlformats.org/officeDocument/2006/relationships/image" Target="/ppt/media/image54.png" Id="R3d42044ba1024ba7" /><Relationship Type="http://schemas.openxmlformats.org/officeDocument/2006/relationships/notesSlide" Target="/ppt/notesSlides/notesSlide22.xml" Id="Rd3b7e18ca39d4b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55e7833ad7c4b94" /><Relationship Type="http://schemas.openxmlformats.org/officeDocument/2006/relationships/image" Target="/ppt/media/image55.png" Id="R265089ab724a4af6" /><Relationship Type="http://schemas.openxmlformats.org/officeDocument/2006/relationships/image" Target="/ppt/media/image56.png" Id="R4a10564e571c45cc" /><Relationship Type="http://schemas.openxmlformats.org/officeDocument/2006/relationships/notesSlide" Target="/ppt/notesSlides/notesSlide23.xml" Id="R30e434d4d79540f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02c1d0b32604d00" /><Relationship Type="http://schemas.openxmlformats.org/officeDocument/2006/relationships/image" Target="/ppt/media/image57.png" Id="Rde3abd41478f4457" /><Relationship Type="http://schemas.openxmlformats.org/officeDocument/2006/relationships/image" Target="/ppt/media/image58.png" Id="R0600b1e9c1954a80" /><Relationship Type="http://schemas.openxmlformats.org/officeDocument/2006/relationships/notesSlide" Target="/ppt/notesSlides/notesSlide24.xml" Id="Rb667d99597bd415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45ad5e94f2c4951" /><Relationship Type="http://schemas.openxmlformats.org/officeDocument/2006/relationships/image" Target="/ppt/media/image59.png" Id="Recc15ad9d51e4f17" /><Relationship Type="http://schemas.openxmlformats.org/officeDocument/2006/relationships/image" Target="/ppt/media/image60.png" Id="R87b0e3247ba84114" /><Relationship Type="http://schemas.openxmlformats.org/officeDocument/2006/relationships/notesSlide" Target="/ppt/notesSlides/notesSlide25.xml" Id="R68996ca0deed4c1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898c7a4ef354ee3" /><Relationship Type="http://schemas.openxmlformats.org/officeDocument/2006/relationships/image" Target="/ppt/media/image61.png" Id="Rd031ed3996c948ad" /><Relationship Type="http://schemas.openxmlformats.org/officeDocument/2006/relationships/notesSlide" Target="/ppt/notesSlides/notesSlide26.xml" Id="Rb8d726d3fe1e45a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927748d2133465d" /><Relationship Type="http://schemas.openxmlformats.org/officeDocument/2006/relationships/image" Target="/ppt/media/image62.png" Id="Rcd01337fa3524a58" /><Relationship Type="http://schemas.openxmlformats.org/officeDocument/2006/relationships/notesSlide" Target="/ppt/notesSlides/notesSlide27.xml" Id="R13b59b0e3aa44bc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38f7c8d095448f6" /><Relationship Type="http://schemas.openxmlformats.org/officeDocument/2006/relationships/image" Target="/ppt/media/image63.png" Id="R0b1b0d549630490f" /><Relationship Type="http://schemas.openxmlformats.org/officeDocument/2006/relationships/notesSlide" Target="/ppt/notesSlides/notesSlide28.xml" Id="R4551aa764fdf494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ba2f7f449bd4b3e" /><Relationship Type="http://schemas.openxmlformats.org/officeDocument/2006/relationships/image" Target="/ppt/media/image64.png" Id="Rf25586ea2ded4524" /><Relationship Type="http://schemas.openxmlformats.org/officeDocument/2006/relationships/notesSlide" Target="/ppt/notesSlides/notesSlide29.xml" Id="R9844c96cf52d481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91e3acaf0cc4fbc" /><Relationship Type="http://schemas.openxmlformats.org/officeDocument/2006/relationships/image" Target="/ppt/media/image65.png" Id="R18e8aee44b6b4325" /><Relationship Type="http://schemas.openxmlformats.org/officeDocument/2006/relationships/notesSlide" Target="/ppt/notesSlides/notesSlide30.xml" Id="R901842bf2679496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904962f92904556" /><Relationship Type="http://schemas.openxmlformats.org/officeDocument/2006/relationships/image" Target="/ppt/media/image66.png" Id="R7c02eafee5714a87" /><Relationship Type="http://schemas.openxmlformats.org/officeDocument/2006/relationships/image" Target="/ppt/media/image67.png" Id="Rde7050483d8b4a86" /><Relationship Type="http://schemas.openxmlformats.org/officeDocument/2006/relationships/image" Target="/ppt/media/image68.png" Id="R7765fe5f90e440c1" /><Relationship Type="http://schemas.openxmlformats.org/officeDocument/2006/relationships/notesSlide" Target="/ppt/notesSlides/notesSlide31.xml" Id="Ra64a474363704f4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2bd1047320444f9" /><Relationship Type="http://schemas.openxmlformats.org/officeDocument/2006/relationships/image" Target="/ppt/media/image69.png" Id="R43bb45d0d8d84789" /><Relationship Type="http://schemas.openxmlformats.org/officeDocument/2006/relationships/image" Target="/ppt/media/image70.png" Id="Rafd516dd0d55404f" /><Relationship Type="http://schemas.openxmlformats.org/officeDocument/2006/relationships/image" Target="/ppt/media/image71.png" Id="R68666b1153834456" /><Relationship Type="http://schemas.openxmlformats.org/officeDocument/2006/relationships/image" Target="/ppt/media/image72.png" Id="R408102cd633c420a" /><Relationship Type="http://schemas.openxmlformats.org/officeDocument/2006/relationships/image" Target="/ppt/media/image73.png" Id="R9552ed3f68c3465e" /><Relationship Type="http://schemas.openxmlformats.org/officeDocument/2006/relationships/notesSlide" Target="/ppt/notesSlides/notesSlide32.xml" Id="R619b97d5410948d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0a0309cce42437d" /><Relationship Type="http://schemas.openxmlformats.org/officeDocument/2006/relationships/image" Target="/ppt/media/image74.png" Id="R33e54655f5984490" /><Relationship Type="http://schemas.openxmlformats.org/officeDocument/2006/relationships/image" Target="/ppt/media/image75.png" Id="Ra7d9fa6e7a02450b" /><Relationship Type="http://schemas.openxmlformats.org/officeDocument/2006/relationships/notesSlide" Target="/ppt/notesSlides/notesSlide33.xml" Id="R16bd578404d14b9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4b972ee793040b1" /><Relationship Type="http://schemas.openxmlformats.org/officeDocument/2006/relationships/image" Target="/ppt/media/image76.png" Id="Rda09d14e0c9b41d6" /><Relationship Type="http://schemas.openxmlformats.org/officeDocument/2006/relationships/notesSlide" Target="/ppt/notesSlides/notesSlide34.xml" Id="R41d2500393264b6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a3edc14657c40ba" /><Relationship Type="http://schemas.openxmlformats.org/officeDocument/2006/relationships/image" Target="/ppt/media/image77.png" Id="Rf254f410b0f34cd8" /><Relationship Type="http://schemas.openxmlformats.org/officeDocument/2006/relationships/notesSlide" Target="/ppt/notesSlides/notesSlide35.xml" Id="Rbba9871c9e614b3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b2bb08cb1d34657" /><Relationship Type="http://schemas.openxmlformats.org/officeDocument/2006/relationships/image" Target="/ppt/media/image78.png" Id="R83cdf4bd46f0424d" /><Relationship Type="http://schemas.openxmlformats.org/officeDocument/2006/relationships/image" Target="/ppt/media/image79.png" Id="Re793450751574e9d" /><Relationship Type="http://schemas.openxmlformats.org/officeDocument/2006/relationships/notesSlide" Target="/ppt/notesSlides/notesSlide36.xml" Id="R25146b301bee41f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666aec4a70545d6" /><Relationship Type="http://schemas.openxmlformats.org/officeDocument/2006/relationships/image" Target="/ppt/media/image80.png" Id="Rf996ebb5ee8c4d17" /><Relationship Type="http://schemas.openxmlformats.org/officeDocument/2006/relationships/image" Target="/ppt/media/image81.png" Id="R832dbdba5c0d4701" /><Relationship Type="http://schemas.openxmlformats.org/officeDocument/2006/relationships/notesSlide" Target="/ppt/notesSlides/notesSlide37.xml" Id="Rc9ec99c741184ea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d96cce524b4484a" /><Relationship Type="http://schemas.openxmlformats.org/officeDocument/2006/relationships/image" Target="/ppt/media/image82.png" Id="Rcd9e3f6b8c144675" /><Relationship Type="http://schemas.openxmlformats.org/officeDocument/2006/relationships/image" Target="/ppt/media/image83.png" Id="R988839daf0fa4c36" /><Relationship Type="http://schemas.openxmlformats.org/officeDocument/2006/relationships/notesSlide" Target="/ppt/notesSlides/notesSlide38.xml" Id="R3e2735c69963484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9311c71e4684b18" /><Relationship Type="http://schemas.openxmlformats.org/officeDocument/2006/relationships/image" Target="/ppt/media/image84.png" Id="R30e1f53ab3d34155" /><Relationship Type="http://schemas.openxmlformats.org/officeDocument/2006/relationships/image" Target="/ppt/media/image85.png" Id="R4c7d254c19ea43f0" /><Relationship Type="http://schemas.openxmlformats.org/officeDocument/2006/relationships/image" Target="/ppt/media/image86.png" Id="R285124a34d014759" /><Relationship Type="http://schemas.openxmlformats.org/officeDocument/2006/relationships/notesSlide" Target="/ppt/notesSlides/notesSlide39.xml" Id="R8191643dc4cc419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e6fc789341c405d" /><Relationship Type="http://schemas.openxmlformats.org/officeDocument/2006/relationships/image" Target="/ppt/media/image87.png" Id="Ra616c3bd10094f27" /><Relationship Type="http://schemas.openxmlformats.org/officeDocument/2006/relationships/notesSlide" Target="/ppt/notesSlides/notesSlide40.xml" Id="Re11784bf9512486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e001387db7c46aa" /><Relationship Type="http://schemas.openxmlformats.org/officeDocument/2006/relationships/image" Target="/ppt/media/image88.png" Id="Rde3ba40a0afc4fe8" /><Relationship Type="http://schemas.openxmlformats.org/officeDocument/2006/relationships/image" Target="/ppt/media/image89.png" Id="R9f328865d2c1456c" /><Relationship Type="http://schemas.openxmlformats.org/officeDocument/2006/relationships/notesSlide" Target="/ppt/notesSlides/notesSlide41.xml" Id="Rc89ae693c2d84bd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2db7d1da0c245b6" /><Relationship Type="http://schemas.openxmlformats.org/officeDocument/2006/relationships/image" Target="/ppt/media/image90.png" Id="Rcff9835737d44c9f" /><Relationship Type="http://schemas.openxmlformats.org/officeDocument/2006/relationships/image" Target="/ppt/media/image91.png" Id="R33147cc7076f4e59" /><Relationship Type="http://schemas.openxmlformats.org/officeDocument/2006/relationships/image" Target="/ppt/media/image92.png" Id="R1cd16d5a2f19465c" /><Relationship Type="http://schemas.openxmlformats.org/officeDocument/2006/relationships/image" Target="/ppt/media/image93.png" Id="Rcc573965414647f1" /><Relationship Type="http://schemas.openxmlformats.org/officeDocument/2006/relationships/image" Target="/ppt/media/image94.png" Id="R6282106706ff4ecb" /><Relationship Type="http://schemas.openxmlformats.org/officeDocument/2006/relationships/notesSlide" Target="/ppt/notesSlides/notesSlide42.xml" Id="R1d8900b3dd404d8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c3804ef45b74f89" /><Relationship Type="http://schemas.openxmlformats.org/officeDocument/2006/relationships/image" Target="/ppt/media/image95.png" Id="R82313c8b593045e2" /><Relationship Type="http://schemas.openxmlformats.org/officeDocument/2006/relationships/image" Target="/ppt/media/image96.png" Id="R3d4c383cff05414b" /><Relationship Type="http://schemas.openxmlformats.org/officeDocument/2006/relationships/image" Target="/ppt/media/image97.png" Id="R5f311d1bd69d4392" /><Relationship Type="http://schemas.openxmlformats.org/officeDocument/2006/relationships/notesSlide" Target="/ppt/notesSlides/notesSlide43.xml" Id="R1d7aa54fd12f4a8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3df84a3123145e5" /><Relationship Type="http://schemas.openxmlformats.org/officeDocument/2006/relationships/image" Target="/ppt/media/image98.png" Id="R088f25ff21d04817" /><Relationship Type="http://schemas.openxmlformats.org/officeDocument/2006/relationships/notesSlide" Target="/ppt/notesSlides/notesSlide44.xml" Id="R98459742277047e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1808e0e21b5c4b31" /><Relationship Type="http://schemas.openxmlformats.org/officeDocument/2006/relationships/image" Target="/ppt/media/image99.png" Id="R8ee26b983e274d75" /><Relationship Type="http://schemas.openxmlformats.org/officeDocument/2006/relationships/notesSlide" Target="/ppt/notesSlides/notesSlide45.xml" Id="Re9eba7824dab46a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57fd2b2f0d44840" /><Relationship Type="http://schemas.openxmlformats.org/officeDocument/2006/relationships/image" Target="/ppt/media/image100.png" Id="Re03c1f68d6c14ba7" /><Relationship Type="http://schemas.openxmlformats.org/officeDocument/2006/relationships/notesSlide" Target="/ppt/notesSlides/notesSlide46.xml" Id="R9e0f88e265134b5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03846144805483d" /><Relationship Type="http://schemas.openxmlformats.org/officeDocument/2006/relationships/image" Target="/ppt/media/image101.png" Id="R34d13cc25db94574" /><Relationship Type="http://schemas.openxmlformats.org/officeDocument/2006/relationships/notesSlide" Target="/ppt/notesSlides/notesSlide47.xml" Id="Rbdba1ad90861491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43bf34ae9f494abb" /><Relationship Type="http://schemas.openxmlformats.org/officeDocument/2006/relationships/image" Target="/ppt/media/image102.png" Id="R96f393fd2c9a4291" /><Relationship Type="http://schemas.openxmlformats.org/officeDocument/2006/relationships/notesSlide" Target="/ppt/notesSlides/notesSlide48.xml" Id="Rcc4fc8f16a2646b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3d18a0736f914316" /><Relationship Type="http://schemas.openxmlformats.org/officeDocument/2006/relationships/image" Target="/ppt/media/image103.png" Id="R7b32900db34e4914" /><Relationship Type="http://schemas.openxmlformats.org/officeDocument/2006/relationships/image" Target="/ppt/media/image104.png" Id="R689dbdc95d5b4fdf" /><Relationship Type="http://schemas.openxmlformats.org/officeDocument/2006/relationships/image" Target="/ppt/media/image105.png" Id="R811764affce84f43" /><Relationship Type="http://schemas.openxmlformats.org/officeDocument/2006/relationships/image" Target="/ppt/media/image106.png" Id="Re5ebac26e7ad4eaa" /><Relationship Type="http://schemas.openxmlformats.org/officeDocument/2006/relationships/notesSlide" Target="/ppt/notesSlides/notesSlide49.xml" Id="R22f9f93bfd84401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fd0580fd98d4c1f" /><Relationship Type="http://schemas.openxmlformats.org/officeDocument/2006/relationships/image" Target="/ppt/media/image107.png" Id="R85080bfbe6424abd" /><Relationship Type="http://schemas.openxmlformats.org/officeDocument/2006/relationships/notesSlide" Target="/ppt/notesSlides/notesSlide50.xml" Id="R8d9c2842440f441d"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8F3F0E7-6737-4959-A784-44EED69509E6}"/>
              </a:ext>
            </a:extLst>
          </p:cNvPr>
          <p:cNvPicPr>
            <a:picLocks xmlns:a="http://schemas.openxmlformats.org/drawingml/2006/main" noChangeAspect="1"/>
          </p:cNvPicPr>
          <p:nvPr/>
        </p:nvPicPr>
        <p:blipFill>
          <a:blip xmlns:r="http://schemas.openxmlformats.org/officeDocument/2006/relationships" xmlns:a="http://schemas.openxmlformats.org/drawingml/2006/main" r:embed="R589a2eba26b54d5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41DF53B3-5941-4753-9058-8CFA468DFE8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B5CF7C52-1BB9-4E17-A5A8-541ED2AEA5D4}"/>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8744117C-7803-4BC7-8EF8-39177A2A5DE3}"/>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F272994B-550E-4FBF-9BC5-BCAB3793E4E2}"/>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B8ACB940-CD76-4D55-A1F7-C30D624495E9}"/>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2A360F99-F5D9-4AFC-9C8E-C0B6615AA92B}"/>
              </a:ext>
            </a:extLst>
          </p:cNvPr>
          <p:cNvPicPr>
            <a:picLocks xmlns:a="http://schemas.openxmlformats.org/drawingml/2006/main" noChangeAspect="1"/>
          </p:cNvPicPr>
          <p:nvPr/>
        </p:nvPicPr>
        <p:blipFill>
          <a:blip xmlns:r="http://schemas.openxmlformats.org/officeDocument/2006/relationships" xmlns:a="http://schemas.openxmlformats.org/drawingml/2006/main" r:embed="R3d427705d10d4b1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BBF6DE3-3746-468E-B067-18B2B1BB4ED8}"/>
              </a:ext>
            </a:extLst>
          </p:cNvPr>
          <p:cNvPicPr>
            <a:picLocks xmlns:a="http://schemas.openxmlformats.org/drawingml/2006/main" noChangeAspect="1"/>
          </p:cNvPicPr>
          <p:nvPr/>
        </p:nvPicPr>
        <p:blipFill>
          <a:blip xmlns:r="http://schemas.openxmlformats.org/officeDocument/2006/relationships" xmlns:a="http://schemas.openxmlformats.org/drawingml/2006/main" r:embed="R8f063702827c4b21"/>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288A0C21-13BF-41E4-906F-30405E3A5FE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4569668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1532C3C-03E4-42B1-892D-67816DA0A1CC}"/>
              </a:ext>
            </a:extLst>
          </p:cNvPr>
          <p:cNvPicPr>
            <a:picLocks xmlns:a="http://schemas.openxmlformats.org/drawingml/2006/main" noChangeAspect="1"/>
          </p:cNvPicPr>
          <p:nvPr/>
        </p:nvPicPr>
        <p:blipFill>
          <a:blip xmlns:r="http://schemas.openxmlformats.org/officeDocument/2006/relationships" xmlns:a="http://schemas.openxmlformats.org/drawingml/2006/main" r:embed="R3f9227a889574ba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65BAE8F-C764-4897-8094-85E6B02F92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D36C01-ACD0-45D9-AB9A-A6F9FAFC70F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DB4BE46F-D946-4EF9-8F1E-0C6AFC97C9B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FA0EC39-41F9-46D5-8C15-398C08D2874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402E1D64-1B0A-462B-AC9D-C5637EF74E0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879A24ED-56C3-463F-872E-1D38D54671E8}"/>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C0F9C650-4C87-4231-B012-C7B087F2B772}"/>
              </a:ext>
            </a:extLst>
          </p:cNvPr>
          <p:cNvPicPr>
            <a:picLocks xmlns:a="http://schemas.openxmlformats.org/drawingml/2006/main" noChangeAspect="1"/>
          </p:cNvPicPr>
          <p:nvPr/>
        </p:nvPicPr>
        <p:blipFill>
          <a:blip xmlns:r="http://schemas.openxmlformats.org/officeDocument/2006/relationships" xmlns:a="http://schemas.openxmlformats.org/drawingml/2006/main" r:embed="Rb73c7e5e45dc48de"/>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2643242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76A2E64-928B-4BB5-A610-2995E9409B93}"/>
              </a:ext>
            </a:extLst>
          </p:cNvPr>
          <p:cNvPicPr>
            <a:picLocks xmlns:a="http://schemas.openxmlformats.org/drawingml/2006/main" noChangeAspect="1"/>
          </p:cNvPicPr>
          <p:nvPr/>
        </p:nvPicPr>
        <p:blipFill>
          <a:blip xmlns:r="http://schemas.openxmlformats.org/officeDocument/2006/relationships" xmlns:a="http://schemas.openxmlformats.org/drawingml/2006/main" r:embed="R3c2d968e03654fe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6152380-1AAC-4013-8FAA-9A7A737192A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54B1A1-439E-4600-8B8E-1855748E50E4}"/>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7CF4241D-CEED-4FF1-9D65-DD4B02ECBD8B}"/>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2A6F0266-F510-4FF6-95CC-D97AD83FA6AC}"/>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B9EDA166-4A07-40FC-8500-8102E2893123}"/>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0904B6D8-19A4-4E29-AE67-DC78CBAC6D6A}"/>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A10CB86F-6CC4-4943-9F5A-211AC35B230D}"/>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67BBBB82-5FC8-428F-989B-3C01510B4C94}"/>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70C97B29-511E-4DA8-A952-05792B101992}"/>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0B2A604-CCEB-4658-8EEB-1E3DE3DBFCE8}"/>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1F584E4D-360F-4B4E-871B-04A02D0468DA}"/>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FD218340-DD5A-4400-9397-6A18CE9B70A5}"/>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3B37E53-E0CE-4EF7-B739-931565B2AB0D}"/>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5E92A127-F3F6-4E8C-A55C-E56A07F041F1}"/>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7663515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884714B-731F-435D-9D23-B594C71E1526}"/>
              </a:ext>
            </a:extLst>
          </p:cNvPr>
          <p:cNvPicPr>
            <a:picLocks xmlns:a="http://schemas.openxmlformats.org/drawingml/2006/main" noChangeAspect="1"/>
          </p:cNvPicPr>
          <p:nvPr/>
        </p:nvPicPr>
        <p:blipFill>
          <a:blip xmlns:r="http://schemas.openxmlformats.org/officeDocument/2006/relationships" xmlns:a="http://schemas.openxmlformats.org/drawingml/2006/main" r:embed="R1effca2d14fe49d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2E9502-96E1-4671-8686-E39ECAA129B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CEF617D-8673-44C1-BDBD-4F8A22FC076F}"/>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B9E9B81B-A97C-4D49-BEA8-0E7D3521FC9F}"/>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59AB22-501E-468E-A2F1-A973DB3D28FB}"/>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A8830EED-6A05-4453-AB32-0BC8BF7711EE}"/>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4B0D4936-D1A8-4D35-A017-CFF07D565A1C}"/>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10F7D855-F6A2-4077-9D4C-270ADC9CBA63}"/>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B1572B7-C71D-4927-9871-372368A7CDF5}"/>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618FA2A5-6B3D-48BC-BA68-60EC1B35B468}"/>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F14D2E09-7D00-4812-9650-22234E1BCA12}"/>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C693F5B-C7AF-428D-A7E0-62D5F561DE36}"/>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243CF7FF-315A-488A-8F40-79DA61451C06}"/>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FC204DBD-9480-453C-88C4-A653283A8EE9}"/>
              </a:ext>
            </a:extLst>
          </p:cNvPr>
          <p:cNvPicPr>
            <a:picLocks xmlns:a="http://schemas.openxmlformats.org/drawingml/2006/main" noChangeAspect="1"/>
          </p:cNvPicPr>
          <p:nvPr/>
        </p:nvPicPr>
        <p:blipFill>
          <a:blip xmlns:r="http://schemas.openxmlformats.org/officeDocument/2006/relationships" xmlns:a="http://schemas.openxmlformats.org/drawingml/2006/main" r:embed="Rdaf50b9f1ad94a38"/>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224028066"/>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5F27EB5-F2C3-410A-A986-6AB4C5EF1229}"/>
              </a:ext>
            </a:extLst>
          </p:cNvPr>
          <p:cNvPicPr>
            <a:picLocks xmlns:a="http://schemas.openxmlformats.org/drawingml/2006/main" noChangeAspect="1"/>
          </p:cNvPicPr>
          <p:nvPr/>
        </p:nvPicPr>
        <p:blipFill>
          <a:blip xmlns:r="http://schemas.openxmlformats.org/officeDocument/2006/relationships" xmlns:a="http://schemas.openxmlformats.org/drawingml/2006/main" r:embed="Raa7399d3774c494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34291CF-9269-4E6E-AA84-B77AED552FD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58E2528-03C3-415A-8EA1-40AD45289D7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D23B2AC7-B34B-49E8-9A47-9E9A7557762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EB116C0-E4B0-4D62-BBA9-B923C796D38A}"/>
              </a:ext>
            </a:extLst>
          </p:cNvPr>
          <p:cNvPicPr>
            <a:picLocks xmlns:a="http://schemas.openxmlformats.org/drawingml/2006/main" noChangeAspect="1"/>
          </p:cNvPicPr>
          <p:nvPr/>
        </p:nvPicPr>
        <p:blipFill>
          <a:blip xmlns:r="http://schemas.openxmlformats.org/officeDocument/2006/relationships" xmlns:a="http://schemas.openxmlformats.org/drawingml/2006/main" r:embed="Rff9fe32769f4417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581748E6-CE09-4376-BEE6-B87E010735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966ACD22-5A02-4D41-B316-1C2D1B2915F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73620B08-9574-44CB-AB6F-D10149943E3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EA5BC16B-F4B4-4F80-B4E8-08AF5BC11E9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7391503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10BED2A-948B-43A9-92FD-24C5701A0C89}"/>
              </a:ext>
            </a:extLst>
          </p:cNvPr>
          <p:cNvPicPr>
            <a:picLocks xmlns:a="http://schemas.openxmlformats.org/drawingml/2006/main" noChangeAspect="1"/>
          </p:cNvPicPr>
          <p:nvPr/>
        </p:nvPicPr>
        <p:blipFill>
          <a:blip xmlns:r="http://schemas.openxmlformats.org/officeDocument/2006/relationships" xmlns:a="http://schemas.openxmlformats.org/drawingml/2006/main" r:embed="Rdc3c3b58e7ad48c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618D7C6-C920-4573-B458-A73A36EC6DA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2A52E5-5869-4894-A67F-DCCF7A68B79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B59B767-E6E6-4FBB-BA85-1FCC1C5BB82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D6CDCFE-F506-44D9-9E44-B25FC365C18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3CF38D7-6FB4-4871-BC30-EE743942C4DA}"/>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554011FF-12CA-4285-8CA8-B87517FE0CCF}"/>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A4004B34-8CED-4854-9654-0061E7A91AB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978DAD75-2A97-41F3-BB79-3B460817E5D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539D4296-F1A2-4B2A-ACA2-F3D8D17B5E0B}"/>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597E3B2C-EE9A-483C-BECC-F62C8493020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73F6DD1A-AB59-4378-A0F0-08A67D26FEF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7334211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B8C0E017-92EF-4F20-AD71-F1A7F39F3DBD}"/>
              </a:ext>
            </a:extLst>
          </p:cNvPr>
          <p:cNvPicPr>
            <a:picLocks xmlns:a="http://schemas.openxmlformats.org/drawingml/2006/main" noChangeAspect="1"/>
          </p:cNvPicPr>
          <p:nvPr/>
        </p:nvPicPr>
        <p:blipFill>
          <a:blip xmlns:r="http://schemas.openxmlformats.org/officeDocument/2006/relationships" xmlns:a="http://schemas.openxmlformats.org/drawingml/2006/main" r:embed="Rf5bb5e40f0ef4bd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96BFD19-6D25-4E35-8DA2-3C2B2684D3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0FF279D-EDA0-434E-846F-D5CC595F6F7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041D8D2-1F82-49FE-8234-1A5CCB4E43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5EFD5FF-4E09-4D87-9126-385BF0B798D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B0B0495-6DA0-4769-AFDD-447B21CA9821}"/>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D4F72F80-959B-4644-93B1-BBA8E11ACF0D}"/>
              </a:ext>
            </a:extLst>
          </p:cNvPr>
          <p:cNvPicPr>
            <a:picLocks xmlns:a="http://schemas.openxmlformats.org/drawingml/2006/main" noChangeAspect="1"/>
          </p:cNvPicPr>
          <p:nvPr/>
        </p:nvPicPr>
        <p:blipFill>
          <a:blip xmlns:r="http://schemas.openxmlformats.org/officeDocument/2006/relationships" xmlns:a="http://schemas.openxmlformats.org/drawingml/2006/main" r:embed="R3afa14e041714c8f"/>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42409AD-3BBC-4031-8D61-353EF49851A6}"/>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84B74823-A6E8-4507-92B7-DD6219FD9E7C}"/>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932DF62C-2599-44A8-888F-63610280C13E}"/>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09285FCD-EE55-4E11-8D33-D36AB91967E0}"/>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03A71452-E10B-4C4C-8D89-DB6410FB7AE3}"/>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F442118E-0231-4189-8075-E22CDD463AFC}"/>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171F8477-796A-4D0C-883C-FA1FCFC3524E}"/>
              </a:ext>
            </a:extLst>
          </p:cNvPr>
          <p:cNvPicPr>
            <a:picLocks xmlns:a="http://schemas.openxmlformats.org/drawingml/2006/main" noChangeAspect="1"/>
          </p:cNvPicPr>
          <p:nvPr/>
        </p:nvPicPr>
        <p:blipFill>
          <a:blip xmlns:r="http://schemas.openxmlformats.org/officeDocument/2006/relationships" xmlns:a="http://schemas.openxmlformats.org/drawingml/2006/main" r:embed="Rcae2007cf8ad4497"/>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BC76CEF6-B051-4E46-9F91-B6B8AB6D895B}"/>
              </a:ext>
            </a:extLst>
          </p:cNvPr>
          <p:cNvPicPr>
            <a:picLocks xmlns:a="http://schemas.openxmlformats.org/drawingml/2006/main" noChangeAspect="1"/>
          </p:cNvPicPr>
          <p:nvPr/>
        </p:nvPicPr>
        <p:blipFill>
          <a:blip xmlns:r="http://schemas.openxmlformats.org/officeDocument/2006/relationships" xmlns:a="http://schemas.openxmlformats.org/drawingml/2006/main" r:embed="R8b24ab8545fe44a6"/>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A8A05EC9-4EC5-42EC-8374-18811C2CE6AC}"/>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4B4EE310-53C1-4C57-AD02-D636E70C0EC3}"/>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DC536662-FCF3-4F62-97D9-BA56B2416848}"/>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BF33D365-32AE-46C2-B429-25CA3369DB7C}"/>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D727AD34-990E-4E5F-B933-692FA777EC90}"/>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1B2268B7-6163-4539-BD86-8F57D896EF93}"/>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5C63255B-560A-4AF0-A1FD-2821610295EF}"/>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B6B3CB70-D567-469C-818D-3E654D562A34}"/>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4302841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52A800A3-C6B4-417E-9A73-983C4B40F7C8}"/>
              </a:ext>
            </a:extLst>
          </p:cNvPr>
          <p:cNvPicPr>
            <a:picLocks xmlns:a="http://schemas.openxmlformats.org/drawingml/2006/main" noChangeAspect="1"/>
          </p:cNvPicPr>
          <p:nvPr/>
        </p:nvPicPr>
        <p:blipFill>
          <a:blip xmlns:r="http://schemas.openxmlformats.org/officeDocument/2006/relationships" xmlns:a="http://schemas.openxmlformats.org/drawingml/2006/main" r:embed="R1c2fcba584a94ca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FE5DE7-8F69-4859-AD5F-F23D0DED859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503C15-3BF4-4112-B336-737509F4001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2CA5A62-BD2B-4152-AE4E-DFD44FAD29F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A17F468-6E24-4308-B18F-C9468BD1138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A9B3EBBE-1285-4996-9B39-7EB03C5192DF}"/>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71A76C63-7913-4BC1-A0B9-A5F003DA7D74}"/>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B1E3F955-2D66-4BA5-8064-4E8FE392005F}"/>
              </a:ext>
            </a:extLst>
          </p:cNvPr>
          <p:cNvPicPr>
            <a:picLocks xmlns:a="http://schemas.openxmlformats.org/drawingml/2006/main" noChangeAspect="1"/>
          </p:cNvPicPr>
          <p:nvPr/>
        </p:nvPicPr>
        <p:blipFill>
          <a:blip xmlns:r="http://schemas.openxmlformats.org/officeDocument/2006/relationships" xmlns:a="http://schemas.openxmlformats.org/drawingml/2006/main" r:embed="R54a9050c9d354e02"/>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68710E92-ACB1-44E0-B381-F58B38BA4802}"/>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B17C4F91-712A-435D-A9DC-6B6F746AD54E}"/>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₁ = −189.3 kJ</a:t>
            </a:r>
          </a:p>
        </p:txBody>
      </p:sp>
      <p:sp>
        <p:nvSpPr>
          <p:cNvPr id="11" name="text">
            <a:extLst xmlns:a="http://schemas.openxmlformats.org/drawingml/2006/main">
              <a:ext uri="{FF2B5EF4-FFF2-40B4-BE49-F238E27FC236}">
                <a16:creationId xmlns:a16="http://schemas.microsoft.com/office/drawing/2014/main" id="{0B4536F7-9563-4A10-AF26-66F8D322EBF3}"/>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EC4F25F8-BA32-4ED3-82F4-36ABF1F6AE9E}"/>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
        <p:nvSpPr>
          <p:cNvPr id="13" name="text">
            <a:extLst xmlns:a="http://schemas.openxmlformats.org/drawingml/2006/main">
              <a:ext uri="{FF2B5EF4-FFF2-40B4-BE49-F238E27FC236}">
                <a16:creationId xmlns:a16="http://schemas.microsoft.com/office/drawing/2014/main" id="{9B39F26B-7268-46A4-A813-38AB38DD89E7}"/>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9E37563B-A12A-4252-B1C8-13C21577A236}"/>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F9F4088B-2EF8-49F0-8954-98DAE66A1ABB}"/>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2B22400D-52AD-4188-A5FD-689F81574A08}"/>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a:t>Δ</a:t>
            </a:r>
            <a:r>
              <a:rPr sz="3600" i="1">
                <a:latin typeface="Pretendard"/>
                <a:ea typeface="Pretendard"/>
                <a:cs typeface="Pretendard"/>
              </a:rPr>
              <a:t>H</a:t>
            </a:r>
            <a:r>
              <a:rPr sz="3600"/>
              <a:t>₁ = </a:t>
            </a: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Tree>
    <p:extLst>
      <p:ext uri="{BB962C8B-B14F-4D97-AF65-F5344CB8AC3E}">
        <p14:creationId xmlns:p14="http://schemas.microsoft.com/office/powerpoint/2010/main" val="19368116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8B0942D-10B7-47F2-A1DB-AAA9565581A3}"/>
              </a:ext>
            </a:extLst>
          </p:cNvPr>
          <p:cNvPicPr>
            <a:picLocks xmlns:a="http://schemas.openxmlformats.org/drawingml/2006/main" noChangeAspect="1"/>
          </p:cNvPicPr>
          <p:nvPr/>
        </p:nvPicPr>
        <p:blipFill>
          <a:blip xmlns:r="http://schemas.openxmlformats.org/officeDocument/2006/relationships" xmlns:a="http://schemas.openxmlformats.org/drawingml/2006/main" r:embed="Rd0a9b86cbeb5401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FF83C3-BEA4-48EA-BA5B-276A048A628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10EDD3-BD5A-4C36-BD89-6ED5719463D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43B1CDD-FCCC-4211-BE1E-16C9E446777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7D14B7F-33FA-4B07-9E8A-A6273FE7536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A6C1649-8C2D-4664-BB40-6AF66E3489C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030AE972-11A0-498F-A2AE-7CBF76B99181}"/>
              </a:ext>
            </a:extLst>
          </p:cNvPr>
          <p:cNvPicPr>
            <a:picLocks xmlns:a="http://schemas.openxmlformats.org/drawingml/2006/main" noChangeAspect="1"/>
          </p:cNvPicPr>
          <p:nvPr/>
        </p:nvPicPr>
        <p:blipFill>
          <a:blip xmlns:r="http://schemas.openxmlformats.org/officeDocument/2006/relationships" xmlns:a="http://schemas.openxmlformats.org/drawingml/2006/main" r:embed="R614f7654afc44e88"/>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55FE3DF-89F4-448F-8A39-A3013E508DA7}"/>
              </a:ext>
            </a:extLst>
          </p:cNvPr>
          <p:cNvPicPr>
            <a:picLocks xmlns:a="http://schemas.openxmlformats.org/drawingml/2006/main" noChangeAspect="1"/>
          </p:cNvPicPr>
          <p:nvPr/>
        </p:nvPicPr>
        <p:blipFill>
          <a:blip xmlns:r="http://schemas.openxmlformats.org/officeDocument/2006/relationships" xmlns:a="http://schemas.openxmlformats.org/drawingml/2006/main" r:embed="R0f1eef1e12e44ef2"/>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E2AC635D-9BE3-4CAF-9DD7-52980495E2F9}"/>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B3FFE0A3-4960-49C8-94F0-BA706DBA939D}"/>
              </a:ext>
            </a:extLst>
          </p:cNvPr>
          <p:cNvPicPr>
            <a:picLocks xmlns:a="http://schemas.openxmlformats.org/drawingml/2006/main" noChangeAspect="1"/>
          </p:cNvPicPr>
          <p:nvPr/>
        </p:nvPicPr>
        <p:blipFill>
          <a:blip xmlns:r="http://schemas.openxmlformats.org/officeDocument/2006/relationships" xmlns:a="http://schemas.openxmlformats.org/drawingml/2006/main" r:embed="R96bf16ad990746ce"/>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88979355-F960-44FF-A149-85D7BA670FD7}"/>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F180DD78-781B-41BD-A4D9-C14FA6FB33A8}"/>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1945354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5090F7D-BA32-42AF-868D-A23533C2CC1B}"/>
              </a:ext>
            </a:extLst>
          </p:cNvPr>
          <p:cNvPicPr>
            <a:picLocks xmlns:a="http://schemas.openxmlformats.org/drawingml/2006/main" noChangeAspect="1"/>
          </p:cNvPicPr>
          <p:nvPr/>
        </p:nvPicPr>
        <p:blipFill>
          <a:blip xmlns:r="http://schemas.openxmlformats.org/officeDocument/2006/relationships" xmlns:a="http://schemas.openxmlformats.org/drawingml/2006/main" r:embed="R5678253ce7b94f1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713BD1-BC6E-4859-B132-324E90A08BB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874D37B-E3F8-4FBF-8D83-EDDCE673B23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831494C-E3B8-48B1-BB23-1C9B66BF239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F81DB3F-7FD8-4991-89B9-59C54F91ACF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A337F80-D5E8-49E2-BD6E-EF0B9806EB9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B33B15D8-0788-45B9-BA02-86A94DD5316F}"/>
              </a:ext>
            </a:extLst>
          </p:cNvPr>
          <p:cNvPicPr>
            <a:picLocks xmlns:a="http://schemas.openxmlformats.org/drawingml/2006/main" noChangeAspect="1"/>
          </p:cNvPicPr>
          <p:nvPr/>
        </p:nvPicPr>
        <p:blipFill>
          <a:blip xmlns:r="http://schemas.openxmlformats.org/officeDocument/2006/relationships" xmlns:a="http://schemas.openxmlformats.org/drawingml/2006/main" r:embed="R365ba3df10d14e9b"/>
          <a:stretch xmlns:a="http://schemas.openxmlformats.org/drawingml/2006/main"/>
        </p:blipFill>
        <p:spPr>
          <a:xfrm xmlns:a="http://schemas.openxmlformats.org/drawingml/2006/main">
            <a:off x="2247900" y="4866477"/>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35B4A39-3833-4951-8C78-885128F286CD}"/>
              </a:ext>
            </a:extLst>
          </p:cNvPr>
          <p:cNvPicPr>
            <a:picLocks xmlns:a="http://schemas.openxmlformats.org/drawingml/2006/main" noChangeAspect="1"/>
          </p:cNvPicPr>
          <p:nvPr/>
        </p:nvPicPr>
        <p:blipFill>
          <a:blip xmlns:r="http://schemas.openxmlformats.org/officeDocument/2006/relationships" xmlns:a="http://schemas.openxmlformats.org/drawingml/2006/main" r:embed="R7529435b65da46e7"/>
          <a:stretch xmlns:a="http://schemas.openxmlformats.org/drawingml/2006/main"/>
        </p:blipFill>
        <p:spPr>
          <a:xfrm xmlns:a="http://schemas.openxmlformats.org/drawingml/2006/main">
            <a:off x="2247900" y="6033818"/>
            <a:ext cx="13811250" cy="131349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04160AF4-176E-483E-B6AD-97CACD9CAA3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E9B01927-0DD7-42B4-A483-55FC49C3D69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DEF8636E-FE6E-47FD-808E-CD6C9C37FC7A}"/>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08E2F825-7F9C-4911-91F8-8FB5FB2F2027}"/>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5741190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D1CC63B-CFCE-4E03-B127-F1DB72A84DD8}"/>
              </a:ext>
            </a:extLst>
          </p:cNvPr>
          <p:cNvPicPr>
            <a:picLocks xmlns:a="http://schemas.openxmlformats.org/drawingml/2006/main" noChangeAspect="1"/>
          </p:cNvPicPr>
          <p:nvPr/>
        </p:nvPicPr>
        <p:blipFill>
          <a:blip xmlns:r="http://schemas.openxmlformats.org/officeDocument/2006/relationships" xmlns:a="http://schemas.openxmlformats.org/drawingml/2006/main" r:embed="R69f7bd48f03e4dd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B293BA5-7E54-48CA-BF08-2206EF1FC98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31283CA-0260-4D66-8432-57F8CBC5C55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C3D43F2-D852-4F8B-A903-D3978A78562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B7CA3DB-2C3A-4AE2-AE7B-84F89F04704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BD4A58E3-60A1-49AB-BCEB-44F7F196F01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F5BDA756-E9E9-48C1-B44B-1094B629B1F2}"/>
              </a:ext>
            </a:extLst>
          </p:cNvPr>
          <p:cNvPicPr>
            <a:picLocks xmlns:a="http://schemas.openxmlformats.org/drawingml/2006/main" noChangeAspect="1"/>
          </p:cNvPicPr>
          <p:nvPr/>
        </p:nvPicPr>
        <p:blipFill>
          <a:blip xmlns:r="http://schemas.openxmlformats.org/officeDocument/2006/relationships" xmlns:a="http://schemas.openxmlformats.org/drawingml/2006/main" r:embed="R00f747ad870847da"/>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1D65282-5E29-49FC-B1DA-91B535D1B6AE}"/>
              </a:ext>
            </a:extLst>
          </p:cNvPr>
          <p:cNvPicPr>
            <a:picLocks xmlns:a="http://schemas.openxmlformats.org/drawingml/2006/main" noChangeAspect="1"/>
          </p:cNvPicPr>
          <p:nvPr/>
        </p:nvPicPr>
        <p:blipFill>
          <a:blip xmlns:r="http://schemas.openxmlformats.org/officeDocument/2006/relationships" xmlns:a="http://schemas.openxmlformats.org/drawingml/2006/main" r:embed="R426e23fa11574fa3"/>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F841B106-B7E8-40C7-BD26-6A54D711BF1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ADCEACF2-928C-4F07-BDEF-99B421D0059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51E4DA27-17DD-483B-9628-E8329C7F22D1}"/>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00E09A1A-0ACA-4C42-86F7-E8FBC7BE4D04}"/>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5250752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C3A7907-5FAD-4BF3-A8A0-66DEDD6DF527}"/>
              </a:ext>
            </a:extLst>
          </p:cNvPr>
          <p:cNvPicPr>
            <a:picLocks xmlns:a="http://schemas.openxmlformats.org/drawingml/2006/main" noChangeAspect="1"/>
          </p:cNvPicPr>
          <p:nvPr/>
        </p:nvPicPr>
        <p:blipFill>
          <a:blip xmlns:r="http://schemas.openxmlformats.org/officeDocument/2006/relationships" xmlns:a="http://schemas.openxmlformats.org/drawingml/2006/main" r:embed="R6d6cd746546b479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6550456-FC16-4BCB-B568-A99353516C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65F745E-6DA0-44C7-BE43-E11CED28D57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0B9DD14-D96E-4EF8-A6E8-0AF4A594368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866764B-2E8B-4E77-9611-C7A0367F8F5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E911FE6-A95B-4EED-B7E4-29696E2FF02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5A73F25E-0187-49B0-B83A-B06C730BECDF}"/>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6D2414C-3EB9-45E3-B8C4-63BA4413A96B}"/>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598EA30-CAF6-4FCA-AF0F-1D5A7C6B599E}"/>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87C9E92-660C-451E-9E1D-2AF4A20358A0}"/>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ACC87AA-0114-4DC1-B4F8-F7B6734A8060}"/>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292456734"/>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68AD107-0B6C-4CDB-9743-B25564EC7DB0}"/>
              </a:ext>
            </a:extLst>
          </p:cNvPr>
          <p:cNvPicPr>
            <a:picLocks xmlns:a="http://schemas.openxmlformats.org/drawingml/2006/main" noChangeAspect="1"/>
          </p:cNvPicPr>
          <p:nvPr/>
        </p:nvPicPr>
        <p:blipFill>
          <a:blip xmlns:r="http://schemas.openxmlformats.org/officeDocument/2006/relationships" xmlns:a="http://schemas.openxmlformats.org/drawingml/2006/main" r:embed="R5f355a7b71a6416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83DE70A-F585-42B1-BF5C-072EA863545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CDB70D7-9DFF-423C-AB34-73E92D03172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E6CFC4E7-2341-4F6C-AFBE-B9AAC601BFB1}"/>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5EA906A-E9F9-4061-A720-5A206D1F9BA6}"/>
              </a:ext>
            </a:extLst>
          </p:cNvPr>
          <p:cNvPicPr>
            <a:picLocks xmlns:a="http://schemas.openxmlformats.org/drawingml/2006/main" noChangeAspect="1"/>
          </p:cNvPicPr>
          <p:nvPr/>
        </p:nvPicPr>
        <p:blipFill>
          <a:blip xmlns:r="http://schemas.openxmlformats.org/officeDocument/2006/relationships" xmlns:a="http://schemas.openxmlformats.org/drawingml/2006/main" r:embed="Rd194ae64f44045f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A94B80B1-BD4D-4C3D-9D75-4134AD60CE8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38D72704-57FB-4E39-BACE-E741B6B7649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FABA30ED-8C80-4A5E-AC1A-40F9FA19A31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7AD5D170-32CC-4DD2-BE9E-D0B0FBD3D49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374514950"/>
      </p:ext>
    </p:extLst>
  </p:cSld>
</p:sld>
</file>

<file path=ppt/slides/slide14.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1" name="로고 대비 바탕">
            <a:extLst xmlns:a="http://schemas.openxmlformats.org/drawingml/2006/main">
              <a:ext uri="{FF2B5EF4-FFF2-40B4-BE49-F238E27FC236}">
                <a16:creationId xmlns:a16="http://schemas.microsoft.com/office/drawing/2014/main" id="{2936D806-312B-42A2-ACFC-8CAA8B7505FE}"/>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D02F89B-D86A-42B9-9D3A-524577E98BF0}"/>
              </a:ext>
            </a:extLst>
          </p:cNvPr>
          <p:cNvPicPr>
            <a:picLocks xmlns:a="http://schemas.openxmlformats.org/drawingml/2006/main" noChangeAspect="1"/>
          </p:cNvPicPr>
          <p:nvPr/>
        </p:nvPicPr>
        <p:blipFill>
          <a:blip xmlns:r="http://schemas.openxmlformats.org/officeDocument/2006/relationships" xmlns:a="http://schemas.openxmlformats.org/drawingml/2006/main" r:embed="R45fa56cbdb2f4a3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512DA9DD-C513-4276-883F-931A2BF012D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2FD0CA9A-54BD-4DCD-9A43-60FF48D09227}"/>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반응 엔탈피 구하기</a:t>
            </a:r>
          </a:p>
        </p:txBody>
      </p:sp>
      <p:sp>
        <p:nvSpPr>
          <p:cNvPr id="5" name="text">
            <a:extLst xmlns:a="http://schemas.openxmlformats.org/drawingml/2006/main">
              <a:ext uri="{FF2B5EF4-FFF2-40B4-BE49-F238E27FC236}">
                <a16:creationId xmlns:a16="http://schemas.microsoft.com/office/drawing/2014/main" id="{17C7DEE2-EAFB-45FF-BFAF-4D0E21457AE1}"/>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6" name="text">
            <a:extLst xmlns:a="http://schemas.openxmlformats.org/drawingml/2006/main">
              <a:ext uri="{FF2B5EF4-FFF2-40B4-BE49-F238E27FC236}">
                <a16:creationId xmlns:a16="http://schemas.microsoft.com/office/drawing/2014/main" id="{CDDCF885-DC5C-4614-806D-EC3BD8BAF301}"/>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간접 측정</a:t>
            </a:r>
          </a:p>
        </p:txBody>
      </p:sp>
      <p:sp>
        <p:nvSpPr>
          <p:cNvPr id="7" name="text">
            <a:extLst xmlns:a="http://schemas.openxmlformats.org/drawingml/2006/main">
              <a:ext uri="{FF2B5EF4-FFF2-40B4-BE49-F238E27FC236}">
                <a16:creationId xmlns:a16="http://schemas.microsoft.com/office/drawing/2014/main" id="{384D225E-64A1-40A1-821B-0BC9517313FC}"/>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CO만 생성될 때의 열은 어떻게 구할까?</a:t>
            </a:r>
          </a:p>
        </p:txBody>
      </p:sp>
      <p:pic>
        <p:nvPicPr>
          <p:cNvPr id="8" name="">
            <a:extLst xmlns:a="http://schemas.openxmlformats.org/drawingml/2006/main">
              <a:ext uri="{FF2B5EF4-FFF2-40B4-BE49-F238E27FC236}">
                <a16:creationId xmlns:a16="http://schemas.microsoft.com/office/drawing/2014/main" id="{F76837D5-1AC1-4368-AB7B-9F05BCC93C17}"/>
              </a:ext>
            </a:extLst>
          </p:cNvPr>
          <p:cNvPicPr>
            <a:picLocks xmlns:a="http://schemas.openxmlformats.org/drawingml/2006/main" noChangeAspect="1"/>
          </p:cNvPicPr>
          <p:nvPr/>
        </p:nvPicPr>
        <p:blipFill>
          <a:blip xmlns:r="http://schemas.openxmlformats.org/officeDocument/2006/relationships" xmlns:a="http://schemas.openxmlformats.org/drawingml/2006/main" r:embed="R3c2903b76a0f47ff"/>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9" name="중앙 질문 말풍선">
            <a:extLst xmlns:a="http://schemas.openxmlformats.org/drawingml/2006/main">
              <a:ext uri="{FF2B5EF4-FFF2-40B4-BE49-F238E27FC236}">
                <a16:creationId xmlns:a16="http://schemas.microsoft.com/office/drawing/2014/main" id="{E9A6E0C5-2FA9-49CD-99EF-92F1985BF684}"/>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4E2C39B1-FD33-49DE-9D3C-76BBC805D4D7}"/>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1" name="line">
            <a:extLst xmlns:a="http://schemas.openxmlformats.org/drawingml/2006/main">
              <a:ext uri="{FF2B5EF4-FFF2-40B4-BE49-F238E27FC236}">
                <a16:creationId xmlns:a16="http://schemas.microsoft.com/office/drawing/2014/main" id="{C3168575-D830-4C0A-9A93-75546E351745}"/>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777777"/>
            </a:solidFill>
            <a:prstDash val="solid"/>
          </a:ln>
        </p:spPr>
      </p:sp>
      <p:sp>
        <p:nvSpPr>
          <p:cNvPr id="12" name="line">
            <a:extLst xmlns:a="http://schemas.openxmlformats.org/drawingml/2006/main">
              <a:ext uri="{FF2B5EF4-FFF2-40B4-BE49-F238E27FC236}">
                <a16:creationId xmlns:a16="http://schemas.microsoft.com/office/drawing/2014/main" id="{B05EF49C-4DCE-470A-93B1-D896DFDE25B5}"/>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777777"/>
            </a:solidFill>
            <a:prstDash val="solid"/>
          </a:ln>
        </p:spPr>
      </p:sp>
      <p:sp>
        <p:nvSpPr>
          <p:cNvPr id="13" name="line">
            <a:extLst xmlns:a="http://schemas.openxmlformats.org/drawingml/2006/main">
              <a:ext uri="{FF2B5EF4-FFF2-40B4-BE49-F238E27FC236}">
                <a16:creationId xmlns:a16="http://schemas.microsoft.com/office/drawing/2014/main" id="{42B3E751-ACEE-420C-8B27-293785F2707D}"/>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777777"/>
            </a:solidFill>
            <a:prstDash val="solid"/>
          </a:ln>
        </p:spPr>
      </p:sp>
      <p:sp>
        <p:nvSpPr>
          <p:cNvPr id="14" name="line">
            <a:extLst xmlns:a="http://schemas.openxmlformats.org/drawingml/2006/main">
              <a:ext uri="{FF2B5EF4-FFF2-40B4-BE49-F238E27FC236}">
                <a16:creationId xmlns:a16="http://schemas.microsoft.com/office/drawing/2014/main" id="{0111DDE6-4272-429F-9F49-4F13142D0BB9}"/>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777777"/>
            </a:solidFill>
            <a:prstDash val="solid"/>
          </a:ln>
        </p:spPr>
      </p:sp>
      <p:sp>
        <p:nvSpPr>
          <p:cNvPr id="15" name="참조 분기 설명">
            <a:extLst xmlns:a="http://schemas.openxmlformats.org/drawingml/2006/main">
              <a:ext uri="{FF2B5EF4-FFF2-40B4-BE49-F238E27FC236}">
                <a16:creationId xmlns:a16="http://schemas.microsoft.com/office/drawing/2014/main" id="{B876694E-5A62-43E8-889B-DF0EE38A2F1A}"/>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4BF1E7A8-58A3-486D-9729-D6F52CDAD4A7}"/>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7" name="text">
            <a:extLst xmlns:a="http://schemas.openxmlformats.org/drawingml/2006/main">
              <a:ext uri="{FF2B5EF4-FFF2-40B4-BE49-F238E27FC236}">
                <a16:creationId xmlns:a16="http://schemas.microsoft.com/office/drawing/2014/main" id="{BFB2912D-FA74-4BA5-94D9-D637DFE986A1}"/>
              </a:ext>
            </a:extLst>
          </p:cNvPr>
          <p:cNvSpPr>
            <a:spLocks xmlns:a="http://schemas.openxmlformats.org/drawingml/2006/main" noGrp="1"/>
          </p:cNvSpPr>
          <p:nvPr/>
        </p:nvSpPr>
        <p:spPr>
          <a:xfrm xmlns:a="http://schemas.openxmlformats.org/drawingml/2006/main">
            <a:off x="214312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8" name="참조 분기 설명">
            <a:extLst xmlns:a="http://schemas.openxmlformats.org/drawingml/2006/main">
              <a:ext uri="{FF2B5EF4-FFF2-40B4-BE49-F238E27FC236}">
                <a16:creationId xmlns:a16="http://schemas.microsoft.com/office/drawing/2014/main" id="{2FF4E735-8B88-48F3-8B51-1C4B162A1702}"/>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5D6BD3B9-5599-4C3D-BD62-0B28D50ACD20}"/>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20" name="text">
            <a:extLst xmlns:a="http://schemas.openxmlformats.org/drawingml/2006/main">
              <a:ext uri="{FF2B5EF4-FFF2-40B4-BE49-F238E27FC236}">
                <a16:creationId xmlns:a16="http://schemas.microsoft.com/office/drawing/2014/main" id="{312C2B15-4C99-4F5B-B627-A3AD2233BE1D}"/>
              </a:ext>
            </a:extLst>
          </p:cNvPr>
          <p:cNvSpPr>
            <a:spLocks xmlns:a="http://schemas.openxmlformats.org/drawingml/2006/main" noGrp="1"/>
          </p:cNvSpPr>
          <p:nvPr/>
        </p:nvSpPr>
        <p:spPr>
          <a:xfrm xmlns:a="http://schemas.openxmlformats.org/drawingml/2006/main">
            <a:off x="10239375" y="82486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21006531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0FACADB-C83A-4F5B-8683-BEE8B807C27A}"/>
              </a:ext>
            </a:extLst>
          </p:cNvPr>
          <p:cNvPicPr>
            <a:picLocks xmlns:a="http://schemas.openxmlformats.org/drawingml/2006/main" noChangeAspect="1"/>
          </p:cNvPicPr>
          <p:nvPr/>
        </p:nvPicPr>
        <p:blipFill>
          <a:blip xmlns:r="http://schemas.openxmlformats.org/officeDocument/2006/relationships" xmlns:a="http://schemas.openxmlformats.org/drawingml/2006/main" r:embed="R6b2de81dc11f4e3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345170E-5CAD-44D5-9E76-005E770F272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4DFAF41-925D-4035-838F-9DC6DEA6B8F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D0D0293-E3E2-4847-8C83-5421D9EF211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FAB4B58-BF2F-40BF-871D-D44E0E5BF21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1BA6C0C-D2DE-4F77-8AF2-2DF6964E465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E5F6F03C-99B1-4900-B6A7-10B9685CB03E}"/>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515BE5C3-28C8-4FB0-8D13-08C1E0EDF390}"/>
              </a:ext>
            </a:extLst>
          </p:cNvPr>
          <p:cNvPicPr>
            <a:picLocks xmlns:a="http://schemas.openxmlformats.org/drawingml/2006/main" noChangeAspect="1"/>
          </p:cNvPicPr>
          <p:nvPr/>
        </p:nvPicPr>
        <p:blipFill>
          <a:blip xmlns:r="http://schemas.openxmlformats.org/officeDocument/2006/relationships" xmlns:a="http://schemas.openxmlformats.org/drawingml/2006/main" r:embed="Rb7a1f902763140eb"/>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A4ED882-7BA3-4319-B511-BDEFB298CB34}"/>
              </a:ext>
            </a:extLst>
          </p:cNvPr>
          <p:cNvPicPr>
            <a:picLocks xmlns:a="http://schemas.openxmlformats.org/drawingml/2006/main" noChangeAspect="1"/>
          </p:cNvPicPr>
          <p:nvPr/>
        </p:nvPicPr>
        <p:blipFill>
          <a:blip xmlns:r="http://schemas.openxmlformats.org/officeDocument/2006/relationships" xmlns:a="http://schemas.openxmlformats.org/drawingml/2006/main" r:embed="Rb0f9057832bc4277"/>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9BA8865-A46C-43CC-AE0D-CD1F6C9CB204}"/>
              </a:ext>
            </a:extLst>
          </p:cNvPr>
          <p:cNvPicPr>
            <a:picLocks xmlns:a="http://schemas.openxmlformats.org/drawingml/2006/main" noChangeAspect="1"/>
          </p:cNvPicPr>
          <p:nvPr/>
        </p:nvPicPr>
        <p:blipFill>
          <a:blip xmlns:r="http://schemas.openxmlformats.org/officeDocument/2006/relationships" xmlns:a="http://schemas.openxmlformats.org/drawingml/2006/main" r:embed="R692fb3dc7a2841ed"/>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113477392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3F7BACE-9474-4F2B-9FDC-07B7E9CBF0A3}"/>
              </a:ext>
            </a:extLst>
          </p:cNvPr>
          <p:cNvPicPr>
            <a:picLocks xmlns:a="http://schemas.openxmlformats.org/drawingml/2006/main" noChangeAspect="1"/>
          </p:cNvPicPr>
          <p:nvPr/>
        </p:nvPicPr>
        <p:blipFill>
          <a:blip xmlns:r="http://schemas.openxmlformats.org/officeDocument/2006/relationships" xmlns:a="http://schemas.openxmlformats.org/drawingml/2006/main" r:embed="Rd7d389711f0c4d1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4F5BFC3-FA8E-4844-9370-F1C6713752B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FCDB4A-8221-4989-A961-C222FB774EF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1E0AB19-3617-42BD-9751-AE394FD1D24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B6B8078-1B25-42F3-A3E5-46F5C6573D2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71233B4-1E29-483D-AC2D-66075F095CD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373C817C-8CB3-4EBA-9949-3E6A3E5BB6EB}"/>
              </a:ext>
            </a:extLst>
          </p:cNvPr>
          <p:cNvPicPr>
            <a:picLocks xmlns:a="http://schemas.openxmlformats.org/drawingml/2006/main" noChangeAspect="1"/>
          </p:cNvPicPr>
          <p:nvPr/>
        </p:nvPicPr>
        <p:blipFill>
          <a:blip xmlns:r="http://schemas.openxmlformats.org/officeDocument/2006/relationships" xmlns:a="http://schemas.openxmlformats.org/drawingml/2006/main" r:embed="R5b5609ac59074365"/>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BE24284-0C14-431F-9A69-4DA2B7D72C4E}"/>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FB6F3AC7-F218-4CA3-BEBB-E7CEE5D57BF7}"/>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0748070-01C2-4A99-B3D6-24F11C6F6831}"/>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1323961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2D13DFD-1C59-4FD8-BD9E-19B364E349BB}"/>
              </a:ext>
            </a:extLst>
          </p:cNvPr>
          <p:cNvPicPr>
            <a:picLocks xmlns:a="http://schemas.openxmlformats.org/drawingml/2006/main" noChangeAspect="1"/>
          </p:cNvPicPr>
          <p:nvPr/>
        </p:nvPicPr>
        <p:blipFill>
          <a:blip xmlns:r="http://schemas.openxmlformats.org/officeDocument/2006/relationships" xmlns:a="http://schemas.openxmlformats.org/drawingml/2006/main" r:embed="R27c9b83dc6cf48d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2583EFA-8C6E-4C0F-BACD-0DD1E9EBCAB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C438C27-2CB9-4226-8A85-E218443EBFA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15BDB4D-A559-4034-A9DB-795E6911C4B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58D6E85-6B49-47F8-BACB-68ECC4B434D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F0C41C80-664E-403A-AB5E-0B9BF9DF154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AB7FB674-FE89-4D96-B0D0-BD8026E9F479}"/>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85A94D64-A0FB-4FFF-BDAB-2930CC212B58}"/>
              </a:ext>
            </a:extLst>
          </p:cNvPr>
          <p:cNvPicPr>
            <a:picLocks xmlns:a="http://schemas.openxmlformats.org/drawingml/2006/main" noChangeAspect="1"/>
          </p:cNvPicPr>
          <p:nvPr/>
        </p:nvPicPr>
        <p:blipFill>
          <a:blip xmlns:r="http://schemas.openxmlformats.org/officeDocument/2006/relationships" xmlns:a="http://schemas.openxmlformats.org/drawingml/2006/main" r:embed="R52093c1bedeb4306"/>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4595252-5FA3-4C14-B763-DEFBA6C2E5FD}"/>
              </a:ext>
            </a:extLst>
          </p:cNvPr>
          <p:cNvPicPr>
            <a:picLocks xmlns:a="http://schemas.openxmlformats.org/drawingml/2006/main" noChangeAspect="1"/>
          </p:cNvPicPr>
          <p:nvPr/>
        </p:nvPicPr>
        <p:blipFill>
          <a:blip xmlns:r="http://schemas.openxmlformats.org/officeDocument/2006/relationships" xmlns:a="http://schemas.openxmlformats.org/drawingml/2006/main" r:embed="R5803f25de7704ae8"/>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49D2E4C2-52D4-4EC8-BF5D-71939C6991A5}"/>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DD70108D-5312-4465-8DAF-B63F1837BD05}"/>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8862719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C9F2C3E-B524-4D1D-ABF9-AACFE45FEF08}"/>
              </a:ext>
            </a:extLst>
          </p:cNvPr>
          <p:cNvPicPr>
            <a:picLocks xmlns:a="http://schemas.openxmlformats.org/drawingml/2006/main" noChangeAspect="1"/>
          </p:cNvPicPr>
          <p:nvPr/>
        </p:nvPicPr>
        <p:blipFill>
          <a:blip xmlns:r="http://schemas.openxmlformats.org/officeDocument/2006/relationships" xmlns:a="http://schemas.openxmlformats.org/drawingml/2006/main" r:embed="R252c38385e5f452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2DD89F0-A5C2-49D3-AD94-61B21BEFD4A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AF3232A-3C31-4314-A603-9E39B625C6C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55BFD2C-F37E-415F-A993-837B29897A8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EC5789F-E0A6-4D1A-A05B-DE7500202CB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AE90043-36CD-4208-BB94-EED87FF3E5D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7D794DBF-7E94-4FBD-AA5D-0CD8959C61AD}"/>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46D31E2E-D7C0-4856-A3C7-E090EAA67F8F}"/>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318A8F22-9A29-4A58-851F-8748591A5DCF}"/>
              </a:ext>
            </a:extLst>
          </p:cNvPr>
          <p:cNvPicPr>
            <a:picLocks xmlns:a="http://schemas.openxmlformats.org/drawingml/2006/main" noChangeAspect="1"/>
          </p:cNvPicPr>
          <p:nvPr/>
        </p:nvPicPr>
        <p:blipFill>
          <a:blip xmlns:r="http://schemas.openxmlformats.org/officeDocument/2006/relationships" xmlns:a="http://schemas.openxmlformats.org/drawingml/2006/main" r:embed="R69adf054626a43ff"/>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7F37CFAC-8738-46E4-9C15-2E1F278E7431}"/>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8368F3B-808C-4496-A1F3-8E0090EF4C80}"/>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73CDE0CE-6A73-4FC3-9F0D-9A2B0D954AF5}"/>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4E29F474-5A2C-4E02-9C4C-E31BD9F15A3F}"/>
              </a:ext>
            </a:extLst>
          </p:cNvPr>
          <p:cNvPicPr>
            <a:picLocks xmlns:a="http://schemas.openxmlformats.org/drawingml/2006/main" noChangeAspect="1"/>
          </p:cNvPicPr>
          <p:nvPr/>
        </p:nvPicPr>
        <p:blipFill>
          <a:blip xmlns:r="http://schemas.openxmlformats.org/officeDocument/2006/relationships" xmlns:a="http://schemas.openxmlformats.org/drawingml/2006/main" r:embed="Rf58a9adcfde249ab"/>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5971225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08CF9F8-2A8C-426D-B8DC-07A3DB945828}"/>
              </a:ext>
            </a:extLst>
          </p:cNvPr>
          <p:cNvPicPr>
            <a:picLocks xmlns:a="http://schemas.openxmlformats.org/drawingml/2006/main" noChangeAspect="1"/>
          </p:cNvPicPr>
          <p:nvPr/>
        </p:nvPicPr>
        <p:blipFill>
          <a:blip xmlns:r="http://schemas.openxmlformats.org/officeDocument/2006/relationships" xmlns:a="http://schemas.openxmlformats.org/drawingml/2006/main" r:embed="Rec2d4e9b149f47e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2AA59EE-8A66-4542-93CD-024ECC112D4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3DB3F00-583A-490F-95CD-84CB59C7C47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32432D6-7752-410A-801A-0902FD50F4D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B4FEFB3-0CDA-4C6C-A174-1A36EBCE912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5C614E7-0079-4FEE-A7B6-AE5F6639D8E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749B4628-F7D1-4505-B6AD-7B6CFA86C439}"/>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BA67D8B0-0FDB-4F5E-9A06-0B84FD712701}"/>
              </a:ext>
            </a:extLst>
          </p:cNvPr>
          <p:cNvPicPr>
            <a:picLocks xmlns:a="http://schemas.openxmlformats.org/drawingml/2006/main" noChangeAspect="1"/>
          </p:cNvPicPr>
          <p:nvPr/>
        </p:nvPicPr>
        <p:blipFill>
          <a:blip xmlns:r="http://schemas.openxmlformats.org/officeDocument/2006/relationships" xmlns:a="http://schemas.openxmlformats.org/drawingml/2006/main" r:embed="Rf6d1e3e6ae7349cf"/>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48654C6-46D2-43EC-8A82-792430E35EFB}"/>
              </a:ext>
            </a:extLst>
          </p:cNvPr>
          <p:cNvPicPr>
            <a:picLocks xmlns:a="http://schemas.openxmlformats.org/drawingml/2006/main" noChangeAspect="1"/>
          </p:cNvPicPr>
          <p:nvPr/>
        </p:nvPicPr>
        <p:blipFill>
          <a:blip xmlns:r="http://schemas.openxmlformats.org/officeDocument/2006/relationships" xmlns:a="http://schemas.openxmlformats.org/drawingml/2006/main" r:embed="R4565800b4182462c"/>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36A60820-BFBE-450C-B8F3-6F520098D07B}"/>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54F788D9-B46F-4123-B59D-4BCEAD3CBD31}"/>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CCE4341B-98F7-4CA5-B1A2-21F783A0F937}"/>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355208476"/>
      </p:ext>
    </p:extLst>
  </p:cSld>
</p:sld>
</file>

<file path=ppt/slides/slide2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33" name="로고 대비 바탕">
            <a:extLst xmlns:a="http://schemas.openxmlformats.org/drawingml/2006/main">
              <a:ext uri="{FF2B5EF4-FFF2-40B4-BE49-F238E27FC236}">
                <a16:creationId xmlns:a16="http://schemas.microsoft.com/office/drawing/2014/main" id="{B7BF53B2-CCA5-49E7-AED4-678E8017E49B}"/>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10DAE70-1EDE-4C35-92E5-D4824FEC4B4F}"/>
              </a:ext>
            </a:extLst>
          </p:cNvPr>
          <p:cNvPicPr>
            <a:picLocks xmlns:a="http://schemas.openxmlformats.org/drawingml/2006/main" noChangeAspect="1"/>
          </p:cNvPicPr>
          <p:nvPr/>
        </p:nvPicPr>
        <p:blipFill>
          <a:blip xmlns:r="http://schemas.openxmlformats.org/officeDocument/2006/relationships" xmlns:a="http://schemas.openxmlformats.org/drawingml/2006/main" r:embed="R7b6da115296f4d1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E18AB48B-A92E-4254-BFCE-47D7359730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AE90BC74-EB16-4A94-97A9-D9ADA1714CB0}"/>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반응 엔탈피 구하기</a:t>
            </a:r>
          </a:p>
        </p:txBody>
      </p:sp>
      <p:sp>
        <p:nvSpPr>
          <p:cNvPr id="5" name="text">
            <a:extLst xmlns:a="http://schemas.openxmlformats.org/drawingml/2006/main">
              <a:ext uri="{FF2B5EF4-FFF2-40B4-BE49-F238E27FC236}">
                <a16:creationId xmlns:a16="http://schemas.microsoft.com/office/drawing/2014/main" id="{376B83E2-2C82-48CF-A55E-1BBE123D6E99}"/>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6" name="text">
            <a:extLst xmlns:a="http://schemas.openxmlformats.org/drawingml/2006/main">
              <a:ext uri="{FF2B5EF4-FFF2-40B4-BE49-F238E27FC236}">
                <a16:creationId xmlns:a16="http://schemas.microsoft.com/office/drawing/2014/main" id="{0814616A-F759-447A-A65B-2D5D94182D23}"/>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헤스 법칙 계산</a:t>
            </a:r>
          </a:p>
        </p:txBody>
      </p:sp>
      <p:sp>
        <p:nvSpPr>
          <p:cNvPr id="7" name="text">
            <a:extLst xmlns:a="http://schemas.openxmlformats.org/drawingml/2006/main">
              <a:ext uri="{FF2B5EF4-FFF2-40B4-BE49-F238E27FC236}">
                <a16:creationId xmlns:a16="http://schemas.microsoft.com/office/drawing/2014/main" id="{3EBC9933-C1C7-4502-99AA-8AA3A1CDB34D}"/>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반응식 조작과 계산 결과를 함께 확인</a:t>
            </a:r>
          </a:p>
        </p:txBody>
      </p:sp>
      <p:sp>
        <p:nvSpPr>
          <p:cNvPr id="8" name="단계·결과 공통 패널">
            <a:extLst xmlns:a="http://schemas.openxmlformats.org/drawingml/2006/main">
              <a:ext uri="{FF2B5EF4-FFF2-40B4-BE49-F238E27FC236}">
                <a16:creationId xmlns:a16="http://schemas.microsoft.com/office/drawing/2014/main" id="{C1C04761-61D2-401F-A9A5-C8965E0D1AF3}"/>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9" name="참조 단계 번호">
            <a:extLst xmlns:a="http://schemas.openxmlformats.org/drawingml/2006/main">
              <a:ext uri="{FF2B5EF4-FFF2-40B4-BE49-F238E27FC236}">
                <a16:creationId xmlns:a16="http://schemas.microsoft.com/office/drawing/2014/main" id="{D3042F49-4512-47F7-A547-9F6ACA554ACD}"/>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910C5A5B-3DB6-4DE1-B95B-F78F9D6D250D}"/>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1" name="text">
            <a:extLst xmlns:a="http://schemas.openxmlformats.org/drawingml/2006/main">
              <a:ext uri="{FF2B5EF4-FFF2-40B4-BE49-F238E27FC236}">
                <a16:creationId xmlns:a16="http://schemas.microsoft.com/office/drawing/2014/main" id="{478A65ED-3B57-44E0-A088-39BC4E00AF5D}"/>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2" name="text">
            <a:extLst xmlns:a="http://schemas.openxmlformats.org/drawingml/2006/main">
              <a:ext uri="{FF2B5EF4-FFF2-40B4-BE49-F238E27FC236}">
                <a16:creationId xmlns:a16="http://schemas.microsoft.com/office/drawing/2014/main" id="{2B35757C-4337-4EE8-A728-E05DA3EBEBD1}"/>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3" name="참조 단계 결과">
            <a:extLst xmlns:a="http://schemas.openxmlformats.org/drawingml/2006/main">
              <a:ext uri="{FF2B5EF4-FFF2-40B4-BE49-F238E27FC236}">
                <a16:creationId xmlns:a16="http://schemas.microsoft.com/office/drawing/2014/main" id="{F72EA9FB-46E8-465A-9EBE-574BA05F7945}"/>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84C629DC-91C6-4768-B891-3EB259D57D38}"/>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5" name="참조 단계 번호">
            <a:extLst xmlns:a="http://schemas.openxmlformats.org/drawingml/2006/main">
              <a:ext uri="{FF2B5EF4-FFF2-40B4-BE49-F238E27FC236}">
                <a16:creationId xmlns:a16="http://schemas.microsoft.com/office/drawing/2014/main" id="{37DE0A4E-F7DE-4752-A66F-753AE0157CD4}"/>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8717A175-5B0B-4E60-BFA5-674A34FF79E9}"/>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7" name="text">
            <a:extLst xmlns:a="http://schemas.openxmlformats.org/drawingml/2006/main">
              <a:ext uri="{FF2B5EF4-FFF2-40B4-BE49-F238E27FC236}">
                <a16:creationId xmlns:a16="http://schemas.microsoft.com/office/drawing/2014/main" id="{E5019107-72C0-43EB-BB46-36E211A807EC}"/>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8" name="text">
            <a:extLst xmlns:a="http://schemas.openxmlformats.org/drawingml/2006/main">
              <a:ext uri="{FF2B5EF4-FFF2-40B4-BE49-F238E27FC236}">
                <a16:creationId xmlns:a16="http://schemas.microsoft.com/office/drawing/2014/main" id="{C3BD1FD4-3463-4CFD-9172-317684A78885}"/>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9" name="참조 단계 결과">
            <a:extLst xmlns:a="http://schemas.openxmlformats.org/drawingml/2006/main">
              <a:ext uri="{FF2B5EF4-FFF2-40B4-BE49-F238E27FC236}">
                <a16:creationId xmlns:a16="http://schemas.microsoft.com/office/drawing/2014/main" id="{E648061F-F791-47B5-92A8-78C452320B7A}"/>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F226E734-4D0A-488E-9351-A405BC521CE4}"/>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1" name="참조 단계 번호">
            <a:extLst xmlns:a="http://schemas.openxmlformats.org/drawingml/2006/main">
              <a:ext uri="{FF2B5EF4-FFF2-40B4-BE49-F238E27FC236}">
                <a16:creationId xmlns:a16="http://schemas.microsoft.com/office/drawing/2014/main" id="{38126327-3355-4D22-AD2D-77BDF7E5D047}"/>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2" name="text">
            <a:extLst xmlns:a="http://schemas.openxmlformats.org/drawingml/2006/main">
              <a:ext uri="{FF2B5EF4-FFF2-40B4-BE49-F238E27FC236}">
                <a16:creationId xmlns:a16="http://schemas.microsoft.com/office/drawing/2014/main" id="{6E4F012A-8057-4C74-8B5E-D3D737764C1F}"/>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3" name="text">
            <a:extLst xmlns:a="http://schemas.openxmlformats.org/drawingml/2006/main">
              <a:ext uri="{FF2B5EF4-FFF2-40B4-BE49-F238E27FC236}">
                <a16:creationId xmlns:a16="http://schemas.microsoft.com/office/drawing/2014/main" id="{A6E14421-197E-4663-87BA-D311E1B2151E}"/>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4" name="text">
            <a:extLst xmlns:a="http://schemas.openxmlformats.org/drawingml/2006/main">
              <a:ext uri="{FF2B5EF4-FFF2-40B4-BE49-F238E27FC236}">
                <a16:creationId xmlns:a16="http://schemas.microsoft.com/office/drawing/2014/main" id="{77F31165-04C0-4509-9374-108AB8629CCB}"/>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5" name="참조 단계 결과">
            <a:extLst xmlns:a="http://schemas.openxmlformats.org/drawingml/2006/main">
              <a:ext uri="{FF2B5EF4-FFF2-40B4-BE49-F238E27FC236}">
                <a16:creationId xmlns:a16="http://schemas.microsoft.com/office/drawing/2014/main" id="{A9B8721A-5C42-4646-A2B2-3F40496D76CC}"/>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6" name="text">
            <a:extLst xmlns:a="http://schemas.openxmlformats.org/drawingml/2006/main">
              <a:ext uri="{FF2B5EF4-FFF2-40B4-BE49-F238E27FC236}">
                <a16:creationId xmlns:a16="http://schemas.microsoft.com/office/drawing/2014/main" id="{40486375-1410-4344-91A5-C196A7A52626}"/>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7" name="참조 단계 번호">
            <a:extLst xmlns:a="http://schemas.openxmlformats.org/drawingml/2006/main">
              <a:ext uri="{FF2B5EF4-FFF2-40B4-BE49-F238E27FC236}">
                <a16:creationId xmlns:a16="http://schemas.microsoft.com/office/drawing/2014/main" id="{9AC87CD5-5910-4840-B36C-38EB720B3516}"/>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8" name="text">
            <a:extLst xmlns:a="http://schemas.openxmlformats.org/drawingml/2006/main">
              <a:ext uri="{FF2B5EF4-FFF2-40B4-BE49-F238E27FC236}">
                <a16:creationId xmlns:a16="http://schemas.microsoft.com/office/drawing/2014/main" id="{16C713BE-294E-4E28-A27A-32771A43B9EC}"/>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9" name="text">
            <a:extLst xmlns:a="http://schemas.openxmlformats.org/drawingml/2006/main">
              <a:ext uri="{FF2B5EF4-FFF2-40B4-BE49-F238E27FC236}">
                <a16:creationId xmlns:a16="http://schemas.microsoft.com/office/drawing/2014/main" id="{0BB1CE0F-7BC4-4AD7-A851-D663CD0C0644}"/>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30" name="text">
            <a:extLst xmlns:a="http://schemas.openxmlformats.org/drawingml/2006/main">
              <a:ext uri="{FF2B5EF4-FFF2-40B4-BE49-F238E27FC236}">
                <a16:creationId xmlns:a16="http://schemas.microsoft.com/office/drawing/2014/main" id="{D184980C-0B4A-446C-A4D5-2DC358AA3516}"/>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1" name="참조 단계 결과">
            <a:extLst xmlns:a="http://schemas.openxmlformats.org/drawingml/2006/main">
              <a:ext uri="{FF2B5EF4-FFF2-40B4-BE49-F238E27FC236}">
                <a16:creationId xmlns:a16="http://schemas.microsoft.com/office/drawing/2014/main" id="{251BF92F-1DE7-4EED-9C6F-2D957E145635}"/>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2" name="text">
            <a:extLst xmlns:a="http://schemas.openxmlformats.org/drawingml/2006/main">
              <a:ext uri="{FF2B5EF4-FFF2-40B4-BE49-F238E27FC236}">
                <a16:creationId xmlns:a16="http://schemas.microsoft.com/office/drawing/2014/main" id="{0F2995DC-FA7E-4812-A76F-24016296B18A}"/>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4412784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3899A91-9F2E-4C95-AAEE-F3516A6B344C}"/>
              </a:ext>
            </a:extLst>
          </p:cNvPr>
          <p:cNvPicPr>
            <a:picLocks xmlns:a="http://schemas.openxmlformats.org/drawingml/2006/main" noChangeAspect="1"/>
          </p:cNvPicPr>
          <p:nvPr/>
        </p:nvPicPr>
        <p:blipFill>
          <a:blip xmlns:r="http://schemas.openxmlformats.org/officeDocument/2006/relationships" xmlns:a="http://schemas.openxmlformats.org/drawingml/2006/main" r:embed="R9b87d5c3c953475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F6F4C5-8E8E-4D56-8435-62BEBE8BB6B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9DB573-071B-4DBD-80E3-44D39C8AAA7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21E72BE-268F-4302-92FE-05515397F68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F84F3D4-806D-4982-B893-16710A16993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4C0CEAE-B834-4714-8FB5-3A3BA1C90B6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EF3AA91E-24F3-428C-9C55-BA5E67439677}"/>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0938F4F5-753E-488B-B81A-F9A733B391DF}"/>
              </a:ext>
            </a:extLst>
          </p:cNvPr>
          <p:cNvPicPr>
            <a:picLocks xmlns:a="http://schemas.openxmlformats.org/drawingml/2006/main" noChangeAspect="1"/>
          </p:cNvPicPr>
          <p:nvPr/>
        </p:nvPicPr>
        <p:blipFill>
          <a:blip xmlns:r="http://schemas.openxmlformats.org/officeDocument/2006/relationships" xmlns:a="http://schemas.openxmlformats.org/drawingml/2006/main" r:embed="R6ba756faa1a74f1f"/>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A124FE79-0EA2-424B-9645-0AC19B6E1E85}"/>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23CBF6F0-7E0A-4CF2-82D6-D483CF0C3965}"/>
              </a:ext>
            </a:extLst>
          </p:cNvPr>
          <p:cNvPicPr>
            <a:picLocks xmlns:a="http://schemas.openxmlformats.org/drawingml/2006/main" noChangeAspect="1"/>
          </p:cNvPicPr>
          <p:nvPr/>
        </p:nvPicPr>
        <p:blipFill>
          <a:blip xmlns:r="http://schemas.openxmlformats.org/officeDocument/2006/relationships" xmlns:a="http://schemas.openxmlformats.org/drawingml/2006/main" r:embed="R5985cb8325b04de2"/>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18227791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87D8EF2-BD20-4BA9-9AB1-159EE9976A9E}"/>
              </a:ext>
            </a:extLst>
          </p:cNvPr>
          <p:cNvPicPr>
            <a:picLocks xmlns:a="http://schemas.openxmlformats.org/drawingml/2006/main" noChangeAspect="1"/>
          </p:cNvPicPr>
          <p:nvPr/>
        </p:nvPicPr>
        <p:blipFill>
          <a:blip xmlns:r="http://schemas.openxmlformats.org/officeDocument/2006/relationships" xmlns:a="http://schemas.openxmlformats.org/drawingml/2006/main" r:embed="Recb066c0fc5b476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25C4E6-0633-435E-8A59-94D9659A74C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8D61CD5-1A2C-4E4E-9FBA-83A2845A902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546DE3E-B65F-4C51-9294-C22B98718F4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3EE2B8C-4415-4F24-8C97-6A3E4640C6F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2D05CA8-8656-477C-BC3C-0521B15A2A3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70807484-05A4-45C6-8C09-6BF3214BF959}"/>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AF08F299-40FF-4CAF-ACE0-85300F75A4E1}"/>
              </a:ext>
            </a:extLst>
          </p:cNvPr>
          <p:cNvPicPr>
            <a:picLocks xmlns:a="http://schemas.openxmlformats.org/drawingml/2006/main" noChangeAspect="1"/>
          </p:cNvPicPr>
          <p:nvPr/>
        </p:nvPicPr>
        <p:blipFill>
          <a:blip xmlns:r="http://schemas.openxmlformats.org/officeDocument/2006/relationships" xmlns:a="http://schemas.openxmlformats.org/drawingml/2006/main" r:embed="R625cfff3b2574bf1"/>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7C52F2B-B886-4D56-A49B-E704242D2AA9}"/>
              </a:ext>
            </a:extLst>
          </p:cNvPr>
          <p:cNvPicPr>
            <a:picLocks xmlns:a="http://schemas.openxmlformats.org/drawingml/2006/main" noChangeAspect="1"/>
          </p:cNvPicPr>
          <p:nvPr/>
        </p:nvPicPr>
        <p:blipFill>
          <a:blip xmlns:r="http://schemas.openxmlformats.org/officeDocument/2006/relationships" xmlns:a="http://schemas.openxmlformats.org/drawingml/2006/main" r:embed="R3d42044ba1024ba7"/>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6E86FDA4-3F67-4847-959E-A425A4D79D2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869BE5E7-245A-4851-B49E-F9A31BC99E3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9558381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AA0CF17-F761-4A91-8AC0-F9FDCBBC2193}"/>
              </a:ext>
            </a:extLst>
          </p:cNvPr>
          <p:cNvPicPr>
            <a:picLocks xmlns:a="http://schemas.openxmlformats.org/drawingml/2006/main" noChangeAspect="1"/>
          </p:cNvPicPr>
          <p:nvPr/>
        </p:nvPicPr>
        <p:blipFill>
          <a:blip xmlns:r="http://schemas.openxmlformats.org/officeDocument/2006/relationships" xmlns:a="http://schemas.openxmlformats.org/drawingml/2006/main" r:embed="R265089ab724a4af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9558C49-C382-46F5-B4E9-C5EC240179B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A2C2B77-9646-4663-8D94-501DEF7389E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0A8661F-A832-43F8-BB67-FD6F77BB3F0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EFA5BE9-DDB7-4105-9F6F-015013080D4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1BA863A5-360B-43CB-9D41-192BA1F7636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3ABA47DD-ED7E-4150-95A5-D55B70027204}"/>
              </a:ext>
            </a:extLst>
          </p:cNvPr>
          <p:cNvPicPr>
            <a:picLocks xmlns:a="http://schemas.openxmlformats.org/drawingml/2006/main" noChangeAspect="1"/>
          </p:cNvPicPr>
          <p:nvPr/>
        </p:nvPicPr>
        <p:blipFill>
          <a:blip xmlns:r="http://schemas.openxmlformats.org/officeDocument/2006/relationships" xmlns:a="http://schemas.openxmlformats.org/drawingml/2006/main" r:embed="R4a10564e571c45cc"/>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9AD606D-BC3D-491E-963C-DCBA0243624C}"/>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C4A39D0D-910D-49D2-8B46-BB407A708184}"/>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9736407E-F167-46DB-887E-CC4AFB6D8C6F}"/>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AE842EE9-39D7-44D8-B0B6-C34D07741527}"/>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843697898"/>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DCF0F0A-AA4D-4AAE-AC58-D6E7DCFD6BFC}"/>
              </a:ext>
            </a:extLst>
          </p:cNvPr>
          <p:cNvPicPr>
            <a:picLocks xmlns:a="http://schemas.openxmlformats.org/drawingml/2006/main" noChangeAspect="1"/>
          </p:cNvPicPr>
          <p:nvPr/>
        </p:nvPicPr>
        <p:blipFill>
          <a:blip xmlns:r="http://schemas.openxmlformats.org/officeDocument/2006/relationships" xmlns:a="http://schemas.openxmlformats.org/drawingml/2006/main" r:embed="Rde3abd41478f445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CB20A7B-3CF6-4267-A0EF-ACE1990D21E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BD5D381C-F859-432E-B6E5-A0BA589AF1D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11889B89-E28C-48F9-ACD2-8282381102E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B77426A-6D29-44B4-869E-A2CE7CE0C42B}"/>
              </a:ext>
            </a:extLst>
          </p:cNvPr>
          <p:cNvPicPr>
            <a:picLocks xmlns:a="http://schemas.openxmlformats.org/drawingml/2006/main" noChangeAspect="1"/>
          </p:cNvPicPr>
          <p:nvPr/>
        </p:nvPicPr>
        <p:blipFill>
          <a:blip xmlns:r="http://schemas.openxmlformats.org/officeDocument/2006/relationships" xmlns:a="http://schemas.openxmlformats.org/drawingml/2006/main" r:embed="R0600b1e9c1954a8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6CBB7D06-E39F-4E65-88CB-19D23328918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B7D63486-CBAE-4A57-A774-16A51581577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312CB15D-5A6A-45F8-8B9E-BFF934F22F2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91DAA2F9-6B18-42DB-B557-37402308E55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5383443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15D4A26-9623-4209-94DF-4EE747F790FC}"/>
              </a:ext>
            </a:extLst>
          </p:cNvPr>
          <p:cNvPicPr>
            <a:picLocks xmlns:a="http://schemas.openxmlformats.org/drawingml/2006/main" noChangeAspect="1"/>
          </p:cNvPicPr>
          <p:nvPr/>
        </p:nvPicPr>
        <p:blipFill>
          <a:blip xmlns:r="http://schemas.openxmlformats.org/officeDocument/2006/relationships" xmlns:a="http://schemas.openxmlformats.org/drawingml/2006/main" r:embed="Recc15ad9d51e4f1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64DBF89-291A-40FC-B310-3033ED1257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12EBA0-94CC-4B02-A92B-66EAFEA8CC0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005F8E8-46EA-47E4-A1BB-6BF599634A9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ABDDC26-BE99-4126-B79D-99E1061BDB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F641146-BCEC-4A10-83F0-4B858FD3F68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BBF7ECFF-7AFA-4640-9B39-3BC6068AB781}"/>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777777"/>
                </a:solidFill>
                <a:latin typeface="Pretendard"/>
                <a:ea typeface="Pretendard"/>
                <a:cs typeface="Pretendard"/>
              </a:defRPr>
            </a:defPPr>
            <a:lvl1pPr algn="ctr">
              <a:defRPr sz="2550" b="0">
                <a:solidFill>
                  <a:srgbClr val="777777"/>
                </a:solidFill>
                <a:latin typeface="Pretendard"/>
                <a:ea typeface="Pretendard"/>
                <a:cs typeface="Pretendard"/>
              </a:defRPr>
            </a:lvl1pPr>
            <a:lvl2pPr algn="ctr">
              <a:defRPr sz="2550" b="0">
                <a:solidFill>
                  <a:srgbClr val="777777"/>
                </a:solidFill>
                <a:latin typeface="Pretendard"/>
                <a:ea typeface="Pretendard"/>
                <a:cs typeface="Pretendard"/>
              </a:defRPr>
            </a:lvl2pPr>
            <a:lvl3pPr algn="ctr">
              <a:defRPr sz="2550" b="0">
                <a:solidFill>
                  <a:srgbClr val="777777"/>
                </a:solidFill>
                <a:latin typeface="Pretendard"/>
                <a:ea typeface="Pretendard"/>
                <a:cs typeface="Pretendard"/>
              </a:defRPr>
            </a:lvl3pPr>
            <a:lvl4pPr algn="ctr">
              <a:defRPr sz="2550" b="0">
                <a:solidFill>
                  <a:srgbClr val="777777"/>
                </a:solidFill>
                <a:latin typeface="Pretendard"/>
                <a:ea typeface="Pretendard"/>
                <a:cs typeface="Pretendard"/>
              </a:defRPr>
            </a:lvl4pPr>
            <a:lvl5pPr algn="ctr">
              <a:defRPr sz="2550" b="0">
                <a:solidFill>
                  <a:srgbClr val="777777"/>
                </a:solidFill>
                <a:latin typeface="Pretendard"/>
                <a:ea typeface="Pretendard"/>
                <a:cs typeface="Pretendard"/>
              </a:defRPr>
            </a:lvl5pPr>
            <a:lvl6pPr algn="ctr">
              <a:defRPr sz="2550" b="0">
                <a:solidFill>
                  <a:srgbClr val="777777"/>
                </a:solidFill>
                <a:latin typeface="Pretendard"/>
                <a:ea typeface="Pretendard"/>
                <a:cs typeface="Pretendard"/>
              </a:defRPr>
            </a:lvl6pPr>
            <a:lvl7pPr algn="ctr">
              <a:defRPr sz="2550" b="0">
                <a:solidFill>
                  <a:srgbClr val="777777"/>
                </a:solidFill>
                <a:latin typeface="Pretendard"/>
                <a:ea typeface="Pretendard"/>
                <a:cs typeface="Pretendard"/>
              </a:defRPr>
            </a:lvl7pPr>
            <a:lvl8pPr algn="ctr">
              <a:defRPr sz="2550" b="0">
                <a:solidFill>
                  <a:srgbClr val="777777"/>
                </a:solidFill>
                <a:latin typeface="Pretendard"/>
                <a:ea typeface="Pretendard"/>
                <a:cs typeface="Pretendard"/>
              </a:defRPr>
            </a:lvl8pPr>
            <a:lvl9pPr algn="ctr">
              <a:defRPr sz="2550" b="0">
                <a:solidFill>
                  <a:srgbClr val="777777"/>
                </a:solidFill>
                <a:latin typeface="Pretendard"/>
                <a:ea typeface="Pretendard"/>
                <a:cs typeface="Pretendard"/>
              </a:defRPr>
            </a:lvl9pPr>
          </a:lstStyle>
          <a:p xmlns:a="http://schemas.openxmlformats.org/drawingml/2006/main">
            <a:pPr algn="ctr">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표준 상태에서 가장 안정한 원소 물질로부터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E023977B-DA4E-4FE7-B719-C2B09088B301}"/>
              </a:ext>
            </a:extLst>
          </p:cNvPr>
          <p:cNvPicPr>
            <a:picLocks xmlns:a="http://schemas.openxmlformats.org/drawingml/2006/main" noChangeAspect="1"/>
          </p:cNvPicPr>
          <p:nvPr/>
        </p:nvPicPr>
        <p:blipFill>
          <a:blip xmlns:r="http://schemas.openxmlformats.org/officeDocument/2006/relationships" xmlns:a="http://schemas.openxmlformats.org/drawingml/2006/main" r:embed="R87b0e3247ba84114"/>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500AE382-EE6B-42B1-B6F2-AA985E020CEC}"/>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3D26D052-556B-4455-91D9-E26884A53F92}"/>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CD43FCAD-812F-4022-BBF5-9C03DF28056E}"/>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54784725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9368BECC-51D0-47C0-A156-2F2275DA22BD}"/>
              </a:ext>
            </a:extLst>
          </p:cNvPr>
          <p:cNvPicPr>
            <a:picLocks xmlns:a="http://schemas.openxmlformats.org/drawingml/2006/main" noChangeAspect="1"/>
          </p:cNvPicPr>
          <p:nvPr/>
        </p:nvPicPr>
        <p:blipFill>
          <a:blip xmlns:r="http://schemas.openxmlformats.org/officeDocument/2006/relationships" xmlns:a="http://schemas.openxmlformats.org/drawingml/2006/main" r:embed="Rd031ed3996c948a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D80734C-D7B6-43DA-AA95-3973998FB2B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FB5751E-C1C6-4DBB-B140-195781A776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475FD10-5053-4143-96B3-A7281ADFAC1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46DD27E-A7A8-4CE4-99D8-EACB0CC6D10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F9E2ABD-3ABC-4CE2-B8C9-1232797A822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59F686C1-38D5-41D2-A905-27164D999390}"/>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sz="10875" b="1">
                <a:solidFill>
                  <a:srgbClr val="57962F"/>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AAD555D4-4A6E-4D39-8B0D-F122C63A317E}"/>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i="1">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38A6FA3F-470D-4EC2-831C-B5F3340A1F18}"/>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57962F"/>
                </a:solidFill>
                <a:latin typeface="Pretendard"/>
                <a:ea typeface="Pretendard"/>
                <a:cs typeface="Pretendard"/>
              </a:defRPr>
            </a:defPPr>
            <a:lvl1pPr algn="l">
              <a:defRPr sz="3975" b="0">
                <a:solidFill>
                  <a:srgbClr val="57962F"/>
                </a:solidFill>
                <a:latin typeface="Pretendard"/>
                <a:ea typeface="Pretendard"/>
                <a:cs typeface="Pretendard"/>
              </a:defRPr>
            </a:lvl1pPr>
            <a:lvl2pPr algn="l">
              <a:defRPr sz="3975" b="0">
                <a:solidFill>
                  <a:srgbClr val="57962F"/>
                </a:solidFill>
                <a:latin typeface="Pretendard"/>
                <a:ea typeface="Pretendard"/>
                <a:cs typeface="Pretendard"/>
              </a:defRPr>
            </a:lvl2pPr>
            <a:lvl3pPr algn="l">
              <a:defRPr sz="3975" b="0">
                <a:solidFill>
                  <a:srgbClr val="57962F"/>
                </a:solidFill>
                <a:latin typeface="Pretendard"/>
                <a:ea typeface="Pretendard"/>
                <a:cs typeface="Pretendard"/>
              </a:defRPr>
            </a:lvl3pPr>
            <a:lvl4pPr algn="l">
              <a:defRPr sz="3975" b="0">
                <a:solidFill>
                  <a:srgbClr val="57962F"/>
                </a:solidFill>
                <a:latin typeface="Pretendard"/>
                <a:ea typeface="Pretendard"/>
                <a:cs typeface="Pretendard"/>
              </a:defRPr>
            </a:lvl4pPr>
            <a:lvl5pPr algn="l">
              <a:defRPr sz="3975" b="0">
                <a:solidFill>
                  <a:srgbClr val="57962F"/>
                </a:solidFill>
                <a:latin typeface="Pretendard"/>
                <a:ea typeface="Pretendard"/>
                <a:cs typeface="Pretendard"/>
              </a:defRPr>
            </a:lvl5pPr>
            <a:lvl6pPr algn="l">
              <a:defRPr sz="3975" b="0">
                <a:solidFill>
                  <a:srgbClr val="57962F"/>
                </a:solidFill>
                <a:latin typeface="Pretendard"/>
                <a:ea typeface="Pretendard"/>
                <a:cs typeface="Pretendard"/>
              </a:defRPr>
            </a:lvl6pPr>
            <a:lvl7pPr algn="l">
              <a:defRPr sz="3975" b="0">
                <a:solidFill>
                  <a:srgbClr val="57962F"/>
                </a:solidFill>
                <a:latin typeface="Pretendard"/>
                <a:ea typeface="Pretendard"/>
                <a:cs typeface="Pretendard"/>
              </a:defRPr>
            </a:lvl7pPr>
            <a:lvl8pPr algn="l">
              <a:defRPr sz="3975" b="0">
                <a:solidFill>
                  <a:srgbClr val="57962F"/>
                </a:solidFill>
                <a:latin typeface="Pretendard"/>
                <a:ea typeface="Pretendard"/>
                <a:cs typeface="Pretendard"/>
              </a:defRPr>
            </a:lvl8pPr>
            <a:lvl9pPr algn="l">
              <a:defRPr sz="3975" b="0">
                <a:solidFill>
                  <a:srgbClr val="57962F"/>
                </a:solidFill>
                <a:latin typeface="Pretendard"/>
                <a:ea typeface="Pretendard"/>
                <a:cs typeface="Pretendard"/>
              </a:defRPr>
            </a:lvl9pPr>
          </a:lstStyle>
          <a:p xmlns:a="http://schemas.openxmlformats.org/drawingml/2006/main">
            <a:pPr algn="l">
              <a:defRPr sz="3975" b="0">
                <a:solidFill>
                  <a:srgbClr val="57962F"/>
                </a:solidFill>
                <a:latin typeface="Pretendard"/>
                <a:ea typeface="Pretendard"/>
                <a:cs typeface="Pretendard"/>
              </a:defRPr>
            </a:pPr>
            <a:r>
              <a:rPr sz="3975" b="0">
                <a:solidFill>
                  <a:srgbClr val="57962F"/>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E07AC2C0-9220-4D82-9E2A-DCF4DA341CE5}"/>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57962F"/>
                </a:solidFill>
                <a:latin typeface="Pretendard"/>
                <a:ea typeface="Pretendard"/>
                <a:cs typeface="Pretendard"/>
              </a:defRPr>
            </a:defPPr>
            <a:lvl1pPr algn="l">
              <a:defRPr sz="5250" b="0">
                <a:solidFill>
                  <a:srgbClr val="57962F"/>
                </a:solidFill>
                <a:latin typeface="Pretendard"/>
                <a:ea typeface="Pretendard"/>
                <a:cs typeface="Pretendard"/>
              </a:defRPr>
            </a:lvl1pPr>
            <a:lvl2pPr algn="l">
              <a:defRPr sz="5250" b="0">
                <a:solidFill>
                  <a:srgbClr val="57962F"/>
                </a:solidFill>
                <a:latin typeface="Pretendard"/>
                <a:ea typeface="Pretendard"/>
                <a:cs typeface="Pretendard"/>
              </a:defRPr>
            </a:lvl2pPr>
            <a:lvl3pPr algn="l">
              <a:defRPr sz="5250" b="0">
                <a:solidFill>
                  <a:srgbClr val="57962F"/>
                </a:solidFill>
                <a:latin typeface="Pretendard"/>
                <a:ea typeface="Pretendard"/>
                <a:cs typeface="Pretendard"/>
              </a:defRPr>
            </a:lvl3pPr>
            <a:lvl4pPr algn="l">
              <a:defRPr sz="5250" b="0">
                <a:solidFill>
                  <a:srgbClr val="57962F"/>
                </a:solidFill>
                <a:latin typeface="Pretendard"/>
                <a:ea typeface="Pretendard"/>
                <a:cs typeface="Pretendard"/>
              </a:defRPr>
            </a:lvl4pPr>
            <a:lvl5pPr algn="l">
              <a:defRPr sz="5250" b="0">
                <a:solidFill>
                  <a:srgbClr val="57962F"/>
                </a:solidFill>
                <a:latin typeface="Pretendard"/>
                <a:ea typeface="Pretendard"/>
                <a:cs typeface="Pretendard"/>
              </a:defRPr>
            </a:lvl5pPr>
            <a:lvl6pPr algn="l">
              <a:defRPr sz="5250" b="0">
                <a:solidFill>
                  <a:srgbClr val="57962F"/>
                </a:solidFill>
                <a:latin typeface="Pretendard"/>
                <a:ea typeface="Pretendard"/>
                <a:cs typeface="Pretendard"/>
              </a:defRPr>
            </a:lvl6pPr>
            <a:lvl7pPr algn="l">
              <a:defRPr sz="5250" b="0">
                <a:solidFill>
                  <a:srgbClr val="57962F"/>
                </a:solidFill>
                <a:latin typeface="Pretendard"/>
                <a:ea typeface="Pretendard"/>
                <a:cs typeface="Pretendard"/>
              </a:defRPr>
            </a:lvl7pPr>
            <a:lvl8pPr algn="l">
              <a:defRPr sz="5250" b="0">
                <a:solidFill>
                  <a:srgbClr val="57962F"/>
                </a:solidFill>
                <a:latin typeface="Pretendard"/>
                <a:ea typeface="Pretendard"/>
                <a:cs typeface="Pretendard"/>
              </a:defRPr>
            </a:lvl8pPr>
            <a:lvl9pPr algn="l">
              <a:defRPr sz="5250" b="0">
                <a:solidFill>
                  <a:srgbClr val="57962F"/>
                </a:solidFill>
                <a:latin typeface="Pretendard"/>
                <a:ea typeface="Pretendard"/>
                <a:cs typeface="Pretendard"/>
              </a:defRPr>
            </a:lvl9pPr>
          </a:lstStyle>
          <a:p xmlns:a="http://schemas.openxmlformats.org/drawingml/2006/main">
            <a:pPr algn="l">
              <a:defRPr sz="5250" b="0">
                <a:solidFill>
                  <a:srgbClr val="57962F"/>
                </a:solidFill>
                <a:latin typeface="Pretendard"/>
                <a:ea typeface="Pretendard"/>
                <a:cs typeface="Pretendard"/>
              </a:defRPr>
            </a:pPr>
            <a:r>
              <a:rPr sz="5250" b="0">
                <a:solidFill>
                  <a:srgbClr val="57962F"/>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9085EECB-41E0-46A4-86D3-D89EDE40E894}"/>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4DAF1F51-7A78-488C-9266-4A2515AF656F}"/>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f : formation, 생성</a:t>
            </a:r>
          </a:p>
        </p:txBody>
      </p:sp>
      <p:sp>
        <p:nvSpPr>
          <p:cNvPr id="13" name="rich">
            <a:extLst xmlns:a="http://schemas.openxmlformats.org/drawingml/2006/main">
              <a:ext uri="{FF2B5EF4-FFF2-40B4-BE49-F238E27FC236}">
                <a16:creationId xmlns:a16="http://schemas.microsoft.com/office/drawing/2014/main" id="{1815B912-0F4B-4B66-85E0-03F174FBA643}"/>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63035CCA-EFFB-4128-8C43-818E62F82710}"/>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3FAA10A8-1B8B-452B-A058-D7E910CA03B5}"/>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 : 표준 상태</a:t>
            </a:r>
          </a:p>
        </p:txBody>
      </p:sp>
      <p:sp>
        <p:nvSpPr>
          <p:cNvPr id="16" name="rich">
            <a:extLst xmlns:a="http://schemas.openxmlformats.org/drawingml/2006/main">
              <a:ext uri="{FF2B5EF4-FFF2-40B4-BE49-F238E27FC236}">
                <a16:creationId xmlns:a16="http://schemas.microsoft.com/office/drawing/2014/main" id="{448FA33B-0A7B-4301-A8E8-6D6FEC474C46}"/>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BCF2583E-5C6E-48A8-B4E2-AC9E6D215058}"/>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898989"/>
                </a:solidFill>
                <a:latin typeface="Pretendard"/>
                <a:ea typeface="Pretendard"/>
                <a:cs typeface="Pretendard"/>
              </a:defRPr>
            </a:defPPr>
            <a:lvl1pPr algn="ctr">
              <a:defRPr sz="2550" b="0">
                <a:solidFill>
                  <a:srgbClr val="898989"/>
                </a:solidFill>
                <a:latin typeface="Pretendard"/>
                <a:ea typeface="Pretendard"/>
                <a:cs typeface="Pretendard"/>
              </a:defRPr>
            </a:lvl1pPr>
            <a:lvl2pPr algn="ctr">
              <a:defRPr sz="2550" b="0">
                <a:solidFill>
                  <a:srgbClr val="898989"/>
                </a:solidFill>
                <a:latin typeface="Pretendard"/>
                <a:ea typeface="Pretendard"/>
                <a:cs typeface="Pretendard"/>
              </a:defRPr>
            </a:lvl2pPr>
            <a:lvl3pPr algn="ctr">
              <a:defRPr sz="2550" b="0">
                <a:solidFill>
                  <a:srgbClr val="898989"/>
                </a:solidFill>
                <a:latin typeface="Pretendard"/>
                <a:ea typeface="Pretendard"/>
                <a:cs typeface="Pretendard"/>
              </a:defRPr>
            </a:lvl3pPr>
            <a:lvl4pPr algn="ctr">
              <a:defRPr sz="2550" b="0">
                <a:solidFill>
                  <a:srgbClr val="898989"/>
                </a:solidFill>
                <a:latin typeface="Pretendard"/>
                <a:ea typeface="Pretendard"/>
                <a:cs typeface="Pretendard"/>
              </a:defRPr>
            </a:lvl4pPr>
            <a:lvl5pPr algn="ctr">
              <a:defRPr sz="2550" b="0">
                <a:solidFill>
                  <a:srgbClr val="898989"/>
                </a:solidFill>
                <a:latin typeface="Pretendard"/>
                <a:ea typeface="Pretendard"/>
                <a:cs typeface="Pretendard"/>
              </a:defRPr>
            </a:lvl5pPr>
            <a:lvl6pPr algn="ctr">
              <a:defRPr sz="2550" b="0">
                <a:solidFill>
                  <a:srgbClr val="898989"/>
                </a:solidFill>
                <a:latin typeface="Pretendard"/>
                <a:ea typeface="Pretendard"/>
                <a:cs typeface="Pretendard"/>
              </a:defRPr>
            </a:lvl6pPr>
            <a:lvl7pPr algn="ctr">
              <a:defRPr sz="2550" b="0">
                <a:solidFill>
                  <a:srgbClr val="898989"/>
                </a:solidFill>
                <a:latin typeface="Pretendard"/>
                <a:ea typeface="Pretendard"/>
                <a:cs typeface="Pretendard"/>
              </a:defRPr>
            </a:lvl7pPr>
            <a:lvl8pPr algn="ctr">
              <a:defRPr sz="2550" b="0">
                <a:solidFill>
                  <a:srgbClr val="898989"/>
                </a:solidFill>
                <a:latin typeface="Pretendard"/>
                <a:ea typeface="Pretendard"/>
                <a:cs typeface="Pretendard"/>
              </a:defRPr>
            </a:lvl8pPr>
            <a:lvl9pPr algn="ctr">
              <a:defRPr sz="2550" b="0">
                <a:solidFill>
                  <a:srgbClr val="898989"/>
                </a:solidFill>
                <a:latin typeface="Pretendard"/>
                <a:ea typeface="Pretendard"/>
                <a:cs typeface="Pretendard"/>
              </a:defRPr>
            </a:lvl9pPr>
          </a:lstStyle>
          <a:p xmlns:a="http://schemas.openxmlformats.org/drawingml/2006/main">
            <a:pPr algn="ctr">
              <a:defRPr sz="2550" b="0">
                <a:solidFill>
                  <a:srgbClr val="898989"/>
                </a:solidFill>
                <a:latin typeface="Pretendard"/>
                <a:ea typeface="Pretendard"/>
                <a:cs typeface="Pretendard"/>
              </a:defRPr>
            </a:pPr>
            <a:r>
              <a:rPr sz="2550" b="0">
                <a:solidFill>
                  <a:srgbClr val="898989"/>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67BFCB59-3B86-45FF-85F3-EF556F9C27C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6324D00D-7486-4612-A4D3-7387F6F0DBA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 1 mol을 기준으로 하므로 단위는 kJ/mol</a:t>
            </a:r>
          </a:p>
        </p:txBody>
      </p:sp>
    </p:spTree>
    <p:extLst>
      <p:ext uri="{BB962C8B-B14F-4D97-AF65-F5344CB8AC3E}">
        <p14:creationId xmlns:p14="http://schemas.microsoft.com/office/powerpoint/2010/main" val="18152145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639BEBF-E105-4E0B-8A97-AAAE7D0C66F7}"/>
              </a:ext>
            </a:extLst>
          </p:cNvPr>
          <p:cNvPicPr>
            <a:picLocks xmlns:a="http://schemas.openxmlformats.org/drawingml/2006/main" noChangeAspect="1"/>
          </p:cNvPicPr>
          <p:nvPr/>
        </p:nvPicPr>
        <p:blipFill>
          <a:blip xmlns:r="http://schemas.openxmlformats.org/officeDocument/2006/relationships" xmlns:a="http://schemas.openxmlformats.org/drawingml/2006/main" r:embed="Rcd01337fa3524a5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F4A98AF-A88C-48B1-9ACF-1FB98E306E0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0F3C03-8B60-43B5-AA49-BFDBE4B34C4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875FF49-8065-4C92-B960-FFAB1BC1FB4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2DF6812-2F35-42CD-AC1C-CC30B115356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15FC32B-2078-4F7E-818C-B1F36B7EEEA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ECA62E8F-EDCA-4A12-87DA-6E3A2C6CC384}"/>
              </a:ext>
            </a:extLst>
          </p:cNvPr>
          <p:cNvSpPr>
            <a:spLocks xmlns:a="http://schemas.openxmlformats.org/drawingml/2006/main" noGrp="1"/>
          </p:cNvSpPr>
          <p:nvPr/>
        </p:nvSpPr>
        <p:spPr>
          <a:xfrm xmlns:a="http://schemas.openxmlformats.org/drawingml/2006/main">
            <a:off x="1428750" y="3667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898989"/>
                </a:solidFill>
                <a:latin typeface="Pretendard"/>
                <a:ea typeface="Pretendard"/>
                <a:cs typeface="Pretendard"/>
              </a:defRPr>
            </a:defPPr>
            <a:lvl1pPr algn="ctr">
              <a:defRPr sz="2850" b="0">
                <a:solidFill>
                  <a:srgbClr val="898989"/>
                </a:solidFill>
                <a:latin typeface="Pretendard"/>
                <a:ea typeface="Pretendard"/>
                <a:cs typeface="Pretendard"/>
              </a:defRPr>
            </a:lvl1pPr>
            <a:lvl2pPr algn="ctr">
              <a:defRPr sz="2850" b="0">
                <a:solidFill>
                  <a:srgbClr val="898989"/>
                </a:solidFill>
                <a:latin typeface="Pretendard"/>
                <a:ea typeface="Pretendard"/>
                <a:cs typeface="Pretendard"/>
              </a:defRPr>
            </a:lvl2pPr>
            <a:lvl3pPr algn="ctr">
              <a:defRPr sz="2850" b="0">
                <a:solidFill>
                  <a:srgbClr val="898989"/>
                </a:solidFill>
                <a:latin typeface="Pretendard"/>
                <a:ea typeface="Pretendard"/>
                <a:cs typeface="Pretendard"/>
              </a:defRPr>
            </a:lvl3pPr>
            <a:lvl4pPr algn="ctr">
              <a:defRPr sz="2850" b="0">
                <a:solidFill>
                  <a:srgbClr val="898989"/>
                </a:solidFill>
                <a:latin typeface="Pretendard"/>
                <a:ea typeface="Pretendard"/>
                <a:cs typeface="Pretendard"/>
              </a:defRPr>
            </a:lvl4pPr>
            <a:lvl5pPr algn="ctr">
              <a:defRPr sz="2850" b="0">
                <a:solidFill>
                  <a:srgbClr val="898989"/>
                </a:solidFill>
                <a:latin typeface="Pretendard"/>
                <a:ea typeface="Pretendard"/>
                <a:cs typeface="Pretendard"/>
              </a:defRPr>
            </a:lvl5pPr>
            <a:lvl6pPr algn="ctr">
              <a:defRPr sz="2850" b="0">
                <a:solidFill>
                  <a:srgbClr val="898989"/>
                </a:solidFill>
                <a:latin typeface="Pretendard"/>
                <a:ea typeface="Pretendard"/>
                <a:cs typeface="Pretendard"/>
              </a:defRPr>
            </a:lvl6pPr>
            <a:lvl7pPr algn="ctr">
              <a:defRPr sz="2850" b="0">
                <a:solidFill>
                  <a:srgbClr val="898989"/>
                </a:solidFill>
                <a:latin typeface="Pretendard"/>
                <a:ea typeface="Pretendard"/>
                <a:cs typeface="Pretendard"/>
              </a:defRPr>
            </a:lvl7pPr>
            <a:lvl8pPr algn="ctr">
              <a:defRPr sz="2850" b="0">
                <a:solidFill>
                  <a:srgbClr val="898989"/>
                </a:solidFill>
                <a:latin typeface="Pretendard"/>
                <a:ea typeface="Pretendard"/>
                <a:cs typeface="Pretendard"/>
              </a:defRPr>
            </a:lvl8pPr>
            <a:lvl9pPr algn="ctr">
              <a:defRPr sz="2850" b="0">
                <a:solidFill>
                  <a:srgbClr val="898989"/>
                </a:solidFill>
                <a:latin typeface="Pretendard"/>
                <a:ea typeface="Pretendard"/>
                <a:cs typeface="Pretendard"/>
              </a:defRPr>
            </a:lvl9pPr>
          </a:lstStyle>
          <a:p xmlns:a="http://schemas.openxmlformats.org/drawingml/2006/main">
            <a:pPr algn="ctr">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976ECAA8-80AA-4978-931B-95E80AFA13CF}"/>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C9C35032-6428-4EDF-BF51-581F50778ABC}"/>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4856D55-6083-4406-926D-0522CB0A027C}"/>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7CFE22C-5EAB-46A2-8C52-06CEA5E49658}"/>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FF50CF8-7515-4A67-B393-E95E8EDD05B5}"/>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1FD22669-71F6-43E4-AE9C-984CAF1059A5}"/>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1 M = 용액 1 L에 용질 1 mol이 들어 있는 농도</a:t>
            </a:r>
          </a:p>
        </p:txBody>
      </p:sp>
    </p:spTree>
    <p:extLst>
      <p:ext uri="{BB962C8B-B14F-4D97-AF65-F5344CB8AC3E}">
        <p14:creationId xmlns:p14="http://schemas.microsoft.com/office/powerpoint/2010/main" val="175231783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9E8E25C-E24F-4E1A-A3E5-0984F302EB66}"/>
              </a:ext>
            </a:extLst>
          </p:cNvPr>
          <p:cNvPicPr>
            <a:picLocks xmlns:a="http://schemas.openxmlformats.org/drawingml/2006/main" noChangeAspect="1"/>
          </p:cNvPicPr>
          <p:nvPr/>
        </p:nvPicPr>
        <p:blipFill>
          <a:blip xmlns:r="http://schemas.openxmlformats.org/officeDocument/2006/relationships" xmlns:a="http://schemas.openxmlformats.org/drawingml/2006/main" r:embed="R0b1b0d549630490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855F85-A8FE-4A84-9238-6FEF9D851D6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A8002F7-049A-4DA7-88A9-2BB00057391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6885AA6-2421-4CE3-BD83-A580B96AD57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AFDA1C6-FB0D-49CB-9AE2-797A9D20581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03A034E-BB15-481D-B390-C33EBC1F664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상태가 곧 25°C인 것은 아니다</a:t>
            </a:r>
          </a:p>
        </p:txBody>
      </p:sp>
      <p:sp>
        <p:nvSpPr>
          <p:cNvPr id="7" name="R04-33 표제와 해석 영역">
            <a:extLst xmlns:a="http://schemas.openxmlformats.org/drawingml/2006/main">
              <a:ext uri="{FF2B5EF4-FFF2-40B4-BE49-F238E27FC236}">
                <a16:creationId xmlns:a16="http://schemas.microsoft.com/office/drawing/2014/main" id="{18412510-7110-44BC-AA13-8D40384A48F1}"/>
              </a:ext>
            </a:extLst>
          </p:cNvPr>
          <p:cNvSpPr>
            <a:spLocks xmlns:a="http://schemas.openxmlformats.org/drawingml/2006/main" noGrp="1"/>
          </p:cNvSpPr>
          <p:nvPr/>
        </p:nvSpPr>
        <p:spPr>
          <a:xfrm xmlns:a="http://schemas.openxmlformats.org/drawingml/2006/main">
            <a:off x="2190750" y="4095750"/>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7A1BE5BD-B9BF-45EC-94BF-4C387DA3453B}"/>
              </a:ext>
            </a:extLst>
          </p:cNvPr>
          <p:cNvSpPr>
            <a:spLocks xmlns:a="http://schemas.openxmlformats.org/drawingml/2006/main" noGrp="1"/>
          </p:cNvSpPr>
          <p:nvPr/>
        </p:nvSpPr>
        <p:spPr>
          <a:xfrm xmlns:a="http://schemas.openxmlformats.org/drawingml/2006/main">
            <a:off x="2495550" y="4257675"/>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표준 상태의 표시 °</a:t>
            </a:r>
          </a:p>
        </p:txBody>
      </p:sp>
      <p:sp>
        <p:nvSpPr>
          <p:cNvPr id="9" name="rich">
            <a:extLst xmlns:a="http://schemas.openxmlformats.org/drawingml/2006/main">
              <a:ext uri="{FF2B5EF4-FFF2-40B4-BE49-F238E27FC236}">
                <a16:creationId xmlns:a16="http://schemas.microsoft.com/office/drawing/2014/main" id="{ABD42508-FB16-463A-892A-47749F65155C}"/>
              </a:ext>
            </a:extLst>
          </p:cNvPr>
          <p:cNvSpPr>
            <a:spLocks xmlns:a="http://schemas.openxmlformats.org/drawingml/2006/main" noGrp="1"/>
          </p:cNvSpPr>
          <p:nvPr/>
        </p:nvSpPr>
        <p:spPr>
          <a:xfrm xmlns:a="http://schemas.openxmlformats.org/drawingml/2006/main">
            <a:off x="2495550" y="4886325"/>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°는 특정한 온도를 뜻하는 기호가 아니다.</a:t>
            </a:r>
          </a:p>
        </p:txBody>
      </p:sp>
      <p:sp>
        <p:nvSpPr>
          <p:cNvPr id="10" name="R04-33 표제와 해석 영역">
            <a:extLst xmlns:a="http://schemas.openxmlformats.org/drawingml/2006/main">
              <a:ext uri="{FF2B5EF4-FFF2-40B4-BE49-F238E27FC236}">
                <a16:creationId xmlns:a16="http://schemas.microsoft.com/office/drawing/2014/main" id="{875409D4-DBA5-49FE-B0A3-03BC88733F51}"/>
              </a:ext>
            </a:extLst>
          </p:cNvPr>
          <p:cNvSpPr>
            <a:spLocks xmlns:a="http://schemas.openxmlformats.org/drawingml/2006/main" noGrp="1"/>
          </p:cNvSpPr>
          <p:nvPr/>
        </p:nvSpPr>
        <p:spPr>
          <a:xfrm xmlns:a="http://schemas.openxmlformats.org/drawingml/2006/main">
            <a:off x="2190750" y="6048375"/>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5DB95ED8-15EB-46DF-89EC-E0A27131FCC9}"/>
              </a:ext>
            </a:extLst>
          </p:cNvPr>
          <p:cNvSpPr>
            <a:spLocks xmlns:a="http://schemas.openxmlformats.org/drawingml/2006/main" noGrp="1"/>
          </p:cNvSpPr>
          <p:nvPr/>
        </p:nvSpPr>
        <p:spPr>
          <a:xfrm xmlns:a="http://schemas.openxmlformats.org/drawingml/2006/main">
            <a:off x="2495550" y="6210300"/>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온도는 자료와 함께 확인</a:t>
            </a:r>
          </a:p>
        </p:txBody>
      </p:sp>
      <p:sp>
        <p:nvSpPr>
          <p:cNvPr id="12" name="rich">
            <a:extLst xmlns:a="http://schemas.openxmlformats.org/drawingml/2006/main">
              <a:ext uri="{FF2B5EF4-FFF2-40B4-BE49-F238E27FC236}">
                <a16:creationId xmlns:a16="http://schemas.microsoft.com/office/drawing/2014/main" id="{5248677E-0546-4693-A576-5E886CF10A76}"/>
              </a:ext>
            </a:extLst>
          </p:cNvPr>
          <p:cNvSpPr>
            <a:spLocks xmlns:a="http://schemas.openxmlformats.org/drawingml/2006/main" noGrp="1"/>
          </p:cNvSpPr>
          <p:nvPr/>
        </p:nvSpPr>
        <p:spPr>
          <a:xfrm xmlns:a="http://schemas.openxmlformats.org/drawingml/2006/main">
            <a:off x="2495550" y="6838950"/>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생성 엔탈피 값은 온도에 따라 달라질 수 있다.</a:t>
            </a:r>
          </a:p>
        </p:txBody>
      </p:sp>
      <p:sp>
        <p:nvSpPr>
          <p:cNvPr id="13" name="해석·결론">
            <a:extLst xmlns:a="http://schemas.openxmlformats.org/drawingml/2006/main">
              <a:ext uri="{FF2B5EF4-FFF2-40B4-BE49-F238E27FC236}">
                <a16:creationId xmlns:a16="http://schemas.microsoft.com/office/drawing/2014/main" id="{6F5B1C50-3818-45AD-B9C7-70231B76A6A0}"/>
              </a:ext>
            </a:extLst>
          </p:cNvPr>
          <p:cNvSpPr>
            <a:spLocks xmlns:a="http://schemas.openxmlformats.org/drawingml/2006/main" noGrp="1"/>
          </p:cNvSpPr>
          <p:nvPr/>
        </p:nvSpPr>
        <p:spPr>
          <a:xfrm xmlns:a="http://schemas.openxmlformats.org/drawingml/2006/main">
            <a:off x="1828800" y="82391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11BC088D-9992-4EA9-B3EB-89DE5252183E}"/>
              </a:ext>
            </a:extLst>
          </p:cNvPr>
          <p:cNvSpPr>
            <a:spLocks xmlns:a="http://schemas.openxmlformats.org/drawingml/2006/main" noGrp="1"/>
          </p:cNvSpPr>
          <p:nvPr/>
        </p:nvSpPr>
        <p:spPr>
          <a:xfrm xmlns:a="http://schemas.openxmlformats.org/drawingml/2006/main">
            <a:off x="2143125" y="83153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이 수업의 완자 예제: 25°C, 1기압에서의 자료</a:t>
            </a:r>
          </a:p>
        </p:txBody>
      </p:sp>
    </p:spTree>
    <p:extLst>
      <p:ext uri="{BB962C8B-B14F-4D97-AF65-F5344CB8AC3E}">
        <p14:creationId xmlns:p14="http://schemas.microsoft.com/office/powerpoint/2010/main" val="183529501"/>
      </p:ext>
    </p:extLst>
  </p:cSld>
</p:sld>
</file>

<file path=ppt/slides/slide29.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로고 대비 바탕">
            <a:extLst xmlns:a="http://schemas.openxmlformats.org/drawingml/2006/main">
              <a:ext uri="{FF2B5EF4-FFF2-40B4-BE49-F238E27FC236}">
                <a16:creationId xmlns:a16="http://schemas.microsoft.com/office/drawing/2014/main" id="{2B139B1A-510A-47AB-93FD-2BAED8D297C7}"/>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4ADD582D-8B9A-478D-A70F-642131A09A4D}"/>
              </a:ext>
            </a:extLst>
          </p:cNvPr>
          <p:cNvPicPr>
            <a:picLocks xmlns:a="http://schemas.openxmlformats.org/drawingml/2006/main" noChangeAspect="1"/>
          </p:cNvPicPr>
          <p:nvPr/>
        </p:nvPicPr>
        <p:blipFill>
          <a:blip xmlns:r="http://schemas.openxmlformats.org/officeDocument/2006/relationships" xmlns:a="http://schemas.openxmlformats.org/drawingml/2006/main" r:embed="Rf25586ea2ded452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C64D5AE-F25C-4201-A04D-362FD7AEA3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682AB4B1-03C9-40D0-B182-48B0B12D8552}"/>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표준 생성 엔탈피</a:t>
            </a:r>
          </a:p>
        </p:txBody>
      </p:sp>
      <p:sp>
        <p:nvSpPr>
          <p:cNvPr id="5" name="text">
            <a:extLst xmlns:a="http://schemas.openxmlformats.org/drawingml/2006/main">
              <a:ext uri="{FF2B5EF4-FFF2-40B4-BE49-F238E27FC236}">
                <a16:creationId xmlns:a16="http://schemas.microsoft.com/office/drawing/2014/main" id="{9CDCFA02-A8FF-4641-B5FF-7F312FCAD62C}"/>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01</a:t>
            </a:r>
          </a:p>
        </p:txBody>
      </p:sp>
      <p:sp>
        <p:nvSpPr>
          <p:cNvPr id="6" name="text">
            <a:extLst xmlns:a="http://schemas.openxmlformats.org/drawingml/2006/main">
              <a:ext uri="{FF2B5EF4-FFF2-40B4-BE49-F238E27FC236}">
                <a16:creationId xmlns:a16="http://schemas.microsoft.com/office/drawing/2014/main" id="{88087E12-5EDD-4CEF-939E-EA3B6989D357}"/>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기준 원소 물질</a:t>
            </a:r>
          </a:p>
        </p:txBody>
      </p:sp>
      <p:sp>
        <p:nvSpPr>
          <p:cNvPr id="7" name="text">
            <a:extLst xmlns:a="http://schemas.openxmlformats.org/drawingml/2006/main">
              <a:ext uri="{FF2B5EF4-FFF2-40B4-BE49-F238E27FC236}">
                <a16:creationId xmlns:a16="http://schemas.microsoft.com/office/drawing/2014/main" id="{6DA0E0DC-DF00-43B9-B329-E88732030F38}"/>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기준 원소 물질의 생성 엔탈피는 0</a:t>
            </a:r>
          </a:p>
        </p:txBody>
      </p:sp>
      <p:sp>
        <p:nvSpPr>
          <p:cNvPr id="8" name="text">
            <a:extLst xmlns:a="http://schemas.openxmlformats.org/drawingml/2006/main">
              <a:ext uri="{FF2B5EF4-FFF2-40B4-BE49-F238E27FC236}">
                <a16:creationId xmlns:a16="http://schemas.microsoft.com/office/drawing/2014/main" id="{370AD792-DC66-427D-B2D1-5D494E3F1DFC}"/>
              </a:ext>
            </a:extLst>
          </p:cNvPr>
          <p:cNvSpPr>
            <a:spLocks xmlns:a="http://schemas.openxmlformats.org/drawingml/2006/main" noGrp="1"/>
          </p:cNvSpPr>
          <p:nvPr/>
        </p:nvSpPr>
        <p:spPr>
          <a:xfrm xmlns:a="http://schemas.openxmlformats.org/drawingml/2006/main">
            <a:off x="2000250" y="371475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25°C의 기준 형태와 상태를 함께 확인한다.</a:t>
            </a:r>
          </a:p>
        </p:txBody>
      </p:sp>
      <p:graphicFrame>
        <p:nvGraphicFramePr>
          <p:cNvPr id="9" name="">
            <a:extLst xmlns:a="http://schemas.openxmlformats.org/drawingml/2006/main">
              <a:ext uri="{FF2B5EF4-FFF2-40B4-BE49-F238E27FC236}">
                <a16:creationId xmlns:a16="http://schemas.microsoft.com/office/drawing/2014/main" id="{E5C74009-78FD-43E1-A1A3-78CDB42EC4BC}"/>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84A4C61A-D170-4ADD-A319-EED2F986596A}"/>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BA5DFA5-CEDD-4D20-B16D-5E541A5AAF94}"/>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D66E9CBB-A784-4EBB-9841-BB9647AF85C0}"/>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29BDDD5A-328F-4F34-8DFB-43BC0E666492}"/>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12D52270-4611-4A53-A670-77538648605E}"/>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47114848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E8168884-4B18-49CF-B05F-A8ACF3D38828}"/>
              </a:ext>
            </a:extLst>
          </p:cNvPr>
          <p:cNvPicPr>
            <a:picLocks xmlns:a="http://schemas.openxmlformats.org/drawingml/2006/main" noChangeAspect="1"/>
          </p:cNvPicPr>
          <p:nvPr/>
        </p:nvPicPr>
        <p:blipFill>
          <a:blip xmlns:r="http://schemas.openxmlformats.org/officeDocument/2006/relationships" xmlns:a="http://schemas.openxmlformats.org/drawingml/2006/main" r:embed="R18e8aee44b6b432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0534624-F9E3-476E-A9CD-57607BC181C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620DEE6-AB67-489F-8AD0-1A054E64FAF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CA15E24-022A-4F55-AE1B-CB34F34AF2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0974675-7F70-4AD6-9E00-656E1F5296E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F9DA75D-AF6C-4B1C-B054-6EEA4D13EF0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원소의 생성 엔탈피는 왜 0일까?</a:t>
            </a:r>
          </a:p>
        </p:txBody>
      </p:sp>
      <p:sp>
        <p:nvSpPr>
          <p:cNvPr id="7" name="R04-33 표제와 해석 영역">
            <a:extLst xmlns:a="http://schemas.openxmlformats.org/drawingml/2006/main">
              <a:ext uri="{FF2B5EF4-FFF2-40B4-BE49-F238E27FC236}">
                <a16:creationId xmlns:a16="http://schemas.microsoft.com/office/drawing/2014/main" id="{925CDD14-C038-4DE9-AA8A-B3C0D981A1E8}"/>
              </a:ext>
            </a:extLst>
          </p:cNvPr>
          <p:cNvSpPr>
            <a:spLocks xmlns:a="http://schemas.openxmlformats.org/drawingml/2006/main" noGrp="1"/>
          </p:cNvSpPr>
          <p:nvPr/>
        </p:nvSpPr>
        <p:spPr>
          <a:xfrm xmlns:a="http://schemas.openxmlformats.org/drawingml/2006/main">
            <a:off x="1828800" y="40005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87A12676-F4F3-4585-8665-581F0253C258}"/>
              </a:ext>
            </a:extLst>
          </p:cNvPr>
          <p:cNvSpPr>
            <a:spLocks xmlns:a="http://schemas.openxmlformats.org/drawingml/2006/main" noGrp="1"/>
          </p:cNvSpPr>
          <p:nvPr/>
        </p:nvSpPr>
        <p:spPr>
          <a:xfrm xmlns:a="http://schemas.openxmlformats.org/drawingml/2006/main">
            <a:off x="2133600" y="41624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가장 안정한 원소 물질을 기준으로</a:t>
            </a:r>
          </a:p>
        </p:txBody>
      </p:sp>
      <p:sp>
        <p:nvSpPr>
          <p:cNvPr id="9" name="rich">
            <a:extLst xmlns:a="http://schemas.openxmlformats.org/drawingml/2006/main">
              <a:ext uri="{FF2B5EF4-FFF2-40B4-BE49-F238E27FC236}">
                <a16:creationId xmlns:a16="http://schemas.microsoft.com/office/drawing/2014/main" id="{BC19C5B9-415D-4176-BB75-CF2260D8359E}"/>
              </a:ext>
            </a:extLst>
          </p:cNvPr>
          <p:cNvSpPr>
            <a:spLocks xmlns:a="http://schemas.openxmlformats.org/drawingml/2006/main" noGrp="1"/>
          </p:cNvSpPr>
          <p:nvPr/>
        </p:nvSpPr>
        <p:spPr>
          <a:xfrm xmlns:a="http://schemas.openxmlformats.org/drawingml/2006/main">
            <a:off x="2133600" y="47910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같은 온도·압력에서 가장 안정한 형태를 기준 원소 물질로 정한다.</a:t>
            </a:r>
          </a:p>
        </p:txBody>
      </p:sp>
      <p:sp>
        <p:nvSpPr>
          <p:cNvPr id="10" name="R04-33 표제와 해석 영역">
            <a:extLst xmlns:a="http://schemas.openxmlformats.org/drawingml/2006/main">
              <a:ext uri="{FF2B5EF4-FFF2-40B4-BE49-F238E27FC236}">
                <a16:creationId xmlns:a16="http://schemas.microsoft.com/office/drawing/2014/main" id="{6E955625-ADB9-4A01-9102-C3919FB16027}"/>
              </a:ext>
            </a:extLst>
          </p:cNvPr>
          <p:cNvSpPr>
            <a:spLocks xmlns:a="http://schemas.openxmlformats.org/drawingml/2006/main" noGrp="1"/>
          </p:cNvSpPr>
          <p:nvPr/>
        </p:nvSpPr>
        <p:spPr>
          <a:xfrm xmlns:a="http://schemas.openxmlformats.org/drawingml/2006/main">
            <a:off x="1828800" y="57912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28DC475B-6C34-4341-A76D-86C259A57B85}"/>
              </a:ext>
            </a:extLst>
          </p:cNvPr>
          <p:cNvSpPr>
            <a:spLocks xmlns:a="http://schemas.openxmlformats.org/drawingml/2006/main" noGrp="1"/>
          </p:cNvSpPr>
          <p:nvPr/>
        </p:nvSpPr>
        <p:spPr>
          <a:xfrm xmlns:a="http://schemas.openxmlformats.org/drawingml/2006/main">
            <a:off x="2133600" y="59531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기준 물질에서 같은 물질로</a:t>
            </a:r>
          </a:p>
        </p:txBody>
      </p:sp>
      <p:sp>
        <p:nvSpPr>
          <p:cNvPr id="12" name="rich">
            <a:extLst xmlns:a="http://schemas.openxmlformats.org/drawingml/2006/main">
              <a:ext uri="{FF2B5EF4-FFF2-40B4-BE49-F238E27FC236}">
                <a16:creationId xmlns:a16="http://schemas.microsoft.com/office/drawing/2014/main" id="{4BD24ED3-7EA5-4CD6-839E-B9B4BDB84FBA}"/>
              </a:ext>
            </a:extLst>
          </p:cNvPr>
          <p:cNvSpPr>
            <a:spLocks xmlns:a="http://schemas.openxmlformats.org/drawingml/2006/main" noGrp="1"/>
          </p:cNvSpPr>
          <p:nvPr/>
        </p:nvSpPr>
        <p:spPr>
          <a:xfrm xmlns:a="http://schemas.openxmlformats.org/drawingml/2006/main">
            <a:off x="2133600" y="65817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처음과 나중 상태가 같으므로 생성 과정의 엔탈피 변화는 0이다.</a:t>
            </a:r>
          </a:p>
        </p:txBody>
      </p:sp>
      <p:sp>
        <p:nvSpPr>
          <p:cNvPr id="13" name="기준값과 절대값 구분">
            <a:extLst xmlns:a="http://schemas.openxmlformats.org/drawingml/2006/main">
              <a:ext uri="{FF2B5EF4-FFF2-40B4-BE49-F238E27FC236}">
                <a16:creationId xmlns:a16="http://schemas.microsoft.com/office/drawing/2014/main" id="{0CA90974-7A78-4DE0-B812-907AA69FDB01}"/>
              </a:ext>
            </a:extLst>
          </p:cNvPr>
          <p:cNvSpPr>
            <a:spLocks xmlns:a="http://schemas.openxmlformats.org/drawingml/2006/main" noGrp="1"/>
          </p:cNvSpPr>
          <p:nvPr/>
        </p:nvSpPr>
        <p:spPr>
          <a:xfrm xmlns:a="http://schemas.openxmlformats.org/drawingml/2006/main">
            <a:off x="1828800" y="7753350"/>
            <a:ext cx="14639925" cy="1409700"/>
          </a:xfrm>
          <a:prstGeom xmlns:a="http://schemas.openxmlformats.org/drawingml/2006/main" prst="roundRect">
            <a:avLst>
              <a:gd name="adj" fmla="val 13514"/>
            </a:avLst>
          </a:prstGeom>
          <a:solidFill xmlns:a="http://schemas.openxmlformats.org/drawingml/2006/main">
            <a:srgbClr val="303030"/>
          </a:solidFill>
          <a:ln xmlns:a="http://schemas.openxmlformats.org/drawingml/2006/main" w="0">
            <a:noFill/>
          </a:ln>
        </p:spPr>
      </p:sp>
      <p:sp>
        <p:nvSpPr>
          <p:cNvPr id="14" name="rich">
            <a:extLst xmlns:a="http://schemas.openxmlformats.org/drawingml/2006/main">
              <a:ext uri="{FF2B5EF4-FFF2-40B4-BE49-F238E27FC236}">
                <a16:creationId xmlns:a16="http://schemas.microsoft.com/office/drawing/2014/main" id="{0A0082E2-E21B-4EF4-B9BD-4A3A4C5B1E2E}"/>
              </a:ext>
            </a:extLst>
          </p:cNvPr>
          <p:cNvSpPr>
            <a:spLocks xmlns:a="http://schemas.openxmlformats.org/drawingml/2006/main" noGrp="1"/>
          </p:cNvSpPr>
          <p:nvPr/>
        </p:nvSpPr>
        <p:spPr>
          <a:xfrm xmlns:a="http://schemas.openxmlformats.org/drawingml/2006/main">
            <a:off x="2286000" y="79057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0">
                <a:solidFill>
                  <a:srgbClr val="FFFFFF"/>
                </a:solidFill>
                <a:latin typeface="Pretendard"/>
                <a:ea typeface="Pretendard"/>
                <a:cs typeface="Pretendard"/>
              </a:defRPr>
            </a:defPPr>
            <a:lvl1pPr algn="ctr">
              <a:defRPr sz="3450" b="0">
                <a:solidFill>
                  <a:srgbClr val="FFFFFF"/>
                </a:solidFill>
                <a:latin typeface="Pretendard"/>
                <a:ea typeface="Pretendard"/>
                <a:cs typeface="Pretendard"/>
              </a:defRPr>
            </a:lvl1pPr>
            <a:lvl2pPr algn="ctr">
              <a:defRPr sz="3450" b="0">
                <a:solidFill>
                  <a:srgbClr val="FFFFFF"/>
                </a:solidFill>
                <a:latin typeface="Pretendard"/>
                <a:ea typeface="Pretendard"/>
                <a:cs typeface="Pretendard"/>
              </a:defRPr>
            </a:lvl2pPr>
            <a:lvl3pPr algn="ctr">
              <a:defRPr sz="3450" b="0">
                <a:solidFill>
                  <a:srgbClr val="FFFFFF"/>
                </a:solidFill>
                <a:latin typeface="Pretendard"/>
                <a:ea typeface="Pretendard"/>
                <a:cs typeface="Pretendard"/>
              </a:defRPr>
            </a:lvl3pPr>
            <a:lvl4pPr algn="ctr">
              <a:defRPr sz="3450" b="0">
                <a:solidFill>
                  <a:srgbClr val="FFFFFF"/>
                </a:solidFill>
                <a:latin typeface="Pretendard"/>
                <a:ea typeface="Pretendard"/>
                <a:cs typeface="Pretendard"/>
              </a:defRPr>
            </a:lvl4pPr>
            <a:lvl5pPr algn="ctr">
              <a:defRPr sz="3450" b="0">
                <a:solidFill>
                  <a:srgbClr val="FFFFFF"/>
                </a:solidFill>
                <a:latin typeface="Pretendard"/>
                <a:ea typeface="Pretendard"/>
                <a:cs typeface="Pretendard"/>
              </a:defRPr>
            </a:lvl5pPr>
            <a:lvl6pPr algn="ctr">
              <a:defRPr sz="3450" b="0">
                <a:solidFill>
                  <a:srgbClr val="FFFFFF"/>
                </a:solidFill>
                <a:latin typeface="Pretendard"/>
                <a:ea typeface="Pretendard"/>
                <a:cs typeface="Pretendard"/>
              </a:defRPr>
            </a:lvl6pPr>
            <a:lvl7pPr algn="ctr">
              <a:defRPr sz="3450" b="0">
                <a:solidFill>
                  <a:srgbClr val="FFFFFF"/>
                </a:solidFill>
                <a:latin typeface="Pretendard"/>
                <a:ea typeface="Pretendard"/>
                <a:cs typeface="Pretendard"/>
              </a:defRPr>
            </a:lvl7pPr>
            <a:lvl8pPr algn="ctr">
              <a:defRPr sz="3450" b="0">
                <a:solidFill>
                  <a:srgbClr val="FFFFFF"/>
                </a:solidFill>
                <a:latin typeface="Pretendard"/>
                <a:ea typeface="Pretendard"/>
                <a:cs typeface="Pretendard"/>
              </a:defRPr>
            </a:lvl8pPr>
            <a:lvl9pPr algn="ctr">
              <a:defRPr sz="3450" b="0">
                <a:solidFill>
                  <a:srgbClr val="FFFFFF"/>
                </a:solidFill>
                <a:latin typeface="Pretendard"/>
                <a:ea typeface="Pretendard"/>
                <a:cs typeface="Pretendard"/>
              </a:defRPr>
            </a:lvl9pPr>
          </a:lstStyle>
          <a:p xmlns:a="http://schemas.openxmlformats.org/drawingml/2006/main">
            <a:pPr algn="ctr">
              <a:defRPr sz="3450" b="0">
                <a:solidFill>
                  <a:srgbClr val="FFFFFF"/>
                </a:solidFill>
                <a:latin typeface="Pretendard"/>
                <a:ea typeface="Pretendard"/>
                <a:cs typeface="Pretendard"/>
              </a:defRPr>
            </a:pPr>
            <a:r>
              <a:t>0은 </a:t>
            </a:r>
            <a:r>
              <a:rPr b="1">
                <a:solidFill>
                  <a:srgbClr val="9FFF68"/>
                </a:solidFill>
              </a:rPr>
              <a:t>생성 엔탈피의 기준값</a:t>
            </a:r>
            <a:r>
              <a:t>이다.</a:t>
            </a:r>
          </a:p>
        </p:txBody>
      </p:sp>
      <p:sp>
        <p:nvSpPr>
          <p:cNvPr id="15" name="text">
            <a:extLst xmlns:a="http://schemas.openxmlformats.org/drawingml/2006/main">
              <a:ext uri="{FF2B5EF4-FFF2-40B4-BE49-F238E27FC236}">
                <a16:creationId xmlns:a16="http://schemas.microsoft.com/office/drawing/2014/main" id="{340F3F71-D560-46C8-BE3E-F3110AA09A7B}"/>
              </a:ext>
            </a:extLst>
          </p:cNvPr>
          <p:cNvSpPr>
            <a:spLocks xmlns:a="http://schemas.openxmlformats.org/drawingml/2006/main" noGrp="1"/>
          </p:cNvSpPr>
          <p:nvPr/>
        </p:nvSpPr>
        <p:spPr>
          <a:xfrm xmlns:a="http://schemas.openxmlformats.org/drawingml/2006/main">
            <a:off x="2286000" y="85153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FFFFFF"/>
                </a:solidFill>
                <a:latin typeface="Pretendard"/>
                <a:ea typeface="Pretendard"/>
                <a:cs typeface="Pretendard"/>
              </a:defRPr>
            </a:defPPr>
            <a:lvl1pPr algn="ctr">
              <a:defRPr sz="2850" b="0">
                <a:solidFill>
                  <a:srgbClr val="FFFFFF"/>
                </a:solidFill>
                <a:latin typeface="Pretendard"/>
                <a:ea typeface="Pretendard"/>
                <a:cs typeface="Pretendard"/>
              </a:defRPr>
            </a:lvl1pPr>
            <a:lvl2pPr algn="ctr">
              <a:defRPr sz="2850" b="0">
                <a:solidFill>
                  <a:srgbClr val="FFFFFF"/>
                </a:solidFill>
                <a:latin typeface="Pretendard"/>
                <a:ea typeface="Pretendard"/>
                <a:cs typeface="Pretendard"/>
              </a:defRPr>
            </a:lvl2pPr>
            <a:lvl3pPr algn="ctr">
              <a:defRPr sz="2850" b="0">
                <a:solidFill>
                  <a:srgbClr val="FFFFFF"/>
                </a:solidFill>
                <a:latin typeface="Pretendard"/>
                <a:ea typeface="Pretendard"/>
                <a:cs typeface="Pretendard"/>
              </a:defRPr>
            </a:lvl3pPr>
            <a:lvl4pPr algn="ctr">
              <a:defRPr sz="2850" b="0">
                <a:solidFill>
                  <a:srgbClr val="FFFFFF"/>
                </a:solidFill>
                <a:latin typeface="Pretendard"/>
                <a:ea typeface="Pretendard"/>
                <a:cs typeface="Pretendard"/>
              </a:defRPr>
            </a:lvl4pPr>
            <a:lvl5pPr algn="ctr">
              <a:defRPr sz="2850" b="0">
                <a:solidFill>
                  <a:srgbClr val="FFFFFF"/>
                </a:solidFill>
                <a:latin typeface="Pretendard"/>
                <a:ea typeface="Pretendard"/>
                <a:cs typeface="Pretendard"/>
              </a:defRPr>
            </a:lvl5pPr>
            <a:lvl6pPr algn="ctr">
              <a:defRPr sz="2850" b="0">
                <a:solidFill>
                  <a:srgbClr val="FFFFFF"/>
                </a:solidFill>
                <a:latin typeface="Pretendard"/>
                <a:ea typeface="Pretendard"/>
                <a:cs typeface="Pretendard"/>
              </a:defRPr>
            </a:lvl6pPr>
            <a:lvl7pPr algn="ctr">
              <a:defRPr sz="2850" b="0">
                <a:solidFill>
                  <a:srgbClr val="FFFFFF"/>
                </a:solidFill>
                <a:latin typeface="Pretendard"/>
                <a:ea typeface="Pretendard"/>
                <a:cs typeface="Pretendard"/>
              </a:defRPr>
            </a:lvl7pPr>
            <a:lvl8pPr algn="ctr">
              <a:defRPr sz="2850" b="0">
                <a:solidFill>
                  <a:srgbClr val="FFFFFF"/>
                </a:solidFill>
                <a:latin typeface="Pretendard"/>
                <a:ea typeface="Pretendard"/>
                <a:cs typeface="Pretendard"/>
              </a:defRPr>
            </a:lvl8pPr>
            <a:lvl9pPr algn="ctr">
              <a:defRPr sz="2850" b="0">
                <a:solidFill>
                  <a:srgbClr val="FFFFFF"/>
                </a:solidFill>
                <a:latin typeface="Pretendard"/>
                <a:ea typeface="Pretendard"/>
                <a:cs typeface="Pretendard"/>
              </a:defRPr>
            </a:lvl9pPr>
          </a:lstStyle>
          <a:p xmlns:a="http://schemas.openxmlformats.org/drawingml/2006/main">
            <a:pPr algn="ctr">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그 물질 자체의 엔탈피가 없다는 뜻은 아니다.</a:t>
            </a:r>
          </a:p>
        </p:txBody>
      </p:sp>
    </p:spTree>
    <p:extLst>
      <p:ext uri="{BB962C8B-B14F-4D97-AF65-F5344CB8AC3E}">
        <p14:creationId xmlns:p14="http://schemas.microsoft.com/office/powerpoint/2010/main" val="5340179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C4408A29-E453-4DDB-A4AB-7777A2773638}"/>
              </a:ext>
            </a:extLst>
          </p:cNvPr>
          <p:cNvPicPr>
            <a:picLocks xmlns:a="http://schemas.openxmlformats.org/drawingml/2006/main" noChangeAspect="1"/>
          </p:cNvPicPr>
          <p:nvPr/>
        </p:nvPicPr>
        <p:blipFill>
          <a:blip xmlns:r="http://schemas.openxmlformats.org/officeDocument/2006/relationships" xmlns:a="http://schemas.openxmlformats.org/drawingml/2006/main" r:embed="R7c02eafee5714a8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065F343-2C74-45F2-A379-7FFE4D6AFA5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BFF6BD-FF97-4ADC-83A3-7F73706C403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3FDA4C0-D47D-46A2-9A2C-FE29545AF2D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45C6C3B-419E-4BB9-906F-D70462A42B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EE0A26B-F2F9-4E7B-A35D-353581ACA45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0D2232CF-27CC-469F-A0E6-64F9BC52F8A5}"/>
              </a:ext>
            </a:extLst>
          </p:cNvPr>
          <p:cNvPicPr>
            <a:picLocks xmlns:a="http://schemas.openxmlformats.org/drawingml/2006/main" noChangeAspect="1"/>
          </p:cNvPicPr>
          <p:nvPr/>
        </p:nvPicPr>
        <p:blipFill>
          <a:blip xmlns:r="http://schemas.openxmlformats.org/officeDocument/2006/relationships" xmlns:a="http://schemas.openxmlformats.org/drawingml/2006/main" r:embed="Rde7050483d8b4a86"/>
          <a:stretch xmlns:a="http://schemas.openxmlformats.org/drawingml/2006/main"/>
        </p:blipFill>
        <p:spPr>
          <a:xfrm xmlns:a="http://schemas.openxmlformats.org/drawingml/2006/main">
            <a:off x="1476375" y="4218214"/>
            <a:ext cx="2857500" cy="3946071"/>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81BAD0E-4DAE-4575-8E14-603254B2DA34}"/>
              </a:ext>
            </a:extLst>
          </p:cNvPr>
          <p:cNvPicPr>
            <a:picLocks xmlns:a="http://schemas.openxmlformats.org/drawingml/2006/main" noChangeAspect="1"/>
          </p:cNvPicPr>
          <p:nvPr/>
        </p:nvPicPr>
        <p:blipFill>
          <a:blip xmlns:r="http://schemas.openxmlformats.org/officeDocument/2006/relationships" xmlns:a="http://schemas.openxmlformats.org/drawingml/2006/main" r:embed="R7765fe5f90e440c1"/>
          <a:stretch xmlns:a="http://schemas.openxmlformats.org/drawingml/2006/main"/>
        </p:blipFill>
        <p:spPr>
          <a:xfrm xmlns:a="http://schemas.openxmlformats.org/drawingml/2006/main">
            <a:off x="4476750" y="4192253"/>
            <a:ext cx="2619375" cy="3997993"/>
          </a:xfrm>
          <a:prstGeom xmlns:a="http://schemas.openxmlformats.org/drawingml/2006/main" prst="rect">
            <a:avLst/>
          </a:prstGeom>
        </p:spPr>
      </p:pic>
      <p:graphicFrame>
        <p:nvGraphicFramePr>
          <p:cNvPr id="9" name="">
            <a:extLst xmlns:a="http://schemas.openxmlformats.org/drawingml/2006/main">
              <a:ext uri="{FF2B5EF4-FFF2-40B4-BE49-F238E27FC236}">
                <a16:creationId xmlns:a16="http://schemas.microsoft.com/office/drawing/2014/main" id="{A9F40D50-5BB1-4B38-996A-4D500BDABE0B}"/>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C6357C7A-1DD6-4A8D-8998-F2068A660073}"/>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1685ABB-48B4-4BAC-A95D-CBCB21E49D7E}"/>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374D2BB8-28B4-402A-9193-D59633A3B58B}"/>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C24846BA-08DF-4E68-A84E-988003AD6801}"/>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6B666346-75A3-426D-BABC-436E7E8EA4F2}"/>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흑연은 이 조건에서 더 안정한 기준 원소 물질이다.</a:t>
            </a:r>
          </a:p>
        </p:txBody>
      </p:sp>
      <p:sp>
        <p:nvSpPr>
          <p:cNvPr id="15" name="해석·결론">
            <a:extLst xmlns:a="http://schemas.openxmlformats.org/drawingml/2006/main">
              <a:ext uri="{FF2B5EF4-FFF2-40B4-BE49-F238E27FC236}">
                <a16:creationId xmlns:a16="http://schemas.microsoft.com/office/drawing/2014/main" id="{79EBFB31-52BA-4C05-965B-A9DD2C403130}"/>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0FB1638A-065C-4D6C-8C08-B3D4E98ED717}"/>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원소 물질이어도, 다른 동소체의 값까지 0은 아니다.</a:t>
            </a:r>
          </a:p>
        </p:txBody>
      </p:sp>
    </p:spTree>
    <p:extLst>
      <p:ext uri="{BB962C8B-B14F-4D97-AF65-F5344CB8AC3E}">
        <p14:creationId xmlns:p14="http://schemas.microsoft.com/office/powerpoint/2010/main" val="1229032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A22959C5-EE3D-4506-BAB9-C90E2C23607D}"/>
              </a:ext>
            </a:extLst>
          </p:cNvPr>
          <p:cNvPicPr>
            <a:picLocks xmlns:a="http://schemas.openxmlformats.org/drawingml/2006/main" noChangeAspect="1"/>
          </p:cNvPicPr>
          <p:nvPr/>
        </p:nvPicPr>
        <p:blipFill>
          <a:blip xmlns:r="http://schemas.openxmlformats.org/officeDocument/2006/relationships" xmlns:a="http://schemas.openxmlformats.org/drawingml/2006/main" r:embed="R43bb45d0d8d847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36A2B57-51D3-4538-934B-095EC592F2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E35B8ED-194A-4C5B-99D9-186D46293F4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292CECB-F598-4225-89BF-D536DA3A870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EA3FFFC-7A26-41A1-B928-D169EAE1351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EEB8D21-C7C9-4AB8-BCA6-41F3B40893D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D3F9EBD8-90B7-4F9E-ABB7-8C79B32F6434}"/>
              </a:ext>
            </a:extLst>
          </p:cNvPr>
          <p:cNvPicPr>
            <a:picLocks xmlns:a="http://schemas.openxmlformats.org/drawingml/2006/main" noChangeAspect="1"/>
          </p:cNvPicPr>
          <p:nvPr/>
        </p:nvPicPr>
        <p:blipFill>
          <a:blip xmlns:r="http://schemas.openxmlformats.org/officeDocument/2006/relationships" xmlns:a="http://schemas.openxmlformats.org/drawingml/2006/main" r:embed="Rafd516dd0d55404f"/>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C75CE85-9C96-4F02-A595-2F456E12998D}"/>
              </a:ext>
            </a:extLst>
          </p:cNvPr>
          <p:cNvPicPr>
            <a:picLocks xmlns:a="http://schemas.openxmlformats.org/drawingml/2006/main" noChangeAspect="1"/>
          </p:cNvPicPr>
          <p:nvPr/>
        </p:nvPicPr>
        <p:blipFill>
          <a:blip xmlns:r="http://schemas.openxmlformats.org/officeDocument/2006/relationships" xmlns:a="http://schemas.openxmlformats.org/drawingml/2006/main" r:embed="R68666b1153834456"/>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5825BBA7-AF49-4480-8B4E-177D53DB203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6B8E90DB-610C-4D0B-BDB3-E0B107BAD48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D7C6D7E0-CB73-41CB-A925-F46B6F1E6FC3}"/>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9C5A12D2-C92C-4962-A32C-0413E7BA4537}"/>
              </a:ext>
            </a:extLst>
          </p:cNvPr>
          <p:cNvPicPr>
            <a:picLocks xmlns:a="http://schemas.openxmlformats.org/drawingml/2006/main" noChangeAspect="1"/>
          </p:cNvPicPr>
          <p:nvPr/>
        </p:nvPicPr>
        <p:blipFill>
          <a:blip xmlns:r="http://schemas.openxmlformats.org/officeDocument/2006/relationships" xmlns:a="http://schemas.openxmlformats.org/drawingml/2006/main" r:embed="R408102cd633c420a"/>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8FA77D9C-B032-45B8-BDA2-992822B71BE7}"/>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43583F84-8C12-4537-B9C6-AE5173ED7E09}"/>
              </a:ext>
            </a:extLst>
          </p:cNvPr>
          <p:cNvPicPr>
            <a:picLocks xmlns:a="http://schemas.openxmlformats.org/drawingml/2006/main" noChangeAspect="1"/>
          </p:cNvPicPr>
          <p:nvPr/>
        </p:nvPicPr>
        <p:blipFill>
          <a:blip xmlns:r="http://schemas.openxmlformats.org/officeDocument/2006/relationships" xmlns:a="http://schemas.openxmlformats.org/drawingml/2006/main" r:embed="R9552ed3f68c3465e"/>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61701080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F574137-460C-4EB8-97A1-76A6F4DADE3D}"/>
              </a:ext>
            </a:extLst>
          </p:cNvPr>
          <p:cNvPicPr>
            <a:picLocks xmlns:a="http://schemas.openxmlformats.org/drawingml/2006/main" noChangeAspect="1"/>
          </p:cNvPicPr>
          <p:nvPr/>
        </p:nvPicPr>
        <p:blipFill>
          <a:blip xmlns:r="http://schemas.openxmlformats.org/officeDocument/2006/relationships" xmlns:a="http://schemas.openxmlformats.org/drawingml/2006/main" r:embed="R33e54655f598449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2AA0DC-6D6F-47EB-A991-CBB3EDE779D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A4647B6-1D3F-4579-9485-742E947E767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4CD293E-5EE0-4565-B160-920E092D8A6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0DE30C9-ADE3-42FA-87C7-C19E68AD2F5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2FB54C3-6BFB-491D-A309-1C96B89AE85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401889CB-1BF3-46D6-BB92-F403CC29FAA0}"/>
              </a:ext>
            </a:extLst>
          </p:cNvPr>
          <p:cNvPicPr>
            <a:picLocks xmlns:a="http://schemas.openxmlformats.org/drawingml/2006/main" noChangeAspect="1"/>
          </p:cNvPicPr>
          <p:nvPr/>
        </p:nvPicPr>
        <p:blipFill>
          <a:blip xmlns:r="http://schemas.openxmlformats.org/officeDocument/2006/relationships" xmlns:a="http://schemas.openxmlformats.org/drawingml/2006/main" r:embed="Ra7d9fa6e7a02450b"/>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68ECA599-1BBD-4DF3-A469-730D5B42DC9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8C014C5F-3246-472C-A9E0-38552463DE2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11609044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FA18D5B-A652-4E6F-BC8E-B9EDE36890C0}"/>
              </a:ext>
            </a:extLst>
          </p:cNvPr>
          <p:cNvPicPr>
            <a:picLocks xmlns:a="http://schemas.openxmlformats.org/drawingml/2006/main" noChangeAspect="1"/>
          </p:cNvPicPr>
          <p:nvPr/>
        </p:nvPicPr>
        <p:blipFill>
          <a:blip xmlns:r="http://schemas.openxmlformats.org/officeDocument/2006/relationships" xmlns:a="http://schemas.openxmlformats.org/drawingml/2006/main" r:embed="Rda09d14e0c9b41d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2585BE-DA6E-4D5A-B0D6-07180E555A8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63ECB9-DE40-4A44-816D-B2642830F37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B78EBF7-1052-40F3-8243-BE7B8F5D7FF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3287678-B7C7-45D8-A590-FBED74457E8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E5BA283-4EFD-4B3A-B147-9C039A18027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272AC64F-6096-45F3-8A91-16F96AF2B8CD}"/>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3A78BD0D-1846-45D1-A963-0001C6B89756}"/>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9088B975-9D1A-4D18-93CE-43C610D2EF8B}"/>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220A7AF0-271E-4A41-A852-3962F7107F1F}"/>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76C4A7EF-9D96-48C9-A406-25D27B600DBC}"/>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FFF0E8A4-92AC-45BC-A207-75D76E54B077}"/>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2616A9B6-63FA-4812-9B21-295CB8B84CD5}"/>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46406203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E0ABA2A-2B39-453E-BF21-54C254561F39}"/>
              </a:ext>
            </a:extLst>
          </p:cNvPr>
          <p:cNvPicPr>
            <a:picLocks xmlns:a="http://schemas.openxmlformats.org/drawingml/2006/main" noChangeAspect="1"/>
          </p:cNvPicPr>
          <p:nvPr/>
        </p:nvPicPr>
        <p:blipFill>
          <a:blip xmlns:r="http://schemas.openxmlformats.org/officeDocument/2006/relationships" xmlns:a="http://schemas.openxmlformats.org/drawingml/2006/main" r:embed="Rf254f410b0f34c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7348A25-910B-4028-A58A-1BA55168A6F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E0D017-6632-4929-B972-EA38D176C8D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DD4F59C-E9E1-4552-BE82-F1931773C89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9E553CE-2889-4A82-94ED-DA958BB672F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8666628-8D4E-44C3-A51A-0EBB7834DE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표의 값에 반응 계수를 곱한다</a:t>
            </a:r>
          </a:p>
        </p:txBody>
      </p:sp>
      <p:sp>
        <p:nvSpPr>
          <p:cNvPr id="7" name="text">
            <a:extLst xmlns:a="http://schemas.openxmlformats.org/drawingml/2006/main">
              <a:ext uri="{FF2B5EF4-FFF2-40B4-BE49-F238E27FC236}">
                <a16:creationId xmlns:a16="http://schemas.microsoft.com/office/drawing/2014/main" id="{8764BF45-8075-4578-938F-3E05ADAF3B80}"/>
              </a:ext>
            </a:extLst>
          </p:cNvPr>
          <p:cNvSpPr>
            <a:spLocks xmlns:a="http://schemas.openxmlformats.org/drawingml/2006/main" noGrp="1"/>
          </p:cNvSpPr>
          <p:nvPr/>
        </p:nvSpPr>
        <p:spPr>
          <a:xfrm xmlns:a="http://schemas.openxmlformats.org/drawingml/2006/main">
            <a:off x="1714500" y="367665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표의 생성 엔탈피 값은 물질 1 mol을 기준으로 한다.</a:t>
            </a:r>
          </a:p>
        </p:txBody>
      </p:sp>
      <p:sp>
        <p:nvSpPr>
          <p:cNvPr id="8" name="계수를 포함한 계산 관계">
            <a:extLst xmlns:a="http://schemas.openxmlformats.org/drawingml/2006/main">
              <a:ext uri="{FF2B5EF4-FFF2-40B4-BE49-F238E27FC236}">
                <a16:creationId xmlns:a16="http://schemas.microsoft.com/office/drawing/2014/main" id="{8BA5972C-642E-4708-8870-E54BE0FAD30D}"/>
              </a:ext>
            </a:extLst>
          </p:cNvPr>
          <p:cNvSpPr>
            <a:spLocks xmlns:a="http://schemas.openxmlformats.org/drawingml/2006/main" noGrp="1"/>
          </p:cNvSpPr>
          <p:nvPr/>
        </p:nvSpPr>
        <p:spPr>
          <a:xfrm xmlns:a="http://schemas.openxmlformats.org/drawingml/2006/main">
            <a:off x="1828800" y="4686300"/>
            <a:ext cx="14639925" cy="1962150"/>
          </a:xfrm>
          <a:prstGeom xmlns:a="http://schemas.openxmlformats.org/drawingml/2006/main" prst="roundRect">
            <a:avLst>
              <a:gd name="adj" fmla="val 10680"/>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938BF0AD-6747-4E13-87CB-94F6C863607E}"/>
              </a:ext>
            </a:extLst>
          </p:cNvPr>
          <p:cNvSpPr>
            <a:spLocks xmlns:a="http://schemas.openxmlformats.org/drawingml/2006/main" noGrp="1"/>
          </p:cNvSpPr>
          <p:nvPr/>
        </p:nvSpPr>
        <p:spPr>
          <a:xfrm xmlns:a="http://schemas.openxmlformats.org/drawingml/2006/main">
            <a:off x="2286000" y="487680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9FFF68"/>
                </a:solidFill>
                <a:latin typeface="Pretendard"/>
                <a:ea typeface="Pretendard"/>
                <a:cs typeface="Pretendard"/>
              </a:defRPr>
            </a:defPPr>
            <a:lvl1pPr algn="l">
              <a:defRPr sz="3750" b="1">
                <a:solidFill>
                  <a:srgbClr val="9FFF68"/>
                </a:solidFill>
                <a:latin typeface="Pretendard"/>
                <a:ea typeface="Pretendard"/>
                <a:cs typeface="Pretendard"/>
              </a:defRPr>
            </a:lvl1pPr>
            <a:lvl2pPr algn="l">
              <a:defRPr sz="3750" b="1">
                <a:solidFill>
                  <a:srgbClr val="9FFF68"/>
                </a:solidFill>
                <a:latin typeface="Pretendard"/>
                <a:ea typeface="Pretendard"/>
                <a:cs typeface="Pretendard"/>
              </a:defRPr>
            </a:lvl2pPr>
            <a:lvl3pPr algn="l">
              <a:defRPr sz="3750" b="1">
                <a:solidFill>
                  <a:srgbClr val="9FFF68"/>
                </a:solidFill>
                <a:latin typeface="Pretendard"/>
                <a:ea typeface="Pretendard"/>
                <a:cs typeface="Pretendard"/>
              </a:defRPr>
            </a:lvl3pPr>
            <a:lvl4pPr algn="l">
              <a:defRPr sz="3750" b="1">
                <a:solidFill>
                  <a:srgbClr val="9FFF68"/>
                </a:solidFill>
                <a:latin typeface="Pretendard"/>
                <a:ea typeface="Pretendard"/>
                <a:cs typeface="Pretendard"/>
              </a:defRPr>
            </a:lvl4pPr>
            <a:lvl5pPr algn="l">
              <a:defRPr sz="3750" b="1">
                <a:solidFill>
                  <a:srgbClr val="9FFF68"/>
                </a:solidFill>
                <a:latin typeface="Pretendard"/>
                <a:ea typeface="Pretendard"/>
                <a:cs typeface="Pretendard"/>
              </a:defRPr>
            </a:lvl5pPr>
            <a:lvl6pPr algn="l">
              <a:defRPr sz="3750" b="1">
                <a:solidFill>
                  <a:srgbClr val="9FFF68"/>
                </a:solidFill>
                <a:latin typeface="Pretendard"/>
                <a:ea typeface="Pretendard"/>
                <a:cs typeface="Pretendard"/>
              </a:defRPr>
            </a:lvl6pPr>
            <a:lvl7pPr algn="l">
              <a:defRPr sz="3750" b="1">
                <a:solidFill>
                  <a:srgbClr val="9FFF68"/>
                </a:solidFill>
                <a:latin typeface="Pretendard"/>
                <a:ea typeface="Pretendard"/>
                <a:cs typeface="Pretendard"/>
              </a:defRPr>
            </a:lvl7pPr>
            <a:lvl8pPr algn="l">
              <a:defRPr sz="3750" b="1">
                <a:solidFill>
                  <a:srgbClr val="9FFF68"/>
                </a:solidFill>
                <a:latin typeface="Pretendard"/>
                <a:ea typeface="Pretendard"/>
                <a:cs typeface="Pretendard"/>
              </a:defRPr>
            </a:lvl8pPr>
            <a:lvl9pPr algn="l">
              <a:defRPr sz="3750" b="1">
                <a:solidFill>
                  <a:srgbClr val="9FFF68"/>
                </a:solidFill>
                <a:latin typeface="Pretendard"/>
                <a:ea typeface="Pretendard"/>
                <a:cs typeface="Pretendard"/>
              </a:defRPr>
            </a:lvl9pPr>
          </a:lstStyle>
          <a:p xmlns:a="http://schemas.openxmlformats.org/drawingml/2006/main">
            <a:pPr algn="l">
              <a:defRPr sz="3750" b="1">
                <a:solidFill>
                  <a:srgbClr val="9FFF68"/>
                </a:solidFill>
                <a:latin typeface="Pretendard"/>
                <a:ea typeface="Pretendard"/>
                <a:cs typeface="Pretendard"/>
              </a:defRPr>
            </a:pPr>
            <a:r>
              <a:t>Δ</a:t>
            </a:r>
            <a:r>
              <a:rPr i="1">
                <a:latin typeface="Pretendard"/>
                <a:ea typeface="Pretendard"/>
                <a:cs typeface="Pretendard"/>
              </a:rPr>
              <a:t>H</a:t>
            </a:r>
            <a:r>
              <a:t> = Σ(생성물의 계수 × 표준 생성 엔탈피)</a:t>
            </a:r>
          </a:p>
        </p:txBody>
      </p:sp>
      <p:sp>
        <p:nvSpPr>
          <p:cNvPr id="10" name="text">
            <a:extLst xmlns:a="http://schemas.openxmlformats.org/drawingml/2006/main">
              <a:ext uri="{FF2B5EF4-FFF2-40B4-BE49-F238E27FC236}">
                <a16:creationId xmlns:a16="http://schemas.microsoft.com/office/drawing/2014/main" id="{40C94524-D444-48F4-A357-DB8D80493AA9}"/>
              </a:ext>
            </a:extLst>
          </p:cNvPr>
          <p:cNvSpPr>
            <a:spLocks xmlns:a="http://schemas.openxmlformats.org/drawingml/2006/main" noGrp="1"/>
          </p:cNvSpPr>
          <p:nvPr/>
        </p:nvSpPr>
        <p:spPr>
          <a:xfrm xmlns:a="http://schemas.openxmlformats.org/drawingml/2006/main">
            <a:off x="3743325" y="5743575"/>
            <a:ext cx="1219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FFFFFF"/>
                </a:solidFill>
                <a:latin typeface="Pretendard"/>
                <a:ea typeface="Pretendard"/>
                <a:cs typeface="Pretendard"/>
              </a:defRPr>
            </a:defPPr>
            <a:lvl1pPr algn="l">
              <a:defRPr sz="3750" b="1">
                <a:solidFill>
                  <a:srgbClr val="FFFFFF"/>
                </a:solidFill>
                <a:latin typeface="Pretendard"/>
                <a:ea typeface="Pretendard"/>
                <a:cs typeface="Pretendard"/>
              </a:defRPr>
            </a:lvl1pPr>
            <a:lvl2pPr algn="l">
              <a:defRPr sz="3750" b="1">
                <a:solidFill>
                  <a:srgbClr val="FFFFFF"/>
                </a:solidFill>
                <a:latin typeface="Pretendard"/>
                <a:ea typeface="Pretendard"/>
                <a:cs typeface="Pretendard"/>
              </a:defRPr>
            </a:lvl2pPr>
            <a:lvl3pPr algn="l">
              <a:defRPr sz="3750" b="1">
                <a:solidFill>
                  <a:srgbClr val="FFFFFF"/>
                </a:solidFill>
                <a:latin typeface="Pretendard"/>
                <a:ea typeface="Pretendard"/>
                <a:cs typeface="Pretendard"/>
              </a:defRPr>
            </a:lvl3pPr>
            <a:lvl4pPr algn="l">
              <a:defRPr sz="3750" b="1">
                <a:solidFill>
                  <a:srgbClr val="FFFFFF"/>
                </a:solidFill>
                <a:latin typeface="Pretendard"/>
                <a:ea typeface="Pretendard"/>
                <a:cs typeface="Pretendard"/>
              </a:defRPr>
            </a:lvl4pPr>
            <a:lvl5pPr algn="l">
              <a:defRPr sz="3750" b="1">
                <a:solidFill>
                  <a:srgbClr val="FFFFFF"/>
                </a:solidFill>
                <a:latin typeface="Pretendard"/>
                <a:ea typeface="Pretendard"/>
                <a:cs typeface="Pretendard"/>
              </a:defRPr>
            </a:lvl5pPr>
            <a:lvl6pPr algn="l">
              <a:defRPr sz="3750" b="1">
                <a:solidFill>
                  <a:srgbClr val="FFFFFF"/>
                </a:solidFill>
                <a:latin typeface="Pretendard"/>
                <a:ea typeface="Pretendard"/>
                <a:cs typeface="Pretendard"/>
              </a:defRPr>
            </a:lvl6pPr>
            <a:lvl7pPr algn="l">
              <a:defRPr sz="3750" b="1">
                <a:solidFill>
                  <a:srgbClr val="FFFFFF"/>
                </a:solidFill>
                <a:latin typeface="Pretendard"/>
                <a:ea typeface="Pretendard"/>
                <a:cs typeface="Pretendard"/>
              </a:defRPr>
            </a:lvl7pPr>
            <a:lvl8pPr algn="l">
              <a:defRPr sz="3750" b="1">
                <a:solidFill>
                  <a:srgbClr val="FFFFFF"/>
                </a:solidFill>
                <a:latin typeface="Pretendard"/>
                <a:ea typeface="Pretendard"/>
                <a:cs typeface="Pretendard"/>
              </a:defRPr>
            </a:lvl8pPr>
            <a:lvl9pPr algn="l">
              <a:defRPr sz="3750" b="1">
                <a:solidFill>
                  <a:srgbClr val="FFFFFF"/>
                </a:solidFill>
                <a:latin typeface="Pretendard"/>
                <a:ea typeface="Pretendard"/>
                <a:cs typeface="Pretendard"/>
              </a:defRPr>
            </a:lvl9pPr>
          </a:lstStyle>
          <a:p xmlns:a="http://schemas.openxmlformats.org/drawingml/2006/main">
            <a:pPr algn="l">
              <a:defRPr sz="3750" b="1">
                <a:solidFill>
                  <a:srgbClr val="FFFFFF"/>
                </a:solidFill>
                <a:latin typeface="Pretendard"/>
                <a:ea typeface="Pretendard"/>
                <a:cs typeface="Pretendard"/>
              </a:defRPr>
            </a:pPr>
            <a:r>
              <a:rPr sz="3750" b="1">
                <a:solidFill>
                  <a:srgbClr val="FFFFFF"/>
                </a:solidFill>
                <a:latin typeface="Pretendard"/>
                <a:ea typeface="Pretendard"/>
                <a:cs typeface="Pretendard"/>
              </a:rPr>
              <a:t>− Σ(반응물의 계수 × 표준 생성 엔탈피)</a:t>
            </a:r>
          </a:p>
        </p:txBody>
      </p:sp>
      <p:sp>
        <p:nvSpPr>
          <p:cNvPr id="11" name="text">
            <a:extLst xmlns:a="http://schemas.openxmlformats.org/drawingml/2006/main">
              <a:ext uri="{FF2B5EF4-FFF2-40B4-BE49-F238E27FC236}">
                <a16:creationId xmlns:a16="http://schemas.microsoft.com/office/drawing/2014/main" id="{7EE7DC83-712A-45CD-AA1D-DDB44FF42D25}"/>
              </a:ext>
            </a:extLst>
          </p:cNvPr>
          <p:cNvSpPr>
            <a:spLocks xmlns:a="http://schemas.openxmlformats.org/drawingml/2006/main" noGrp="1"/>
          </p:cNvSpPr>
          <p:nvPr/>
        </p:nvSpPr>
        <p:spPr>
          <a:xfrm xmlns:a="http://schemas.openxmlformats.org/drawingml/2006/main">
            <a:off x="2286000" y="70866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898989"/>
                </a:solidFill>
                <a:latin typeface="Pretendard"/>
                <a:ea typeface="Pretendard"/>
                <a:cs typeface="Pretendard"/>
              </a:defRPr>
            </a:defPPr>
            <a:lvl1pPr algn="ctr">
              <a:defRPr sz="3000" b="0">
                <a:solidFill>
                  <a:srgbClr val="898989"/>
                </a:solidFill>
                <a:latin typeface="Pretendard"/>
                <a:ea typeface="Pretendard"/>
                <a:cs typeface="Pretendard"/>
              </a:defRPr>
            </a:lvl1pPr>
            <a:lvl2pPr algn="ctr">
              <a:defRPr sz="3000" b="0">
                <a:solidFill>
                  <a:srgbClr val="898989"/>
                </a:solidFill>
                <a:latin typeface="Pretendard"/>
                <a:ea typeface="Pretendard"/>
                <a:cs typeface="Pretendard"/>
              </a:defRPr>
            </a:lvl2pPr>
            <a:lvl3pPr algn="ctr">
              <a:defRPr sz="3000" b="0">
                <a:solidFill>
                  <a:srgbClr val="898989"/>
                </a:solidFill>
                <a:latin typeface="Pretendard"/>
                <a:ea typeface="Pretendard"/>
                <a:cs typeface="Pretendard"/>
              </a:defRPr>
            </a:lvl3pPr>
            <a:lvl4pPr algn="ctr">
              <a:defRPr sz="3000" b="0">
                <a:solidFill>
                  <a:srgbClr val="898989"/>
                </a:solidFill>
                <a:latin typeface="Pretendard"/>
                <a:ea typeface="Pretendard"/>
                <a:cs typeface="Pretendard"/>
              </a:defRPr>
            </a:lvl4pPr>
            <a:lvl5pPr algn="ctr">
              <a:defRPr sz="3000" b="0">
                <a:solidFill>
                  <a:srgbClr val="898989"/>
                </a:solidFill>
                <a:latin typeface="Pretendard"/>
                <a:ea typeface="Pretendard"/>
                <a:cs typeface="Pretendard"/>
              </a:defRPr>
            </a:lvl5pPr>
            <a:lvl6pPr algn="ctr">
              <a:defRPr sz="3000" b="0">
                <a:solidFill>
                  <a:srgbClr val="898989"/>
                </a:solidFill>
                <a:latin typeface="Pretendard"/>
                <a:ea typeface="Pretendard"/>
                <a:cs typeface="Pretendard"/>
              </a:defRPr>
            </a:lvl6pPr>
            <a:lvl7pPr algn="ctr">
              <a:defRPr sz="3000" b="0">
                <a:solidFill>
                  <a:srgbClr val="898989"/>
                </a:solidFill>
                <a:latin typeface="Pretendard"/>
                <a:ea typeface="Pretendard"/>
                <a:cs typeface="Pretendard"/>
              </a:defRPr>
            </a:lvl7pPr>
            <a:lvl8pPr algn="ctr">
              <a:defRPr sz="3000" b="0">
                <a:solidFill>
                  <a:srgbClr val="898989"/>
                </a:solidFill>
                <a:latin typeface="Pretendard"/>
                <a:ea typeface="Pretendard"/>
                <a:cs typeface="Pretendard"/>
              </a:defRPr>
            </a:lvl8pPr>
            <a:lvl9pPr algn="ctr">
              <a:defRPr sz="3000" b="0">
                <a:solidFill>
                  <a:srgbClr val="898989"/>
                </a:solidFill>
                <a:latin typeface="Pretendard"/>
                <a:ea typeface="Pretendard"/>
                <a:cs typeface="Pretendard"/>
              </a:defRPr>
            </a:lvl9pPr>
          </a:lstStyle>
          <a:p xmlns:a="http://schemas.openxmlformats.org/drawingml/2006/main">
            <a:pPr algn="ctr">
              <a:defRPr sz="3000" b="0">
                <a:solidFill>
                  <a:srgbClr val="898989"/>
                </a:solidFill>
                <a:latin typeface="Pretendard"/>
                <a:ea typeface="Pretendard"/>
                <a:cs typeface="Pretendard"/>
              </a:defRPr>
            </a:pPr>
            <a:r>
              <a:rPr sz="3000" b="0">
                <a:solidFill>
                  <a:srgbClr val="898989"/>
                </a:solidFill>
                <a:latin typeface="Pretendard"/>
                <a:ea typeface="Pretendard"/>
                <a:cs typeface="Pretendard"/>
              </a:rPr>
              <a:t>Σ : 각 물질의 값을 모두 더한다는 뜻</a:t>
            </a:r>
          </a:p>
        </p:txBody>
      </p:sp>
      <p:sp>
        <p:nvSpPr>
          <p:cNvPr id="12" name="설명·계산 행 1">
            <a:extLst xmlns:a="http://schemas.openxmlformats.org/drawingml/2006/main">
              <a:ext uri="{FF2B5EF4-FFF2-40B4-BE49-F238E27FC236}">
                <a16:creationId xmlns:a16="http://schemas.microsoft.com/office/drawing/2014/main" id="{7DB7BF9E-34DA-4493-9DA3-46A8F250BFCE}"/>
              </a:ext>
            </a:extLst>
          </p:cNvPr>
          <p:cNvSpPr>
            <a:spLocks xmlns:a="http://schemas.openxmlformats.org/drawingml/2006/main" noGrp="1"/>
          </p:cNvSpPr>
          <p:nvPr/>
        </p:nvSpPr>
        <p:spPr>
          <a:xfrm xmlns:a="http://schemas.openxmlformats.org/drawingml/2006/main">
            <a:off x="1828800" y="80105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1">
            <a:extLst xmlns:a="http://schemas.openxmlformats.org/drawingml/2006/main">
              <a:ext uri="{FF2B5EF4-FFF2-40B4-BE49-F238E27FC236}">
                <a16:creationId xmlns:a16="http://schemas.microsoft.com/office/drawing/2014/main" id="{F3B9E65C-9DA4-42B9-B564-F3EBD0DF7378}"/>
              </a:ext>
            </a:extLst>
          </p:cNvPr>
          <p:cNvSpPr>
            <a:spLocks xmlns:a="http://schemas.openxmlformats.org/drawingml/2006/main" noGrp="1"/>
          </p:cNvSpPr>
          <p:nvPr/>
        </p:nvSpPr>
        <p:spPr>
          <a:xfrm xmlns:a="http://schemas.openxmlformats.org/drawingml/2006/main">
            <a:off x="2476500" y="82581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70036551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9E5E494-DD25-4142-B765-AC18F0D7C8F5}"/>
              </a:ext>
            </a:extLst>
          </p:cNvPr>
          <p:cNvPicPr>
            <a:picLocks xmlns:a="http://schemas.openxmlformats.org/drawingml/2006/main" noChangeAspect="1"/>
          </p:cNvPicPr>
          <p:nvPr/>
        </p:nvPicPr>
        <p:blipFill>
          <a:blip xmlns:r="http://schemas.openxmlformats.org/officeDocument/2006/relationships" xmlns:a="http://schemas.openxmlformats.org/drawingml/2006/main" r:embed="R83cdf4bd46f0424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D14C1D0-E59C-4777-AA58-E45181888FE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E31F856-7667-4978-8ABC-7924641CF2B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57D919C-30C2-42C5-AA21-17A289A77B3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CB02227-6289-45C1-9CE0-5737E56EE27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4BD99CB-115A-42B8-A4F0-D97B9465BDA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3A51E679-63F0-4B0D-A443-4E4FE4352BA0}"/>
              </a:ext>
            </a:extLst>
          </p:cNvPr>
          <p:cNvPicPr>
            <a:picLocks xmlns:a="http://schemas.openxmlformats.org/drawingml/2006/main" noChangeAspect="1"/>
          </p:cNvPicPr>
          <p:nvPr/>
        </p:nvPicPr>
        <p:blipFill>
          <a:blip xmlns:r="http://schemas.openxmlformats.org/officeDocument/2006/relationships" xmlns:a="http://schemas.openxmlformats.org/drawingml/2006/main" r:embed="Re793450751574e9d"/>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71F8E145-575F-441A-A583-3BE51A3FF68C}"/>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A5C2716F-47C0-48E5-B76F-DBB509BD431F}"/>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98354C6-2653-4A96-98D1-D1EDDC9CF2B5}"/>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1A10AB7-EBA2-416B-AADD-73BB0D501F68}"/>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00C5762A-E77C-40AC-A232-D9BA70C68F5C}"/>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CEF1F32A-15A7-4E54-9956-E54D44C94A7F}"/>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55808CBA-B576-4F7C-BDD5-5C7D8C60CB02}"/>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AF4D5246-3B71-4806-A30B-6643D660E9D4}"/>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E4F1A065-6904-4D69-9A29-DB4DC3B2E51C}"/>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49591439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B75701C-29CC-4141-AAD6-69FC12B01836}"/>
              </a:ext>
            </a:extLst>
          </p:cNvPr>
          <p:cNvPicPr>
            <a:picLocks xmlns:a="http://schemas.openxmlformats.org/drawingml/2006/main" noChangeAspect="1"/>
          </p:cNvPicPr>
          <p:nvPr/>
        </p:nvPicPr>
        <p:blipFill>
          <a:blip xmlns:r="http://schemas.openxmlformats.org/officeDocument/2006/relationships" xmlns:a="http://schemas.openxmlformats.org/drawingml/2006/main" r:embed="Rf996ebb5ee8c4d1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CCB8AD4-9241-4116-A69E-DCFD47CFF7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BD1A8FB-3D56-4692-A3FF-ECA507BBB32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5F3792B-28DA-41AD-BF15-DA384F0F835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6771C24-B76A-4A89-BABC-0F8BCDC9EEF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32C2ADF-B8F0-491B-A1FE-0C1A61DA8A1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3798E553-57BB-483B-85AD-A1290EAA5B67}"/>
              </a:ext>
            </a:extLst>
          </p:cNvPr>
          <p:cNvSpPr>
            <a:spLocks xmlns:a="http://schemas.openxmlformats.org/drawingml/2006/main" noGrp="1"/>
          </p:cNvSpPr>
          <p:nvPr/>
        </p:nvSpPr>
        <p:spPr>
          <a:xfrm xmlns:a="http://schemas.openxmlformats.org/drawingml/2006/main">
            <a:off x="2143125" y="3714750"/>
            <a:ext cx="1400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25°C, 1기압에서 각 물질 1 mol이 생성되는 반응</a:t>
            </a:r>
          </a:p>
        </p:txBody>
      </p:sp>
      <p:pic>
        <p:nvPicPr>
          <p:cNvPr id="8" name="">
            <a:extLst xmlns:a="http://schemas.openxmlformats.org/drawingml/2006/main">
              <a:ext uri="{FF2B5EF4-FFF2-40B4-BE49-F238E27FC236}">
                <a16:creationId xmlns:a16="http://schemas.microsoft.com/office/drawing/2014/main" id="{398E5C47-1AC2-485E-A57E-C7F81451CDF4}"/>
              </a:ext>
            </a:extLst>
          </p:cNvPr>
          <p:cNvPicPr>
            <a:picLocks xmlns:a="http://schemas.openxmlformats.org/drawingml/2006/main" noChangeAspect="1"/>
          </p:cNvPicPr>
          <p:nvPr/>
        </p:nvPicPr>
        <p:blipFill>
          <a:blip xmlns:r="http://schemas.openxmlformats.org/officeDocument/2006/relationships" xmlns:a="http://schemas.openxmlformats.org/drawingml/2006/main" r:embed="R832dbdba5c0d4701"/>
          <a:stretch xmlns:a="http://schemas.openxmlformats.org/drawingml/2006/main"/>
        </p:blipFill>
        <p:spPr>
          <a:xfrm xmlns:a="http://schemas.openxmlformats.org/drawingml/2006/main">
            <a:off x="3150699" y="4667250"/>
            <a:ext cx="12558103" cy="43053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218C856D-628C-4D7D-9A9E-0902BA18A0E0}"/>
              </a:ext>
            </a:extLst>
          </p:cNvPr>
          <p:cNvSpPr>
            <a:spLocks xmlns:a="http://schemas.openxmlformats.org/drawingml/2006/main" noGrp="1"/>
          </p:cNvSpPr>
          <p:nvPr/>
        </p:nvSpPr>
        <p:spPr>
          <a:xfrm xmlns:a="http://schemas.openxmlformats.org/drawingml/2006/main">
            <a:off x="2333625" y="53530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898989"/>
                </a:solidFill>
                <a:latin typeface="Pretendard"/>
                <a:ea typeface="Pretendard"/>
                <a:cs typeface="Pretendard"/>
              </a:defRPr>
            </a:defPPr>
            <a:lvl1pPr algn="l">
              <a:defRPr sz="2850" b="0">
                <a:solidFill>
                  <a:srgbClr val="898989"/>
                </a:solidFill>
                <a:latin typeface="Pretendard"/>
                <a:ea typeface="Pretendard"/>
                <a:cs typeface="Pretendard"/>
              </a:defRPr>
            </a:lvl1pPr>
            <a:lvl2pPr algn="l">
              <a:defRPr sz="2850" b="0">
                <a:solidFill>
                  <a:srgbClr val="898989"/>
                </a:solidFill>
                <a:latin typeface="Pretendard"/>
                <a:ea typeface="Pretendard"/>
                <a:cs typeface="Pretendard"/>
              </a:defRPr>
            </a:lvl2pPr>
            <a:lvl3pPr algn="l">
              <a:defRPr sz="2850" b="0">
                <a:solidFill>
                  <a:srgbClr val="898989"/>
                </a:solidFill>
                <a:latin typeface="Pretendard"/>
                <a:ea typeface="Pretendard"/>
                <a:cs typeface="Pretendard"/>
              </a:defRPr>
            </a:lvl3pPr>
            <a:lvl4pPr algn="l">
              <a:defRPr sz="2850" b="0">
                <a:solidFill>
                  <a:srgbClr val="898989"/>
                </a:solidFill>
                <a:latin typeface="Pretendard"/>
                <a:ea typeface="Pretendard"/>
                <a:cs typeface="Pretendard"/>
              </a:defRPr>
            </a:lvl4pPr>
            <a:lvl5pPr algn="l">
              <a:defRPr sz="2850" b="0">
                <a:solidFill>
                  <a:srgbClr val="898989"/>
                </a:solidFill>
                <a:latin typeface="Pretendard"/>
                <a:ea typeface="Pretendard"/>
                <a:cs typeface="Pretendard"/>
              </a:defRPr>
            </a:lvl5pPr>
            <a:lvl6pPr algn="l">
              <a:defRPr sz="2850" b="0">
                <a:solidFill>
                  <a:srgbClr val="898989"/>
                </a:solidFill>
                <a:latin typeface="Pretendard"/>
                <a:ea typeface="Pretendard"/>
                <a:cs typeface="Pretendard"/>
              </a:defRPr>
            </a:lvl6pPr>
            <a:lvl7pPr algn="l">
              <a:defRPr sz="2850" b="0">
                <a:solidFill>
                  <a:srgbClr val="898989"/>
                </a:solidFill>
                <a:latin typeface="Pretendard"/>
                <a:ea typeface="Pretendard"/>
                <a:cs typeface="Pretendard"/>
              </a:defRPr>
            </a:lvl7pPr>
            <a:lvl8pPr algn="l">
              <a:defRPr sz="2850" b="0">
                <a:solidFill>
                  <a:srgbClr val="898989"/>
                </a:solidFill>
                <a:latin typeface="Pretendard"/>
                <a:ea typeface="Pretendard"/>
                <a:cs typeface="Pretendard"/>
              </a:defRPr>
            </a:lvl8pPr>
            <a:lvl9pPr algn="l">
              <a:defRPr sz="2850" b="0">
                <a:solidFill>
                  <a:srgbClr val="898989"/>
                </a:solidFill>
                <a:latin typeface="Pretendard"/>
                <a:ea typeface="Pretendard"/>
                <a:cs typeface="Pretendard"/>
              </a:defRPr>
            </a:lvl9pPr>
          </a:lstStyle>
          <a:p xmlns:a="http://schemas.openxmlformats.org/drawingml/2006/main">
            <a:pPr algn="l">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①</a:t>
            </a:r>
          </a:p>
        </p:txBody>
      </p:sp>
      <p:sp>
        <p:nvSpPr>
          <p:cNvPr id="10" name="text">
            <a:extLst xmlns:a="http://schemas.openxmlformats.org/drawingml/2006/main">
              <a:ext uri="{FF2B5EF4-FFF2-40B4-BE49-F238E27FC236}">
                <a16:creationId xmlns:a16="http://schemas.microsoft.com/office/drawing/2014/main" id="{6138D8BF-640F-411E-9A30-78725B605B04}"/>
              </a:ext>
            </a:extLst>
          </p:cNvPr>
          <p:cNvSpPr>
            <a:spLocks xmlns:a="http://schemas.openxmlformats.org/drawingml/2006/main" noGrp="1"/>
          </p:cNvSpPr>
          <p:nvPr/>
        </p:nvSpPr>
        <p:spPr>
          <a:xfrm xmlns:a="http://schemas.openxmlformats.org/drawingml/2006/main">
            <a:off x="2333625" y="65817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898989"/>
                </a:solidFill>
                <a:latin typeface="Pretendard"/>
                <a:ea typeface="Pretendard"/>
                <a:cs typeface="Pretendard"/>
              </a:defRPr>
            </a:defPPr>
            <a:lvl1pPr algn="l">
              <a:defRPr sz="2850" b="0">
                <a:solidFill>
                  <a:srgbClr val="898989"/>
                </a:solidFill>
                <a:latin typeface="Pretendard"/>
                <a:ea typeface="Pretendard"/>
                <a:cs typeface="Pretendard"/>
              </a:defRPr>
            </a:lvl1pPr>
            <a:lvl2pPr algn="l">
              <a:defRPr sz="2850" b="0">
                <a:solidFill>
                  <a:srgbClr val="898989"/>
                </a:solidFill>
                <a:latin typeface="Pretendard"/>
                <a:ea typeface="Pretendard"/>
                <a:cs typeface="Pretendard"/>
              </a:defRPr>
            </a:lvl2pPr>
            <a:lvl3pPr algn="l">
              <a:defRPr sz="2850" b="0">
                <a:solidFill>
                  <a:srgbClr val="898989"/>
                </a:solidFill>
                <a:latin typeface="Pretendard"/>
                <a:ea typeface="Pretendard"/>
                <a:cs typeface="Pretendard"/>
              </a:defRPr>
            </a:lvl3pPr>
            <a:lvl4pPr algn="l">
              <a:defRPr sz="2850" b="0">
                <a:solidFill>
                  <a:srgbClr val="898989"/>
                </a:solidFill>
                <a:latin typeface="Pretendard"/>
                <a:ea typeface="Pretendard"/>
                <a:cs typeface="Pretendard"/>
              </a:defRPr>
            </a:lvl4pPr>
            <a:lvl5pPr algn="l">
              <a:defRPr sz="2850" b="0">
                <a:solidFill>
                  <a:srgbClr val="898989"/>
                </a:solidFill>
                <a:latin typeface="Pretendard"/>
                <a:ea typeface="Pretendard"/>
                <a:cs typeface="Pretendard"/>
              </a:defRPr>
            </a:lvl5pPr>
            <a:lvl6pPr algn="l">
              <a:defRPr sz="2850" b="0">
                <a:solidFill>
                  <a:srgbClr val="898989"/>
                </a:solidFill>
                <a:latin typeface="Pretendard"/>
                <a:ea typeface="Pretendard"/>
                <a:cs typeface="Pretendard"/>
              </a:defRPr>
            </a:lvl6pPr>
            <a:lvl7pPr algn="l">
              <a:defRPr sz="2850" b="0">
                <a:solidFill>
                  <a:srgbClr val="898989"/>
                </a:solidFill>
                <a:latin typeface="Pretendard"/>
                <a:ea typeface="Pretendard"/>
                <a:cs typeface="Pretendard"/>
              </a:defRPr>
            </a:lvl7pPr>
            <a:lvl8pPr algn="l">
              <a:defRPr sz="2850" b="0">
                <a:solidFill>
                  <a:srgbClr val="898989"/>
                </a:solidFill>
                <a:latin typeface="Pretendard"/>
                <a:ea typeface="Pretendard"/>
                <a:cs typeface="Pretendard"/>
              </a:defRPr>
            </a:lvl8pPr>
            <a:lvl9pPr algn="l">
              <a:defRPr sz="2850" b="0">
                <a:solidFill>
                  <a:srgbClr val="898989"/>
                </a:solidFill>
                <a:latin typeface="Pretendard"/>
                <a:ea typeface="Pretendard"/>
                <a:cs typeface="Pretendard"/>
              </a:defRPr>
            </a:lvl9pPr>
          </a:lstStyle>
          <a:p xmlns:a="http://schemas.openxmlformats.org/drawingml/2006/main">
            <a:pPr algn="l">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②</a:t>
            </a:r>
          </a:p>
        </p:txBody>
      </p:sp>
      <p:sp>
        <p:nvSpPr>
          <p:cNvPr id="11" name="text">
            <a:extLst xmlns:a="http://schemas.openxmlformats.org/drawingml/2006/main">
              <a:ext uri="{FF2B5EF4-FFF2-40B4-BE49-F238E27FC236}">
                <a16:creationId xmlns:a16="http://schemas.microsoft.com/office/drawing/2014/main" id="{F7115DA7-1C67-4275-8844-80BAD6E9DEA6}"/>
              </a:ext>
            </a:extLst>
          </p:cNvPr>
          <p:cNvSpPr>
            <a:spLocks xmlns:a="http://schemas.openxmlformats.org/drawingml/2006/main" noGrp="1"/>
          </p:cNvSpPr>
          <p:nvPr/>
        </p:nvSpPr>
        <p:spPr>
          <a:xfrm xmlns:a="http://schemas.openxmlformats.org/drawingml/2006/main">
            <a:off x="2333625" y="7820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898989"/>
                </a:solidFill>
                <a:latin typeface="Pretendard"/>
                <a:ea typeface="Pretendard"/>
                <a:cs typeface="Pretendard"/>
              </a:defRPr>
            </a:defPPr>
            <a:lvl1pPr algn="l">
              <a:defRPr sz="2850" b="0">
                <a:solidFill>
                  <a:srgbClr val="898989"/>
                </a:solidFill>
                <a:latin typeface="Pretendard"/>
                <a:ea typeface="Pretendard"/>
                <a:cs typeface="Pretendard"/>
              </a:defRPr>
            </a:lvl1pPr>
            <a:lvl2pPr algn="l">
              <a:defRPr sz="2850" b="0">
                <a:solidFill>
                  <a:srgbClr val="898989"/>
                </a:solidFill>
                <a:latin typeface="Pretendard"/>
                <a:ea typeface="Pretendard"/>
                <a:cs typeface="Pretendard"/>
              </a:defRPr>
            </a:lvl2pPr>
            <a:lvl3pPr algn="l">
              <a:defRPr sz="2850" b="0">
                <a:solidFill>
                  <a:srgbClr val="898989"/>
                </a:solidFill>
                <a:latin typeface="Pretendard"/>
                <a:ea typeface="Pretendard"/>
                <a:cs typeface="Pretendard"/>
              </a:defRPr>
            </a:lvl3pPr>
            <a:lvl4pPr algn="l">
              <a:defRPr sz="2850" b="0">
                <a:solidFill>
                  <a:srgbClr val="898989"/>
                </a:solidFill>
                <a:latin typeface="Pretendard"/>
                <a:ea typeface="Pretendard"/>
                <a:cs typeface="Pretendard"/>
              </a:defRPr>
            </a:lvl4pPr>
            <a:lvl5pPr algn="l">
              <a:defRPr sz="2850" b="0">
                <a:solidFill>
                  <a:srgbClr val="898989"/>
                </a:solidFill>
                <a:latin typeface="Pretendard"/>
                <a:ea typeface="Pretendard"/>
                <a:cs typeface="Pretendard"/>
              </a:defRPr>
            </a:lvl5pPr>
            <a:lvl6pPr algn="l">
              <a:defRPr sz="2850" b="0">
                <a:solidFill>
                  <a:srgbClr val="898989"/>
                </a:solidFill>
                <a:latin typeface="Pretendard"/>
                <a:ea typeface="Pretendard"/>
                <a:cs typeface="Pretendard"/>
              </a:defRPr>
            </a:lvl6pPr>
            <a:lvl7pPr algn="l">
              <a:defRPr sz="2850" b="0">
                <a:solidFill>
                  <a:srgbClr val="898989"/>
                </a:solidFill>
                <a:latin typeface="Pretendard"/>
                <a:ea typeface="Pretendard"/>
                <a:cs typeface="Pretendard"/>
              </a:defRPr>
            </a:lvl7pPr>
            <a:lvl8pPr algn="l">
              <a:defRPr sz="2850" b="0">
                <a:solidFill>
                  <a:srgbClr val="898989"/>
                </a:solidFill>
                <a:latin typeface="Pretendard"/>
                <a:ea typeface="Pretendard"/>
                <a:cs typeface="Pretendard"/>
              </a:defRPr>
            </a:lvl8pPr>
            <a:lvl9pPr algn="l">
              <a:defRPr sz="2850" b="0">
                <a:solidFill>
                  <a:srgbClr val="898989"/>
                </a:solidFill>
                <a:latin typeface="Pretendard"/>
                <a:ea typeface="Pretendard"/>
                <a:cs typeface="Pretendard"/>
              </a:defRPr>
            </a:lvl9pPr>
          </a:lstStyle>
          <a:p xmlns:a="http://schemas.openxmlformats.org/drawingml/2006/main">
            <a:pPr algn="l">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③</a:t>
            </a:r>
          </a:p>
        </p:txBody>
      </p:sp>
    </p:spTree>
    <p:extLst>
      <p:ext uri="{BB962C8B-B14F-4D97-AF65-F5344CB8AC3E}">
        <p14:creationId xmlns:p14="http://schemas.microsoft.com/office/powerpoint/2010/main" val="72190044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EFB45F4-4E72-44E3-BE7F-5E17BAD218B0}"/>
              </a:ext>
            </a:extLst>
          </p:cNvPr>
          <p:cNvPicPr>
            <a:picLocks xmlns:a="http://schemas.openxmlformats.org/drawingml/2006/main" noChangeAspect="1"/>
          </p:cNvPicPr>
          <p:nvPr/>
        </p:nvPicPr>
        <p:blipFill>
          <a:blip xmlns:r="http://schemas.openxmlformats.org/officeDocument/2006/relationships" xmlns:a="http://schemas.openxmlformats.org/drawingml/2006/main" r:embed="Rcd9e3f6b8c14467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3881908-A54C-41B5-A747-3E36219D0BA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25D38CC-612A-47EB-92F7-40BC7D39433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379A56D-7AE5-4456-A48A-D6F38271E37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619807A-649B-42DF-AA83-E080DF061A3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05E7D98-EE48-4067-8588-04043405E6D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계산과 헤스 법칙</a:t>
            </a:r>
          </a:p>
        </p:txBody>
      </p:sp>
      <p:pic>
        <p:nvPicPr>
          <p:cNvPr id="7" name="">
            <a:extLst xmlns:a="http://schemas.openxmlformats.org/drawingml/2006/main">
              <a:ext uri="{FF2B5EF4-FFF2-40B4-BE49-F238E27FC236}">
                <a16:creationId xmlns:a16="http://schemas.microsoft.com/office/drawing/2014/main" id="{A22799BE-BD0A-4A4A-836E-A4E52677A5FA}"/>
              </a:ext>
            </a:extLst>
          </p:cNvPr>
          <p:cNvPicPr>
            <a:picLocks xmlns:a="http://schemas.openxmlformats.org/drawingml/2006/main" noChangeAspect="1"/>
          </p:cNvPicPr>
          <p:nvPr/>
        </p:nvPicPr>
        <p:blipFill>
          <a:blip xmlns:r="http://schemas.openxmlformats.org/officeDocument/2006/relationships" xmlns:a="http://schemas.openxmlformats.org/drawingml/2006/main" r:embed="R988839daf0fa4c36"/>
          <a:stretch xmlns:a="http://schemas.openxmlformats.org/drawingml/2006/main"/>
        </p:blipFill>
        <p:spPr>
          <a:xfrm xmlns:a="http://schemas.openxmlformats.org/drawingml/2006/main">
            <a:off x="3320375" y="4524375"/>
            <a:ext cx="11647249" cy="4657725"/>
          </a:xfrm>
          <a:prstGeom xmlns:a="http://schemas.openxmlformats.org/drawingml/2006/main" prst="rect">
            <a:avLst/>
          </a:prstGeom>
        </p:spPr>
      </p:pic>
    </p:spTree>
    <p:extLst>
      <p:ext uri="{BB962C8B-B14F-4D97-AF65-F5344CB8AC3E}">
        <p14:creationId xmlns:p14="http://schemas.microsoft.com/office/powerpoint/2010/main" val="130931891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933AC14-FAAA-463C-95A4-A21FFDEFBED4}"/>
              </a:ext>
            </a:extLst>
          </p:cNvPr>
          <p:cNvPicPr>
            <a:picLocks xmlns:a="http://schemas.openxmlformats.org/drawingml/2006/main" noChangeAspect="1"/>
          </p:cNvPicPr>
          <p:nvPr/>
        </p:nvPicPr>
        <p:blipFill>
          <a:blip xmlns:r="http://schemas.openxmlformats.org/officeDocument/2006/relationships" xmlns:a="http://schemas.openxmlformats.org/drawingml/2006/main" r:embed="R30e1f53ab3d3415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F2B66B-749B-4B15-BBD6-6117206AFD7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C1CE7F-F845-4AA5-BA63-097592A4810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D1A5BD9-4E04-43BB-B2A2-A742109ED2B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ACCB50E-3CA3-43F9-9B71-632BE7658B6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C1A6D38-22CE-40DC-8A33-ADFE637D299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AE22347C-5CEB-4633-B2DE-14856EAEA678}"/>
              </a:ext>
            </a:extLst>
          </p:cNvPr>
          <p:cNvPicPr>
            <a:picLocks xmlns:a="http://schemas.openxmlformats.org/drawingml/2006/main" noChangeAspect="1"/>
          </p:cNvPicPr>
          <p:nvPr/>
        </p:nvPicPr>
        <p:blipFill>
          <a:blip xmlns:r="http://schemas.openxmlformats.org/officeDocument/2006/relationships" xmlns:a="http://schemas.openxmlformats.org/drawingml/2006/main" r:embed="R4c7d254c19ea43f0"/>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56D807B-7D4C-49F6-BCE8-F768070E64D1}"/>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28392A6B-6156-48C4-A923-089F316A0524}"/>
              </a:ext>
            </a:extLst>
          </p:cNvPr>
          <p:cNvPicPr>
            <a:picLocks xmlns:a="http://schemas.openxmlformats.org/drawingml/2006/main" noChangeAspect="1"/>
          </p:cNvPicPr>
          <p:nvPr/>
        </p:nvPicPr>
        <p:blipFill>
          <a:blip xmlns:r="http://schemas.openxmlformats.org/officeDocument/2006/relationships" xmlns:a="http://schemas.openxmlformats.org/drawingml/2006/main" r:embed="R285124a34d014759"/>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50BAB5AB-1BFE-4FCB-91FA-904B212B5951}"/>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a:t>Δ</a:t>
            </a:r>
            <a:r>
              <a:rPr sz="3450" i="1">
                <a:latin typeface="Pretendard"/>
                <a:ea typeface="Pretendard"/>
                <a:cs typeface="Pretendard"/>
              </a:rPr>
              <a:t>H</a:t>
            </a:r>
            <a:r>
              <a:rPr sz="3450"/>
              <a:t> = −241.8 − (−285.8)</a:t>
            </a:r>
          </a:p>
        </p:txBody>
      </p:sp>
      <p:sp>
        <p:nvSpPr>
          <p:cNvPr id="11" name="반응식·수식">
            <a:extLst xmlns:a="http://schemas.openxmlformats.org/drawingml/2006/main">
              <a:ext uri="{FF2B5EF4-FFF2-40B4-BE49-F238E27FC236}">
                <a16:creationId xmlns:a16="http://schemas.microsoft.com/office/drawing/2014/main" id="{8FCD67FA-C6D9-42EA-B435-7E678A54AEA2}"/>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a:t>= +44.0 kJ</a:t>
            </a:r>
          </a:p>
        </p:txBody>
      </p:sp>
      <p:sp>
        <p:nvSpPr>
          <p:cNvPr id="12" name="해석·결론">
            <a:extLst xmlns:a="http://schemas.openxmlformats.org/drawingml/2006/main">
              <a:ext uri="{FF2B5EF4-FFF2-40B4-BE49-F238E27FC236}">
                <a16:creationId xmlns:a16="http://schemas.microsoft.com/office/drawing/2014/main" id="{0A534F62-8503-4A85-BF9F-AEB95F19819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AE645DD3-5ECE-42FD-98D6-651011C9FEF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047312992"/>
      </p:ext>
    </p:extLst>
  </p:cSld>
</p:sld>
</file>

<file path=ppt/slides/slide4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1" name="로고 대비 바탕">
            <a:extLst xmlns:a="http://schemas.openxmlformats.org/drawingml/2006/main">
              <a:ext uri="{FF2B5EF4-FFF2-40B4-BE49-F238E27FC236}">
                <a16:creationId xmlns:a16="http://schemas.microsoft.com/office/drawing/2014/main" id="{553955AB-139B-41A5-8BED-E7A36B3D2E80}"/>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AB3E869B-5799-4DE0-B9FD-F6DBC7FF35F8}"/>
              </a:ext>
            </a:extLst>
          </p:cNvPr>
          <p:cNvPicPr>
            <a:picLocks xmlns:a="http://schemas.openxmlformats.org/drawingml/2006/main" noChangeAspect="1"/>
          </p:cNvPicPr>
          <p:nvPr/>
        </p:nvPicPr>
        <p:blipFill>
          <a:blip xmlns:r="http://schemas.openxmlformats.org/officeDocument/2006/relationships" xmlns:a="http://schemas.openxmlformats.org/drawingml/2006/main" r:embed="Ra616c3bd10094f2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1EE26F5-EA00-4CAB-89FF-B948580377F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6A85BFA4-1B95-44DA-AFED-ACF38BC4B9C6}"/>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표준 생성 엔탈피</a:t>
            </a:r>
          </a:p>
        </p:txBody>
      </p:sp>
      <p:sp>
        <p:nvSpPr>
          <p:cNvPr id="5" name="text">
            <a:extLst xmlns:a="http://schemas.openxmlformats.org/drawingml/2006/main">
              <a:ext uri="{FF2B5EF4-FFF2-40B4-BE49-F238E27FC236}">
                <a16:creationId xmlns:a16="http://schemas.microsoft.com/office/drawing/2014/main" id="{2ED4CAAA-8E4C-492A-8798-7C390A22B6B8}"/>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02</a:t>
            </a:r>
          </a:p>
        </p:txBody>
      </p:sp>
      <p:sp>
        <p:nvSpPr>
          <p:cNvPr id="6" name="text">
            <a:extLst xmlns:a="http://schemas.openxmlformats.org/drawingml/2006/main">
              <a:ext uri="{FF2B5EF4-FFF2-40B4-BE49-F238E27FC236}">
                <a16:creationId xmlns:a16="http://schemas.microsoft.com/office/drawing/2014/main" id="{09D3A634-853E-4073-84A7-1908B28FA965}"/>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계산 확인</a:t>
            </a:r>
          </a:p>
        </p:txBody>
      </p:sp>
      <p:sp>
        <p:nvSpPr>
          <p:cNvPr id="7" name="text">
            <a:extLst xmlns:a="http://schemas.openxmlformats.org/drawingml/2006/main">
              <a:ext uri="{FF2B5EF4-FFF2-40B4-BE49-F238E27FC236}">
                <a16:creationId xmlns:a16="http://schemas.microsoft.com/office/drawing/2014/main" id="{CF365A4B-B1EB-42BD-8DB2-EB6FA2C5170B}"/>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생성 엔탈피 계산에서 확인할 세 가지</a:t>
            </a:r>
          </a:p>
        </p:txBody>
      </p:sp>
      <p:sp>
        <p:nvSpPr>
          <p:cNvPr id="8" name="참조 3열 카드">
            <a:extLst xmlns:a="http://schemas.openxmlformats.org/drawingml/2006/main">
              <a:ext uri="{FF2B5EF4-FFF2-40B4-BE49-F238E27FC236}">
                <a16:creationId xmlns:a16="http://schemas.microsoft.com/office/drawing/2014/main" id="{4CDF5648-9D3D-4CA5-898B-0BC5698CF6FB}"/>
              </a:ext>
            </a:extLst>
          </p:cNvPr>
          <p:cNvSpPr>
            <a:spLocks xmlns:a="http://schemas.openxmlformats.org/drawingml/2006/main" noGrp="1"/>
          </p:cNvSpPr>
          <p:nvPr/>
        </p:nvSpPr>
        <p:spPr>
          <a:xfrm xmlns:a="http://schemas.openxmlformats.org/drawingml/2006/main">
            <a:off x="1714500" y="4429125"/>
            <a:ext cx="4762500" cy="4048125"/>
          </a:xfrm>
          <a:prstGeom xmlns:a="http://schemas.openxmlformats.org/drawingml/2006/main" prst="roundRect">
            <a:avLst>
              <a:gd name="adj" fmla="val 5647"/>
            </a:avLst>
          </a:prstGeom>
          <a:solidFill xmlns:a="http://schemas.openxmlformats.org/drawingml/2006/main">
            <a:srgbClr val="242424"/>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B8A1A82-8E36-4B8B-85A3-AE25D9D37656}"/>
              </a:ext>
            </a:extLst>
          </p:cNvPr>
          <p:cNvSpPr>
            <a:spLocks xmlns:a="http://schemas.openxmlformats.org/drawingml/2006/main" noGrp="1"/>
          </p:cNvSpPr>
          <p:nvPr/>
        </p:nvSpPr>
        <p:spPr>
          <a:xfrm xmlns:a="http://schemas.openxmlformats.org/drawingml/2006/main">
            <a:off x="1981200" y="4714875"/>
            <a:ext cx="422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9FFF68"/>
                </a:solidFill>
                <a:latin typeface="Pretendard"/>
                <a:ea typeface="Pretendard"/>
                <a:cs typeface="Pretendard"/>
              </a:defRPr>
            </a:defPPr>
            <a:lvl1pPr algn="l">
              <a:defRPr sz="3450" b="1">
                <a:solidFill>
                  <a:srgbClr val="9FFF68"/>
                </a:solidFill>
                <a:latin typeface="Pretendard"/>
                <a:ea typeface="Pretendard"/>
                <a:cs typeface="Pretendard"/>
              </a:defRPr>
            </a:lvl1pPr>
            <a:lvl2pPr algn="l">
              <a:defRPr sz="3450" b="1">
                <a:solidFill>
                  <a:srgbClr val="9FFF68"/>
                </a:solidFill>
                <a:latin typeface="Pretendard"/>
                <a:ea typeface="Pretendard"/>
                <a:cs typeface="Pretendard"/>
              </a:defRPr>
            </a:lvl2pPr>
            <a:lvl3pPr algn="l">
              <a:defRPr sz="3450" b="1">
                <a:solidFill>
                  <a:srgbClr val="9FFF68"/>
                </a:solidFill>
                <a:latin typeface="Pretendard"/>
                <a:ea typeface="Pretendard"/>
                <a:cs typeface="Pretendard"/>
              </a:defRPr>
            </a:lvl3pPr>
            <a:lvl4pPr algn="l">
              <a:defRPr sz="3450" b="1">
                <a:solidFill>
                  <a:srgbClr val="9FFF68"/>
                </a:solidFill>
                <a:latin typeface="Pretendard"/>
                <a:ea typeface="Pretendard"/>
                <a:cs typeface="Pretendard"/>
              </a:defRPr>
            </a:lvl4pPr>
            <a:lvl5pPr algn="l">
              <a:defRPr sz="3450" b="1">
                <a:solidFill>
                  <a:srgbClr val="9FFF68"/>
                </a:solidFill>
                <a:latin typeface="Pretendard"/>
                <a:ea typeface="Pretendard"/>
                <a:cs typeface="Pretendard"/>
              </a:defRPr>
            </a:lvl5pPr>
            <a:lvl6pPr algn="l">
              <a:defRPr sz="3450" b="1">
                <a:solidFill>
                  <a:srgbClr val="9FFF68"/>
                </a:solidFill>
                <a:latin typeface="Pretendard"/>
                <a:ea typeface="Pretendard"/>
                <a:cs typeface="Pretendard"/>
              </a:defRPr>
            </a:lvl6pPr>
            <a:lvl7pPr algn="l">
              <a:defRPr sz="3450" b="1">
                <a:solidFill>
                  <a:srgbClr val="9FFF68"/>
                </a:solidFill>
                <a:latin typeface="Pretendard"/>
                <a:ea typeface="Pretendard"/>
                <a:cs typeface="Pretendard"/>
              </a:defRPr>
            </a:lvl7pPr>
            <a:lvl8pPr algn="l">
              <a:defRPr sz="3450" b="1">
                <a:solidFill>
                  <a:srgbClr val="9FFF68"/>
                </a:solidFill>
                <a:latin typeface="Pretendard"/>
                <a:ea typeface="Pretendard"/>
                <a:cs typeface="Pretendard"/>
              </a:defRPr>
            </a:lvl8pPr>
            <a:lvl9pPr algn="l">
              <a:defRPr sz="3450" b="1">
                <a:solidFill>
                  <a:srgbClr val="9FFF68"/>
                </a:solidFill>
                <a:latin typeface="Pretendard"/>
                <a:ea typeface="Pretendard"/>
                <a:cs typeface="Pretendard"/>
              </a:defRPr>
            </a:lvl9pPr>
          </a:lstStyle>
          <a:p xmlns:a="http://schemas.openxmlformats.org/drawingml/2006/main">
            <a:pPr algn="l">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5210A9FB-2F9A-4FAB-8683-74AC1114BDF7}"/>
              </a:ext>
            </a:extLst>
          </p:cNvPr>
          <p:cNvSpPr>
            <a:spLocks xmlns:a="http://schemas.openxmlformats.org/drawingml/2006/main" noGrp="1"/>
          </p:cNvSpPr>
          <p:nvPr/>
        </p:nvSpPr>
        <p:spPr>
          <a:xfrm xmlns:a="http://schemas.openxmlformats.org/drawingml/2006/main">
            <a:off x="1981200" y="5553075"/>
            <a:ext cx="4229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생성되는 양</a:t>
            </a:r>
          </a:p>
        </p:txBody>
      </p:sp>
      <p:sp>
        <p:nvSpPr>
          <p:cNvPr id="11" name="text">
            <a:extLst xmlns:a="http://schemas.openxmlformats.org/drawingml/2006/main">
              <a:ext uri="{FF2B5EF4-FFF2-40B4-BE49-F238E27FC236}">
                <a16:creationId xmlns:a16="http://schemas.microsoft.com/office/drawing/2014/main" id="{F63F2DF6-39D0-4983-9B8F-C72E311EDAD0}"/>
              </a:ext>
            </a:extLst>
          </p:cNvPr>
          <p:cNvSpPr>
            <a:spLocks xmlns:a="http://schemas.openxmlformats.org/drawingml/2006/main" noGrp="1"/>
          </p:cNvSpPr>
          <p:nvPr/>
        </p:nvSpPr>
        <p:spPr>
          <a:xfrm xmlns:a="http://schemas.openxmlformats.org/drawingml/2006/main">
            <a:off x="1981200" y="6448425"/>
            <a:ext cx="42291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C9C9C9"/>
                </a:solidFill>
                <a:latin typeface="Pretendard"/>
                <a:ea typeface="Pretendard"/>
                <a:cs typeface="Pretendard"/>
              </a:defRPr>
            </a:defPPr>
            <a:lvl1pPr algn="l">
              <a:defRPr sz="2625" b="0">
                <a:solidFill>
                  <a:srgbClr val="C9C9C9"/>
                </a:solidFill>
                <a:latin typeface="Pretendard"/>
                <a:ea typeface="Pretendard"/>
                <a:cs typeface="Pretendard"/>
              </a:defRPr>
            </a:lvl1pPr>
            <a:lvl2pPr algn="l">
              <a:defRPr sz="2625" b="0">
                <a:solidFill>
                  <a:srgbClr val="C9C9C9"/>
                </a:solidFill>
                <a:latin typeface="Pretendard"/>
                <a:ea typeface="Pretendard"/>
                <a:cs typeface="Pretendard"/>
              </a:defRPr>
            </a:lvl2pPr>
            <a:lvl3pPr algn="l">
              <a:defRPr sz="2625" b="0">
                <a:solidFill>
                  <a:srgbClr val="C9C9C9"/>
                </a:solidFill>
                <a:latin typeface="Pretendard"/>
                <a:ea typeface="Pretendard"/>
                <a:cs typeface="Pretendard"/>
              </a:defRPr>
            </a:lvl3pPr>
            <a:lvl4pPr algn="l">
              <a:defRPr sz="2625" b="0">
                <a:solidFill>
                  <a:srgbClr val="C9C9C9"/>
                </a:solidFill>
                <a:latin typeface="Pretendard"/>
                <a:ea typeface="Pretendard"/>
                <a:cs typeface="Pretendard"/>
              </a:defRPr>
            </a:lvl4pPr>
            <a:lvl5pPr algn="l">
              <a:defRPr sz="2625" b="0">
                <a:solidFill>
                  <a:srgbClr val="C9C9C9"/>
                </a:solidFill>
                <a:latin typeface="Pretendard"/>
                <a:ea typeface="Pretendard"/>
                <a:cs typeface="Pretendard"/>
              </a:defRPr>
            </a:lvl5pPr>
            <a:lvl6pPr algn="l">
              <a:defRPr sz="2625" b="0">
                <a:solidFill>
                  <a:srgbClr val="C9C9C9"/>
                </a:solidFill>
                <a:latin typeface="Pretendard"/>
                <a:ea typeface="Pretendard"/>
                <a:cs typeface="Pretendard"/>
              </a:defRPr>
            </a:lvl6pPr>
            <a:lvl7pPr algn="l">
              <a:defRPr sz="2625" b="0">
                <a:solidFill>
                  <a:srgbClr val="C9C9C9"/>
                </a:solidFill>
                <a:latin typeface="Pretendard"/>
                <a:ea typeface="Pretendard"/>
                <a:cs typeface="Pretendard"/>
              </a:defRPr>
            </a:lvl7pPr>
            <a:lvl8pPr algn="l">
              <a:defRPr sz="2625" b="0">
                <a:solidFill>
                  <a:srgbClr val="C9C9C9"/>
                </a:solidFill>
                <a:latin typeface="Pretendard"/>
                <a:ea typeface="Pretendard"/>
                <a:cs typeface="Pretendard"/>
              </a:defRPr>
            </a:lvl8pPr>
            <a:lvl9pPr algn="l">
              <a:defRPr sz="2625" b="0">
                <a:solidFill>
                  <a:srgbClr val="C9C9C9"/>
                </a:solidFill>
                <a:latin typeface="Pretendard"/>
                <a:ea typeface="Pretendard"/>
                <a:cs typeface="Pretendard"/>
              </a:defRPr>
            </a:lvl9pPr>
          </a:lstStyle>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생성되는 물질</a:t>
            </a:r>
          </a:p>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1 mol을 기준으로 한다.</a:t>
            </a:r>
          </a:p>
        </p:txBody>
      </p:sp>
      <p:sp>
        <p:nvSpPr>
          <p:cNvPr id="12" name="참조 3열 카드">
            <a:extLst xmlns:a="http://schemas.openxmlformats.org/drawingml/2006/main">
              <a:ext uri="{FF2B5EF4-FFF2-40B4-BE49-F238E27FC236}">
                <a16:creationId xmlns:a16="http://schemas.microsoft.com/office/drawing/2014/main" id="{A8CC4C37-13BE-4D4C-B910-0F050F5A1B99}"/>
              </a:ext>
            </a:extLst>
          </p:cNvPr>
          <p:cNvSpPr>
            <a:spLocks xmlns:a="http://schemas.openxmlformats.org/drawingml/2006/main" noGrp="1"/>
          </p:cNvSpPr>
          <p:nvPr/>
        </p:nvSpPr>
        <p:spPr>
          <a:xfrm xmlns:a="http://schemas.openxmlformats.org/drawingml/2006/main">
            <a:off x="6762750" y="4429125"/>
            <a:ext cx="4762500" cy="4048125"/>
          </a:xfrm>
          <a:prstGeom xmlns:a="http://schemas.openxmlformats.org/drawingml/2006/main" prst="roundRect">
            <a:avLst>
              <a:gd name="adj" fmla="val 5647"/>
            </a:avLst>
          </a:prstGeom>
          <a:solidFill xmlns:a="http://schemas.openxmlformats.org/drawingml/2006/main">
            <a:srgbClr val="242424"/>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A5809713-4789-46FD-828A-33A9FB4302CD}"/>
              </a:ext>
            </a:extLst>
          </p:cNvPr>
          <p:cNvSpPr>
            <a:spLocks xmlns:a="http://schemas.openxmlformats.org/drawingml/2006/main" noGrp="1"/>
          </p:cNvSpPr>
          <p:nvPr/>
        </p:nvSpPr>
        <p:spPr>
          <a:xfrm xmlns:a="http://schemas.openxmlformats.org/drawingml/2006/main">
            <a:off x="7029450" y="4714875"/>
            <a:ext cx="422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9FFF68"/>
                </a:solidFill>
                <a:latin typeface="Pretendard"/>
                <a:ea typeface="Pretendard"/>
                <a:cs typeface="Pretendard"/>
              </a:defRPr>
            </a:defPPr>
            <a:lvl1pPr algn="l">
              <a:defRPr sz="3450" b="1">
                <a:solidFill>
                  <a:srgbClr val="9FFF68"/>
                </a:solidFill>
                <a:latin typeface="Pretendard"/>
                <a:ea typeface="Pretendard"/>
                <a:cs typeface="Pretendard"/>
              </a:defRPr>
            </a:lvl1pPr>
            <a:lvl2pPr algn="l">
              <a:defRPr sz="3450" b="1">
                <a:solidFill>
                  <a:srgbClr val="9FFF68"/>
                </a:solidFill>
                <a:latin typeface="Pretendard"/>
                <a:ea typeface="Pretendard"/>
                <a:cs typeface="Pretendard"/>
              </a:defRPr>
            </a:lvl2pPr>
            <a:lvl3pPr algn="l">
              <a:defRPr sz="3450" b="1">
                <a:solidFill>
                  <a:srgbClr val="9FFF68"/>
                </a:solidFill>
                <a:latin typeface="Pretendard"/>
                <a:ea typeface="Pretendard"/>
                <a:cs typeface="Pretendard"/>
              </a:defRPr>
            </a:lvl3pPr>
            <a:lvl4pPr algn="l">
              <a:defRPr sz="3450" b="1">
                <a:solidFill>
                  <a:srgbClr val="9FFF68"/>
                </a:solidFill>
                <a:latin typeface="Pretendard"/>
                <a:ea typeface="Pretendard"/>
                <a:cs typeface="Pretendard"/>
              </a:defRPr>
            </a:lvl4pPr>
            <a:lvl5pPr algn="l">
              <a:defRPr sz="3450" b="1">
                <a:solidFill>
                  <a:srgbClr val="9FFF68"/>
                </a:solidFill>
                <a:latin typeface="Pretendard"/>
                <a:ea typeface="Pretendard"/>
                <a:cs typeface="Pretendard"/>
              </a:defRPr>
            </a:lvl5pPr>
            <a:lvl6pPr algn="l">
              <a:defRPr sz="3450" b="1">
                <a:solidFill>
                  <a:srgbClr val="9FFF68"/>
                </a:solidFill>
                <a:latin typeface="Pretendard"/>
                <a:ea typeface="Pretendard"/>
                <a:cs typeface="Pretendard"/>
              </a:defRPr>
            </a:lvl6pPr>
            <a:lvl7pPr algn="l">
              <a:defRPr sz="3450" b="1">
                <a:solidFill>
                  <a:srgbClr val="9FFF68"/>
                </a:solidFill>
                <a:latin typeface="Pretendard"/>
                <a:ea typeface="Pretendard"/>
                <a:cs typeface="Pretendard"/>
              </a:defRPr>
            </a:lvl7pPr>
            <a:lvl8pPr algn="l">
              <a:defRPr sz="3450" b="1">
                <a:solidFill>
                  <a:srgbClr val="9FFF68"/>
                </a:solidFill>
                <a:latin typeface="Pretendard"/>
                <a:ea typeface="Pretendard"/>
                <a:cs typeface="Pretendard"/>
              </a:defRPr>
            </a:lvl8pPr>
            <a:lvl9pPr algn="l">
              <a:defRPr sz="3450" b="1">
                <a:solidFill>
                  <a:srgbClr val="9FFF68"/>
                </a:solidFill>
                <a:latin typeface="Pretendard"/>
                <a:ea typeface="Pretendard"/>
                <a:cs typeface="Pretendard"/>
              </a:defRPr>
            </a:lvl9pPr>
          </a:lstStyle>
          <a:p xmlns:a="http://schemas.openxmlformats.org/drawingml/2006/main">
            <a:pPr algn="l">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02</a:t>
            </a:r>
          </a:p>
        </p:txBody>
      </p:sp>
      <p:sp>
        <p:nvSpPr>
          <p:cNvPr id="14" name="text">
            <a:extLst xmlns:a="http://schemas.openxmlformats.org/drawingml/2006/main">
              <a:ext uri="{FF2B5EF4-FFF2-40B4-BE49-F238E27FC236}">
                <a16:creationId xmlns:a16="http://schemas.microsoft.com/office/drawing/2014/main" id="{F9304BF1-FBB0-4466-8501-909A9FE1D4C2}"/>
              </a:ext>
            </a:extLst>
          </p:cNvPr>
          <p:cNvSpPr>
            <a:spLocks xmlns:a="http://schemas.openxmlformats.org/drawingml/2006/main" noGrp="1"/>
          </p:cNvSpPr>
          <p:nvPr/>
        </p:nvSpPr>
        <p:spPr>
          <a:xfrm xmlns:a="http://schemas.openxmlformats.org/drawingml/2006/main">
            <a:off x="7029450" y="5553075"/>
            <a:ext cx="4229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원소·상태</a:t>
            </a:r>
          </a:p>
        </p:txBody>
      </p:sp>
      <p:sp>
        <p:nvSpPr>
          <p:cNvPr id="15" name="text">
            <a:extLst xmlns:a="http://schemas.openxmlformats.org/drawingml/2006/main">
              <a:ext uri="{FF2B5EF4-FFF2-40B4-BE49-F238E27FC236}">
                <a16:creationId xmlns:a16="http://schemas.microsoft.com/office/drawing/2014/main" id="{C5D432DB-62AD-48DE-A2A4-746253E47CD6}"/>
              </a:ext>
            </a:extLst>
          </p:cNvPr>
          <p:cNvSpPr>
            <a:spLocks xmlns:a="http://schemas.openxmlformats.org/drawingml/2006/main" noGrp="1"/>
          </p:cNvSpPr>
          <p:nvPr/>
        </p:nvSpPr>
        <p:spPr>
          <a:xfrm xmlns:a="http://schemas.openxmlformats.org/drawingml/2006/main">
            <a:off x="7029450" y="6448425"/>
            <a:ext cx="42291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C9C9C9"/>
                </a:solidFill>
                <a:latin typeface="Pretendard"/>
                <a:ea typeface="Pretendard"/>
                <a:cs typeface="Pretendard"/>
              </a:defRPr>
            </a:defPPr>
            <a:lvl1pPr algn="l">
              <a:defRPr sz="2625" b="0">
                <a:solidFill>
                  <a:srgbClr val="C9C9C9"/>
                </a:solidFill>
                <a:latin typeface="Pretendard"/>
                <a:ea typeface="Pretendard"/>
                <a:cs typeface="Pretendard"/>
              </a:defRPr>
            </a:lvl1pPr>
            <a:lvl2pPr algn="l">
              <a:defRPr sz="2625" b="0">
                <a:solidFill>
                  <a:srgbClr val="C9C9C9"/>
                </a:solidFill>
                <a:latin typeface="Pretendard"/>
                <a:ea typeface="Pretendard"/>
                <a:cs typeface="Pretendard"/>
              </a:defRPr>
            </a:lvl2pPr>
            <a:lvl3pPr algn="l">
              <a:defRPr sz="2625" b="0">
                <a:solidFill>
                  <a:srgbClr val="C9C9C9"/>
                </a:solidFill>
                <a:latin typeface="Pretendard"/>
                <a:ea typeface="Pretendard"/>
                <a:cs typeface="Pretendard"/>
              </a:defRPr>
            </a:lvl3pPr>
            <a:lvl4pPr algn="l">
              <a:defRPr sz="2625" b="0">
                <a:solidFill>
                  <a:srgbClr val="C9C9C9"/>
                </a:solidFill>
                <a:latin typeface="Pretendard"/>
                <a:ea typeface="Pretendard"/>
                <a:cs typeface="Pretendard"/>
              </a:defRPr>
            </a:lvl4pPr>
            <a:lvl5pPr algn="l">
              <a:defRPr sz="2625" b="0">
                <a:solidFill>
                  <a:srgbClr val="C9C9C9"/>
                </a:solidFill>
                <a:latin typeface="Pretendard"/>
                <a:ea typeface="Pretendard"/>
                <a:cs typeface="Pretendard"/>
              </a:defRPr>
            </a:lvl5pPr>
            <a:lvl6pPr algn="l">
              <a:defRPr sz="2625" b="0">
                <a:solidFill>
                  <a:srgbClr val="C9C9C9"/>
                </a:solidFill>
                <a:latin typeface="Pretendard"/>
                <a:ea typeface="Pretendard"/>
                <a:cs typeface="Pretendard"/>
              </a:defRPr>
            </a:lvl6pPr>
            <a:lvl7pPr algn="l">
              <a:defRPr sz="2625" b="0">
                <a:solidFill>
                  <a:srgbClr val="C9C9C9"/>
                </a:solidFill>
                <a:latin typeface="Pretendard"/>
                <a:ea typeface="Pretendard"/>
                <a:cs typeface="Pretendard"/>
              </a:defRPr>
            </a:lvl7pPr>
            <a:lvl8pPr algn="l">
              <a:defRPr sz="2625" b="0">
                <a:solidFill>
                  <a:srgbClr val="C9C9C9"/>
                </a:solidFill>
                <a:latin typeface="Pretendard"/>
                <a:ea typeface="Pretendard"/>
                <a:cs typeface="Pretendard"/>
              </a:defRPr>
            </a:lvl8pPr>
            <a:lvl9pPr algn="l">
              <a:defRPr sz="2625" b="0">
                <a:solidFill>
                  <a:srgbClr val="C9C9C9"/>
                </a:solidFill>
                <a:latin typeface="Pretendard"/>
                <a:ea typeface="Pretendard"/>
                <a:cs typeface="Pretendard"/>
              </a:defRPr>
            </a:lvl9pPr>
          </a:lstStyle>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기준 원소 형태와</a:t>
            </a:r>
          </a:p>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고체·액체·기체를 구분한다.</a:t>
            </a:r>
          </a:p>
        </p:txBody>
      </p:sp>
      <p:sp>
        <p:nvSpPr>
          <p:cNvPr id="16" name="참조 3열 카드">
            <a:extLst xmlns:a="http://schemas.openxmlformats.org/drawingml/2006/main">
              <a:ext uri="{FF2B5EF4-FFF2-40B4-BE49-F238E27FC236}">
                <a16:creationId xmlns:a16="http://schemas.microsoft.com/office/drawing/2014/main" id="{33A1F626-3F6E-4456-A682-F621BCBC8760}"/>
              </a:ext>
            </a:extLst>
          </p:cNvPr>
          <p:cNvSpPr>
            <a:spLocks xmlns:a="http://schemas.openxmlformats.org/drawingml/2006/main" noGrp="1"/>
          </p:cNvSpPr>
          <p:nvPr/>
        </p:nvSpPr>
        <p:spPr>
          <a:xfrm xmlns:a="http://schemas.openxmlformats.org/drawingml/2006/main">
            <a:off x="11811000" y="4429125"/>
            <a:ext cx="4762500" cy="4048125"/>
          </a:xfrm>
          <a:prstGeom xmlns:a="http://schemas.openxmlformats.org/drawingml/2006/main" prst="roundRect">
            <a:avLst>
              <a:gd name="adj" fmla="val 5647"/>
            </a:avLst>
          </a:prstGeom>
          <a:solidFill xmlns:a="http://schemas.openxmlformats.org/drawingml/2006/main">
            <a:srgbClr val="242424"/>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0A737826-9106-491A-9030-3524158E8ACC}"/>
              </a:ext>
            </a:extLst>
          </p:cNvPr>
          <p:cNvSpPr>
            <a:spLocks xmlns:a="http://schemas.openxmlformats.org/drawingml/2006/main" noGrp="1"/>
          </p:cNvSpPr>
          <p:nvPr/>
        </p:nvSpPr>
        <p:spPr>
          <a:xfrm xmlns:a="http://schemas.openxmlformats.org/drawingml/2006/main">
            <a:off x="12077700" y="4714875"/>
            <a:ext cx="4229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9FFF68"/>
                </a:solidFill>
                <a:latin typeface="Pretendard"/>
                <a:ea typeface="Pretendard"/>
                <a:cs typeface="Pretendard"/>
              </a:defRPr>
            </a:defPPr>
            <a:lvl1pPr algn="l">
              <a:defRPr sz="3450" b="1">
                <a:solidFill>
                  <a:srgbClr val="9FFF68"/>
                </a:solidFill>
                <a:latin typeface="Pretendard"/>
                <a:ea typeface="Pretendard"/>
                <a:cs typeface="Pretendard"/>
              </a:defRPr>
            </a:lvl1pPr>
            <a:lvl2pPr algn="l">
              <a:defRPr sz="3450" b="1">
                <a:solidFill>
                  <a:srgbClr val="9FFF68"/>
                </a:solidFill>
                <a:latin typeface="Pretendard"/>
                <a:ea typeface="Pretendard"/>
                <a:cs typeface="Pretendard"/>
              </a:defRPr>
            </a:lvl2pPr>
            <a:lvl3pPr algn="l">
              <a:defRPr sz="3450" b="1">
                <a:solidFill>
                  <a:srgbClr val="9FFF68"/>
                </a:solidFill>
                <a:latin typeface="Pretendard"/>
                <a:ea typeface="Pretendard"/>
                <a:cs typeface="Pretendard"/>
              </a:defRPr>
            </a:lvl3pPr>
            <a:lvl4pPr algn="l">
              <a:defRPr sz="3450" b="1">
                <a:solidFill>
                  <a:srgbClr val="9FFF68"/>
                </a:solidFill>
                <a:latin typeface="Pretendard"/>
                <a:ea typeface="Pretendard"/>
                <a:cs typeface="Pretendard"/>
              </a:defRPr>
            </a:lvl4pPr>
            <a:lvl5pPr algn="l">
              <a:defRPr sz="3450" b="1">
                <a:solidFill>
                  <a:srgbClr val="9FFF68"/>
                </a:solidFill>
                <a:latin typeface="Pretendard"/>
                <a:ea typeface="Pretendard"/>
                <a:cs typeface="Pretendard"/>
              </a:defRPr>
            </a:lvl5pPr>
            <a:lvl6pPr algn="l">
              <a:defRPr sz="3450" b="1">
                <a:solidFill>
                  <a:srgbClr val="9FFF68"/>
                </a:solidFill>
                <a:latin typeface="Pretendard"/>
                <a:ea typeface="Pretendard"/>
                <a:cs typeface="Pretendard"/>
              </a:defRPr>
            </a:lvl6pPr>
            <a:lvl7pPr algn="l">
              <a:defRPr sz="3450" b="1">
                <a:solidFill>
                  <a:srgbClr val="9FFF68"/>
                </a:solidFill>
                <a:latin typeface="Pretendard"/>
                <a:ea typeface="Pretendard"/>
                <a:cs typeface="Pretendard"/>
              </a:defRPr>
            </a:lvl7pPr>
            <a:lvl8pPr algn="l">
              <a:defRPr sz="3450" b="1">
                <a:solidFill>
                  <a:srgbClr val="9FFF68"/>
                </a:solidFill>
                <a:latin typeface="Pretendard"/>
                <a:ea typeface="Pretendard"/>
                <a:cs typeface="Pretendard"/>
              </a:defRPr>
            </a:lvl8pPr>
            <a:lvl9pPr algn="l">
              <a:defRPr sz="3450" b="1">
                <a:solidFill>
                  <a:srgbClr val="9FFF68"/>
                </a:solidFill>
                <a:latin typeface="Pretendard"/>
                <a:ea typeface="Pretendard"/>
                <a:cs typeface="Pretendard"/>
              </a:defRPr>
            </a:lvl9pPr>
          </a:lstStyle>
          <a:p xmlns:a="http://schemas.openxmlformats.org/drawingml/2006/main">
            <a:pPr algn="l">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03</a:t>
            </a:r>
          </a:p>
        </p:txBody>
      </p:sp>
      <p:sp>
        <p:nvSpPr>
          <p:cNvPr id="18" name="text">
            <a:extLst xmlns:a="http://schemas.openxmlformats.org/drawingml/2006/main">
              <a:ext uri="{FF2B5EF4-FFF2-40B4-BE49-F238E27FC236}">
                <a16:creationId xmlns:a16="http://schemas.microsoft.com/office/drawing/2014/main" id="{6F07D615-9626-4332-9170-7292D2213177}"/>
              </a:ext>
            </a:extLst>
          </p:cNvPr>
          <p:cNvSpPr>
            <a:spLocks xmlns:a="http://schemas.openxmlformats.org/drawingml/2006/main" noGrp="1"/>
          </p:cNvSpPr>
          <p:nvPr/>
        </p:nvSpPr>
        <p:spPr>
          <a:xfrm xmlns:a="http://schemas.openxmlformats.org/drawingml/2006/main">
            <a:off x="12077700" y="5553075"/>
            <a:ext cx="4229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계수·단위</a:t>
            </a:r>
          </a:p>
        </p:txBody>
      </p:sp>
      <p:sp>
        <p:nvSpPr>
          <p:cNvPr id="19" name="text">
            <a:extLst xmlns:a="http://schemas.openxmlformats.org/drawingml/2006/main">
              <a:ext uri="{FF2B5EF4-FFF2-40B4-BE49-F238E27FC236}">
                <a16:creationId xmlns:a16="http://schemas.microsoft.com/office/drawing/2014/main" id="{3EF3E9C2-7625-4878-9D0D-A5778F697900}"/>
              </a:ext>
            </a:extLst>
          </p:cNvPr>
          <p:cNvSpPr>
            <a:spLocks xmlns:a="http://schemas.openxmlformats.org/drawingml/2006/main" noGrp="1"/>
          </p:cNvSpPr>
          <p:nvPr/>
        </p:nvSpPr>
        <p:spPr>
          <a:xfrm xmlns:a="http://schemas.openxmlformats.org/drawingml/2006/main">
            <a:off x="12077700" y="6448425"/>
            <a:ext cx="42291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0">
                <a:solidFill>
                  <a:srgbClr val="C9C9C9"/>
                </a:solidFill>
                <a:latin typeface="Pretendard"/>
                <a:ea typeface="Pretendard"/>
                <a:cs typeface="Pretendard"/>
              </a:defRPr>
            </a:defPPr>
            <a:lvl1pPr algn="l">
              <a:defRPr sz="2625" b="0">
                <a:solidFill>
                  <a:srgbClr val="C9C9C9"/>
                </a:solidFill>
                <a:latin typeface="Pretendard"/>
                <a:ea typeface="Pretendard"/>
                <a:cs typeface="Pretendard"/>
              </a:defRPr>
            </a:lvl1pPr>
            <a:lvl2pPr algn="l">
              <a:defRPr sz="2625" b="0">
                <a:solidFill>
                  <a:srgbClr val="C9C9C9"/>
                </a:solidFill>
                <a:latin typeface="Pretendard"/>
                <a:ea typeface="Pretendard"/>
                <a:cs typeface="Pretendard"/>
              </a:defRPr>
            </a:lvl2pPr>
            <a:lvl3pPr algn="l">
              <a:defRPr sz="2625" b="0">
                <a:solidFill>
                  <a:srgbClr val="C9C9C9"/>
                </a:solidFill>
                <a:latin typeface="Pretendard"/>
                <a:ea typeface="Pretendard"/>
                <a:cs typeface="Pretendard"/>
              </a:defRPr>
            </a:lvl3pPr>
            <a:lvl4pPr algn="l">
              <a:defRPr sz="2625" b="0">
                <a:solidFill>
                  <a:srgbClr val="C9C9C9"/>
                </a:solidFill>
                <a:latin typeface="Pretendard"/>
                <a:ea typeface="Pretendard"/>
                <a:cs typeface="Pretendard"/>
              </a:defRPr>
            </a:lvl4pPr>
            <a:lvl5pPr algn="l">
              <a:defRPr sz="2625" b="0">
                <a:solidFill>
                  <a:srgbClr val="C9C9C9"/>
                </a:solidFill>
                <a:latin typeface="Pretendard"/>
                <a:ea typeface="Pretendard"/>
                <a:cs typeface="Pretendard"/>
              </a:defRPr>
            </a:lvl5pPr>
            <a:lvl6pPr algn="l">
              <a:defRPr sz="2625" b="0">
                <a:solidFill>
                  <a:srgbClr val="C9C9C9"/>
                </a:solidFill>
                <a:latin typeface="Pretendard"/>
                <a:ea typeface="Pretendard"/>
                <a:cs typeface="Pretendard"/>
              </a:defRPr>
            </a:lvl6pPr>
            <a:lvl7pPr algn="l">
              <a:defRPr sz="2625" b="0">
                <a:solidFill>
                  <a:srgbClr val="C9C9C9"/>
                </a:solidFill>
                <a:latin typeface="Pretendard"/>
                <a:ea typeface="Pretendard"/>
                <a:cs typeface="Pretendard"/>
              </a:defRPr>
            </a:lvl7pPr>
            <a:lvl8pPr algn="l">
              <a:defRPr sz="2625" b="0">
                <a:solidFill>
                  <a:srgbClr val="C9C9C9"/>
                </a:solidFill>
                <a:latin typeface="Pretendard"/>
                <a:ea typeface="Pretendard"/>
                <a:cs typeface="Pretendard"/>
              </a:defRPr>
            </a:lvl8pPr>
            <a:lvl9pPr algn="l">
              <a:defRPr sz="2625" b="0">
                <a:solidFill>
                  <a:srgbClr val="C9C9C9"/>
                </a:solidFill>
                <a:latin typeface="Pretendard"/>
                <a:ea typeface="Pretendard"/>
                <a:cs typeface="Pretendard"/>
              </a:defRPr>
            </a:lvl9pPr>
          </a:lstStyle>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반응 계수를 곱하고</a:t>
            </a:r>
          </a:p>
          <a:p xmlns:a="http://schemas.openxmlformats.org/drawingml/2006/main">
            <a:pPr algn="l">
              <a:defRPr sz="2625" b="0">
                <a:solidFill>
                  <a:srgbClr val="C9C9C9"/>
                </a:solidFill>
                <a:latin typeface="Pretendard"/>
                <a:ea typeface="Pretendard"/>
                <a:cs typeface="Pretendard"/>
              </a:defRPr>
            </a:pPr>
            <a:r>
              <a:rPr sz="2625" b="0">
                <a:solidFill>
                  <a:srgbClr val="C9C9C9"/>
                </a:solidFill>
                <a:latin typeface="Pretendard"/>
                <a:ea typeface="Pretendard"/>
                <a:cs typeface="Pretendard"/>
              </a:rPr>
              <a:t>kJ/mol과 kJ를 구분한다.</a:t>
            </a:r>
          </a:p>
        </p:txBody>
      </p:sp>
      <p:sp>
        <p:nvSpPr>
          <p:cNvPr id="20" name="text">
            <a:extLst xmlns:a="http://schemas.openxmlformats.org/drawingml/2006/main">
              <a:ext uri="{FF2B5EF4-FFF2-40B4-BE49-F238E27FC236}">
                <a16:creationId xmlns:a16="http://schemas.microsoft.com/office/drawing/2014/main" id="{99481A94-0C3A-440A-AF58-326F7D07C9B9}"/>
              </a:ext>
            </a:extLst>
          </p:cNvPr>
          <p:cNvSpPr>
            <a:spLocks xmlns:a="http://schemas.openxmlformats.org/drawingml/2006/main" noGrp="1"/>
          </p:cNvSpPr>
          <p:nvPr/>
        </p:nvSpPr>
        <p:spPr>
          <a:xfrm xmlns:a="http://schemas.openxmlformats.org/drawingml/2006/main">
            <a:off x="2095500" y="8915400"/>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BBBBBB"/>
                </a:solidFill>
                <a:latin typeface="Pretendard"/>
                <a:ea typeface="Pretendard"/>
                <a:cs typeface="Pretendard"/>
              </a:defRPr>
            </a:defPPr>
            <a:lvl1pPr algn="ctr">
              <a:defRPr sz="2625" b="0">
                <a:solidFill>
                  <a:srgbClr val="BBBBBB"/>
                </a:solidFill>
                <a:latin typeface="Pretendard"/>
                <a:ea typeface="Pretendard"/>
                <a:cs typeface="Pretendard"/>
              </a:defRPr>
            </a:lvl1pPr>
            <a:lvl2pPr algn="ctr">
              <a:defRPr sz="2625" b="0">
                <a:solidFill>
                  <a:srgbClr val="BBBBBB"/>
                </a:solidFill>
                <a:latin typeface="Pretendard"/>
                <a:ea typeface="Pretendard"/>
                <a:cs typeface="Pretendard"/>
              </a:defRPr>
            </a:lvl2pPr>
            <a:lvl3pPr algn="ctr">
              <a:defRPr sz="2625" b="0">
                <a:solidFill>
                  <a:srgbClr val="BBBBBB"/>
                </a:solidFill>
                <a:latin typeface="Pretendard"/>
                <a:ea typeface="Pretendard"/>
                <a:cs typeface="Pretendard"/>
              </a:defRPr>
            </a:lvl3pPr>
            <a:lvl4pPr algn="ctr">
              <a:defRPr sz="2625" b="0">
                <a:solidFill>
                  <a:srgbClr val="BBBBBB"/>
                </a:solidFill>
                <a:latin typeface="Pretendard"/>
                <a:ea typeface="Pretendard"/>
                <a:cs typeface="Pretendard"/>
              </a:defRPr>
            </a:lvl4pPr>
            <a:lvl5pPr algn="ctr">
              <a:defRPr sz="2625" b="0">
                <a:solidFill>
                  <a:srgbClr val="BBBBBB"/>
                </a:solidFill>
                <a:latin typeface="Pretendard"/>
                <a:ea typeface="Pretendard"/>
                <a:cs typeface="Pretendard"/>
              </a:defRPr>
            </a:lvl5pPr>
            <a:lvl6pPr algn="ctr">
              <a:defRPr sz="2625" b="0">
                <a:solidFill>
                  <a:srgbClr val="BBBBBB"/>
                </a:solidFill>
                <a:latin typeface="Pretendard"/>
                <a:ea typeface="Pretendard"/>
                <a:cs typeface="Pretendard"/>
              </a:defRPr>
            </a:lvl6pPr>
            <a:lvl7pPr algn="ctr">
              <a:defRPr sz="2625" b="0">
                <a:solidFill>
                  <a:srgbClr val="BBBBBB"/>
                </a:solidFill>
                <a:latin typeface="Pretendard"/>
                <a:ea typeface="Pretendard"/>
                <a:cs typeface="Pretendard"/>
              </a:defRPr>
            </a:lvl7pPr>
            <a:lvl8pPr algn="ctr">
              <a:defRPr sz="2625" b="0">
                <a:solidFill>
                  <a:srgbClr val="BBBBBB"/>
                </a:solidFill>
                <a:latin typeface="Pretendard"/>
                <a:ea typeface="Pretendard"/>
                <a:cs typeface="Pretendard"/>
              </a:defRPr>
            </a:lvl8pPr>
            <a:lvl9pPr algn="ctr">
              <a:defRPr sz="2625" b="0">
                <a:solidFill>
                  <a:srgbClr val="BBBBBB"/>
                </a:solidFill>
                <a:latin typeface="Pretendard"/>
                <a:ea typeface="Pretendard"/>
                <a:cs typeface="Pretendard"/>
              </a:defRPr>
            </a:lvl9pPr>
          </a:lstStyle>
          <a:p xmlns:a="http://schemas.openxmlformats.org/drawingml/2006/main">
            <a:pPr algn="ctr">
              <a:defRPr sz="2625" b="0">
                <a:solidFill>
                  <a:srgbClr val="BBBBBB"/>
                </a:solidFill>
                <a:latin typeface="Pretendard"/>
                <a:ea typeface="Pretendard"/>
                <a:cs typeface="Pretendard"/>
              </a:defRPr>
            </a:pPr>
            <a:r>
              <a:rPr sz="2625" b="0">
                <a:solidFill>
                  <a:srgbClr val="BBBBBB"/>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2017188556"/>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31F7A1E-1005-4BCE-82D8-57806FC0BC82}"/>
              </a:ext>
            </a:extLst>
          </p:cNvPr>
          <p:cNvPicPr>
            <a:picLocks xmlns:a="http://schemas.openxmlformats.org/drawingml/2006/main" noChangeAspect="1"/>
          </p:cNvPicPr>
          <p:nvPr/>
        </p:nvPicPr>
        <p:blipFill>
          <a:blip xmlns:r="http://schemas.openxmlformats.org/officeDocument/2006/relationships" xmlns:a="http://schemas.openxmlformats.org/drawingml/2006/main" r:embed="Rde3ba40a0afc4fe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50F38B8F-4373-4EE7-9DD0-3F84905701F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B6A3225-F446-4BBF-B087-7D7D3D392AD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D70490DE-8E62-4FBA-A798-1D2C94062A72}"/>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AB054CC-5B0B-4762-9418-657EC0693907}"/>
              </a:ext>
            </a:extLst>
          </p:cNvPr>
          <p:cNvPicPr>
            <a:picLocks xmlns:a="http://schemas.openxmlformats.org/drawingml/2006/main" noChangeAspect="1"/>
          </p:cNvPicPr>
          <p:nvPr/>
        </p:nvPicPr>
        <p:blipFill>
          <a:blip xmlns:r="http://schemas.openxmlformats.org/officeDocument/2006/relationships" xmlns:a="http://schemas.openxmlformats.org/drawingml/2006/main" r:embed="R9f328865d2c1456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E3F82BC0-9B99-4ED1-AA29-06841656BF1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7FF147F5-D200-4273-9952-A0D6B535AE6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DA4CE406-07C0-4198-BDC4-D6BB18587B0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E3F34BFD-874C-4277-BC23-6CB195EA4CF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76279928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0774EBD-313C-48B0-900F-D105DF2F72B5}"/>
              </a:ext>
            </a:extLst>
          </p:cNvPr>
          <p:cNvPicPr>
            <a:picLocks xmlns:a="http://schemas.openxmlformats.org/drawingml/2006/main" noChangeAspect="1"/>
          </p:cNvPicPr>
          <p:nvPr/>
        </p:nvPicPr>
        <p:blipFill>
          <a:blip xmlns:r="http://schemas.openxmlformats.org/officeDocument/2006/relationships" xmlns:a="http://schemas.openxmlformats.org/drawingml/2006/main" r:embed="Rcff9835737d44c9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7E59F8-9805-4637-8D7D-4831FA5339D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4FEDB8A-FECB-4338-B907-8FCF45E2E7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47F7B1E-4269-491F-B869-A7860131622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82D9F20-EC4E-4BFC-B647-57535FFC57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44445189-6FFE-4652-97D1-9188973DDD4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D359B1B2-CCAF-47D3-BF19-F1FD41489BEB}"/>
              </a:ext>
            </a:extLst>
          </p:cNvPr>
          <p:cNvPicPr>
            <a:picLocks xmlns:a="http://schemas.openxmlformats.org/drawingml/2006/main" noChangeAspect="1"/>
          </p:cNvPicPr>
          <p:nvPr/>
        </p:nvPicPr>
        <p:blipFill>
          <a:blip xmlns:r="http://schemas.openxmlformats.org/officeDocument/2006/relationships" xmlns:a="http://schemas.openxmlformats.org/drawingml/2006/main" r:embed="R33147cc7076f4e59"/>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3A24B19-A70F-4599-A48D-7FFDA69881A7}"/>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04B784B3-3181-496B-B106-4412E8C3F5D5}"/>
              </a:ext>
            </a:extLst>
          </p:cNvPr>
          <p:cNvPicPr>
            <a:picLocks xmlns:a="http://schemas.openxmlformats.org/drawingml/2006/main" noChangeAspect="1"/>
          </p:cNvPicPr>
          <p:nvPr/>
        </p:nvPicPr>
        <p:blipFill>
          <a:blip xmlns:r="http://schemas.openxmlformats.org/officeDocument/2006/relationships" xmlns:a="http://schemas.openxmlformats.org/drawingml/2006/main" r:embed="R1cd16d5a2f19465c"/>
          <a:stretch xmlns:a="http://schemas.openxmlformats.org/drawingml/2006/main"/>
        </p:blipFill>
        <p:spPr>
          <a:xfrm xmlns:a="http://schemas.openxmlformats.org/drawingml/2006/main">
            <a:off x="7524750" y="5125056"/>
            <a:ext cx="6310738" cy="60838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CD7151E-29B6-4040-9B48-31CC64C7BAED}"/>
              </a:ext>
            </a:extLst>
          </p:cNvPr>
          <p:cNvPicPr>
            <a:picLocks xmlns:a="http://schemas.openxmlformats.org/drawingml/2006/main" noChangeAspect="1"/>
          </p:cNvPicPr>
          <p:nvPr/>
        </p:nvPicPr>
        <p:blipFill>
          <a:blip xmlns:r="http://schemas.openxmlformats.org/officeDocument/2006/relationships" xmlns:a="http://schemas.openxmlformats.org/drawingml/2006/main" r:embed="Rcc573965414647f1"/>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75A5D3C-6789-46EE-A5CC-BCF582DA621E}"/>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3BDB161B-370E-4DEC-B57E-D531860AA670}"/>
              </a:ext>
            </a:extLst>
          </p:cNvPr>
          <p:cNvPicPr>
            <a:picLocks xmlns:a="http://schemas.openxmlformats.org/drawingml/2006/main" noChangeAspect="1"/>
          </p:cNvPicPr>
          <p:nvPr/>
        </p:nvPicPr>
        <p:blipFill>
          <a:blip xmlns:r="http://schemas.openxmlformats.org/officeDocument/2006/relationships" xmlns:a="http://schemas.openxmlformats.org/drawingml/2006/main" r:embed="R6282106706ff4ecb"/>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00785631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3DDB153-A73F-4103-834B-B39FFB7EC1BB}"/>
              </a:ext>
            </a:extLst>
          </p:cNvPr>
          <p:cNvPicPr>
            <a:picLocks xmlns:a="http://schemas.openxmlformats.org/drawingml/2006/main" noChangeAspect="1"/>
          </p:cNvPicPr>
          <p:nvPr/>
        </p:nvPicPr>
        <p:blipFill>
          <a:blip xmlns:r="http://schemas.openxmlformats.org/officeDocument/2006/relationships" xmlns:a="http://schemas.openxmlformats.org/drawingml/2006/main" r:embed="R82313c8b593045e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2D1593B-8EB9-470B-AB67-ACBFDA3ADBF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7457CEE-EC6A-44CA-95FC-D6A7F7C015F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8168F36-9CBA-48ED-9F22-84DDD2A1419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282F169-C85C-4A85-976E-C27FB04F22B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693516D1-6B71-4E82-A57C-659FA3C1D0E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B432464B-FFF8-4EBC-A7BD-1957AA4E167B}"/>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7682FD2E-079E-45BE-B2ED-33C0226183B2}"/>
              </a:ext>
            </a:extLst>
          </p:cNvPr>
          <p:cNvPicPr>
            <a:picLocks xmlns:a="http://schemas.openxmlformats.org/drawingml/2006/main" noChangeAspect="1"/>
          </p:cNvPicPr>
          <p:nvPr/>
        </p:nvPicPr>
        <p:blipFill>
          <a:blip xmlns:r="http://schemas.openxmlformats.org/officeDocument/2006/relationships" xmlns:a="http://schemas.openxmlformats.org/drawingml/2006/main" r:embed="R3d4c383cff05414b"/>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CCBD9E7-5FEF-48D3-A882-33C3EA3F44E0}"/>
              </a:ext>
            </a:extLst>
          </p:cNvPr>
          <p:cNvPicPr>
            <a:picLocks xmlns:a="http://schemas.openxmlformats.org/drawingml/2006/main" noChangeAspect="1"/>
          </p:cNvPicPr>
          <p:nvPr/>
        </p:nvPicPr>
        <p:blipFill>
          <a:blip xmlns:r="http://schemas.openxmlformats.org/officeDocument/2006/relationships" xmlns:a="http://schemas.openxmlformats.org/drawingml/2006/main" r:embed="R5f311d1bd69d4392"/>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C52EB689-957A-41F0-B0A5-DB107C67D4F0}"/>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211C3CC8-7F31-445D-B748-2AF5887851E2}"/>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4ABC8507-BF12-4E08-A380-18577863E2F3}"/>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42EED41C-82AB-4DA8-A507-893950F072CF}"/>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91749383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74709DE9-3299-4F2E-9AB5-AC49264EC17A}"/>
              </a:ext>
            </a:extLst>
          </p:cNvPr>
          <p:cNvPicPr>
            <a:picLocks xmlns:a="http://schemas.openxmlformats.org/drawingml/2006/main" noChangeAspect="1"/>
          </p:cNvPicPr>
          <p:nvPr/>
        </p:nvPicPr>
        <p:blipFill>
          <a:blip xmlns:r="http://schemas.openxmlformats.org/officeDocument/2006/relationships" xmlns:a="http://schemas.openxmlformats.org/drawingml/2006/main" r:embed="R088f25ff21d0481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735578-30DA-4B47-938E-0C8601C6F9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F3A70DF-4E7C-4853-9095-125A249987D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9889DF6-566C-4DDC-B454-FADBEDDEC21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898F56F-21A0-46E1-809E-CF0480A7287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7F2DD3A-C0FB-401F-9C69-20FD3483B17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329CB03E-7EBB-4C43-B74D-3DAA8DB544A8}"/>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B90524BD-DE9F-4F52-BDA6-3FEA3AAC9A79}"/>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A55A4C58-CF4C-40B8-82E4-3F023FB84B9A}"/>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99F956A0-E882-4F23-B8E0-3F4F904A54F5}"/>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83D705D-F0A0-47F1-BCD2-B5E7BF6D9A60}"/>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F238CAC4-7974-450C-8DFA-E2C87EFBF315}"/>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A5E61482-18F1-45BE-93ED-3503CD829075}"/>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33E258F7-D6E6-4654-B24E-F41ED914F403}"/>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5B8FC67A-466C-440A-9285-CD16E0960A6B}"/>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135A7D19-FAD1-421E-AA22-06E6AD99F37E}"/>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FB35908A-0A40-4960-B387-A43BCA5BF7D3}"/>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19AAB17A-2A7B-4123-BEE9-58531DD91BD2}"/>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69F0FE0E-77BC-469F-B3D6-22BB41288A27}"/>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38711DBD-E2A6-4EED-ADD3-8D678F48BF5B}"/>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141FB65F-666E-44D2-911F-C49E7D573204}"/>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69226284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5344C08-92E5-4EA9-B195-A641EAD6E183}"/>
              </a:ext>
            </a:extLst>
          </p:cNvPr>
          <p:cNvPicPr>
            <a:picLocks xmlns:a="http://schemas.openxmlformats.org/drawingml/2006/main" noChangeAspect="1"/>
          </p:cNvPicPr>
          <p:nvPr/>
        </p:nvPicPr>
        <p:blipFill>
          <a:blip xmlns:r="http://schemas.openxmlformats.org/officeDocument/2006/relationships" xmlns:a="http://schemas.openxmlformats.org/drawingml/2006/main" r:embed="R8ee26b983e274d7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3AD5663-C4E0-47E6-8764-308766B75CE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B4E7356-0E08-49B0-897F-DBB5CB8FC38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B233CBE-8B0F-4678-B08D-E626FAE8343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A9CD1B3-DECE-48D0-8D96-C6809D1E6E6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B89ABC89-4D79-48E8-940D-15B12EBCB47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3BA2238B-138B-420A-9B2A-BACA0A780ECD}"/>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E4AE199-CB93-4C0C-ADB2-8AD89CCDB57A}"/>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E0F250CD-28B2-4396-836F-81CC4010ED33}"/>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C818926-5606-4FF9-82DC-094703001A83}"/>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39C9013-4F11-43C6-A45B-DECA7E825F10}"/>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E990D426-E798-431B-8159-5B35482FA001}"/>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24688586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A81D018B-4134-4C45-A284-5F7811BDC5F6}"/>
              </a:ext>
            </a:extLst>
          </p:cNvPr>
          <p:cNvPicPr>
            <a:picLocks xmlns:a="http://schemas.openxmlformats.org/drawingml/2006/main" noChangeAspect="1"/>
          </p:cNvPicPr>
          <p:nvPr/>
        </p:nvPicPr>
        <p:blipFill>
          <a:blip xmlns:r="http://schemas.openxmlformats.org/officeDocument/2006/relationships" xmlns:a="http://schemas.openxmlformats.org/drawingml/2006/main" r:embed="Re03c1f68d6c14ba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7AA70A3-F700-48F1-BCD3-3D021748702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F6B5961-34B4-4FAC-9DFA-E5EC9AC0202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BEF490B-5154-4817-8FB5-3C7CCD8126F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2E290B0-63EF-447E-AAC4-06B34309D92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23B8581-0541-4CDA-974E-C0CAC302260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905C3281-E463-4FA3-B7D1-39744041D2FC}"/>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5C27EC5D-1B81-4C71-800F-5D3A26F14743}"/>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B5AA4F2A-50F4-4ECE-9A69-5CBCE2A547CA}"/>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1D8AB979-871A-47CE-8280-8D519CC907B1}"/>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37E6BBD9-432A-48E7-85F5-5050A5CEE085}"/>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2DD4133-F637-4855-ADE3-86BE8179F251}"/>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9E41F542-632C-4B79-95F9-69183A26D27C}"/>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C958DD84-4BD9-4991-AB16-CE8A317DC905}"/>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BCA153A9-4385-4B1C-A9CC-90C33CC5F861}"/>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AF7161D0-D07D-4632-8421-E056B2BDBD6F}"/>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EC49B773-8CAC-4FFE-8CA0-4AD238E3D27F}"/>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2E43DAC5-EB36-4BAB-ACCC-BB6EA69B6C31}"/>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14073438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9A2D61A-7BD0-408D-A0C1-D7ECA4820717}"/>
              </a:ext>
            </a:extLst>
          </p:cNvPr>
          <p:cNvPicPr>
            <a:picLocks xmlns:a="http://schemas.openxmlformats.org/drawingml/2006/main" noChangeAspect="1"/>
          </p:cNvPicPr>
          <p:nvPr/>
        </p:nvPicPr>
        <p:blipFill>
          <a:blip xmlns:r="http://schemas.openxmlformats.org/officeDocument/2006/relationships" xmlns:a="http://schemas.openxmlformats.org/drawingml/2006/main" r:embed="R34d13cc25db9457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74504E3-497B-4763-8ACA-4ACBA89A9B3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1C93C9F-ACFA-455D-9628-AB68E46D8CA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5FE163B-19CF-41D9-8630-F1A1BEFAD4A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3FFDB3C-46C0-423D-A3F3-0CD136EA143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88F3BB0-B7B9-462A-841A-7237E74F647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20E98228-A58E-4244-8577-256504FA683A}"/>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8B910EE-7C8D-49E2-BCDB-A8AEE31BBFE4}"/>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102679A-DECE-4FD9-925B-63E731A6EAD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497A361-CCC7-4701-AB96-56F56D3F2463}"/>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E5843D2-0A0A-42FB-B36B-2242E644CC2A}"/>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0255CC4-2ABB-4975-AF4F-FCE259695B3B}"/>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57738912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E0748AE-8B40-4BB6-84B0-AC71184F3FA8}"/>
              </a:ext>
            </a:extLst>
          </p:cNvPr>
          <p:cNvPicPr>
            <a:picLocks xmlns:a="http://schemas.openxmlformats.org/drawingml/2006/main" noChangeAspect="1"/>
          </p:cNvPicPr>
          <p:nvPr/>
        </p:nvPicPr>
        <p:blipFill>
          <a:blip xmlns:r="http://schemas.openxmlformats.org/officeDocument/2006/relationships" xmlns:a="http://schemas.openxmlformats.org/drawingml/2006/main" r:embed="R96f393fd2c9a429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61F100-C4B7-4D0F-AB73-9AE9785E71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91453A-5C8E-495A-8F84-595F43EBB7A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4362F33-6FD6-497D-97A9-648DBB9903C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4E75F2D-A062-4E30-91FB-CE36B20D3B4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33099DA-79B0-4F48-AFAD-8EDF398BF72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756A7A6A-83F9-4B39-B453-6A96F03B598B}"/>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11AE0B53-5C58-4A34-AD03-1FF9BEB0FDAD}"/>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rPr sz="4275"/>
              <a:t>−41.50 + (−52.25)</a:t>
            </a:r>
          </a:p>
        </p:txBody>
      </p:sp>
      <p:sp>
        <p:nvSpPr>
          <p:cNvPr id="9" name="text">
            <a:extLst xmlns:a="http://schemas.openxmlformats.org/drawingml/2006/main">
              <a:ext uri="{FF2B5EF4-FFF2-40B4-BE49-F238E27FC236}">
                <a16:creationId xmlns:a16="http://schemas.microsoft.com/office/drawing/2014/main" id="{4D662AE8-72AE-4DDD-B1A5-B44A2FF5979D}"/>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57962F"/>
                </a:solidFill>
                <a:latin typeface="Pretendard"/>
                <a:ea typeface="Pretendard"/>
                <a:cs typeface="Pretendard"/>
              </a:defRPr>
            </a:defPPr>
            <a:lvl1pPr algn="l">
              <a:defRPr sz="4275" b="1">
                <a:solidFill>
                  <a:srgbClr val="57962F"/>
                </a:solidFill>
                <a:latin typeface="Pretendard"/>
                <a:ea typeface="Pretendard"/>
                <a:cs typeface="Pretendard"/>
              </a:defRPr>
            </a:lvl1pPr>
            <a:lvl2pPr algn="l">
              <a:defRPr sz="4275" b="1">
                <a:solidFill>
                  <a:srgbClr val="57962F"/>
                </a:solidFill>
                <a:latin typeface="Pretendard"/>
                <a:ea typeface="Pretendard"/>
                <a:cs typeface="Pretendard"/>
              </a:defRPr>
            </a:lvl2pPr>
            <a:lvl3pPr algn="l">
              <a:defRPr sz="4275" b="1">
                <a:solidFill>
                  <a:srgbClr val="57962F"/>
                </a:solidFill>
                <a:latin typeface="Pretendard"/>
                <a:ea typeface="Pretendard"/>
                <a:cs typeface="Pretendard"/>
              </a:defRPr>
            </a:lvl3pPr>
            <a:lvl4pPr algn="l">
              <a:defRPr sz="4275" b="1">
                <a:solidFill>
                  <a:srgbClr val="57962F"/>
                </a:solidFill>
                <a:latin typeface="Pretendard"/>
                <a:ea typeface="Pretendard"/>
                <a:cs typeface="Pretendard"/>
              </a:defRPr>
            </a:lvl4pPr>
            <a:lvl5pPr algn="l">
              <a:defRPr sz="4275" b="1">
                <a:solidFill>
                  <a:srgbClr val="57962F"/>
                </a:solidFill>
                <a:latin typeface="Pretendard"/>
                <a:ea typeface="Pretendard"/>
                <a:cs typeface="Pretendard"/>
              </a:defRPr>
            </a:lvl5pPr>
            <a:lvl6pPr algn="l">
              <a:defRPr sz="4275" b="1">
                <a:solidFill>
                  <a:srgbClr val="57962F"/>
                </a:solidFill>
                <a:latin typeface="Pretendard"/>
                <a:ea typeface="Pretendard"/>
                <a:cs typeface="Pretendard"/>
              </a:defRPr>
            </a:lvl6pPr>
            <a:lvl7pPr algn="l">
              <a:defRPr sz="4275" b="1">
                <a:solidFill>
                  <a:srgbClr val="57962F"/>
                </a:solidFill>
                <a:latin typeface="Pretendard"/>
                <a:ea typeface="Pretendard"/>
                <a:cs typeface="Pretendard"/>
              </a:defRPr>
            </a:lvl7pPr>
            <a:lvl8pPr algn="l">
              <a:defRPr sz="4275" b="1">
                <a:solidFill>
                  <a:srgbClr val="57962F"/>
                </a:solidFill>
                <a:latin typeface="Pretendard"/>
                <a:ea typeface="Pretendard"/>
                <a:cs typeface="Pretendard"/>
              </a:defRPr>
            </a:lvl8pPr>
            <a:lvl9pPr algn="l">
              <a:defRPr sz="4275" b="1">
                <a:solidFill>
                  <a:srgbClr val="57962F"/>
                </a:solidFill>
                <a:latin typeface="Pretendard"/>
                <a:ea typeface="Pretendard"/>
                <a:cs typeface="Pretendard"/>
              </a:defRPr>
            </a:lvl9pPr>
          </a:lstStyle>
          <a:p xmlns:a="http://schemas.openxmlformats.org/drawingml/2006/main">
            <a:pPr algn="l">
              <a:defRPr sz="4275" b="1">
                <a:solidFill>
                  <a:srgbClr val="57962F"/>
                </a:solidFill>
                <a:latin typeface="Pretendard"/>
                <a:ea typeface="Pretendard"/>
                <a:cs typeface="Pretendard"/>
              </a:defRPr>
            </a:pPr>
            <a:r>
              <a:rPr sz="4275"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7A0FFAB5-481C-41C4-A048-4EF64091EDAF}"/>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6E64D26F-A2B2-4CE5-9C17-F1D8E458B680}"/>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000000"/>
                </a:solidFill>
                <a:latin typeface="Pretendard"/>
                <a:ea typeface="Pretendard"/>
                <a:cs typeface="Pretendard"/>
              </a:defRPr>
            </a:defPPr>
            <a:lvl1pPr algn="l">
              <a:defRPr sz="4275" b="1">
                <a:solidFill>
                  <a:srgbClr val="000000"/>
                </a:solidFill>
                <a:latin typeface="Pretendard"/>
                <a:ea typeface="Pretendard"/>
                <a:cs typeface="Pretendard"/>
              </a:defRPr>
            </a:lvl1pPr>
            <a:lvl2pPr algn="l">
              <a:defRPr sz="4275" b="1">
                <a:solidFill>
                  <a:srgbClr val="000000"/>
                </a:solidFill>
                <a:latin typeface="Pretendard"/>
                <a:ea typeface="Pretendard"/>
                <a:cs typeface="Pretendard"/>
              </a:defRPr>
            </a:lvl2pPr>
            <a:lvl3pPr algn="l">
              <a:defRPr sz="4275" b="1">
                <a:solidFill>
                  <a:srgbClr val="000000"/>
                </a:solidFill>
                <a:latin typeface="Pretendard"/>
                <a:ea typeface="Pretendard"/>
                <a:cs typeface="Pretendard"/>
              </a:defRPr>
            </a:lvl3pPr>
            <a:lvl4pPr algn="l">
              <a:defRPr sz="4275" b="1">
                <a:solidFill>
                  <a:srgbClr val="000000"/>
                </a:solidFill>
                <a:latin typeface="Pretendard"/>
                <a:ea typeface="Pretendard"/>
                <a:cs typeface="Pretendard"/>
              </a:defRPr>
            </a:lvl4pPr>
            <a:lvl5pPr algn="l">
              <a:defRPr sz="4275" b="1">
                <a:solidFill>
                  <a:srgbClr val="000000"/>
                </a:solidFill>
                <a:latin typeface="Pretendard"/>
                <a:ea typeface="Pretendard"/>
                <a:cs typeface="Pretendard"/>
              </a:defRPr>
            </a:lvl5pPr>
            <a:lvl6pPr algn="l">
              <a:defRPr sz="4275" b="1">
                <a:solidFill>
                  <a:srgbClr val="000000"/>
                </a:solidFill>
                <a:latin typeface="Pretendard"/>
                <a:ea typeface="Pretendard"/>
                <a:cs typeface="Pretendard"/>
              </a:defRPr>
            </a:lvl6pPr>
            <a:lvl7pPr algn="l">
              <a:defRPr sz="4275" b="1">
                <a:solidFill>
                  <a:srgbClr val="000000"/>
                </a:solidFill>
                <a:latin typeface="Pretendard"/>
                <a:ea typeface="Pretendard"/>
                <a:cs typeface="Pretendard"/>
              </a:defRPr>
            </a:lvl7pPr>
            <a:lvl8pPr algn="l">
              <a:defRPr sz="4275" b="1">
                <a:solidFill>
                  <a:srgbClr val="000000"/>
                </a:solidFill>
                <a:latin typeface="Pretendard"/>
                <a:ea typeface="Pretendard"/>
                <a:cs typeface="Pretendard"/>
              </a:defRPr>
            </a:lvl8pPr>
            <a:lvl9pPr algn="l">
              <a:defRPr sz="4275" b="1">
                <a:solidFill>
                  <a:srgbClr val="000000"/>
                </a:solidFill>
                <a:latin typeface="Pretendard"/>
                <a:ea typeface="Pretendard"/>
                <a:cs typeface="Pretendard"/>
              </a:defRPr>
            </a:lvl9pPr>
          </a:lstStyle>
          <a:p xmlns:a="http://schemas.openxmlformats.org/drawingml/2006/main">
            <a:pPr algn="l">
              <a:defRPr sz="4275" b="1">
                <a:solidFill>
                  <a:srgbClr val="000000"/>
                </a:solidFill>
                <a:latin typeface="Pretendard"/>
                <a:ea typeface="Pretendard"/>
                <a:cs typeface="Pretendard"/>
              </a:defRPr>
            </a:pPr>
            <a:r>
              <a:rPr sz="4275"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A77ABEF0-34D1-4289-A951-BA7E1B007823}"/>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D155C9F3-F2ED-4827-A646-63421BC43BA7}"/>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86555023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1BCB2463-8F7C-4745-8FB5-70B5F1E3D888}"/>
              </a:ext>
            </a:extLst>
          </p:cNvPr>
          <p:cNvPicPr>
            <a:picLocks xmlns:a="http://schemas.openxmlformats.org/drawingml/2006/main" noChangeAspect="1"/>
          </p:cNvPicPr>
          <p:nvPr/>
        </p:nvPicPr>
        <p:blipFill>
          <a:blip xmlns:r="http://schemas.openxmlformats.org/officeDocument/2006/relationships" xmlns:a="http://schemas.openxmlformats.org/drawingml/2006/main" r:embed="R7b32900db34e491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82AB9F6-E49B-4059-B1E0-AFFCB6E8194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091FDD-C10C-457B-BC9D-D0BB3DE53E9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C2486EA-80AC-497D-B4F3-1DA328E4C19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1A2606EC-7CD1-479B-A721-96D7367AEF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DEBA2B89-1584-461F-AB40-E7AE9ECC2602}"/>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47F095C1-C8C2-4E17-8AEE-F2979F4E57F6}"/>
              </a:ext>
            </a:extLst>
          </p:cNvPr>
          <p:cNvPicPr>
            <a:picLocks xmlns:a="http://schemas.openxmlformats.org/drawingml/2006/main" noChangeAspect="1"/>
          </p:cNvPicPr>
          <p:nvPr/>
        </p:nvPicPr>
        <p:blipFill>
          <a:blip xmlns:r="http://schemas.openxmlformats.org/officeDocument/2006/relationships" xmlns:a="http://schemas.openxmlformats.org/drawingml/2006/main" r:embed="R689dbdc95d5b4fdf"/>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EA01C5C-AF98-4DE4-867F-B0C5A5C21D44}"/>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DD7B356B-3DA1-49FB-94C7-2EB78CF97765}"/>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2BEEC159-E37B-448E-A32A-90F735D5C577}"/>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A856890D-AF73-430D-9E95-DAD24239D3B6}"/>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80C44CF5-325E-4182-B1CA-935CB630F1AB}"/>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5017A3A0-336A-49B4-85F5-8758E13C9C6D}"/>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F2393B73-E2A7-4283-BEC1-BB0A612727CD}"/>
              </a:ext>
            </a:extLst>
          </p:cNvPr>
          <p:cNvPicPr>
            <a:picLocks xmlns:a="http://schemas.openxmlformats.org/drawingml/2006/main" noChangeAspect="1"/>
          </p:cNvPicPr>
          <p:nvPr/>
        </p:nvPicPr>
        <p:blipFill>
          <a:blip xmlns:r="http://schemas.openxmlformats.org/officeDocument/2006/relationships" xmlns:a="http://schemas.openxmlformats.org/drawingml/2006/main" r:embed="R811764affce84f43"/>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B7E08738-A624-40D1-BB5D-8489D1D9E3DC}"/>
              </a:ext>
            </a:extLst>
          </p:cNvPr>
          <p:cNvPicPr>
            <a:picLocks xmlns:a="http://schemas.openxmlformats.org/drawingml/2006/main" noChangeAspect="1"/>
          </p:cNvPicPr>
          <p:nvPr/>
        </p:nvPicPr>
        <p:blipFill>
          <a:blip xmlns:r="http://schemas.openxmlformats.org/officeDocument/2006/relationships" xmlns:a="http://schemas.openxmlformats.org/drawingml/2006/main" r:embed="Re5ebac26e7ad4eaa"/>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8248118D-38E0-4970-8AD7-E8E93E499D22}"/>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4FE3A6CD-51A3-466C-B502-CF3D7D32674C}"/>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5C010219-8BAB-46CD-BF2A-C718E1304134}"/>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6CE19466-B9A1-4E0A-BA15-397A70BE5EAA}"/>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031413D6-97BE-4406-A875-DB2F1B77AE96}"/>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6C3D757F-844B-49D3-9A12-04C229FDF8CC}"/>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1A20CB7E-2ABB-4CCC-86AD-A0CB1476704B}"/>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8E75AF77-A7F8-45FC-9A00-DCAC418AC33F}"/>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619578990"/>
      </p:ext>
    </p:extLst>
  </p:cSld>
</p:sld>
</file>

<file path=ppt/slides/slide5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21" name="로고 대비 바탕">
            <a:extLst xmlns:a="http://schemas.openxmlformats.org/drawingml/2006/main">
              <a:ext uri="{FF2B5EF4-FFF2-40B4-BE49-F238E27FC236}">
                <a16:creationId xmlns:a16="http://schemas.microsoft.com/office/drawing/2014/main" id="{816E103E-3F1D-4614-8A80-1511BB4951E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C3B3EB5-FAE3-44DD-BD04-19A823692187}"/>
              </a:ext>
            </a:extLst>
          </p:cNvPr>
          <p:cNvPicPr>
            <a:picLocks xmlns:a="http://schemas.openxmlformats.org/drawingml/2006/main" noChangeAspect="1"/>
          </p:cNvPicPr>
          <p:nvPr/>
        </p:nvPicPr>
        <p:blipFill>
          <a:blip xmlns:r="http://schemas.openxmlformats.org/officeDocument/2006/relationships" xmlns:a="http://schemas.openxmlformats.org/drawingml/2006/main" r:embed="R85080bfbe6424ab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A712DA85-280D-4FC9-B7ED-86F7C96462F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78E93FD7-70BC-4BDD-B4DB-B7CA950D9F5D}"/>
              </a:ext>
            </a:extLst>
          </p:cNvPr>
          <p:cNvSpPr>
            <a:spLocks xmlns:a="http://schemas.openxmlformats.org/drawingml/2006/main" noGrp="1"/>
          </p:cNvSpPr>
          <p:nvPr/>
        </p:nvSpPr>
        <p:spPr>
          <a:xfrm xmlns:a="http://schemas.openxmlformats.org/drawingml/2006/main">
            <a:off x="685800" y="723900"/>
            <a:ext cx="1476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4 실험으로 확인하는 헤스 법칙</a:t>
            </a:r>
          </a:p>
        </p:txBody>
      </p:sp>
      <p:sp>
        <p:nvSpPr>
          <p:cNvPr id="5" name="text">
            <a:extLst xmlns:a="http://schemas.openxmlformats.org/drawingml/2006/main">
              <a:ext uri="{FF2B5EF4-FFF2-40B4-BE49-F238E27FC236}">
                <a16:creationId xmlns:a16="http://schemas.microsoft.com/office/drawing/2014/main" id="{A01ED7B4-BA91-40A7-ACA9-2F9C04CF3F6F}"/>
              </a:ext>
            </a:extLst>
          </p:cNvPr>
          <p:cNvSpPr>
            <a:spLocks xmlns:a="http://schemas.openxmlformats.org/drawingml/2006/main" noGrp="1"/>
          </p:cNvSpPr>
          <p:nvPr/>
        </p:nvSpPr>
        <p:spPr>
          <a:xfrm xmlns:a="http://schemas.openxmlformats.org/drawingml/2006/main">
            <a:off x="68580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9FFF68"/>
                </a:solidFill>
                <a:latin typeface="Pretendard"/>
                <a:ea typeface="Pretendard"/>
                <a:cs typeface="Pretendard"/>
              </a:defRPr>
            </a:defPPr>
            <a:lvl1pPr algn="l">
              <a:defRPr sz="3660" b="1">
                <a:solidFill>
                  <a:srgbClr val="9FFF68"/>
                </a:solidFill>
                <a:latin typeface="Pretendard"/>
                <a:ea typeface="Pretendard"/>
                <a:cs typeface="Pretendard"/>
              </a:defRPr>
            </a:lvl1pPr>
            <a:lvl2pPr algn="l">
              <a:defRPr sz="3660" b="1">
                <a:solidFill>
                  <a:srgbClr val="9FFF68"/>
                </a:solidFill>
                <a:latin typeface="Pretendard"/>
                <a:ea typeface="Pretendard"/>
                <a:cs typeface="Pretendard"/>
              </a:defRPr>
            </a:lvl2pPr>
            <a:lvl3pPr algn="l">
              <a:defRPr sz="3660" b="1">
                <a:solidFill>
                  <a:srgbClr val="9FFF68"/>
                </a:solidFill>
                <a:latin typeface="Pretendard"/>
                <a:ea typeface="Pretendard"/>
                <a:cs typeface="Pretendard"/>
              </a:defRPr>
            </a:lvl3pPr>
            <a:lvl4pPr algn="l">
              <a:defRPr sz="3660" b="1">
                <a:solidFill>
                  <a:srgbClr val="9FFF68"/>
                </a:solidFill>
                <a:latin typeface="Pretendard"/>
                <a:ea typeface="Pretendard"/>
                <a:cs typeface="Pretendard"/>
              </a:defRPr>
            </a:lvl4pPr>
            <a:lvl5pPr algn="l">
              <a:defRPr sz="3660" b="1">
                <a:solidFill>
                  <a:srgbClr val="9FFF68"/>
                </a:solidFill>
                <a:latin typeface="Pretendard"/>
                <a:ea typeface="Pretendard"/>
                <a:cs typeface="Pretendard"/>
              </a:defRPr>
            </a:lvl5pPr>
            <a:lvl6pPr algn="l">
              <a:defRPr sz="3660" b="1">
                <a:solidFill>
                  <a:srgbClr val="9FFF68"/>
                </a:solidFill>
                <a:latin typeface="Pretendard"/>
                <a:ea typeface="Pretendard"/>
                <a:cs typeface="Pretendard"/>
              </a:defRPr>
            </a:lvl6pPr>
            <a:lvl7pPr algn="l">
              <a:defRPr sz="3660" b="1">
                <a:solidFill>
                  <a:srgbClr val="9FFF68"/>
                </a:solidFill>
                <a:latin typeface="Pretendard"/>
                <a:ea typeface="Pretendard"/>
                <a:cs typeface="Pretendard"/>
              </a:defRPr>
            </a:lvl7pPr>
            <a:lvl8pPr algn="l">
              <a:defRPr sz="3660" b="1">
                <a:solidFill>
                  <a:srgbClr val="9FFF68"/>
                </a:solidFill>
                <a:latin typeface="Pretendard"/>
                <a:ea typeface="Pretendard"/>
                <a:cs typeface="Pretendard"/>
              </a:defRPr>
            </a:lvl8pPr>
            <a:lvl9pPr algn="l">
              <a:defRPr sz="3660" b="1">
                <a:solidFill>
                  <a:srgbClr val="9FFF68"/>
                </a:solidFill>
                <a:latin typeface="Pretendard"/>
                <a:ea typeface="Pretendard"/>
                <a:cs typeface="Pretendard"/>
              </a:defRPr>
            </a:lvl9pPr>
          </a:lstStyle>
          <a:p xmlns:a="http://schemas.openxmlformats.org/drawingml/2006/main">
            <a:pPr algn="l">
              <a:defRPr sz="3660" b="1">
                <a:solidFill>
                  <a:srgbClr val="9FFF68"/>
                </a:solidFill>
                <a:latin typeface="Pretendard"/>
                <a:ea typeface="Pretendard"/>
                <a:cs typeface="Pretendard"/>
              </a:defRPr>
            </a:pPr>
            <a:r>
              <a:rPr sz="3660" b="1">
                <a:solidFill>
                  <a:srgbClr val="9FFF68"/>
                </a:solidFill>
                <a:latin typeface="Pretendard"/>
                <a:ea typeface="Pretendard"/>
                <a:cs typeface="Pretendard"/>
              </a:rPr>
              <a:t>03</a:t>
            </a:r>
          </a:p>
        </p:txBody>
      </p:sp>
      <p:sp>
        <p:nvSpPr>
          <p:cNvPr id="6" name="text">
            <a:extLst xmlns:a="http://schemas.openxmlformats.org/drawingml/2006/main">
              <a:ext uri="{FF2B5EF4-FFF2-40B4-BE49-F238E27FC236}">
                <a16:creationId xmlns:a16="http://schemas.microsoft.com/office/drawing/2014/main" id="{8DA89FA1-E683-4637-981B-E3AE7FBF895E}"/>
              </a:ext>
            </a:extLst>
          </p:cNvPr>
          <p:cNvSpPr>
            <a:spLocks xmlns:a="http://schemas.openxmlformats.org/drawingml/2006/main" noGrp="1"/>
          </p:cNvSpPr>
          <p:nvPr/>
        </p:nvSpPr>
        <p:spPr>
          <a:xfrm xmlns:a="http://schemas.openxmlformats.org/drawingml/2006/main">
            <a:off x="14287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FFFFFF"/>
                </a:solidFill>
                <a:latin typeface="Pretendard"/>
                <a:ea typeface="Pretendard"/>
                <a:cs typeface="Pretendard"/>
              </a:defRPr>
            </a:defPPr>
            <a:lvl1pPr algn="l">
              <a:defRPr sz="3660" b="1">
                <a:solidFill>
                  <a:srgbClr val="FFFFFF"/>
                </a:solidFill>
                <a:latin typeface="Pretendard"/>
                <a:ea typeface="Pretendard"/>
                <a:cs typeface="Pretendard"/>
              </a:defRPr>
            </a:lvl1pPr>
            <a:lvl2pPr algn="l">
              <a:defRPr sz="3660" b="1">
                <a:solidFill>
                  <a:srgbClr val="FFFFFF"/>
                </a:solidFill>
                <a:latin typeface="Pretendard"/>
                <a:ea typeface="Pretendard"/>
                <a:cs typeface="Pretendard"/>
              </a:defRPr>
            </a:lvl2pPr>
            <a:lvl3pPr algn="l">
              <a:defRPr sz="3660" b="1">
                <a:solidFill>
                  <a:srgbClr val="FFFFFF"/>
                </a:solidFill>
                <a:latin typeface="Pretendard"/>
                <a:ea typeface="Pretendard"/>
                <a:cs typeface="Pretendard"/>
              </a:defRPr>
            </a:lvl3pPr>
            <a:lvl4pPr algn="l">
              <a:defRPr sz="3660" b="1">
                <a:solidFill>
                  <a:srgbClr val="FFFFFF"/>
                </a:solidFill>
                <a:latin typeface="Pretendard"/>
                <a:ea typeface="Pretendard"/>
                <a:cs typeface="Pretendard"/>
              </a:defRPr>
            </a:lvl4pPr>
            <a:lvl5pPr algn="l">
              <a:defRPr sz="3660" b="1">
                <a:solidFill>
                  <a:srgbClr val="FFFFFF"/>
                </a:solidFill>
                <a:latin typeface="Pretendard"/>
                <a:ea typeface="Pretendard"/>
                <a:cs typeface="Pretendard"/>
              </a:defRPr>
            </a:lvl5pPr>
            <a:lvl6pPr algn="l">
              <a:defRPr sz="3660" b="1">
                <a:solidFill>
                  <a:srgbClr val="FFFFFF"/>
                </a:solidFill>
                <a:latin typeface="Pretendard"/>
                <a:ea typeface="Pretendard"/>
                <a:cs typeface="Pretendard"/>
              </a:defRPr>
            </a:lvl6pPr>
            <a:lvl7pPr algn="l">
              <a:defRPr sz="3660" b="1">
                <a:solidFill>
                  <a:srgbClr val="FFFFFF"/>
                </a:solidFill>
                <a:latin typeface="Pretendard"/>
                <a:ea typeface="Pretendard"/>
                <a:cs typeface="Pretendard"/>
              </a:defRPr>
            </a:lvl7pPr>
            <a:lvl8pPr algn="l">
              <a:defRPr sz="3660" b="1">
                <a:solidFill>
                  <a:srgbClr val="FFFFFF"/>
                </a:solidFill>
                <a:latin typeface="Pretendard"/>
                <a:ea typeface="Pretendard"/>
                <a:cs typeface="Pretendard"/>
              </a:defRPr>
            </a:lvl8pPr>
            <a:lvl9pPr algn="l">
              <a:defRPr sz="3660" b="1">
                <a:solidFill>
                  <a:srgbClr val="FFFFFF"/>
                </a:solidFill>
                <a:latin typeface="Pretendard"/>
                <a:ea typeface="Pretendard"/>
                <a:cs typeface="Pretendard"/>
              </a:defRPr>
            </a:lvl9pPr>
          </a:lstStyle>
          <a:p xmlns:a="http://schemas.openxmlformats.org/drawingml/2006/main">
            <a:pPr algn="l">
              <a:defRPr sz="3660" b="1">
                <a:solidFill>
                  <a:srgbClr val="FFFFFF"/>
                </a:solidFill>
                <a:latin typeface="Pretendard"/>
                <a:ea typeface="Pretendard"/>
                <a:cs typeface="Pretendard"/>
              </a:defRPr>
            </a:pPr>
            <a:r>
              <a:rPr sz="3660" b="1">
                <a:solidFill>
                  <a:srgbClr val="FFFFFF"/>
                </a:solidFill>
                <a:latin typeface="Pretendard"/>
                <a:ea typeface="Pretendard"/>
                <a:cs typeface="Pretendard"/>
              </a:rPr>
              <a:t>수업 정리</a:t>
            </a:r>
          </a:p>
        </p:txBody>
      </p:sp>
      <p:sp>
        <p:nvSpPr>
          <p:cNvPr id="7" name="text">
            <a:extLst xmlns:a="http://schemas.openxmlformats.org/drawingml/2006/main">
              <a:ext uri="{FF2B5EF4-FFF2-40B4-BE49-F238E27FC236}">
                <a16:creationId xmlns:a16="http://schemas.microsoft.com/office/drawing/2014/main" id="{E3D6EBA7-556A-47A1-A053-77DEC62A8A9D}"/>
              </a:ext>
            </a:extLst>
          </p:cNvPr>
          <p:cNvSpPr>
            <a:spLocks xmlns:a="http://schemas.openxmlformats.org/drawingml/2006/main" noGrp="1"/>
          </p:cNvSpPr>
          <p:nvPr/>
        </p:nvSpPr>
        <p:spPr>
          <a:xfrm xmlns:a="http://schemas.openxmlformats.org/drawingml/2006/main">
            <a:off x="1333500" y="2533650"/>
            <a:ext cx="1562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100" b="1">
                <a:solidFill>
                  <a:srgbClr val="FFFFFF"/>
                </a:solidFill>
                <a:latin typeface="Pretendard"/>
                <a:ea typeface="Pretendard"/>
                <a:cs typeface="Pretendard"/>
              </a:defRPr>
            </a:defPPr>
            <a:lvl1pPr algn="ctr">
              <a:defRPr sz="5100" b="1">
                <a:solidFill>
                  <a:srgbClr val="FFFFFF"/>
                </a:solidFill>
                <a:latin typeface="Pretendard"/>
                <a:ea typeface="Pretendard"/>
                <a:cs typeface="Pretendard"/>
              </a:defRPr>
            </a:lvl1pPr>
            <a:lvl2pPr algn="ctr">
              <a:defRPr sz="5100" b="1">
                <a:solidFill>
                  <a:srgbClr val="FFFFFF"/>
                </a:solidFill>
                <a:latin typeface="Pretendard"/>
                <a:ea typeface="Pretendard"/>
                <a:cs typeface="Pretendard"/>
              </a:defRPr>
            </a:lvl2pPr>
            <a:lvl3pPr algn="ctr">
              <a:defRPr sz="5100" b="1">
                <a:solidFill>
                  <a:srgbClr val="FFFFFF"/>
                </a:solidFill>
                <a:latin typeface="Pretendard"/>
                <a:ea typeface="Pretendard"/>
                <a:cs typeface="Pretendard"/>
              </a:defRPr>
            </a:lvl3pPr>
            <a:lvl4pPr algn="ctr">
              <a:defRPr sz="5100" b="1">
                <a:solidFill>
                  <a:srgbClr val="FFFFFF"/>
                </a:solidFill>
                <a:latin typeface="Pretendard"/>
                <a:ea typeface="Pretendard"/>
                <a:cs typeface="Pretendard"/>
              </a:defRPr>
            </a:lvl4pPr>
            <a:lvl5pPr algn="ctr">
              <a:defRPr sz="5100" b="1">
                <a:solidFill>
                  <a:srgbClr val="FFFFFF"/>
                </a:solidFill>
                <a:latin typeface="Pretendard"/>
                <a:ea typeface="Pretendard"/>
                <a:cs typeface="Pretendard"/>
              </a:defRPr>
            </a:lvl5pPr>
            <a:lvl6pPr algn="ctr">
              <a:defRPr sz="5100" b="1">
                <a:solidFill>
                  <a:srgbClr val="FFFFFF"/>
                </a:solidFill>
                <a:latin typeface="Pretendard"/>
                <a:ea typeface="Pretendard"/>
                <a:cs typeface="Pretendard"/>
              </a:defRPr>
            </a:lvl6pPr>
            <a:lvl7pPr algn="ctr">
              <a:defRPr sz="5100" b="1">
                <a:solidFill>
                  <a:srgbClr val="FFFFFF"/>
                </a:solidFill>
                <a:latin typeface="Pretendard"/>
                <a:ea typeface="Pretendard"/>
                <a:cs typeface="Pretendard"/>
              </a:defRPr>
            </a:lvl7pPr>
            <a:lvl8pPr algn="ctr">
              <a:defRPr sz="5100" b="1">
                <a:solidFill>
                  <a:srgbClr val="FFFFFF"/>
                </a:solidFill>
                <a:latin typeface="Pretendard"/>
                <a:ea typeface="Pretendard"/>
                <a:cs typeface="Pretendard"/>
              </a:defRPr>
            </a:lvl8pPr>
            <a:lvl9pPr algn="ctr">
              <a:defRPr sz="5100" b="1">
                <a:solidFill>
                  <a:srgbClr val="FFFFFF"/>
                </a:solidFill>
                <a:latin typeface="Pretendard"/>
                <a:ea typeface="Pretendard"/>
                <a:cs typeface="Pretendard"/>
              </a:defRPr>
            </a:lvl9pPr>
          </a:lstStyle>
          <a:p xmlns:a="http://schemas.openxmlformats.org/drawingml/2006/main">
            <a:pPr algn="ctr">
              <a:defRPr sz="5100" b="1">
                <a:solidFill>
                  <a:srgbClr val="FFFFFF"/>
                </a:solidFill>
                <a:latin typeface="Pretendard"/>
                <a:ea typeface="Pretendard"/>
                <a:cs typeface="Pretendard"/>
              </a:defRPr>
            </a:pPr>
            <a:r>
              <a:rPr sz="5100" b="1">
                <a:solidFill>
                  <a:srgbClr val="FFFFFF"/>
                </a:solidFill>
                <a:latin typeface="Pretendard"/>
                <a:ea typeface="Pretendard"/>
                <a:cs typeface="Pretendard"/>
              </a:rPr>
              <a:t>식과 그래프를 근거로 설명해 보자</a:t>
            </a:r>
          </a:p>
        </p:txBody>
      </p:sp>
      <p:sp>
        <p:nvSpPr>
          <p:cNvPr id="8" name="참조 확인 목록 패널">
            <a:extLst xmlns:a="http://schemas.openxmlformats.org/drawingml/2006/main">
              <a:ext uri="{FF2B5EF4-FFF2-40B4-BE49-F238E27FC236}">
                <a16:creationId xmlns:a16="http://schemas.microsoft.com/office/drawing/2014/main" id="{D5E49B9C-038B-43FB-A5E0-5B5FA5C3A5F2}"/>
              </a:ext>
            </a:extLst>
          </p:cNvPr>
          <p:cNvSpPr>
            <a:spLocks xmlns:a="http://schemas.openxmlformats.org/drawingml/2006/main" noGrp="1"/>
          </p:cNvSpPr>
          <p:nvPr/>
        </p:nvSpPr>
        <p:spPr>
          <a:xfrm xmlns:a="http://schemas.openxmlformats.org/drawingml/2006/main">
            <a:off x="1809750" y="4048125"/>
            <a:ext cx="14668500" cy="5334000"/>
          </a:xfrm>
          <a:prstGeom xmlns:a="http://schemas.openxmlformats.org/drawingml/2006/main" prst="roundRect">
            <a:avLst>
              <a:gd name="adj" fmla="val 5000"/>
            </a:avLst>
          </a:prstGeom>
          <a:solidFill xmlns:a="http://schemas.openxmlformats.org/drawingml/2006/main">
            <a:srgbClr val="202020"/>
          </a:solidFill>
          <a:ln xmlns:a="http://schemas.openxmlformats.org/drawingml/2006/main" w="0">
            <a:noFill/>
          </a:ln>
        </p:spPr>
      </p:sp>
      <p:sp>
        <p:nvSpPr>
          <p:cNvPr id="9" name="확인 표시 상자">
            <a:extLst xmlns:a="http://schemas.openxmlformats.org/drawingml/2006/main">
              <a:ext uri="{FF2B5EF4-FFF2-40B4-BE49-F238E27FC236}">
                <a16:creationId xmlns:a16="http://schemas.microsoft.com/office/drawing/2014/main" id="{09CC5D61-736F-492A-A2C6-00DB70D64F1B}"/>
              </a:ext>
            </a:extLst>
          </p:cNvPr>
          <p:cNvSpPr>
            <a:spLocks xmlns:a="http://schemas.openxmlformats.org/drawingml/2006/main" noGrp="1"/>
          </p:cNvSpPr>
          <p:nvPr/>
        </p:nvSpPr>
        <p:spPr>
          <a:xfrm xmlns:a="http://schemas.openxmlformats.org/drawingml/2006/main">
            <a:off x="2362200" y="4638675"/>
            <a:ext cx="361950" cy="361950"/>
          </a:xfrm>
          <a:prstGeom xmlns:a="http://schemas.openxmlformats.org/drawingml/2006/main" prst="roundRect">
            <a:avLst>
              <a:gd name="adj" fmla="val 18421"/>
            </a:avLst>
          </a:prstGeom>
          <a:solidFill xmlns:a="http://schemas.openxmlformats.org/drawingml/2006/main">
            <a:srgbClr val="333333"/>
          </a:solidFill>
          <a:ln xmlns:a="http://schemas.openxmlformats.org/drawingml/2006/main" w="0">
            <a:noFill/>
          </a:ln>
        </p:spPr>
      </p:sp>
      <p:sp>
        <p:nvSpPr>
          <p:cNvPr id="10" name="text">
            <a:extLst xmlns:a="http://schemas.openxmlformats.org/drawingml/2006/main">
              <a:ext uri="{FF2B5EF4-FFF2-40B4-BE49-F238E27FC236}">
                <a16:creationId xmlns:a16="http://schemas.microsoft.com/office/drawing/2014/main" id="{09114B54-DC9F-426C-8BB7-C7FD84D03C64}"/>
              </a:ext>
            </a:extLst>
          </p:cNvPr>
          <p:cNvSpPr>
            <a:spLocks xmlns:a="http://schemas.openxmlformats.org/drawingml/2006/main" noGrp="1"/>
          </p:cNvSpPr>
          <p:nvPr/>
        </p:nvSpPr>
        <p:spPr>
          <a:xfrm xmlns:a="http://schemas.openxmlformats.org/drawingml/2006/main">
            <a:off x="2343150" y="4533900"/>
            <a:ext cx="42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CCCCCC"/>
                </a:solidFill>
                <a:latin typeface="Pretendard"/>
                <a:ea typeface="Pretendard"/>
                <a:cs typeface="Pretendard"/>
              </a:defRPr>
            </a:defPPr>
            <a:lvl1pPr algn="l">
              <a:defRPr sz="3225" b="0">
                <a:solidFill>
                  <a:srgbClr val="CCCCCC"/>
                </a:solidFill>
                <a:latin typeface="Pretendard"/>
                <a:ea typeface="Pretendard"/>
                <a:cs typeface="Pretendard"/>
              </a:defRPr>
            </a:lvl1pPr>
            <a:lvl2pPr algn="l">
              <a:defRPr sz="3225" b="0">
                <a:solidFill>
                  <a:srgbClr val="CCCCCC"/>
                </a:solidFill>
                <a:latin typeface="Pretendard"/>
                <a:ea typeface="Pretendard"/>
                <a:cs typeface="Pretendard"/>
              </a:defRPr>
            </a:lvl2pPr>
            <a:lvl3pPr algn="l">
              <a:defRPr sz="3225" b="0">
                <a:solidFill>
                  <a:srgbClr val="CCCCCC"/>
                </a:solidFill>
                <a:latin typeface="Pretendard"/>
                <a:ea typeface="Pretendard"/>
                <a:cs typeface="Pretendard"/>
              </a:defRPr>
            </a:lvl3pPr>
            <a:lvl4pPr algn="l">
              <a:defRPr sz="3225" b="0">
                <a:solidFill>
                  <a:srgbClr val="CCCCCC"/>
                </a:solidFill>
                <a:latin typeface="Pretendard"/>
                <a:ea typeface="Pretendard"/>
                <a:cs typeface="Pretendard"/>
              </a:defRPr>
            </a:lvl4pPr>
            <a:lvl5pPr algn="l">
              <a:defRPr sz="3225" b="0">
                <a:solidFill>
                  <a:srgbClr val="CCCCCC"/>
                </a:solidFill>
                <a:latin typeface="Pretendard"/>
                <a:ea typeface="Pretendard"/>
                <a:cs typeface="Pretendard"/>
              </a:defRPr>
            </a:lvl5pPr>
            <a:lvl6pPr algn="l">
              <a:defRPr sz="3225" b="0">
                <a:solidFill>
                  <a:srgbClr val="CCCCCC"/>
                </a:solidFill>
                <a:latin typeface="Pretendard"/>
                <a:ea typeface="Pretendard"/>
                <a:cs typeface="Pretendard"/>
              </a:defRPr>
            </a:lvl6pPr>
            <a:lvl7pPr algn="l">
              <a:defRPr sz="3225" b="0">
                <a:solidFill>
                  <a:srgbClr val="CCCCCC"/>
                </a:solidFill>
                <a:latin typeface="Pretendard"/>
                <a:ea typeface="Pretendard"/>
                <a:cs typeface="Pretendard"/>
              </a:defRPr>
            </a:lvl7pPr>
            <a:lvl8pPr algn="l">
              <a:defRPr sz="3225" b="0">
                <a:solidFill>
                  <a:srgbClr val="CCCCCC"/>
                </a:solidFill>
                <a:latin typeface="Pretendard"/>
                <a:ea typeface="Pretendard"/>
                <a:cs typeface="Pretendard"/>
              </a:defRPr>
            </a:lvl8pPr>
            <a:lvl9pPr algn="l">
              <a:defRPr sz="3225" b="0">
                <a:solidFill>
                  <a:srgbClr val="CCCCCC"/>
                </a:solidFill>
                <a:latin typeface="Pretendard"/>
                <a:ea typeface="Pretendard"/>
                <a:cs typeface="Pretendard"/>
              </a:defRPr>
            </a:lvl9pPr>
          </a:lstStyle>
          <a:p xmlns:a="http://schemas.openxmlformats.org/drawingml/2006/main">
            <a:pPr algn="l">
              <a:defRPr sz="3225" b="0">
                <a:solidFill>
                  <a:srgbClr val="CCCCCC"/>
                </a:solidFill>
                <a:latin typeface="Pretendard"/>
                <a:ea typeface="Pretendard"/>
                <a:cs typeface="Pretendard"/>
              </a:defRPr>
            </a:pPr>
            <a:r>
              <a:rPr sz="3225" b="0">
                <a:solidFill>
                  <a:srgbClr val="CCCCCC"/>
                </a:solidFill>
                <a:latin typeface="Pretendard"/>
                <a:ea typeface="Pretendard"/>
                <a:cs typeface="Pretendard"/>
              </a:rPr>
              <a:t>□</a:t>
            </a:r>
          </a:p>
        </p:txBody>
      </p:sp>
      <p:sp>
        <p:nvSpPr>
          <p:cNvPr id="11" name="text">
            <a:extLst xmlns:a="http://schemas.openxmlformats.org/drawingml/2006/main">
              <a:ext uri="{FF2B5EF4-FFF2-40B4-BE49-F238E27FC236}">
                <a16:creationId xmlns:a16="http://schemas.microsoft.com/office/drawing/2014/main" id="{02A8E390-7C2C-4796-889B-5069B80BBD0A}"/>
              </a:ext>
            </a:extLst>
          </p:cNvPr>
          <p:cNvSpPr>
            <a:spLocks xmlns:a="http://schemas.openxmlformats.org/drawingml/2006/main" noGrp="1"/>
          </p:cNvSpPr>
          <p:nvPr/>
        </p:nvSpPr>
        <p:spPr>
          <a:xfrm xmlns:a="http://schemas.openxmlformats.org/drawingml/2006/main">
            <a:off x="3105150" y="45434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1">
                <a:solidFill>
                  <a:srgbClr val="FFFFFF"/>
                </a:solidFill>
                <a:latin typeface="Pretendard"/>
                <a:ea typeface="Pretendard"/>
                <a:cs typeface="Pretendard"/>
              </a:defRPr>
            </a:defPPr>
            <a:lvl1pPr algn="l">
              <a:defRPr sz="2925" b="1">
                <a:solidFill>
                  <a:srgbClr val="FFFFFF"/>
                </a:solidFill>
                <a:latin typeface="Pretendard"/>
                <a:ea typeface="Pretendard"/>
                <a:cs typeface="Pretendard"/>
              </a:defRPr>
            </a:lvl1pPr>
            <a:lvl2pPr algn="l">
              <a:defRPr sz="2925" b="1">
                <a:solidFill>
                  <a:srgbClr val="FFFFFF"/>
                </a:solidFill>
                <a:latin typeface="Pretendard"/>
                <a:ea typeface="Pretendard"/>
                <a:cs typeface="Pretendard"/>
              </a:defRPr>
            </a:lvl2pPr>
            <a:lvl3pPr algn="l">
              <a:defRPr sz="2925" b="1">
                <a:solidFill>
                  <a:srgbClr val="FFFFFF"/>
                </a:solidFill>
                <a:latin typeface="Pretendard"/>
                <a:ea typeface="Pretendard"/>
                <a:cs typeface="Pretendard"/>
              </a:defRPr>
            </a:lvl3pPr>
            <a:lvl4pPr algn="l">
              <a:defRPr sz="2925" b="1">
                <a:solidFill>
                  <a:srgbClr val="FFFFFF"/>
                </a:solidFill>
                <a:latin typeface="Pretendard"/>
                <a:ea typeface="Pretendard"/>
                <a:cs typeface="Pretendard"/>
              </a:defRPr>
            </a:lvl4pPr>
            <a:lvl5pPr algn="l">
              <a:defRPr sz="2925" b="1">
                <a:solidFill>
                  <a:srgbClr val="FFFFFF"/>
                </a:solidFill>
                <a:latin typeface="Pretendard"/>
                <a:ea typeface="Pretendard"/>
                <a:cs typeface="Pretendard"/>
              </a:defRPr>
            </a:lvl5pPr>
            <a:lvl6pPr algn="l">
              <a:defRPr sz="2925" b="1">
                <a:solidFill>
                  <a:srgbClr val="FFFFFF"/>
                </a:solidFill>
                <a:latin typeface="Pretendard"/>
                <a:ea typeface="Pretendard"/>
                <a:cs typeface="Pretendard"/>
              </a:defRPr>
            </a:lvl6pPr>
            <a:lvl7pPr algn="l">
              <a:defRPr sz="2925" b="1">
                <a:solidFill>
                  <a:srgbClr val="FFFFFF"/>
                </a:solidFill>
                <a:latin typeface="Pretendard"/>
                <a:ea typeface="Pretendard"/>
                <a:cs typeface="Pretendard"/>
              </a:defRPr>
            </a:lvl7pPr>
            <a:lvl8pPr algn="l">
              <a:defRPr sz="2925" b="1">
                <a:solidFill>
                  <a:srgbClr val="FFFFFF"/>
                </a:solidFill>
                <a:latin typeface="Pretendard"/>
                <a:ea typeface="Pretendard"/>
                <a:cs typeface="Pretendard"/>
              </a:defRPr>
            </a:lvl8pPr>
            <a:lvl9pPr algn="l">
              <a:defRPr sz="2925" b="1">
                <a:solidFill>
                  <a:srgbClr val="FFFFFF"/>
                </a:solidFill>
                <a:latin typeface="Pretendard"/>
                <a:ea typeface="Pretendard"/>
                <a:cs typeface="Pretendard"/>
              </a:defRPr>
            </a:lvl9pPr>
          </a:lstStyle>
          <a:p xmlns:a="http://schemas.openxmlformats.org/drawingml/2006/main">
            <a:pPr algn="l">
              <a:defRPr sz="2925" b="1">
                <a:solidFill>
                  <a:srgbClr val="FFFFFF"/>
                </a:solidFill>
                <a:latin typeface="Pretendard"/>
                <a:ea typeface="Pretendard"/>
                <a:cs typeface="Pretendard"/>
              </a:defRPr>
            </a:pPr>
            <a:r>
              <a:rPr sz="2925" b="1">
                <a:solidFill>
                  <a:srgbClr val="FFFFFF"/>
                </a:solidFill>
                <a:latin typeface="Pretendard"/>
                <a:ea typeface="Pretendard"/>
                <a:cs typeface="Pretendard"/>
              </a:rPr>
              <a:t>CO 생성 반응의 엔탈피 관계를 설명할 수 있는가?</a:t>
            </a:r>
          </a:p>
        </p:txBody>
      </p:sp>
      <p:sp>
        <p:nvSpPr>
          <p:cNvPr id="12" name="text">
            <a:extLst xmlns:a="http://schemas.openxmlformats.org/drawingml/2006/main">
              <a:ext uri="{FF2B5EF4-FFF2-40B4-BE49-F238E27FC236}">
                <a16:creationId xmlns:a16="http://schemas.microsoft.com/office/drawing/2014/main" id="{4257A25E-E2D1-498C-BB9A-D36F1AC4E732}"/>
              </a:ext>
            </a:extLst>
          </p:cNvPr>
          <p:cNvSpPr>
            <a:spLocks xmlns:a="http://schemas.openxmlformats.org/drawingml/2006/main" noGrp="1"/>
          </p:cNvSpPr>
          <p:nvPr/>
        </p:nvSpPr>
        <p:spPr>
          <a:xfrm xmlns:a="http://schemas.openxmlformats.org/drawingml/2006/main">
            <a:off x="3105150" y="51625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AAAAAA"/>
                </a:solidFill>
                <a:latin typeface="Pretendard"/>
                <a:ea typeface="Pretendard"/>
                <a:cs typeface="Pretendard"/>
              </a:defRPr>
            </a:defPPr>
            <a:lvl1pPr algn="l">
              <a:defRPr sz="2325" b="0">
                <a:solidFill>
                  <a:srgbClr val="AAAAAA"/>
                </a:solidFill>
                <a:latin typeface="Pretendard"/>
                <a:ea typeface="Pretendard"/>
                <a:cs typeface="Pretendard"/>
              </a:defRPr>
            </a:lvl1pPr>
            <a:lvl2pPr algn="l">
              <a:defRPr sz="2325" b="0">
                <a:solidFill>
                  <a:srgbClr val="AAAAAA"/>
                </a:solidFill>
                <a:latin typeface="Pretendard"/>
                <a:ea typeface="Pretendard"/>
                <a:cs typeface="Pretendard"/>
              </a:defRPr>
            </a:lvl2pPr>
            <a:lvl3pPr algn="l">
              <a:defRPr sz="2325" b="0">
                <a:solidFill>
                  <a:srgbClr val="AAAAAA"/>
                </a:solidFill>
                <a:latin typeface="Pretendard"/>
                <a:ea typeface="Pretendard"/>
                <a:cs typeface="Pretendard"/>
              </a:defRPr>
            </a:lvl3pPr>
            <a:lvl4pPr algn="l">
              <a:defRPr sz="2325" b="0">
                <a:solidFill>
                  <a:srgbClr val="AAAAAA"/>
                </a:solidFill>
                <a:latin typeface="Pretendard"/>
                <a:ea typeface="Pretendard"/>
                <a:cs typeface="Pretendard"/>
              </a:defRPr>
            </a:lvl4pPr>
            <a:lvl5pPr algn="l">
              <a:defRPr sz="2325" b="0">
                <a:solidFill>
                  <a:srgbClr val="AAAAAA"/>
                </a:solidFill>
                <a:latin typeface="Pretendard"/>
                <a:ea typeface="Pretendard"/>
                <a:cs typeface="Pretendard"/>
              </a:defRPr>
            </a:lvl5pPr>
            <a:lvl6pPr algn="l">
              <a:defRPr sz="2325" b="0">
                <a:solidFill>
                  <a:srgbClr val="AAAAAA"/>
                </a:solidFill>
                <a:latin typeface="Pretendard"/>
                <a:ea typeface="Pretendard"/>
                <a:cs typeface="Pretendard"/>
              </a:defRPr>
            </a:lvl6pPr>
            <a:lvl7pPr algn="l">
              <a:defRPr sz="2325" b="0">
                <a:solidFill>
                  <a:srgbClr val="AAAAAA"/>
                </a:solidFill>
                <a:latin typeface="Pretendard"/>
                <a:ea typeface="Pretendard"/>
                <a:cs typeface="Pretendard"/>
              </a:defRPr>
            </a:lvl7pPr>
            <a:lvl8pPr algn="l">
              <a:defRPr sz="2325" b="0">
                <a:solidFill>
                  <a:srgbClr val="AAAAAA"/>
                </a:solidFill>
                <a:latin typeface="Pretendard"/>
                <a:ea typeface="Pretendard"/>
                <a:cs typeface="Pretendard"/>
              </a:defRPr>
            </a:lvl8pPr>
            <a:lvl9pPr algn="l">
              <a:defRPr sz="2325" b="0">
                <a:solidFill>
                  <a:srgbClr val="AAAAAA"/>
                </a:solidFill>
                <a:latin typeface="Pretendard"/>
                <a:ea typeface="Pretendard"/>
                <a:cs typeface="Pretendard"/>
              </a:defRPr>
            </a:lvl9pPr>
          </a:lstStyle>
          <a:p xmlns:a="http://schemas.openxmlformats.org/drawingml/2006/main">
            <a:pPr algn="l">
              <a:defRPr sz="2325" b="0">
                <a:solidFill>
                  <a:srgbClr val="AAAAAA"/>
                </a:solidFill>
                <a:latin typeface="Pretendard"/>
                <a:ea typeface="Pretendard"/>
                <a:cs typeface="Pretendard"/>
              </a:defRPr>
            </a:pPr>
            <a:r>
              <a:rPr sz="2325" b="0">
                <a:solidFill>
                  <a:srgbClr val="AAAAAA"/>
                </a:solidFill>
                <a:latin typeface="Pretendard"/>
                <a:ea typeface="Pretendard"/>
                <a:cs typeface="Pretendard"/>
              </a:rPr>
              <a:t>반응식의 방향과 그래프의 화살표를 대응한다.</a:t>
            </a:r>
          </a:p>
        </p:txBody>
      </p:sp>
      <p:sp>
        <p:nvSpPr>
          <p:cNvPr id="13" name="확인 표시 상자">
            <a:extLst xmlns:a="http://schemas.openxmlformats.org/drawingml/2006/main">
              <a:ext uri="{FF2B5EF4-FFF2-40B4-BE49-F238E27FC236}">
                <a16:creationId xmlns:a16="http://schemas.microsoft.com/office/drawing/2014/main" id="{AB951253-B8D7-4CBA-8F82-ABD5F1891BDE}"/>
              </a:ext>
            </a:extLst>
          </p:cNvPr>
          <p:cNvSpPr>
            <a:spLocks xmlns:a="http://schemas.openxmlformats.org/drawingml/2006/main" noGrp="1"/>
          </p:cNvSpPr>
          <p:nvPr/>
        </p:nvSpPr>
        <p:spPr>
          <a:xfrm xmlns:a="http://schemas.openxmlformats.org/drawingml/2006/main">
            <a:off x="2362200" y="6219825"/>
            <a:ext cx="361950" cy="361950"/>
          </a:xfrm>
          <a:prstGeom xmlns:a="http://schemas.openxmlformats.org/drawingml/2006/main" prst="roundRect">
            <a:avLst>
              <a:gd name="adj" fmla="val 18421"/>
            </a:avLst>
          </a:prstGeom>
          <a:solidFill xmlns:a="http://schemas.openxmlformats.org/drawingml/2006/main">
            <a:srgbClr val="333333"/>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F27DF599-6DAD-4479-B59B-7B758965FCD1}"/>
              </a:ext>
            </a:extLst>
          </p:cNvPr>
          <p:cNvSpPr>
            <a:spLocks xmlns:a="http://schemas.openxmlformats.org/drawingml/2006/main" noGrp="1"/>
          </p:cNvSpPr>
          <p:nvPr/>
        </p:nvSpPr>
        <p:spPr>
          <a:xfrm xmlns:a="http://schemas.openxmlformats.org/drawingml/2006/main">
            <a:off x="2343150" y="6115050"/>
            <a:ext cx="42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CCCCCC"/>
                </a:solidFill>
                <a:latin typeface="Pretendard"/>
                <a:ea typeface="Pretendard"/>
                <a:cs typeface="Pretendard"/>
              </a:defRPr>
            </a:defPPr>
            <a:lvl1pPr algn="l">
              <a:defRPr sz="3225" b="0">
                <a:solidFill>
                  <a:srgbClr val="CCCCCC"/>
                </a:solidFill>
                <a:latin typeface="Pretendard"/>
                <a:ea typeface="Pretendard"/>
                <a:cs typeface="Pretendard"/>
              </a:defRPr>
            </a:lvl1pPr>
            <a:lvl2pPr algn="l">
              <a:defRPr sz="3225" b="0">
                <a:solidFill>
                  <a:srgbClr val="CCCCCC"/>
                </a:solidFill>
                <a:latin typeface="Pretendard"/>
                <a:ea typeface="Pretendard"/>
                <a:cs typeface="Pretendard"/>
              </a:defRPr>
            </a:lvl2pPr>
            <a:lvl3pPr algn="l">
              <a:defRPr sz="3225" b="0">
                <a:solidFill>
                  <a:srgbClr val="CCCCCC"/>
                </a:solidFill>
                <a:latin typeface="Pretendard"/>
                <a:ea typeface="Pretendard"/>
                <a:cs typeface="Pretendard"/>
              </a:defRPr>
            </a:lvl3pPr>
            <a:lvl4pPr algn="l">
              <a:defRPr sz="3225" b="0">
                <a:solidFill>
                  <a:srgbClr val="CCCCCC"/>
                </a:solidFill>
                <a:latin typeface="Pretendard"/>
                <a:ea typeface="Pretendard"/>
                <a:cs typeface="Pretendard"/>
              </a:defRPr>
            </a:lvl4pPr>
            <a:lvl5pPr algn="l">
              <a:defRPr sz="3225" b="0">
                <a:solidFill>
                  <a:srgbClr val="CCCCCC"/>
                </a:solidFill>
                <a:latin typeface="Pretendard"/>
                <a:ea typeface="Pretendard"/>
                <a:cs typeface="Pretendard"/>
              </a:defRPr>
            </a:lvl5pPr>
            <a:lvl6pPr algn="l">
              <a:defRPr sz="3225" b="0">
                <a:solidFill>
                  <a:srgbClr val="CCCCCC"/>
                </a:solidFill>
                <a:latin typeface="Pretendard"/>
                <a:ea typeface="Pretendard"/>
                <a:cs typeface="Pretendard"/>
              </a:defRPr>
            </a:lvl6pPr>
            <a:lvl7pPr algn="l">
              <a:defRPr sz="3225" b="0">
                <a:solidFill>
                  <a:srgbClr val="CCCCCC"/>
                </a:solidFill>
                <a:latin typeface="Pretendard"/>
                <a:ea typeface="Pretendard"/>
                <a:cs typeface="Pretendard"/>
              </a:defRPr>
            </a:lvl7pPr>
            <a:lvl8pPr algn="l">
              <a:defRPr sz="3225" b="0">
                <a:solidFill>
                  <a:srgbClr val="CCCCCC"/>
                </a:solidFill>
                <a:latin typeface="Pretendard"/>
                <a:ea typeface="Pretendard"/>
                <a:cs typeface="Pretendard"/>
              </a:defRPr>
            </a:lvl8pPr>
            <a:lvl9pPr algn="l">
              <a:defRPr sz="3225" b="0">
                <a:solidFill>
                  <a:srgbClr val="CCCCCC"/>
                </a:solidFill>
                <a:latin typeface="Pretendard"/>
                <a:ea typeface="Pretendard"/>
                <a:cs typeface="Pretendard"/>
              </a:defRPr>
            </a:lvl9pPr>
          </a:lstStyle>
          <a:p xmlns:a="http://schemas.openxmlformats.org/drawingml/2006/main">
            <a:pPr algn="l">
              <a:defRPr sz="3225" b="0">
                <a:solidFill>
                  <a:srgbClr val="CCCCCC"/>
                </a:solidFill>
                <a:latin typeface="Pretendard"/>
                <a:ea typeface="Pretendard"/>
                <a:cs typeface="Pretendard"/>
              </a:defRPr>
            </a:pPr>
            <a:r>
              <a:rPr sz="3225" b="0">
                <a:solidFill>
                  <a:srgbClr val="CCCCCC"/>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0BC34F52-A696-447F-969B-0A1F201DF44B}"/>
              </a:ext>
            </a:extLst>
          </p:cNvPr>
          <p:cNvSpPr>
            <a:spLocks xmlns:a="http://schemas.openxmlformats.org/drawingml/2006/main" noGrp="1"/>
          </p:cNvSpPr>
          <p:nvPr/>
        </p:nvSpPr>
        <p:spPr>
          <a:xfrm xmlns:a="http://schemas.openxmlformats.org/drawingml/2006/main">
            <a:off x="3105150" y="61245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1">
                <a:solidFill>
                  <a:srgbClr val="FFFFFF"/>
                </a:solidFill>
                <a:latin typeface="Pretendard"/>
                <a:ea typeface="Pretendard"/>
                <a:cs typeface="Pretendard"/>
              </a:defRPr>
            </a:defPPr>
            <a:lvl1pPr algn="l">
              <a:defRPr sz="2925" b="1">
                <a:solidFill>
                  <a:srgbClr val="FFFFFF"/>
                </a:solidFill>
                <a:latin typeface="Pretendard"/>
                <a:ea typeface="Pretendard"/>
                <a:cs typeface="Pretendard"/>
              </a:defRPr>
            </a:lvl1pPr>
            <a:lvl2pPr algn="l">
              <a:defRPr sz="2925" b="1">
                <a:solidFill>
                  <a:srgbClr val="FFFFFF"/>
                </a:solidFill>
                <a:latin typeface="Pretendard"/>
                <a:ea typeface="Pretendard"/>
                <a:cs typeface="Pretendard"/>
              </a:defRPr>
            </a:lvl2pPr>
            <a:lvl3pPr algn="l">
              <a:defRPr sz="2925" b="1">
                <a:solidFill>
                  <a:srgbClr val="FFFFFF"/>
                </a:solidFill>
                <a:latin typeface="Pretendard"/>
                <a:ea typeface="Pretendard"/>
                <a:cs typeface="Pretendard"/>
              </a:defRPr>
            </a:lvl3pPr>
            <a:lvl4pPr algn="l">
              <a:defRPr sz="2925" b="1">
                <a:solidFill>
                  <a:srgbClr val="FFFFFF"/>
                </a:solidFill>
                <a:latin typeface="Pretendard"/>
                <a:ea typeface="Pretendard"/>
                <a:cs typeface="Pretendard"/>
              </a:defRPr>
            </a:lvl4pPr>
            <a:lvl5pPr algn="l">
              <a:defRPr sz="2925" b="1">
                <a:solidFill>
                  <a:srgbClr val="FFFFFF"/>
                </a:solidFill>
                <a:latin typeface="Pretendard"/>
                <a:ea typeface="Pretendard"/>
                <a:cs typeface="Pretendard"/>
              </a:defRPr>
            </a:lvl5pPr>
            <a:lvl6pPr algn="l">
              <a:defRPr sz="2925" b="1">
                <a:solidFill>
                  <a:srgbClr val="FFFFFF"/>
                </a:solidFill>
                <a:latin typeface="Pretendard"/>
                <a:ea typeface="Pretendard"/>
                <a:cs typeface="Pretendard"/>
              </a:defRPr>
            </a:lvl6pPr>
            <a:lvl7pPr algn="l">
              <a:defRPr sz="2925" b="1">
                <a:solidFill>
                  <a:srgbClr val="FFFFFF"/>
                </a:solidFill>
                <a:latin typeface="Pretendard"/>
                <a:ea typeface="Pretendard"/>
                <a:cs typeface="Pretendard"/>
              </a:defRPr>
            </a:lvl7pPr>
            <a:lvl8pPr algn="l">
              <a:defRPr sz="2925" b="1">
                <a:solidFill>
                  <a:srgbClr val="FFFFFF"/>
                </a:solidFill>
                <a:latin typeface="Pretendard"/>
                <a:ea typeface="Pretendard"/>
                <a:cs typeface="Pretendard"/>
              </a:defRPr>
            </a:lvl8pPr>
            <a:lvl9pPr algn="l">
              <a:defRPr sz="2925" b="1">
                <a:solidFill>
                  <a:srgbClr val="FFFFFF"/>
                </a:solidFill>
                <a:latin typeface="Pretendard"/>
                <a:ea typeface="Pretendard"/>
                <a:cs typeface="Pretendard"/>
              </a:defRPr>
            </a:lvl9pPr>
          </a:lstStyle>
          <a:p xmlns:a="http://schemas.openxmlformats.org/drawingml/2006/main">
            <a:pPr algn="l">
              <a:defRPr sz="2925" b="1">
                <a:solidFill>
                  <a:srgbClr val="FFFFFF"/>
                </a:solidFill>
                <a:latin typeface="Pretendard"/>
                <a:ea typeface="Pretendard"/>
                <a:cs typeface="Pretendard"/>
              </a:defRPr>
            </a:pPr>
            <a:r>
              <a:rPr sz="2925" b="1">
                <a:solidFill>
                  <a:srgbClr val="FFFFFF"/>
                </a:solidFill>
                <a:latin typeface="Pretendard"/>
                <a:ea typeface="Pretendard"/>
                <a:cs typeface="Pretendard"/>
              </a:rPr>
              <a:t>물의 기화 엔탈피가 양수인 까닭을 설명할 수 있는가?</a:t>
            </a:r>
          </a:p>
        </p:txBody>
      </p:sp>
      <p:sp>
        <p:nvSpPr>
          <p:cNvPr id="16" name="text">
            <a:extLst xmlns:a="http://schemas.openxmlformats.org/drawingml/2006/main">
              <a:ext uri="{FF2B5EF4-FFF2-40B4-BE49-F238E27FC236}">
                <a16:creationId xmlns:a16="http://schemas.microsoft.com/office/drawing/2014/main" id="{6E0225DD-CC27-4B48-8B57-72638080B5FD}"/>
              </a:ext>
            </a:extLst>
          </p:cNvPr>
          <p:cNvSpPr>
            <a:spLocks xmlns:a="http://schemas.openxmlformats.org/drawingml/2006/main" noGrp="1"/>
          </p:cNvSpPr>
          <p:nvPr/>
        </p:nvSpPr>
        <p:spPr>
          <a:xfrm xmlns:a="http://schemas.openxmlformats.org/drawingml/2006/main">
            <a:off x="3105150" y="67437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AAAAAA"/>
                </a:solidFill>
                <a:latin typeface="Pretendard"/>
                <a:ea typeface="Pretendard"/>
                <a:cs typeface="Pretendard"/>
              </a:defRPr>
            </a:defPPr>
            <a:lvl1pPr algn="l">
              <a:defRPr sz="2325" b="0">
                <a:solidFill>
                  <a:srgbClr val="AAAAAA"/>
                </a:solidFill>
                <a:latin typeface="Pretendard"/>
                <a:ea typeface="Pretendard"/>
                <a:cs typeface="Pretendard"/>
              </a:defRPr>
            </a:lvl1pPr>
            <a:lvl2pPr algn="l">
              <a:defRPr sz="2325" b="0">
                <a:solidFill>
                  <a:srgbClr val="AAAAAA"/>
                </a:solidFill>
                <a:latin typeface="Pretendard"/>
                <a:ea typeface="Pretendard"/>
                <a:cs typeface="Pretendard"/>
              </a:defRPr>
            </a:lvl2pPr>
            <a:lvl3pPr algn="l">
              <a:defRPr sz="2325" b="0">
                <a:solidFill>
                  <a:srgbClr val="AAAAAA"/>
                </a:solidFill>
                <a:latin typeface="Pretendard"/>
                <a:ea typeface="Pretendard"/>
                <a:cs typeface="Pretendard"/>
              </a:defRPr>
            </a:lvl3pPr>
            <a:lvl4pPr algn="l">
              <a:defRPr sz="2325" b="0">
                <a:solidFill>
                  <a:srgbClr val="AAAAAA"/>
                </a:solidFill>
                <a:latin typeface="Pretendard"/>
                <a:ea typeface="Pretendard"/>
                <a:cs typeface="Pretendard"/>
              </a:defRPr>
            </a:lvl4pPr>
            <a:lvl5pPr algn="l">
              <a:defRPr sz="2325" b="0">
                <a:solidFill>
                  <a:srgbClr val="AAAAAA"/>
                </a:solidFill>
                <a:latin typeface="Pretendard"/>
                <a:ea typeface="Pretendard"/>
                <a:cs typeface="Pretendard"/>
              </a:defRPr>
            </a:lvl5pPr>
            <a:lvl6pPr algn="l">
              <a:defRPr sz="2325" b="0">
                <a:solidFill>
                  <a:srgbClr val="AAAAAA"/>
                </a:solidFill>
                <a:latin typeface="Pretendard"/>
                <a:ea typeface="Pretendard"/>
                <a:cs typeface="Pretendard"/>
              </a:defRPr>
            </a:lvl6pPr>
            <a:lvl7pPr algn="l">
              <a:defRPr sz="2325" b="0">
                <a:solidFill>
                  <a:srgbClr val="AAAAAA"/>
                </a:solidFill>
                <a:latin typeface="Pretendard"/>
                <a:ea typeface="Pretendard"/>
                <a:cs typeface="Pretendard"/>
              </a:defRPr>
            </a:lvl7pPr>
            <a:lvl8pPr algn="l">
              <a:defRPr sz="2325" b="0">
                <a:solidFill>
                  <a:srgbClr val="AAAAAA"/>
                </a:solidFill>
                <a:latin typeface="Pretendard"/>
                <a:ea typeface="Pretendard"/>
                <a:cs typeface="Pretendard"/>
              </a:defRPr>
            </a:lvl8pPr>
            <a:lvl9pPr algn="l">
              <a:defRPr sz="2325" b="0">
                <a:solidFill>
                  <a:srgbClr val="AAAAAA"/>
                </a:solidFill>
                <a:latin typeface="Pretendard"/>
                <a:ea typeface="Pretendard"/>
                <a:cs typeface="Pretendard"/>
              </a:defRPr>
            </a:lvl9pPr>
          </a:lstStyle>
          <a:p xmlns:a="http://schemas.openxmlformats.org/drawingml/2006/main">
            <a:pPr algn="l">
              <a:defRPr sz="2325" b="0">
                <a:solidFill>
                  <a:srgbClr val="AAAAAA"/>
                </a:solidFill>
                <a:latin typeface="Pretendard"/>
                <a:ea typeface="Pretendard"/>
                <a:cs typeface="Pretendard"/>
              </a:defRPr>
            </a:pPr>
            <a:r>
              <a:rPr sz="2325" b="0">
                <a:solidFill>
                  <a:srgbClr val="AAAAAA"/>
                </a:solidFill>
                <a:latin typeface="Pretendard"/>
                <a:ea typeface="Pretendard"/>
                <a:cs typeface="Pretendard"/>
              </a:rPr>
              <a:t>액체와 기체의 엔탈피 차이를 근거로 말한다.</a:t>
            </a:r>
          </a:p>
        </p:txBody>
      </p:sp>
      <p:sp>
        <p:nvSpPr>
          <p:cNvPr id="17" name="확인 표시 상자">
            <a:extLst xmlns:a="http://schemas.openxmlformats.org/drawingml/2006/main">
              <a:ext uri="{FF2B5EF4-FFF2-40B4-BE49-F238E27FC236}">
                <a16:creationId xmlns:a16="http://schemas.microsoft.com/office/drawing/2014/main" id="{3F339FD6-B2FA-4215-AA23-1B9E03DDA7DD}"/>
              </a:ext>
            </a:extLst>
          </p:cNvPr>
          <p:cNvSpPr>
            <a:spLocks xmlns:a="http://schemas.openxmlformats.org/drawingml/2006/main" noGrp="1"/>
          </p:cNvSpPr>
          <p:nvPr/>
        </p:nvSpPr>
        <p:spPr>
          <a:xfrm xmlns:a="http://schemas.openxmlformats.org/drawingml/2006/main">
            <a:off x="2362200" y="7800975"/>
            <a:ext cx="361950" cy="361950"/>
          </a:xfrm>
          <a:prstGeom xmlns:a="http://schemas.openxmlformats.org/drawingml/2006/main" prst="roundRect">
            <a:avLst>
              <a:gd name="adj" fmla="val 18421"/>
            </a:avLst>
          </a:prstGeom>
          <a:solidFill xmlns:a="http://schemas.openxmlformats.org/drawingml/2006/main">
            <a:srgbClr val="333333"/>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6BEF8FCE-0A04-4455-86ED-9FCF0C1250F6}"/>
              </a:ext>
            </a:extLst>
          </p:cNvPr>
          <p:cNvSpPr>
            <a:spLocks xmlns:a="http://schemas.openxmlformats.org/drawingml/2006/main" noGrp="1"/>
          </p:cNvSpPr>
          <p:nvPr/>
        </p:nvSpPr>
        <p:spPr>
          <a:xfrm xmlns:a="http://schemas.openxmlformats.org/drawingml/2006/main">
            <a:off x="2343150" y="7696200"/>
            <a:ext cx="42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CCCCCC"/>
                </a:solidFill>
                <a:latin typeface="Pretendard"/>
                <a:ea typeface="Pretendard"/>
                <a:cs typeface="Pretendard"/>
              </a:defRPr>
            </a:defPPr>
            <a:lvl1pPr algn="l">
              <a:defRPr sz="3225" b="0">
                <a:solidFill>
                  <a:srgbClr val="CCCCCC"/>
                </a:solidFill>
                <a:latin typeface="Pretendard"/>
                <a:ea typeface="Pretendard"/>
                <a:cs typeface="Pretendard"/>
              </a:defRPr>
            </a:lvl1pPr>
            <a:lvl2pPr algn="l">
              <a:defRPr sz="3225" b="0">
                <a:solidFill>
                  <a:srgbClr val="CCCCCC"/>
                </a:solidFill>
                <a:latin typeface="Pretendard"/>
                <a:ea typeface="Pretendard"/>
                <a:cs typeface="Pretendard"/>
              </a:defRPr>
            </a:lvl2pPr>
            <a:lvl3pPr algn="l">
              <a:defRPr sz="3225" b="0">
                <a:solidFill>
                  <a:srgbClr val="CCCCCC"/>
                </a:solidFill>
                <a:latin typeface="Pretendard"/>
                <a:ea typeface="Pretendard"/>
                <a:cs typeface="Pretendard"/>
              </a:defRPr>
            </a:lvl3pPr>
            <a:lvl4pPr algn="l">
              <a:defRPr sz="3225" b="0">
                <a:solidFill>
                  <a:srgbClr val="CCCCCC"/>
                </a:solidFill>
                <a:latin typeface="Pretendard"/>
                <a:ea typeface="Pretendard"/>
                <a:cs typeface="Pretendard"/>
              </a:defRPr>
            </a:lvl4pPr>
            <a:lvl5pPr algn="l">
              <a:defRPr sz="3225" b="0">
                <a:solidFill>
                  <a:srgbClr val="CCCCCC"/>
                </a:solidFill>
                <a:latin typeface="Pretendard"/>
                <a:ea typeface="Pretendard"/>
                <a:cs typeface="Pretendard"/>
              </a:defRPr>
            </a:lvl5pPr>
            <a:lvl6pPr algn="l">
              <a:defRPr sz="3225" b="0">
                <a:solidFill>
                  <a:srgbClr val="CCCCCC"/>
                </a:solidFill>
                <a:latin typeface="Pretendard"/>
                <a:ea typeface="Pretendard"/>
                <a:cs typeface="Pretendard"/>
              </a:defRPr>
            </a:lvl6pPr>
            <a:lvl7pPr algn="l">
              <a:defRPr sz="3225" b="0">
                <a:solidFill>
                  <a:srgbClr val="CCCCCC"/>
                </a:solidFill>
                <a:latin typeface="Pretendard"/>
                <a:ea typeface="Pretendard"/>
                <a:cs typeface="Pretendard"/>
              </a:defRPr>
            </a:lvl7pPr>
            <a:lvl8pPr algn="l">
              <a:defRPr sz="3225" b="0">
                <a:solidFill>
                  <a:srgbClr val="CCCCCC"/>
                </a:solidFill>
                <a:latin typeface="Pretendard"/>
                <a:ea typeface="Pretendard"/>
                <a:cs typeface="Pretendard"/>
              </a:defRPr>
            </a:lvl8pPr>
            <a:lvl9pPr algn="l">
              <a:defRPr sz="3225" b="0">
                <a:solidFill>
                  <a:srgbClr val="CCCCCC"/>
                </a:solidFill>
                <a:latin typeface="Pretendard"/>
                <a:ea typeface="Pretendard"/>
                <a:cs typeface="Pretendard"/>
              </a:defRPr>
            </a:lvl9pPr>
          </a:lstStyle>
          <a:p xmlns:a="http://schemas.openxmlformats.org/drawingml/2006/main">
            <a:pPr algn="l">
              <a:defRPr sz="3225" b="0">
                <a:solidFill>
                  <a:srgbClr val="CCCCCC"/>
                </a:solidFill>
                <a:latin typeface="Pretendard"/>
                <a:ea typeface="Pretendard"/>
                <a:cs typeface="Pretendard"/>
              </a:defRPr>
            </a:pPr>
            <a:r>
              <a:rPr sz="3225" b="0">
                <a:solidFill>
                  <a:srgbClr val="CCCCCC"/>
                </a:solidFill>
                <a:latin typeface="Pretendard"/>
                <a:ea typeface="Pretendard"/>
                <a:cs typeface="Pretendard"/>
              </a:rPr>
              <a:t>□</a:t>
            </a:r>
          </a:p>
        </p:txBody>
      </p:sp>
      <p:sp>
        <p:nvSpPr>
          <p:cNvPr id="19" name="text">
            <a:extLst xmlns:a="http://schemas.openxmlformats.org/drawingml/2006/main">
              <a:ext uri="{FF2B5EF4-FFF2-40B4-BE49-F238E27FC236}">
                <a16:creationId xmlns:a16="http://schemas.microsoft.com/office/drawing/2014/main" id="{3CA0E8CC-15B9-488F-9C19-FF5F7131373C}"/>
              </a:ext>
            </a:extLst>
          </p:cNvPr>
          <p:cNvSpPr>
            <a:spLocks xmlns:a="http://schemas.openxmlformats.org/drawingml/2006/main" noGrp="1"/>
          </p:cNvSpPr>
          <p:nvPr/>
        </p:nvSpPr>
        <p:spPr>
          <a:xfrm xmlns:a="http://schemas.openxmlformats.org/drawingml/2006/main">
            <a:off x="3105150" y="77057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925" b="1">
                <a:solidFill>
                  <a:srgbClr val="FFFFFF"/>
                </a:solidFill>
                <a:latin typeface="Pretendard"/>
                <a:ea typeface="Pretendard"/>
                <a:cs typeface="Pretendard"/>
              </a:defRPr>
            </a:defPPr>
            <a:lvl1pPr algn="l">
              <a:defRPr sz="2925" b="1">
                <a:solidFill>
                  <a:srgbClr val="FFFFFF"/>
                </a:solidFill>
                <a:latin typeface="Pretendard"/>
                <a:ea typeface="Pretendard"/>
                <a:cs typeface="Pretendard"/>
              </a:defRPr>
            </a:lvl1pPr>
            <a:lvl2pPr algn="l">
              <a:defRPr sz="2925" b="1">
                <a:solidFill>
                  <a:srgbClr val="FFFFFF"/>
                </a:solidFill>
                <a:latin typeface="Pretendard"/>
                <a:ea typeface="Pretendard"/>
                <a:cs typeface="Pretendard"/>
              </a:defRPr>
            </a:lvl2pPr>
            <a:lvl3pPr algn="l">
              <a:defRPr sz="2925" b="1">
                <a:solidFill>
                  <a:srgbClr val="FFFFFF"/>
                </a:solidFill>
                <a:latin typeface="Pretendard"/>
                <a:ea typeface="Pretendard"/>
                <a:cs typeface="Pretendard"/>
              </a:defRPr>
            </a:lvl3pPr>
            <a:lvl4pPr algn="l">
              <a:defRPr sz="2925" b="1">
                <a:solidFill>
                  <a:srgbClr val="FFFFFF"/>
                </a:solidFill>
                <a:latin typeface="Pretendard"/>
                <a:ea typeface="Pretendard"/>
                <a:cs typeface="Pretendard"/>
              </a:defRPr>
            </a:lvl4pPr>
            <a:lvl5pPr algn="l">
              <a:defRPr sz="2925" b="1">
                <a:solidFill>
                  <a:srgbClr val="FFFFFF"/>
                </a:solidFill>
                <a:latin typeface="Pretendard"/>
                <a:ea typeface="Pretendard"/>
                <a:cs typeface="Pretendard"/>
              </a:defRPr>
            </a:lvl5pPr>
            <a:lvl6pPr algn="l">
              <a:defRPr sz="2925" b="1">
                <a:solidFill>
                  <a:srgbClr val="FFFFFF"/>
                </a:solidFill>
                <a:latin typeface="Pretendard"/>
                <a:ea typeface="Pretendard"/>
                <a:cs typeface="Pretendard"/>
              </a:defRPr>
            </a:lvl6pPr>
            <a:lvl7pPr algn="l">
              <a:defRPr sz="2925" b="1">
                <a:solidFill>
                  <a:srgbClr val="FFFFFF"/>
                </a:solidFill>
                <a:latin typeface="Pretendard"/>
                <a:ea typeface="Pretendard"/>
                <a:cs typeface="Pretendard"/>
              </a:defRPr>
            </a:lvl7pPr>
            <a:lvl8pPr algn="l">
              <a:defRPr sz="2925" b="1">
                <a:solidFill>
                  <a:srgbClr val="FFFFFF"/>
                </a:solidFill>
                <a:latin typeface="Pretendard"/>
                <a:ea typeface="Pretendard"/>
                <a:cs typeface="Pretendard"/>
              </a:defRPr>
            </a:lvl8pPr>
            <a:lvl9pPr algn="l">
              <a:defRPr sz="2925" b="1">
                <a:solidFill>
                  <a:srgbClr val="FFFFFF"/>
                </a:solidFill>
                <a:latin typeface="Pretendard"/>
                <a:ea typeface="Pretendard"/>
                <a:cs typeface="Pretendard"/>
              </a:defRPr>
            </a:lvl9pPr>
          </a:lstStyle>
          <a:p xmlns:a="http://schemas.openxmlformats.org/drawingml/2006/main">
            <a:pPr algn="l">
              <a:defRPr sz="2925" b="1">
                <a:solidFill>
                  <a:srgbClr val="FFFFFF"/>
                </a:solidFill>
                <a:latin typeface="Pretendard"/>
                <a:ea typeface="Pretendard"/>
                <a:cs typeface="Pretendard"/>
              </a:defRPr>
            </a:pPr>
            <a:r>
              <a:rPr sz="2925" b="1">
                <a:solidFill>
                  <a:srgbClr val="FFFFFF"/>
                </a:solidFill>
                <a:latin typeface="Pretendard"/>
                <a:ea typeface="Pretendard"/>
                <a:cs typeface="Pretendard"/>
              </a:rPr>
              <a:t>두 경로의 실험값이 달라지는 까닭을 설명할 수 있는가?</a:t>
            </a:r>
          </a:p>
        </p:txBody>
      </p:sp>
      <p:sp>
        <p:nvSpPr>
          <p:cNvPr id="20" name="text">
            <a:extLst xmlns:a="http://schemas.openxmlformats.org/drawingml/2006/main">
              <a:ext uri="{FF2B5EF4-FFF2-40B4-BE49-F238E27FC236}">
                <a16:creationId xmlns:a16="http://schemas.microsoft.com/office/drawing/2014/main" id="{50B21BE9-3B47-42A3-AA22-2A44482CA02E}"/>
              </a:ext>
            </a:extLst>
          </p:cNvPr>
          <p:cNvSpPr>
            <a:spLocks xmlns:a="http://schemas.openxmlformats.org/drawingml/2006/main" noGrp="1"/>
          </p:cNvSpPr>
          <p:nvPr/>
        </p:nvSpPr>
        <p:spPr>
          <a:xfrm xmlns:a="http://schemas.openxmlformats.org/drawingml/2006/main">
            <a:off x="3105150" y="8324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AAAAAA"/>
                </a:solidFill>
                <a:latin typeface="Pretendard"/>
                <a:ea typeface="Pretendard"/>
                <a:cs typeface="Pretendard"/>
              </a:defRPr>
            </a:defPPr>
            <a:lvl1pPr algn="l">
              <a:defRPr sz="2325" b="0">
                <a:solidFill>
                  <a:srgbClr val="AAAAAA"/>
                </a:solidFill>
                <a:latin typeface="Pretendard"/>
                <a:ea typeface="Pretendard"/>
                <a:cs typeface="Pretendard"/>
              </a:defRPr>
            </a:lvl1pPr>
            <a:lvl2pPr algn="l">
              <a:defRPr sz="2325" b="0">
                <a:solidFill>
                  <a:srgbClr val="AAAAAA"/>
                </a:solidFill>
                <a:latin typeface="Pretendard"/>
                <a:ea typeface="Pretendard"/>
                <a:cs typeface="Pretendard"/>
              </a:defRPr>
            </a:lvl2pPr>
            <a:lvl3pPr algn="l">
              <a:defRPr sz="2325" b="0">
                <a:solidFill>
                  <a:srgbClr val="AAAAAA"/>
                </a:solidFill>
                <a:latin typeface="Pretendard"/>
                <a:ea typeface="Pretendard"/>
                <a:cs typeface="Pretendard"/>
              </a:defRPr>
            </a:lvl3pPr>
            <a:lvl4pPr algn="l">
              <a:defRPr sz="2325" b="0">
                <a:solidFill>
                  <a:srgbClr val="AAAAAA"/>
                </a:solidFill>
                <a:latin typeface="Pretendard"/>
                <a:ea typeface="Pretendard"/>
                <a:cs typeface="Pretendard"/>
              </a:defRPr>
            </a:lvl4pPr>
            <a:lvl5pPr algn="l">
              <a:defRPr sz="2325" b="0">
                <a:solidFill>
                  <a:srgbClr val="AAAAAA"/>
                </a:solidFill>
                <a:latin typeface="Pretendard"/>
                <a:ea typeface="Pretendard"/>
                <a:cs typeface="Pretendard"/>
              </a:defRPr>
            </a:lvl5pPr>
            <a:lvl6pPr algn="l">
              <a:defRPr sz="2325" b="0">
                <a:solidFill>
                  <a:srgbClr val="AAAAAA"/>
                </a:solidFill>
                <a:latin typeface="Pretendard"/>
                <a:ea typeface="Pretendard"/>
                <a:cs typeface="Pretendard"/>
              </a:defRPr>
            </a:lvl6pPr>
            <a:lvl7pPr algn="l">
              <a:defRPr sz="2325" b="0">
                <a:solidFill>
                  <a:srgbClr val="AAAAAA"/>
                </a:solidFill>
                <a:latin typeface="Pretendard"/>
                <a:ea typeface="Pretendard"/>
                <a:cs typeface="Pretendard"/>
              </a:defRPr>
            </a:lvl7pPr>
            <a:lvl8pPr algn="l">
              <a:defRPr sz="2325" b="0">
                <a:solidFill>
                  <a:srgbClr val="AAAAAA"/>
                </a:solidFill>
                <a:latin typeface="Pretendard"/>
                <a:ea typeface="Pretendard"/>
                <a:cs typeface="Pretendard"/>
              </a:defRPr>
            </a:lvl8pPr>
            <a:lvl9pPr algn="l">
              <a:defRPr sz="2325" b="0">
                <a:solidFill>
                  <a:srgbClr val="AAAAAA"/>
                </a:solidFill>
                <a:latin typeface="Pretendard"/>
                <a:ea typeface="Pretendard"/>
                <a:cs typeface="Pretendard"/>
              </a:defRPr>
            </a:lvl9pPr>
          </a:lstStyle>
          <a:p xmlns:a="http://schemas.openxmlformats.org/drawingml/2006/main">
            <a:pPr algn="l">
              <a:defRPr sz="2325" b="0">
                <a:solidFill>
                  <a:srgbClr val="AAAAAA"/>
                </a:solidFill>
                <a:latin typeface="Pretendard"/>
                <a:ea typeface="Pretendard"/>
                <a:cs typeface="Pretendard"/>
              </a:defRPr>
            </a:pPr>
            <a:r>
              <a:rPr sz="2325" b="0">
                <a:solidFill>
                  <a:srgbClr val="AAAAAA"/>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3138567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2026-10-28T12:53:46.9510000Z</dcterms:created>
  <dcterms:modified xsi:type="dcterms:W3CDTF">2026-10-28T12:53:46.9510000Z</dcterms:modified>
</coreProperties>
</file>