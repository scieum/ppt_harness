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56e17678ca46e9" /><Relationship Type="http://schemas.openxmlformats.org/officeDocument/2006/relationships/extended-properties" Target="/docProps/app.xml" Id="R60a7e2ad2c6d4c13" /><Relationship Type="http://schemas.openxmlformats.org/officeDocument/2006/relationships/officeDocument" Target="/ppt/presentation.xml" Id="R2b50b84833654385" /></Relationships>
</file>

<file path=ppt/presentation.xml><?xml version="1.0" encoding="utf-8"?>
<p:presentation xmlns:p="http://schemas.openxmlformats.org/presentationml/2006/main">
  <p:sldMasterIdLst>
    <p:sldMasterId xmlns:r="http://schemas.openxmlformats.org/officeDocument/2006/relationships" id="2147483648" r:id="Ra302fd760db44eea"/>
  </p:sldMasterIdLst>
  <p:notesMasterIdLst>
    <p:notesMasterId xmlns:r="http://schemas.openxmlformats.org/officeDocument/2006/relationships" r:id="R8e50764474b54b97"/>
  </p:notesMasterIdLst>
  <p:sldIdLst>
    <p:sldId xmlns:r="http://schemas.openxmlformats.org/officeDocument/2006/relationships" id="256" r:id="Rcc2f58c226ab4876"/>
    <p:sldId xmlns:r="http://schemas.openxmlformats.org/officeDocument/2006/relationships" id="257" r:id="R16ba19e64eb44a26"/>
    <p:sldId xmlns:r="http://schemas.openxmlformats.org/officeDocument/2006/relationships" id="258" r:id="R2a2e1389a22a488b"/>
    <p:sldId xmlns:r="http://schemas.openxmlformats.org/officeDocument/2006/relationships" id="259" r:id="Rb376f5715d9d48cc"/>
    <p:sldId xmlns:r="http://schemas.openxmlformats.org/officeDocument/2006/relationships" id="260" r:id="R8f9bb7dd98e3448f"/>
    <p:sldId xmlns:r="http://schemas.openxmlformats.org/officeDocument/2006/relationships" id="261" r:id="R50593374cb6b40fb"/>
    <p:sldId xmlns:r="http://schemas.openxmlformats.org/officeDocument/2006/relationships" id="262" r:id="R77fe1e10ca224d3e"/>
    <p:sldId xmlns:r="http://schemas.openxmlformats.org/officeDocument/2006/relationships" id="263" r:id="R5fa7bce1caf749f2"/>
    <p:sldId xmlns:r="http://schemas.openxmlformats.org/officeDocument/2006/relationships" id="264" r:id="R7da359fd68fa44b4"/>
    <p:sldId xmlns:r="http://schemas.openxmlformats.org/officeDocument/2006/relationships" id="265" r:id="R75c369b39644458f"/>
    <p:sldId xmlns:r="http://schemas.openxmlformats.org/officeDocument/2006/relationships" id="266" r:id="R648f658679fd4825"/>
    <p:sldId xmlns:r="http://schemas.openxmlformats.org/officeDocument/2006/relationships" id="267" r:id="R68a726bb3b984f2c"/>
    <p:sldId xmlns:r="http://schemas.openxmlformats.org/officeDocument/2006/relationships" id="268" r:id="R14001eb79ff04dea"/>
    <p:sldId xmlns:r="http://schemas.openxmlformats.org/officeDocument/2006/relationships" id="269" r:id="R579e9783b6bc4cea"/>
    <p:sldId xmlns:r="http://schemas.openxmlformats.org/officeDocument/2006/relationships" id="270" r:id="R98cbab5a2590437d"/>
    <p:sldId xmlns:r="http://schemas.openxmlformats.org/officeDocument/2006/relationships" id="271" r:id="R5fc02bf7a9154297"/>
    <p:sldId xmlns:r="http://schemas.openxmlformats.org/officeDocument/2006/relationships" id="272" r:id="R7d0670abb809431b"/>
    <p:sldId xmlns:r="http://schemas.openxmlformats.org/officeDocument/2006/relationships" id="273" r:id="R94d247a4083843da"/>
    <p:sldId xmlns:r="http://schemas.openxmlformats.org/officeDocument/2006/relationships" id="274" r:id="Rf993ea6f278e4c19"/>
    <p:sldId xmlns:r="http://schemas.openxmlformats.org/officeDocument/2006/relationships" id="275" r:id="Rb45e48b171fd493c"/>
    <p:sldId xmlns:r="http://schemas.openxmlformats.org/officeDocument/2006/relationships" id="276" r:id="R4836c6f4c7a84cde"/>
    <p:sldId xmlns:r="http://schemas.openxmlformats.org/officeDocument/2006/relationships" id="277" r:id="R8b531b0f8fe24524"/>
    <p:sldId xmlns:r="http://schemas.openxmlformats.org/officeDocument/2006/relationships" id="278" r:id="R34e46782d2424610"/>
    <p:sldId xmlns:r="http://schemas.openxmlformats.org/officeDocument/2006/relationships" id="279" r:id="R80dfce0d72ea4937"/>
    <p:sldId xmlns:r="http://schemas.openxmlformats.org/officeDocument/2006/relationships" id="280" r:id="R1735b6cdd8a640f3"/>
    <p:sldId xmlns:r="http://schemas.openxmlformats.org/officeDocument/2006/relationships" id="281" r:id="Rc2c8ec2f3940484f"/>
    <p:sldId xmlns:r="http://schemas.openxmlformats.org/officeDocument/2006/relationships" id="282" r:id="R0d34a79374ad4914"/>
    <p:sldId xmlns:r="http://schemas.openxmlformats.org/officeDocument/2006/relationships" id="283" r:id="Re8b67388fd044c69"/>
    <p:sldId xmlns:r="http://schemas.openxmlformats.org/officeDocument/2006/relationships" id="284" r:id="Rb974eeb239b64c4c"/>
    <p:sldId xmlns:r="http://schemas.openxmlformats.org/officeDocument/2006/relationships" id="285" r:id="R9d246126700e4e66"/>
    <p:sldId xmlns:r="http://schemas.openxmlformats.org/officeDocument/2006/relationships" id="286" r:id="R69abab2f9b7b479d"/>
    <p:sldId xmlns:r="http://schemas.openxmlformats.org/officeDocument/2006/relationships" id="287" r:id="Ra13c73006119484b"/>
    <p:sldId xmlns:r="http://schemas.openxmlformats.org/officeDocument/2006/relationships" id="288" r:id="R8e13802a2cc54f67"/>
    <p:sldId xmlns:r="http://schemas.openxmlformats.org/officeDocument/2006/relationships" id="289" r:id="R2e90062e873c44c7"/>
    <p:sldId xmlns:r="http://schemas.openxmlformats.org/officeDocument/2006/relationships" id="290" r:id="Rbbb91627994e42ba"/>
    <p:sldId xmlns:r="http://schemas.openxmlformats.org/officeDocument/2006/relationships" id="291" r:id="R0a3eb86f4a824c6a"/>
    <p:sldId xmlns:r="http://schemas.openxmlformats.org/officeDocument/2006/relationships" id="292" r:id="R0b0aabb2dc19417b"/>
    <p:sldId xmlns:r="http://schemas.openxmlformats.org/officeDocument/2006/relationships" id="293" r:id="R49b280e069224086"/>
    <p:sldId xmlns:r="http://schemas.openxmlformats.org/officeDocument/2006/relationships" id="294" r:id="R4057c91cf93048fc"/>
    <p:sldId xmlns:r="http://schemas.openxmlformats.org/officeDocument/2006/relationships" id="295" r:id="Rb24ba5f6e54d48aa"/>
    <p:sldId xmlns:r="http://schemas.openxmlformats.org/officeDocument/2006/relationships" id="296" r:id="Re32c85253538472e"/>
    <p:sldId xmlns:r="http://schemas.openxmlformats.org/officeDocument/2006/relationships" id="297" r:id="R0578afd92e2b4970"/>
    <p:sldId xmlns:r="http://schemas.openxmlformats.org/officeDocument/2006/relationships" id="298" r:id="R97d2c5de613b494d"/>
    <p:sldId xmlns:r="http://schemas.openxmlformats.org/officeDocument/2006/relationships" id="299" r:id="R0bdf6641a8ce4d7b"/>
    <p:sldId xmlns:r="http://schemas.openxmlformats.org/officeDocument/2006/relationships" id="300" r:id="R702886564c7748c8"/>
    <p:sldId xmlns:r="http://schemas.openxmlformats.org/officeDocument/2006/relationships" id="301" r:id="Rf5b95cbd1bb14e68"/>
    <p:sldId xmlns:r="http://schemas.openxmlformats.org/officeDocument/2006/relationships" id="302" r:id="Rf6b4fbcf28ba4140"/>
    <p:sldId xmlns:r="http://schemas.openxmlformats.org/officeDocument/2006/relationships" id="303" r:id="Rfcbbdf3f060f448e"/>
    <p:sldId xmlns:r="http://schemas.openxmlformats.org/officeDocument/2006/relationships" id="304" r:id="R13ce2c0f874f4cf4"/>
    <p:sldId xmlns:r="http://schemas.openxmlformats.org/officeDocument/2006/relationships" id="305" r:id="Ra1383041f77d467e"/>
    <p:sldId xmlns:r="http://schemas.openxmlformats.org/officeDocument/2006/relationships" id="306" r:id="R5398bf9871644cc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f4406160b44bdc" /><Relationship Type="http://schemas.openxmlformats.org/officeDocument/2006/relationships/slideMaster" Target="/ppt/slideMasters/slideMaster1.xml" Id="Ra302fd760db44eea" /><Relationship Type="http://schemas.openxmlformats.org/officeDocument/2006/relationships/notesMaster" Target="/ppt/notesMasters/notesMaster1.xml" Id="R8e50764474b54b97" /><Relationship Type="http://schemas.openxmlformats.org/officeDocument/2006/relationships/presProps" Target="/ppt/presProps.xml" Id="R6791698bc04047e4" /><Relationship Type="http://schemas.openxmlformats.org/officeDocument/2006/relationships/tableStyles" Target="/ppt/tableStyles.xml" Id="Ref8fb747bdb74c07" /><Relationship Type="http://schemas.openxmlformats.org/officeDocument/2006/relationships/slide" Target="/ppt/slides/slide1.xml" Id="Rcc2f58c226ab4876" /><Relationship Type="http://schemas.openxmlformats.org/officeDocument/2006/relationships/slide" Target="/ppt/slides/slide2.xml" Id="R16ba19e64eb44a26" /><Relationship Type="http://schemas.openxmlformats.org/officeDocument/2006/relationships/slide" Target="/ppt/slides/slide3.xml" Id="R2a2e1389a22a488b" /><Relationship Type="http://schemas.openxmlformats.org/officeDocument/2006/relationships/slide" Target="/ppt/slides/slide4.xml" Id="Rb376f5715d9d48cc" /><Relationship Type="http://schemas.openxmlformats.org/officeDocument/2006/relationships/slide" Target="/ppt/slides/slide5.xml" Id="R8f9bb7dd98e3448f" /><Relationship Type="http://schemas.openxmlformats.org/officeDocument/2006/relationships/slide" Target="/ppt/slides/slide6.xml" Id="R50593374cb6b40fb" /><Relationship Type="http://schemas.openxmlformats.org/officeDocument/2006/relationships/slide" Target="/ppt/slides/slide7.xml" Id="R77fe1e10ca224d3e" /><Relationship Type="http://schemas.openxmlformats.org/officeDocument/2006/relationships/slide" Target="/ppt/slides/slide8.xml" Id="R5fa7bce1caf749f2" /><Relationship Type="http://schemas.openxmlformats.org/officeDocument/2006/relationships/slide" Target="/ppt/slides/slide9.xml" Id="R7da359fd68fa44b4" /><Relationship Type="http://schemas.openxmlformats.org/officeDocument/2006/relationships/slide" Target="/ppt/slides/slide10.xml" Id="R75c369b39644458f" /><Relationship Type="http://schemas.openxmlformats.org/officeDocument/2006/relationships/slide" Target="/ppt/slides/slide11.xml" Id="R648f658679fd4825" /><Relationship Type="http://schemas.openxmlformats.org/officeDocument/2006/relationships/slide" Target="/ppt/slides/slide12.xml" Id="R68a726bb3b984f2c" /><Relationship Type="http://schemas.openxmlformats.org/officeDocument/2006/relationships/slide" Target="/ppt/slides/slide13.xml" Id="R14001eb79ff04dea" /><Relationship Type="http://schemas.openxmlformats.org/officeDocument/2006/relationships/slide" Target="/ppt/slides/slide14.xml" Id="R579e9783b6bc4cea" /><Relationship Type="http://schemas.openxmlformats.org/officeDocument/2006/relationships/slide" Target="/ppt/slides/slide15.xml" Id="R98cbab5a2590437d" /><Relationship Type="http://schemas.openxmlformats.org/officeDocument/2006/relationships/slide" Target="/ppt/slides/slide16.xml" Id="R5fc02bf7a9154297" /><Relationship Type="http://schemas.openxmlformats.org/officeDocument/2006/relationships/slide" Target="/ppt/slides/slide17.xml" Id="R7d0670abb809431b" /><Relationship Type="http://schemas.openxmlformats.org/officeDocument/2006/relationships/slide" Target="/ppt/slides/slide18.xml" Id="R94d247a4083843da" /><Relationship Type="http://schemas.openxmlformats.org/officeDocument/2006/relationships/slide" Target="/ppt/slides/slide19.xml" Id="Rf993ea6f278e4c19" /><Relationship Type="http://schemas.openxmlformats.org/officeDocument/2006/relationships/slide" Target="/ppt/slides/slide20.xml" Id="Rb45e48b171fd493c" /><Relationship Type="http://schemas.openxmlformats.org/officeDocument/2006/relationships/slide" Target="/ppt/slides/slide21.xml" Id="R4836c6f4c7a84cde" /><Relationship Type="http://schemas.openxmlformats.org/officeDocument/2006/relationships/slide" Target="/ppt/slides/slide22.xml" Id="R8b531b0f8fe24524" /><Relationship Type="http://schemas.openxmlformats.org/officeDocument/2006/relationships/slide" Target="/ppt/slides/slide23.xml" Id="R34e46782d2424610" /><Relationship Type="http://schemas.openxmlformats.org/officeDocument/2006/relationships/slide" Target="/ppt/slides/slide24.xml" Id="R80dfce0d72ea4937" /><Relationship Type="http://schemas.openxmlformats.org/officeDocument/2006/relationships/slide" Target="/ppt/slides/slide25.xml" Id="R1735b6cdd8a640f3" /><Relationship Type="http://schemas.openxmlformats.org/officeDocument/2006/relationships/slide" Target="/ppt/slides/slide26.xml" Id="Rc2c8ec2f3940484f" /><Relationship Type="http://schemas.openxmlformats.org/officeDocument/2006/relationships/slide" Target="/ppt/slides/slide27.xml" Id="R0d34a79374ad4914" /><Relationship Type="http://schemas.openxmlformats.org/officeDocument/2006/relationships/slide" Target="/ppt/slides/slide28.xml" Id="Re8b67388fd044c69" /><Relationship Type="http://schemas.openxmlformats.org/officeDocument/2006/relationships/slide" Target="/ppt/slides/slide29.xml" Id="Rb974eeb239b64c4c" /><Relationship Type="http://schemas.openxmlformats.org/officeDocument/2006/relationships/slide" Target="/ppt/slides/slide30.xml" Id="R9d246126700e4e66" /><Relationship Type="http://schemas.openxmlformats.org/officeDocument/2006/relationships/slide" Target="/ppt/slides/slide31.xml" Id="R69abab2f9b7b479d" /><Relationship Type="http://schemas.openxmlformats.org/officeDocument/2006/relationships/slide" Target="/ppt/slides/slide32.xml" Id="Ra13c73006119484b" /><Relationship Type="http://schemas.openxmlformats.org/officeDocument/2006/relationships/slide" Target="/ppt/slides/slide33.xml" Id="R8e13802a2cc54f67" /><Relationship Type="http://schemas.openxmlformats.org/officeDocument/2006/relationships/slide" Target="/ppt/slides/slide34.xml" Id="R2e90062e873c44c7" /><Relationship Type="http://schemas.openxmlformats.org/officeDocument/2006/relationships/slide" Target="/ppt/slides/slide35.xml" Id="Rbbb91627994e42ba" /><Relationship Type="http://schemas.openxmlformats.org/officeDocument/2006/relationships/slide" Target="/ppt/slides/slide36.xml" Id="R0a3eb86f4a824c6a" /><Relationship Type="http://schemas.openxmlformats.org/officeDocument/2006/relationships/slide" Target="/ppt/slides/slide37.xml" Id="R0b0aabb2dc19417b" /><Relationship Type="http://schemas.openxmlformats.org/officeDocument/2006/relationships/slide" Target="/ppt/slides/slide38.xml" Id="R49b280e069224086" /><Relationship Type="http://schemas.openxmlformats.org/officeDocument/2006/relationships/slide" Target="/ppt/slides/slide39.xml" Id="R4057c91cf93048fc" /><Relationship Type="http://schemas.openxmlformats.org/officeDocument/2006/relationships/slide" Target="/ppt/slides/slide40.xml" Id="Rb24ba5f6e54d48aa" /><Relationship Type="http://schemas.openxmlformats.org/officeDocument/2006/relationships/slide" Target="/ppt/slides/slide41.xml" Id="Re32c85253538472e" /><Relationship Type="http://schemas.openxmlformats.org/officeDocument/2006/relationships/slide" Target="/ppt/slides/slide42.xml" Id="R0578afd92e2b4970" /><Relationship Type="http://schemas.openxmlformats.org/officeDocument/2006/relationships/slide" Target="/ppt/slides/slide43.xml" Id="R97d2c5de613b494d" /><Relationship Type="http://schemas.openxmlformats.org/officeDocument/2006/relationships/slide" Target="/ppt/slides/slide44.xml" Id="R0bdf6641a8ce4d7b" /><Relationship Type="http://schemas.openxmlformats.org/officeDocument/2006/relationships/slide" Target="/ppt/slides/slide45.xml" Id="R702886564c7748c8" /><Relationship Type="http://schemas.openxmlformats.org/officeDocument/2006/relationships/slide" Target="/ppt/slides/slide46.xml" Id="Rf5b95cbd1bb14e68" /><Relationship Type="http://schemas.openxmlformats.org/officeDocument/2006/relationships/slide" Target="/ppt/slides/slide47.xml" Id="Rf6b4fbcf28ba4140" /><Relationship Type="http://schemas.openxmlformats.org/officeDocument/2006/relationships/slide" Target="/ppt/slides/slide48.xml" Id="Rfcbbdf3f060f448e" /><Relationship Type="http://schemas.openxmlformats.org/officeDocument/2006/relationships/slide" Target="/ppt/slides/slide49.xml" Id="R13ce2c0f874f4cf4" /><Relationship Type="http://schemas.openxmlformats.org/officeDocument/2006/relationships/slide" Target="/ppt/slides/slide50.xml" Id="Ra1383041f77d467e" /><Relationship Type="http://schemas.openxmlformats.org/officeDocument/2006/relationships/slide" Target="/ppt/slides/slide51.xml" Id="R5398bf9871644c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f24aa7151941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98c401fa5141bc" /><Relationship Type="http://schemas.openxmlformats.org/officeDocument/2006/relationships/notesMaster" Target="/ppt/notesMasters/notesMaster1.xml" Id="R6e6362a0ae4143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2c9473371e410f" /><Relationship Type="http://schemas.openxmlformats.org/officeDocument/2006/relationships/notesMaster" Target="/ppt/notesMasters/notesMaster1.xml" Id="R1da28d041abb41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6e095218ca47b6" /><Relationship Type="http://schemas.openxmlformats.org/officeDocument/2006/relationships/notesMaster" Target="/ppt/notesMasters/notesMaster1.xml" Id="R9716e4e66cc849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c6570740cb413c" /><Relationship Type="http://schemas.openxmlformats.org/officeDocument/2006/relationships/notesMaster" Target="/ppt/notesMasters/notesMaster1.xml" Id="R18e22f12160348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a059fb7b2a4d38" /><Relationship Type="http://schemas.openxmlformats.org/officeDocument/2006/relationships/notesMaster" Target="/ppt/notesMasters/notesMaster1.xml" Id="Rd776e578685542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d41afdad314062" /><Relationship Type="http://schemas.openxmlformats.org/officeDocument/2006/relationships/notesMaster" Target="/ppt/notesMasters/notesMaster1.xml" Id="Ra68be564acf74d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08cad4a104417e" /><Relationship Type="http://schemas.openxmlformats.org/officeDocument/2006/relationships/notesMaster" Target="/ppt/notesMasters/notesMaster1.xml" Id="R57110174a1834b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cee861580f4cfa" /><Relationship Type="http://schemas.openxmlformats.org/officeDocument/2006/relationships/notesMaster" Target="/ppt/notesMasters/notesMaster1.xml" Id="Rc5a385502fe24f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1fdc76d78640d0" /><Relationship Type="http://schemas.openxmlformats.org/officeDocument/2006/relationships/notesMaster" Target="/ppt/notesMasters/notesMaster1.xml" Id="R677c2e9473684e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47bc16514c40cb" /><Relationship Type="http://schemas.openxmlformats.org/officeDocument/2006/relationships/notesMaster" Target="/ppt/notesMasters/notesMaster1.xml" Id="R0cf53c69ba8b4c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005765049e4e0e" /><Relationship Type="http://schemas.openxmlformats.org/officeDocument/2006/relationships/notesMaster" Target="/ppt/notesMasters/notesMaster1.xml" Id="Ra14470af49d548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9c1ac133f642b1" /><Relationship Type="http://schemas.openxmlformats.org/officeDocument/2006/relationships/notesMaster" Target="/ppt/notesMasters/notesMaster1.xml" Id="Rddab617e315a42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9eaee701dd4a8d" /><Relationship Type="http://schemas.openxmlformats.org/officeDocument/2006/relationships/notesMaster" Target="/ppt/notesMasters/notesMaster1.xml" Id="R54b6a009b7094e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28d79921834f5b" /><Relationship Type="http://schemas.openxmlformats.org/officeDocument/2006/relationships/notesMaster" Target="/ppt/notesMasters/notesMaster1.xml" Id="R4b376296b9b841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64009c6ad0495f" /><Relationship Type="http://schemas.openxmlformats.org/officeDocument/2006/relationships/notesMaster" Target="/ppt/notesMasters/notesMaster1.xml" Id="R95115a948ad644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a1d1a9e58d42da" /><Relationship Type="http://schemas.openxmlformats.org/officeDocument/2006/relationships/notesMaster" Target="/ppt/notesMasters/notesMaster1.xml" Id="R837cb7bfbdbd48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9a5729e0e043b7" /><Relationship Type="http://schemas.openxmlformats.org/officeDocument/2006/relationships/notesMaster" Target="/ppt/notesMasters/notesMaster1.xml" Id="Rdccfb71c251e4f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9a8ce1c86b413c" /><Relationship Type="http://schemas.openxmlformats.org/officeDocument/2006/relationships/notesMaster" Target="/ppt/notesMasters/notesMaster1.xml" Id="R4fe78890c92a49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dace72558f4823" /><Relationship Type="http://schemas.openxmlformats.org/officeDocument/2006/relationships/notesMaster" Target="/ppt/notesMasters/notesMaster1.xml" Id="Rccd888ac770b4db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9268bd8258440da" /><Relationship Type="http://schemas.openxmlformats.org/officeDocument/2006/relationships/notesMaster" Target="/ppt/notesMasters/notesMaster1.xml" Id="R8b26c3fce4e047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561a811c2ea43c7" /><Relationship Type="http://schemas.openxmlformats.org/officeDocument/2006/relationships/notesMaster" Target="/ppt/notesMasters/notesMaster1.xml" Id="Rd0222223b6554c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d40538393054fb9" /><Relationship Type="http://schemas.openxmlformats.org/officeDocument/2006/relationships/notesMaster" Target="/ppt/notesMasters/notesMaster1.xml" Id="Raa78e252d83448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825cd2a2f5d4a01" /><Relationship Type="http://schemas.openxmlformats.org/officeDocument/2006/relationships/notesMaster" Target="/ppt/notesMasters/notesMaster1.xml" Id="Ra3ba5e09da234a4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11bb2a579af4d3c" /><Relationship Type="http://schemas.openxmlformats.org/officeDocument/2006/relationships/notesMaster" Target="/ppt/notesMasters/notesMaster1.xml" Id="Rabba8340df134fd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600cdbdb62647ff" /><Relationship Type="http://schemas.openxmlformats.org/officeDocument/2006/relationships/notesMaster" Target="/ppt/notesMasters/notesMaster1.xml" Id="R07aec39cd718486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974985bf99d45f4" /><Relationship Type="http://schemas.openxmlformats.org/officeDocument/2006/relationships/notesMaster" Target="/ppt/notesMasters/notesMaster1.xml" Id="R272c6af525534e9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34d7bb556b84f2e" /><Relationship Type="http://schemas.openxmlformats.org/officeDocument/2006/relationships/notesMaster" Target="/ppt/notesMasters/notesMaster1.xml" Id="Ra24e1fdf189d4e3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3e342a2c92144d3" /><Relationship Type="http://schemas.openxmlformats.org/officeDocument/2006/relationships/notesMaster" Target="/ppt/notesMasters/notesMaster1.xml" Id="R0576b39661a44ff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122aa32a8c941ab" /><Relationship Type="http://schemas.openxmlformats.org/officeDocument/2006/relationships/notesMaster" Target="/ppt/notesMasters/notesMaster1.xml" Id="R98b6c35c411046e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549f02ec8dd4698" /><Relationship Type="http://schemas.openxmlformats.org/officeDocument/2006/relationships/notesMaster" Target="/ppt/notesMasters/notesMaster1.xml" Id="R74c70980e971462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105d7831c0d44ea" /><Relationship Type="http://schemas.openxmlformats.org/officeDocument/2006/relationships/notesMaster" Target="/ppt/notesMasters/notesMaster1.xml" Id="R66df8356e61041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73d09d777dc4d57" /><Relationship Type="http://schemas.openxmlformats.org/officeDocument/2006/relationships/notesMaster" Target="/ppt/notesMasters/notesMaster1.xml" Id="R83457fc4056a4ce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d045aa07b9e4a66" /><Relationship Type="http://schemas.openxmlformats.org/officeDocument/2006/relationships/notesMaster" Target="/ppt/notesMasters/notesMaster1.xml" Id="Rf3d31868e555400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4b73dd73eda4afa" /><Relationship Type="http://schemas.openxmlformats.org/officeDocument/2006/relationships/notesMaster" Target="/ppt/notesMasters/notesMaster1.xml" Id="R431ce4b1e20745a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3ffb534f5984feb" /><Relationship Type="http://schemas.openxmlformats.org/officeDocument/2006/relationships/notesMaster" Target="/ppt/notesMasters/notesMaster1.xml" Id="R0cfcdde9b4534b9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9a174d07bdc414c" /><Relationship Type="http://schemas.openxmlformats.org/officeDocument/2006/relationships/notesMaster" Target="/ppt/notesMasters/notesMaster1.xml" Id="R91d743c89c284eb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0d2ed55c8a040df" /><Relationship Type="http://schemas.openxmlformats.org/officeDocument/2006/relationships/notesMaster" Target="/ppt/notesMasters/notesMaster1.xml" Id="R71d9594628494be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ee2956c6f7a4083" /><Relationship Type="http://schemas.openxmlformats.org/officeDocument/2006/relationships/notesMaster" Target="/ppt/notesMasters/notesMaster1.xml" Id="R347d4d21faa6494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237a4d8190a42ca" /><Relationship Type="http://schemas.openxmlformats.org/officeDocument/2006/relationships/notesMaster" Target="/ppt/notesMasters/notesMaster1.xml" Id="R432c1a5ae6634b7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a8b8c9848b14205" /><Relationship Type="http://schemas.openxmlformats.org/officeDocument/2006/relationships/notesMaster" Target="/ppt/notesMasters/notesMaster1.xml" Id="Rfdea493a873a46a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cdc492610464c6e" /><Relationship Type="http://schemas.openxmlformats.org/officeDocument/2006/relationships/notesMaster" Target="/ppt/notesMasters/notesMaster1.xml" Id="Ree24701acbc2432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fa2d1ca70f44099" /><Relationship Type="http://schemas.openxmlformats.org/officeDocument/2006/relationships/notesMaster" Target="/ppt/notesMasters/notesMaster1.xml" Id="Re671ebad480846f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07ac0e3c10b4fd8" /><Relationship Type="http://schemas.openxmlformats.org/officeDocument/2006/relationships/notesMaster" Target="/ppt/notesMasters/notesMaster1.xml" Id="Re6a208a2de84490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033ba9bbbf44c53" /><Relationship Type="http://schemas.openxmlformats.org/officeDocument/2006/relationships/notesMaster" Target="/ppt/notesMasters/notesMaster1.xml" Id="R77b5dd9de792400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2053b646bee4b9e" /><Relationship Type="http://schemas.openxmlformats.org/officeDocument/2006/relationships/notesMaster" Target="/ppt/notesMasters/notesMaster1.xml" Id="R43f9becf581b41c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34b948a6c8e4179" /><Relationship Type="http://schemas.openxmlformats.org/officeDocument/2006/relationships/notesMaster" Target="/ppt/notesMasters/notesMaster1.xml" Id="Rfe152543c56f443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b7f75ee360c467b" /><Relationship Type="http://schemas.openxmlformats.org/officeDocument/2006/relationships/notesMaster" Target="/ppt/notesMasters/notesMaster1.xml" Id="R84a3c341bfeb43a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803869a56e544d3" /><Relationship Type="http://schemas.openxmlformats.org/officeDocument/2006/relationships/notesMaster" Target="/ppt/notesMasters/notesMaster1.xml" Id="Rb918aedcc7da45a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312fee9734b4e77" /><Relationship Type="http://schemas.openxmlformats.org/officeDocument/2006/relationships/notesMaster" Target="/ppt/notesMasters/notesMaster1.xml" Id="R7b2e5ef96dce4ce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c48dd5683594022" /><Relationship Type="http://schemas.openxmlformats.org/officeDocument/2006/relationships/notesMaster" Target="/ppt/notesMasters/notesMaster1.xml" Id="R905cfdb6cf1f449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912488cfcc4efb" /><Relationship Type="http://schemas.openxmlformats.org/officeDocument/2006/relationships/notesMaster" Target="/ppt/notesMasters/notesMaster1.xml" Id="Rce2e785fd0f04e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116db3dd0d4b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627de17fc242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e594fcb5da44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d881851fd548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b8402b4e514b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0abe3142da42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C779E5-0FD6-4720-8215-03FE978394D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335D8B-707F-4E18-9B85-729A0D4BE50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0364F4-263C-4CD7-BC2A-1A1E0784DDE5}"/>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E9FE15-BDCB-4BCB-9C0D-43A4B0C09E7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61CC46-473E-43FF-8991-0E3E9076C1A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BDE32F-1368-464A-ACA5-19C479F45E7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549C64-3D2B-4D7E-B5BE-8764AA5C0F1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3F8721-18BB-4760-86D3-B4580AB16DF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6D8D7D-E67B-4CFC-BB13-5AC8E90B3D1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1CFC15-5150-4E14-98FF-935BED8A23E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e455a51f9a405b" /><Relationship Type="http://schemas.openxmlformats.org/officeDocument/2006/relationships/slideLayout" Target="/ppt/slideLayouts/slideLayout1.xml" Id="Recda7c6ec2c04b36" /><Relationship Type="http://schemas.openxmlformats.org/officeDocument/2006/relationships/slideLayout" Target="/ppt/slideLayouts/slideLayout2.xml" Id="R3cf08f163a004f8f" /><Relationship Type="http://schemas.openxmlformats.org/officeDocument/2006/relationships/slideLayout" Target="/ppt/slideLayouts/slideLayout3.xml" Id="R53a3e500ed034da3" /><Relationship Type="http://schemas.openxmlformats.org/officeDocument/2006/relationships/slideLayout" Target="/ppt/slideLayouts/slideLayout4.xml" Id="R6f0220781875473d" /><Relationship Type="http://schemas.openxmlformats.org/officeDocument/2006/relationships/slideLayout" Target="/ppt/slideLayouts/slideLayout5.xml" Id="R6525cf59b4704877" /><Relationship Type="http://schemas.openxmlformats.org/officeDocument/2006/relationships/slideLayout" Target="/ppt/slideLayouts/slideLayout6.xml" Id="Rfc78c4680de341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da7c6ec2c04b36"/>
    <p:sldLayoutId xmlns:r="http://schemas.openxmlformats.org/officeDocument/2006/relationships" id="2147483650" r:id="R3cf08f163a004f8f"/>
    <p:sldLayoutId xmlns:r="http://schemas.openxmlformats.org/officeDocument/2006/relationships" id="2147483651" r:id="R53a3e500ed034da3"/>
    <p:sldLayoutId xmlns:r="http://schemas.openxmlformats.org/officeDocument/2006/relationships" id="2147483652" r:id="R6f0220781875473d"/>
    <p:sldLayoutId xmlns:r="http://schemas.openxmlformats.org/officeDocument/2006/relationships" id="2147483653" r:id="R6525cf59b4704877"/>
    <p:sldLayoutId xmlns:r="http://schemas.openxmlformats.org/officeDocument/2006/relationships" id="2147483654" r:id="Rfc78c4680de341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bb19d82a6b4d13" /><Relationship Type="http://schemas.openxmlformats.org/officeDocument/2006/relationships/image" Target="/ppt/media/image.png" Id="R40946795ed704cfd" /><Relationship Type="http://schemas.openxmlformats.org/officeDocument/2006/relationships/image" Target="/ppt/media/image2.png" Id="Rdb965a315e4d4f6c" /><Relationship Type="http://schemas.openxmlformats.org/officeDocument/2006/relationships/image" Target="/ppt/media/image3.png" Id="R4b6c6b3e24b24fdf" /><Relationship Type="http://schemas.openxmlformats.org/officeDocument/2006/relationships/notesSlide" Target="/ppt/notesSlides/notesSlide1.xml" Id="R6d1dfe39e4f14a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a1c692ce7f46ba" /><Relationship Type="http://schemas.openxmlformats.org/officeDocument/2006/relationships/image" Target="/ppt/media/image4.png" Id="Rd4d5d8a84e0d40e6" /><Relationship Type="http://schemas.openxmlformats.org/officeDocument/2006/relationships/image" Target="/ppt/media/image5.png" Id="R8e5c6c4e9eac4f30" /><Relationship Type="http://schemas.openxmlformats.org/officeDocument/2006/relationships/image" Target="/ppt/media/image6.png" Id="R5715b3dec8ac4da6" /><Relationship Type="http://schemas.openxmlformats.org/officeDocument/2006/relationships/notesSlide" Target="/ppt/notesSlides/notesSlide2.xml" Id="Rfc20e203a38749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da38e51ca1b4265" /><Relationship Type="http://schemas.openxmlformats.org/officeDocument/2006/relationships/image" Target="/ppt/media/image7.png" Id="R4c439a81b82a45b1" /><Relationship Type="http://schemas.openxmlformats.org/officeDocument/2006/relationships/notesSlide" Target="/ppt/notesSlides/notesSlide3.xml" Id="R4ed4569c1be745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6c4811e2b240ef" /><Relationship Type="http://schemas.openxmlformats.org/officeDocument/2006/relationships/image" Target="/ppt/media/image8.png" Id="R8b13f0b465be4179" /><Relationship Type="http://schemas.openxmlformats.org/officeDocument/2006/relationships/image" Target="/ppt/media/image9.png" Id="R731f13e4988b4401" /><Relationship Type="http://schemas.openxmlformats.org/officeDocument/2006/relationships/notesSlide" Target="/ppt/notesSlides/notesSlide4.xml" Id="Ra8b927fc2fa64f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f6a638aff334346" /><Relationship Type="http://schemas.openxmlformats.org/officeDocument/2006/relationships/image" Target="/ppt/media/image10.png" Id="Ree32dc20de8c4738" /><Relationship Type="http://schemas.openxmlformats.org/officeDocument/2006/relationships/image" Target="/ppt/media/image11.png" Id="R68ba911da8274f0a" /><Relationship Type="http://schemas.openxmlformats.org/officeDocument/2006/relationships/notesSlide" Target="/ppt/notesSlides/notesSlide5.xml" Id="Rdd2b314c33ce45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69df3af600456d" /><Relationship Type="http://schemas.openxmlformats.org/officeDocument/2006/relationships/image" Target="/ppt/media/image12.png" Id="Rb26a5ef0969543c9" /><Relationship Type="http://schemas.openxmlformats.org/officeDocument/2006/relationships/image" Target="/ppt/media/image13.png" Id="Re57a96baefb044e6" /><Relationship Type="http://schemas.openxmlformats.org/officeDocument/2006/relationships/notesSlide" Target="/ppt/notesSlides/notesSlide6.xml" Id="Reb80d3a0dd0441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083e80ffb54f5c" /><Relationship Type="http://schemas.openxmlformats.org/officeDocument/2006/relationships/image" Target="/ppt/media/image14.png" Id="R5d3f86037be140a0" /><Relationship Type="http://schemas.openxmlformats.org/officeDocument/2006/relationships/image" Target="/ppt/media/image15.png" Id="R47a24d5afb244302" /><Relationship Type="http://schemas.openxmlformats.org/officeDocument/2006/relationships/image" Target="/ppt/media/image16.png" Id="Rf4f37ec32a434988" /><Relationship Type="http://schemas.openxmlformats.org/officeDocument/2006/relationships/image" Target="/ppt/media/image17.png" Id="R0d42bc0eba8d4301" /><Relationship Type="http://schemas.openxmlformats.org/officeDocument/2006/relationships/notesSlide" Target="/ppt/notesSlides/notesSlide7.xml" Id="R99bc05a5fa5a4e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1b6d366c744794" /><Relationship Type="http://schemas.openxmlformats.org/officeDocument/2006/relationships/image" Target="/ppt/media/image18.png" Id="R1e27c3c1d6ab4f52" /><Relationship Type="http://schemas.openxmlformats.org/officeDocument/2006/relationships/image" Target="/ppt/media/image19.png" Id="R2e0b634a0ded4ffb" /><Relationship Type="http://schemas.openxmlformats.org/officeDocument/2006/relationships/image" Target="/ppt/media/image20.png" Id="R6912ef9071634591" /><Relationship Type="http://schemas.openxmlformats.org/officeDocument/2006/relationships/image" Target="/ppt/media/image21.png" Id="R7299af471cf64bfb" /><Relationship Type="http://schemas.openxmlformats.org/officeDocument/2006/relationships/notesSlide" Target="/ppt/notesSlides/notesSlide8.xml" Id="R3abe517cc3e74d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149908dedd4330" /><Relationship Type="http://schemas.openxmlformats.org/officeDocument/2006/relationships/image" Target="/ppt/media/image22.png" Id="R97a843f23c204b75" /><Relationship Type="http://schemas.openxmlformats.org/officeDocument/2006/relationships/image" Target="/ppt/media/image23.png" Id="R64a69ff5fe394aa2" /><Relationship Type="http://schemas.openxmlformats.org/officeDocument/2006/relationships/notesSlide" Target="/ppt/notesSlides/notesSlide9.xml" Id="R0efb04bad1e041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d8bf990a79e4ab4" /><Relationship Type="http://schemas.openxmlformats.org/officeDocument/2006/relationships/image" Target="/ppt/media/image24.png" Id="R03c3e84d27444258" /><Relationship Type="http://schemas.openxmlformats.org/officeDocument/2006/relationships/image" Target="/ppt/media/image25.png" Id="Rc7c842db48b14dce" /><Relationship Type="http://schemas.openxmlformats.org/officeDocument/2006/relationships/image" Target="/ppt/media/image26.png" Id="Ra6c56f44da224004" /><Relationship Type="http://schemas.openxmlformats.org/officeDocument/2006/relationships/image" Target="/ppt/media/image27.png" Id="Ra428735dbc454f1a" /><Relationship Type="http://schemas.openxmlformats.org/officeDocument/2006/relationships/image" Target="/ppt/media/image28.png" Id="R1decfb3e17b04393" /><Relationship Type="http://schemas.openxmlformats.org/officeDocument/2006/relationships/notesSlide" Target="/ppt/notesSlides/notesSlide10.xml" Id="Rac1d13917dd145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0b786aad39418c" /><Relationship Type="http://schemas.openxmlformats.org/officeDocument/2006/relationships/image" Target="/ppt/media/image29.png" Id="R150b0c23acc24d64" /><Relationship Type="http://schemas.openxmlformats.org/officeDocument/2006/relationships/image" Target="/ppt/media/image30.png" Id="Rc273ced7c30c4629" /><Relationship Type="http://schemas.openxmlformats.org/officeDocument/2006/relationships/image" Target="/ppt/media/image31.png" Id="R1633e41279d74197" /><Relationship Type="http://schemas.openxmlformats.org/officeDocument/2006/relationships/notesSlide" Target="/ppt/notesSlides/notesSlide11.xml" Id="R8badf7dc264e47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4c1438d9e04ab6" /><Relationship Type="http://schemas.openxmlformats.org/officeDocument/2006/relationships/image" Target="/ppt/media/image32.png" Id="R80c5a8460fc844e0" /><Relationship Type="http://schemas.openxmlformats.org/officeDocument/2006/relationships/image" Target="/ppt/media/image33.png" Id="R27069ceca0654cf5" /><Relationship Type="http://schemas.openxmlformats.org/officeDocument/2006/relationships/image" Target="/ppt/media/image34.png" Id="R13275448d4d24835" /><Relationship Type="http://schemas.openxmlformats.org/officeDocument/2006/relationships/notesSlide" Target="/ppt/notesSlides/notesSlide12.xml" Id="R4ed5123e5e274c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f6e8c5fbec48bf" /><Relationship Type="http://schemas.openxmlformats.org/officeDocument/2006/relationships/image" Target="/ppt/media/image35.png" Id="Rb4d7a6a8818d4d0f" /><Relationship Type="http://schemas.openxmlformats.org/officeDocument/2006/relationships/notesSlide" Target="/ppt/notesSlides/notesSlide13.xml" Id="R0fa43bfd0b2c4a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a74eb4930814a0c" /><Relationship Type="http://schemas.openxmlformats.org/officeDocument/2006/relationships/image" Target="/ppt/media/image36.png" Id="Rdd5d5cc9c39b474f" /><Relationship Type="http://schemas.openxmlformats.org/officeDocument/2006/relationships/image" Target="/ppt/media/image37.png" Id="R670ef7299ba6469d" /><Relationship Type="http://schemas.openxmlformats.org/officeDocument/2006/relationships/notesSlide" Target="/ppt/notesSlides/notesSlide14.xml" Id="R90a3b6dd527744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426ae5e198542e2" /><Relationship Type="http://schemas.openxmlformats.org/officeDocument/2006/relationships/image" Target="/ppt/media/image38.png" Id="Raa9defdafcf442a7" /><Relationship Type="http://schemas.openxmlformats.org/officeDocument/2006/relationships/image" Target="/ppt/media/image39.png" Id="Re7e3a0ccaaa54e7c" /><Relationship Type="http://schemas.openxmlformats.org/officeDocument/2006/relationships/image" Target="/ppt/media/image40.png" Id="R77b5a7fe213e4c2f" /><Relationship Type="http://schemas.openxmlformats.org/officeDocument/2006/relationships/notesSlide" Target="/ppt/notesSlides/notesSlide15.xml" Id="Rf9833498ff9c43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5526fbb924f4227" /><Relationship Type="http://schemas.openxmlformats.org/officeDocument/2006/relationships/image" Target="/ppt/media/image41.png" Id="Re82b332b2f944638" /><Relationship Type="http://schemas.openxmlformats.org/officeDocument/2006/relationships/image" Target="/ppt/media/image42.png" Id="R09955495d0c34937" /><Relationship Type="http://schemas.openxmlformats.org/officeDocument/2006/relationships/image" Target="/ppt/media/image43.png" Id="R7c5d39b22cb74ccb" /><Relationship Type="http://schemas.openxmlformats.org/officeDocument/2006/relationships/image" Target="/ppt/media/image44.png" Id="R3b6fbcb05e95449a" /><Relationship Type="http://schemas.openxmlformats.org/officeDocument/2006/relationships/notesSlide" Target="/ppt/notesSlides/notesSlide16.xml" Id="R02f45a51dbe74b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9a7ee415477418f" /><Relationship Type="http://schemas.openxmlformats.org/officeDocument/2006/relationships/image" Target="/ppt/media/image45.png" Id="R30d39edd22fc4e5c" /><Relationship Type="http://schemas.openxmlformats.org/officeDocument/2006/relationships/image" Target="/ppt/media/image46.png" Id="Rbe0bcbc8cc814a71" /><Relationship Type="http://schemas.openxmlformats.org/officeDocument/2006/relationships/image" Target="/ppt/media/image47.png" Id="R682cf3cf819849dd" /><Relationship Type="http://schemas.openxmlformats.org/officeDocument/2006/relationships/notesSlide" Target="/ppt/notesSlides/notesSlide17.xml" Id="R091b33cd39d44d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b8955a7a4bb4c8a" /><Relationship Type="http://schemas.openxmlformats.org/officeDocument/2006/relationships/image" Target="/ppt/media/image48.png" Id="R44f73e6adbee4bb8" /><Relationship Type="http://schemas.openxmlformats.org/officeDocument/2006/relationships/image" Target="/ppt/media/image49.png" Id="R75d48840e51a4bcb" /><Relationship Type="http://schemas.openxmlformats.org/officeDocument/2006/relationships/image" Target="/ppt/media/image50.png" Id="Re3b7bf7aba164b36" /><Relationship Type="http://schemas.openxmlformats.org/officeDocument/2006/relationships/image" Target="/ppt/media/image51.png" Id="R348f2ecdf0f04b6f" /><Relationship Type="http://schemas.openxmlformats.org/officeDocument/2006/relationships/notesSlide" Target="/ppt/notesSlides/notesSlide18.xml" Id="Rb6f8a9ef3e80466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d4941b404a840a2" /><Relationship Type="http://schemas.openxmlformats.org/officeDocument/2006/relationships/image" Target="/ppt/media/image52.png" Id="Rc8accd9ec5284c8d" /><Relationship Type="http://schemas.openxmlformats.org/officeDocument/2006/relationships/image" Target="/ppt/media/image53.png" Id="R8c4140742c454af6" /><Relationship Type="http://schemas.openxmlformats.org/officeDocument/2006/relationships/image" Target="/ppt/media/image54.png" Id="Ra6640add9878460f" /><Relationship Type="http://schemas.openxmlformats.org/officeDocument/2006/relationships/notesSlide" Target="/ppt/notesSlides/notesSlide19.xml" Id="Rcc2a211da5614b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89de0ec9a2a4843" /><Relationship Type="http://schemas.openxmlformats.org/officeDocument/2006/relationships/image" Target="/ppt/media/image55.png" Id="Rcee6eb6b6a4749cb" /><Relationship Type="http://schemas.openxmlformats.org/officeDocument/2006/relationships/image" Target="/ppt/media/image56.png" Id="R2fcb0ade31614b5b" /><Relationship Type="http://schemas.openxmlformats.org/officeDocument/2006/relationships/image" Target="/ppt/media/image57.png" Id="Rd559f0eaa6b94d9a" /><Relationship Type="http://schemas.openxmlformats.org/officeDocument/2006/relationships/image" Target="/ppt/media/image58.png" Id="Rb00fc55c23f74cbe" /><Relationship Type="http://schemas.openxmlformats.org/officeDocument/2006/relationships/notesSlide" Target="/ppt/notesSlides/notesSlide20.xml" Id="Ra2a0f0f95c2540d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5bc7501b7ad41b7" /><Relationship Type="http://schemas.openxmlformats.org/officeDocument/2006/relationships/image" Target="/ppt/media/image59.png" Id="R6dfed4c0dd614607" /><Relationship Type="http://schemas.openxmlformats.org/officeDocument/2006/relationships/notesSlide" Target="/ppt/notesSlides/notesSlide21.xml" Id="R1143cccc987c43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2bfa3168225409b" /><Relationship Type="http://schemas.openxmlformats.org/officeDocument/2006/relationships/image" Target="/ppt/media/image60.png" Id="R17c63b704b4b42e0" /><Relationship Type="http://schemas.openxmlformats.org/officeDocument/2006/relationships/image" Target="/ppt/media/image61.png" Id="R10439a8b7aad4d25" /><Relationship Type="http://schemas.openxmlformats.org/officeDocument/2006/relationships/image" Target="/ppt/media/image62.png" Id="R9b2700847ed74b7e" /><Relationship Type="http://schemas.openxmlformats.org/officeDocument/2006/relationships/notesSlide" Target="/ppt/notesSlides/notesSlide22.xml" Id="R40f2d5795f8a4ec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96d2317aee24e65" /><Relationship Type="http://schemas.openxmlformats.org/officeDocument/2006/relationships/image" Target="/ppt/media/image63.png" Id="R120fa8db90d34825" /><Relationship Type="http://schemas.openxmlformats.org/officeDocument/2006/relationships/image" Target="/ppt/media/image64.png" Id="R3cca8873ef3a4109" /><Relationship Type="http://schemas.openxmlformats.org/officeDocument/2006/relationships/image" Target="/ppt/media/image65.png" Id="R76a27bb6e0d248d7" /><Relationship Type="http://schemas.openxmlformats.org/officeDocument/2006/relationships/image" Target="/ppt/media/image66.png" Id="Ra28c8da09d69400e" /><Relationship Type="http://schemas.openxmlformats.org/officeDocument/2006/relationships/notesSlide" Target="/ppt/notesSlides/notesSlide23.xml" Id="R67d1699d356042e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c2dc3e2103b4978" /><Relationship Type="http://schemas.openxmlformats.org/officeDocument/2006/relationships/image" Target="/ppt/media/image67.png" Id="Rf2f9f72c7012484c" /><Relationship Type="http://schemas.openxmlformats.org/officeDocument/2006/relationships/image" Target="/ppt/media/image68.png" Id="Rbff55231aa98437c" /><Relationship Type="http://schemas.openxmlformats.org/officeDocument/2006/relationships/image" Target="/ppt/media/image69.png" Id="R26b8eff8644b458c" /><Relationship Type="http://schemas.openxmlformats.org/officeDocument/2006/relationships/notesSlide" Target="/ppt/notesSlides/notesSlide24.xml" Id="R7000c06d84e0401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5f61901035d47d3" /><Relationship Type="http://schemas.openxmlformats.org/officeDocument/2006/relationships/image" Target="/ppt/media/image70.png" Id="R794daac14eb84ae5" /><Relationship Type="http://schemas.openxmlformats.org/officeDocument/2006/relationships/image" Target="/ppt/media/image71.png" Id="R496c0f804e1a4e3a" /><Relationship Type="http://schemas.openxmlformats.org/officeDocument/2006/relationships/notesSlide" Target="/ppt/notesSlides/notesSlide25.xml" Id="Rd8ff4139f394402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87a0608794449e6" /><Relationship Type="http://schemas.openxmlformats.org/officeDocument/2006/relationships/image" Target="/ppt/media/image72.png" Id="R8564cb8f35834f8d" /><Relationship Type="http://schemas.openxmlformats.org/officeDocument/2006/relationships/image" Target="/ppt/media/image73.png" Id="R11c9a763ceac47ec" /><Relationship Type="http://schemas.openxmlformats.org/officeDocument/2006/relationships/notesSlide" Target="/ppt/notesSlides/notesSlide26.xml" Id="Re8194ac498c34c5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1facc7d2bd24490" /><Relationship Type="http://schemas.openxmlformats.org/officeDocument/2006/relationships/image" Target="/ppt/media/image74.png" Id="Rcadc1889e6514c8e" /><Relationship Type="http://schemas.openxmlformats.org/officeDocument/2006/relationships/image" Target="/ppt/media/image75.png" Id="Rd6820ece83aa4ffe" /><Relationship Type="http://schemas.openxmlformats.org/officeDocument/2006/relationships/notesSlide" Target="/ppt/notesSlides/notesSlide27.xml" Id="R6748e393d9224b7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6feb02988884c3f" /><Relationship Type="http://schemas.openxmlformats.org/officeDocument/2006/relationships/image" Target="/ppt/media/image76.png" Id="Rabdd171ce1e64f3c" /><Relationship Type="http://schemas.openxmlformats.org/officeDocument/2006/relationships/notesSlide" Target="/ppt/notesSlides/notesSlide28.xml" Id="Rdf266e56eebf4e8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2e5e18304154764" /><Relationship Type="http://schemas.openxmlformats.org/officeDocument/2006/relationships/image" Target="/ppt/media/image77.png" Id="R16eeb1e14e894b16" /><Relationship Type="http://schemas.openxmlformats.org/officeDocument/2006/relationships/notesSlide" Target="/ppt/notesSlides/notesSlide29.xml" Id="R3fe3080d0da347b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e134fa9554d4c7c" /><Relationship Type="http://schemas.openxmlformats.org/officeDocument/2006/relationships/image" Target="/ppt/media/image78.png" Id="R320040c5010f44f1" /><Relationship Type="http://schemas.openxmlformats.org/officeDocument/2006/relationships/notesSlide" Target="/ppt/notesSlides/notesSlide30.xml" Id="R01a761d3e7de4c9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83c97eaf93f4e4a" /><Relationship Type="http://schemas.openxmlformats.org/officeDocument/2006/relationships/image" Target="/ppt/media/image79.png" Id="Re7b681ed59ea4674" /><Relationship Type="http://schemas.openxmlformats.org/officeDocument/2006/relationships/notesSlide" Target="/ppt/notesSlides/notesSlide31.xml" Id="Rfe76627de8ae492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e0d338e43814575" /><Relationship Type="http://schemas.openxmlformats.org/officeDocument/2006/relationships/image" Target="/ppt/media/image80.png" Id="Re27c56168cfb4dfa" /><Relationship Type="http://schemas.openxmlformats.org/officeDocument/2006/relationships/image" Target="/ppt/media/image81.png" Id="Rbe81de6a7145496e" /><Relationship Type="http://schemas.openxmlformats.org/officeDocument/2006/relationships/image" Target="/ppt/media/image82.png" Id="R92b3bd8c87ed431b" /><Relationship Type="http://schemas.openxmlformats.org/officeDocument/2006/relationships/notesSlide" Target="/ppt/notesSlides/notesSlide32.xml" Id="R0ba70117384240c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7f48670b6aa4dd9" /><Relationship Type="http://schemas.openxmlformats.org/officeDocument/2006/relationships/image" Target="/ppt/media/image83.png" Id="R942b1208d75043ce" /><Relationship Type="http://schemas.openxmlformats.org/officeDocument/2006/relationships/image" Target="/ppt/media/image84.png" Id="R6cd5097382e34c16" /><Relationship Type="http://schemas.openxmlformats.org/officeDocument/2006/relationships/image" Target="/ppt/media/image85.png" Id="R25cac6ccedb241b1" /><Relationship Type="http://schemas.openxmlformats.org/officeDocument/2006/relationships/notesSlide" Target="/ppt/notesSlides/notesSlide33.xml" Id="R28b0e5b112f9441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efcb08d54dd4f60" /><Relationship Type="http://schemas.openxmlformats.org/officeDocument/2006/relationships/image" Target="/ppt/media/image86.png" Id="Rd89f405e1666434d" /><Relationship Type="http://schemas.openxmlformats.org/officeDocument/2006/relationships/image" Target="/ppt/media/image87.png" Id="R2809c76162334fc8" /><Relationship Type="http://schemas.openxmlformats.org/officeDocument/2006/relationships/notesSlide" Target="/ppt/notesSlides/notesSlide34.xml" Id="Racb13abdff50439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15fdc48c7044367" /><Relationship Type="http://schemas.openxmlformats.org/officeDocument/2006/relationships/image" Target="/ppt/media/image88.png" Id="Rc41a13444952462f" /><Relationship Type="http://schemas.openxmlformats.org/officeDocument/2006/relationships/image" Target="/ppt/media/image89.png" Id="R584879ff7ffd49f8" /><Relationship Type="http://schemas.openxmlformats.org/officeDocument/2006/relationships/notesSlide" Target="/ppt/notesSlides/notesSlide35.xml" Id="R09c5e84a8b10451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adfa6851b1a4099" /><Relationship Type="http://schemas.openxmlformats.org/officeDocument/2006/relationships/image" Target="/ppt/media/image90.png" Id="R3b98b4494fd24755" /><Relationship Type="http://schemas.openxmlformats.org/officeDocument/2006/relationships/image" Target="/ppt/media/image91.png" Id="Rf48d100ecf784475" /><Relationship Type="http://schemas.openxmlformats.org/officeDocument/2006/relationships/notesSlide" Target="/ppt/notesSlides/notesSlide36.xml" Id="R0b9ce41c28f84d5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bca3d2b7d1649ed" /><Relationship Type="http://schemas.openxmlformats.org/officeDocument/2006/relationships/image" Target="/ppt/media/image92.png" Id="Rddcc5c1a924145ca" /><Relationship Type="http://schemas.openxmlformats.org/officeDocument/2006/relationships/image" Target="/ppt/media/image93.png" Id="R79dbb701235742a6" /><Relationship Type="http://schemas.openxmlformats.org/officeDocument/2006/relationships/image" Target="/ppt/media/image94.png" Id="R938da0d7a42f490c" /><Relationship Type="http://schemas.openxmlformats.org/officeDocument/2006/relationships/notesSlide" Target="/ppt/notesSlides/notesSlide37.xml" Id="Rd3a7e882682e416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85fb7a32e494c0c" /><Relationship Type="http://schemas.openxmlformats.org/officeDocument/2006/relationships/image" Target="/ppt/media/image95.png" Id="Ra29f37aa9336409a" /><Relationship Type="http://schemas.openxmlformats.org/officeDocument/2006/relationships/image" Target="/ppt/media/image96.png" Id="R5176e13ed6cf4de4" /><Relationship Type="http://schemas.openxmlformats.org/officeDocument/2006/relationships/notesSlide" Target="/ppt/notesSlides/notesSlide38.xml" Id="Rf10c998ba2324a8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6374f2309034337" /><Relationship Type="http://schemas.openxmlformats.org/officeDocument/2006/relationships/image" Target="/ppt/media/image97.png" Id="Rd0366661b0c94ba0" /><Relationship Type="http://schemas.openxmlformats.org/officeDocument/2006/relationships/image" Target="/ppt/media/image98.png" Id="R43a35f2292cb4fd0" /><Relationship Type="http://schemas.openxmlformats.org/officeDocument/2006/relationships/notesSlide" Target="/ppt/notesSlides/notesSlide39.xml" Id="R7069bb6c39b4408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924b8c709df41ac" /><Relationship Type="http://schemas.openxmlformats.org/officeDocument/2006/relationships/image" Target="/ppt/media/image99.png" Id="Rac5a5169cf734e92" /><Relationship Type="http://schemas.openxmlformats.org/officeDocument/2006/relationships/image" Target="/ppt/media/image100.png" Id="Reb1e12e0017d4557" /><Relationship Type="http://schemas.openxmlformats.org/officeDocument/2006/relationships/image" Target="/ppt/media/image101.png" Id="Ra841046861b7450b" /><Relationship Type="http://schemas.openxmlformats.org/officeDocument/2006/relationships/notesSlide" Target="/ppt/notesSlides/notesSlide40.xml" Id="R23433b1f686c442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c8a446d1c61406c" /><Relationship Type="http://schemas.openxmlformats.org/officeDocument/2006/relationships/image" Target="/ppt/media/image102.png" Id="R6c34f2bd414244a6" /><Relationship Type="http://schemas.openxmlformats.org/officeDocument/2006/relationships/notesSlide" Target="/ppt/notesSlides/notesSlide41.xml" Id="Ra4b16ac6f5c34a5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6ccf034aaf94493" /><Relationship Type="http://schemas.openxmlformats.org/officeDocument/2006/relationships/image" Target="/ppt/media/image103.png" Id="Ra2f7d4b0b375467c" /><Relationship Type="http://schemas.openxmlformats.org/officeDocument/2006/relationships/image" Target="/ppt/media/image104.png" Id="Re29a4477ca214990" /><Relationship Type="http://schemas.openxmlformats.org/officeDocument/2006/relationships/notesSlide" Target="/ppt/notesSlides/notesSlide42.xml" Id="R1bb4a8206b15491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e75bb3147654580" /><Relationship Type="http://schemas.openxmlformats.org/officeDocument/2006/relationships/image" Target="/ppt/media/image105.png" Id="R58a2d433ce1d4e46" /><Relationship Type="http://schemas.openxmlformats.org/officeDocument/2006/relationships/image" Target="/ppt/media/image106.png" Id="R5a10632bf8e0436a" /><Relationship Type="http://schemas.openxmlformats.org/officeDocument/2006/relationships/image" Target="/ppt/media/image107.png" Id="R8f38c5c338ca459d" /><Relationship Type="http://schemas.openxmlformats.org/officeDocument/2006/relationships/image" Target="/ppt/media/image108.png" Id="Rfa43d429459348d8" /><Relationship Type="http://schemas.openxmlformats.org/officeDocument/2006/relationships/notesSlide" Target="/ppt/notesSlides/notesSlide43.xml" Id="R55be0f86854b45c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4c1be515565401c" /><Relationship Type="http://schemas.openxmlformats.org/officeDocument/2006/relationships/image" Target="/ppt/media/image109.png" Id="R7141832eb63c4a4a" /><Relationship Type="http://schemas.openxmlformats.org/officeDocument/2006/relationships/image" Target="/ppt/media/image110.png" Id="R7becfa8c28134b71" /><Relationship Type="http://schemas.openxmlformats.org/officeDocument/2006/relationships/notesSlide" Target="/ppt/notesSlides/notesSlide44.xml" Id="R0dfcdfa0b455449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c62706f55bd413a" /><Relationship Type="http://schemas.openxmlformats.org/officeDocument/2006/relationships/image" Target="/ppt/media/image111.png" Id="Rf4bc3d53dcf44fe3" /><Relationship Type="http://schemas.openxmlformats.org/officeDocument/2006/relationships/image" Target="/ppt/media/image112.png" Id="Rbfe916719a694ac8" /><Relationship Type="http://schemas.openxmlformats.org/officeDocument/2006/relationships/notesSlide" Target="/ppt/notesSlides/notesSlide45.xml" Id="R2430844452524b3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b2e2450f0254995" /><Relationship Type="http://schemas.openxmlformats.org/officeDocument/2006/relationships/image" Target="/ppt/media/image113.png" Id="R6d5bd1f939654734" /><Relationship Type="http://schemas.openxmlformats.org/officeDocument/2006/relationships/notesSlide" Target="/ppt/notesSlides/notesSlide46.xml" Id="Rf85227afaf764ac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a050ad63d1845a7" /><Relationship Type="http://schemas.openxmlformats.org/officeDocument/2006/relationships/image" Target="/ppt/media/image114.png" Id="Rc2bbfdea618e44f1" /><Relationship Type="http://schemas.openxmlformats.org/officeDocument/2006/relationships/image" Target="/ppt/media/image115.png" Id="R051dbfc1df8040f9" /><Relationship Type="http://schemas.openxmlformats.org/officeDocument/2006/relationships/notesSlide" Target="/ppt/notesSlides/notesSlide47.xml" Id="R9e276106b2fa40f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92902ada5bf4032" /><Relationship Type="http://schemas.openxmlformats.org/officeDocument/2006/relationships/image" Target="/ppt/media/image116.png" Id="Re52e85cfe6864d83" /><Relationship Type="http://schemas.openxmlformats.org/officeDocument/2006/relationships/notesSlide" Target="/ppt/notesSlides/notesSlide48.xml" Id="R43bd01fcf8704a3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3e2390da2024621" /><Relationship Type="http://schemas.openxmlformats.org/officeDocument/2006/relationships/image" Target="/ppt/media/image117.png" Id="Rf9be80c9439a4805" /><Relationship Type="http://schemas.openxmlformats.org/officeDocument/2006/relationships/image" Target="/ppt/media/image118.png" Id="Rdadc282b4a844bdd" /><Relationship Type="http://schemas.openxmlformats.org/officeDocument/2006/relationships/notesSlide" Target="/ppt/notesSlides/notesSlide49.xml" Id="R03961cb292f6492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efa54145236f4a4c" /><Relationship Type="http://schemas.openxmlformats.org/officeDocument/2006/relationships/image" Target="/ppt/media/image119.png" Id="R521bb619f69c491a" /><Relationship Type="http://schemas.openxmlformats.org/officeDocument/2006/relationships/image" Target="/ppt/media/image120.png" Id="Rbb497b9baff84019" /><Relationship Type="http://schemas.openxmlformats.org/officeDocument/2006/relationships/image" Target="/ppt/media/image121.png" Id="R506ef40e6cca4c73" /><Relationship Type="http://schemas.openxmlformats.org/officeDocument/2006/relationships/image" Target="/ppt/media/image122.png" Id="R1839c4eea0714d1b" /><Relationship Type="http://schemas.openxmlformats.org/officeDocument/2006/relationships/notesSlide" Target="/ppt/notesSlides/notesSlide50.xml" Id="R6669ade9fb7340b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216a44e97ef4204" /><Relationship Type="http://schemas.openxmlformats.org/officeDocument/2006/relationships/image" Target="/ppt/media/image123.png" Id="R3a4e4889b4f14113" /><Relationship Type="http://schemas.openxmlformats.org/officeDocument/2006/relationships/notesSlide" Target="/ppt/notesSlides/notesSlide51.xml" Id="Rb391656a2bb14613"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E0DB6B4-9AFE-4C37-8162-D4F8BFF58A95}"/>
              </a:ext>
            </a:extLst>
          </p:cNvPr>
          <p:cNvPicPr>
            <a:picLocks xmlns:a="http://schemas.openxmlformats.org/drawingml/2006/main" noChangeAspect="1"/>
          </p:cNvPicPr>
          <p:nvPr/>
        </p:nvPicPr>
        <p:blipFill>
          <a:blip xmlns:r="http://schemas.openxmlformats.org/officeDocument/2006/relationships" xmlns:a="http://schemas.openxmlformats.org/drawingml/2006/main" r:embed="R40946795ed704cf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A7D2424D-19A5-422D-BB1A-B5B40F77F01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A82143DE-2AB0-4E39-BDFD-4ACEF44899E2}"/>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DEE59443-9CDC-464B-B8D2-4DD75A2D333F}"/>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EBEC3A22-8E1F-4824-A896-42271356C2F5}"/>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CBCE5EEB-DD8F-49C9-8EB1-CDD8CEA32A7C}"/>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F86D5985-65A0-48B8-A823-1589C728995F}"/>
              </a:ext>
            </a:extLst>
          </p:cNvPr>
          <p:cNvPicPr>
            <a:picLocks xmlns:a="http://schemas.openxmlformats.org/drawingml/2006/main" noChangeAspect="1"/>
          </p:cNvPicPr>
          <p:nvPr/>
        </p:nvPicPr>
        <p:blipFill>
          <a:blip xmlns:r="http://schemas.openxmlformats.org/officeDocument/2006/relationships" xmlns:a="http://schemas.openxmlformats.org/drawingml/2006/main" r:embed="Rdb965a315e4d4f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A0C3105-A375-43DF-8366-79BE61496150}"/>
              </a:ext>
            </a:extLst>
          </p:cNvPr>
          <p:cNvPicPr>
            <a:picLocks xmlns:a="http://schemas.openxmlformats.org/drawingml/2006/main" noChangeAspect="1"/>
          </p:cNvPicPr>
          <p:nvPr/>
        </p:nvPicPr>
        <p:blipFill>
          <a:blip xmlns:r="http://schemas.openxmlformats.org/officeDocument/2006/relationships" xmlns:a="http://schemas.openxmlformats.org/drawingml/2006/main" r:embed="R4b6c6b3e24b24fdf"/>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BDFC9704-9E7C-4D8F-9B5F-01F94A900A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2042826335"/>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2F4B9EF-C6C3-45C5-9182-8FA8E4FDFF75}"/>
              </a:ext>
            </a:extLst>
          </p:cNvPr>
          <p:cNvPicPr>
            <a:picLocks xmlns:a="http://schemas.openxmlformats.org/drawingml/2006/main" noChangeAspect="1"/>
          </p:cNvPicPr>
          <p:nvPr/>
        </p:nvPicPr>
        <p:blipFill>
          <a:blip xmlns:r="http://schemas.openxmlformats.org/officeDocument/2006/relationships" xmlns:a="http://schemas.openxmlformats.org/drawingml/2006/main" r:embed="Rd4d5d8a84e0d40e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3A6F251-7CA4-413D-8646-A8678111B2E2}"/>
              </a:ext>
            </a:extLst>
          </p:cNvPr>
          <p:cNvPicPr>
            <a:picLocks xmlns:a="http://schemas.openxmlformats.org/drawingml/2006/main" noChangeAspect="1"/>
          </p:cNvPicPr>
          <p:nvPr/>
        </p:nvPicPr>
        <p:blipFill>
          <a:blip xmlns:r="http://schemas.openxmlformats.org/officeDocument/2006/relationships" xmlns:a="http://schemas.openxmlformats.org/drawingml/2006/main" r:embed="R8e5c6c4e9eac4f3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270792-ABE4-4CCC-B8E7-2ED6DFC7775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95F54D-C2E0-4831-9077-2BBB1EBC102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ACCF7B3D-E5D7-4D22-B128-CB4C3209F99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AE59A27-1879-4525-9167-DE25C9570CC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1663EE3F-BFCA-4C0C-B174-7FC92BEC675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FEB0E22F-2DF6-40FD-850F-3EF2B9C2D48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C5FD9C6F-416F-4180-9AA2-8E8BA812465D}"/>
              </a:ext>
            </a:extLst>
          </p:cNvPr>
          <p:cNvPicPr>
            <a:picLocks xmlns:a="http://schemas.openxmlformats.org/drawingml/2006/main" noChangeAspect="1"/>
          </p:cNvPicPr>
          <p:nvPr/>
        </p:nvPicPr>
        <p:blipFill>
          <a:blip xmlns:r="http://schemas.openxmlformats.org/officeDocument/2006/relationships" xmlns:a="http://schemas.openxmlformats.org/drawingml/2006/main" r:embed="R5715b3dec8ac4da6"/>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568468811"/>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033105B-A8D5-41DE-9A37-D3D0CDDCDBC5}"/>
              </a:ext>
            </a:extLst>
          </p:cNvPr>
          <p:cNvPicPr>
            <a:picLocks xmlns:a="http://schemas.openxmlformats.org/drawingml/2006/main" noChangeAspect="1"/>
          </p:cNvPicPr>
          <p:nvPr/>
        </p:nvPicPr>
        <p:blipFill>
          <a:blip xmlns:r="http://schemas.openxmlformats.org/officeDocument/2006/relationships" xmlns:a="http://schemas.openxmlformats.org/drawingml/2006/main" r:embed="R4c439a81b82a45b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4AFE94-C6B0-4B75-84A1-85D5E372855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CF59683-622A-46B1-A00B-C4914EDF5E9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47EB1313-7839-4804-B370-1C4E228DD86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3367DD24-ABFC-4CC5-BF81-927A4FC5855B}"/>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7C1DA7ED-18F9-46B8-A3C0-67B2DF42679F}"/>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77D31234-4832-40A0-83C3-98ABE29C95D6}"/>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DA341A8-BEAF-4CBB-9E9E-8D42B4460296}"/>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A15A7FD8-0FAF-4BF7-8A37-90263C7E3D34}"/>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4F288961-0E3A-4415-8FF3-EDB5AA0FB167}"/>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45AAAE9-FEE8-42EA-8417-C6D9457BD67C}"/>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4B5D5092-F1C1-434F-871F-C54CAA7771C8}"/>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3933FB2F-8D4A-4BCB-91D9-5AB8B4BAB89B}"/>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82CC9C8-02A3-4390-BA9C-8F590461A4EC}"/>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0990344C-FB89-4893-8656-113080267FEB}"/>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838474311"/>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10F17DB-706D-497E-A935-6A8C9E52C5BB}"/>
              </a:ext>
            </a:extLst>
          </p:cNvPr>
          <p:cNvPicPr>
            <a:picLocks xmlns:a="http://schemas.openxmlformats.org/drawingml/2006/main" noChangeAspect="1"/>
          </p:cNvPicPr>
          <p:nvPr/>
        </p:nvPicPr>
        <p:blipFill>
          <a:blip xmlns:r="http://schemas.openxmlformats.org/officeDocument/2006/relationships" xmlns:a="http://schemas.openxmlformats.org/drawingml/2006/main" r:embed="R8b13f0b465be417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E236DC-FBA1-47DE-B0EF-AFEEAC61428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B454C49-D3A6-4AC0-A9FE-972C8189248D}"/>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9FB49775-9053-471A-8D0A-F594BBD4141B}"/>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8A42BA-13F6-4ADC-91E8-64DF62E79293}"/>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9DC9B14A-166F-4AA6-979A-93E8D0C7BFD1}"/>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D289FAD7-8C26-4D11-B324-327A14BA3B50}"/>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C5A22025-4D0E-4BB7-B1A5-7DC2A9A057E3}"/>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DC63EE8-467E-4F7C-9A06-F151ED7152EF}"/>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8083A6FB-5EC1-4BAA-9F5A-9862FC9EA5F4}"/>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0E772AC6-214D-4917-B60E-60E64D923465}"/>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8CC1C2D-7A8A-4EA3-AC8B-B5491680520E}"/>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ED435B9-127E-4270-9BB3-62304274E8CA}"/>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2C69E39F-948A-42BA-AD38-BF95612B5480}"/>
              </a:ext>
            </a:extLst>
          </p:cNvPr>
          <p:cNvPicPr>
            <a:picLocks xmlns:a="http://schemas.openxmlformats.org/drawingml/2006/main" noChangeAspect="1"/>
          </p:cNvPicPr>
          <p:nvPr/>
        </p:nvPicPr>
        <p:blipFill>
          <a:blip xmlns:r="http://schemas.openxmlformats.org/officeDocument/2006/relationships" xmlns:a="http://schemas.openxmlformats.org/drawingml/2006/main" r:embed="R731f13e4988b4401"/>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933320273"/>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692144C-8ED1-49BB-95E3-2EC580C274B6}"/>
              </a:ext>
            </a:extLst>
          </p:cNvPr>
          <p:cNvPicPr>
            <a:picLocks xmlns:a="http://schemas.openxmlformats.org/drawingml/2006/main" noChangeAspect="1"/>
          </p:cNvPicPr>
          <p:nvPr/>
        </p:nvPicPr>
        <p:blipFill>
          <a:blip xmlns:r="http://schemas.openxmlformats.org/officeDocument/2006/relationships" xmlns:a="http://schemas.openxmlformats.org/drawingml/2006/main" r:embed="Ree32dc20de8c473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7684B4C7-C8AF-4A83-8670-0825AD9B278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D091C34-31AA-4AB1-93C0-3E058E6EFF0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69E7C26B-FA87-4EC4-B1CE-606645250756}"/>
              </a:ext>
            </a:extLst>
          </p:cNvPr>
          <p:cNvPicPr>
            <a:picLocks xmlns:a="http://schemas.openxmlformats.org/drawingml/2006/main" noChangeAspect="1"/>
          </p:cNvPicPr>
          <p:nvPr/>
        </p:nvPicPr>
        <p:blipFill>
          <a:blip xmlns:r="http://schemas.openxmlformats.org/officeDocument/2006/relationships" xmlns:a="http://schemas.openxmlformats.org/drawingml/2006/main" r:embed="R68ba911da8274f0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6F4BB7A-DEB9-4C99-90E1-26F3AFE2A4F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925A9A3-574E-471A-98B9-E3106201421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8259CE1B-09F3-436C-82A6-7643A004F6B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C0A12047-20A1-4848-9AF3-BBBC9F0C53A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98314796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4243331-7912-44CD-9219-C7068A11FE68}"/>
              </a:ext>
            </a:extLst>
          </p:cNvPr>
          <p:cNvPicPr>
            <a:picLocks xmlns:a="http://schemas.openxmlformats.org/drawingml/2006/main" noChangeAspect="1"/>
          </p:cNvPicPr>
          <p:nvPr/>
        </p:nvPicPr>
        <p:blipFill>
          <a:blip xmlns:r="http://schemas.openxmlformats.org/officeDocument/2006/relationships" xmlns:a="http://schemas.openxmlformats.org/drawingml/2006/main" r:embed="Rb26a5ef0969543c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2D93E1-4B7C-4832-932B-E1B4115FE3E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96712CF-1484-4D88-A5E4-6054BEE1D25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8AFDAFB-812E-4AF7-8F02-E44EF3B362D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2FD4474-6C5D-42A7-A9B8-C217CB102C8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6AEA43F-B427-496E-9B4F-432AA83111D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3C105BE2-D88F-4F8B-9FD4-2011C3B438DE}"/>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7039973E-E273-4C21-8B5D-06233A744475}"/>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0E70B685-F71E-4C2D-9FDB-E1501E2FF8C3}"/>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30D4C658-F7A8-475B-9105-A289F6E1A8D8}"/>
              </a:ext>
            </a:extLst>
          </p:cNvPr>
          <p:cNvPicPr>
            <a:picLocks xmlns:a="http://schemas.openxmlformats.org/drawingml/2006/main" noChangeAspect="1"/>
          </p:cNvPicPr>
          <p:nvPr/>
        </p:nvPicPr>
        <p:blipFill>
          <a:blip xmlns:r="http://schemas.openxmlformats.org/officeDocument/2006/relationships" xmlns:a="http://schemas.openxmlformats.org/drawingml/2006/main" r:embed="Re57a96baefb044e6"/>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CC18ED54-9665-44BF-BB3B-670DCCF79171}"/>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70C0299D-8BC7-4BAB-9976-47BE50FCD1B2}"/>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C9B195C0-148D-42B0-B6E6-357D11D4F9AB}"/>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1520850948"/>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35292F1B-7C93-4589-AF3A-E6D74E07B0A0}"/>
              </a:ext>
            </a:extLst>
          </p:cNvPr>
          <p:cNvPicPr>
            <a:picLocks xmlns:a="http://schemas.openxmlformats.org/drawingml/2006/main" noChangeAspect="1"/>
          </p:cNvPicPr>
          <p:nvPr/>
        </p:nvPicPr>
        <p:blipFill>
          <a:blip xmlns:r="http://schemas.openxmlformats.org/officeDocument/2006/relationships" xmlns:a="http://schemas.openxmlformats.org/drawingml/2006/main" r:embed="R5d3f86037be140a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62C17A-DC04-480B-BACE-DF6CC0A965E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5B8ED5-2A4B-4A87-9E82-EA7A344F2EE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902C6EB-2D9A-434A-8C30-CA60673E501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CC804BA-3A59-4B6C-9E48-67F00C9D06A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F4F141E-09F2-48FE-B508-A66BCDAA08D1}"/>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19BE9D00-EEE0-452F-A15B-6D9953AA3A3C}"/>
              </a:ext>
            </a:extLst>
          </p:cNvPr>
          <p:cNvPicPr>
            <a:picLocks xmlns:a="http://schemas.openxmlformats.org/drawingml/2006/main" noChangeAspect="1"/>
          </p:cNvPicPr>
          <p:nvPr/>
        </p:nvPicPr>
        <p:blipFill>
          <a:blip xmlns:r="http://schemas.openxmlformats.org/officeDocument/2006/relationships" xmlns:a="http://schemas.openxmlformats.org/drawingml/2006/main" r:embed="R47a24d5afb244302"/>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20CCDE1-F59D-4CEA-9384-6D449AA208AF}"/>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1558C1D4-B92C-4C46-B5E4-D5D015A180A3}"/>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1DFEBBC8-E5A7-4D43-B31C-6C91A6264783}"/>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2FF2FA0B-058A-40CD-9A5A-B8E38DAA5E12}"/>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2F2C87FF-B65E-4961-ADEC-7D6FDE6078DC}"/>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0E5F404C-3977-4367-918E-798BBB42F03F}"/>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8873F3E0-0D2F-417E-AC61-F8FDB1999C94}"/>
              </a:ext>
            </a:extLst>
          </p:cNvPr>
          <p:cNvPicPr>
            <a:picLocks xmlns:a="http://schemas.openxmlformats.org/drawingml/2006/main" noChangeAspect="1"/>
          </p:cNvPicPr>
          <p:nvPr/>
        </p:nvPicPr>
        <p:blipFill>
          <a:blip xmlns:r="http://schemas.openxmlformats.org/officeDocument/2006/relationships" xmlns:a="http://schemas.openxmlformats.org/drawingml/2006/main" r:embed="Rf4f37ec32a434988"/>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2EC884D1-31E7-4E16-B083-30CE32103790}"/>
              </a:ext>
            </a:extLst>
          </p:cNvPr>
          <p:cNvPicPr>
            <a:picLocks xmlns:a="http://schemas.openxmlformats.org/drawingml/2006/main" noChangeAspect="1"/>
          </p:cNvPicPr>
          <p:nvPr/>
        </p:nvPicPr>
        <p:blipFill>
          <a:blip xmlns:r="http://schemas.openxmlformats.org/officeDocument/2006/relationships" xmlns:a="http://schemas.openxmlformats.org/drawingml/2006/main" r:embed="R0d42bc0eba8d4301"/>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88C2ACCD-FF22-4AC0-9330-C88795471F84}"/>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881FBA17-B6A2-426D-BBA4-25E5109E73DD}"/>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FC0665A8-2E91-41ED-AD6B-31215C380047}"/>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31DFF6BF-8138-4412-B327-5B415CF8E101}"/>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4F86BF2A-FA2A-4460-AD72-4FC6EBB8E7F2}"/>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11C34F54-7B25-4364-846C-17534CFE488F}"/>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D564F272-A19C-43F2-8AB9-BDFFFF905EB9}"/>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58AE0078-D884-4688-8AD5-A9424D72B9CA}"/>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1965786885"/>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F0C1A1E-EAED-46A1-9378-6C7BBAFB4F23}"/>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DBB6060F-1684-4AC3-9449-EE3D91C1D052}"/>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608B3DE-77AC-4CFA-B4F4-997F455CA558}"/>
              </a:ext>
            </a:extLst>
          </p:cNvPr>
          <p:cNvPicPr>
            <a:picLocks xmlns:a="http://schemas.openxmlformats.org/drawingml/2006/main" noChangeAspect="1"/>
          </p:cNvPicPr>
          <p:nvPr/>
        </p:nvPicPr>
        <p:blipFill>
          <a:blip xmlns:r="http://schemas.openxmlformats.org/officeDocument/2006/relationships" xmlns:a="http://schemas.openxmlformats.org/drawingml/2006/main" r:embed="R1e27c3c1d6ab4f5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E7ACA1C-DD41-4287-BC16-54966DB2D00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79AC1B-2696-4130-8D96-85511F161FF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20193DA-ADA1-4265-92DC-11AD5F9CFD9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1F9CDE5-726B-43A2-9E4D-FCDCF394FE0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08C991A2-CC96-48AB-87AD-AC30BBD2554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32EAFB99-4817-402A-92EE-B66D0D3E0CF1}"/>
              </a:ext>
            </a:extLst>
          </p:cNvPr>
          <p:cNvPicPr>
            <a:picLocks xmlns:a="http://schemas.openxmlformats.org/drawingml/2006/main" noChangeAspect="1"/>
          </p:cNvPicPr>
          <p:nvPr/>
        </p:nvPicPr>
        <p:blipFill>
          <a:blip xmlns:r="http://schemas.openxmlformats.org/officeDocument/2006/relationships" xmlns:a="http://schemas.openxmlformats.org/drawingml/2006/main" r:embed="R2e0b634a0ded4ffb"/>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178B6D0-AF84-4673-A438-9C7C71AD1798}"/>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4FCA0553-B4F7-41AF-B02C-36D5568A46F1}"/>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3193E9A6-C2D0-4F37-9132-B1BF32E6ECC9}"/>
              </a:ext>
            </a:extLst>
          </p:cNvPr>
          <p:cNvPicPr>
            <a:picLocks xmlns:a="http://schemas.openxmlformats.org/drawingml/2006/main" noChangeAspect="1"/>
          </p:cNvPicPr>
          <p:nvPr/>
        </p:nvPicPr>
        <p:blipFill>
          <a:blip xmlns:r="http://schemas.openxmlformats.org/officeDocument/2006/relationships" xmlns:a="http://schemas.openxmlformats.org/drawingml/2006/main" r:embed="R6912ef9071634591"/>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167C747F-3184-45A5-8FA8-82E6C40F3744}"/>
              </a:ext>
            </a:extLst>
          </p:cNvPr>
          <p:cNvPicPr>
            <a:picLocks xmlns:a="http://schemas.openxmlformats.org/drawingml/2006/main" noChangeAspect="1"/>
          </p:cNvPicPr>
          <p:nvPr/>
        </p:nvPicPr>
        <p:blipFill>
          <a:blip xmlns:r="http://schemas.openxmlformats.org/officeDocument/2006/relationships" xmlns:a="http://schemas.openxmlformats.org/drawingml/2006/main" r:embed="R7299af471cf64bfb"/>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90FD8AD-6166-4D90-98AC-BDD3E7A3A9B0}"/>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D1432E-3704-42AA-A88D-4FA23EC973DD}"/>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CCF97C91-A669-43D2-AE36-25E5BAD42CD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998231680"/>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A22BA1A2-4320-43F0-88FA-683D082709D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0DA750C2-865D-4571-9B91-DEE13E0C32D5}"/>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365C3FEF-52F5-4165-807D-5FB72611CD4D}"/>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8CEF3157-0588-450A-9CF5-6745C346A6BB}"/>
              </a:ext>
            </a:extLst>
          </p:cNvPr>
          <p:cNvPicPr>
            <a:picLocks xmlns:a="http://schemas.openxmlformats.org/drawingml/2006/main" noChangeAspect="1"/>
          </p:cNvPicPr>
          <p:nvPr/>
        </p:nvPicPr>
        <p:blipFill>
          <a:blip xmlns:r="http://schemas.openxmlformats.org/officeDocument/2006/relationships" xmlns:a="http://schemas.openxmlformats.org/drawingml/2006/main" r:embed="R97a843f23c204b7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1626EEC-528F-41A9-9512-1E7E052DCFF9}"/>
              </a:ext>
            </a:extLst>
          </p:cNvPr>
          <p:cNvPicPr>
            <a:picLocks xmlns:a="http://schemas.openxmlformats.org/drawingml/2006/main" noChangeAspect="1"/>
          </p:cNvPicPr>
          <p:nvPr/>
        </p:nvPicPr>
        <p:blipFill>
          <a:blip xmlns:r="http://schemas.openxmlformats.org/officeDocument/2006/relationships" xmlns:a="http://schemas.openxmlformats.org/drawingml/2006/main" r:embed="R64a69ff5fe394aa2"/>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7A50DEA7-AD87-48C7-B49E-7474FB38698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706949889"/>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0A944854-77E3-4BCB-86C1-96FF1818A905}"/>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751800CF-39C6-4988-9DB5-C56FF3B81C74}"/>
              </a:ext>
            </a:extLst>
          </p:cNvPr>
          <p:cNvPicPr>
            <a:picLocks xmlns:a="http://schemas.openxmlformats.org/drawingml/2006/main" noChangeAspect="1"/>
          </p:cNvPicPr>
          <p:nvPr/>
        </p:nvPicPr>
        <p:blipFill>
          <a:blip xmlns:r="http://schemas.openxmlformats.org/officeDocument/2006/relationships" xmlns:a="http://schemas.openxmlformats.org/drawingml/2006/main" r:embed="R03c3e84d2744425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B42067D-9F37-4DF6-8272-B2D18C1BEAF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397354-2257-4628-B01D-1B3879BBDF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FA217E5-69D0-43FF-8276-716FDD85F1B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8D5901C-00A9-4D62-B3A5-D06FFEE75EC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CCA2992-78DA-4675-9D68-926EEAD849A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47789378-51B6-4276-A434-D79CE9987CBD}"/>
              </a:ext>
            </a:extLst>
          </p:cNvPr>
          <p:cNvPicPr>
            <a:picLocks xmlns:a="http://schemas.openxmlformats.org/drawingml/2006/main" noChangeAspect="1"/>
          </p:cNvPicPr>
          <p:nvPr/>
        </p:nvPicPr>
        <p:blipFill>
          <a:blip xmlns:r="http://schemas.openxmlformats.org/officeDocument/2006/relationships" xmlns:a="http://schemas.openxmlformats.org/drawingml/2006/main" r:embed="Rc7c842db48b14dce"/>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CE212B8-9940-45B1-84B5-6189270EAB5D}"/>
              </a:ext>
            </a:extLst>
          </p:cNvPr>
          <p:cNvPicPr>
            <a:picLocks xmlns:a="http://schemas.openxmlformats.org/drawingml/2006/main" noChangeAspect="1"/>
          </p:cNvPicPr>
          <p:nvPr/>
        </p:nvPicPr>
        <p:blipFill>
          <a:blip xmlns:r="http://schemas.openxmlformats.org/officeDocument/2006/relationships" xmlns:a="http://schemas.openxmlformats.org/drawingml/2006/main" r:embed="Ra6c56f44da224004"/>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5D12444-696A-4A21-9580-884D0527F22E}"/>
              </a:ext>
            </a:extLst>
          </p:cNvPr>
          <p:cNvPicPr>
            <a:picLocks xmlns:a="http://schemas.openxmlformats.org/drawingml/2006/main" noChangeAspect="1"/>
          </p:cNvPicPr>
          <p:nvPr/>
        </p:nvPicPr>
        <p:blipFill>
          <a:blip xmlns:r="http://schemas.openxmlformats.org/officeDocument/2006/relationships" xmlns:a="http://schemas.openxmlformats.org/drawingml/2006/main" r:embed="Ra428735dbc454f1a"/>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0AB0C6AB-E66A-4A76-AE05-3D576A1FC83B}"/>
              </a:ext>
            </a:extLst>
          </p:cNvPr>
          <p:cNvPicPr>
            <a:picLocks xmlns:a="http://schemas.openxmlformats.org/drawingml/2006/main" noChangeAspect="1"/>
          </p:cNvPicPr>
          <p:nvPr/>
        </p:nvPicPr>
        <p:blipFill>
          <a:blip xmlns:r="http://schemas.openxmlformats.org/officeDocument/2006/relationships" xmlns:a="http://schemas.openxmlformats.org/drawingml/2006/main" r:embed="R1decfb3e17b04393"/>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640512579"/>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F321250-F7DA-4E59-BBCD-962B8E67C1F2}"/>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4C555C10-3B78-4E39-8D21-03679DD5BEC2}"/>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4258FA26-5001-46CA-9B03-D253E575F28E}"/>
              </a:ext>
            </a:extLst>
          </p:cNvPr>
          <p:cNvPicPr>
            <a:picLocks xmlns:a="http://schemas.openxmlformats.org/drawingml/2006/main" noChangeAspect="1"/>
          </p:cNvPicPr>
          <p:nvPr/>
        </p:nvPicPr>
        <p:blipFill>
          <a:blip xmlns:r="http://schemas.openxmlformats.org/officeDocument/2006/relationships" xmlns:a="http://schemas.openxmlformats.org/drawingml/2006/main" r:embed="R150b0c23acc24d6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57FEE8-6F44-4DF4-8C0E-2C27C2A26B4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621F0E-506D-4657-AF34-BA7F43020F2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BDFF7D6-625C-429C-A78A-BBF117D585E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4B5E70B-A56F-4BD8-AB58-CD9F378D50E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C4FBA3B-07C9-4EC5-BE5D-4DB5E2F49FA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177D1798-3BA4-474B-B41E-CDC839CB35C6}"/>
              </a:ext>
            </a:extLst>
          </p:cNvPr>
          <p:cNvPicPr>
            <a:picLocks xmlns:a="http://schemas.openxmlformats.org/drawingml/2006/main" noChangeAspect="1"/>
          </p:cNvPicPr>
          <p:nvPr/>
        </p:nvPicPr>
        <p:blipFill>
          <a:blip xmlns:r="http://schemas.openxmlformats.org/officeDocument/2006/relationships" xmlns:a="http://schemas.openxmlformats.org/drawingml/2006/main" r:embed="Rc273ced7c30c4629"/>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025FCBD-D17D-4252-826C-F557830FCD21}"/>
              </a:ext>
            </a:extLst>
          </p:cNvPr>
          <p:cNvPicPr>
            <a:picLocks xmlns:a="http://schemas.openxmlformats.org/drawingml/2006/main" noChangeAspect="1"/>
          </p:cNvPicPr>
          <p:nvPr/>
        </p:nvPicPr>
        <p:blipFill>
          <a:blip xmlns:r="http://schemas.openxmlformats.org/officeDocument/2006/relationships" xmlns:a="http://schemas.openxmlformats.org/drawingml/2006/main" r:embed="R1633e41279d74197"/>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522FFED-BEE4-41D6-B800-F10AD6E2863F}"/>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DB86B16F-4830-4F0A-9A87-9F51D8F64DF3}"/>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9787E501-0E08-4519-8934-46915796B512}"/>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076684726"/>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08E5B68-78D3-4ECF-A916-D3E3BB494906}"/>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04757D78-575A-4D0F-AD54-BCE43743E7DE}"/>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7E6FCAEE-21AE-42CD-89F2-BEE0D886C83E}"/>
              </a:ext>
            </a:extLst>
          </p:cNvPr>
          <p:cNvPicPr>
            <a:picLocks xmlns:a="http://schemas.openxmlformats.org/drawingml/2006/main" noChangeAspect="1"/>
          </p:cNvPicPr>
          <p:nvPr/>
        </p:nvPicPr>
        <p:blipFill>
          <a:blip xmlns:r="http://schemas.openxmlformats.org/officeDocument/2006/relationships" xmlns:a="http://schemas.openxmlformats.org/drawingml/2006/main" r:embed="R80c5a8460fc844e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4EFB45-28B0-471B-AD3C-66C827B3C7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63DD062-D7A5-44CD-A0D7-92D22197A99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8DF4B5B-A728-48E1-930C-714ACAF78BF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55C8CF5-3F5A-46ED-87F9-CB717EB1FF7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9B7BDF8-F383-48CD-AB6E-8F67FC879E2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6F7758A7-D8A4-4835-8C8A-32FBEF6FCF73}"/>
              </a:ext>
            </a:extLst>
          </p:cNvPr>
          <p:cNvPicPr>
            <a:picLocks xmlns:a="http://schemas.openxmlformats.org/drawingml/2006/main" noChangeAspect="1"/>
          </p:cNvPicPr>
          <p:nvPr/>
        </p:nvPicPr>
        <p:blipFill>
          <a:blip xmlns:r="http://schemas.openxmlformats.org/officeDocument/2006/relationships" xmlns:a="http://schemas.openxmlformats.org/drawingml/2006/main" r:embed="R27069ceca0654cf5"/>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22EDB00-9D5E-47F3-B211-219188028420}"/>
              </a:ext>
            </a:extLst>
          </p:cNvPr>
          <p:cNvPicPr>
            <a:picLocks xmlns:a="http://schemas.openxmlformats.org/drawingml/2006/main" noChangeAspect="1"/>
          </p:cNvPicPr>
          <p:nvPr/>
        </p:nvPicPr>
        <p:blipFill>
          <a:blip xmlns:r="http://schemas.openxmlformats.org/officeDocument/2006/relationships" xmlns:a="http://schemas.openxmlformats.org/drawingml/2006/main" r:embed="R13275448d4d24835"/>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131ACD0-324C-4943-82FE-67354E1C2C53}"/>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B682F4A6-5E32-4FFC-A77F-006A9F372E3D}"/>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3146274C-6884-4242-8D8F-8A87369567C0}"/>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1280618324"/>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7D7AA14D-EE54-458A-AC4F-838382DFF16E}"/>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B6888715-491B-4302-A8CD-91229A3914B4}"/>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CB4F2CDC-387B-4296-8323-23DDFDFC3FF1}"/>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A807CED0-E347-4E41-9FAD-40FB0AF152A8}"/>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3B4E5DD9-A210-48DA-A2C3-80E951B5CAEC}"/>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F2663B7E-8A4F-4D4C-8EA4-96B7D951AC41}"/>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5C718306-EAC3-4FB0-9A55-F20C77385039}"/>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31F4B32C-65C2-443F-BCF6-E0CB1A766C2A}"/>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A2DFC864-4159-4E3F-96B7-E8A58DCDE556}"/>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C8258F97-75AF-4181-910F-E64D96F4354A}"/>
              </a:ext>
            </a:extLst>
          </p:cNvPr>
          <p:cNvPicPr>
            <a:picLocks xmlns:a="http://schemas.openxmlformats.org/drawingml/2006/main" noChangeAspect="1"/>
          </p:cNvPicPr>
          <p:nvPr/>
        </p:nvPicPr>
        <p:blipFill>
          <a:blip xmlns:r="http://schemas.openxmlformats.org/officeDocument/2006/relationships" xmlns:a="http://schemas.openxmlformats.org/drawingml/2006/main" r:embed="Rb4d7a6a8818d4d0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6F05CD-32B9-434B-AFBD-24F91B3651B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6276D6-57CD-4EEF-8E25-E384248651A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0397644-751F-43CF-AFEB-5B64EEE0E58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AA83E3-552A-46DC-8D3D-9284FCF1E9D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4143389-75E5-4C66-A695-641BE80FC56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FE66233A-BE67-4F72-AB4F-DE437EAEBC4F}"/>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CFD92EE1-9E17-4042-85C2-04D1369D7BFD}"/>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9C7285EF-01B0-48EE-8BB5-8B0707A8690E}"/>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25C9D5C0-AC1A-4ECB-88F1-07DD0E923AFE}"/>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F5B4A669-4AC7-4A29-9FB8-29BF4A5B87CC}"/>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5DDBD696-5968-4FF3-A7DE-D64E40FDCA7C}"/>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8686A5FA-E2E9-44D4-9EA3-D428F5291005}"/>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188D9C43-F09B-4AA1-B008-48DDDA235EAB}"/>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A72D2A0D-0623-45A5-B8D2-58E0D65A45C5}"/>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6C9A411A-87C3-456C-8E53-78AFAC78FCCA}"/>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C45F36C5-EA64-43FD-8FC7-6C8460A415F1}"/>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49A64BB0-23EA-4D83-A904-E7A39B10D814}"/>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896417530"/>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6C8C0DF-C011-46A3-A150-A39ADE404A58}"/>
              </a:ext>
            </a:extLst>
          </p:cNvPr>
          <p:cNvPicPr>
            <a:picLocks xmlns:a="http://schemas.openxmlformats.org/drawingml/2006/main" noChangeAspect="1"/>
          </p:cNvPicPr>
          <p:nvPr/>
        </p:nvPicPr>
        <p:blipFill>
          <a:blip xmlns:r="http://schemas.openxmlformats.org/officeDocument/2006/relationships" xmlns:a="http://schemas.openxmlformats.org/drawingml/2006/main" r:embed="Rdd5d5cc9c39b474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079D7E6-3FF7-46B3-B8C3-8F6A1F19A73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D1EA5D4-A981-4CFF-86E6-FD2B7C9145F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67CDDCB3-C4E7-4BBB-9884-C40CB301086E}"/>
              </a:ext>
            </a:extLst>
          </p:cNvPr>
          <p:cNvPicPr>
            <a:picLocks xmlns:a="http://schemas.openxmlformats.org/drawingml/2006/main" noChangeAspect="1"/>
          </p:cNvPicPr>
          <p:nvPr/>
        </p:nvPicPr>
        <p:blipFill>
          <a:blip xmlns:r="http://schemas.openxmlformats.org/officeDocument/2006/relationships" xmlns:a="http://schemas.openxmlformats.org/drawingml/2006/main" r:embed="R670ef7299ba6469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633A1C25-7656-4E8C-93E7-CDD50C62937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C046D7ED-833D-4BDC-A131-350F22EFAF2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74836C80-F7F3-4003-B50D-DE6F695021D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CD151C64-6629-42D5-99F6-6AF1E20754A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697255600"/>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19415655-E954-4AF6-860A-91ED1A5C6D3A}"/>
              </a:ext>
            </a:extLst>
          </p:cNvPr>
          <p:cNvPicPr>
            <a:picLocks xmlns:a="http://schemas.openxmlformats.org/drawingml/2006/main" noChangeAspect="1"/>
          </p:cNvPicPr>
          <p:nvPr/>
        </p:nvPicPr>
        <p:blipFill>
          <a:blip xmlns:r="http://schemas.openxmlformats.org/officeDocument/2006/relationships" xmlns:a="http://schemas.openxmlformats.org/drawingml/2006/main" r:embed="Raa9defdafcf442a7"/>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1434DB30-5697-424F-BF2A-1A455F777849}"/>
              </a:ext>
            </a:extLst>
          </p:cNvPr>
          <p:cNvPicPr>
            <a:picLocks xmlns:a="http://schemas.openxmlformats.org/drawingml/2006/main" noChangeAspect="1"/>
          </p:cNvPicPr>
          <p:nvPr/>
        </p:nvPicPr>
        <p:blipFill>
          <a:blip xmlns:r="http://schemas.openxmlformats.org/officeDocument/2006/relationships" xmlns:a="http://schemas.openxmlformats.org/drawingml/2006/main" r:embed="Re7e3a0ccaaa54e7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22CF2DD-27EA-4C24-BEA5-BC069A919EF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9BD622-A251-4C2C-9875-42E752B6364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373AE64-0DA6-4CA3-B76F-D54D9342CC59}"/>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4E0844C-51E9-4E1A-8EE5-A721EA4ED792}"/>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D8133F3E-DDAA-48E8-935E-1BAB263726F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284EFE5B-A02E-4288-B002-4BB0E8F224C1}"/>
              </a:ext>
            </a:extLst>
          </p:cNvPr>
          <p:cNvPicPr>
            <a:picLocks xmlns:a="http://schemas.openxmlformats.org/drawingml/2006/main" noChangeAspect="1"/>
          </p:cNvPicPr>
          <p:nvPr/>
        </p:nvPicPr>
        <p:blipFill>
          <a:blip xmlns:r="http://schemas.openxmlformats.org/officeDocument/2006/relationships" xmlns:a="http://schemas.openxmlformats.org/drawingml/2006/main" r:embed="R77b5a7fe213e4c2f"/>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7264056D-5AC3-434E-935D-06563B8034EE}"/>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8764B75-DD71-443F-AE82-9523DA687520}"/>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DF1FACFA-130F-4BDB-A014-2A3FBD788530}"/>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3A63D0D0-5AA7-4524-ABBB-5361285A597F}"/>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0981BE77-5763-40B5-8509-2A3DF81157DB}"/>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051C691D-D465-47D7-9527-F470F4CE708E}"/>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5AA02888-BC03-4FB8-8DAD-B321A1AE1E5D}"/>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0AB3BCCE-8B3B-4FCB-937A-69A1E07E642D}"/>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8BB63A98-0C89-46B5-ACA2-6B6A45C25949}"/>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65EEE96F-08CA-47B0-8363-1519561B502F}"/>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ED332442-5743-49D7-A10D-2C0CAE2CDAA5}"/>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D2B5A876-FAD6-43D3-BCFC-E3262982D84D}"/>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895970397"/>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5B2088DB-86EC-4FF8-A571-F5E124FB6045}"/>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0CE6021-61CD-452C-8176-F5D92CB5B342}"/>
              </a:ext>
            </a:extLst>
          </p:cNvPr>
          <p:cNvPicPr>
            <a:picLocks xmlns:a="http://schemas.openxmlformats.org/drawingml/2006/main" noChangeAspect="1"/>
          </p:cNvPicPr>
          <p:nvPr/>
        </p:nvPicPr>
        <p:blipFill>
          <a:blip xmlns:r="http://schemas.openxmlformats.org/officeDocument/2006/relationships" xmlns:a="http://schemas.openxmlformats.org/drawingml/2006/main" r:embed="Re82b332b2f94463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E99AD89-D58C-4FF1-85F9-EFE063E67D7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9A1739D-8B8B-46AC-B3B1-FED153CE7CF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6D3F6F6-A10C-4822-BAE4-77C5E77A906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5CBEB46-209C-46B7-9489-3F6C07188E8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2B5005F-2149-449D-BC14-5B979E279A9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32B2F3C2-86B6-4AF0-BB33-6FCD3E5772F0}"/>
              </a:ext>
            </a:extLst>
          </p:cNvPr>
          <p:cNvPicPr>
            <a:picLocks xmlns:a="http://schemas.openxmlformats.org/drawingml/2006/main" noChangeAspect="1"/>
          </p:cNvPicPr>
          <p:nvPr/>
        </p:nvPicPr>
        <p:blipFill>
          <a:blip xmlns:r="http://schemas.openxmlformats.org/officeDocument/2006/relationships" xmlns:a="http://schemas.openxmlformats.org/drawingml/2006/main" r:embed="R09955495d0c34937"/>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3FA3E94-BE1B-47E8-B5F7-EC096B79CE08}"/>
              </a:ext>
            </a:extLst>
          </p:cNvPr>
          <p:cNvPicPr>
            <a:picLocks xmlns:a="http://schemas.openxmlformats.org/drawingml/2006/main" noChangeAspect="1"/>
          </p:cNvPicPr>
          <p:nvPr/>
        </p:nvPicPr>
        <p:blipFill>
          <a:blip xmlns:r="http://schemas.openxmlformats.org/officeDocument/2006/relationships" xmlns:a="http://schemas.openxmlformats.org/drawingml/2006/main" r:embed="R7c5d39b22cb74ccb"/>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233D416-EEBC-4DC4-8CAA-BF5F07341FDC}"/>
              </a:ext>
            </a:extLst>
          </p:cNvPr>
          <p:cNvPicPr>
            <a:picLocks xmlns:a="http://schemas.openxmlformats.org/drawingml/2006/main" noChangeAspect="1"/>
          </p:cNvPicPr>
          <p:nvPr/>
        </p:nvPicPr>
        <p:blipFill>
          <a:blip xmlns:r="http://schemas.openxmlformats.org/officeDocument/2006/relationships" xmlns:a="http://schemas.openxmlformats.org/drawingml/2006/main" r:embed="R3b6fbcb05e95449a"/>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E318FCCF-9AE8-4F5F-8DD8-BA683794EAD4}"/>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DE16F3C7-3036-43FD-A31A-176F48CF60D9}"/>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1196711534"/>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6E35049-2584-4577-8916-0915B95749E7}"/>
              </a:ext>
            </a:extLst>
          </p:cNvPr>
          <p:cNvPicPr>
            <a:picLocks xmlns:a="http://schemas.openxmlformats.org/drawingml/2006/main" noChangeAspect="1"/>
          </p:cNvPicPr>
          <p:nvPr/>
        </p:nvPicPr>
        <p:blipFill>
          <a:blip xmlns:r="http://schemas.openxmlformats.org/officeDocument/2006/relationships" xmlns:a="http://schemas.openxmlformats.org/drawingml/2006/main" r:embed="R30d39edd22fc4e5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6D9F21-C98E-411D-8D14-821DCB894CC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7F548A-A738-42E0-B1E0-F5A96F8D3CA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2EC1B70-91EC-4FCF-B5ED-F9164FBCB0F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40C0F3A-801A-432D-BEDD-C0A46FB8CE5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D927D1D-3686-470F-8CDA-E78DFDB0DBB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2F74FA58-F0EC-415F-A690-42218EDA962F}"/>
              </a:ext>
            </a:extLst>
          </p:cNvPr>
          <p:cNvPicPr>
            <a:picLocks xmlns:a="http://schemas.openxmlformats.org/drawingml/2006/main" noChangeAspect="1"/>
          </p:cNvPicPr>
          <p:nvPr/>
        </p:nvPicPr>
        <p:blipFill>
          <a:blip xmlns:r="http://schemas.openxmlformats.org/officeDocument/2006/relationships" xmlns:a="http://schemas.openxmlformats.org/drawingml/2006/main" r:embed="Rbe0bcbc8cc814a71"/>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6A436D5-25BF-4773-98FB-780F8698F662}"/>
              </a:ext>
            </a:extLst>
          </p:cNvPr>
          <p:cNvPicPr>
            <a:picLocks xmlns:a="http://schemas.openxmlformats.org/drawingml/2006/main" noChangeAspect="1"/>
          </p:cNvPicPr>
          <p:nvPr/>
        </p:nvPicPr>
        <p:blipFill>
          <a:blip xmlns:r="http://schemas.openxmlformats.org/officeDocument/2006/relationships" xmlns:a="http://schemas.openxmlformats.org/drawingml/2006/main" r:embed="R682cf3cf819849dd"/>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A8ACF8E-BC73-45AE-AD8A-D27C2D2F5D4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36141655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4E66BD50-CB16-4C57-9C2F-328D6BBBE35B}"/>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726577E-9A23-42FD-AB4A-77BB275B0C3F}"/>
              </a:ext>
            </a:extLst>
          </p:cNvPr>
          <p:cNvPicPr>
            <a:picLocks xmlns:a="http://schemas.openxmlformats.org/drawingml/2006/main" noChangeAspect="1"/>
          </p:cNvPicPr>
          <p:nvPr/>
        </p:nvPicPr>
        <p:blipFill>
          <a:blip xmlns:r="http://schemas.openxmlformats.org/officeDocument/2006/relationships" xmlns:a="http://schemas.openxmlformats.org/drawingml/2006/main" r:embed="R44f73e6adbee4bb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46B74E-A039-4CCD-9BF6-ABEE716AD10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85F1B1-D59F-4207-B80A-1CBFB53F4CF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6967544-5331-4FF6-974F-FAF87CE2F49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C223349-6CE1-41D7-80A6-308877A2343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DB2DCCD-0E44-4D19-A5C8-76DB98EB26B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F321EA8A-31E4-4B48-9C27-46DE96386D77}"/>
              </a:ext>
            </a:extLst>
          </p:cNvPr>
          <p:cNvPicPr>
            <a:picLocks xmlns:a="http://schemas.openxmlformats.org/drawingml/2006/main" noChangeAspect="1"/>
          </p:cNvPicPr>
          <p:nvPr/>
        </p:nvPicPr>
        <p:blipFill>
          <a:blip xmlns:r="http://schemas.openxmlformats.org/officeDocument/2006/relationships" xmlns:a="http://schemas.openxmlformats.org/drawingml/2006/main" r:embed="R75d48840e51a4bcb"/>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923DD10-F019-4538-9DDD-B09B8FBB5E4B}"/>
              </a:ext>
            </a:extLst>
          </p:cNvPr>
          <p:cNvPicPr>
            <a:picLocks xmlns:a="http://schemas.openxmlformats.org/drawingml/2006/main" noChangeAspect="1"/>
          </p:cNvPicPr>
          <p:nvPr/>
        </p:nvPicPr>
        <p:blipFill>
          <a:blip xmlns:r="http://schemas.openxmlformats.org/officeDocument/2006/relationships" xmlns:a="http://schemas.openxmlformats.org/drawingml/2006/main" r:embed="Re3b7bf7aba164b36"/>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28DFD38-0733-4CFB-9641-079889764821}"/>
              </a:ext>
            </a:extLst>
          </p:cNvPr>
          <p:cNvPicPr>
            <a:picLocks xmlns:a="http://schemas.openxmlformats.org/drawingml/2006/main" noChangeAspect="1"/>
          </p:cNvPicPr>
          <p:nvPr/>
        </p:nvPicPr>
        <p:blipFill>
          <a:blip xmlns:r="http://schemas.openxmlformats.org/officeDocument/2006/relationships" xmlns:a="http://schemas.openxmlformats.org/drawingml/2006/main" r:embed="R348f2ecdf0f04b6f"/>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1921890085"/>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44CFC77-1AA7-4637-BA3D-321456413B45}"/>
              </a:ext>
            </a:extLst>
          </p:cNvPr>
          <p:cNvPicPr>
            <a:picLocks xmlns:a="http://schemas.openxmlformats.org/drawingml/2006/main" noChangeAspect="1"/>
          </p:cNvPicPr>
          <p:nvPr/>
        </p:nvPicPr>
        <p:blipFill>
          <a:blip xmlns:r="http://schemas.openxmlformats.org/officeDocument/2006/relationships" xmlns:a="http://schemas.openxmlformats.org/drawingml/2006/main" r:embed="Rc8accd9ec5284c8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5BD2DB3-5700-41B5-ADCB-E11A5335869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DBBCDC-4C14-472A-8AE1-0AC8D8F6523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7DF07E5-A271-4B98-B148-B0E812348D7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783554D-F7BC-40DC-910F-4B0759A3705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6876E3D-A9F1-4952-AC07-E1D12D4E8A4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4A48B5EF-9B9E-4BA2-8E7B-4A19A4064DD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9DBEB9EE-A56F-4ED7-B3FB-A212F706D4BE}"/>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6C448E05-3D21-45D4-A7C9-80FFA3376225}"/>
              </a:ext>
            </a:extLst>
          </p:cNvPr>
          <p:cNvPicPr>
            <a:picLocks xmlns:a="http://schemas.openxmlformats.org/drawingml/2006/main" noChangeAspect="1"/>
          </p:cNvPicPr>
          <p:nvPr/>
        </p:nvPicPr>
        <p:blipFill>
          <a:blip xmlns:r="http://schemas.openxmlformats.org/officeDocument/2006/relationships" xmlns:a="http://schemas.openxmlformats.org/drawingml/2006/main" r:embed="R8c4140742c454af6"/>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65EFB718-B321-4FE8-8809-0A2E607D355F}"/>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DD22F57-119B-4CF2-93C8-8E0C053664FC}"/>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6326D4C2-8372-47EE-986F-AC2A6B3A5E62}"/>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3D26C440-67FC-4FCD-91A1-B2E8E5440063}"/>
              </a:ext>
            </a:extLst>
          </p:cNvPr>
          <p:cNvPicPr>
            <a:picLocks xmlns:a="http://schemas.openxmlformats.org/drawingml/2006/main" noChangeAspect="1"/>
          </p:cNvPicPr>
          <p:nvPr/>
        </p:nvPicPr>
        <p:blipFill>
          <a:blip xmlns:r="http://schemas.openxmlformats.org/officeDocument/2006/relationships" xmlns:a="http://schemas.openxmlformats.org/drawingml/2006/main" r:embed="Ra6640add9878460f"/>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85913702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4FA32F2B-0A44-40EF-B6CE-4A1370F9AB3E}"/>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4309CC5-B1C5-4D2A-A9D3-66271D9F9A2F}"/>
              </a:ext>
            </a:extLst>
          </p:cNvPr>
          <p:cNvPicPr>
            <a:picLocks xmlns:a="http://schemas.openxmlformats.org/drawingml/2006/main" noChangeAspect="1"/>
          </p:cNvPicPr>
          <p:nvPr/>
        </p:nvPicPr>
        <p:blipFill>
          <a:blip xmlns:r="http://schemas.openxmlformats.org/officeDocument/2006/relationships" xmlns:a="http://schemas.openxmlformats.org/drawingml/2006/main" r:embed="Rcee6eb6b6a4749c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D1C62A-AF51-45EA-AE85-ACF28D0F4A3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C9A255-B0BA-4889-AFBC-2DEAE75FA0C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3EF06C5-A190-4905-9897-5A1DA1710F8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BD1FF26-1999-4249-A2B7-0188A7719FC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8EAA425-23F9-4C4A-BC50-54CFC63DEF1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FE6B266B-3A15-4DAD-9738-DD426B068B58}"/>
              </a:ext>
            </a:extLst>
          </p:cNvPr>
          <p:cNvPicPr>
            <a:picLocks xmlns:a="http://schemas.openxmlformats.org/drawingml/2006/main" noChangeAspect="1"/>
          </p:cNvPicPr>
          <p:nvPr/>
        </p:nvPicPr>
        <p:blipFill>
          <a:blip xmlns:r="http://schemas.openxmlformats.org/officeDocument/2006/relationships" xmlns:a="http://schemas.openxmlformats.org/drawingml/2006/main" r:embed="R2fcb0ade31614b5b"/>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CF1191C-F50A-483B-AC19-65BEC0E152B3}"/>
              </a:ext>
            </a:extLst>
          </p:cNvPr>
          <p:cNvPicPr>
            <a:picLocks xmlns:a="http://schemas.openxmlformats.org/drawingml/2006/main" noChangeAspect="1"/>
          </p:cNvPicPr>
          <p:nvPr/>
        </p:nvPicPr>
        <p:blipFill>
          <a:blip xmlns:r="http://schemas.openxmlformats.org/officeDocument/2006/relationships" xmlns:a="http://schemas.openxmlformats.org/drawingml/2006/main" r:embed="Rd559f0eaa6b94d9a"/>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8B4A3D30-6692-4F4F-9684-831F5135C156}"/>
              </a:ext>
            </a:extLst>
          </p:cNvPr>
          <p:cNvPicPr>
            <a:picLocks xmlns:a="http://schemas.openxmlformats.org/drawingml/2006/main" noChangeAspect="1"/>
          </p:cNvPicPr>
          <p:nvPr/>
        </p:nvPicPr>
        <p:blipFill>
          <a:blip xmlns:r="http://schemas.openxmlformats.org/officeDocument/2006/relationships" xmlns:a="http://schemas.openxmlformats.org/drawingml/2006/main" r:embed="Rb00fc55c23f74cbe"/>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9F19E395-843C-47BD-86A8-BF1F39881027}"/>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2B64AB77-483E-40D0-99DA-166B3C6BA31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417245540"/>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78F0608E-CEDD-4861-B08F-0C3C16B9EB8B}"/>
              </a:ext>
            </a:extLst>
          </p:cNvPr>
          <p:cNvPicPr>
            <a:picLocks xmlns:a="http://schemas.openxmlformats.org/drawingml/2006/main" noChangeAspect="1"/>
          </p:cNvPicPr>
          <p:nvPr/>
        </p:nvPicPr>
        <p:blipFill>
          <a:blip xmlns:r="http://schemas.openxmlformats.org/officeDocument/2006/relationships" xmlns:a="http://schemas.openxmlformats.org/drawingml/2006/main" r:embed="R6dfed4c0dd61460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43D64D-EC48-4221-B7F7-D7AAD585F8C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833DD1-3BA5-4373-B1B5-89837F8CD4F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1564707-EB58-4A13-9C26-81D27801F712}"/>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FBF4FE5-7825-4C25-ADE9-346261DE1D5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EC409C34-F61F-48FC-9385-12ED961E192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3C9F09E7-BCC9-44D7-9BA1-EF73FEA5EA68}"/>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FB862014-8B22-456D-B2FF-B554087F38F5}"/>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342ABA6-D515-49B5-9491-1FAEA921B109}"/>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AAC6DF47-EA61-46F2-88E2-05CDC9F1E0B8}"/>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AF844494-658E-4D0A-B1E8-3172BB5F4D12}"/>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C42573AC-E0B3-486C-86CB-3C9107FDD16A}"/>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CE0CC54-4600-4683-B50C-F396707549D0}"/>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4B9A6622-2764-47C9-A615-81409B509FD0}"/>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8D7D3AE9-F8FD-4151-BC2E-4C7BF8BD2C6B}"/>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05CB3C7D-9115-418A-AF87-F100CDF1FD7E}"/>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CEB27876-9142-4A08-B846-C613BBD0504C}"/>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7B58545B-6FA2-4F59-A434-C218DF6B1AF7}"/>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EC4DA71-8CDF-4A01-9287-2F5455BEEBAE}"/>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A2039201-1416-48B0-AE55-7ED5E3F2D97F}"/>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67FE2AA1-6257-452F-978C-D361894D12C1}"/>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821A0202-E91C-4B89-AD56-8CE2D6BF1F6D}"/>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A4B11A71-B973-42BC-B716-0FF965604635}"/>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16532D06-65E9-4293-90DC-70312F6375E7}"/>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4A4FE7F6-9F8E-42EA-8D3B-B08D920BD2FA}"/>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18485295-7F79-414A-BE6E-698F57FCF601}"/>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85891AE8-E9B6-4923-9356-278C45DC05A7}"/>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D89A5FDC-2F88-4DBE-9D4C-EC631E1EEC55}"/>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A6173F13-CAB3-4736-89C0-524CA0F408E2}"/>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D1FD9AB2-4EB8-4D2C-9E45-AB618159A1CB}"/>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3A6A412A-EF18-4148-9C55-D9C05D3A7AF3}"/>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397130027"/>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B1DFCD5D-0595-493B-942B-6C2E8BF5E962}"/>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74E9DE67-1F89-4522-AC49-854495C8E2B3}"/>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63AC860-B8E9-45F0-8E3C-85230A029CC5}"/>
              </a:ext>
            </a:extLst>
          </p:cNvPr>
          <p:cNvPicPr>
            <a:picLocks xmlns:a="http://schemas.openxmlformats.org/drawingml/2006/main" noChangeAspect="1"/>
          </p:cNvPicPr>
          <p:nvPr/>
        </p:nvPicPr>
        <p:blipFill>
          <a:blip xmlns:r="http://schemas.openxmlformats.org/officeDocument/2006/relationships" xmlns:a="http://schemas.openxmlformats.org/drawingml/2006/main" r:embed="R17c63b704b4b42e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CB499F-D9C4-4BB8-A6A0-641EE077886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8335B3-5902-4916-8D21-61A2DC92BA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3CD6565-4F72-4775-9297-FFFBC518F15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865038-9930-48E5-8AAA-5032CAA9BD9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23BCB86-5B12-4188-BA60-B02A948826A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962A3602-FFF2-45DC-8B24-2E995737790F}"/>
              </a:ext>
            </a:extLst>
          </p:cNvPr>
          <p:cNvPicPr>
            <a:picLocks xmlns:a="http://schemas.openxmlformats.org/drawingml/2006/main" noChangeAspect="1"/>
          </p:cNvPicPr>
          <p:nvPr/>
        </p:nvPicPr>
        <p:blipFill>
          <a:blip xmlns:r="http://schemas.openxmlformats.org/officeDocument/2006/relationships" xmlns:a="http://schemas.openxmlformats.org/drawingml/2006/main" r:embed="R10439a8b7aad4d25"/>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BA2A3DF-B833-4748-A2DB-A3D4B5CE2E13}"/>
              </a:ext>
            </a:extLst>
          </p:cNvPr>
          <p:cNvPicPr>
            <a:picLocks xmlns:a="http://schemas.openxmlformats.org/drawingml/2006/main" noChangeAspect="1"/>
          </p:cNvPicPr>
          <p:nvPr/>
        </p:nvPicPr>
        <p:blipFill>
          <a:blip xmlns:r="http://schemas.openxmlformats.org/officeDocument/2006/relationships" xmlns:a="http://schemas.openxmlformats.org/drawingml/2006/main" r:embed="R9b2700847ed74b7e"/>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6CCC30DE-D3A5-4D5D-8321-4E25A324F20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37E6A942-54E9-41D7-9C8E-C8F65B99970F}"/>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E80FD20C-2473-4626-BAE5-2CBEBB812004}"/>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231729686"/>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13D6D770-1600-42EA-A722-88FC43F71517}"/>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D472B56E-C811-4B63-B945-BEC0551B5B7E}"/>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929EF97-AD2A-4A76-AAD4-3EC9DFC71E2A}"/>
              </a:ext>
            </a:extLst>
          </p:cNvPr>
          <p:cNvPicPr>
            <a:picLocks xmlns:a="http://schemas.openxmlformats.org/drawingml/2006/main" noChangeAspect="1"/>
          </p:cNvPicPr>
          <p:nvPr/>
        </p:nvPicPr>
        <p:blipFill>
          <a:blip xmlns:r="http://schemas.openxmlformats.org/officeDocument/2006/relationships" xmlns:a="http://schemas.openxmlformats.org/drawingml/2006/main" r:embed="R120fa8db90d3482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77F400-EA9C-4FD0-8ABC-C0999516CB5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36F20F-E073-4386-8DA6-CB19231C674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8FCF773-D4F6-4D3F-BF4E-4E1940CB67B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CC5B4E8-8F6C-4DB6-BE80-01146563600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DC98294-5D84-4341-A38D-FA44584A9A5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5327A6EC-D8EC-47F9-9B6C-5627C9A8D8BE}"/>
              </a:ext>
            </a:extLst>
          </p:cNvPr>
          <p:cNvPicPr>
            <a:picLocks xmlns:a="http://schemas.openxmlformats.org/drawingml/2006/main" noChangeAspect="1"/>
          </p:cNvPicPr>
          <p:nvPr/>
        </p:nvPicPr>
        <p:blipFill>
          <a:blip xmlns:r="http://schemas.openxmlformats.org/officeDocument/2006/relationships" xmlns:a="http://schemas.openxmlformats.org/drawingml/2006/main" r:embed="R3cca8873ef3a4109"/>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B4F4F9C-B0A3-4B3A-B4DE-B5C8E26878F5}"/>
              </a:ext>
            </a:extLst>
          </p:cNvPr>
          <p:cNvPicPr>
            <a:picLocks xmlns:a="http://schemas.openxmlformats.org/drawingml/2006/main" noChangeAspect="1"/>
          </p:cNvPicPr>
          <p:nvPr/>
        </p:nvPicPr>
        <p:blipFill>
          <a:blip xmlns:r="http://schemas.openxmlformats.org/officeDocument/2006/relationships" xmlns:a="http://schemas.openxmlformats.org/drawingml/2006/main" r:embed="R76a27bb6e0d248d7"/>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BB82B9E8-CBB0-4175-A1FF-46F1BF6ED5D7}"/>
              </a:ext>
            </a:extLst>
          </p:cNvPr>
          <p:cNvPicPr>
            <a:picLocks xmlns:a="http://schemas.openxmlformats.org/drawingml/2006/main" noChangeAspect="1"/>
          </p:cNvPicPr>
          <p:nvPr/>
        </p:nvPicPr>
        <p:blipFill>
          <a:blip xmlns:r="http://schemas.openxmlformats.org/officeDocument/2006/relationships" xmlns:a="http://schemas.openxmlformats.org/drawingml/2006/main" r:embed="Ra28c8da09d69400e"/>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E7D5EF17-3401-4E58-9F5A-C6581BEB0FB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B0BA405F-3F48-4340-8839-F16E62676637}"/>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7776EE31-AC7F-4C23-88B0-26D5C3238625}"/>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825518563"/>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1FD3AE4-BD47-49E4-85C5-4BC2FAA54C75}"/>
              </a:ext>
            </a:extLst>
          </p:cNvPr>
          <p:cNvPicPr>
            <a:picLocks xmlns:a="http://schemas.openxmlformats.org/drawingml/2006/main" noChangeAspect="1"/>
          </p:cNvPicPr>
          <p:nvPr/>
        </p:nvPicPr>
        <p:blipFill>
          <a:blip xmlns:r="http://schemas.openxmlformats.org/officeDocument/2006/relationships" xmlns:a="http://schemas.openxmlformats.org/drawingml/2006/main" r:embed="Rf2f9f72c7012484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F925F60-B28E-4133-B202-693AC94AB56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80C722-B4EA-4A78-9DAC-F70A8E12F6A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776BBCA-5368-4594-9195-3DBE10FA25D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C6E1651-0794-47B2-8B9D-E039245D61F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E3EA013-6844-40B9-82A8-F99A04A63FD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F73824E0-0963-4CE6-9D7F-A86F097B376C}"/>
              </a:ext>
            </a:extLst>
          </p:cNvPr>
          <p:cNvPicPr>
            <a:picLocks xmlns:a="http://schemas.openxmlformats.org/drawingml/2006/main" noChangeAspect="1"/>
          </p:cNvPicPr>
          <p:nvPr/>
        </p:nvPicPr>
        <p:blipFill>
          <a:blip xmlns:r="http://schemas.openxmlformats.org/officeDocument/2006/relationships" xmlns:a="http://schemas.openxmlformats.org/drawingml/2006/main" r:embed="Rbff55231aa98437c"/>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8EAB83D-360E-4869-A455-7202B97524DB}"/>
              </a:ext>
            </a:extLst>
          </p:cNvPr>
          <p:cNvPicPr>
            <a:picLocks xmlns:a="http://schemas.openxmlformats.org/drawingml/2006/main" noChangeAspect="1"/>
          </p:cNvPicPr>
          <p:nvPr/>
        </p:nvPicPr>
        <p:blipFill>
          <a:blip xmlns:r="http://schemas.openxmlformats.org/officeDocument/2006/relationships" xmlns:a="http://schemas.openxmlformats.org/drawingml/2006/main" r:embed="R26b8eff8644b458c"/>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94D4DB38-EB4C-406E-92B9-652352B3961F}"/>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99020233"/>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523A1FD-84BA-475C-B176-EE1FBFB7A4EF}"/>
              </a:ext>
            </a:extLst>
          </p:cNvPr>
          <p:cNvPicPr>
            <a:picLocks xmlns:a="http://schemas.openxmlformats.org/drawingml/2006/main" noChangeAspect="1"/>
          </p:cNvPicPr>
          <p:nvPr/>
        </p:nvPicPr>
        <p:blipFill>
          <a:blip xmlns:r="http://schemas.openxmlformats.org/officeDocument/2006/relationships" xmlns:a="http://schemas.openxmlformats.org/drawingml/2006/main" r:embed="R794daac14eb84ae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CC714D7-651E-4D21-9D7C-A9C50A0CB41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F9E73CEC-AE5F-45EF-A561-EBEFC0B28B0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2DA3B3E-7DDD-4555-A203-C28BE0598271}"/>
              </a:ext>
            </a:extLst>
          </p:cNvPr>
          <p:cNvPicPr>
            <a:picLocks xmlns:a="http://schemas.openxmlformats.org/drawingml/2006/main" noChangeAspect="1"/>
          </p:cNvPicPr>
          <p:nvPr/>
        </p:nvPicPr>
        <p:blipFill>
          <a:blip xmlns:r="http://schemas.openxmlformats.org/officeDocument/2006/relationships" xmlns:a="http://schemas.openxmlformats.org/drawingml/2006/main" r:embed="R496c0f804e1a4e3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A294D7D8-E279-49F1-8698-803E4E6A3A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0D8BF1DA-9B5F-4E12-98D9-5E7AEB04C96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0B107167-A786-4C0E-A14F-705E9924822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2AE1B387-6FB6-4AC2-8B4D-861DAC50B45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996560548"/>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EF534FA-EDA0-41B0-8DAF-FA44A1EC5DDA}"/>
              </a:ext>
            </a:extLst>
          </p:cNvPr>
          <p:cNvPicPr>
            <a:picLocks xmlns:a="http://schemas.openxmlformats.org/drawingml/2006/main" noChangeAspect="1"/>
          </p:cNvPicPr>
          <p:nvPr/>
        </p:nvPicPr>
        <p:blipFill>
          <a:blip xmlns:r="http://schemas.openxmlformats.org/officeDocument/2006/relationships" xmlns:a="http://schemas.openxmlformats.org/drawingml/2006/main" r:embed="R8564cb8f35834f8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0F00E0-C7D6-4FB9-BE23-5378DCA9296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8B64A5-968B-4781-8524-AD97BA02691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4C80082-4AC6-4AB7-A538-3002B73CD43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2848475-E50C-433E-BCAF-64BE34511FD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E13C54D-4475-4E60-B2D9-56B2DC590A0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0D07986C-45FC-47EA-8619-ADEAB1939E3B}"/>
              </a:ext>
            </a:extLst>
          </p:cNvPr>
          <p:cNvPicPr>
            <a:picLocks xmlns:a="http://schemas.openxmlformats.org/drawingml/2006/main" noChangeAspect="1"/>
          </p:cNvPicPr>
          <p:nvPr/>
        </p:nvPicPr>
        <p:blipFill>
          <a:blip xmlns:r="http://schemas.openxmlformats.org/officeDocument/2006/relationships" xmlns:a="http://schemas.openxmlformats.org/drawingml/2006/main" r:embed="R11c9a763ceac47ec"/>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C2336C3-2937-4155-88C4-61620A124E9F}"/>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1E8A892A-BA38-41F0-A9F3-64C987878BCB}"/>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CBA6976C-4A73-48E1-9282-027DF3E26E8F}"/>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657397434"/>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86942EF8-5ADD-468A-A963-2CC614F42567}"/>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2E93F556-42C7-4E74-8DCB-8401ACCA4B56}"/>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70B23EB4-7F6B-45AB-93BE-787F8602C21C}"/>
              </a:ext>
            </a:extLst>
          </p:cNvPr>
          <p:cNvPicPr>
            <a:picLocks xmlns:a="http://schemas.openxmlformats.org/drawingml/2006/main" noChangeAspect="1"/>
          </p:cNvPicPr>
          <p:nvPr/>
        </p:nvPicPr>
        <p:blipFill>
          <a:blip xmlns:r="http://schemas.openxmlformats.org/officeDocument/2006/relationships" xmlns:a="http://schemas.openxmlformats.org/drawingml/2006/main" r:embed="Rcadc1889e6514c8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50D06B6-0EC3-4404-8575-2C5F59EA690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5DC542-F96E-485F-8B01-B870C8DB935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B63543C-DB5F-48DC-A141-55D9C76951B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8E526A6-69E4-4E19-ABBD-70F7050259D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15F5EB5-00EC-4058-90D9-51BC5D89510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78461975-448B-46FD-94FF-BE4513352335}"/>
              </a:ext>
            </a:extLst>
          </p:cNvPr>
          <p:cNvPicPr>
            <a:picLocks xmlns:a="http://schemas.openxmlformats.org/drawingml/2006/main" noChangeAspect="1"/>
          </p:cNvPicPr>
          <p:nvPr/>
        </p:nvPicPr>
        <p:blipFill>
          <a:blip xmlns:r="http://schemas.openxmlformats.org/officeDocument/2006/relationships" xmlns:a="http://schemas.openxmlformats.org/drawingml/2006/main" r:embed="Rd6820ece83aa4ffe"/>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6925A9C-EE64-479C-967E-EDF37B7E080C}"/>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4929A0C0-4BFC-4FFD-B4F7-8DCC010C6F0F}"/>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5AD51525-4360-4638-9109-C0148DFD3E84}"/>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BC8B343E-28FA-461F-9884-179B7C07942A}"/>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4CC29464-7D7A-4A8A-BABD-6997859296B9}"/>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A3A2F1B7-8CFC-42CC-9B92-08CBA29B3BCB}"/>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F8BAC4D-6ED8-43DA-A239-4AD58D38D2CB}"/>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214545625"/>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7645B22-2A4C-4A4D-8520-BE22D0AFF8A7}"/>
              </a:ext>
            </a:extLst>
          </p:cNvPr>
          <p:cNvPicPr>
            <a:picLocks xmlns:a="http://schemas.openxmlformats.org/drawingml/2006/main" noChangeAspect="1"/>
          </p:cNvPicPr>
          <p:nvPr/>
        </p:nvPicPr>
        <p:blipFill>
          <a:blip xmlns:r="http://schemas.openxmlformats.org/officeDocument/2006/relationships" xmlns:a="http://schemas.openxmlformats.org/drawingml/2006/main" r:embed="Rabdd171ce1e64f3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DA58CF-E221-4AED-89FE-A00ABB887E5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BF86FD9-ED32-4597-9927-5E48B8E36C2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EA59B88-CE6E-4F7C-A56A-02603808DE3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775E8BA-31D4-4815-8CDB-011AE91475A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EFB9CF9-8472-4990-8DA3-794EA8F15EE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B40C959D-C193-458A-8BFD-B1262416C56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C28C2D62-703A-4915-B5A4-7B51A617CA6D}"/>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ED28892B-D88B-4C20-8CC2-73E380915319}"/>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6506909-4539-464A-B06D-7079DE7D77E3}"/>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77B0A51-7F9C-458A-A9BB-522C1BA13CED}"/>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23BF1656-6829-471E-BDF4-64F9AED78B16}"/>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2FE6214-B6EB-4230-9315-5E42905BAE44}"/>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461638566"/>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5AF68ADE-4968-4DB3-A918-EA2FCE39512F}"/>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51EF62BB-ACAA-451A-95DB-E96944661E2C}"/>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C27D551-F8F3-4758-B118-1041067AFDBA}"/>
              </a:ext>
            </a:extLst>
          </p:cNvPr>
          <p:cNvPicPr>
            <a:picLocks xmlns:a="http://schemas.openxmlformats.org/drawingml/2006/main" noChangeAspect="1"/>
          </p:cNvPicPr>
          <p:nvPr/>
        </p:nvPicPr>
        <p:blipFill>
          <a:blip xmlns:r="http://schemas.openxmlformats.org/officeDocument/2006/relationships" xmlns:a="http://schemas.openxmlformats.org/drawingml/2006/main" r:embed="R16eeb1e14e894b1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CA45CB9-5696-44F1-8359-E8E9A1668BA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BE7774-C408-43B0-98CF-610F29DFCD5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E63CC94-DA7D-4E3D-9E44-DA48C09E2BE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B9BE606-BEBF-4E1C-AA1B-535E22CDB12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AA3BD55-F634-431C-9ABA-51A93B406A1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046C0795-9623-4476-9320-0DDD21A0A980}"/>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F7958E29-BD5E-47B0-BCB7-726E6C829F7E}"/>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4828E99A-CF00-482C-8FD2-3DDDE47C0EA3}"/>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F9E9E0E4-5082-4AE3-9755-4181E194B20F}"/>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8EDD68B5-82B6-44F8-B3D2-6E44737B1E5B}"/>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1554744846"/>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9BC2BB5-BD7D-4295-8215-E48AC527EEDD}"/>
              </a:ext>
            </a:extLst>
          </p:cNvPr>
          <p:cNvPicPr>
            <a:picLocks xmlns:a="http://schemas.openxmlformats.org/drawingml/2006/main" noChangeAspect="1"/>
          </p:cNvPicPr>
          <p:nvPr/>
        </p:nvPicPr>
        <p:blipFill>
          <a:blip xmlns:r="http://schemas.openxmlformats.org/officeDocument/2006/relationships" xmlns:a="http://schemas.openxmlformats.org/drawingml/2006/main" r:embed="R320040c5010f44f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EE471F-DE68-4951-989F-21BA44059B0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71D79F-109F-416D-B1D5-6B93D583E28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4D0C741-3611-48B4-952F-78735440C856}"/>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A773E00-D09C-411D-9EE1-35F5A77CD37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AB9C1206-45D4-481E-B098-CC0ABB6DFDD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CDC317B2-E2E4-406F-BEAB-0C1A8C09A58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32D6E93C-9536-41C0-AC23-A6515B966552}"/>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FAA60A02-409F-430A-A6BB-F573EEE7A2A4}"/>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AC2C397-F78D-4291-B117-0C7C26B4A48B}"/>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36B5ECF-2AA9-4873-ACAF-6DCD9F393450}"/>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BC798355-167C-4F58-B375-15FD37D90F8A}"/>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8BDCF3C6-AE38-432D-B045-008F92D02E20}"/>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074410060"/>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13860A7-B8AD-4E76-8B27-8DB675404D9D}"/>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4EECCB2A-2306-4603-8332-5120FF316DCA}"/>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20452F39-9FCF-4AD4-90CE-76CDCF47EEEF}"/>
              </a:ext>
            </a:extLst>
          </p:cNvPr>
          <p:cNvPicPr>
            <a:picLocks xmlns:a="http://schemas.openxmlformats.org/drawingml/2006/main" noChangeAspect="1"/>
          </p:cNvPicPr>
          <p:nvPr/>
        </p:nvPicPr>
        <p:blipFill>
          <a:blip xmlns:r="http://schemas.openxmlformats.org/officeDocument/2006/relationships" xmlns:a="http://schemas.openxmlformats.org/drawingml/2006/main" r:embed="Re7b681ed59ea467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A283F4-6138-4D8A-AE12-7E658751740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1A0F5E-3295-4C7F-86CE-2AD218B9D64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3CEBEC9-6D14-4C73-9EF3-B3A614210E2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3236591-418E-4E96-85D3-1886A5EB92E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FA0E30D-A80E-4F5E-866F-2A1CCC481F1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1BE6F59C-434D-4C83-9EFC-9F624A23776C}"/>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A90000DD-1C12-4639-B712-6D69AF1D7B61}"/>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E486B85E-F3B0-43B3-A6D2-39D0FB53231B}"/>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744F2385-DD53-4E1B-BFD5-1CA3776EBE59}"/>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B4CF8A04-4185-4A41-8477-6C2E29806BD9}"/>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114788243"/>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4128115-2DE5-468E-A367-DF1716644B00}"/>
              </a:ext>
            </a:extLst>
          </p:cNvPr>
          <p:cNvPicPr>
            <a:picLocks xmlns:a="http://schemas.openxmlformats.org/drawingml/2006/main" noChangeAspect="1"/>
          </p:cNvPicPr>
          <p:nvPr/>
        </p:nvPicPr>
        <p:blipFill>
          <a:blip xmlns:r="http://schemas.openxmlformats.org/officeDocument/2006/relationships" xmlns:a="http://schemas.openxmlformats.org/drawingml/2006/main" r:embed="Re27c56168cfb4df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9EF3A7C-4A0A-4052-A855-92117B26CEC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04C788-4A3C-487A-AEA6-F9F44F3A736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C658456-4463-41C2-B893-09DBCC6C922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3144D68-625D-415E-9335-330B705D07E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2FF0AAF-3BFB-4478-81AF-8D3963EE44A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B9D71846-FA3A-4722-B90F-98371C0BE693}"/>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A3C8E0B1-0DD5-4611-AC89-0DD3628FCECB}"/>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FEB0197-EE17-49B1-9DCE-3F443412D955}"/>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DC6DA7F-38D1-4475-9ED2-384785CA11FE}"/>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BA7576B5-53AD-444B-B597-0BB655D2C205}"/>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E99A70D-278A-49F7-94FB-FA07E5EA8C53}"/>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F2C3F1DE-5B37-4307-A6B4-967F21FDF354}"/>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CB1F910A-0CA9-4212-8A46-DA64BC1B95AE}"/>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B8DACAA5-3796-403B-939D-9E8062D11D30}"/>
              </a:ext>
            </a:extLst>
          </p:cNvPr>
          <p:cNvPicPr>
            <a:picLocks xmlns:a="http://schemas.openxmlformats.org/drawingml/2006/main" noChangeAspect="1"/>
          </p:cNvPicPr>
          <p:nvPr/>
        </p:nvPicPr>
        <p:blipFill>
          <a:blip xmlns:r="http://schemas.openxmlformats.org/officeDocument/2006/relationships" xmlns:a="http://schemas.openxmlformats.org/drawingml/2006/main" r:embed="Rbe81de6a7145496e"/>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C114862E-E712-4F1B-8E8C-F4D67438CABF}"/>
              </a:ext>
            </a:extLst>
          </p:cNvPr>
          <p:cNvPicPr>
            <a:picLocks xmlns:a="http://schemas.openxmlformats.org/drawingml/2006/main" noChangeAspect="1"/>
          </p:cNvPicPr>
          <p:nvPr/>
        </p:nvPicPr>
        <p:blipFill>
          <a:blip xmlns:r="http://schemas.openxmlformats.org/officeDocument/2006/relationships" xmlns:a="http://schemas.openxmlformats.org/drawingml/2006/main" r:embed="R92b3bd8c87ed431b"/>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95E60CA7-1174-403D-BF7A-B37AB76EFE49}"/>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E52FBE0A-11AA-4C8D-A1BC-FE59FF75DF31}"/>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1795450858"/>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1E04EDF4-C775-42C8-A072-F7F24DA3FDE1}"/>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6FC59467-E114-4CB6-8FCA-3ED342426D49}"/>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4F17FB84-A07E-4046-B7BB-D0C2429EA2A3}"/>
              </a:ext>
            </a:extLst>
          </p:cNvPr>
          <p:cNvPicPr>
            <a:picLocks xmlns:a="http://schemas.openxmlformats.org/drawingml/2006/main" noChangeAspect="1"/>
          </p:cNvPicPr>
          <p:nvPr/>
        </p:nvPicPr>
        <p:blipFill>
          <a:blip xmlns:r="http://schemas.openxmlformats.org/officeDocument/2006/relationships" xmlns:a="http://schemas.openxmlformats.org/drawingml/2006/main" r:embed="R942b1208d75043c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FE4992-D842-4B16-8C1D-286D6F601CF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DDB1D4-4E95-425B-9B48-65CCBA41B86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489472B-47D1-4327-B6BD-E49CBA150D1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9A01BBD-FC4B-4F73-9226-DDE0742368B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3778335-EABA-41B2-90F8-7DD3D9F30D8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79400B9D-9B57-4DA9-9533-12A145D90175}"/>
              </a:ext>
            </a:extLst>
          </p:cNvPr>
          <p:cNvPicPr>
            <a:picLocks xmlns:a="http://schemas.openxmlformats.org/drawingml/2006/main" noChangeAspect="1"/>
          </p:cNvPicPr>
          <p:nvPr/>
        </p:nvPicPr>
        <p:blipFill>
          <a:blip xmlns:r="http://schemas.openxmlformats.org/officeDocument/2006/relationships" xmlns:a="http://schemas.openxmlformats.org/drawingml/2006/main" r:embed="R6cd5097382e34c16"/>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EEDD114-4933-41AF-A893-345CBE521C5D}"/>
              </a:ext>
            </a:extLst>
          </p:cNvPr>
          <p:cNvPicPr>
            <a:picLocks xmlns:a="http://schemas.openxmlformats.org/drawingml/2006/main" noChangeAspect="1"/>
          </p:cNvPicPr>
          <p:nvPr/>
        </p:nvPicPr>
        <p:blipFill>
          <a:blip xmlns:r="http://schemas.openxmlformats.org/officeDocument/2006/relationships" xmlns:a="http://schemas.openxmlformats.org/drawingml/2006/main" r:embed="R25cac6ccedb241b1"/>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DF4A4CEC-B8F2-4E88-B7A8-E1B1883BAD02}"/>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4A3FF7AB-5C18-422F-894B-F7F970033D43}"/>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E8BAE466-4CD1-42B3-8EB2-C820D4B68F80}"/>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011380690"/>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37B2446-4701-4B42-955D-6D0BBE34944E}"/>
              </a:ext>
            </a:extLst>
          </p:cNvPr>
          <p:cNvPicPr>
            <a:picLocks xmlns:a="http://schemas.openxmlformats.org/drawingml/2006/main" noChangeAspect="1"/>
          </p:cNvPicPr>
          <p:nvPr/>
        </p:nvPicPr>
        <p:blipFill>
          <a:blip xmlns:r="http://schemas.openxmlformats.org/officeDocument/2006/relationships" xmlns:a="http://schemas.openxmlformats.org/drawingml/2006/main" r:embed="Rd89f405e1666434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49E897-6D87-4D13-9DF6-817558509AC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14200A-44C0-4D19-850F-7D827BE0AE0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AAB02CE-CF9C-4936-9492-00DF9FE28C8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082870E-7ED8-435C-A001-8822ADB715D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BFE47B2-5910-4041-BB31-8997BCBB62E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2A362EF6-8668-41F2-90F7-9448704681F9}"/>
              </a:ext>
            </a:extLst>
          </p:cNvPr>
          <p:cNvPicPr>
            <a:picLocks xmlns:a="http://schemas.openxmlformats.org/drawingml/2006/main" noChangeAspect="1"/>
          </p:cNvPicPr>
          <p:nvPr/>
        </p:nvPicPr>
        <p:blipFill>
          <a:blip xmlns:r="http://schemas.openxmlformats.org/officeDocument/2006/relationships" xmlns:a="http://schemas.openxmlformats.org/drawingml/2006/main" r:embed="R2809c76162334fc8"/>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A3B894BA-12CC-48A5-B8A6-5EE1B58FFE1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69C35E57-DA32-4C0E-B382-5BCA5206BE9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633908178"/>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77E6FE7F-AF35-44E1-AC47-BD22CA9A4996}"/>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1D37C6C-35CB-4AD2-BA15-3728D341FA87}"/>
              </a:ext>
            </a:extLst>
          </p:cNvPr>
          <p:cNvPicPr>
            <a:picLocks xmlns:a="http://schemas.openxmlformats.org/drawingml/2006/main" noChangeAspect="1"/>
          </p:cNvPicPr>
          <p:nvPr/>
        </p:nvPicPr>
        <p:blipFill>
          <a:blip xmlns:r="http://schemas.openxmlformats.org/officeDocument/2006/relationships" xmlns:a="http://schemas.openxmlformats.org/drawingml/2006/main" r:embed="Rc41a13444952462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60D6B7-EBAD-43D7-A32D-65EF964A1B7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BA60C77-395F-4E9B-8B88-97C5DB1FDA9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5E13558-2FFB-4FAC-96F8-093EA712515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E5ED0EB-2FCF-42F0-9EEA-85BEF7C0039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37C8D46-75AB-4CBD-9EA0-68FFF6B09AC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E9084D67-D904-4C06-8198-08A363DBEAB9}"/>
              </a:ext>
            </a:extLst>
          </p:cNvPr>
          <p:cNvPicPr>
            <a:picLocks xmlns:a="http://schemas.openxmlformats.org/drawingml/2006/main" noChangeAspect="1"/>
          </p:cNvPicPr>
          <p:nvPr/>
        </p:nvPicPr>
        <p:blipFill>
          <a:blip xmlns:r="http://schemas.openxmlformats.org/officeDocument/2006/relationships" xmlns:a="http://schemas.openxmlformats.org/drawingml/2006/main" r:embed="R584879ff7ffd49f8"/>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171D9F75-2A08-4FAE-802A-62F456FDB11F}"/>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6D601A42-6C0D-424D-AD44-A29CAF8F6D2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156D54BA-0BBF-410D-859F-F9DD4FB04494}"/>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576D674E-46DB-4D32-9116-36C94032E4FC}"/>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E75872F0-6197-4A08-BFC2-1A45A5D8AD92}"/>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AE27E591-370E-4EA2-91C4-C68C2FEB6230}"/>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12DFE931-32D7-4404-86E7-B585909CB79D}"/>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4CF1A97E-4E98-4D0D-B0A6-8F1AB3FA7604}"/>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BE4B16F3-9F38-47A6-82D6-1D86069D6A3D}"/>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9CB3C0F2-314A-4D86-AC22-6AA62D734C3B}"/>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333108342"/>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6AA69DE1-93DE-4599-9AED-1770921D5D89}"/>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2B8DB5F-4944-4196-833B-004554B827DF}"/>
              </a:ext>
            </a:extLst>
          </p:cNvPr>
          <p:cNvPicPr>
            <a:picLocks xmlns:a="http://schemas.openxmlformats.org/drawingml/2006/main" noChangeAspect="1"/>
          </p:cNvPicPr>
          <p:nvPr/>
        </p:nvPicPr>
        <p:blipFill>
          <a:blip xmlns:r="http://schemas.openxmlformats.org/officeDocument/2006/relationships" xmlns:a="http://schemas.openxmlformats.org/drawingml/2006/main" r:embed="R3b98b4494fd2475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4A7780-7829-4662-85AA-4544EE7678D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A05665-510F-4205-A110-6CF0FC1D550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1F96B39-512C-481C-BCFD-3CB0E71740F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5479F2A-B423-4126-AC76-9B27D0BE75E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58AFD4A-D9F4-450D-8D4D-816E3B165FA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5C2DBE2B-619C-4F65-B8B8-57CD8A30CD0A}"/>
              </a:ext>
            </a:extLst>
          </p:cNvPr>
          <p:cNvPicPr>
            <a:picLocks xmlns:a="http://schemas.openxmlformats.org/drawingml/2006/main" noChangeAspect="1"/>
          </p:cNvPicPr>
          <p:nvPr/>
        </p:nvPicPr>
        <p:blipFill>
          <a:blip xmlns:r="http://schemas.openxmlformats.org/officeDocument/2006/relationships" xmlns:a="http://schemas.openxmlformats.org/drawingml/2006/main" r:embed="Rf48d100ecf784475"/>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4BBF7FBD-E49E-4513-97C8-43B7D5C1FC9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00A4F2AA-E953-4B29-AEE5-9D1C5756A515}"/>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9C34BA9-E2D5-4C87-8594-B1B4F02969FD}"/>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A67E1DF1-4466-46AF-8902-97166B9F6A62}"/>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315AB8BE-CDE3-4212-A9D5-C448C7A96301}"/>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9A38C2BB-0A3A-4389-A1AB-8558B4223B80}"/>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1585D75A-7724-42BD-BD85-7BCDB21F45EA}"/>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53647EAF-1AEA-4988-B55D-CAEB0EEA76BB}"/>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BB6752AF-05AA-4C2E-BB5D-359F64A721D7}"/>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6858759A-C99E-40E1-8F55-294333C33BB8}"/>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2032935071"/>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AE78257-C406-47AE-975A-16227AC68AA3}"/>
              </a:ext>
            </a:extLst>
          </p:cNvPr>
          <p:cNvPicPr>
            <a:picLocks xmlns:a="http://schemas.openxmlformats.org/drawingml/2006/main" noChangeAspect="1"/>
          </p:cNvPicPr>
          <p:nvPr/>
        </p:nvPicPr>
        <p:blipFill>
          <a:blip xmlns:r="http://schemas.openxmlformats.org/officeDocument/2006/relationships" xmlns:a="http://schemas.openxmlformats.org/drawingml/2006/main" r:embed="Rddcc5c1a924145c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19F377-C300-459D-A567-9B3E77C4F51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CBE8AA3-3BE2-4112-86E6-6CCA93594F0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B2B08A0-4935-44E9-8830-5830E83B7B0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9F40E0A-DC57-48DF-AF1C-D525BB06A45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CC2C308-007E-4289-AE44-D7B086B7CD3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EB8CAE59-36C0-4843-83E5-24A237670C07}"/>
              </a:ext>
            </a:extLst>
          </p:cNvPr>
          <p:cNvPicPr>
            <a:picLocks xmlns:a="http://schemas.openxmlformats.org/drawingml/2006/main" noChangeAspect="1"/>
          </p:cNvPicPr>
          <p:nvPr/>
        </p:nvPicPr>
        <p:blipFill>
          <a:blip xmlns:r="http://schemas.openxmlformats.org/officeDocument/2006/relationships" xmlns:a="http://schemas.openxmlformats.org/drawingml/2006/main" r:embed="R79dbb701235742a6"/>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E2F51793-43A5-4ECC-843E-B98338C085DD}"/>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CC957B76-4B2D-4C0E-8798-59461B880747}"/>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20C7C71-C47C-4748-9800-8F3B3BBF1CE0}"/>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5227CEE-EE7B-473D-B90D-60BB42C7C107}"/>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8C75768D-0548-4546-98D4-EE17C8E8C77B}"/>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348D12B3-C20C-43B3-931E-033D80AF87A6}"/>
              </a:ext>
            </a:extLst>
          </p:cNvPr>
          <p:cNvPicPr>
            <a:picLocks xmlns:a="http://schemas.openxmlformats.org/drawingml/2006/main" noChangeAspect="1"/>
          </p:cNvPicPr>
          <p:nvPr/>
        </p:nvPicPr>
        <p:blipFill>
          <a:blip xmlns:r="http://schemas.openxmlformats.org/officeDocument/2006/relationships" xmlns:a="http://schemas.openxmlformats.org/drawingml/2006/main" r:embed="R938da0d7a42f490c"/>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1203129671"/>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3A16E66-2672-42B1-8E7C-2B4008BF562C}"/>
              </a:ext>
            </a:extLst>
          </p:cNvPr>
          <p:cNvPicPr>
            <a:picLocks xmlns:a="http://schemas.openxmlformats.org/drawingml/2006/main" noChangeAspect="1"/>
          </p:cNvPicPr>
          <p:nvPr/>
        </p:nvPicPr>
        <p:blipFill>
          <a:blip xmlns:r="http://schemas.openxmlformats.org/officeDocument/2006/relationships" xmlns:a="http://schemas.openxmlformats.org/drawingml/2006/main" r:embed="Ra29f37aa9336409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C51397-66AC-4718-8E44-DA2923FFAD7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C9BA0F8-80DE-428C-BA01-2631F851C53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441375B-E476-4A2A-93D1-B91B1A8FD9A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927A5DF-0102-4437-9005-7D8FE16FC1E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9FF8752-D15E-43EE-AC17-334ED374A21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BABC64DF-562F-4DD9-9E8C-F2C8B3CA398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BBC5CC14-5E13-46FD-8842-2F4D4A4D1B8E}"/>
              </a:ext>
            </a:extLst>
          </p:cNvPr>
          <p:cNvPicPr>
            <a:picLocks xmlns:a="http://schemas.openxmlformats.org/drawingml/2006/main" noChangeAspect="1"/>
          </p:cNvPicPr>
          <p:nvPr/>
        </p:nvPicPr>
        <p:blipFill>
          <a:blip xmlns:r="http://schemas.openxmlformats.org/officeDocument/2006/relationships" xmlns:a="http://schemas.openxmlformats.org/drawingml/2006/main" r:embed="R5176e13ed6cf4de4"/>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8FA0314-0CFC-44ED-8E0B-47D0B848B4E7}"/>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FE8D3900-26C1-4BE7-AF12-91F525147087}"/>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520B9C42-6CD8-4F23-9520-613DF97F6FCA}"/>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20099D70-8C9F-42E8-A022-2FF063ADC6A7}"/>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B7C7575D-5AD6-44E6-AF6B-770669F22E7A}"/>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31C8B3C8-0165-4CCD-9829-C6348F3CE457}"/>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755918717"/>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518B18EB-E7EB-4EE1-AC51-6B09F64BD143}"/>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E19FD76C-C1AD-4058-9F3B-7CAF7049D77D}"/>
              </a:ext>
            </a:extLst>
          </p:cNvPr>
          <p:cNvPicPr>
            <a:picLocks xmlns:a="http://schemas.openxmlformats.org/drawingml/2006/main" noChangeAspect="1"/>
          </p:cNvPicPr>
          <p:nvPr/>
        </p:nvPicPr>
        <p:blipFill>
          <a:blip xmlns:r="http://schemas.openxmlformats.org/officeDocument/2006/relationships" xmlns:a="http://schemas.openxmlformats.org/drawingml/2006/main" r:embed="Rd0366661b0c94ba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5FFF216-5F89-4F78-8803-74826315246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8A21E7-D5DE-4A28-8213-6B139DEA460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ECFA823-7D8A-423E-B042-7DD10B2DB2F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388A320-1C45-4FDE-B7E1-5EA90AC0A03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4CCC389-414F-40CE-BF49-D4AA101E0D7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97A4B5BA-C167-42B1-9062-5ACBFC8275A2}"/>
              </a:ext>
            </a:extLst>
          </p:cNvPr>
          <p:cNvPicPr>
            <a:picLocks xmlns:a="http://schemas.openxmlformats.org/drawingml/2006/main" noChangeAspect="1"/>
          </p:cNvPicPr>
          <p:nvPr/>
        </p:nvPicPr>
        <p:blipFill>
          <a:blip xmlns:r="http://schemas.openxmlformats.org/officeDocument/2006/relationships" xmlns:a="http://schemas.openxmlformats.org/drawingml/2006/main" r:embed="R43a35f2292cb4fd0"/>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2EB7D5D-883D-41C2-8E3E-E423F52D716F}"/>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5C719D56-A3F7-414D-B679-E8E22C1E0A84}"/>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BAA813C1-F7CE-4217-8275-C201EB6F1B09}"/>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8D32FDE2-CC41-438D-86B1-3E70ABF6F5A6}"/>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186BB527-4A50-42BC-928F-129EE85CF23F}"/>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764C4CFD-9404-480E-9FA9-9C3253FC961F}"/>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1F256D1E-1474-4ED1-B9E9-B99B761FAE8D}"/>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1931123533"/>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A0CA297E-738C-4574-8C21-ACAE17016B66}"/>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3F2E58D-C3F9-4926-9986-A389D8DD8F04}"/>
              </a:ext>
            </a:extLst>
          </p:cNvPr>
          <p:cNvPicPr>
            <a:picLocks xmlns:a="http://schemas.openxmlformats.org/drawingml/2006/main" noChangeAspect="1"/>
          </p:cNvPicPr>
          <p:nvPr/>
        </p:nvPicPr>
        <p:blipFill>
          <a:blip xmlns:r="http://schemas.openxmlformats.org/officeDocument/2006/relationships" xmlns:a="http://schemas.openxmlformats.org/drawingml/2006/main" r:embed="Rac5a5169cf734e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E159C1-01AE-4779-B541-CE423FC96D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9D5138-73CE-4FE6-9A2C-604F624412F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024614C-97F6-450A-AC65-1FA3BAC6D9F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82AF22A-E644-4A38-A6A6-EF5343AACCF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D75E94E-BEE5-47FA-8C48-EF96AC1BEC3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035530D8-EAFB-4235-B58A-C887300A9E5E}"/>
              </a:ext>
            </a:extLst>
          </p:cNvPr>
          <p:cNvPicPr>
            <a:picLocks xmlns:a="http://schemas.openxmlformats.org/drawingml/2006/main" noChangeAspect="1"/>
          </p:cNvPicPr>
          <p:nvPr/>
        </p:nvPicPr>
        <p:blipFill>
          <a:blip xmlns:r="http://schemas.openxmlformats.org/officeDocument/2006/relationships" xmlns:a="http://schemas.openxmlformats.org/drawingml/2006/main" r:embed="Reb1e12e0017d4557"/>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96778E3E-8071-4D59-8C9D-4FEA181AB8F1}"/>
              </a:ext>
            </a:extLst>
          </p:cNvPr>
          <p:cNvPicPr>
            <a:picLocks xmlns:a="http://schemas.openxmlformats.org/drawingml/2006/main" noChangeAspect="1"/>
          </p:cNvPicPr>
          <p:nvPr/>
        </p:nvPicPr>
        <p:blipFill>
          <a:blip xmlns:r="http://schemas.openxmlformats.org/officeDocument/2006/relationships" xmlns:a="http://schemas.openxmlformats.org/drawingml/2006/main" r:embed="Ra841046861b7450b"/>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39B61205-FC05-4223-8ECF-80B86E3C187E}"/>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DE8A5574-B1A0-40F9-ABBF-01698256E266}"/>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9D9842DD-4122-4301-8F10-602BD0D38411}"/>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8436F5B5-1A4A-4F29-B290-BFFF249ABE16}"/>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6F8F035B-A302-45B8-A5E8-1A03AF05BD9C}"/>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D8286E8D-A43C-469A-B832-77556DA32EE3}"/>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text">
            <a:extLst xmlns:a="http://schemas.openxmlformats.org/drawingml/2006/main">
              <a:ext uri="{FF2B5EF4-FFF2-40B4-BE49-F238E27FC236}">
                <a16:creationId xmlns:a16="http://schemas.microsoft.com/office/drawing/2014/main" id="{0EA39A43-D632-475A-BF77-CC6C2368143D}"/>
              </a:ext>
            </a:extLst>
          </p:cNvPr>
          <p:cNvSpPr>
            <a:spLocks xmlns:a="http://schemas.openxmlformats.org/drawingml/2006/main" noGrp="1"/>
          </p:cNvSpPr>
          <p:nvPr/>
        </p:nvSpPr>
        <p:spPr>
          <a:xfrm xmlns:a="http://schemas.openxmlformats.org/drawingml/2006/main">
            <a:off x="1905000" y="8096250"/>
            <a:ext cx="1447800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754715482"/>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BFE7DCAD-03C8-485C-9CE2-4FAD9332CF99}"/>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65798CD8-634E-4E76-B1FD-C1040D3DBFF4}"/>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52C89762-BA56-4ECC-84B0-C61711B303E1}"/>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726285F9-CCF2-4103-957A-C4D440C3C0B8}"/>
              </a:ext>
            </a:extLst>
          </p:cNvPr>
          <p:cNvPicPr>
            <a:picLocks xmlns:a="http://schemas.openxmlformats.org/drawingml/2006/main" noChangeAspect="1"/>
          </p:cNvPicPr>
          <p:nvPr/>
        </p:nvPicPr>
        <p:blipFill>
          <a:blip xmlns:r="http://schemas.openxmlformats.org/officeDocument/2006/relationships" xmlns:a="http://schemas.openxmlformats.org/drawingml/2006/main" r:embed="R6c34f2bd414244a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58707E-DDDF-433B-8009-35FE23AAC0B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526630-5433-442E-A494-118C367342E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F821345-5D1A-49F9-A53A-5C372590906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3DA8AF6-8E6C-4A84-A558-F581817EA852}"/>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2516230C-7011-43EB-9217-379995C2347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5883C322-7694-4DBA-931A-6357914F923E}"/>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CC48BE08-7D78-4DBB-8D0D-B4444E6E288B}"/>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AC291C6A-DA91-4FD5-B845-75A397552133}"/>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B04F08DE-E287-4024-B2D5-55F351E00836}"/>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0232FEF6-1990-436E-8FC9-7626CDD4E740}"/>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391E363F-7A18-4936-8447-D1189A33EB0F}"/>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FFAC0B69-B541-4AF0-A619-73E5D1B2863D}"/>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FD9764DF-0487-4522-B32B-703841EAB8C2}"/>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429C1F60-7866-40B2-9549-CB2DF9CD5F9F}"/>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DAC80578-18A5-4753-8CC3-BCF16636930E}"/>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601917968"/>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5048BE7-809F-4D2B-B2AD-5B4CB00B6FD3}"/>
              </a:ext>
            </a:extLst>
          </p:cNvPr>
          <p:cNvPicPr>
            <a:picLocks xmlns:a="http://schemas.openxmlformats.org/drawingml/2006/main" noChangeAspect="1"/>
          </p:cNvPicPr>
          <p:nvPr/>
        </p:nvPicPr>
        <p:blipFill>
          <a:blip xmlns:r="http://schemas.openxmlformats.org/officeDocument/2006/relationships" xmlns:a="http://schemas.openxmlformats.org/drawingml/2006/main" r:embed="Ra2f7d4b0b375467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A841678-02AC-4AEF-8170-F383249913A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8EC2E45-6161-4622-9426-D65FF851337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88E6B3B-08FA-4CA1-96F0-A73CAAB3DB22}"/>
              </a:ext>
            </a:extLst>
          </p:cNvPr>
          <p:cNvPicPr>
            <a:picLocks xmlns:a="http://schemas.openxmlformats.org/drawingml/2006/main" noChangeAspect="1"/>
          </p:cNvPicPr>
          <p:nvPr/>
        </p:nvPicPr>
        <p:blipFill>
          <a:blip xmlns:r="http://schemas.openxmlformats.org/officeDocument/2006/relationships" xmlns:a="http://schemas.openxmlformats.org/drawingml/2006/main" r:embed="Re29a4477ca21499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88722D3B-CA07-44A1-9031-80F2668034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10CDFAD8-0203-4400-B182-753BC54961D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49FF16F1-F98D-4700-ABC5-08A297C89DD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02D9186C-5B80-4C19-A50F-95D54375AEF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97554235"/>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5F3629D2-6008-4A6F-AB1D-6E4F676529FB}"/>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C89819AC-7E5A-493C-9B00-D6F7CACD18CD}"/>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435C7E0-8AAE-44A8-89BC-E3FB6CCC8668}"/>
              </a:ext>
            </a:extLst>
          </p:cNvPr>
          <p:cNvPicPr>
            <a:picLocks xmlns:a="http://schemas.openxmlformats.org/drawingml/2006/main" noChangeAspect="1"/>
          </p:cNvPicPr>
          <p:nvPr/>
        </p:nvPicPr>
        <p:blipFill>
          <a:blip xmlns:r="http://schemas.openxmlformats.org/officeDocument/2006/relationships" xmlns:a="http://schemas.openxmlformats.org/drawingml/2006/main" r:embed="R58a2d433ce1d4e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11AF9B-A34B-4E5B-949D-DDE5721EEFF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E6219D-97EA-47B1-AFFF-84D4F85177B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CA33161-A2CB-4917-8044-BA3C1F523F3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F467E45-A779-43E2-B79E-16C14F5AD73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4CC419C-AB5B-4D85-9B3B-BD62A13E003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DCFF679D-14DC-464C-A8E7-8594AE154089}"/>
              </a:ext>
            </a:extLst>
          </p:cNvPr>
          <p:cNvPicPr>
            <a:picLocks xmlns:a="http://schemas.openxmlformats.org/drawingml/2006/main" noChangeAspect="1"/>
          </p:cNvPicPr>
          <p:nvPr/>
        </p:nvPicPr>
        <p:blipFill>
          <a:blip xmlns:r="http://schemas.openxmlformats.org/officeDocument/2006/relationships" xmlns:a="http://schemas.openxmlformats.org/drawingml/2006/main" r:embed="R5a10632bf8e0436a"/>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DA60B09-AE1C-4821-A408-B732E317C0E2}"/>
              </a:ext>
            </a:extLst>
          </p:cNvPr>
          <p:cNvPicPr>
            <a:picLocks xmlns:a="http://schemas.openxmlformats.org/drawingml/2006/main" noChangeAspect="1"/>
          </p:cNvPicPr>
          <p:nvPr/>
        </p:nvPicPr>
        <p:blipFill>
          <a:blip xmlns:r="http://schemas.openxmlformats.org/officeDocument/2006/relationships" xmlns:a="http://schemas.openxmlformats.org/drawingml/2006/main" r:embed="R8f38c5c338ca459d"/>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6EA5A211-3441-4068-9ADB-953F6D960A8E}"/>
              </a:ext>
            </a:extLst>
          </p:cNvPr>
          <p:cNvPicPr>
            <a:picLocks xmlns:a="http://schemas.openxmlformats.org/drawingml/2006/main" noChangeAspect="1"/>
          </p:cNvPicPr>
          <p:nvPr/>
        </p:nvPicPr>
        <p:blipFill>
          <a:blip xmlns:r="http://schemas.openxmlformats.org/officeDocument/2006/relationships" xmlns:a="http://schemas.openxmlformats.org/drawingml/2006/main" r:embed="Rfa43d429459348d8"/>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F30A7AA7-2A8E-463D-B040-870B9443AC69}"/>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FAEA9B8A-1FB7-46B3-95E7-6B5725A3BD1A}"/>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314783862"/>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FE38D4B8-C0AB-4CB5-B6EF-87D69FE60204}"/>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676F3EB1-9B56-4F28-860C-992B40FAB4D7}"/>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9C577294-731B-45B4-B5F4-E6E24EB00602}"/>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13D7B78-4541-43F2-8FA0-C77654E0A731}"/>
              </a:ext>
            </a:extLst>
          </p:cNvPr>
          <p:cNvPicPr>
            <a:picLocks xmlns:a="http://schemas.openxmlformats.org/drawingml/2006/main" noChangeAspect="1"/>
          </p:cNvPicPr>
          <p:nvPr/>
        </p:nvPicPr>
        <p:blipFill>
          <a:blip xmlns:r="http://schemas.openxmlformats.org/officeDocument/2006/relationships" xmlns:a="http://schemas.openxmlformats.org/drawingml/2006/main" r:embed="R7141832eb63c4a4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083931-4E4C-462C-ADA4-3FEA6CE31F3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EF639D-4899-4338-B942-3511ECE605A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2DF134E-3588-4B0E-A0F5-B98BA1DE459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1CD38C8-C527-43DF-9C74-E7482D73706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B5AB728E-2AD4-4A4F-BD80-4F0B5C388FB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213CE1B0-9535-43E6-ACCB-2EFAA0C76158}"/>
              </a:ext>
            </a:extLst>
          </p:cNvPr>
          <p:cNvPicPr>
            <a:picLocks xmlns:a="http://schemas.openxmlformats.org/drawingml/2006/main" noChangeAspect="1"/>
          </p:cNvPicPr>
          <p:nvPr/>
        </p:nvPicPr>
        <p:blipFill>
          <a:blip xmlns:r="http://schemas.openxmlformats.org/officeDocument/2006/relationships" xmlns:a="http://schemas.openxmlformats.org/drawingml/2006/main" r:embed="R7becfa8c28134b71"/>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33E13645-DD31-4607-9F13-D02E98A8288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3AF3AF73-D05C-4322-82FC-4433AA72ADA1}"/>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5EA79057-E5BE-40E1-B559-99C707DD69C9}"/>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414B3B2A-A7E2-43F4-9464-419446FAE355}"/>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53037C73-ED7E-4A4E-A02B-705B902A5BBC}"/>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573018831"/>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B176A7CF-F682-4385-82F0-B9DC59ED3C57}"/>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3A501B4D-ACE7-4E1F-B97C-5C26530AEEA1}"/>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1369AEAA-EB9C-451E-8688-84FA438A5F4D}"/>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C55C8DB-8230-4835-9B52-B54C4B1DE58F}"/>
              </a:ext>
            </a:extLst>
          </p:cNvPr>
          <p:cNvPicPr>
            <a:picLocks xmlns:a="http://schemas.openxmlformats.org/drawingml/2006/main" noChangeAspect="1"/>
          </p:cNvPicPr>
          <p:nvPr/>
        </p:nvPicPr>
        <p:blipFill>
          <a:blip xmlns:r="http://schemas.openxmlformats.org/officeDocument/2006/relationships" xmlns:a="http://schemas.openxmlformats.org/drawingml/2006/main" r:embed="Rf4bc3d53dcf44fe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B93A631-4F6E-4971-BD2F-F75FBB2D25B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AC6442-DFD3-48EA-8ADB-E482AA583A2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8A532BE-5BC5-4904-B33A-F4155C11299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701F94A-FB4E-4341-93F9-529FAE711BB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31D1814-0B72-4DA3-89EA-59EC5633F93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18CB7706-FF9C-435C-A905-597DA91E863A}"/>
              </a:ext>
            </a:extLst>
          </p:cNvPr>
          <p:cNvPicPr>
            <a:picLocks xmlns:a="http://schemas.openxmlformats.org/drawingml/2006/main" noChangeAspect="1"/>
          </p:cNvPicPr>
          <p:nvPr/>
        </p:nvPicPr>
        <p:blipFill>
          <a:blip xmlns:r="http://schemas.openxmlformats.org/officeDocument/2006/relationships" xmlns:a="http://schemas.openxmlformats.org/drawingml/2006/main" r:embed="Rbfe916719a694ac8"/>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6B2E44ED-65AF-4F0C-B87B-3350EF4890C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9DB2665C-248A-4170-9700-165EA01D8B50}"/>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EC0C4E5E-2D89-41EB-A47A-A47FE3036C35}"/>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87B10B05-37DF-4089-A0E6-67F58CD64548}"/>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686FAEB8-EB77-4512-9CAE-64BE61B5F66C}"/>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57FB4F45-76D8-45F0-B675-0EC005066CE3}"/>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12B283BE-FF69-47DE-86C7-6FCA6FAF977B}"/>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63C683A9-87C3-4815-AD75-B6CA38D1D267}"/>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26E82E57-353C-40C2-9440-9D51570527DE}"/>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EC521C13-B22D-4FB2-A8C9-1AA16AEDF1D1}"/>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1106427489"/>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32E65FB-9909-4CD8-B512-48153367410E}"/>
              </a:ext>
            </a:extLst>
          </p:cNvPr>
          <p:cNvPicPr>
            <a:picLocks xmlns:a="http://schemas.openxmlformats.org/drawingml/2006/main" noChangeAspect="1"/>
          </p:cNvPicPr>
          <p:nvPr/>
        </p:nvPicPr>
        <p:blipFill>
          <a:blip xmlns:r="http://schemas.openxmlformats.org/officeDocument/2006/relationships" xmlns:a="http://schemas.openxmlformats.org/drawingml/2006/main" r:embed="R6d5bd1f93965473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CAC1562-6D40-44E1-9010-2855CA58F42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8D8B74-0DF6-4439-B933-036BD0AA606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0874FD7-2607-4207-AA7E-CD075113F42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144414-450D-4177-BA98-182A22DD4E9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4159824-EF1A-436C-BD93-F1E913F3580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5CCAD9C5-4702-4989-A373-BDF56BFD386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D9470A6-0560-41A6-88DF-13DCA99042D9}"/>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68F559A-68B3-4817-93A9-626D84F45199}"/>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F4D09E5-302A-4547-B8EB-AF12C8B19C03}"/>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96FAA67-A961-4657-B842-76663D8A0BBA}"/>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F3EBF6D-8B0F-4015-92BC-CDE9941E4A02}"/>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003651176"/>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6FF1353A-E714-4924-BBC8-F0C616335D6E}"/>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AD4EA01-B1D5-4D2E-A80D-095AF2B5013E}"/>
              </a:ext>
            </a:extLst>
          </p:cNvPr>
          <p:cNvPicPr>
            <a:picLocks xmlns:a="http://schemas.openxmlformats.org/drawingml/2006/main" noChangeAspect="1"/>
          </p:cNvPicPr>
          <p:nvPr/>
        </p:nvPicPr>
        <p:blipFill>
          <a:blip xmlns:r="http://schemas.openxmlformats.org/officeDocument/2006/relationships" xmlns:a="http://schemas.openxmlformats.org/drawingml/2006/main" r:embed="Rc2bbfdea618e44f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CE0DFF-6555-423F-BCF1-A60F156D0CA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1EE59B-2A2E-449B-9066-D9A8F69647A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42DC450-D32D-4F50-A136-036089A6E20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C0B5A5-53F9-4510-B129-94D7D1EA1E7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288F2CA-8464-4543-B6E8-65A410A000A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C98715DE-07B3-4F7E-B0BB-574EADC29AC4}"/>
              </a:ext>
            </a:extLst>
          </p:cNvPr>
          <p:cNvPicPr>
            <a:picLocks xmlns:a="http://schemas.openxmlformats.org/drawingml/2006/main" noChangeAspect="1"/>
          </p:cNvPicPr>
          <p:nvPr/>
        </p:nvPicPr>
        <p:blipFill>
          <a:blip xmlns:r="http://schemas.openxmlformats.org/officeDocument/2006/relationships" xmlns:a="http://schemas.openxmlformats.org/drawingml/2006/main" r:embed="R051dbfc1df8040f9"/>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C1D06669-017B-4919-BEFB-216C165F821C}"/>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138536852"/>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C467D7C-6695-4EE5-AA03-09BDBAA36E3B}"/>
              </a:ext>
            </a:extLst>
          </p:cNvPr>
          <p:cNvPicPr>
            <a:picLocks xmlns:a="http://schemas.openxmlformats.org/drawingml/2006/main" noChangeAspect="1"/>
          </p:cNvPicPr>
          <p:nvPr/>
        </p:nvPicPr>
        <p:blipFill>
          <a:blip xmlns:r="http://schemas.openxmlformats.org/officeDocument/2006/relationships" xmlns:a="http://schemas.openxmlformats.org/drawingml/2006/main" r:embed="Re52e85cfe6864d8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EBD3A2-63AB-47EE-9A3D-80452F51680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491DAC-18B3-4B0F-845C-535F8103ED3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3F983AF-D2E8-49FC-A5FF-A54B9644938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E393617-D580-4F31-A3A2-A3D2F307DCD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2B3455D-2C14-428F-84FE-6CD8C92239B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F3643141-9896-4F90-B27D-A5C7B31DBFD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BC42088-0EE7-4A27-88D2-08BBC6144686}"/>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C36F288-F893-48A1-8B95-2B2B6D296FA2}"/>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840F43C-8296-4969-9CBB-7482CDDF7F8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71489FE-3D71-441A-9ADD-1D1876AEAB3B}"/>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6254C03-73FF-4BE3-982B-7B722C1A0960}"/>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714746776"/>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F9BA94DC-2E8C-4D69-ACA1-2A0A724800F0}"/>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6C96845-A18F-4CD9-9C73-D181957D65A6}"/>
              </a:ext>
            </a:extLst>
          </p:cNvPr>
          <p:cNvPicPr>
            <a:picLocks xmlns:a="http://schemas.openxmlformats.org/drawingml/2006/main" noChangeAspect="1"/>
          </p:cNvPicPr>
          <p:nvPr/>
        </p:nvPicPr>
        <p:blipFill>
          <a:blip xmlns:r="http://schemas.openxmlformats.org/officeDocument/2006/relationships" xmlns:a="http://schemas.openxmlformats.org/drawingml/2006/main" r:embed="Rf9be80c9439a480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0821BAF-7AA1-42A3-A055-A57777BC30D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7E14CA-10A0-4A2C-BD08-64003A654FE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9825A5C-6A63-4ED8-B7B5-EAA8371E30A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943494F-0A74-47A2-A51A-D9A2120B662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4B9CAA6-069F-4A71-8CAF-B56BCE0186F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7C7E64DB-C188-4A5B-80FE-6E09A1AECBB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609A6C38-5737-4A42-A890-155861EBDAE1}"/>
              </a:ext>
            </a:extLst>
          </p:cNvPr>
          <p:cNvPicPr>
            <a:picLocks xmlns:a="http://schemas.openxmlformats.org/drawingml/2006/main" noChangeAspect="1"/>
          </p:cNvPicPr>
          <p:nvPr/>
        </p:nvPicPr>
        <p:blipFill>
          <a:blip xmlns:r="http://schemas.openxmlformats.org/officeDocument/2006/relationships" xmlns:a="http://schemas.openxmlformats.org/drawingml/2006/main" r:embed="Rdadc282b4a844bdd"/>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7B89BD92-35D3-4890-B5AE-B0C3A16A0ED8}"/>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86D5962B-6640-44A9-B8FD-72B901F79949}"/>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24841F8A-EEA5-4725-97A8-6D088FF70DC2}"/>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FE413862-B678-45BE-84D7-0932A57880AC}"/>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627112942"/>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1454FCE-50C7-4EEE-BB75-217137952473}"/>
              </a:ext>
            </a:extLst>
          </p:cNvPr>
          <p:cNvPicPr>
            <a:picLocks xmlns:a="http://schemas.openxmlformats.org/drawingml/2006/main" noChangeAspect="1"/>
          </p:cNvPicPr>
          <p:nvPr/>
        </p:nvPicPr>
        <p:blipFill>
          <a:blip xmlns:r="http://schemas.openxmlformats.org/officeDocument/2006/relationships" xmlns:a="http://schemas.openxmlformats.org/drawingml/2006/main" r:embed="R521bb619f69c491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DE52CD-AD99-4AE5-9E95-F0C9D48046D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5C58F26-D72F-467C-B06A-14E9040BF1C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CF9AFAA-CD54-43FE-8BA7-77FA60F09CA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CCABCC9D-EC6D-49A3-BDBD-A8A6E007C89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3BFDF830-192A-4F8C-9018-D3F243F3A458}"/>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5152E0F2-44BD-419C-BCDC-AAEF3FAE8450}"/>
              </a:ext>
            </a:extLst>
          </p:cNvPr>
          <p:cNvPicPr>
            <a:picLocks xmlns:a="http://schemas.openxmlformats.org/drawingml/2006/main" noChangeAspect="1"/>
          </p:cNvPicPr>
          <p:nvPr/>
        </p:nvPicPr>
        <p:blipFill>
          <a:blip xmlns:r="http://schemas.openxmlformats.org/officeDocument/2006/relationships" xmlns:a="http://schemas.openxmlformats.org/drawingml/2006/main" r:embed="Rbb497b9baff84019"/>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9ED964F-86E2-402A-B5CA-0456A1D6B6C0}"/>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924D71C8-4534-4EF7-A71F-3F6360216E73}"/>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B756CFF3-AC7E-477C-954B-6A5CB4F3F89D}"/>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55C0862A-C085-448B-A89C-9027181E5B38}"/>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69DD65D9-B46C-490D-9857-1525339444AF}"/>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C6202B79-DF35-49A5-925B-2FF647582B43}"/>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E1AB9757-1242-42CE-9963-DCDF68396B5F}"/>
              </a:ext>
            </a:extLst>
          </p:cNvPr>
          <p:cNvPicPr>
            <a:picLocks xmlns:a="http://schemas.openxmlformats.org/drawingml/2006/main" noChangeAspect="1"/>
          </p:cNvPicPr>
          <p:nvPr/>
        </p:nvPicPr>
        <p:blipFill>
          <a:blip xmlns:r="http://schemas.openxmlformats.org/officeDocument/2006/relationships" xmlns:a="http://schemas.openxmlformats.org/drawingml/2006/main" r:embed="R506ef40e6cca4c73"/>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F8DDE304-41F8-4E12-8F68-73F301BF3095}"/>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61449AE7-8C17-4606-9B13-417B74CCBF40}"/>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ECFD68FA-7BF2-4E8B-9C58-FD3576F8A661}"/>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2E7A3B82-DE06-40D3-8E20-8C44F0DDA027}"/>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5FBE836D-78BC-4692-84E2-8D29D496C168}"/>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0C5C71A8-DA46-4556-BB7B-56DFCC8DE8B6}"/>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2D2D1CCB-F588-4283-905B-6AF0120BC3B2}"/>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A4898049-BDA3-4EBF-8CF1-633E62D51753}"/>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1FF47FF7-54C4-40AB-8564-A59D45CD9534}"/>
              </a:ext>
            </a:extLst>
          </p:cNvPr>
          <p:cNvPicPr>
            <a:picLocks xmlns:a="http://schemas.openxmlformats.org/drawingml/2006/main" noChangeAspect="1"/>
          </p:cNvPicPr>
          <p:nvPr/>
        </p:nvPicPr>
        <p:blipFill>
          <a:blip xmlns:r="http://schemas.openxmlformats.org/officeDocument/2006/relationships" xmlns:a="http://schemas.openxmlformats.org/drawingml/2006/main" r:embed="R1839c4eea0714d1b"/>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903639458"/>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A2E4F3A0-DC48-4CE3-8FA4-15E17F375C98}"/>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B23EAD8F-8B18-44F5-B328-44FC6248DD79}"/>
              </a:ext>
            </a:extLst>
          </p:cNvPr>
          <p:cNvPicPr>
            <a:picLocks xmlns:a="http://schemas.openxmlformats.org/drawingml/2006/main" noChangeAspect="1"/>
          </p:cNvPicPr>
          <p:nvPr/>
        </p:nvPicPr>
        <p:blipFill>
          <a:blip xmlns:r="http://schemas.openxmlformats.org/officeDocument/2006/relationships" xmlns:a="http://schemas.openxmlformats.org/drawingml/2006/main" r:embed="R3a4e4889b4f1411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B7BB0D-183C-4580-AD3B-DE5777F5982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B78F7A-5264-4000-AD14-4403DA84904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65B61DD-776E-44B3-8649-F2025E03CCD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4CCAD888-0239-402C-9C19-6CB6D22AF734}"/>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0A612EB9-2632-4C5F-9DC7-993CAE49E45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4D1134AE-F0D1-4ACE-894B-00346396665D}"/>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67CE03B8-D862-4FB1-A2EB-DC3C1E092D35}"/>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BE205400-E926-4B76-BEC7-68CE738DA21D}"/>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AF686061-1EEF-41BE-8345-355488CDB8E6}"/>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05A326C3-4647-4425-9BE2-76F08C5C332A}"/>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C8D4631F-A807-43D9-B323-F5D98934261F}"/>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4D64BDFC-21D5-40FB-8A58-37745B7629AF}"/>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67E2887C-5D73-49C6-B730-868E7871179F}"/>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53F96352-3F63-44EF-AF8A-169F99CE007B}"/>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9984013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2026-10-28T23:43:09.8770000Z</dcterms:created>
  <dcterms:modified xsi:type="dcterms:W3CDTF">2026-10-28T23:43:09.8770000Z</dcterms:modified>
</coreProperties>
</file>