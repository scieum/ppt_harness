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6dc02482624244" /><Relationship Type="http://schemas.openxmlformats.org/officeDocument/2006/relationships/extended-properties" Target="/docProps/app.xml" Id="Rf33d268f327c44d1" /><Relationship Type="http://schemas.openxmlformats.org/officeDocument/2006/relationships/officeDocument" Target="/ppt/presentation.xml" Id="Raa7bad03d1704803" /></Relationships>
</file>

<file path=ppt/presentation.xml><?xml version="1.0" encoding="utf-8"?>
<p:presentation xmlns:p="http://schemas.openxmlformats.org/presentationml/2006/main">
  <p:sldMasterIdLst>
    <p:sldMasterId xmlns:r="http://schemas.openxmlformats.org/officeDocument/2006/relationships" id="2147483648" r:id="Ra68e06787d104d8f"/>
  </p:sldMasterIdLst>
  <p:notesMasterIdLst>
    <p:notesMasterId xmlns:r="http://schemas.openxmlformats.org/officeDocument/2006/relationships" r:id="Rc2655efa05064b42"/>
  </p:notesMasterIdLst>
  <p:sldIdLst>
    <p:sldId xmlns:r="http://schemas.openxmlformats.org/officeDocument/2006/relationships" id="256" r:id="R07cdd05e351f4b31"/>
    <p:sldId xmlns:r="http://schemas.openxmlformats.org/officeDocument/2006/relationships" id="257" r:id="R2cdce71d8a0a4d98"/>
    <p:sldId xmlns:r="http://schemas.openxmlformats.org/officeDocument/2006/relationships" id="258" r:id="R44e468e392834f51"/>
    <p:sldId xmlns:r="http://schemas.openxmlformats.org/officeDocument/2006/relationships" id="259" r:id="R6a1c78a738b1480d"/>
    <p:sldId xmlns:r="http://schemas.openxmlformats.org/officeDocument/2006/relationships" id="260" r:id="Rc937b7e5fada40ad"/>
    <p:sldId xmlns:r="http://schemas.openxmlformats.org/officeDocument/2006/relationships" id="261" r:id="R484e367bd8134402"/>
    <p:sldId xmlns:r="http://schemas.openxmlformats.org/officeDocument/2006/relationships" id="262" r:id="Rfdf64f707b3148c5"/>
    <p:sldId xmlns:r="http://schemas.openxmlformats.org/officeDocument/2006/relationships" id="263" r:id="R76984f0d2f454b42"/>
    <p:sldId xmlns:r="http://schemas.openxmlformats.org/officeDocument/2006/relationships" id="264" r:id="R68ee7bff174d4bbc"/>
    <p:sldId xmlns:r="http://schemas.openxmlformats.org/officeDocument/2006/relationships" id="265" r:id="R3d40a6752b7e4d9a"/>
    <p:sldId xmlns:r="http://schemas.openxmlformats.org/officeDocument/2006/relationships" id="266" r:id="Rbbed845869544dc4"/>
    <p:sldId xmlns:r="http://schemas.openxmlformats.org/officeDocument/2006/relationships" id="267" r:id="R2be97cf50f904d66"/>
    <p:sldId xmlns:r="http://schemas.openxmlformats.org/officeDocument/2006/relationships" id="268" r:id="R87c473159a934147"/>
    <p:sldId xmlns:r="http://schemas.openxmlformats.org/officeDocument/2006/relationships" id="269" r:id="Rc2bb25fca8b04c53"/>
    <p:sldId xmlns:r="http://schemas.openxmlformats.org/officeDocument/2006/relationships" id="270" r:id="Re68d2d03c9ab44a0"/>
    <p:sldId xmlns:r="http://schemas.openxmlformats.org/officeDocument/2006/relationships" id="271" r:id="R7f0b8a56ae62486f"/>
    <p:sldId xmlns:r="http://schemas.openxmlformats.org/officeDocument/2006/relationships" id="272" r:id="R07c3ab3f730546a0"/>
    <p:sldId xmlns:r="http://schemas.openxmlformats.org/officeDocument/2006/relationships" id="273" r:id="R3aa5e44d2113458b"/>
    <p:sldId xmlns:r="http://schemas.openxmlformats.org/officeDocument/2006/relationships" id="274" r:id="Rf5c4a0f16b9c4010"/>
    <p:sldId xmlns:r="http://schemas.openxmlformats.org/officeDocument/2006/relationships" id="275" r:id="R45b59db811f146cc"/>
    <p:sldId xmlns:r="http://schemas.openxmlformats.org/officeDocument/2006/relationships" id="276" r:id="R42263fce28e542c8"/>
    <p:sldId xmlns:r="http://schemas.openxmlformats.org/officeDocument/2006/relationships" id="277" r:id="R775aa5f284714b0c"/>
    <p:sldId xmlns:r="http://schemas.openxmlformats.org/officeDocument/2006/relationships" id="278" r:id="Rc8e9d59548b5477b"/>
    <p:sldId xmlns:r="http://schemas.openxmlformats.org/officeDocument/2006/relationships" id="279" r:id="Rc11e27fb9cf6478a"/>
    <p:sldId xmlns:r="http://schemas.openxmlformats.org/officeDocument/2006/relationships" id="280" r:id="Rd3389492c1974693"/>
    <p:sldId xmlns:r="http://schemas.openxmlformats.org/officeDocument/2006/relationships" id="281" r:id="Rc844660643394df3"/>
    <p:sldId xmlns:r="http://schemas.openxmlformats.org/officeDocument/2006/relationships" id="282" r:id="R7f8702a6a5044cbf"/>
    <p:sldId xmlns:r="http://schemas.openxmlformats.org/officeDocument/2006/relationships" id="283" r:id="R633e1ef5623f401a"/>
    <p:sldId xmlns:r="http://schemas.openxmlformats.org/officeDocument/2006/relationships" id="284" r:id="R0f3ab92507874170"/>
    <p:sldId xmlns:r="http://schemas.openxmlformats.org/officeDocument/2006/relationships" id="285" r:id="Reffe84146b634bc8"/>
    <p:sldId xmlns:r="http://schemas.openxmlformats.org/officeDocument/2006/relationships" id="286" r:id="R590fd29a6bac4343"/>
    <p:sldId xmlns:r="http://schemas.openxmlformats.org/officeDocument/2006/relationships" id="287" r:id="Re4f29b8720a64865"/>
    <p:sldId xmlns:r="http://schemas.openxmlformats.org/officeDocument/2006/relationships" id="288" r:id="Rb09b53a02562486f"/>
    <p:sldId xmlns:r="http://schemas.openxmlformats.org/officeDocument/2006/relationships" id="289" r:id="R21b48e4768ff49a5"/>
    <p:sldId xmlns:r="http://schemas.openxmlformats.org/officeDocument/2006/relationships" id="290" r:id="R787903777b8946da"/>
    <p:sldId xmlns:r="http://schemas.openxmlformats.org/officeDocument/2006/relationships" id="291" r:id="R44e2b1f1eb814509"/>
    <p:sldId xmlns:r="http://schemas.openxmlformats.org/officeDocument/2006/relationships" id="292" r:id="R4702223ab4814ffa"/>
    <p:sldId xmlns:r="http://schemas.openxmlformats.org/officeDocument/2006/relationships" id="293" r:id="Rdd858c6a97dd4152"/>
    <p:sldId xmlns:r="http://schemas.openxmlformats.org/officeDocument/2006/relationships" id="294" r:id="R15cdb4e926da482f"/>
    <p:sldId xmlns:r="http://schemas.openxmlformats.org/officeDocument/2006/relationships" id="295" r:id="Rc9cf570274bf4fa4"/>
    <p:sldId xmlns:r="http://schemas.openxmlformats.org/officeDocument/2006/relationships" id="296" r:id="Rd9707d5f92b74886"/>
    <p:sldId xmlns:r="http://schemas.openxmlformats.org/officeDocument/2006/relationships" id="297" r:id="R7d24da36cca645e2"/>
    <p:sldId xmlns:r="http://schemas.openxmlformats.org/officeDocument/2006/relationships" id="298" r:id="Rc6fbb7a72bb64d78"/>
    <p:sldId xmlns:r="http://schemas.openxmlformats.org/officeDocument/2006/relationships" id="299" r:id="R631f69b4d536454a"/>
    <p:sldId xmlns:r="http://schemas.openxmlformats.org/officeDocument/2006/relationships" id="300" r:id="Rb19e0b7cd225434f"/>
    <p:sldId xmlns:r="http://schemas.openxmlformats.org/officeDocument/2006/relationships" id="301" r:id="R946092efc74e4476"/>
    <p:sldId xmlns:r="http://schemas.openxmlformats.org/officeDocument/2006/relationships" id="302" r:id="R20b23fcc765d4369"/>
    <p:sldId xmlns:r="http://schemas.openxmlformats.org/officeDocument/2006/relationships" id="303" r:id="R6c10defb9cfb4129"/>
    <p:sldId xmlns:r="http://schemas.openxmlformats.org/officeDocument/2006/relationships" id="304" r:id="Rc62e23ea7b234a8d"/>
    <p:sldId xmlns:r="http://schemas.openxmlformats.org/officeDocument/2006/relationships" id="305" r:id="R8320bfb19f1548e7"/>
    <p:sldId xmlns:r="http://schemas.openxmlformats.org/officeDocument/2006/relationships" id="306" r:id="Rdbc0e3c348454fe4"/>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2c4d4d26244ad5" /><Relationship Type="http://schemas.openxmlformats.org/officeDocument/2006/relationships/slideMaster" Target="/ppt/slideMasters/slideMaster1.xml" Id="Ra68e06787d104d8f" /><Relationship Type="http://schemas.openxmlformats.org/officeDocument/2006/relationships/notesMaster" Target="/ppt/notesMasters/notesMaster1.xml" Id="Rc2655efa05064b42" /><Relationship Type="http://schemas.openxmlformats.org/officeDocument/2006/relationships/presProps" Target="/ppt/presProps.xml" Id="R360d95b774074718" /><Relationship Type="http://schemas.openxmlformats.org/officeDocument/2006/relationships/tableStyles" Target="/ppt/tableStyles.xml" Id="Rc8b15b878f6c417f" /><Relationship Type="http://schemas.openxmlformats.org/officeDocument/2006/relationships/slide" Target="/ppt/slides/slide1.xml" Id="R07cdd05e351f4b31" /><Relationship Type="http://schemas.openxmlformats.org/officeDocument/2006/relationships/slide" Target="/ppt/slides/slide2.xml" Id="R2cdce71d8a0a4d98" /><Relationship Type="http://schemas.openxmlformats.org/officeDocument/2006/relationships/slide" Target="/ppt/slides/slide3.xml" Id="R44e468e392834f51" /><Relationship Type="http://schemas.openxmlformats.org/officeDocument/2006/relationships/slide" Target="/ppt/slides/slide4.xml" Id="R6a1c78a738b1480d" /><Relationship Type="http://schemas.openxmlformats.org/officeDocument/2006/relationships/slide" Target="/ppt/slides/slide5.xml" Id="Rc937b7e5fada40ad" /><Relationship Type="http://schemas.openxmlformats.org/officeDocument/2006/relationships/slide" Target="/ppt/slides/slide6.xml" Id="R484e367bd8134402" /><Relationship Type="http://schemas.openxmlformats.org/officeDocument/2006/relationships/slide" Target="/ppt/slides/slide7.xml" Id="Rfdf64f707b3148c5" /><Relationship Type="http://schemas.openxmlformats.org/officeDocument/2006/relationships/slide" Target="/ppt/slides/slide8.xml" Id="R76984f0d2f454b42" /><Relationship Type="http://schemas.openxmlformats.org/officeDocument/2006/relationships/slide" Target="/ppt/slides/slide9.xml" Id="R68ee7bff174d4bbc" /><Relationship Type="http://schemas.openxmlformats.org/officeDocument/2006/relationships/slide" Target="/ppt/slides/slide10.xml" Id="R3d40a6752b7e4d9a" /><Relationship Type="http://schemas.openxmlformats.org/officeDocument/2006/relationships/slide" Target="/ppt/slides/slide11.xml" Id="Rbbed845869544dc4" /><Relationship Type="http://schemas.openxmlformats.org/officeDocument/2006/relationships/slide" Target="/ppt/slides/slide12.xml" Id="R2be97cf50f904d66" /><Relationship Type="http://schemas.openxmlformats.org/officeDocument/2006/relationships/slide" Target="/ppt/slides/slide13.xml" Id="R87c473159a934147" /><Relationship Type="http://schemas.openxmlformats.org/officeDocument/2006/relationships/slide" Target="/ppt/slides/slide14.xml" Id="Rc2bb25fca8b04c53" /><Relationship Type="http://schemas.openxmlformats.org/officeDocument/2006/relationships/slide" Target="/ppt/slides/slide15.xml" Id="Re68d2d03c9ab44a0" /><Relationship Type="http://schemas.openxmlformats.org/officeDocument/2006/relationships/slide" Target="/ppt/slides/slide16.xml" Id="R7f0b8a56ae62486f" /><Relationship Type="http://schemas.openxmlformats.org/officeDocument/2006/relationships/slide" Target="/ppt/slides/slide17.xml" Id="R07c3ab3f730546a0" /><Relationship Type="http://schemas.openxmlformats.org/officeDocument/2006/relationships/slide" Target="/ppt/slides/slide18.xml" Id="R3aa5e44d2113458b" /><Relationship Type="http://schemas.openxmlformats.org/officeDocument/2006/relationships/slide" Target="/ppt/slides/slide19.xml" Id="Rf5c4a0f16b9c4010" /><Relationship Type="http://schemas.openxmlformats.org/officeDocument/2006/relationships/slide" Target="/ppt/slides/slide20.xml" Id="R45b59db811f146cc" /><Relationship Type="http://schemas.openxmlformats.org/officeDocument/2006/relationships/slide" Target="/ppt/slides/slide21.xml" Id="R42263fce28e542c8" /><Relationship Type="http://schemas.openxmlformats.org/officeDocument/2006/relationships/slide" Target="/ppt/slides/slide22.xml" Id="R775aa5f284714b0c" /><Relationship Type="http://schemas.openxmlformats.org/officeDocument/2006/relationships/slide" Target="/ppt/slides/slide23.xml" Id="Rc8e9d59548b5477b" /><Relationship Type="http://schemas.openxmlformats.org/officeDocument/2006/relationships/slide" Target="/ppt/slides/slide24.xml" Id="Rc11e27fb9cf6478a" /><Relationship Type="http://schemas.openxmlformats.org/officeDocument/2006/relationships/slide" Target="/ppt/slides/slide25.xml" Id="Rd3389492c1974693" /><Relationship Type="http://schemas.openxmlformats.org/officeDocument/2006/relationships/slide" Target="/ppt/slides/slide26.xml" Id="Rc844660643394df3" /><Relationship Type="http://schemas.openxmlformats.org/officeDocument/2006/relationships/slide" Target="/ppt/slides/slide27.xml" Id="R7f8702a6a5044cbf" /><Relationship Type="http://schemas.openxmlformats.org/officeDocument/2006/relationships/slide" Target="/ppt/slides/slide28.xml" Id="R633e1ef5623f401a" /><Relationship Type="http://schemas.openxmlformats.org/officeDocument/2006/relationships/slide" Target="/ppt/slides/slide29.xml" Id="R0f3ab92507874170" /><Relationship Type="http://schemas.openxmlformats.org/officeDocument/2006/relationships/slide" Target="/ppt/slides/slide30.xml" Id="Reffe84146b634bc8" /><Relationship Type="http://schemas.openxmlformats.org/officeDocument/2006/relationships/slide" Target="/ppt/slides/slide31.xml" Id="R590fd29a6bac4343" /><Relationship Type="http://schemas.openxmlformats.org/officeDocument/2006/relationships/slide" Target="/ppt/slides/slide32.xml" Id="Re4f29b8720a64865" /><Relationship Type="http://schemas.openxmlformats.org/officeDocument/2006/relationships/slide" Target="/ppt/slides/slide33.xml" Id="Rb09b53a02562486f" /><Relationship Type="http://schemas.openxmlformats.org/officeDocument/2006/relationships/slide" Target="/ppt/slides/slide34.xml" Id="R21b48e4768ff49a5" /><Relationship Type="http://schemas.openxmlformats.org/officeDocument/2006/relationships/slide" Target="/ppt/slides/slide35.xml" Id="R787903777b8946da" /><Relationship Type="http://schemas.openxmlformats.org/officeDocument/2006/relationships/slide" Target="/ppt/slides/slide36.xml" Id="R44e2b1f1eb814509" /><Relationship Type="http://schemas.openxmlformats.org/officeDocument/2006/relationships/slide" Target="/ppt/slides/slide37.xml" Id="R4702223ab4814ffa" /><Relationship Type="http://schemas.openxmlformats.org/officeDocument/2006/relationships/slide" Target="/ppt/slides/slide38.xml" Id="Rdd858c6a97dd4152" /><Relationship Type="http://schemas.openxmlformats.org/officeDocument/2006/relationships/slide" Target="/ppt/slides/slide39.xml" Id="R15cdb4e926da482f" /><Relationship Type="http://schemas.openxmlformats.org/officeDocument/2006/relationships/slide" Target="/ppt/slides/slide40.xml" Id="Rc9cf570274bf4fa4" /><Relationship Type="http://schemas.openxmlformats.org/officeDocument/2006/relationships/slide" Target="/ppt/slides/slide41.xml" Id="Rd9707d5f92b74886" /><Relationship Type="http://schemas.openxmlformats.org/officeDocument/2006/relationships/slide" Target="/ppt/slides/slide42.xml" Id="R7d24da36cca645e2" /><Relationship Type="http://schemas.openxmlformats.org/officeDocument/2006/relationships/slide" Target="/ppt/slides/slide43.xml" Id="Rc6fbb7a72bb64d78" /><Relationship Type="http://schemas.openxmlformats.org/officeDocument/2006/relationships/slide" Target="/ppt/slides/slide44.xml" Id="R631f69b4d536454a" /><Relationship Type="http://schemas.openxmlformats.org/officeDocument/2006/relationships/slide" Target="/ppt/slides/slide45.xml" Id="Rb19e0b7cd225434f" /><Relationship Type="http://schemas.openxmlformats.org/officeDocument/2006/relationships/slide" Target="/ppt/slides/slide46.xml" Id="R946092efc74e4476" /><Relationship Type="http://schemas.openxmlformats.org/officeDocument/2006/relationships/slide" Target="/ppt/slides/slide47.xml" Id="R20b23fcc765d4369" /><Relationship Type="http://schemas.openxmlformats.org/officeDocument/2006/relationships/slide" Target="/ppt/slides/slide48.xml" Id="R6c10defb9cfb4129" /><Relationship Type="http://schemas.openxmlformats.org/officeDocument/2006/relationships/slide" Target="/ppt/slides/slide49.xml" Id="Rc62e23ea7b234a8d" /><Relationship Type="http://schemas.openxmlformats.org/officeDocument/2006/relationships/slide" Target="/ppt/slides/slide50.xml" Id="R8320bfb19f1548e7" /><Relationship Type="http://schemas.openxmlformats.org/officeDocument/2006/relationships/slide" Target="/ppt/slides/slide51.xml" Id="Rdbc0e3c348454f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7294b1122e48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1ba0696e614c42" /><Relationship Type="http://schemas.openxmlformats.org/officeDocument/2006/relationships/notesMaster" Target="/ppt/notesMasters/notesMaster1.xml" Id="R3c28ec70a21949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df5d7e7d0f44bd" /><Relationship Type="http://schemas.openxmlformats.org/officeDocument/2006/relationships/notesMaster" Target="/ppt/notesMasters/notesMaster1.xml" Id="R6d0f5383f0bc4fa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a15bbb2e764568" /><Relationship Type="http://schemas.openxmlformats.org/officeDocument/2006/relationships/notesMaster" Target="/ppt/notesMasters/notesMaster1.xml" Id="R9642448cb41d44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40049968854dfb" /><Relationship Type="http://schemas.openxmlformats.org/officeDocument/2006/relationships/notesMaster" Target="/ppt/notesMasters/notesMaster1.xml" Id="R637bad7360644a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b3169bc11642f5" /><Relationship Type="http://schemas.openxmlformats.org/officeDocument/2006/relationships/notesMaster" Target="/ppt/notesMasters/notesMaster1.xml" Id="R903bb792e11845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958edea38b84bc9" /><Relationship Type="http://schemas.openxmlformats.org/officeDocument/2006/relationships/notesMaster" Target="/ppt/notesMasters/notesMaster1.xml" Id="R23dec3e93a3a4d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2fd022340c490a" /><Relationship Type="http://schemas.openxmlformats.org/officeDocument/2006/relationships/notesMaster" Target="/ppt/notesMasters/notesMaster1.xml" Id="Re5fbac39101443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b1a76ee3914818" /><Relationship Type="http://schemas.openxmlformats.org/officeDocument/2006/relationships/notesMaster" Target="/ppt/notesMasters/notesMaster1.xml" Id="R319603f5b0874f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76e42ee6a94b0c" /><Relationship Type="http://schemas.openxmlformats.org/officeDocument/2006/relationships/notesMaster" Target="/ppt/notesMasters/notesMaster1.xml" Id="R869c5f9b9f274d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398433069d43a0" /><Relationship Type="http://schemas.openxmlformats.org/officeDocument/2006/relationships/notesMaster" Target="/ppt/notesMasters/notesMaster1.xml" Id="R98305578dabb45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83428e7cccc4da6" /><Relationship Type="http://schemas.openxmlformats.org/officeDocument/2006/relationships/notesMaster" Target="/ppt/notesMasters/notesMaster1.xml" Id="Rfea97a302120489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468fd405d254043" /><Relationship Type="http://schemas.openxmlformats.org/officeDocument/2006/relationships/notesMaster" Target="/ppt/notesMasters/notesMaster1.xml" Id="Ra8fcc6c6350d47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9139f83896f46c9" /><Relationship Type="http://schemas.openxmlformats.org/officeDocument/2006/relationships/notesMaster" Target="/ppt/notesMasters/notesMaster1.xml" Id="R73c5915057c444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4d27e85c804d99" /><Relationship Type="http://schemas.openxmlformats.org/officeDocument/2006/relationships/notesMaster" Target="/ppt/notesMasters/notesMaster1.xml" Id="R0a8416e854474c4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d597ffcd11484f" /><Relationship Type="http://schemas.openxmlformats.org/officeDocument/2006/relationships/notesMaster" Target="/ppt/notesMasters/notesMaster1.xml" Id="R63ab79c647bf49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64212df1a84ed7" /><Relationship Type="http://schemas.openxmlformats.org/officeDocument/2006/relationships/notesMaster" Target="/ppt/notesMasters/notesMaster1.xml" Id="R9fc2c432832e4f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215e49e1ae4db5" /><Relationship Type="http://schemas.openxmlformats.org/officeDocument/2006/relationships/notesMaster" Target="/ppt/notesMasters/notesMaster1.xml" Id="R3bab8305d1dd412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b8322d531241a4" /><Relationship Type="http://schemas.openxmlformats.org/officeDocument/2006/relationships/notesMaster" Target="/ppt/notesMasters/notesMaster1.xml" Id="R281f5994b844459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f54515407ce408c" /><Relationship Type="http://schemas.openxmlformats.org/officeDocument/2006/relationships/notesMaster" Target="/ppt/notesMasters/notesMaster1.xml" Id="R62e31f967f9c4ed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d842e17a7c7453a" /><Relationship Type="http://schemas.openxmlformats.org/officeDocument/2006/relationships/notesMaster" Target="/ppt/notesMasters/notesMaster1.xml" Id="R48a368491d8d448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780ac5a053b4ec8" /><Relationship Type="http://schemas.openxmlformats.org/officeDocument/2006/relationships/notesMaster" Target="/ppt/notesMasters/notesMaster1.xml" Id="R58e795c1f9a64b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60539462a974d25" /><Relationship Type="http://schemas.openxmlformats.org/officeDocument/2006/relationships/notesMaster" Target="/ppt/notesMasters/notesMaster1.xml" Id="R93e8c3efcf34445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85c73c58da64b59" /><Relationship Type="http://schemas.openxmlformats.org/officeDocument/2006/relationships/notesMaster" Target="/ppt/notesMasters/notesMaster1.xml" Id="R982bdbf2a50941c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72e6042da3b4c7e" /><Relationship Type="http://schemas.openxmlformats.org/officeDocument/2006/relationships/notesMaster" Target="/ppt/notesMasters/notesMaster1.xml" Id="R3e8e5c8bdc394c1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fd8df9e3a6f462b" /><Relationship Type="http://schemas.openxmlformats.org/officeDocument/2006/relationships/notesMaster" Target="/ppt/notesMasters/notesMaster1.xml" Id="R4c5c120cc633468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d8bc897e3944c3" /><Relationship Type="http://schemas.openxmlformats.org/officeDocument/2006/relationships/notesMaster" Target="/ppt/notesMasters/notesMaster1.xml" Id="Rd5a36b75782e453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497b37a9d9d41b9" /><Relationship Type="http://schemas.openxmlformats.org/officeDocument/2006/relationships/notesMaster" Target="/ppt/notesMasters/notesMaster1.xml" Id="Rfa74b01a145a44a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da55c924d1b44b7" /><Relationship Type="http://schemas.openxmlformats.org/officeDocument/2006/relationships/notesMaster" Target="/ppt/notesMasters/notesMaster1.xml" Id="R63a3fc17806a4d5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eb0d64f66604057" /><Relationship Type="http://schemas.openxmlformats.org/officeDocument/2006/relationships/notesMaster" Target="/ppt/notesMasters/notesMaster1.xml" Id="R8b18dca980734f6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e7e9e3d09424986" /><Relationship Type="http://schemas.openxmlformats.org/officeDocument/2006/relationships/notesMaster" Target="/ppt/notesMasters/notesMaster1.xml" Id="Rcfa8e12b1b174e3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e6c1a67db6241a1" /><Relationship Type="http://schemas.openxmlformats.org/officeDocument/2006/relationships/notesMaster" Target="/ppt/notesMasters/notesMaster1.xml" Id="R3900765e161447f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cdb689c90764b85" /><Relationship Type="http://schemas.openxmlformats.org/officeDocument/2006/relationships/notesMaster" Target="/ppt/notesMasters/notesMaster1.xml" Id="R9f6c366b9f7b470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a3a2e55a0364716" /><Relationship Type="http://schemas.openxmlformats.org/officeDocument/2006/relationships/notesMaster" Target="/ppt/notesMasters/notesMaster1.xml" Id="Redd0b56b1ee64e0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5e0dfb665c24238" /><Relationship Type="http://schemas.openxmlformats.org/officeDocument/2006/relationships/notesMaster" Target="/ppt/notesMasters/notesMaster1.xml" Id="R9abf1ca9a68243c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2433a51df114d78" /><Relationship Type="http://schemas.openxmlformats.org/officeDocument/2006/relationships/notesMaster" Target="/ppt/notesMasters/notesMaster1.xml" Id="Rb74cc5838d7849c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5c27cba7e4841b5" /><Relationship Type="http://schemas.openxmlformats.org/officeDocument/2006/relationships/notesMaster" Target="/ppt/notesMasters/notesMaster1.xml" Id="R75dd6bd87dc84b5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fe85a734df24dff" /><Relationship Type="http://schemas.openxmlformats.org/officeDocument/2006/relationships/notesMaster" Target="/ppt/notesMasters/notesMaster1.xml" Id="R11c775d8c65c46f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f3faa2f79f5a4940" /><Relationship Type="http://schemas.openxmlformats.org/officeDocument/2006/relationships/notesMaster" Target="/ppt/notesMasters/notesMaster1.xml" Id="Rc3ce8868507441f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463b52bd08e4439" /><Relationship Type="http://schemas.openxmlformats.org/officeDocument/2006/relationships/notesMaster" Target="/ppt/notesMasters/notesMaster1.xml" Id="R54170aa32b344ef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1923e392e484644" /><Relationship Type="http://schemas.openxmlformats.org/officeDocument/2006/relationships/notesMaster" Target="/ppt/notesMasters/notesMaster1.xml" Id="Rd4b36d2642f343f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57e175ef8f44d70" /><Relationship Type="http://schemas.openxmlformats.org/officeDocument/2006/relationships/notesMaster" Target="/ppt/notesMasters/notesMaster1.xml" Id="R6fa9824ba3c9426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0a6ad5ebea4433e" /><Relationship Type="http://schemas.openxmlformats.org/officeDocument/2006/relationships/notesMaster" Target="/ppt/notesMasters/notesMaster1.xml" Id="R72730e48359f4b0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fb3483769ee4671" /><Relationship Type="http://schemas.openxmlformats.org/officeDocument/2006/relationships/notesMaster" Target="/ppt/notesMasters/notesMaster1.xml" Id="Rabc649ff074b4d6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071e0a8ec304c2c" /><Relationship Type="http://schemas.openxmlformats.org/officeDocument/2006/relationships/notesMaster" Target="/ppt/notesMasters/notesMaster1.xml" Id="R05ffdbf05cc0452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ba86d583fea4c2e" /><Relationship Type="http://schemas.openxmlformats.org/officeDocument/2006/relationships/notesMaster" Target="/ppt/notesMasters/notesMaster1.xml" Id="Rddfe6fc5f07146c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008a61cd44a4363" /><Relationship Type="http://schemas.openxmlformats.org/officeDocument/2006/relationships/notesMaster" Target="/ppt/notesMasters/notesMaster1.xml" Id="Rd58f6dd10865496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6f5d14ba34442c3" /><Relationship Type="http://schemas.openxmlformats.org/officeDocument/2006/relationships/notesMaster" Target="/ppt/notesMasters/notesMaster1.xml" Id="R83a7812036714e54"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edd584a75154b5f" /><Relationship Type="http://schemas.openxmlformats.org/officeDocument/2006/relationships/notesMaster" Target="/ppt/notesMasters/notesMaster1.xml" Id="R6ec7a666b8ed474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939a1b8d8544666" /><Relationship Type="http://schemas.openxmlformats.org/officeDocument/2006/relationships/notesMaster" Target="/ppt/notesMasters/notesMaster1.xml" Id="R677e183862d24c77"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94027e1d2d846e3" /><Relationship Type="http://schemas.openxmlformats.org/officeDocument/2006/relationships/notesMaster" Target="/ppt/notesMasters/notesMaster1.xml" Id="R8032bd305a4e474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34e6ef9746d49ee" /><Relationship Type="http://schemas.openxmlformats.org/officeDocument/2006/relationships/notesMaster" Target="/ppt/notesMasters/notesMaster1.xml" Id="R5df6cee8d45c4d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41dc967fc3447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8b38122c9844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be08b15ef8d41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7d7f07be134f3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fbbde5e80d4c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052637517144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25E816-302D-4EAB-96C8-FD9F4BED2560}"/>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B41A8D-0E0D-41CE-BF29-E65679784BF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80805C1-D1CA-4C1C-A150-1A9362A4972E}"/>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6F1A89-D1E5-484B-85CD-CFA77EFD223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85BB7A4-557E-4745-B9F3-8B8C2BD81DD0}"/>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6E586C8-D8D5-446B-BAB5-B64691EB922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CE5CB7-FFE4-4460-9A0B-563288E856C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49575F-9178-4EA3-97DA-960D05AD9F9F}"/>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DF2D1E-0BC2-495A-AB56-119C5F12ACE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24B9B9-ED3B-439A-A7F9-EC1947F007E4}"/>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c62ceb3ae34884" /><Relationship Type="http://schemas.openxmlformats.org/officeDocument/2006/relationships/slideLayout" Target="/ppt/slideLayouts/slideLayout1.xml" Id="R05f007dc5ae64c97" /><Relationship Type="http://schemas.openxmlformats.org/officeDocument/2006/relationships/slideLayout" Target="/ppt/slideLayouts/slideLayout2.xml" Id="Rfdfea4bc815a45a0" /><Relationship Type="http://schemas.openxmlformats.org/officeDocument/2006/relationships/slideLayout" Target="/ppt/slideLayouts/slideLayout3.xml" Id="Rfd22b7cbf8c84c23" /><Relationship Type="http://schemas.openxmlformats.org/officeDocument/2006/relationships/slideLayout" Target="/ppt/slideLayouts/slideLayout4.xml" Id="R31380da800e34fe5" /><Relationship Type="http://schemas.openxmlformats.org/officeDocument/2006/relationships/slideLayout" Target="/ppt/slideLayouts/slideLayout5.xml" Id="R4c5e40ec5eb74af5" /><Relationship Type="http://schemas.openxmlformats.org/officeDocument/2006/relationships/slideLayout" Target="/ppt/slideLayouts/slideLayout6.xml" Id="R47334d304fc746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f007dc5ae64c97"/>
    <p:sldLayoutId xmlns:r="http://schemas.openxmlformats.org/officeDocument/2006/relationships" id="2147483650" r:id="Rfdfea4bc815a45a0"/>
    <p:sldLayoutId xmlns:r="http://schemas.openxmlformats.org/officeDocument/2006/relationships" id="2147483651" r:id="Rfd22b7cbf8c84c23"/>
    <p:sldLayoutId xmlns:r="http://schemas.openxmlformats.org/officeDocument/2006/relationships" id="2147483652" r:id="R31380da800e34fe5"/>
    <p:sldLayoutId xmlns:r="http://schemas.openxmlformats.org/officeDocument/2006/relationships" id="2147483653" r:id="R4c5e40ec5eb74af5"/>
    <p:sldLayoutId xmlns:r="http://schemas.openxmlformats.org/officeDocument/2006/relationships" id="2147483654" r:id="R47334d304fc746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a8ad16e0f0f41fe" /><Relationship Type="http://schemas.openxmlformats.org/officeDocument/2006/relationships/image" Target="/ppt/media/image.png" Id="Rcc4ba033ccde4f96" /><Relationship Type="http://schemas.openxmlformats.org/officeDocument/2006/relationships/image" Target="/ppt/media/image2.png" Id="Rf599d8968de1400f" /><Relationship Type="http://schemas.openxmlformats.org/officeDocument/2006/relationships/image" Target="/ppt/media/image3.png" Id="R7069abdc640143dd" /><Relationship Type="http://schemas.openxmlformats.org/officeDocument/2006/relationships/notesSlide" Target="/ppt/notesSlides/notesSlide1.xml" Id="R12ee4a3ac88e4b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5f6576aae344859" /><Relationship Type="http://schemas.openxmlformats.org/officeDocument/2006/relationships/image" Target="/ppt/media/image4.png" Id="R2cb17f5927794542" /><Relationship Type="http://schemas.openxmlformats.org/officeDocument/2006/relationships/image" Target="/ppt/media/image5.png" Id="R664a0f4ef18742ea" /><Relationship Type="http://schemas.openxmlformats.org/officeDocument/2006/relationships/image" Target="/ppt/media/image6.png" Id="Rb23aa1f73a964d28" /><Relationship Type="http://schemas.openxmlformats.org/officeDocument/2006/relationships/notesSlide" Target="/ppt/notesSlides/notesSlide2.xml" Id="R0c7b58e81d1843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b06ab385744e21" /><Relationship Type="http://schemas.openxmlformats.org/officeDocument/2006/relationships/image" Target="/ppt/media/image7.png" Id="R21851ca4dca94bd2" /><Relationship Type="http://schemas.openxmlformats.org/officeDocument/2006/relationships/notesSlide" Target="/ppt/notesSlides/notesSlide3.xml" Id="Rc9c86236be0148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1159074f15c4a17" /><Relationship Type="http://schemas.openxmlformats.org/officeDocument/2006/relationships/image" Target="/ppt/media/image8.png" Id="Re5929492fabc41ef" /><Relationship Type="http://schemas.openxmlformats.org/officeDocument/2006/relationships/image" Target="/ppt/media/image9.png" Id="R62b9c5284fcc46cb" /><Relationship Type="http://schemas.openxmlformats.org/officeDocument/2006/relationships/notesSlide" Target="/ppt/notesSlides/notesSlide4.xml" Id="R5da113dd483a41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364d9c1c0ed4309" /><Relationship Type="http://schemas.openxmlformats.org/officeDocument/2006/relationships/image" Target="/ppt/media/image10.png" Id="R001a62285ad441e8" /><Relationship Type="http://schemas.openxmlformats.org/officeDocument/2006/relationships/image" Target="/ppt/media/image11.png" Id="R996ea6ec811d4cfd" /><Relationship Type="http://schemas.openxmlformats.org/officeDocument/2006/relationships/notesSlide" Target="/ppt/notesSlides/notesSlide5.xml" Id="Ra4d65392edc844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ff6acce9594074" /><Relationship Type="http://schemas.openxmlformats.org/officeDocument/2006/relationships/image" Target="/ppt/media/image12.png" Id="R6b9b5da82cd74d4b" /><Relationship Type="http://schemas.openxmlformats.org/officeDocument/2006/relationships/image" Target="/ppt/media/image13.png" Id="R7906426efc404932" /><Relationship Type="http://schemas.openxmlformats.org/officeDocument/2006/relationships/notesSlide" Target="/ppt/notesSlides/notesSlide6.xml" Id="Rca5844fca9614a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037443e70a4408" /><Relationship Type="http://schemas.openxmlformats.org/officeDocument/2006/relationships/image" Target="/ppt/media/image14.png" Id="Re2b38a854dbe4a27" /><Relationship Type="http://schemas.openxmlformats.org/officeDocument/2006/relationships/image" Target="/ppt/media/image15.png" Id="R4a05ced5e7494b34" /><Relationship Type="http://schemas.openxmlformats.org/officeDocument/2006/relationships/image" Target="/ppt/media/image16.png" Id="R2a62fa344e444fbd" /><Relationship Type="http://schemas.openxmlformats.org/officeDocument/2006/relationships/image" Target="/ppt/media/image17.png" Id="R561bc353ee4c468a" /><Relationship Type="http://schemas.openxmlformats.org/officeDocument/2006/relationships/notesSlide" Target="/ppt/notesSlides/notesSlide7.xml" Id="R85f477dce9e94d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f0e76723fc9491c" /><Relationship Type="http://schemas.openxmlformats.org/officeDocument/2006/relationships/image" Target="/ppt/media/image18.png" Id="Ra6d2e6d25fae4207" /><Relationship Type="http://schemas.openxmlformats.org/officeDocument/2006/relationships/image" Target="/ppt/media/image19.png" Id="R232d835bfb234470" /><Relationship Type="http://schemas.openxmlformats.org/officeDocument/2006/relationships/image" Target="/ppt/media/image20.png" Id="R31366409d00b4f77" /><Relationship Type="http://schemas.openxmlformats.org/officeDocument/2006/relationships/image" Target="/ppt/media/image21.png" Id="R0f8612994f2d4c9c" /><Relationship Type="http://schemas.openxmlformats.org/officeDocument/2006/relationships/notesSlide" Target="/ppt/notesSlides/notesSlide8.xml" Id="R3f925577f9ae4f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97e471b1559412f" /><Relationship Type="http://schemas.openxmlformats.org/officeDocument/2006/relationships/image" Target="/ppt/media/image22.png" Id="Rd3c3d5f51d4341a9" /><Relationship Type="http://schemas.openxmlformats.org/officeDocument/2006/relationships/image" Target="/ppt/media/image23.png" Id="R767fdb8b8dc34306" /><Relationship Type="http://schemas.openxmlformats.org/officeDocument/2006/relationships/notesSlide" Target="/ppt/notesSlides/notesSlide9.xml" Id="Rdb5e55b7a7b346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ba81fded7594998" /><Relationship Type="http://schemas.openxmlformats.org/officeDocument/2006/relationships/image" Target="/ppt/media/image24.png" Id="R78c5c0dca1b64176" /><Relationship Type="http://schemas.openxmlformats.org/officeDocument/2006/relationships/image" Target="/ppt/media/image25.png" Id="R334e20b53c3141e5" /><Relationship Type="http://schemas.openxmlformats.org/officeDocument/2006/relationships/image" Target="/ppt/media/image26.png" Id="Rc339542ac4cc4777" /><Relationship Type="http://schemas.openxmlformats.org/officeDocument/2006/relationships/image" Target="/ppt/media/image27.png" Id="R1a9a997a412147c0" /><Relationship Type="http://schemas.openxmlformats.org/officeDocument/2006/relationships/image" Target="/ppt/media/image28.png" Id="R8036c563fe5b4164" /><Relationship Type="http://schemas.openxmlformats.org/officeDocument/2006/relationships/notesSlide" Target="/ppt/notesSlides/notesSlide10.xml" Id="Rafb47e6b02964d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c8796588a594d82" /><Relationship Type="http://schemas.openxmlformats.org/officeDocument/2006/relationships/image" Target="/ppt/media/image29.png" Id="Reb4a4b30ebc649f3" /><Relationship Type="http://schemas.openxmlformats.org/officeDocument/2006/relationships/image" Target="/ppt/media/image30.png" Id="Rf4b0db35a1d9491c" /><Relationship Type="http://schemas.openxmlformats.org/officeDocument/2006/relationships/image" Target="/ppt/media/image31.png" Id="R0e7ff1036b8b46ed" /><Relationship Type="http://schemas.openxmlformats.org/officeDocument/2006/relationships/notesSlide" Target="/ppt/notesSlides/notesSlide11.xml" Id="R95ce54397fd449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ce9a85dd89047e6" /><Relationship Type="http://schemas.openxmlformats.org/officeDocument/2006/relationships/image" Target="/ppt/media/image32.png" Id="R5f54f3fbe5034587" /><Relationship Type="http://schemas.openxmlformats.org/officeDocument/2006/relationships/image" Target="/ppt/media/image33.png" Id="R0c1ad34e767c48ac" /><Relationship Type="http://schemas.openxmlformats.org/officeDocument/2006/relationships/image" Target="/ppt/media/image34.png" Id="R2b516da8439d4652" /><Relationship Type="http://schemas.openxmlformats.org/officeDocument/2006/relationships/notesSlide" Target="/ppt/notesSlides/notesSlide12.xml" Id="R3bed3c3e06464c0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93ad56cd53146bb" /><Relationship Type="http://schemas.openxmlformats.org/officeDocument/2006/relationships/image" Target="/ppt/media/image35.png" Id="R235e1a83928c456a" /><Relationship Type="http://schemas.openxmlformats.org/officeDocument/2006/relationships/notesSlide" Target="/ppt/notesSlides/notesSlide13.xml" Id="R62d306697b624c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13aa470522a49fa" /><Relationship Type="http://schemas.openxmlformats.org/officeDocument/2006/relationships/image" Target="/ppt/media/image36.png" Id="R1b8d67d146bc4368" /><Relationship Type="http://schemas.openxmlformats.org/officeDocument/2006/relationships/image" Target="/ppt/media/image37.png" Id="R39a10fc5a9974143" /><Relationship Type="http://schemas.openxmlformats.org/officeDocument/2006/relationships/notesSlide" Target="/ppt/notesSlides/notesSlide14.xml" Id="Rea19b7fb50634c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5301f4e061a4c12" /><Relationship Type="http://schemas.openxmlformats.org/officeDocument/2006/relationships/image" Target="/ppt/media/image38.png" Id="R64eb5d2cc8994103" /><Relationship Type="http://schemas.openxmlformats.org/officeDocument/2006/relationships/image" Target="/ppt/media/image39.png" Id="Raa43173a1fe441fe" /><Relationship Type="http://schemas.openxmlformats.org/officeDocument/2006/relationships/image" Target="/ppt/media/image40.png" Id="R26b7e77387344c58" /><Relationship Type="http://schemas.openxmlformats.org/officeDocument/2006/relationships/notesSlide" Target="/ppt/notesSlides/notesSlide15.xml" Id="R4f25e81f98d34d3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638dd8884584268" /><Relationship Type="http://schemas.openxmlformats.org/officeDocument/2006/relationships/image" Target="/ppt/media/image41.png" Id="Rdb7eabfd21d74d18" /><Relationship Type="http://schemas.openxmlformats.org/officeDocument/2006/relationships/image" Target="/ppt/media/image42.png" Id="Rf0ee56be73cc478b" /><Relationship Type="http://schemas.openxmlformats.org/officeDocument/2006/relationships/image" Target="/ppt/media/image43.png" Id="Ra8375a61fd834bad" /><Relationship Type="http://schemas.openxmlformats.org/officeDocument/2006/relationships/image" Target="/ppt/media/image44.png" Id="R68e4b4cbbf2d47e0" /><Relationship Type="http://schemas.openxmlformats.org/officeDocument/2006/relationships/notesSlide" Target="/ppt/notesSlides/notesSlide16.xml" Id="R1f357d4f751241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250cf095cdf4653" /><Relationship Type="http://schemas.openxmlformats.org/officeDocument/2006/relationships/image" Target="/ppt/media/image45.png" Id="R785daf51bd4b4f35" /><Relationship Type="http://schemas.openxmlformats.org/officeDocument/2006/relationships/image" Target="/ppt/media/image46.png" Id="Rc17a33dad5b44ad3" /><Relationship Type="http://schemas.openxmlformats.org/officeDocument/2006/relationships/image" Target="/ppt/media/image47.png" Id="R96e0500a688d4471" /><Relationship Type="http://schemas.openxmlformats.org/officeDocument/2006/relationships/notesSlide" Target="/ppt/notesSlides/notesSlide17.xml" Id="R3bd370c4c20045d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b3209203d4c4a69" /><Relationship Type="http://schemas.openxmlformats.org/officeDocument/2006/relationships/image" Target="/ppt/media/image48.png" Id="Rd6aba52ded9b4047" /><Relationship Type="http://schemas.openxmlformats.org/officeDocument/2006/relationships/image" Target="/ppt/media/image49.png" Id="R6f6ac847dce2471a" /><Relationship Type="http://schemas.openxmlformats.org/officeDocument/2006/relationships/image" Target="/ppt/media/image50.png" Id="Rce237aaad14846d2" /><Relationship Type="http://schemas.openxmlformats.org/officeDocument/2006/relationships/image" Target="/ppt/media/image51.png" Id="R5f213996144b4142" /><Relationship Type="http://schemas.openxmlformats.org/officeDocument/2006/relationships/notesSlide" Target="/ppt/notesSlides/notesSlide18.xml" Id="R0fe740b580604b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b0636d0b16a41f8" /><Relationship Type="http://schemas.openxmlformats.org/officeDocument/2006/relationships/image" Target="/ppt/media/image52.png" Id="R5be189b6d4f84333" /><Relationship Type="http://schemas.openxmlformats.org/officeDocument/2006/relationships/image" Target="/ppt/media/image53.png" Id="R32f2ad6b4cae4b7d" /><Relationship Type="http://schemas.openxmlformats.org/officeDocument/2006/relationships/image" Target="/ppt/media/image54.png" Id="R2119deb68fa34a70" /><Relationship Type="http://schemas.openxmlformats.org/officeDocument/2006/relationships/notesSlide" Target="/ppt/notesSlides/notesSlide19.xml" Id="R6ce0e8750f7d43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648f93fc187443a" /><Relationship Type="http://schemas.openxmlformats.org/officeDocument/2006/relationships/image" Target="/ppt/media/image55.png" Id="R7c4926b818f14316" /><Relationship Type="http://schemas.openxmlformats.org/officeDocument/2006/relationships/image" Target="/ppt/media/image56.png" Id="R39973b88966442c7" /><Relationship Type="http://schemas.openxmlformats.org/officeDocument/2006/relationships/image" Target="/ppt/media/image57.png" Id="R88565af4bf1c41a9" /><Relationship Type="http://schemas.openxmlformats.org/officeDocument/2006/relationships/image" Target="/ppt/media/image58.png" Id="Rf47933af1afc419f" /><Relationship Type="http://schemas.openxmlformats.org/officeDocument/2006/relationships/notesSlide" Target="/ppt/notesSlides/notesSlide20.xml" Id="Ree4e8fce71eb46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c2d5fd6461a4885" /><Relationship Type="http://schemas.openxmlformats.org/officeDocument/2006/relationships/image" Target="/ppt/media/image59.png" Id="R17b2b55707754ae9" /><Relationship Type="http://schemas.openxmlformats.org/officeDocument/2006/relationships/notesSlide" Target="/ppt/notesSlides/notesSlide21.xml" Id="R7377fa0f723d47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c807c7b189c471c" /><Relationship Type="http://schemas.openxmlformats.org/officeDocument/2006/relationships/image" Target="/ppt/media/image60.png" Id="Re4797b8194fb4596" /><Relationship Type="http://schemas.openxmlformats.org/officeDocument/2006/relationships/image" Target="/ppt/media/image61.png" Id="R3f7756ace4af404d" /><Relationship Type="http://schemas.openxmlformats.org/officeDocument/2006/relationships/image" Target="/ppt/media/image62.png" Id="Rc4760b8cd38b4218" /><Relationship Type="http://schemas.openxmlformats.org/officeDocument/2006/relationships/notesSlide" Target="/ppt/notesSlides/notesSlide22.xml" Id="R659d3e86128d4e1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1560d51b0fc429c" /><Relationship Type="http://schemas.openxmlformats.org/officeDocument/2006/relationships/image" Target="/ppt/media/image63.png" Id="Re2845a59cbe24565" /><Relationship Type="http://schemas.openxmlformats.org/officeDocument/2006/relationships/image" Target="/ppt/media/image64.png" Id="Rc961a6c4ff274e52" /><Relationship Type="http://schemas.openxmlformats.org/officeDocument/2006/relationships/image" Target="/ppt/media/image65.png" Id="Rc1c1187e4d7a4bba" /><Relationship Type="http://schemas.openxmlformats.org/officeDocument/2006/relationships/image" Target="/ppt/media/image66.png" Id="R042836df32f4411b" /><Relationship Type="http://schemas.openxmlformats.org/officeDocument/2006/relationships/notesSlide" Target="/ppt/notesSlides/notesSlide23.xml" Id="R11e2af2bb7f5447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b809d84d36845a5" /><Relationship Type="http://schemas.openxmlformats.org/officeDocument/2006/relationships/image" Target="/ppt/media/image67.png" Id="R693310d66d5b4e98" /><Relationship Type="http://schemas.openxmlformats.org/officeDocument/2006/relationships/image" Target="/ppt/media/image68.png" Id="R343045af9f074ea2" /><Relationship Type="http://schemas.openxmlformats.org/officeDocument/2006/relationships/image" Target="/ppt/media/image69.png" Id="R7a8bcc164b424228" /><Relationship Type="http://schemas.openxmlformats.org/officeDocument/2006/relationships/notesSlide" Target="/ppt/notesSlides/notesSlide24.xml" Id="R0f19f96ca9d1414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082b274464f4471" /><Relationship Type="http://schemas.openxmlformats.org/officeDocument/2006/relationships/image" Target="/ppt/media/image70.png" Id="Re3b1c35439b14449" /><Relationship Type="http://schemas.openxmlformats.org/officeDocument/2006/relationships/image" Target="/ppt/media/image71.png" Id="R90ecc9b725204183" /><Relationship Type="http://schemas.openxmlformats.org/officeDocument/2006/relationships/notesSlide" Target="/ppt/notesSlides/notesSlide25.xml" Id="Rcad9c9bc4b0240f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101b785c0dd4f82" /><Relationship Type="http://schemas.openxmlformats.org/officeDocument/2006/relationships/image" Target="/ppt/media/image72.png" Id="R27ff212f40934885" /><Relationship Type="http://schemas.openxmlformats.org/officeDocument/2006/relationships/image" Target="/ppt/media/image73.png" Id="R73ccc7a006a64700" /><Relationship Type="http://schemas.openxmlformats.org/officeDocument/2006/relationships/notesSlide" Target="/ppt/notesSlides/notesSlide26.xml" Id="R664509b70f2a4a4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fb1dce8f6d840b9" /><Relationship Type="http://schemas.openxmlformats.org/officeDocument/2006/relationships/image" Target="/ppt/media/image74.png" Id="Re7dc18690e8b40e6" /><Relationship Type="http://schemas.openxmlformats.org/officeDocument/2006/relationships/image" Target="/ppt/media/image75.png" Id="R332bf92a68624b11" /><Relationship Type="http://schemas.openxmlformats.org/officeDocument/2006/relationships/notesSlide" Target="/ppt/notesSlides/notesSlide27.xml" Id="R78a58188dbcf447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f7f3b59eb494e59" /><Relationship Type="http://schemas.openxmlformats.org/officeDocument/2006/relationships/image" Target="/ppt/media/image76.png" Id="Re3b47eee5e824b06" /><Relationship Type="http://schemas.openxmlformats.org/officeDocument/2006/relationships/notesSlide" Target="/ppt/notesSlides/notesSlide28.xml" Id="Rd1093d8e6e614ce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04b670a6723b4f7b" /><Relationship Type="http://schemas.openxmlformats.org/officeDocument/2006/relationships/image" Target="/ppt/media/image77.png" Id="R7905653c55ad43b3" /><Relationship Type="http://schemas.openxmlformats.org/officeDocument/2006/relationships/notesSlide" Target="/ppt/notesSlides/notesSlide29.xml" Id="Rb6d7a1bf5f7b427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f3b345d101f483f" /><Relationship Type="http://schemas.openxmlformats.org/officeDocument/2006/relationships/image" Target="/ppt/media/image78.png" Id="Rc99a7ae80dca47d9" /><Relationship Type="http://schemas.openxmlformats.org/officeDocument/2006/relationships/notesSlide" Target="/ppt/notesSlides/notesSlide30.xml" Id="R33d7835e3e614e5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28bcd91e424e4038" /><Relationship Type="http://schemas.openxmlformats.org/officeDocument/2006/relationships/image" Target="/ppt/media/image79.png" Id="R03cdbda0f7934415" /><Relationship Type="http://schemas.openxmlformats.org/officeDocument/2006/relationships/notesSlide" Target="/ppt/notesSlides/notesSlide31.xml" Id="Re06832c4cdc74f9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257c6f62eb142a1" /><Relationship Type="http://schemas.openxmlformats.org/officeDocument/2006/relationships/image" Target="/ppt/media/image80.png" Id="Re4bfbf196b3c43f6" /><Relationship Type="http://schemas.openxmlformats.org/officeDocument/2006/relationships/image" Target="/ppt/media/image81.png" Id="R18b5989452ba4cdc" /><Relationship Type="http://schemas.openxmlformats.org/officeDocument/2006/relationships/image" Target="/ppt/media/image82.png" Id="Rd6783531e77441aa" /><Relationship Type="http://schemas.openxmlformats.org/officeDocument/2006/relationships/image" Target="/ppt/media/image83.png" Id="R0a8b7e41a12b4ae7" /><Relationship Type="http://schemas.openxmlformats.org/officeDocument/2006/relationships/notesSlide" Target="/ppt/notesSlides/notesSlide32.xml" Id="R7441d87a6c6b420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a009fdedf72472e" /><Relationship Type="http://schemas.openxmlformats.org/officeDocument/2006/relationships/image" Target="/ppt/media/image84.png" Id="Rd2919a5c79cb4ba8" /><Relationship Type="http://schemas.openxmlformats.org/officeDocument/2006/relationships/image" Target="/ppt/media/image85.png" Id="R4f0e2d59bc8546b5" /><Relationship Type="http://schemas.openxmlformats.org/officeDocument/2006/relationships/image" Target="/ppt/media/image86.png" Id="R6a5f83de16d2452e" /><Relationship Type="http://schemas.openxmlformats.org/officeDocument/2006/relationships/notesSlide" Target="/ppt/notesSlides/notesSlide33.xml" Id="Raa34640023cf43b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280ba06862041db" /><Relationship Type="http://schemas.openxmlformats.org/officeDocument/2006/relationships/image" Target="/ppt/media/image87.png" Id="R31b8ce4da3ff44a1" /><Relationship Type="http://schemas.openxmlformats.org/officeDocument/2006/relationships/image" Target="/ppt/media/image88.png" Id="Re9a0a757a9744949" /><Relationship Type="http://schemas.openxmlformats.org/officeDocument/2006/relationships/notesSlide" Target="/ppt/notesSlides/notesSlide34.xml" Id="Ra4df2e5399f24a5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dbd1574f8d346e7" /><Relationship Type="http://schemas.openxmlformats.org/officeDocument/2006/relationships/image" Target="/ppt/media/image89.png" Id="Rc5d4cb7a88c94930" /><Relationship Type="http://schemas.openxmlformats.org/officeDocument/2006/relationships/image" Target="/ppt/media/image90.png" Id="R741bcdf57c6241cf" /><Relationship Type="http://schemas.openxmlformats.org/officeDocument/2006/relationships/notesSlide" Target="/ppt/notesSlides/notesSlide35.xml" Id="Rd66a998db4db4f9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f7b26a07d474b47" /><Relationship Type="http://schemas.openxmlformats.org/officeDocument/2006/relationships/image" Target="/ppt/media/image91.png" Id="R1a97d0c8135247e3" /><Relationship Type="http://schemas.openxmlformats.org/officeDocument/2006/relationships/image" Target="/ppt/media/image92.png" Id="R8cdbaf87ed20485a" /><Relationship Type="http://schemas.openxmlformats.org/officeDocument/2006/relationships/notesSlide" Target="/ppt/notesSlides/notesSlide36.xml" Id="Rba9f2ebb96e847c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685abd07f1e4dfd" /><Relationship Type="http://schemas.openxmlformats.org/officeDocument/2006/relationships/image" Target="/ppt/media/image93.png" Id="R8c722c7bb225441c" /><Relationship Type="http://schemas.openxmlformats.org/officeDocument/2006/relationships/image" Target="/ppt/media/image94.png" Id="R6392d02326b14d2c" /><Relationship Type="http://schemas.openxmlformats.org/officeDocument/2006/relationships/image" Target="/ppt/media/image95.png" Id="Readadab190f3411e" /><Relationship Type="http://schemas.openxmlformats.org/officeDocument/2006/relationships/notesSlide" Target="/ppt/notesSlides/notesSlide37.xml" Id="Rb55ad4eeaa95409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2b0e1fd7d0d4276" /><Relationship Type="http://schemas.openxmlformats.org/officeDocument/2006/relationships/image" Target="/ppt/media/image96.png" Id="Rbd4bbf2101d84697" /><Relationship Type="http://schemas.openxmlformats.org/officeDocument/2006/relationships/image" Target="/ppt/media/image97.png" Id="Rfd3bb83232d94105" /><Relationship Type="http://schemas.openxmlformats.org/officeDocument/2006/relationships/image" Target="/ppt/media/image98.png" Id="R586742a953154e9e" /><Relationship Type="http://schemas.openxmlformats.org/officeDocument/2006/relationships/image" Target="/ppt/media/image99.png" Id="R48dcb79883b24aa8" /><Relationship Type="http://schemas.openxmlformats.org/officeDocument/2006/relationships/notesSlide" Target="/ppt/notesSlides/notesSlide38.xml" Id="Re2459c3e43b9418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b913478c372a4e7d" /><Relationship Type="http://schemas.openxmlformats.org/officeDocument/2006/relationships/image" Target="/ppt/media/image100.png" Id="Rb8e6241bbc2b47cc" /><Relationship Type="http://schemas.openxmlformats.org/officeDocument/2006/relationships/image" Target="/ppt/media/image101.png" Id="R2691d835d6014110" /><Relationship Type="http://schemas.openxmlformats.org/officeDocument/2006/relationships/notesSlide" Target="/ppt/notesSlides/notesSlide39.xml" Id="Rdcf382c6acf7433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c6bae6d335a44b8a" /><Relationship Type="http://schemas.openxmlformats.org/officeDocument/2006/relationships/image" Target="/ppt/media/image102.png" Id="Rbdf4f71dc555438a" /><Relationship Type="http://schemas.openxmlformats.org/officeDocument/2006/relationships/image" Target="/ppt/media/image103.png" Id="Re352c4fc514342d4" /><Relationship Type="http://schemas.openxmlformats.org/officeDocument/2006/relationships/image" Target="/ppt/media/image104.png" Id="Re00305b5587f4c00" /><Relationship Type="http://schemas.openxmlformats.org/officeDocument/2006/relationships/notesSlide" Target="/ppt/notesSlides/notesSlide40.xml" Id="Re279ae949c9e414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4c3140456fe4e9a" /><Relationship Type="http://schemas.openxmlformats.org/officeDocument/2006/relationships/image" Target="/ppt/media/image105.png" Id="Rcab48e50a7cd4d19" /><Relationship Type="http://schemas.openxmlformats.org/officeDocument/2006/relationships/notesSlide" Target="/ppt/notesSlides/notesSlide41.xml" Id="R85f65188f97b43d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434e3cddef444090" /><Relationship Type="http://schemas.openxmlformats.org/officeDocument/2006/relationships/image" Target="/ppt/media/image106.png" Id="R266c918999224981" /><Relationship Type="http://schemas.openxmlformats.org/officeDocument/2006/relationships/image" Target="/ppt/media/image107.png" Id="Rb8019db9556c4555" /><Relationship Type="http://schemas.openxmlformats.org/officeDocument/2006/relationships/notesSlide" Target="/ppt/notesSlides/notesSlide42.xml" Id="R1a06c381c9474d3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b1e4a86ab904483" /><Relationship Type="http://schemas.openxmlformats.org/officeDocument/2006/relationships/image" Target="/ppt/media/image108.png" Id="R88fdcaf7bb7d4548" /><Relationship Type="http://schemas.openxmlformats.org/officeDocument/2006/relationships/image" Target="/ppt/media/image109.png" Id="R787c0f6bf8cd475c" /><Relationship Type="http://schemas.openxmlformats.org/officeDocument/2006/relationships/image" Target="/ppt/media/image110.png" Id="Rc436a72f370e4fed" /><Relationship Type="http://schemas.openxmlformats.org/officeDocument/2006/relationships/image" Target="/ppt/media/image111.png" Id="Rc89813fc269248d1" /><Relationship Type="http://schemas.openxmlformats.org/officeDocument/2006/relationships/notesSlide" Target="/ppt/notesSlides/notesSlide43.xml" Id="R68703c29dd8b425c"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4a16b8d0da784fab" /><Relationship Type="http://schemas.openxmlformats.org/officeDocument/2006/relationships/image" Target="/ppt/media/image112.png" Id="R0ad184b0031e4070" /><Relationship Type="http://schemas.openxmlformats.org/officeDocument/2006/relationships/image" Target="/ppt/media/image113.png" Id="Rea6628934f49491c" /><Relationship Type="http://schemas.openxmlformats.org/officeDocument/2006/relationships/notesSlide" Target="/ppt/notesSlides/notesSlide44.xml" Id="Rab11034e81f3493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3b39aa57d884fb8" /><Relationship Type="http://schemas.openxmlformats.org/officeDocument/2006/relationships/image" Target="/ppt/media/image114.png" Id="R08acb8806474458f" /><Relationship Type="http://schemas.openxmlformats.org/officeDocument/2006/relationships/image" Target="/ppt/media/image115.png" Id="R2861c0d686324212" /><Relationship Type="http://schemas.openxmlformats.org/officeDocument/2006/relationships/notesSlide" Target="/ppt/notesSlides/notesSlide45.xml" Id="R38b91824981041b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f54d6152d2a4437f" /><Relationship Type="http://schemas.openxmlformats.org/officeDocument/2006/relationships/image" Target="/ppt/media/image116.png" Id="Refa1bd36bcbc42e6" /><Relationship Type="http://schemas.openxmlformats.org/officeDocument/2006/relationships/notesSlide" Target="/ppt/notesSlides/notesSlide46.xml" Id="R0142a861418b4399"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0af18f97df03476f" /><Relationship Type="http://schemas.openxmlformats.org/officeDocument/2006/relationships/image" Target="/ppt/media/image117.png" Id="R02974f64d1ec4e26" /><Relationship Type="http://schemas.openxmlformats.org/officeDocument/2006/relationships/image" Target="/ppt/media/image118.png" Id="Rf1c1603ef96b4067" /><Relationship Type="http://schemas.openxmlformats.org/officeDocument/2006/relationships/notesSlide" Target="/ppt/notesSlides/notesSlide47.xml" Id="Reda431b823604cc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2ec37d6df08e4119" /><Relationship Type="http://schemas.openxmlformats.org/officeDocument/2006/relationships/image" Target="/ppt/media/image119.png" Id="Rc4d96e72f7584e4e" /><Relationship Type="http://schemas.openxmlformats.org/officeDocument/2006/relationships/notesSlide" Target="/ppt/notesSlides/notesSlide48.xml" Id="Rf4ffbfe2e0de493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a28162b5a3e04b1a" /><Relationship Type="http://schemas.openxmlformats.org/officeDocument/2006/relationships/image" Target="/ppt/media/image120.png" Id="R71a0c1c9b42f43b0" /><Relationship Type="http://schemas.openxmlformats.org/officeDocument/2006/relationships/image" Target="/ppt/media/image121.png" Id="Rd686d1c08fc34742" /><Relationship Type="http://schemas.openxmlformats.org/officeDocument/2006/relationships/image" Target="/ppt/media/image122.png" Id="R9d6b13c5f0054d22" /><Relationship Type="http://schemas.openxmlformats.org/officeDocument/2006/relationships/image" Target="/ppt/media/image123.png" Id="R819dfab354044992" /><Relationship Type="http://schemas.openxmlformats.org/officeDocument/2006/relationships/notesSlide" Target="/ppt/notesSlides/notesSlide49.xml" Id="R07fd7ce21f8c452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b6a81e90acea42aa" /><Relationship Type="http://schemas.openxmlformats.org/officeDocument/2006/relationships/image" Target="/ppt/media/image124.png" Id="Rcba7784495124575" /><Relationship Type="http://schemas.openxmlformats.org/officeDocument/2006/relationships/image" Target="/ppt/media/image125.png" Id="Rdb490e2a7ddf4ba9" /><Relationship Type="http://schemas.openxmlformats.org/officeDocument/2006/relationships/image" Target="/ppt/media/image126.png" Id="Rba2d73f02d5d4256" /><Relationship Type="http://schemas.openxmlformats.org/officeDocument/2006/relationships/image" Target="/ppt/media/image127.png" Id="Rd29ed8f99c964281" /><Relationship Type="http://schemas.openxmlformats.org/officeDocument/2006/relationships/notesSlide" Target="/ppt/notesSlides/notesSlide50.xml" Id="R93a8e0d0559a4a0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7743697b0aa24898" /><Relationship Type="http://schemas.openxmlformats.org/officeDocument/2006/relationships/image" Target="/ppt/media/image128.png" Id="Re81e2dad024147d8" /><Relationship Type="http://schemas.openxmlformats.org/officeDocument/2006/relationships/notesSlide" Target="/ppt/notesSlides/notesSlide51.xml" Id="R856f29386beb4cde"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B78D516-56EA-4A54-A964-E92E9ECD6AE8}"/>
              </a:ext>
            </a:extLst>
          </p:cNvPr>
          <p:cNvPicPr>
            <a:picLocks xmlns:a="http://schemas.openxmlformats.org/drawingml/2006/main" noChangeAspect="1"/>
          </p:cNvPicPr>
          <p:nvPr/>
        </p:nvPicPr>
        <p:blipFill>
          <a:blip xmlns:r="http://schemas.openxmlformats.org/officeDocument/2006/relationships" xmlns:a="http://schemas.openxmlformats.org/drawingml/2006/main" r:embed="Rcc4ba033ccde4f96"/>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6FE903DC-E24C-4DC7-A7BB-CCDCC1F7E7F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33478158-9C93-447E-B870-2C0204DEE8AA}"/>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DDACB1B6-C45C-4CEF-851F-67A745DA9D03}"/>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724614F6-D393-48F9-B085-C63536E1C397}"/>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E74BF429-C896-4942-88B2-A778870F5B27}"/>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FD3C3323-9009-4064-B683-837937F20F4A}"/>
              </a:ext>
            </a:extLst>
          </p:cNvPr>
          <p:cNvPicPr>
            <a:picLocks xmlns:a="http://schemas.openxmlformats.org/drawingml/2006/main" noChangeAspect="1"/>
          </p:cNvPicPr>
          <p:nvPr/>
        </p:nvPicPr>
        <p:blipFill>
          <a:blip xmlns:r="http://schemas.openxmlformats.org/officeDocument/2006/relationships" xmlns:a="http://schemas.openxmlformats.org/drawingml/2006/main" r:embed="Rf599d8968de1400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AA45023-5736-4DF4-AD92-0EE3D5C8AE6D}"/>
              </a:ext>
            </a:extLst>
          </p:cNvPr>
          <p:cNvPicPr>
            <a:picLocks xmlns:a="http://schemas.openxmlformats.org/drawingml/2006/main" noChangeAspect="1"/>
          </p:cNvPicPr>
          <p:nvPr/>
        </p:nvPicPr>
        <p:blipFill>
          <a:blip xmlns:r="http://schemas.openxmlformats.org/officeDocument/2006/relationships" xmlns:a="http://schemas.openxmlformats.org/drawingml/2006/main" r:embed="R7069abdc640143dd"/>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8BC2AA7F-ED51-4F33-92D2-F6522037908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2124128574"/>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227DEBA-9956-4A1C-8987-A0281852071C}"/>
              </a:ext>
            </a:extLst>
          </p:cNvPr>
          <p:cNvPicPr>
            <a:picLocks xmlns:a="http://schemas.openxmlformats.org/drawingml/2006/main" noChangeAspect="1"/>
          </p:cNvPicPr>
          <p:nvPr/>
        </p:nvPicPr>
        <p:blipFill>
          <a:blip xmlns:r="http://schemas.openxmlformats.org/officeDocument/2006/relationships" xmlns:a="http://schemas.openxmlformats.org/drawingml/2006/main" r:embed="R2cb17f592779454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88CFF25-E935-44C6-BB04-F6FD35EA29D2}"/>
              </a:ext>
            </a:extLst>
          </p:cNvPr>
          <p:cNvPicPr>
            <a:picLocks xmlns:a="http://schemas.openxmlformats.org/drawingml/2006/main" noChangeAspect="1"/>
          </p:cNvPicPr>
          <p:nvPr/>
        </p:nvPicPr>
        <p:blipFill>
          <a:blip xmlns:r="http://schemas.openxmlformats.org/officeDocument/2006/relationships" xmlns:a="http://schemas.openxmlformats.org/drawingml/2006/main" r:embed="R664a0f4ef18742e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FD7F1BD-2DD0-4B96-8F28-3B10C90EEE7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F481C67-9182-4C38-B9B0-09A11027F35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12CF2D8A-D8E7-4E40-A905-EB354E6F5B9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B99C4F2-0D4C-4826-B3E8-E3FC377DDE5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EC026083-1503-498C-B686-8DEBD02299C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B74E1125-8B9E-40FF-9E7B-CE9FA35724DD}"/>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124138EC-5B96-41A7-ACD5-3BA621F4B0CD}"/>
              </a:ext>
            </a:extLst>
          </p:cNvPr>
          <p:cNvPicPr>
            <a:picLocks xmlns:a="http://schemas.openxmlformats.org/drawingml/2006/main" noChangeAspect="1"/>
          </p:cNvPicPr>
          <p:nvPr/>
        </p:nvPicPr>
        <p:blipFill>
          <a:blip xmlns:r="http://schemas.openxmlformats.org/officeDocument/2006/relationships" xmlns:a="http://schemas.openxmlformats.org/drawingml/2006/main" r:embed="Rb23aa1f73a964d28"/>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651057408"/>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7A2CB5C7-748D-4987-B240-2BE9D7422EB8}"/>
              </a:ext>
            </a:extLst>
          </p:cNvPr>
          <p:cNvPicPr>
            <a:picLocks xmlns:a="http://schemas.openxmlformats.org/drawingml/2006/main" noChangeAspect="1"/>
          </p:cNvPicPr>
          <p:nvPr/>
        </p:nvPicPr>
        <p:blipFill>
          <a:blip xmlns:r="http://schemas.openxmlformats.org/officeDocument/2006/relationships" xmlns:a="http://schemas.openxmlformats.org/drawingml/2006/main" r:embed="R21851ca4dca94bd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D047BFD-D80B-4938-81E3-721320DA93B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A2525F-127B-425B-B320-2A7A8DCC651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AF7CB3A1-9F70-49DC-96DE-C3DFB9F3C25E}"/>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CEECA1A2-4129-441D-A61D-EC205CF5F979}"/>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5A2C685A-C49C-4487-99AB-18273ACF8CCB}"/>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BF511EFE-D971-4F14-9F09-3F22B380F746}"/>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035CB0A8-B6E5-4F38-B5DA-74F8A2790056}"/>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36162469-44FC-401A-BE5C-BF4DCD4CBD66}"/>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E2EA43DB-DC23-40AA-AC34-B78AB4B098D8}"/>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D858E95-3572-4079-9850-870867912C4D}"/>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7A3684A2-B7EF-4F0D-B8E7-813A37B8B7D3}"/>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F08DFC8B-7468-47C7-BD28-B783670DF0B3}"/>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7512563A-5664-4383-AC89-754260DFE1A8}"/>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EA74E67C-5C45-4030-9A46-BC9D28EC6988}"/>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1908453696"/>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D5C6A404-0D35-4FC1-8902-998D211EDB56}"/>
              </a:ext>
            </a:extLst>
          </p:cNvPr>
          <p:cNvPicPr>
            <a:picLocks xmlns:a="http://schemas.openxmlformats.org/drawingml/2006/main" noChangeAspect="1"/>
          </p:cNvPicPr>
          <p:nvPr/>
        </p:nvPicPr>
        <p:blipFill>
          <a:blip xmlns:r="http://schemas.openxmlformats.org/officeDocument/2006/relationships" xmlns:a="http://schemas.openxmlformats.org/drawingml/2006/main" r:embed="Re5929492fabc41e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836FCAC-9F27-4891-9D68-2E19B0EA9BD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2BEC10-8841-4435-B134-3086636A4AB1}"/>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EBDB3FB6-F623-4663-8746-C230C0B12343}"/>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77AD750-D581-4A84-8C0C-B23EE4AFB900}"/>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89E11006-8CDF-4144-9E2C-EB10D4DC13DE}"/>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E297EDC1-8B7A-4993-AAE2-893C7BBE0C53}"/>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0C05173F-44F3-4D18-B562-C5ED08DA7695}"/>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C9E95BB5-8A14-4903-9B99-542955E8725F}"/>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91455598-72ED-4B42-82E4-84776597B117}"/>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AD49CA17-690D-48EA-85B3-164C2A4EC0B4}"/>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A5F14242-F20D-470B-ABF1-E3A1614A54C7}"/>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C4CD1C6D-63BC-469B-9839-58C9697D028B}"/>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3D28CB66-C594-4F0B-A9E0-5D852831232A}"/>
              </a:ext>
            </a:extLst>
          </p:cNvPr>
          <p:cNvPicPr>
            <a:picLocks xmlns:a="http://schemas.openxmlformats.org/drawingml/2006/main" noChangeAspect="1"/>
          </p:cNvPicPr>
          <p:nvPr/>
        </p:nvPicPr>
        <p:blipFill>
          <a:blip xmlns:r="http://schemas.openxmlformats.org/officeDocument/2006/relationships" xmlns:a="http://schemas.openxmlformats.org/drawingml/2006/main" r:embed="R62b9c5284fcc46cb"/>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2103509904"/>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599F236-FD57-4080-AF4B-50C64E343D28}"/>
              </a:ext>
            </a:extLst>
          </p:cNvPr>
          <p:cNvPicPr>
            <a:picLocks xmlns:a="http://schemas.openxmlformats.org/drawingml/2006/main" noChangeAspect="1"/>
          </p:cNvPicPr>
          <p:nvPr/>
        </p:nvPicPr>
        <p:blipFill>
          <a:blip xmlns:r="http://schemas.openxmlformats.org/officeDocument/2006/relationships" xmlns:a="http://schemas.openxmlformats.org/drawingml/2006/main" r:embed="R001a62285ad441e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B82D95F2-8F6D-4385-884F-10EDCA83984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CC6E2079-8289-4C98-AE24-4671058A0B4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32E5B35F-4DB8-461C-86E4-E6D3393D833D}"/>
              </a:ext>
            </a:extLst>
          </p:cNvPr>
          <p:cNvPicPr>
            <a:picLocks xmlns:a="http://schemas.openxmlformats.org/drawingml/2006/main" noChangeAspect="1"/>
          </p:cNvPicPr>
          <p:nvPr/>
        </p:nvPicPr>
        <p:blipFill>
          <a:blip xmlns:r="http://schemas.openxmlformats.org/officeDocument/2006/relationships" xmlns:a="http://schemas.openxmlformats.org/drawingml/2006/main" r:embed="R996ea6ec811d4cf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2061D056-DF8A-47F5-8175-EE72F5827FB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98CF5975-DA66-4979-A5FC-94F5E6B99CCB}"/>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4D25817C-753A-43FC-AD5A-AFF81BDB907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B7D7983F-A5C1-489D-87E9-153D2F526310}"/>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956611690"/>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47E0875-59AB-46C8-A9DB-025C0942E3C5}"/>
              </a:ext>
            </a:extLst>
          </p:cNvPr>
          <p:cNvPicPr>
            <a:picLocks xmlns:a="http://schemas.openxmlformats.org/drawingml/2006/main" noChangeAspect="1"/>
          </p:cNvPicPr>
          <p:nvPr/>
        </p:nvPicPr>
        <p:blipFill>
          <a:blip xmlns:r="http://schemas.openxmlformats.org/officeDocument/2006/relationships" xmlns:a="http://schemas.openxmlformats.org/drawingml/2006/main" r:embed="R6b9b5da82cd74d4b"/>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99DC6B6-F34B-4E0E-AAE8-56D153E35F0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4A9A837-677D-4904-9941-16EE8DE5004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7C63A302-F9DC-4C1E-B0CD-121006233A9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92175E9-2CF5-4EAA-8CE8-92D284A82C2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BEAD41C3-E8EE-453D-9D01-9FAEC65810B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CBACC421-641A-45BE-88B9-AE4C0DA7E8C9}"/>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F716B4D5-5F9C-4383-8BF4-5348DE4B2A1E}"/>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F062C03A-AB3C-42C7-A3FB-1C52CBD1A949}"/>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E216DDA0-6510-448C-908F-282336843730}"/>
              </a:ext>
            </a:extLst>
          </p:cNvPr>
          <p:cNvPicPr>
            <a:picLocks xmlns:a="http://schemas.openxmlformats.org/drawingml/2006/main" noChangeAspect="1"/>
          </p:cNvPicPr>
          <p:nvPr/>
        </p:nvPicPr>
        <p:blipFill>
          <a:blip xmlns:r="http://schemas.openxmlformats.org/officeDocument/2006/relationships" xmlns:a="http://schemas.openxmlformats.org/drawingml/2006/main" r:embed="R7906426efc404932"/>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DF3A4134-B50E-4577-9F60-94B3181F3845}"/>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1734EAC1-5842-4970-88F5-4D851E243C4D}"/>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8897F726-B80E-4E28-945E-24501FDEFFB6}"/>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578155900"/>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B6391C47-E09A-4C5A-A794-B17F5DD09D60}"/>
              </a:ext>
            </a:extLst>
          </p:cNvPr>
          <p:cNvPicPr>
            <a:picLocks xmlns:a="http://schemas.openxmlformats.org/drawingml/2006/main" noChangeAspect="1"/>
          </p:cNvPicPr>
          <p:nvPr/>
        </p:nvPicPr>
        <p:blipFill>
          <a:blip xmlns:r="http://schemas.openxmlformats.org/officeDocument/2006/relationships" xmlns:a="http://schemas.openxmlformats.org/drawingml/2006/main" r:embed="Re2b38a854dbe4a27"/>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8E59EF0-0968-4DB7-B03E-3E8FBCA84DC8}"/>
              </a:ext>
            </a:extLst>
          </p:cNvPr>
          <p:cNvPicPr>
            <a:picLocks xmlns:a="http://schemas.openxmlformats.org/drawingml/2006/main" noChangeAspect="1"/>
          </p:cNvPicPr>
          <p:nvPr/>
        </p:nvPicPr>
        <p:blipFill>
          <a:blip xmlns:r="http://schemas.openxmlformats.org/officeDocument/2006/relationships" xmlns:a="http://schemas.openxmlformats.org/drawingml/2006/main" r:embed="R4a05ced5e7494b3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2EB439F-1193-44E2-A379-9C2743DE723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950491D-7211-403F-9DC9-B34867FAAEC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7E1624D-36E0-4D91-A719-3A59EA6CF9C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BB5833B-085E-4E9C-A1B8-0E1C7B3BA77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77E23E33-D21F-4CE6-9579-003F676EE6D7}"/>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5114E86E-3363-406D-9D3D-A1EEFF1F5321}"/>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7EF6E688-639F-4794-BB54-3C6E49079E12}"/>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FBDC16A8-F365-4BBC-991B-EFA4DFAE7D98}"/>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33A85CE9-1857-4074-B1BE-0272BA93785D}"/>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D60B306E-54D0-47E7-B6CF-256012F7DDE3}"/>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2487B91F-83BA-4D6B-90F2-4B2056018283}"/>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1E128CB6-CF50-43AB-A6E3-C015C48AA3C8}"/>
              </a:ext>
            </a:extLst>
          </p:cNvPr>
          <p:cNvPicPr>
            <a:picLocks xmlns:a="http://schemas.openxmlformats.org/drawingml/2006/main" noChangeAspect="1"/>
          </p:cNvPicPr>
          <p:nvPr/>
        </p:nvPicPr>
        <p:blipFill>
          <a:blip xmlns:r="http://schemas.openxmlformats.org/officeDocument/2006/relationships" xmlns:a="http://schemas.openxmlformats.org/drawingml/2006/main" r:embed="R2a62fa344e444fbd"/>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C8F6B90E-4F8B-4437-97D2-9CD1623090C3}"/>
              </a:ext>
            </a:extLst>
          </p:cNvPr>
          <p:cNvPicPr>
            <a:picLocks xmlns:a="http://schemas.openxmlformats.org/drawingml/2006/main" noChangeAspect="1"/>
          </p:cNvPicPr>
          <p:nvPr/>
        </p:nvPicPr>
        <p:blipFill>
          <a:blip xmlns:r="http://schemas.openxmlformats.org/officeDocument/2006/relationships" xmlns:a="http://schemas.openxmlformats.org/drawingml/2006/main" r:embed="R561bc353ee4c468a"/>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B63324FA-2D5A-4D0F-BF81-4C633ADCA82A}"/>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3E549920-16AF-4B98-BEF9-CE58F07D64EA}"/>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8624E3E2-5912-49A9-8F44-6F1331D5997A}"/>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26816E94-47B6-47CB-A818-6A928B386C04}"/>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29F0104C-CEEB-44D1-BE0C-70A034D0CC7D}"/>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B31DD88B-448B-4B44-A9EB-181FE311951B}"/>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800B2280-4B58-4B86-9193-91BBEDBDDEEA}"/>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B6157E15-A54B-4F65-8E33-77D729CFD5E5}"/>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31AE8A27-069A-4EC5-A341-6C93F00AB54E}"/>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FE022D59-597E-4501-8CC5-DDE1031CC8B4}"/>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63007711"/>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AE12B6BC-861D-49DD-B1D4-3BAF9DE854F8}"/>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1AADE308-F352-4625-A0F2-64542298AF25}"/>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28B975B-3432-40BD-8EB9-A572F047C82E}"/>
              </a:ext>
            </a:extLst>
          </p:cNvPr>
          <p:cNvPicPr>
            <a:picLocks xmlns:a="http://schemas.openxmlformats.org/drawingml/2006/main" noChangeAspect="1"/>
          </p:cNvPicPr>
          <p:nvPr/>
        </p:nvPicPr>
        <p:blipFill>
          <a:blip xmlns:r="http://schemas.openxmlformats.org/officeDocument/2006/relationships" xmlns:a="http://schemas.openxmlformats.org/drawingml/2006/main" r:embed="Ra6d2e6d25fae420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73B74A3-369A-46C2-BFA5-C5BC137E133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786B6CC-F1EC-4D1D-AF64-EE9097F90B2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8AD6B96-9BDF-45D7-B159-17DF48FFA3B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675BB24-D01D-42DE-983C-727452DB939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BC434644-3544-4153-A648-191C9B37F57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D4116AC2-EDEE-429F-B8FC-847DBED769A3}"/>
              </a:ext>
            </a:extLst>
          </p:cNvPr>
          <p:cNvPicPr>
            <a:picLocks xmlns:a="http://schemas.openxmlformats.org/drawingml/2006/main" noChangeAspect="1"/>
          </p:cNvPicPr>
          <p:nvPr/>
        </p:nvPicPr>
        <p:blipFill>
          <a:blip xmlns:r="http://schemas.openxmlformats.org/officeDocument/2006/relationships" xmlns:a="http://schemas.openxmlformats.org/drawingml/2006/main" r:embed="R232d835bfb234470"/>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7E87B95F-20A4-458C-849C-27FFE555E6E4}"/>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A5BD0538-BF25-4D8E-BBAA-A1D64C304863}"/>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0A76AE89-37B3-46D5-B623-D26AFF3BE2C6}"/>
              </a:ext>
            </a:extLst>
          </p:cNvPr>
          <p:cNvPicPr>
            <a:picLocks xmlns:a="http://schemas.openxmlformats.org/drawingml/2006/main" noChangeAspect="1"/>
          </p:cNvPicPr>
          <p:nvPr/>
        </p:nvPicPr>
        <p:blipFill>
          <a:blip xmlns:r="http://schemas.openxmlformats.org/officeDocument/2006/relationships" xmlns:a="http://schemas.openxmlformats.org/drawingml/2006/main" r:embed="R31366409d00b4f77"/>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326A67A4-885E-43E8-9DF3-F47C5DAAC841}"/>
              </a:ext>
            </a:extLst>
          </p:cNvPr>
          <p:cNvPicPr>
            <a:picLocks xmlns:a="http://schemas.openxmlformats.org/drawingml/2006/main" noChangeAspect="1"/>
          </p:cNvPicPr>
          <p:nvPr/>
        </p:nvPicPr>
        <p:blipFill>
          <a:blip xmlns:r="http://schemas.openxmlformats.org/officeDocument/2006/relationships" xmlns:a="http://schemas.openxmlformats.org/drawingml/2006/main" r:embed="R0f8612994f2d4c9c"/>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12E1258-EC38-4E65-9DD2-D3C86010EB0A}"/>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850563A-B658-4984-B6A3-9BEC2140123B}"/>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4973E87B-05B8-416F-A18B-9AAB7547955C}"/>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35890756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D4505624-872C-48FA-BE2D-A7B5BD5E0BC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9D11884E-1A3B-4BB5-90AC-E03FE5F66D21}"/>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a:solidFill>
                  <a:srgbClr val="9FFF68"/>
                </a:solidFill>
              </a:rPr>
              <a:t>01</a:t>
            </a:r>
            <a:r>
              <a:rPr>
                <a:solidFill>
                  <a:srgbClr val="FFFFFF"/>
                </a:solidFill>
              </a:rPr>
              <a:t> 헤스 법칙</a:t>
            </a:r>
          </a:p>
        </p:txBody>
      </p:sp>
      <p:sp>
        <p:nvSpPr>
          <p:cNvPr id="3" name="text">
            <a:extLst xmlns:a="http://schemas.openxmlformats.org/drawingml/2006/main">
              <a:ext uri="{FF2B5EF4-FFF2-40B4-BE49-F238E27FC236}">
                <a16:creationId xmlns:a16="http://schemas.microsoft.com/office/drawing/2014/main" id="{6C3D6B49-B9D0-47A3-9F97-3A766A6FEF72}"/>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DA0DFCA9-F16A-4363-BF61-9CF11C3199DA}"/>
              </a:ext>
            </a:extLst>
          </p:cNvPr>
          <p:cNvPicPr>
            <a:picLocks xmlns:a="http://schemas.openxmlformats.org/drawingml/2006/main" noChangeAspect="1"/>
          </p:cNvPicPr>
          <p:nvPr/>
        </p:nvPicPr>
        <p:blipFill>
          <a:blip xmlns:r="http://schemas.openxmlformats.org/officeDocument/2006/relationships" xmlns:a="http://schemas.openxmlformats.org/drawingml/2006/main" r:embed="Rd3c3d5f51d4341a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254FDC3-B6D8-43FB-9F95-44CEBFBE60D2}"/>
              </a:ext>
            </a:extLst>
          </p:cNvPr>
          <p:cNvPicPr>
            <a:picLocks xmlns:a="http://schemas.openxmlformats.org/drawingml/2006/main" noChangeAspect="1"/>
          </p:cNvPicPr>
          <p:nvPr/>
        </p:nvPicPr>
        <p:blipFill>
          <a:blip xmlns:r="http://schemas.openxmlformats.org/officeDocument/2006/relationships" xmlns:a="http://schemas.openxmlformats.org/drawingml/2006/main" r:embed="R767fdb8b8dc34306"/>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C2BC74BF-A7FC-4F48-93B8-8042F6DAE53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804521080"/>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9F5D9421-3381-4B6B-9BD6-E9CCBA6FAB08}"/>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507BE94A-250C-4EE7-B064-80188508B3E0}"/>
              </a:ext>
            </a:extLst>
          </p:cNvPr>
          <p:cNvPicPr>
            <a:picLocks xmlns:a="http://schemas.openxmlformats.org/drawingml/2006/main" noChangeAspect="1"/>
          </p:cNvPicPr>
          <p:nvPr/>
        </p:nvPicPr>
        <p:blipFill>
          <a:blip xmlns:r="http://schemas.openxmlformats.org/officeDocument/2006/relationships" xmlns:a="http://schemas.openxmlformats.org/drawingml/2006/main" r:embed="R78c5c0dca1b6417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499FE2B-ECFE-4FA3-A5A0-4D5EB5871D3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0AF55B0-E1B3-4737-9ED7-20C747FC3F1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2800FEF-4E8A-48A6-B6DA-635D0F5E923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D3B4E7E4-A04A-4910-972B-7A3EE5344C1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80B20ED-E3C3-4A0D-8419-F739DA6146E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B130F9CC-1B73-4D71-B877-FD1D9085B830}"/>
              </a:ext>
            </a:extLst>
          </p:cNvPr>
          <p:cNvPicPr>
            <a:picLocks xmlns:a="http://schemas.openxmlformats.org/drawingml/2006/main" noChangeAspect="1"/>
          </p:cNvPicPr>
          <p:nvPr/>
        </p:nvPicPr>
        <p:blipFill>
          <a:blip xmlns:r="http://schemas.openxmlformats.org/officeDocument/2006/relationships" xmlns:a="http://schemas.openxmlformats.org/drawingml/2006/main" r:embed="R334e20b53c3141e5"/>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15849A18-F34F-493D-A6FB-AED8F374B393}"/>
              </a:ext>
            </a:extLst>
          </p:cNvPr>
          <p:cNvPicPr>
            <a:picLocks xmlns:a="http://schemas.openxmlformats.org/drawingml/2006/main" noChangeAspect="1"/>
          </p:cNvPicPr>
          <p:nvPr/>
        </p:nvPicPr>
        <p:blipFill>
          <a:blip xmlns:r="http://schemas.openxmlformats.org/officeDocument/2006/relationships" xmlns:a="http://schemas.openxmlformats.org/drawingml/2006/main" r:embed="Rc339542ac4cc4777"/>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D6DD204-75A9-4C65-BCE2-388BE072947D}"/>
              </a:ext>
            </a:extLst>
          </p:cNvPr>
          <p:cNvPicPr>
            <a:picLocks xmlns:a="http://schemas.openxmlformats.org/drawingml/2006/main" noChangeAspect="1"/>
          </p:cNvPicPr>
          <p:nvPr/>
        </p:nvPicPr>
        <p:blipFill>
          <a:blip xmlns:r="http://schemas.openxmlformats.org/officeDocument/2006/relationships" xmlns:a="http://schemas.openxmlformats.org/drawingml/2006/main" r:embed="R1a9a997a412147c0"/>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59831D12-F411-4F31-8291-2ED2FEF5BB55}"/>
              </a:ext>
            </a:extLst>
          </p:cNvPr>
          <p:cNvPicPr>
            <a:picLocks xmlns:a="http://schemas.openxmlformats.org/drawingml/2006/main" noChangeAspect="1"/>
          </p:cNvPicPr>
          <p:nvPr/>
        </p:nvPicPr>
        <p:blipFill>
          <a:blip xmlns:r="http://schemas.openxmlformats.org/officeDocument/2006/relationships" xmlns:a="http://schemas.openxmlformats.org/drawingml/2006/main" r:embed="R8036c563fe5b4164"/>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1115512746"/>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611B6D4-9329-4A4A-A459-8BC9286D7200}"/>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B7997B21-6EEF-406A-B8D5-D11911141DDA}"/>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9E3BB44-7A3C-476E-A702-BAEE5956E8B6}"/>
              </a:ext>
            </a:extLst>
          </p:cNvPr>
          <p:cNvPicPr>
            <a:picLocks xmlns:a="http://schemas.openxmlformats.org/drawingml/2006/main" noChangeAspect="1"/>
          </p:cNvPicPr>
          <p:nvPr/>
        </p:nvPicPr>
        <p:blipFill>
          <a:blip xmlns:r="http://schemas.openxmlformats.org/officeDocument/2006/relationships" xmlns:a="http://schemas.openxmlformats.org/drawingml/2006/main" r:embed="Reb4a4b30ebc649f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E05E007-B863-47C2-A89D-E515A1F8161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9A7546A-00D8-44E7-BAE7-8CCF3F3C7EA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9ACE204-EFEE-4A8E-8631-68A09BD0152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85EDDE4-D1B7-405B-8B90-4355C587F38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E6E118D-D571-44E3-88BA-625BF02574F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C2248622-2026-47ED-935B-656255891977}"/>
              </a:ext>
            </a:extLst>
          </p:cNvPr>
          <p:cNvPicPr>
            <a:picLocks xmlns:a="http://schemas.openxmlformats.org/drawingml/2006/main" noChangeAspect="1"/>
          </p:cNvPicPr>
          <p:nvPr/>
        </p:nvPicPr>
        <p:blipFill>
          <a:blip xmlns:r="http://schemas.openxmlformats.org/officeDocument/2006/relationships" xmlns:a="http://schemas.openxmlformats.org/drawingml/2006/main" r:embed="Rf4b0db35a1d9491c"/>
          <a:stretch xmlns:a="http://schemas.openxmlformats.org/drawingml/2006/main"/>
        </p:blipFill>
        <p:spPr>
          <a:xfrm xmlns:a="http://schemas.openxmlformats.org/drawingml/2006/main">
            <a:off x="4637072" y="5381625"/>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CC43D69-0B10-42FE-964B-7AA9AA1EBD2C}"/>
              </a:ext>
            </a:extLst>
          </p:cNvPr>
          <p:cNvPicPr>
            <a:picLocks xmlns:a="http://schemas.openxmlformats.org/drawingml/2006/main" noChangeAspect="1"/>
          </p:cNvPicPr>
          <p:nvPr/>
        </p:nvPicPr>
        <p:blipFill>
          <a:blip xmlns:r="http://schemas.openxmlformats.org/officeDocument/2006/relationships" xmlns:a="http://schemas.openxmlformats.org/drawingml/2006/main" r:embed="R0e7ff1036b8b46ed"/>
          <a:stretch xmlns:a="http://schemas.openxmlformats.org/drawingml/2006/main"/>
        </p:blipFill>
        <p:spPr>
          <a:xfrm xmlns:a="http://schemas.openxmlformats.org/drawingml/2006/main">
            <a:off x="4637072" y="7239000"/>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25921AD0-3BCA-411F-8F5E-D0D936644B24}"/>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BC0B28BD-069F-41F6-A3D2-66EF13164334}"/>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F443E113-B710-4C7E-8E25-45C691CDD5B5}"/>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83486431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8CE85305-B615-400B-8264-520DB599772F}"/>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00FA3875-5C11-4C9A-A887-0888E45BA73F}"/>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189651D-05C9-44B6-995A-45F71D976398}"/>
              </a:ext>
            </a:extLst>
          </p:cNvPr>
          <p:cNvPicPr>
            <a:picLocks xmlns:a="http://schemas.openxmlformats.org/drawingml/2006/main" noChangeAspect="1"/>
          </p:cNvPicPr>
          <p:nvPr/>
        </p:nvPicPr>
        <p:blipFill>
          <a:blip xmlns:r="http://schemas.openxmlformats.org/officeDocument/2006/relationships" xmlns:a="http://schemas.openxmlformats.org/drawingml/2006/main" r:embed="R5f54f3fbe503458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491127F-047F-426A-B832-E2576693DF7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CAD3DB5-E24A-4298-8CA6-3BE34194A5C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6D53947-BEB9-4C6F-82BF-FE2B4AC1578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EBB75EA-529C-4A56-82E8-B46D04D7F52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1F18E24F-EB38-4081-A590-1F5FA3194C8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BC195904-E3F0-4B3A-98EE-47E280563894}"/>
              </a:ext>
            </a:extLst>
          </p:cNvPr>
          <p:cNvPicPr>
            <a:picLocks xmlns:a="http://schemas.openxmlformats.org/drawingml/2006/main" noChangeAspect="1"/>
          </p:cNvPicPr>
          <p:nvPr/>
        </p:nvPicPr>
        <p:blipFill>
          <a:blip xmlns:r="http://schemas.openxmlformats.org/officeDocument/2006/relationships" xmlns:a="http://schemas.openxmlformats.org/drawingml/2006/main" r:embed="R0c1ad34e767c48ac"/>
          <a:stretch xmlns:a="http://schemas.openxmlformats.org/drawingml/2006/main"/>
        </p:blipFill>
        <p:spPr>
          <a:xfrm xmlns:a="http://schemas.openxmlformats.org/drawingml/2006/main">
            <a:off x="3486626" y="5445258"/>
            <a:ext cx="11314748" cy="729984"/>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F448FB9-9C86-4BF6-B666-35F64069500A}"/>
              </a:ext>
            </a:extLst>
          </p:cNvPr>
          <p:cNvPicPr>
            <a:picLocks xmlns:a="http://schemas.openxmlformats.org/drawingml/2006/main" noChangeAspect="1"/>
          </p:cNvPicPr>
          <p:nvPr/>
        </p:nvPicPr>
        <p:blipFill>
          <a:blip xmlns:r="http://schemas.openxmlformats.org/officeDocument/2006/relationships" xmlns:a="http://schemas.openxmlformats.org/drawingml/2006/main" r:embed="R2b516da8439d4652"/>
          <a:stretch xmlns:a="http://schemas.openxmlformats.org/drawingml/2006/main"/>
        </p:blipFill>
        <p:spPr>
          <a:xfrm xmlns:a="http://schemas.openxmlformats.org/drawingml/2006/main">
            <a:off x="3286304" y="7307104"/>
            <a:ext cx="11715393" cy="720947"/>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EDF6878B-75E9-4067-9380-6F201E392100}"/>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BFE0068A-B907-43E9-854A-0B3BF3F788B2}"/>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B704EE97-BFC2-4303-8458-E77ED5FDF335}"/>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998004625"/>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9739FFB3-4265-4D86-B273-9B30672639D2}"/>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9C1A126C-0EB1-4A70-98E9-700F02237A20}"/>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30DAFF1A-FBB7-4A69-BBDE-04B4B9481707}"/>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B22EF5DE-E0B3-4130-98D4-8956B09C07CC}"/>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4FE2D050-B131-4BC6-9F05-FCFE27A28E29}"/>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61E0DBEC-8091-4A7E-9800-4D6E04D2BF3E}"/>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25C10BCE-A02E-4C76-AC63-E44870416A95}"/>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B5EB80F1-3CDE-4BA0-A95C-BCF9649A2172}"/>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B38E4EC6-8426-4C66-AA88-01F45D4C8C55}"/>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5A0E28A8-5E47-4612-B62A-541B61E57033}"/>
              </a:ext>
            </a:extLst>
          </p:cNvPr>
          <p:cNvPicPr>
            <a:picLocks xmlns:a="http://schemas.openxmlformats.org/drawingml/2006/main" noChangeAspect="1"/>
          </p:cNvPicPr>
          <p:nvPr/>
        </p:nvPicPr>
        <p:blipFill>
          <a:blip xmlns:r="http://schemas.openxmlformats.org/officeDocument/2006/relationships" xmlns:a="http://schemas.openxmlformats.org/drawingml/2006/main" r:embed="R235e1a83928c456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E8A136-3A81-444C-8E4F-69039B48CA2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7D7FA6-A4C5-4C2E-8367-2FAD4B548BB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9B62090F-D621-4B9C-820F-0B3EF90FC4F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24C3EF5-18AD-460C-A9A8-AB0791CFA9F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32F1A0D1-EAE2-49FA-96FE-5444B786D84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9CC1C448-0AC1-4802-BE80-839A8EDA48C4}"/>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23F01851-B0E3-4BE3-AC28-BABAE798E872}"/>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C83B02E9-5CB7-4C7F-B70A-64E6F2E17A0A}"/>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5DFFA55E-2BAB-47EC-ABC9-81E5EEC4CB14}"/>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E9D3175B-F214-4BF5-B234-1D4AFD5BB126}"/>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E9815208-EDB1-4CED-8EF7-70CBAD6A2987}"/>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CEADE95C-0ABE-41B6-8E01-078472CF8B63}"/>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4A974197-069B-4DF6-A7AF-4910EE1CBD47}"/>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2AA850ED-5EF3-40F8-B499-25996AC9D89C}"/>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949B8D0D-F98F-4520-A53F-AB9E65AF9707}"/>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530A3538-413D-493D-B9C7-0B1931A98D8B}"/>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5F2C58C1-A2E6-42FE-95F0-9E8D2EE3AD73}"/>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1675688401"/>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1D9C5B4-43A4-46B7-8808-1129F5A5D39F}"/>
              </a:ext>
            </a:extLst>
          </p:cNvPr>
          <p:cNvPicPr>
            <a:picLocks xmlns:a="http://schemas.openxmlformats.org/drawingml/2006/main" noChangeAspect="1"/>
          </p:cNvPicPr>
          <p:nvPr/>
        </p:nvPicPr>
        <p:blipFill>
          <a:blip xmlns:r="http://schemas.openxmlformats.org/officeDocument/2006/relationships" xmlns:a="http://schemas.openxmlformats.org/drawingml/2006/main" r:embed="R1b8d67d146bc4368"/>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A7C6621-5698-4DF3-BB89-DFAA8E5647B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5859CFFB-9C15-4906-AE4D-2076C66D95D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2C58C9E-A215-46C7-A580-C346F9D8F415}"/>
              </a:ext>
            </a:extLst>
          </p:cNvPr>
          <p:cNvPicPr>
            <a:picLocks xmlns:a="http://schemas.openxmlformats.org/drawingml/2006/main" noChangeAspect="1"/>
          </p:cNvPicPr>
          <p:nvPr/>
        </p:nvPicPr>
        <p:blipFill>
          <a:blip xmlns:r="http://schemas.openxmlformats.org/officeDocument/2006/relationships" xmlns:a="http://schemas.openxmlformats.org/drawingml/2006/main" r:embed="R39a10fc5a997414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99CFD530-56E9-4C63-AF46-9A3AA27918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276A4719-542D-454D-8851-7D72CA24F42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648A5352-7DB0-4DCA-B90A-FF08CDD8514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8488367F-53B9-461A-AEC7-D42F2FB312B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36594357"/>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3BABFFCA-CCAA-47C3-B9EE-DE9BB773F7F0}"/>
              </a:ext>
            </a:extLst>
          </p:cNvPr>
          <p:cNvPicPr>
            <a:picLocks xmlns:a="http://schemas.openxmlformats.org/drawingml/2006/main" noChangeAspect="1"/>
          </p:cNvPicPr>
          <p:nvPr/>
        </p:nvPicPr>
        <p:blipFill>
          <a:blip xmlns:r="http://schemas.openxmlformats.org/officeDocument/2006/relationships" xmlns:a="http://schemas.openxmlformats.org/drawingml/2006/main" r:embed="R64eb5d2cc899410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77204736-99B0-4AEC-8C68-81EE2188485D}"/>
              </a:ext>
            </a:extLst>
          </p:cNvPr>
          <p:cNvPicPr>
            <a:picLocks xmlns:a="http://schemas.openxmlformats.org/drawingml/2006/main" noChangeAspect="1"/>
          </p:cNvPicPr>
          <p:nvPr/>
        </p:nvPicPr>
        <p:blipFill>
          <a:blip xmlns:r="http://schemas.openxmlformats.org/officeDocument/2006/relationships" xmlns:a="http://schemas.openxmlformats.org/drawingml/2006/main" r:embed="Raa43173a1fe441f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5E5213B-07F4-4106-AD60-C5387CDFF98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9D22BA-E30D-4CAC-910F-0FFF4919E56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51F2A25-02CD-4818-BB76-9FC6347D95DA}"/>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F6B6309-A155-4217-BB4B-520918C0E5D2}"/>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22F5E28E-A264-4209-96A3-80722F7D07B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6CA5F283-A7C3-4A3E-97ED-85CAC71857D4}"/>
              </a:ext>
            </a:extLst>
          </p:cNvPr>
          <p:cNvPicPr>
            <a:picLocks xmlns:a="http://schemas.openxmlformats.org/drawingml/2006/main" noChangeAspect="1"/>
          </p:cNvPicPr>
          <p:nvPr/>
        </p:nvPicPr>
        <p:blipFill>
          <a:blip xmlns:r="http://schemas.openxmlformats.org/officeDocument/2006/relationships" xmlns:a="http://schemas.openxmlformats.org/drawingml/2006/main" r:embed="R26b7e77387344c58"/>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EF9E658B-926A-4D0E-87B4-42F283882035}"/>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DB828BE0-7B29-4916-9C7C-E47147BA6DE3}"/>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46E6B189-F114-453D-A95E-F1F498D4172A}"/>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6489B3AC-7D83-47D2-8453-1C27DFE65165}"/>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801B54DA-1A5D-4E6B-8DC9-EDD6955DFFE3}"/>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8B724DB2-94EE-4EAD-9979-9C874D76B04C}"/>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C2763D7A-A914-4AA9-A4C5-8414EE46B38C}"/>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327F69C-91EB-4FC9-83D0-817EE5249E31}"/>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BC97C539-55A0-4515-B845-939C518D973A}"/>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FA400307-9A6F-4C43-8EC3-ED28D5B8CF3B}"/>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A6FCB79A-06C6-4D53-9399-92926BB642D0}"/>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915F0582-A307-42C5-9FB7-D2AA781A857B}"/>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1143333378"/>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9C227083-6E92-4511-AAB3-A6B91CA2226A}"/>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EB43471-5354-48DD-B574-3E41B1B04EFA}"/>
              </a:ext>
            </a:extLst>
          </p:cNvPr>
          <p:cNvPicPr>
            <a:picLocks xmlns:a="http://schemas.openxmlformats.org/drawingml/2006/main" noChangeAspect="1"/>
          </p:cNvPicPr>
          <p:nvPr/>
        </p:nvPicPr>
        <p:blipFill>
          <a:blip xmlns:r="http://schemas.openxmlformats.org/officeDocument/2006/relationships" xmlns:a="http://schemas.openxmlformats.org/drawingml/2006/main" r:embed="Rdb7eabfd21d74d1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BF080C7-A885-43BA-94C4-1AAF1257B62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596E0C-14AC-4212-881B-8C9A83B5EB5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FF44DCB-2727-49AF-87EE-39CB63E9665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95FA71A-7A11-4D97-BD73-7E74E7163F7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850CACF-EFAE-40F7-BB06-695EA3C61F8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20D08395-C9FF-48A1-9CEF-83A04C48B909}"/>
              </a:ext>
            </a:extLst>
          </p:cNvPr>
          <p:cNvPicPr>
            <a:picLocks xmlns:a="http://schemas.openxmlformats.org/drawingml/2006/main" noChangeAspect="1"/>
          </p:cNvPicPr>
          <p:nvPr/>
        </p:nvPicPr>
        <p:blipFill>
          <a:blip xmlns:r="http://schemas.openxmlformats.org/officeDocument/2006/relationships" xmlns:a="http://schemas.openxmlformats.org/drawingml/2006/main" r:embed="Rf0ee56be73cc478b"/>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9571B9A-C71C-4967-BF13-095723486430}"/>
              </a:ext>
            </a:extLst>
          </p:cNvPr>
          <p:cNvPicPr>
            <a:picLocks xmlns:a="http://schemas.openxmlformats.org/drawingml/2006/main" noChangeAspect="1"/>
          </p:cNvPicPr>
          <p:nvPr/>
        </p:nvPicPr>
        <p:blipFill>
          <a:blip xmlns:r="http://schemas.openxmlformats.org/officeDocument/2006/relationships" xmlns:a="http://schemas.openxmlformats.org/drawingml/2006/main" r:embed="Ra8375a61fd834bad"/>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1D31275-94C5-406C-AED7-B4AEC7C3F2B6}"/>
              </a:ext>
            </a:extLst>
          </p:cNvPr>
          <p:cNvPicPr>
            <a:picLocks xmlns:a="http://schemas.openxmlformats.org/drawingml/2006/main" noChangeAspect="1"/>
          </p:cNvPicPr>
          <p:nvPr/>
        </p:nvPicPr>
        <p:blipFill>
          <a:blip xmlns:r="http://schemas.openxmlformats.org/officeDocument/2006/relationships" xmlns:a="http://schemas.openxmlformats.org/drawingml/2006/main" r:embed="R68e4b4cbbf2d47e0"/>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1FA6939F-6BB3-46C6-8EA1-2D37AC0DD5E3}"/>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358B6418-E5D8-400A-BDB5-24361BDD46F8}"/>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381730733"/>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82E2239-82AC-4DC9-BAD6-F71EA02C2F6A}"/>
              </a:ext>
            </a:extLst>
          </p:cNvPr>
          <p:cNvPicPr>
            <a:picLocks xmlns:a="http://schemas.openxmlformats.org/drawingml/2006/main" noChangeAspect="1"/>
          </p:cNvPicPr>
          <p:nvPr/>
        </p:nvPicPr>
        <p:blipFill>
          <a:blip xmlns:r="http://schemas.openxmlformats.org/officeDocument/2006/relationships" xmlns:a="http://schemas.openxmlformats.org/drawingml/2006/main" r:embed="R785daf51bd4b4f3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047E3BF-813F-4E9D-B8A5-E207D8C2072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F6B709-4ED3-4AAD-A2F9-4A9D15E88C6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E5724EA-DBA9-45E9-984F-817A46811B8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DA20D16-3285-48F5-9E39-21D1AC6F294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A1AF5AF-E92B-4FDE-B6D0-EAB507341B8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5CD7A3DA-1372-4A6E-8B2C-F15A1571E84D}"/>
              </a:ext>
            </a:extLst>
          </p:cNvPr>
          <p:cNvPicPr>
            <a:picLocks xmlns:a="http://schemas.openxmlformats.org/drawingml/2006/main" noChangeAspect="1"/>
          </p:cNvPicPr>
          <p:nvPr/>
        </p:nvPicPr>
        <p:blipFill>
          <a:blip xmlns:r="http://schemas.openxmlformats.org/officeDocument/2006/relationships" xmlns:a="http://schemas.openxmlformats.org/drawingml/2006/main" r:embed="Rc17a33dad5b44ad3"/>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EDF3CAD-ABE3-4099-BB7F-CE6F464D66FF}"/>
              </a:ext>
            </a:extLst>
          </p:cNvPr>
          <p:cNvPicPr>
            <a:picLocks xmlns:a="http://schemas.openxmlformats.org/drawingml/2006/main" noChangeAspect="1"/>
          </p:cNvPicPr>
          <p:nvPr/>
        </p:nvPicPr>
        <p:blipFill>
          <a:blip xmlns:r="http://schemas.openxmlformats.org/officeDocument/2006/relationships" xmlns:a="http://schemas.openxmlformats.org/drawingml/2006/main" r:embed="R96e0500a688d4471"/>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9E741A89-0DCA-4D56-B326-203E609014BA}"/>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공통 물질을 소거하고, 산소는 남은 양을 확인한다.</a:t>
            </a:r>
          </a:p>
        </p:txBody>
      </p:sp>
      <p:sp>
        <p:nvSpPr>
          <p:cNvPr id="12" name="공통 CO₂ 소거 표시">
            <a:extLst xmlns:a="http://schemas.openxmlformats.org/drawingml/2006/main">
              <a:ext uri="{FF2B5EF4-FFF2-40B4-BE49-F238E27FC236}">
                <a16:creationId xmlns:a16="http://schemas.microsoft.com/office/drawing/2014/main" id="{6003B2B8-F256-470E-AF77-B86ADDA04A93}"/>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3" name="공통 CO₂ 소거 표시">
            <a:extLst xmlns:a="http://schemas.openxmlformats.org/drawingml/2006/main">
              <a:ext uri="{FF2B5EF4-FFF2-40B4-BE49-F238E27FC236}">
                <a16:creationId xmlns:a16="http://schemas.microsoft.com/office/drawing/2014/main" id="{1CEA2FEB-8D5F-436F-AF0B-749C1EBC446F}"/>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4" name="소거 설명">
            <a:extLst xmlns:a="http://schemas.openxmlformats.org/drawingml/2006/main">
              <a:ext uri="{FF2B5EF4-FFF2-40B4-BE49-F238E27FC236}">
                <a16:creationId xmlns:a16="http://schemas.microsoft.com/office/drawing/2014/main" id="{59495A4E-7820-43B5-98C1-F8EFB4BED0A4}"/>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17201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A54AFC4-E271-4FFC-9DE5-423FBA2EF684}"/>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9FFF68"/>
                </a:solidFill>
                <a:latin typeface="Pretendard"/>
                <a:ea typeface="Pretendard"/>
                <a:cs typeface="Pretendard"/>
              </a:defRPr>
            </a:defPPr>
            <a:lvl1pPr algn="ctr">
              <a:defRPr sz="2100" b="1">
                <a:solidFill>
                  <a:srgbClr val="9FFF68"/>
                </a:solidFill>
                <a:latin typeface="Pretendard"/>
                <a:ea typeface="Pretendard"/>
                <a:cs typeface="Pretendard"/>
              </a:defRPr>
            </a:lvl1pPr>
            <a:lvl2pPr algn="ctr">
              <a:defRPr sz="2100" b="1">
                <a:solidFill>
                  <a:srgbClr val="9FFF68"/>
                </a:solidFill>
                <a:latin typeface="Pretendard"/>
                <a:ea typeface="Pretendard"/>
                <a:cs typeface="Pretendard"/>
              </a:defRPr>
            </a:lvl2pPr>
            <a:lvl3pPr algn="ctr">
              <a:defRPr sz="2100" b="1">
                <a:solidFill>
                  <a:srgbClr val="9FFF68"/>
                </a:solidFill>
                <a:latin typeface="Pretendard"/>
                <a:ea typeface="Pretendard"/>
                <a:cs typeface="Pretendard"/>
              </a:defRPr>
            </a:lvl3pPr>
            <a:lvl4pPr algn="ctr">
              <a:defRPr sz="2100" b="1">
                <a:solidFill>
                  <a:srgbClr val="9FFF68"/>
                </a:solidFill>
                <a:latin typeface="Pretendard"/>
                <a:ea typeface="Pretendard"/>
                <a:cs typeface="Pretendard"/>
              </a:defRPr>
            </a:lvl4pPr>
            <a:lvl5pPr algn="ctr">
              <a:defRPr sz="2100" b="1">
                <a:solidFill>
                  <a:srgbClr val="9FFF68"/>
                </a:solidFill>
                <a:latin typeface="Pretendard"/>
                <a:ea typeface="Pretendard"/>
                <a:cs typeface="Pretendard"/>
              </a:defRPr>
            </a:lvl5pPr>
            <a:lvl6pPr algn="ctr">
              <a:defRPr sz="2100" b="1">
                <a:solidFill>
                  <a:srgbClr val="9FFF68"/>
                </a:solidFill>
                <a:latin typeface="Pretendard"/>
                <a:ea typeface="Pretendard"/>
                <a:cs typeface="Pretendard"/>
              </a:defRPr>
            </a:lvl6pPr>
            <a:lvl7pPr algn="ctr">
              <a:defRPr sz="2100" b="1">
                <a:solidFill>
                  <a:srgbClr val="9FFF68"/>
                </a:solidFill>
                <a:latin typeface="Pretendard"/>
                <a:ea typeface="Pretendard"/>
                <a:cs typeface="Pretendard"/>
              </a:defRPr>
            </a:lvl7pPr>
            <a:lvl8pPr algn="ctr">
              <a:defRPr sz="2100" b="1">
                <a:solidFill>
                  <a:srgbClr val="9FFF68"/>
                </a:solidFill>
                <a:latin typeface="Pretendard"/>
                <a:ea typeface="Pretendard"/>
                <a:cs typeface="Pretendard"/>
              </a:defRPr>
            </a:lvl8pPr>
            <a:lvl9pPr algn="ctr">
              <a:defRPr sz="2100" b="1">
                <a:solidFill>
                  <a:srgbClr val="9FFF68"/>
                </a:solidFill>
                <a:latin typeface="Pretendard"/>
                <a:ea typeface="Pretendard"/>
                <a:cs typeface="Pretendard"/>
              </a:defRPr>
            </a:lvl9pPr>
          </a:lstStyle>
          <a:p xmlns:a="http://schemas.openxmlformats.org/drawingml/2006/main">
            <a:pPr algn="ctr">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0FF3A6DF-B8E3-4B03-97F6-8867BEDBD1B9}"/>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FFFFFF"/>
                </a:solidFill>
                <a:latin typeface="Pretendard"/>
                <a:ea typeface="Pretendard"/>
                <a:cs typeface="Pretendard"/>
              </a:defRPr>
            </a:defPPr>
            <a:lvl1pPr algn="ctr">
              <a:defRPr sz="1875" b="0">
                <a:solidFill>
                  <a:srgbClr val="FFFFFF"/>
                </a:solidFill>
                <a:latin typeface="Pretendard"/>
                <a:ea typeface="Pretendard"/>
                <a:cs typeface="Pretendard"/>
              </a:defRPr>
            </a:lvl1pPr>
            <a:lvl2pPr algn="ctr">
              <a:defRPr sz="1875" b="0">
                <a:solidFill>
                  <a:srgbClr val="FFFFFF"/>
                </a:solidFill>
                <a:latin typeface="Pretendard"/>
                <a:ea typeface="Pretendard"/>
                <a:cs typeface="Pretendard"/>
              </a:defRPr>
            </a:lvl2pPr>
            <a:lvl3pPr algn="ctr">
              <a:defRPr sz="1875" b="0">
                <a:solidFill>
                  <a:srgbClr val="FFFFFF"/>
                </a:solidFill>
                <a:latin typeface="Pretendard"/>
                <a:ea typeface="Pretendard"/>
                <a:cs typeface="Pretendard"/>
              </a:defRPr>
            </a:lvl3pPr>
            <a:lvl4pPr algn="ctr">
              <a:defRPr sz="1875" b="0">
                <a:solidFill>
                  <a:srgbClr val="FFFFFF"/>
                </a:solidFill>
                <a:latin typeface="Pretendard"/>
                <a:ea typeface="Pretendard"/>
                <a:cs typeface="Pretendard"/>
              </a:defRPr>
            </a:lvl4pPr>
            <a:lvl5pPr algn="ctr">
              <a:defRPr sz="1875" b="0">
                <a:solidFill>
                  <a:srgbClr val="FFFFFF"/>
                </a:solidFill>
                <a:latin typeface="Pretendard"/>
                <a:ea typeface="Pretendard"/>
                <a:cs typeface="Pretendard"/>
              </a:defRPr>
            </a:lvl5pPr>
            <a:lvl6pPr algn="ctr">
              <a:defRPr sz="1875" b="0">
                <a:solidFill>
                  <a:srgbClr val="FFFFFF"/>
                </a:solidFill>
                <a:latin typeface="Pretendard"/>
                <a:ea typeface="Pretendard"/>
                <a:cs typeface="Pretendard"/>
              </a:defRPr>
            </a:lvl6pPr>
            <a:lvl7pPr algn="ctr">
              <a:defRPr sz="1875" b="0">
                <a:solidFill>
                  <a:srgbClr val="FFFFFF"/>
                </a:solidFill>
                <a:latin typeface="Pretendard"/>
                <a:ea typeface="Pretendard"/>
                <a:cs typeface="Pretendard"/>
              </a:defRPr>
            </a:lvl7pPr>
            <a:lvl8pPr algn="ctr">
              <a:defRPr sz="1875" b="0">
                <a:solidFill>
                  <a:srgbClr val="FFFFFF"/>
                </a:solidFill>
                <a:latin typeface="Pretendard"/>
                <a:ea typeface="Pretendard"/>
                <a:cs typeface="Pretendard"/>
              </a:defRPr>
            </a:lvl8pPr>
            <a:lvl9pPr algn="ctr">
              <a:defRPr sz="1875" b="0">
                <a:solidFill>
                  <a:srgbClr val="FFFFFF"/>
                </a:solidFill>
                <a:latin typeface="Pretendard"/>
                <a:ea typeface="Pretendard"/>
                <a:cs typeface="Pretendard"/>
              </a:defRPr>
            </a:lvl9pPr>
          </a:lstStyle>
          <a:p xmlns:a="http://schemas.openxmlformats.org/drawingml/2006/main">
            <a:pPr algn="ctr">
              <a:defRPr sz="1875" b="0">
                <a:solidFill>
                  <a:srgbClr val="FFFFFF"/>
                </a:solidFill>
                <a:latin typeface="Pretendard"/>
                <a:ea typeface="Pretendard"/>
                <a:cs typeface="Pretendard"/>
              </a:defRPr>
            </a:pPr>
            <a:r>
              <a:rPr sz="1875" b="0">
                <a:solidFill>
                  <a:srgbClr val="FFFFFF"/>
                </a:solidFill>
                <a:latin typeface="Pretendard"/>
                <a:ea typeface="Pretendard"/>
                <a:cs typeface="Pretendard"/>
              </a:rPr>
              <a:t>산소는 절반만 소거</a:t>
            </a:r>
          </a:p>
        </p:txBody>
      </p:sp>
      <p:sp>
        <p:nvSpPr>
          <p:cNvPr id="17" name="text">
            <a:extLst xmlns:a="http://schemas.openxmlformats.org/drawingml/2006/main">
              <a:ext uri="{FF2B5EF4-FFF2-40B4-BE49-F238E27FC236}">
                <a16:creationId xmlns:a16="http://schemas.microsoft.com/office/drawing/2014/main" id="{CB929628-4B4D-42A2-9BF9-C7625B552C70}"/>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산소는 절반이 남는다.</a:t>
            </a:r>
          </a:p>
        </p:txBody>
      </p:sp>
      <p:sp>
        <p:nvSpPr>
          <p:cNvPr id="18" name="산소 공통 부분 소거 · 최종 절반 잔류">
            <a:extLst xmlns:a="http://schemas.openxmlformats.org/drawingml/2006/main">
              <a:ext uri="{FF2B5EF4-FFF2-40B4-BE49-F238E27FC236}">
                <a16:creationId xmlns:a16="http://schemas.microsoft.com/office/drawing/2014/main" id="{030FC975-4228-4B32-B422-06184D41A0BA}"/>
              </a:ext>
            </a:extLst>
          </p:cNvPr>
          <p:cNvSpPr>
            <a:spLocks xmlns:a="http://schemas.openxmlformats.org/drawingml/2006/main" noGrp="1"/>
          </p:cNvSpPr>
          <p:nvPr/>
        </p:nvSpPr>
        <p:spPr>
          <a:xfrm xmlns:a="http://schemas.openxmlformats.org/drawingml/2006/main">
            <a:off x="8896350" y="4438650"/>
            <a:ext cx="1104900" cy="400050"/>
          </a:xfrm>
          <a:custGeom xmlns:a="http://schemas.openxmlformats.org/drawingml/2006/main">
            <a:pathLst>
              <a:path w="1104900" h="400050">
                <a:moveTo>
                  <a:pt x="0" y="400050"/>
                </a:moveTo>
                <a:lnTo>
                  <a:pt x="1104900" y="0"/>
                </a:lnTo>
              </a:path>
            </a:pathLst>
          </a:custGeom>
          <a:noFill xmlns:a="http://schemas.openxmlformats.org/drawingml/2006/main"/>
          <a:ln xmlns:a="http://schemas.openxmlformats.org/drawingml/2006/main" w="28575">
            <a:solidFill>
              <a:srgbClr val="9FFF68"/>
            </a:solidFill>
          </a:ln>
        </p:spPr>
      </p:sp>
      <p:sp>
        <p:nvSpPr>
          <p:cNvPr id="19" name="산소 공통 부분 소거 · 최종 절반 잔류">
            <a:extLst xmlns:a="http://schemas.openxmlformats.org/drawingml/2006/main">
              <a:ext uri="{FF2B5EF4-FFF2-40B4-BE49-F238E27FC236}">
                <a16:creationId xmlns:a16="http://schemas.microsoft.com/office/drawing/2014/main" id="{D767E4DB-8A56-436F-A950-E9C4EBB84E8D}"/>
              </a:ext>
            </a:extLst>
          </p:cNvPr>
          <p:cNvSpPr>
            <a:spLocks xmlns:a="http://schemas.openxmlformats.org/drawingml/2006/main" noGrp="1"/>
          </p:cNvSpPr>
          <p:nvPr/>
        </p:nvSpPr>
        <p:spPr>
          <a:xfrm xmlns:a="http://schemas.openxmlformats.org/drawingml/2006/main">
            <a:off x="8048625" y="5495925"/>
            <a:ext cx="1733550" cy="447675"/>
          </a:xfrm>
          <a:custGeom xmlns:a="http://schemas.openxmlformats.org/drawingml/2006/main">
            <a:pathLst>
              <a:path w="1733550" h="447675">
                <a:moveTo>
                  <a:pt x="0" y="447675"/>
                </a:moveTo>
                <a:lnTo>
                  <a:pt x="1733550" y="0"/>
                </a:lnTo>
              </a:path>
            </a:pathLst>
          </a:custGeom>
          <a:noFill xmlns:a="http://schemas.openxmlformats.org/drawingml/2006/main"/>
          <a:ln xmlns:a="http://schemas.openxmlformats.org/drawingml/2006/main" w="28575">
            <a:solidFill>
              <a:srgbClr val="9FFF68"/>
            </a:solidFill>
          </a:ln>
        </p:spPr>
      </p:sp>
    </p:spTree>
    <p:extLst>
      <p:ext uri="{BB962C8B-B14F-4D97-AF65-F5344CB8AC3E}">
        <p14:creationId xmlns:p14="http://schemas.microsoft.com/office/powerpoint/2010/main" val="1963449247"/>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DFE204BC-5D6B-49C6-B707-41CB8DD8E656}"/>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894332AD-2169-465F-A984-05828D87B557}"/>
              </a:ext>
            </a:extLst>
          </p:cNvPr>
          <p:cNvPicPr>
            <a:picLocks xmlns:a="http://schemas.openxmlformats.org/drawingml/2006/main" noChangeAspect="1"/>
          </p:cNvPicPr>
          <p:nvPr/>
        </p:nvPicPr>
        <p:blipFill>
          <a:blip xmlns:r="http://schemas.openxmlformats.org/officeDocument/2006/relationships" xmlns:a="http://schemas.openxmlformats.org/drawingml/2006/main" r:embed="Rd6aba52ded9b404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427E501-ACF4-47E8-B233-FC1583D95F2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E93AA35-3C42-47AB-8612-3E8B0A78E64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9B94FE2-9573-4F58-9291-92B9D200093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B806E29-861E-40ED-8796-B1A9FE4FF07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9768564-165D-4428-970B-97906C3E20E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C10FC1DC-C23E-465B-8CA6-2B0593FFCD14}"/>
              </a:ext>
            </a:extLst>
          </p:cNvPr>
          <p:cNvPicPr>
            <a:picLocks xmlns:a="http://schemas.openxmlformats.org/drawingml/2006/main" noChangeAspect="1"/>
          </p:cNvPicPr>
          <p:nvPr/>
        </p:nvPicPr>
        <p:blipFill>
          <a:blip xmlns:r="http://schemas.openxmlformats.org/officeDocument/2006/relationships" xmlns:a="http://schemas.openxmlformats.org/drawingml/2006/main" r:embed="R6f6ac847dce2471a"/>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D9B9D8A-894A-40CC-A23A-DF2205DE0A1C}"/>
              </a:ext>
            </a:extLst>
          </p:cNvPr>
          <p:cNvPicPr>
            <a:picLocks xmlns:a="http://schemas.openxmlformats.org/drawingml/2006/main" noChangeAspect="1"/>
          </p:cNvPicPr>
          <p:nvPr/>
        </p:nvPicPr>
        <p:blipFill>
          <a:blip xmlns:r="http://schemas.openxmlformats.org/officeDocument/2006/relationships" xmlns:a="http://schemas.openxmlformats.org/drawingml/2006/main" r:embed="Rce237aaad14846d2"/>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F877E1CF-C181-4D1B-AD92-BED656E4E04B}"/>
              </a:ext>
            </a:extLst>
          </p:cNvPr>
          <p:cNvPicPr>
            <a:picLocks xmlns:a="http://schemas.openxmlformats.org/drawingml/2006/main" noChangeAspect="1"/>
          </p:cNvPicPr>
          <p:nvPr/>
        </p:nvPicPr>
        <p:blipFill>
          <a:blip xmlns:r="http://schemas.openxmlformats.org/officeDocument/2006/relationships" xmlns:a="http://schemas.openxmlformats.org/drawingml/2006/main" r:embed="R5f213996144b4142"/>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1144592613"/>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2DD31DB-1394-48F7-BE10-C4FD47764191}"/>
              </a:ext>
            </a:extLst>
          </p:cNvPr>
          <p:cNvPicPr>
            <a:picLocks xmlns:a="http://schemas.openxmlformats.org/drawingml/2006/main" noChangeAspect="1"/>
          </p:cNvPicPr>
          <p:nvPr/>
        </p:nvPicPr>
        <p:blipFill>
          <a:blip xmlns:r="http://schemas.openxmlformats.org/officeDocument/2006/relationships" xmlns:a="http://schemas.openxmlformats.org/drawingml/2006/main" r:embed="R5be189b6d4f8433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02960E5-75F5-4981-BE7E-2A1378D81AE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A8F2BE-6276-4F59-9DC6-07584B5EB95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C6DE338-B38E-42AC-8260-525D64C1116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B6A2593-CDCC-4BED-9342-DAA2BD24DA4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94FD7AF-2D1C-4817-8E38-1B0DCF1B76A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C1F58A45-01EA-4C18-A868-96234CBCACDA}"/>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45CF8A94-D3BF-4446-B0A6-BA8F4780DAAF}"/>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sp>
        <p:nvSpPr>
          <p:cNvPr id="10" name="간접 측정 방법">
            <a:extLst xmlns:a="http://schemas.openxmlformats.org/drawingml/2006/main">
              <a:ext uri="{FF2B5EF4-FFF2-40B4-BE49-F238E27FC236}">
                <a16:creationId xmlns:a16="http://schemas.microsoft.com/office/drawing/2014/main" id="{F60DE67D-12C0-4491-956D-11B27A31EF03}"/>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75BAC7AD-7F49-4CCF-B34D-6F936EA914ED}"/>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AD173FEB-2808-4236-90BB-D7682028A125}"/>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C48E5289-B8AA-4C18-8C12-87EA70942717}"/>
              </a:ext>
            </a:extLst>
          </p:cNvPr>
          <p:cNvPicPr>
            <a:picLocks xmlns:a="http://schemas.openxmlformats.org/drawingml/2006/main" noChangeAspect="1"/>
          </p:cNvPicPr>
          <p:nvPr/>
        </p:nvPicPr>
        <p:blipFill>
          <a:blip xmlns:r="http://schemas.openxmlformats.org/officeDocument/2006/relationships" xmlns:a="http://schemas.openxmlformats.org/drawingml/2006/main" r:embed="R32f2ad6b4cae4b7d"/>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4EE52A67-5696-4C08-80AE-F6D0C76E0271}"/>
              </a:ext>
            </a:extLst>
          </p:cNvPr>
          <p:cNvPicPr>
            <a:picLocks xmlns:a="http://schemas.openxmlformats.org/drawingml/2006/main" noChangeAspect="1"/>
          </p:cNvPicPr>
          <p:nvPr/>
        </p:nvPicPr>
        <p:blipFill>
          <a:blip xmlns:r="http://schemas.openxmlformats.org/officeDocument/2006/relationships" xmlns:a="http://schemas.openxmlformats.org/drawingml/2006/main" r:embed="R2119deb68fa34a70"/>
          <a:srcRect xmlns:a="http://schemas.openxmlformats.org/drawingml/2006/main" l="0" t="0" r="24242" b="0"/>
          <a:stretch xmlns:a="http://schemas.openxmlformats.org/drawingml/2006/main"/>
        </p:blipFill>
        <p:spPr>
          <a:xfrm xmlns:a="http://schemas.openxmlformats.org/drawingml/2006/main">
            <a:off x="2276475" y="5581650"/>
            <a:ext cx="7328105" cy="1009650"/>
          </a:xfrm>
          <a:prstGeom xmlns:a="http://schemas.openxmlformats.org/drawingml/2006/main" prst="rect">
            <a:avLst/>
          </a:prstGeom>
        </p:spPr>
      </p:pic>
    </p:spTree>
    <p:extLst>
      <p:ext uri="{BB962C8B-B14F-4D97-AF65-F5344CB8AC3E}">
        <p14:creationId xmlns:p14="http://schemas.microsoft.com/office/powerpoint/2010/main" val="405642397"/>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A84ACABF-E8FF-4F64-A8AD-4D7CE217A347}"/>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3BD3182-DA1C-4741-B965-DC35B810F1AD}"/>
              </a:ext>
            </a:extLst>
          </p:cNvPr>
          <p:cNvPicPr>
            <a:picLocks xmlns:a="http://schemas.openxmlformats.org/drawingml/2006/main" noChangeAspect="1"/>
          </p:cNvPicPr>
          <p:nvPr/>
        </p:nvPicPr>
        <p:blipFill>
          <a:blip xmlns:r="http://schemas.openxmlformats.org/officeDocument/2006/relationships" xmlns:a="http://schemas.openxmlformats.org/drawingml/2006/main" r:embed="R7c4926b818f1431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86A40B5-6C93-467B-9520-638ED3099C7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1CB0651-31ED-451C-A3E3-9265580CE3C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82C2A82-998E-44E7-A432-BEC5FEE5AF1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F137EC4-A497-40DA-806C-77F87FDD93F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EC719612-00D3-4C0E-A137-41FAC4BE27A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431B5B3B-E591-4205-9267-502B1DECA8CB}"/>
              </a:ext>
            </a:extLst>
          </p:cNvPr>
          <p:cNvPicPr>
            <a:picLocks xmlns:a="http://schemas.openxmlformats.org/drawingml/2006/main" noChangeAspect="1"/>
          </p:cNvPicPr>
          <p:nvPr/>
        </p:nvPicPr>
        <p:blipFill>
          <a:blip xmlns:r="http://schemas.openxmlformats.org/officeDocument/2006/relationships" xmlns:a="http://schemas.openxmlformats.org/drawingml/2006/main" r:embed="R39973b88966442c7"/>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3B36135-47ED-4482-8BF8-47E72596B098}"/>
              </a:ext>
            </a:extLst>
          </p:cNvPr>
          <p:cNvPicPr>
            <a:picLocks xmlns:a="http://schemas.openxmlformats.org/drawingml/2006/main" noChangeAspect="1"/>
          </p:cNvPicPr>
          <p:nvPr/>
        </p:nvPicPr>
        <p:blipFill>
          <a:blip xmlns:r="http://schemas.openxmlformats.org/officeDocument/2006/relationships" xmlns:a="http://schemas.openxmlformats.org/drawingml/2006/main" r:embed="R88565af4bf1c41a9"/>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A65A93E7-465F-4073-81E4-65AB2C927102}"/>
              </a:ext>
            </a:extLst>
          </p:cNvPr>
          <p:cNvPicPr>
            <a:picLocks xmlns:a="http://schemas.openxmlformats.org/drawingml/2006/main" noChangeAspect="1"/>
          </p:cNvPicPr>
          <p:nvPr/>
        </p:nvPicPr>
        <p:blipFill>
          <a:blip xmlns:r="http://schemas.openxmlformats.org/officeDocument/2006/relationships" xmlns:a="http://schemas.openxmlformats.org/drawingml/2006/main" r:embed="Rf47933af1afc419f"/>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9046CF36-3E0E-4BA5-BF4E-29948906AC62}"/>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95262039-D852-4C7D-90BA-A40957E79C8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1946682839"/>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300572A0-1938-4970-89E1-47F5F2596209}"/>
              </a:ext>
            </a:extLst>
          </p:cNvPr>
          <p:cNvPicPr>
            <a:picLocks xmlns:a="http://schemas.openxmlformats.org/drawingml/2006/main" noChangeAspect="1"/>
          </p:cNvPicPr>
          <p:nvPr/>
        </p:nvPicPr>
        <p:blipFill>
          <a:blip xmlns:r="http://schemas.openxmlformats.org/officeDocument/2006/relationships" xmlns:a="http://schemas.openxmlformats.org/drawingml/2006/main" r:embed="R17b2b55707754ae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B66360-660B-44B0-939C-D979BFB7920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78F4B7B-9961-4B11-93B0-D50DAA33E54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D962A2C-5CBF-4B04-A663-49C7564001A8}"/>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0772D68-49C7-41E8-A47B-359B1E790458}"/>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5A0E23F7-2DBA-47E0-8BAD-9D33D8CB0CB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CE05FAC4-CAE9-4DEF-BF8F-78DBD4E894BB}"/>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484707A1-9466-4062-A21D-CE1525EC4669}"/>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34202A20-FC61-4604-84FE-C83833CA5CB6}"/>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6714B52E-266C-4ED6-94FA-E7F01E3F9A19}"/>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90DB626A-BDD7-4860-B1C1-5103ACA6FF27}"/>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741E9173-41F8-44F2-90CF-A6E7574DD7C0}"/>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13" name="text">
            <a:extLst xmlns:a="http://schemas.openxmlformats.org/drawingml/2006/main">
              <a:ext uri="{FF2B5EF4-FFF2-40B4-BE49-F238E27FC236}">
                <a16:creationId xmlns:a16="http://schemas.microsoft.com/office/drawing/2014/main" id="{C48AE8DA-35EE-46F7-BF34-DCB3156FE4BC}"/>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1D74555F-49DB-483E-9B53-132FF36B9795}"/>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E939F5C5-12C8-4892-850E-40F8C719A5F7}"/>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3CE77006-B7A9-4BC5-8927-12E7F38A24AF}"/>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F0E266C6-CA3A-4ED9-A9E7-C5E6F05D7D43}"/>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2EC6E518-D18C-4697-A51F-51982E755720}"/>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19" name="text">
            <a:extLst xmlns:a="http://schemas.openxmlformats.org/drawingml/2006/main">
              <a:ext uri="{FF2B5EF4-FFF2-40B4-BE49-F238E27FC236}">
                <a16:creationId xmlns:a16="http://schemas.microsoft.com/office/drawing/2014/main" id="{7202EAA1-7D90-4E3E-826D-D33AD6ED49D1}"/>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A2711BE3-0CC3-4119-969A-2F64AAF048D1}"/>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D960128C-C429-4E49-BAF0-E92BCA756E22}"/>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C8ADEEEC-647E-4599-953E-79FCB875FF76}"/>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5F542379-2A8B-47C0-84DF-69D2789F4FDE}"/>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385A177E-5EBE-446B-95D3-45D0D1969C85}"/>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25" name="text">
            <a:extLst xmlns:a="http://schemas.openxmlformats.org/drawingml/2006/main">
              <a:ext uri="{FF2B5EF4-FFF2-40B4-BE49-F238E27FC236}">
                <a16:creationId xmlns:a16="http://schemas.microsoft.com/office/drawing/2014/main" id="{7B5BD384-27DB-4F8D-BC75-03A975AC625D}"/>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C1B8A4B6-0579-439D-A06F-7E34E66247CD}"/>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B70E761F-21D6-4904-B89B-F23292C3401F}"/>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FEBEBA67-D429-4741-A9CA-10CFEFE4AAFB}"/>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9F9A6652-A629-417F-B1BD-110905E0A919}"/>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1BB5EAC1-056C-4C39-A9E5-1BE7B94462F2}"/>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gradFill xmlns:a="http://schemas.openxmlformats.org/drawingml/2006/main">
            <a:gsLst>
              <a:gs pos="0">
                <a:srgbClr val="526547"/>
              </a:gs>
              <a:gs pos="48000">
                <a:srgbClr val="34492D"/>
              </a:gs>
              <a:gs pos="100000">
                <a:srgbClr val="23301F"/>
              </a:gs>
            </a:gsLst>
            <a:lin ang="6900000"/>
          </a:gradFill>
          <a:ln xmlns:a="http://schemas.openxmlformats.org/drawingml/2006/main" w="9525">
            <a:solidFill>
              <a:srgbClr val="7B8B70">
                <a:alpha val="65000"/>
              </a:srgbClr>
            </a:solidFill>
          </a:ln>
        </p:spPr>
      </p:sp>
      <p:sp>
        <p:nvSpPr>
          <p:cNvPr id="31" name="text">
            <a:extLst xmlns:a="http://schemas.openxmlformats.org/drawingml/2006/main">
              <a:ext uri="{FF2B5EF4-FFF2-40B4-BE49-F238E27FC236}">
                <a16:creationId xmlns:a16="http://schemas.microsoft.com/office/drawing/2014/main" id="{629EB897-BF47-43AA-A859-C858ED657FBB}"/>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
        <p:nvSpPr>
          <p:cNvPr id="32" name="얇은 표면 반사">
            <a:extLst xmlns:a="http://schemas.openxmlformats.org/drawingml/2006/main">
              <a:ext uri="{FF2B5EF4-FFF2-40B4-BE49-F238E27FC236}">
                <a16:creationId xmlns:a16="http://schemas.microsoft.com/office/drawing/2014/main" id="{6530C8D9-7408-4DCF-9957-901F2DF1FFB1}"/>
              </a:ext>
            </a:extLst>
          </p:cNvPr>
          <p:cNvSpPr>
            <a:spLocks xmlns:a="http://schemas.openxmlformats.org/drawingml/2006/main" noGrp="1"/>
          </p:cNvSpPr>
          <p:nvPr/>
        </p:nvSpPr>
        <p:spPr>
          <a:xfrm xmlns:a="http://schemas.openxmlformats.org/drawingml/2006/main">
            <a:off x="13239750" y="4429125"/>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3" name="얇은 표면 반사">
            <a:extLst xmlns:a="http://schemas.openxmlformats.org/drawingml/2006/main">
              <a:ext uri="{FF2B5EF4-FFF2-40B4-BE49-F238E27FC236}">
                <a16:creationId xmlns:a16="http://schemas.microsoft.com/office/drawing/2014/main" id="{5241569A-01B5-4EEF-821A-81AF4D6B659E}"/>
              </a:ext>
            </a:extLst>
          </p:cNvPr>
          <p:cNvSpPr>
            <a:spLocks xmlns:a="http://schemas.openxmlformats.org/drawingml/2006/main" noGrp="1"/>
          </p:cNvSpPr>
          <p:nvPr/>
        </p:nvSpPr>
        <p:spPr>
          <a:xfrm xmlns:a="http://schemas.openxmlformats.org/drawingml/2006/main">
            <a:off x="13239750" y="5543550"/>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4" name="얇은 표면 반사">
            <a:extLst xmlns:a="http://schemas.openxmlformats.org/drawingml/2006/main">
              <a:ext uri="{FF2B5EF4-FFF2-40B4-BE49-F238E27FC236}">
                <a16:creationId xmlns:a16="http://schemas.microsoft.com/office/drawing/2014/main" id="{88DE1F6D-D243-4E7A-9473-76A5A9696331}"/>
              </a:ext>
            </a:extLst>
          </p:cNvPr>
          <p:cNvSpPr>
            <a:spLocks xmlns:a="http://schemas.openxmlformats.org/drawingml/2006/main" noGrp="1"/>
          </p:cNvSpPr>
          <p:nvPr/>
        </p:nvSpPr>
        <p:spPr>
          <a:xfrm xmlns:a="http://schemas.openxmlformats.org/drawingml/2006/main">
            <a:off x="13239750" y="6657975"/>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
        <p:nvSpPr>
          <p:cNvPr id="35" name="얇은 표면 반사">
            <a:extLst xmlns:a="http://schemas.openxmlformats.org/drawingml/2006/main">
              <a:ext uri="{FF2B5EF4-FFF2-40B4-BE49-F238E27FC236}">
                <a16:creationId xmlns:a16="http://schemas.microsoft.com/office/drawing/2014/main" id="{89134A85-CC62-4640-BA10-A4B51DCCAE86}"/>
              </a:ext>
            </a:extLst>
          </p:cNvPr>
          <p:cNvSpPr>
            <a:spLocks xmlns:a="http://schemas.openxmlformats.org/drawingml/2006/main" noGrp="1"/>
          </p:cNvSpPr>
          <p:nvPr/>
        </p:nvSpPr>
        <p:spPr>
          <a:xfrm xmlns:a="http://schemas.openxmlformats.org/drawingml/2006/main">
            <a:off x="13239750" y="7772400"/>
            <a:ext cx="2762250" cy="9525"/>
          </a:xfrm>
          <a:prstGeom xmlns:a="http://schemas.openxmlformats.org/drawingml/2006/main" prst="rect">
            <a:avLst/>
          </a:prstGeom>
          <a:solidFill xmlns:a="http://schemas.openxmlformats.org/drawingml/2006/main">
            <a:srgbClr val="BFCCB0">
              <a:alpha val="45000"/>
            </a:srgbClr>
          </a:solidFill>
          <a:ln xmlns:a="http://schemas.openxmlformats.org/drawingml/2006/main" w="0">
            <a:noFill/>
          </a:ln>
        </p:spPr>
      </p:sp>
    </p:spTree>
    <p:extLst>
      <p:ext uri="{BB962C8B-B14F-4D97-AF65-F5344CB8AC3E}">
        <p14:creationId xmlns:p14="http://schemas.microsoft.com/office/powerpoint/2010/main" val="320889241"/>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93EF1D79-6185-4471-8C49-B6AFBF9B5BF4}"/>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614BC02D-AC46-400F-B504-1F6E05645B81}"/>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DB1DDAB-EA5B-4D99-AA29-656B8B832FE9}"/>
              </a:ext>
            </a:extLst>
          </p:cNvPr>
          <p:cNvPicPr>
            <a:picLocks xmlns:a="http://schemas.openxmlformats.org/drawingml/2006/main" noChangeAspect="1"/>
          </p:cNvPicPr>
          <p:nvPr/>
        </p:nvPicPr>
        <p:blipFill>
          <a:blip xmlns:r="http://schemas.openxmlformats.org/officeDocument/2006/relationships" xmlns:a="http://schemas.openxmlformats.org/drawingml/2006/main" r:embed="Re4797b8194fb459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4A55E9-73F6-4DA6-989D-99D9869AC0F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67370BD-DEBB-4067-A0E2-3F2D1DE4D7C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33112FF-F037-45F1-AF1E-CE18753068B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86FD744-A13F-4F92-B919-F96865C0CC7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666A727-67A4-4056-80C9-1D8EEF3F848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8DF9003A-84BD-4083-B2B1-8F00F80689D4}"/>
              </a:ext>
            </a:extLst>
          </p:cNvPr>
          <p:cNvPicPr>
            <a:picLocks xmlns:a="http://schemas.openxmlformats.org/drawingml/2006/main" noChangeAspect="1"/>
          </p:cNvPicPr>
          <p:nvPr/>
        </p:nvPicPr>
        <p:blipFill>
          <a:blip xmlns:r="http://schemas.openxmlformats.org/officeDocument/2006/relationships" xmlns:a="http://schemas.openxmlformats.org/drawingml/2006/main" r:embed="R3f7756ace4af404d"/>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E8BE83F-028E-4C86-91E9-B0E55E273FEA}"/>
              </a:ext>
            </a:extLst>
          </p:cNvPr>
          <p:cNvPicPr>
            <a:picLocks xmlns:a="http://schemas.openxmlformats.org/drawingml/2006/main" noChangeAspect="1"/>
          </p:cNvPicPr>
          <p:nvPr/>
        </p:nvPicPr>
        <p:blipFill>
          <a:blip xmlns:r="http://schemas.openxmlformats.org/officeDocument/2006/relationships" xmlns:a="http://schemas.openxmlformats.org/drawingml/2006/main" r:embed="Rc4760b8cd38b4218"/>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B501780D-2798-408E-A75F-1908DED13AD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B7A361DA-CC88-443F-9329-E2EB2EF535FA}"/>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65DE886A-3BA9-4804-B165-59858C24DEFB}"/>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792665715"/>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B357D8F7-271E-4062-BAD7-B2B5D7914AEF}"/>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9E04D935-B02A-441A-929D-A9E7CD29909B}"/>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9D56E93-DE89-44E6-8C95-576DBCA1D85C}"/>
              </a:ext>
            </a:extLst>
          </p:cNvPr>
          <p:cNvPicPr>
            <a:picLocks xmlns:a="http://schemas.openxmlformats.org/drawingml/2006/main" noChangeAspect="1"/>
          </p:cNvPicPr>
          <p:nvPr/>
        </p:nvPicPr>
        <p:blipFill>
          <a:blip xmlns:r="http://schemas.openxmlformats.org/officeDocument/2006/relationships" xmlns:a="http://schemas.openxmlformats.org/drawingml/2006/main" r:embed="Re2845a59cbe2456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C6932A5-0954-4326-A830-62D03883086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1A78460-2CBC-4644-9351-723690FFB3D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457C08A-6935-41FE-80A8-640FC40BD05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75A57EB-C0A3-48EE-9D92-415AE9127EB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061FC2A-F877-41B9-8E84-26053111AC5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4B2D18C1-27C3-4001-9D0D-6CE44FB68B72}"/>
              </a:ext>
            </a:extLst>
          </p:cNvPr>
          <p:cNvPicPr>
            <a:picLocks xmlns:a="http://schemas.openxmlformats.org/drawingml/2006/main" noChangeAspect="1"/>
          </p:cNvPicPr>
          <p:nvPr/>
        </p:nvPicPr>
        <p:blipFill>
          <a:blip xmlns:r="http://schemas.openxmlformats.org/officeDocument/2006/relationships" xmlns:a="http://schemas.openxmlformats.org/drawingml/2006/main" r:embed="Rc961a6c4ff274e52"/>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50C0B793-C1E4-4C38-BADA-18FA64FDEAF0}"/>
              </a:ext>
            </a:extLst>
          </p:cNvPr>
          <p:cNvPicPr>
            <a:picLocks xmlns:a="http://schemas.openxmlformats.org/drawingml/2006/main" noChangeAspect="1"/>
          </p:cNvPicPr>
          <p:nvPr/>
        </p:nvPicPr>
        <p:blipFill>
          <a:blip xmlns:r="http://schemas.openxmlformats.org/officeDocument/2006/relationships" xmlns:a="http://schemas.openxmlformats.org/drawingml/2006/main" r:embed="Rc1c1187e4d7a4bba"/>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0BB562AE-BC41-477B-9BB1-85C981A56844}"/>
              </a:ext>
            </a:extLst>
          </p:cNvPr>
          <p:cNvPicPr>
            <a:picLocks xmlns:a="http://schemas.openxmlformats.org/drawingml/2006/main" noChangeAspect="1"/>
          </p:cNvPicPr>
          <p:nvPr/>
        </p:nvPicPr>
        <p:blipFill>
          <a:blip xmlns:r="http://schemas.openxmlformats.org/officeDocument/2006/relationships" xmlns:a="http://schemas.openxmlformats.org/drawingml/2006/main" r:embed="R042836df32f4411b"/>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46F59B76-B9B6-42BE-9D57-D694E8BDEC6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8E0DAC37-CD0B-482F-AE95-482E913B8F62}"/>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F7D213C6-3FBD-4302-957C-EDA7172BF736}"/>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462178216"/>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E5C411C-ABD5-460F-8544-832945AD6F26}"/>
              </a:ext>
            </a:extLst>
          </p:cNvPr>
          <p:cNvPicPr>
            <a:picLocks xmlns:a="http://schemas.openxmlformats.org/drawingml/2006/main" noChangeAspect="1"/>
          </p:cNvPicPr>
          <p:nvPr/>
        </p:nvPicPr>
        <p:blipFill>
          <a:blip xmlns:r="http://schemas.openxmlformats.org/officeDocument/2006/relationships" xmlns:a="http://schemas.openxmlformats.org/drawingml/2006/main" r:embed="R693310d66d5b4e9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64D1381-8674-4440-93C7-C79FF4E9D05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E7F93BD-8C56-4C83-BC98-F88FD12FFD2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A6F5DC1-84D2-427B-A30C-1D51589265A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D6CB331-BFEA-4C66-95B9-2E1966C6561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CF3A1D32-DA38-4D83-B6AB-D8677BCCDFF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06949A84-C9F8-408A-8C0E-5887265E238D}"/>
              </a:ext>
            </a:extLst>
          </p:cNvPr>
          <p:cNvPicPr>
            <a:picLocks xmlns:a="http://schemas.openxmlformats.org/drawingml/2006/main" noChangeAspect="1"/>
          </p:cNvPicPr>
          <p:nvPr/>
        </p:nvPicPr>
        <p:blipFill>
          <a:blip xmlns:r="http://schemas.openxmlformats.org/officeDocument/2006/relationships" xmlns:a="http://schemas.openxmlformats.org/drawingml/2006/main" r:embed="R343045af9f074ea2"/>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4C2207D-9F10-49E5-A5E2-BF08A70BBFE7}"/>
              </a:ext>
            </a:extLst>
          </p:cNvPr>
          <p:cNvPicPr>
            <a:picLocks xmlns:a="http://schemas.openxmlformats.org/drawingml/2006/main" noChangeAspect="1"/>
          </p:cNvPicPr>
          <p:nvPr/>
        </p:nvPicPr>
        <p:blipFill>
          <a:blip xmlns:r="http://schemas.openxmlformats.org/officeDocument/2006/relationships" xmlns:a="http://schemas.openxmlformats.org/drawingml/2006/main" r:embed="R7a8bcc164b424228"/>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243F50BB-3D71-42B2-A850-CC6222F8F3A5}"/>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1187740388"/>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6B76E50-FB96-422E-B4A6-DF1E28EDE482}"/>
              </a:ext>
            </a:extLst>
          </p:cNvPr>
          <p:cNvPicPr>
            <a:picLocks xmlns:a="http://schemas.openxmlformats.org/drawingml/2006/main" noChangeAspect="1"/>
          </p:cNvPicPr>
          <p:nvPr/>
        </p:nvPicPr>
        <p:blipFill>
          <a:blip xmlns:r="http://schemas.openxmlformats.org/officeDocument/2006/relationships" xmlns:a="http://schemas.openxmlformats.org/drawingml/2006/main" r:embed="Re3b1c35439b14449"/>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4D2EF527-D08C-4C22-A873-5D152AAB800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657231D-6DD5-42F5-BFE7-8DC12FC6676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4C930B0C-BDFC-4CE1-8EDE-7DD860EDBC22}"/>
              </a:ext>
            </a:extLst>
          </p:cNvPr>
          <p:cNvPicPr>
            <a:picLocks xmlns:a="http://schemas.openxmlformats.org/drawingml/2006/main" noChangeAspect="1"/>
          </p:cNvPicPr>
          <p:nvPr/>
        </p:nvPicPr>
        <p:blipFill>
          <a:blip xmlns:r="http://schemas.openxmlformats.org/officeDocument/2006/relationships" xmlns:a="http://schemas.openxmlformats.org/drawingml/2006/main" r:embed="R90ecc9b72520418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6CF0A7C5-4D78-437F-A521-A407927F7C6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4D6DA371-F061-4EAC-8A9B-89AED43337D5}"/>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3AE3F83C-B35A-450F-AD3C-C478F0E8D4B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9AA453BF-6A25-449D-8157-E5BAD314BD72}"/>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834794079"/>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C9270CC-241E-4CD1-9FE5-A5F0351C4684}"/>
              </a:ext>
            </a:extLst>
          </p:cNvPr>
          <p:cNvPicPr>
            <a:picLocks xmlns:a="http://schemas.openxmlformats.org/drawingml/2006/main" noChangeAspect="1"/>
          </p:cNvPicPr>
          <p:nvPr/>
        </p:nvPicPr>
        <p:blipFill>
          <a:blip xmlns:r="http://schemas.openxmlformats.org/officeDocument/2006/relationships" xmlns:a="http://schemas.openxmlformats.org/drawingml/2006/main" r:embed="R27ff212f4093488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823ECE5-F2D7-4FC5-8ED1-4CB047915AD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61D96C4-D1B0-4FF4-8D29-8395D1EFE02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94C7084-8B83-4403-BBAF-DCBB1150C45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CF3C4A9-033B-456E-8280-85AC9AD141C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5E3B183-5A81-488B-A82B-4AE5B311F36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8AE57400-F186-46AB-B599-54A72CC1BB66}"/>
              </a:ext>
            </a:extLst>
          </p:cNvPr>
          <p:cNvPicPr>
            <a:picLocks xmlns:a="http://schemas.openxmlformats.org/drawingml/2006/main" noChangeAspect="1"/>
          </p:cNvPicPr>
          <p:nvPr/>
        </p:nvPicPr>
        <p:blipFill>
          <a:blip xmlns:r="http://schemas.openxmlformats.org/officeDocument/2006/relationships" xmlns:a="http://schemas.openxmlformats.org/drawingml/2006/main" r:embed="R73ccc7a006a64700"/>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78C095A8-43FC-4C32-A797-09769E0017B8}"/>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10AEBDFB-4F4A-47C0-B77D-1A3B5E0CCB94}"/>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CBDEB7A2-482E-4419-8E51-2C8B8B1402DF}"/>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440213817"/>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2B5017E3-3214-401E-A615-1E7BD970EE9B}"/>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733FDE3D-5485-4D7C-A383-FB1111EDE56C}"/>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A0D0C6B9-F77D-4F24-AA7F-4E371AAEA8B5}"/>
              </a:ext>
            </a:extLst>
          </p:cNvPr>
          <p:cNvPicPr>
            <a:picLocks xmlns:a="http://schemas.openxmlformats.org/drawingml/2006/main" noChangeAspect="1"/>
          </p:cNvPicPr>
          <p:nvPr/>
        </p:nvPicPr>
        <p:blipFill>
          <a:blip xmlns:r="http://schemas.openxmlformats.org/officeDocument/2006/relationships" xmlns:a="http://schemas.openxmlformats.org/drawingml/2006/main" r:embed="Re7dc18690e8b40e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4795D5-F97E-4754-9EE3-7C6438E289B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4DE75A4-74AF-4327-BD09-FE29EBD7893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D23B0B2-5208-44E3-B76C-4DCB7977807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9E62373-2616-4418-9920-F68AEC342A5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3FD93A3-BD8D-4189-B7E2-91F2BC99730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8458F84A-C5EB-42D5-9FAC-7A8AB6DC2D27}"/>
              </a:ext>
            </a:extLst>
          </p:cNvPr>
          <p:cNvPicPr>
            <a:picLocks xmlns:a="http://schemas.openxmlformats.org/drawingml/2006/main" noChangeAspect="1"/>
          </p:cNvPicPr>
          <p:nvPr/>
        </p:nvPicPr>
        <p:blipFill>
          <a:blip xmlns:r="http://schemas.openxmlformats.org/officeDocument/2006/relationships" xmlns:a="http://schemas.openxmlformats.org/drawingml/2006/main" r:embed="R332bf92a68624b11"/>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9FC999B7-086A-4DB1-8F46-35BF40D25C58}"/>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F4423B01-972B-4717-AFD2-B60EDB1779D9}"/>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36ED16E1-FF34-4FAA-ADBF-B57C762A6272}"/>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FB07B0E4-9E5F-4432-BBAB-0E566D7D1420}"/>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85458D23-B328-4B58-AB4E-A2463B86A7BA}"/>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9A3CD371-EB4C-4F3B-B445-6036D666661D}"/>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2C07C0-6704-44A5-92D7-E0C07BA761D9}"/>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1336937928"/>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6E75561-82A1-4120-B4EF-5691889B2C67}"/>
              </a:ext>
            </a:extLst>
          </p:cNvPr>
          <p:cNvPicPr>
            <a:picLocks xmlns:a="http://schemas.openxmlformats.org/drawingml/2006/main" noChangeAspect="1"/>
          </p:cNvPicPr>
          <p:nvPr/>
        </p:nvPicPr>
        <p:blipFill>
          <a:blip xmlns:r="http://schemas.openxmlformats.org/officeDocument/2006/relationships" xmlns:a="http://schemas.openxmlformats.org/drawingml/2006/main" r:embed="Re3b47eee5e824b0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8F6893-AA86-4339-BA3F-6812BD5900F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653E938-A3C9-47AA-BDD0-B14DC6B28D8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D19A649-A428-4E41-9F8C-196A6BF793A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8A28C7C-1BA2-4A79-9F70-18712A59C16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996BC13-AA08-4A01-A7B9-17274AA1A4B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41A7DB0D-9137-4315-A9A4-1B24135D17C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739E70B5-7C37-4D7F-89F7-BBB79D389218}"/>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670D0498-7C47-4789-A845-3F390372B9F8}"/>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61DA208-D494-40BD-A776-DB8B5AFDB010}"/>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C73D485-6ABD-45BE-818D-646CF67E9576}"/>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16102C27-E44E-4410-A3BE-B8F2AAA25120}"/>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48504C7-0D06-4ECA-AE65-A48493565257}"/>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574795824"/>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1569236D-9D95-4CF6-833A-DC45310D2FF0}"/>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12734DE7-58D2-4E1B-B909-93CC0E5D837C}"/>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9DF878A1-62C8-4678-A965-564E7F5E0F6D}"/>
              </a:ext>
            </a:extLst>
          </p:cNvPr>
          <p:cNvPicPr>
            <a:picLocks xmlns:a="http://schemas.openxmlformats.org/drawingml/2006/main" noChangeAspect="1"/>
          </p:cNvPicPr>
          <p:nvPr/>
        </p:nvPicPr>
        <p:blipFill>
          <a:blip xmlns:r="http://schemas.openxmlformats.org/officeDocument/2006/relationships" xmlns:a="http://schemas.openxmlformats.org/drawingml/2006/main" r:embed="R7905653c55ad43b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7F8E53B-430F-4C61-BFD0-F91BF3AA28F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C7BD20B-8311-4B30-8463-6B3C0CCF2AF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71299E7-1267-4B83-9C0E-FBBB49FDB14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4905D19-A1F5-456C-9F43-9DD5B67ABB6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82013C5-A0BB-40A3-A1BC-F6D2F899370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A17575E4-DE80-4910-B524-A90322872688}"/>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0EF5D4A7-BB2C-45AC-B528-74D00ACCFC5C}"/>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B343CEE4-0927-4FBB-ACEF-09F41DC8F7E0}"/>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8561CEA2-CAEB-45D8-A28A-39E16BB38E1B}"/>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Tree>
    <p:extLst>
      <p:ext uri="{BB962C8B-B14F-4D97-AF65-F5344CB8AC3E}">
        <p14:creationId xmlns:p14="http://schemas.microsoft.com/office/powerpoint/2010/main" val="1906981830"/>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AA544AA-34C8-473A-93BA-5BB3121D00D3}"/>
              </a:ext>
            </a:extLst>
          </p:cNvPr>
          <p:cNvPicPr>
            <a:picLocks xmlns:a="http://schemas.openxmlformats.org/drawingml/2006/main" noChangeAspect="1"/>
          </p:cNvPicPr>
          <p:nvPr/>
        </p:nvPicPr>
        <p:blipFill>
          <a:blip xmlns:r="http://schemas.openxmlformats.org/officeDocument/2006/relationships" xmlns:a="http://schemas.openxmlformats.org/drawingml/2006/main" r:embed="Rc99a7ae80dca47d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2D7BA7-6856-42E0-B683-68B978236F1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5604A99-27ED-49E3-908A-B860A5F8943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DB35ADF-9588-4FBE-8673-7CC6E3511284}"/>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C3AAD4C-4319-42C2-9D2E-0548486666EE}"/>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0E86C0A0-0B0D-4349-8069-D67C6307E56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FC087610-DACE-4561-A168-F65BA0E06D77}"/>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B6502D84-6156-4C5A-A52F-235E5F575B53}"/>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BCA47F58-D457-42D8-8EC0-64F762973A57}"/>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B061430D-A47F-4B59-BFFB-4F7871762B36}"/>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3B825E46-75FB-47CF-881F-0D015799BFA8}"/>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8965DA51-F5C6-4EEF-AA2C-97BAC6EC9A96}"/>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DC66BAD-416C-46E3-B721-F9E83DE575C7}"/>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565951213"/>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EF37E70-2D31-47BE-822F-380442A5FFA6}"/>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0931FEC5-0F34-4775-8996-18CEF09E0CC4}"/>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91A12F12-7C95-436C-9338-C739DBF4FE15}"/>
              </a:ext>
            </a:extLst>
          </p:cNvPr>
          <p:cNvPicPr>
            <a:picLocks xmlns:a="http://schemas.openxmlformats.org/drawingml/2006/main" noChangeAspect="1"/>
          </p:cNvPicPr>
          <p:nvPr/>
        </p:nvPicPr>
        <p:blipFill>
          <a:blip xmlns:r="http://schemas.openxmlformats.org/officeDocument/2006/relationships" xmlns:a="http://schemas.openxmlformats.org/drawingml/2006/main" r:embed="R03cdbda0f793441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BF85D7-06E2-4648-901F-893CB63E292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D8710E-D2C1-447B-97EF-3179996AAC1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76C948E-5426-4CAA-A693-37F02DA9E39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6F9D95C-5200-4316-8DC5-D4DF3187F8B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D272B03C-0F0E-45D5-ADC9-8F18723AFF8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4C7EB280-81D3-4189-8749-B03A5E82C51A}"/>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BD8903E1-6F55-4610-9CF6-3F7F86C757D3}"/>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97E2DF6F-F572-4109-A731-7A7B11B927AA}"/>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BC56D16D-72E3-49A8-BF86-9DFC5541FDD5}"/>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C1596126-D235-4E52-9F52-DD43DAE6B71C}"/>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810440590"/>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6BD3266-0AC2-43B4-8F10-4725875945B3}"/>
              </a:ext>
            </a:extLst>
          </p:cNvPr>
          <p:cNvPicPr>
            <a:picLocks xmlns:a="http://schemas.openxmlformats.org/drawingml/2006/main" noChangeAspect="1"/>
          </p:cNvPicPr>
          <p:nvPr/>
        </p:nvPicPr>
        <p:blipFill>
          <a:blip xmlns:r="http://schemas.openxmlformats.org/officeDocument/2006/relationships" xmlns:a="http://schemas.openxmlformats.org/drawingml/2006/main" r:embed="Re4bfbf196b3c43f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E4D52F4-2D37-4A29-B59D-3316E5E20A5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B210D2-8C81-4947-A200-A2DDFF1E58E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605A0EA-534C-41CD-B361-2DB8A0E39A4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0E08F7A-7D2E-4273-B6D2-815208693B6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39A60EB-F481-409E-BF13-E038BF6A7AF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159296F4-5798-4E08-8CBE-DAACDCA730D0}"/>
              </a:ext>
            </a:extLst>
          </p:cNvPr>
          <p:cNvGraphicFramePr/>
          <p:nvPr/>
        </p:nvGraphicFramePr>
        <p:xfrm>
          <a:off xmlns:a="http://schemas.openxmlformats.org/drawingml/2006/main" x="7810500" y="4714875"/>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8B796800-4D39-445E-BEB1-12F50B980986}"/>
              </a:ext>
            </a:extLst>
          </p:cNvPr>
          <p:cNvSpPr>
            <a:spLocks xmlns:a="http://schemas.openxmlformats.org/drawingml/2006/main" noGrp="1"/>
          </p:cNvSpPr>
          <p:nvPr/>
        </p:nvSpPr>
        <p:spPr>
          <a:xfrm xmlns:a="http://schemas.openxmlformats.org/drawingml/2006/main" rot="0">
            <a:off x="781050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A97CF81-E1AD-4781-96DB-215C8AAC7C84}"/>
              </a:ext>
            </a:extLst>
          </p:cNvPr>
          <p:cNvSpPr>
            <a:spLocks xmlns:a="http://schemas.openxmlformats.org/drawingml/2006/main" noGrp="1"/>
          </p:cNvSpPr>
          <p:nvPr/>
        </p:nvSpPr>
        <p:spPr>
          <a:xfrm xmlns:a="http://schemas.openxmlformats.org/drawingml/2006/main" rot="5400000">
            <a:off x="1647825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DA083CD4-90DC-4BCA-8FDF-335A7CD2D846}"/>
              </a:ext>
            </a:extLst>
          </p:cNvPr>
          <p:cNvSpPr>
            <a:spLocks xmlns:a="http://schemas.openxmlformats.org/drawingml/2006/main" noGrp="1"/>
          </p:cNvSpPr>
          <p:nvPr/>
        </p:nvSpPr>
        <p:spPr>
          <a:xfrm xmlns:a="http://schemas.openxmlformats.org/drawingml/2006/main" rot="10800000">
            <a:off x="1647825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E2F49133-4DF0-47EE-A329-524626D14D21}"/>
              </a:ext>
            </a:extLst>
          </p:cNvPr>
          <p:cNvSpPr>
            <a:spLocks xmlns:a="http://schemas.openxmlformats.org/drawingml/2006/main" noGrp="1"/>
          </p:cNvSpPr>
          <p:nvPr/>
        </p:nvSpPr>
        <p:spPr>
          <a:xfrm xmlns:a="http://schemas.openxmlformats.org/drawingml/2006/main" rot="16200000">
            <a:off x="781050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282B33F5-0921-4A58-94BD-1DED3DAE2430}"/>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a:solidFill>
                  <a:srgbClr val="BBBBBB"/>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F465C320-E99B-4643-8665-3EE97622FEA0}"/>
              </a:ext>
            </a:extLst>
          </p:cNvPr>
          <p:cNvPicPr>
            <a:picLocks xmlns:a="http://schemas.openxmlformats.org/drawingml/2006/main" noChangeAspect="1"/>
          </p:cNvPicPr>
          <p:nvPr/>
        </p:nvPicPr>
        <p:blipFill>
          <a:blip xmlns:r="http://schemas.openxmlformats.org/officeDocument/2006/relationships" xmlns:a="http://schemas.openxmlformats.org/drawingml/2006/main" r:embed="R18b5989452ba4cdc"/>
          <a:stretch xmlns:a="http://schemas.openxmlformats.org/drawingml/2006/main"/>
        </p:blipFill>
        <p:spPr>
          <a:xfrm xmlns:a="http://schemas.openxmlformats.org/drawingml/2006/main">
            <a:off x="1571625" y="5019506"/>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1C95B19C-A973-41EC-9B1D-70730CC9A723}"/>
              </a:ext>
            </a:extLst>
          </p:cNvPr>
          <p:cNvPicPr>
            <a:picLocks xmlns:a="http://schemas.openxmlformats.org/drawingml/2006/main" noChangeAspect="1"/>
          </p:cNvPicPr>
          <p:nvPr/>
        </p:nvPicPr>
        <p:blipFill>
          <a:blip xmlns:r="http://schemas.openxmlformats.org/officeDocument/2006/relationships" xmlns:a="http://schemas.openxmlformats.org/drawingml/2006/main" r:embed="Rd6783531e77441aa"/>
          <a:stretch xmlns:a="http://schemas.openxmlformats.org/drawingml/2006/main"/>
        </p:blipFill>
        <p:spPr>
          <a:xfrm xmlns:a="http://schemas.openxmlformats.org/drawingml/2006/main">
            <a:off x="4667250" y="5392645"/>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5816BFFF-906E-4F24-8395-389A1E569C65}"/>
              </a:ext>
            </a:extLst>
          </p:cNvPr>
          <p:cNvSpPr>
            <a:spLocks xmlns:a="http://schemas.openxmlformats.org/drawingml/2006/main" noGrp="1"/>
          </p:cNvSpPr>
          <p:nvPr/>
        </p:nvSpPr>
        <p:spPr>
          <a:xfrm xmlns:a="http://schemas.openxmlformats.org/drawingml/2006/main">
            <a:off x="1905000"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83E21CE2-E246-4847-878F-AB9F5C88D96B}"/>
              </a:ext>
            </a:extLst>
          </p:cNvPr>
          <p:cNvSpPr>
            <a:spLocks xmlns:a="http://schemas.openxmlformats.org/drawingml/2006/main" noGrp="1"/>
          </p:cNvSpPr>
          <p:nvPr/>
        </p:nvSpPr>
        <p:spPr>
          <a:xfrm xmlns:a="http://schemas.openxmlformats.org/drawingml/2006/main">
            <a:off x="5000625"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
        <p:nvSpPr>
          <p:cNvPr id="21" name="text">
            <a:extLst xmlns:a="http://schemas.openxmlformats.org/drawingml/2006/main">
              <a:ext uri="{FF2B5EF4-FFF2-40B4-BE49-F238E27FC236}">
                <a16:creationId xmlns:a16="http://schemas.microsoft.com/office/drawing/2014/main" id="{9C23B28C-21EF-4D62-9E5E-83D6F0317EDD}"/>
              </a:ext>
            </a:extLst>
          </p:cNvPr>
          <p:cNvSpPr>
            <a:spLocks xmlns:a="http://schemas.openxmlformats.org/drawingml/2006/main" noGrp="1"/>
          </p:cNvSpPr>
          <p:nvPr/>
        </p:nvSpPr>
        <p:spPr>
          <a:xfrm xmlns:a="http://schemas.openxmlformats.org/drawingml/2006/main">
            <a:off x="9620250" y="817245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이 조건에서 더 안정한 기준 원소 물질</a:t>
            </a:r>
          </a:p>
        </p:txBody>
      </p:sp>
      <p:pic>
        <p:nvPicPr>
          <p:cNvPr id="22" name="">
            <a:extLst xmlns:a="http://schemas.openxmlformats.org/drawingml/2006/main">
              <a:ext uri="{FF2B5EF4-FFF2-40B4-BE49-F238E27FC236}">
                <a16:creationId xmlns:a16="http://schemas.microsoft.com/office/drawing/2014/main" id="{A2F50185-C8A5-42B7-99EF-FFB616B71CA1}"/>
              </a:ext>
            </a:extLst>
          </p:cNvPr>
          <p:cNvPicPr>
            <a:picLocks xmlns:a="http://schemas.openxmlformats.org/drawingml/2006/main" noChangeAspect="1"/>
          </p:cNvPicPr>
          <p:nvPr/>
        </p:nvPicPr>
        <p:blipFill>
          <a:blip xmlns:r="http://schemas.openxmlformats.org/officeDocument/2006/relationships" xmlns:a="http://schemas.openxmlformats.org/drawingml/2006/main" r:embed="R0a8b7e41a12b4ae7"/>
          <a:stretch xmlns:a="http://schemas.openxmlformats.org/drawingml/2006/main"/>
        </p:blipFill>
        <p:spPr>
          <a:xfrm xmlns:a="http://schemas.openxmlformats.org/drawingml/2006/main">
            <a:off x="8286750" y="7954005"/>
            <a:ext cx="1238250" cy="532140"/>
          </a:xfrm>
          <a:prstGeom xmlns:a="http://schemas.openxmlformats.org/drawingml/2006/main" prst="rect">
            <a:avLst/>
          </a:prstGeom>
        </p:spPr>
      </p:pic>
    </p:spTree>
    <p:extLst>
      <p:ext uri="{BB962C8B-B14F-4D97-AF65-F5344CB8AC3E}">
        <p14:creationId xmlns:p14="http://schemas.microsoft.com/office/powerpoint/2010/main" val="1668316401"/>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3370B593-837F-45F2-A261-7A01D54A56D0}"/>
              </a:ext>
            </a:extLst>
          </p:cNvPr>
          <p:cNvSpPr>
            <a:spLocks xmlns:a="http://schemas.openxmlformats.org/drawingml/2006/main" noGrp="1"/>
          </p:cNvSpPr>
          <p:nvPr/>
        </p:nvSpPr>
        <p:spPr>
          <a:xfrm xmlns:a="http://schemas.openxmlformats.org/drawingml/2006/main">
            <a:off x="2095500" y="762000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45235CAE-ECBE-4EE7-99BF-D69C6C206818}"/>
              </a:ext>
            </a:extLst>
          </p:cNvPr>
          <p:cNvSpPr>
            <a:spLocks xmlns:a="http://schemas.openxmlformats.org/drawingml/2006/main" noGrp="1"/>
          </p:cNvSpPr>
          <p:nvPr/>
        </p:nvSpPr>
        <p:spPr>
          <a:xfrm xmlns:a="http://schemas.openxmlformats.org/drawingml/2006/main">
            <a:off x="2095500" y="519112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01ED0A9F-3765-4A07-883E-32148922D7D5}"/>
              </a:ext>
            </a:extLst>
          </p:cNvPr>
          <p:cNvPicPr>
            <a:picLocks xmlns:a="http://schemas.openxmlformats.org/drawingml/2006/main" noChangeAspect="1"/>
          </p:cNvPicPr>
          <p:nvPr/>
        </p:nvPicPr>
        <p:blipFill>
          <a:blip xmlns:r="http://schemas.openxmlformats.org/officeDocument/2006/relationships" xmlns:a="http://schemas.openxmlformats.org/drawingml/2006/main" r:embed="Rd2919a5c79cb4ba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EE0785-1871-46C4-9EC3-0F9759EDB86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FC57864-CE00-47DF-96B3-510A3BFEE19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8EE9F43-1B01-4BCB-8C7A-A00AB2517A6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B449D17E-0C1B-4589-A93D-44FB1496DE7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67047160-7BAA-4965-864F-3DC17832074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8946180D-CF4F-4BC5-8828-71AF9CAF6644}"/>
              </a:ext>
            </a:extLst>
          </p:cNvPr>
          <p:cNvPicPr>
            <a:picLocks xmlns:a="http://schemas.openxmlformats.org/drawingml/2006/main" noChangeAspect="1"/>
          </p:cNvPicPr>
          <p:nvPr/>
        </p:nvPicPr>
        <p:blipFill>
          <a:blip xmlns:r="http://schemas.openxmlformats.org/officeDocument/2006/relationships" xmlns:a="http://schemas.openxmlformats.org/drawingml/2006/main" r:embed="R4f0e2d59bc8546b5"/>
          <a:stretch xmlns:a="http://schemas.openxmlformats.org/drawingml/2006/main"/>
        </p:blipFill>
        <p:spPr>
          <a:xfrm xmlns:a="http://schemas.openxmlformats.org/drawingml/2006/main">
            <a:off x="4223957" y="5381627"/>
            <a:ext cx="9840087" cy="1047747"/>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DDBB76A-9EBF-4927-8120-4D403667BF55}"/>
              </a:ext>
            </a:extLst>
          </p:cNvPr>
          <p:cNvPicPr>
            <a:picLocks xmlns:a="http://schemas.openxmlformats.org/drawingml/2006/main" noChangeAspect="1"/>
          </p:cNvPicPr>
          <p:nvPr/>
        </p:nvPicPr>
        <p:blipFill>
          <a:blip xmlns:r="http://schemas.openxmlformats.org/officeDocument/2006/relationships" xmlns:a="http://schemas.openxmlformats.org/drawingml/2006/main" r:embed="R6a5f83de16d2452e"/>
          <a:stretch xmlns:a="http://schemas.openxmlformats.org/drawingml/2006/main"/>
        </p:blipFill>
        <p:spPr>
          <a:xfrm xmlns:a="http://schemas.openxmlformats.org/drawingml/2006/main">
            <a:off x="4223957" y="7810502"/>
            <a:ext cx="9840087" cy="1047747"/>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2713AF32-0D79-454E-A483-22C23508053F}"/>
              </a:ext>
            </a:extLst>
          </p:cNvPr>
          <p:cNvSpPr>
            <a:spLocks xmlns:a="http://schemas.openxmlformats.org/drawingml/2006/main" noGrp="1"/>
          </p:cNvSpPr>
          <p:nvPr/>
        </p:nvSpPr>
        <p:spPr>
          <a:xfrm xmlns:a="http://schemas.openxmlformats.org/drawingml/2006/main">
            <a:off x="2381250" y="457200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6BD56E4F-8FD6-4281-848F-EF10694C6993}"/>
              </a:ext>
            </a:extLst>
          </p:cNvPr>
          <p:cNvSpPr>
            <a:spLocks xmlns:a="http://schemas.openxmlformats.org/drawingml/2006/main" noGrp="1"/>
          </p:cNvSpPr>
          <p:nvPr/>
        </p:nvSpPr>
        <p:spPr>
          <a:xfrm xmlns:a="http://schemas.openxmlformats.org/drawingml/2006/main">
            <a:off x="2381250" y="700087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ACF48343-241B-417E-85AF-3205C2533A42}"/>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98615369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3B61099E-59D6-4FA7-8E8E-33519DC3064E}"/>
              </a:ext>
            </a:extLst>
          </p:cNvPr>
          <p:cNvPicPr>
            <a:picLocks xmlns:a="http://schemas.openxmlformats.org/drawingml/2006/main" noChangeAspect="1"/>
          </p:cNvPicPr>
          <p:nvPr/>
        </p:nvPicPr>
        <p:blipFill>
          <a:blip xmlns:r="http://schemas.openxmlformats.org/officeDocument/2006/relationships" xmlns:a="http://schemas.openxmlformats.org/drawingml/2006/main" r:embed="R31b8ce4da3ff44a1"/>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401602-1F8B-429A-9E7B-07C882A79B5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BB5A4BC-18AF-4E56-ABDA-33E83618E30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488902D-2CE7-475B-AF43-E74CBFE1417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D1059AB-21E8-4D2B-8B34-5494C896047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C872FAF-D565-41DC-A5D1-1D6C76256A4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275" b="1">
                <a:solidFill>
                  <a:srgbClr val="FFFFFF"/>
                </a:solidFill>
                <a:latin typeface="Pretendard"/>
                <a:ea typeface="Pretendard"/>
                <a:cs typeface="Pretendard"/>
              </a:defRPr>
            </a:defPPr>
            <a:lvl1pPr algn="ctr">
              <a:defRPr sz="4275" b="1">
                <a:solidFill>
                  <a:srgbClr val="FFFFFF"/>
                </a:solidFill>
                <a:latin typeface="Pretendard"/>
                <a:ea typeface="Pretendard"/>
                <a:cs typeface="Pretendard"/>
              </a:defRPr>
            </a:lvl1pPr>
            <a:lvl2pPr algn="ctr">
              <a:defRPr sz="4275" b="1">
                <a:solidFill>
                  <a:srgbClr val="FFFFFF"/>
                </a:solidFill>
                <a:latin typeface="Pretendard"/>
                <a:ea typeface="Pretendard"/>
                <a:cs typeface="Pretendard"/>
              </a:defRPr>
            </a:lvl2pPr>
            <a:lvl3pPr algn="ctr">
              <a:defRPr sz="4275" b="1">
                <a:solidFill>
                  <a:srgbClr val="FFFFFF"/>
                </a:solidFill>
                <a:latin typeface="Pretendard"/>
                <a:ea typeface="Pretendard"/>
                <a:cs typeface="Pretendard"/>
              </a:defRPr>
            </a:lvl3pPr>
            <a:lvl4pPr algn="ctr">
              <a:defRPr sz="4275" b="1">
                <a:solidFill>
                  <a:srgbClr val="FFFFFF"/>
                </a:solidFill>
                <a:latin typeface="Pretendard"/>
                <a:ea typeface="Pretendard"/>
                <a:cs typeface="Pretendard"/>
              </a:defRPr>
            </a:lvl4pPr>
            <a:lvl5pPr algn="ctr">
              <a:defRPr sz="4275" b="1">
                <a:solidFill>
                  <a:srgbClr val="FFFFFF"/>
                </a:solidFill>
                <a:latin typeface="Pretendard"/>
                <a:ea typeface="Pretendard"/>
                <a:cs typeface="Pretendard"/>
              </a:defRPr>
            </a:lvl5pPr>
            <a:lvl6pPr algn="ctr">
              <a:defRPr sz="4275" b="1">
                <a:solidFill>
                  <a:srgbClr val="FFFFFF"/>
                </a:solidFill>
                <a:latin typeface="Pretendard"/>
                <a:ea typeface="Pretendard"/>
                <a:cs typeface="Pretendard"/>
              </a:defRPr>
            </a:lvl6pPr>
            <a:lvl7pPr algn="ctr">
              <a:defRPr sz="4275" b="1">
                <a:solidFill>
                  <a:srgbClr val="FFFFFF"/>
                </a:solidFill>
                <a:latin typeface="Pretendard"/>
                <a:ea typeface="Pretendard"/>
                <a:cs typeface="Pretendard"/>
              </a:defRPr>
            </a:lvl7pPr>
            <a:lvl8pPr algn="ctr">
              <a:defRPr sz="4275" b="1">
                <a:solidFill>
                  <a:srgbClr val="FFFFFF"/>
                </a:solidFill>
                <a:latin typeface="Pretendard"/>
                <a:ea typeface="Pretendard"/>
                <a:cs typeface="Pretendard"/>
              </a:defRPr>
            </a:lvl8pPr>
            <a:lvl9pPr algn="ctr">
              <a:defRPr sz="4275" b="1">
                <a:solidFill>
                  <a:srgbClr val="FFFFFF"/>
                </a:solidFill>
                <a:latin typeface="Pretendard"/>
                <a:ea typeface="Pretendard"/>
                <a:cs typeface="Pretendard"/>
              </a:defRPr>
            </a:lvl9pPr>
          </a:lstStyle>
          <a:p xmlns:a="http://schemas.openxmlformats.org/drawingml/2006/main">
            <a:pPr algn="ctr">
              <a:defRPr sz="4275" b="1">
                <a:solidFill>
                  <a:srgbClr val="FFFFFF"/>
                </a:solidFill>
                <a:latin typeface="Pretendard"/>
                <a:ea typeface="Pretendard"/>
                <a:cs typeface="Pretendard"/>
              </a:defRPr>
            </a:pPr>
            <a:r>
              <a:rPr sz="4275" b="1">
                <a:solidFill>
                  <a:srgbClr val="FFFFFF"/>
                </a:solidFill>
                <a:latin typeface="Pretendard"/>
                <a:ea typeface="Pretendard"/>
                <a:cs typeface="Pretendard"/>
              </a:rPr>
              <a:t>세 과정을 합하면 메테인의 연소 반응이 된다.</a:t>
            </a:r>
          </a:p>
        </p:txBody>
      </p:sp>
      <p:pic>
        <p:nvPicPr>
          <p:cNvPr id="7" name="">
            <a:extLst xmlns:a="http://schemas.openxmlformats.org/drawingml/2006/main">
              <a:ext uri="{FF2B5EF4-FFF2-40B4-BE49-F238E27FC236}">
                <a16:creationId xmlns:a16="http://schemas.microsoft.com/office/drawing/2014/main" id="{FB472840-97E0-4809-85CD-DAA635DD646B}"/>
              </a:ext>
            </a:extLst>
          </p:cNvPr>
          <p:cNvPicPr>
            <a:picLocks xmlns:a="http://schemas.openxmlformats.org/drawingml/2006/main" noChangeAspect="1"/>
          </p:cNvPicPr>
          <p:nvPr/>
        </p:nvPicPr>
        <p:blipFill>
          <a:blip xmlns:r="http://schemas.openxmlformats.org/officeDocument/2006/relationships" xmlns:a="http://schemas.openxmlformats.org/drawingml/2006/main" r:embed="Re9a0a757a9744949"/>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공통 물질 소거">
            <a:extLst xmlns:a="http://schemas.openxmlformats.org/drawingml/2006/main">
              <a:ext uri="{FF2B5EF4-FFF2-40B4-BE49-F238E27FC236}">
                <a16:creationId xmlns:a16="http://schemas.microsoft.com/office/drawing/2014/main" id="{81A35F5B-70F9-43F7-99A6-45B95BFE91C8}"/>
              </a:ext>
            </a:extLst>
          </p:cNvPr>
          <p:cNvSpPr>
            <a:spLocks xmlns:a="http://schemas.openxmlformats.org/drawingml/2006/main" noGrp="1"/>
          </p:cNvSpPr>
          <p:nvPr/>
        </p:nvSpPr>
        <p:spPr>
          <a:xfrm xmlns:a="http://schemas.openxmlformats.org/drawingml/2006/main">
            <a:off x="6096000" y="4229100"/>
            <a:ext cx="1685925" cy="381000"/>
          </a:xfrm>
          <a:custGeom xmlns:a="http://schemas.openxmlformats.org/drawingml/2006/main">
            <a:pathLst>
              <a:path w="1685925" h="381000">
                <a:moveTo>
                  <a:pt x="0" y="381000"/>
                </a:moveTo>
                <a:lnTo>
                  <a:pt x="1685925" y="0"/>
                </a:lnTo>
              </a:path>
            </a:pathLst>
          </a:custGeom>
          <a:noFill xmlns:a="http://schemas.openxmlformats.org/drawingml/2006/main"/>
          <a:ln xmlns:a="http://schemas.openxmlformats.org/drawingml/2006/main" w="28575">
            <a:solidFill>
              <a:srgbClr val="9FFF68"/>
            </a:solidFill>
          </a:ln>
        </p:spPr>
      </p:sp>
      <p:sp>
        <p:nvSpPr>
          <p:cNvPr id="9" name="공통 물질 소거">
            <a:extLst xmlns:a="http://schemas.openxmlformats.org/drawingml/2006/main">
              <a:ext uri="{FF2B5EF4-FFF2-40B4-BE49-F238E27FC236}">
                <a16:creationId xmlns:a16="http://schemas.microsoft.com/office/drawing/2014/main" id="{3D43534D-C973-4DC5-8DB6-AF7314F434B8}"/>
              </a:ext>
            </a:extLst>
          </p:cNvPr>
          <p:cNvSpPr>
            <a:spLocks xmlns:a="http://schemas.openxmlformats.org/drawingml/2006/main" noGrp="1"/>
          </p:cNvSpPr>
          <p:nvPr/>
        </p:nvSpPr>
        <p:spPr>
          <a:xfrm xmlns:a="http://schemas.openxmlformats.org/drawingml/2006/main">
            <a:off x="3905250" y="5667375"/>
            <a:ext cx="1647825" cy="381000"/>
          </a:xfrm>
          <a:custGeom xmlns:a="http://schemas.openxmlformats.org/drawingml/2006/main">
            <a:pathLst>
              <a:path w="1647825" h="381000">
                <a:moveTo>
                  <a:pt x="0" y="381000"/>
                </a:moveTo>
                <a:lnTo>
                  <a:pt x="1647825" y="0"/>
                </a:lnTo>
              </a:path>
            </a:pathLst>
          </a:custGeom>
          <a:noFill xmlns:a="http://schemas.openxmlformats.org/drawingml/2006/main"/>
          <a:ln xmlns:a="http://schemas.openxmlformats.org/drawingml/2006/main" w="28575">
            <a:solidFill>
              <a:srgbClr val="9FFF68"/>
            </a:solidFill>
          </a:ln>
        </p:spPr>
      </p:sp>
      <p:sp>
        <p:nvSpPr>
          <p:cNvPr id="10" name="공통 물질 소거">
            <a:extLst xmlns:a="http://schemas.openxmlformats.org/drawingml/2006/main">
              <a:ext uri="{FF2B5EF4-FFF2-40B4-BE49-F238E27FC236}">
                <a16:creationId xmlns:a16="http://schemas.microsoft.com/office/drawing/2014/main" id="{8B412E0E-4C6B-43FD-A445-878CADEC82D3}"/>
              </a:ext>
            </a:extLst>
          </p:cNvPr>
          <p:cNvSpPr>
            <a:spLocks xmlns:a="http://schemas.openxmlformats.org/drawingml/2006/main" noGrp="1"/>
          </p:cNvSpPr>
          <p:nvPr/>
        </p:nvSpPr>
        <p:spPr>
          <a:xfrm xmlns:a="http://schemas.openxmlformats.org/drawingml/2006/main">
            <a:off x="8410575" y="4229100"/>
            <a:ext cx="1066800" cy="381000"/>
          </a:xfrm>
          <a:custGeom xmlns:a="http://schemas.openxmlformats.org/drawingml/2006/main">
            <a:pathLst>
              <a:path w="1066800" h="381000">
                <a:moveTo>
                  <a:pt x="0" y="381000"/>
                </a:moveTo>
                <a:lnTo>
                  <a:pt x="1066800" y="0"/>
                </a:lnTo>
              </a:path>
            </a:pathLst>
          </a:custGeom>
          <a:noFill xmlns:a="http://schemas.openxmlformats.org/drawingml/2006/main"/>
          <a:ln xmlns:a="http://schemas.openxmlformats.org/drawingml/2006/main" w="28575">
            <a:solidFill>
              <a:srgbClr val="9FFF68"/>
            </a:solidFill>
          </a:ln>
        </p:spPr>
      </p:sp>
      <p:sp>
        <p:nvSpPr>
          <p:cNvPr id="11" name="공통 물질 소거">
            <a:extLst xmlns:a="http://schemas.openxmlformats.org/drawingml/2006/main">
              <a:ext uri="{FF2B5EF4-FFF2-40B4-BE49-F238E27FC236}">
                <a16:creationId xmlns:a16="http://schemas.microsoft.com/office/drawing/2014/main" id="{F814603E-6D23-461F-A5E5-509AB39B866A}"/>
              </a:ext>
            </a:extLst>
          </p:cNvPr>
          <p:cNvSpPr>
            <a:spLocks xmlns:a="http://schemas.openxmlformats.org/drawingml/2006/main" noGrp="1"/>
          </p:cNvSpPr>
          <p:nvPr/>
        </p:nvSpPr>
        <p:spPr>
          <a:xfrm xmlns:a="http://schemas.openxmlformats.org/drawingml/2006/main">
            <a:off x="3905250" y="7115175"/>
            <a:ext cx="1076325" cy="381000"/>
          </a:xfrm>
          <a:custGeom xmlns:a="http://schemas.openxmlformats.org/drawingml/2006/main">
            <a:pathLst>
              <a:path w="1076325" h="381000">
                <a:moveTo>
                  <a:pt x="0" y="381000"/>
                </a:moveTo>
                <a:lnTo>
                  <a:pt x="1076325" y="0"/>
                </a:lnTo>
              </a:path>
            </a:pathLst>
          </a:custGeom>
          <a:noFill xmlns:a="http://schemas.openxmlformats.org/drawingml/2006/main"/>
          <a:ln xmlns:a="http://schemas.openxmlformats.org/drawingml/2006/main" w="28575">
            <a:solidFill>
              <a:srgbClr val="9FFF68"/>
            </a:solidFill>
          </a:ln>
        </p:spPr>
      </p:sp>
    </p:spTree>
    <p:extLst>
      <p:ext uri="{BB962C8B-B14F-4D97-AF65-F5344CB8AC3E}">
        <p14:creationId xmlns:p14="http://schemas.microsoft.com/office/powerpoint/2010/main" val="1118211633"/>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7EB15E53-A4BD-450C-9209-D88E52ADEA9F}"/>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3375D55D-FC24-4133-AADB-2F308E0D79BF}"/>
              </a:ext>
            </a:extLst>
          </p:cNvPr>
          <p:cNvPicPr>
            <a:picLocks xmlns:a="http://schemas.openxmlformats.org/drawingml/2006/main" noChangeAspect="1"/>
          </p:cNvPicPr>
          <p:nvPr/>
        </p:nvPicPr>
        <p:blipFill>
          <a:blip xmlns:r="http://schemas.openxmlformats.org/officeDocument/2006/relationships" xmlns:a="http://schemas.openxmlformats.org/drawingml/2006/main" r:embed="Rc5d4cb7a88c9493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F6B7DDF-B22F-4D9C-9DAC-C30280D676C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A78B01-1383-4893-AB24-2068AFC6EE94}"/>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A9AFF49-9896-4425-9537-0F036135A57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6A7712F-E720-41A4-82AA-78A81D81EAB0}"/>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622CEE1-1EDC-4E50-BC89-EDBBB97F518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29172849-9C47-455A-882A-F1436C1A3B2D}"/>
              </a:ext>
            </a:extLst>
          </p:cNvPr>
          <p:cNvPicPr>
            <a:picLocks xmlns:a="http://schemas.openxmlformats.org/drawingml/2006/main" noChangeAspect="1"/>
          </p:cNvPicPr>
          <p:nvPr/>
        </p:nvPicPr>
        <p:blipFill>
          <a:blip xmlns:r="http://schemas.openxmlformats.org/officeDocument/2006/relationships" xmlns:a="http://schemas.openxmlformats.org/drawingml/2006/main" r:embed="R741bcdf57c6241cf"/>
          <a:stretch xmlns:a="http://schemas.openxmlformats.org/drawingml/2006/main"/>
        </p:blipFill>
        <p:spPr>
          <a:xfrm xmlns:a="http://schemas.openxmlformats.org/drawingml/2006/main">
            <a:off x="4590381" y="4988719"/>
            <a:ext cx="9107333" cy="1500188"/>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7AF9F365-0DF2-4F99-BA48-70AC2ADE087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46CFA21C-AA65-4565-ADF6-20A0B424BDD9}"/>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03084ADD-57AA-439C-BE11-284F27A7D98A}"/>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06A4DCB9-DE25-4DBD-B3B0-1A3FB74545A9}"/>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C8D7AB77-8837-4A66-A341-00E35A13630F}"/>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64CD4CE9-C381-494B-98E0-C7BB0E212A81}"/>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BC2E1D44-EC94-4681-96CD-1804D69F0569}"/>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DAF4791A-B9CA-41DE-BE1E-FA378E2DEB36}"/>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44BBE621-40A1-4F98-85DC-5B5618FBD697}"/>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5BB3E769-EC74-47AC-ACA6-154FF585DC51}"/>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547413118"/>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7F1A3E9-1939-4F75-AEA3-29DA4968323B}"/>
              </a:ext>
            </a:extLst>
          </p:cNvPr>
          <p:cNvPicPr>
            <a:picLocks xmlns:a="http://schemas.openxmlformats.org/drawingml/2006/main" noChangeAspect="1"/>
          </p:cNvPicPr>
          <p:nvPr/>
        </p:nvPicPr>
        <p:blipFill>
          <a:blip xmlns:r="http://schemas.openxmlformats.org/officeDocument/2006/relationships" xmlns:a="http://schemas.openxmlformats.org/drawingml/2006/main" r:embed="R1a97d0c8135247e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E0126B2-DC08-4947-AF75-1EBCA1BFFB5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AEE2C63-9D80-45A3-9472-A5E6C62800C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DE2BEE2-64F3-41CF-92D9-8F9FCA15CF8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4161E6A-339F-433B-8B64-2C61BE65CFA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57D842D-3C53-4C87-BB19-1ABA1ACA053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sp>
        <p:nvSpPr>
          <p:cNvPr id="15" name="text">
            <a:extLst xmlns:a="http://schemas.openxmlformats.org/drawingml/2006/main">
              <a:ext uri="{FF2B5EF4-FFF2-40B4-BE49-F238E27FC236}">
                <a16:creationId xmlns:a16="http://schemas.microsoft.com/office/drawing/2014/main" id="{DEC5058A-9B0F-4647-A0A1-B086185EFFC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6" name="수식 기호별 설명 바">
            <a:extLst xmlns:a="http://schemas.openxmlformats.org/drawingml/2006/main">
              <a:ext uri="{FF2B5EF4-FFF2-40B4-BE49-F238E27FC236}">
                <a16:creationId xmlns:a16="http://schemas.microsoft.com/office/drawing/2014/main" id="{3D4100C1-E6F8-49B8-99F1-82E39D06F7F4}"/>
              </a:ext>
            </a:extLst>
          </p:cNvPr>
          <p:cNvSpPr>
            <a:spLocks xmlns:a="http://schemas.openxmlformats.org/drawingml/2006/main" noGrp="1"/>
          </p:cNvSpPr>
          <p:nvPr/>
        </p:nvSpPr>
        <p:spPr>
          <a:xfrm xmlns:a="http://schemas.openxmlformats.org/drawingml/2006/main">
            <a:off x="200025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197A0A4D-BE22-49C5-BE15-B6C1154A05F8}"/>
              </a:ext>
            </a:extLst>
          </p:cNvPr>
          <p:cNvSpPr>
            <a:spLocks xmlns:a="http://schemas.openxmlformats.org/drawingml/2006/main" noGrp="1"/>
          </p:cNvSpPr>
          <p:nvPr/>
        </p:nvSpPr>
        <p:spPr>
          <a:xfrm xmlns:a="http://schemas.openxmlformats.org/drawingml/2006/main">
            <a:off x="219075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몰수 n</a:t>
            </a:r>
          </a:p>
        </p:txBody>
      </p:sp>
      <p:sp>
        <p:nvSpPr>
          <p:cNvPr id="18" name="text">
            <a:extLst xmlns:a="http://schemas.openxmlformats.org/drawingml/2006/main">
              <a:ext uri="{FF2B5EF4-FFF2-40B4-BE49-F238E27FC236}">
                <a16:creationId xmlns:a16="http://schemas.microsoft.com/office/drawing/2014/main" id="{10ED72EB-C41D-4C09-8897-A2C5FB3F6607}"/>
              </a:ext>
            </a:extLst>
          </p:cNvPr>
          <p:cNvSpPr>
            <a:spLocks xmlns:a="http://schemas.openxmlformats.org/drawingml/2006/main" noGrp="1"/>
          </p:cNvSpPr>
          <p:nvPr/>
        </p:nvSpPr>
        <p:spPr>
          <a:xfrm xmlns:a="http://schemas.openxmlformats.org/drawingml/2006/main">
            <a:off x="219075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반응 계수에 따른 물질의 양</a:t>
            </a:r>
          </a:p>
        </p:txBody>
      </p:sp>
      <p:sp>
        <p:nvSpPr>
          <p:cNvPr id="19" name="수식 기호별 설명 바">
            <a:extLst xmlns:a="http://schemas.openxmlformats.org/drawingml/2006/main">
              <a:ext uri="{FF2B5EF4-FFF2-40B4-BE49-F238E27FC236}">
                <a16:creationId xmlns:a16="http://schemas.microsoft.com/office/drawing/2014/main" id="{EEE7D784-35D0-4AFF-81A9-02566B9013FA}"/>
              </a:ext>
            </a:extLst>
          </p:cNvPr>
          <p:cNvSpPr>
            <a:spLocks xmlns:a="http://schemas.openxmlformats.org/drawingml/2006/main" noGrp="1"/>
          </p:cNvSpPr>
          <p:nvPr/>
        </p:nvSpPr>
        <p:spPr>
          <a:xfrm xmlns:a="http://schemas.openxmlformats.org/drawingml/2006/main">
            <a:off x="685800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20" name="text">
            <a:extLst xmlns:a="http://schemas.openxmlformats.org/drawingml/2006/main">
              <a:ext uri="{FF2B5EF4-FFF2-40B4-BE49-F238E27FC236}">
                <a16:creationId xmlns:a16="http://schemas.microsoft.com/office/drawing/2014/main" id="{222EA71E-EEBE-45A9-92E1-01C5F695316A}"/>
              </a:ext>
            </a:extLst>
          </p:cNvPr>
          <p:cNvSpPr>
            <a:spLocks xmlns:a="http://schemas.openxmlformats.org/drawingml/2006/main" noGrp="1"/>
          </p:cNvSpPr>
          <p:nvPr/>
        </p:nvSpPr>
        <p:spPr>
          <a:xfrm xmlns:a="http://schemas.openxmlformats.org/drawingml/2006/main">
            <a:off x="704850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표준 생성 엔탈피</a:t>
            </a:r>
          </a:p>
        </p:txBody>
      </p:sp>
      <p:sp>
        <p:nvSpPr>
          <p:cNvPr id="21" name="text">
            <a:extLst xmlns:a="http://schemas.openxmlformats.org/drawingml/2006/main">
              <a:ext uri="{FF2B5EF4-FFF2-40B4-BE49-F238E27FC236}">
                <a16:creationId xmlns:a16="http://schemas.microsoft.com/office/drawing/2014/main" id="{3A5582AF-158C-478F-88C1-DEA830FC48EA}"/>
              </a:ext>
            </a:extLst>
          </p:cNvPr>
          <p:cNvSpPr>
            <a:spLocks xmlns:a="http://schemas.openxmlformats.org/drawingml/2006/main" noGrp="1"/>
          </p:cNvSpPr>
          <p:nvPr/>
        </p:nvSpPr>
        <p:spPr>
          <a:xfrm xmlns:a="http://schemas.openxmlformats.org/drawingml/2006/main">
            <a:off x="704850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물질 1 mol이 생성될 때의 값</a:t>
            </a:r>
          </a:p>
        </p:txBody>
      </p:sp>
      <p:sp>
        <p:nvSpPr>
          <p:cNvPr id="22" name="수식 기호별 설명 바">
            <a:extLst xmlns:a="http://schemas.openxmlformats.org/drawingml/2006/main">
              <a:ext uri="{FF2B5EF4-FFF2-40B4-BE49-F238E27FC236}">
                <a16:creationId xmlns:a16="http://schemas.microsoft.com/office/drawing/2014/main" id="{BA776439-125B-40F3-8ACA-45196CFD3A0F}"/>
              </a:ext>
            </a:extLst>
          </p:cNvPr>
          <p:cNvSpPr>
            <a:spLocks xmlns:a="http://schemas.openxmlformats.org/drawingml/2006/main" noGrp="1"/>
          </p:cNvSpPr>
          <p:nvPr/>
        </p:nvSpPr>
        <p:spPr>
          <a:xfrm xmlns:a="http://schemas.openxmlformats.org/drawingml/2006/main">
            <a:off x="11715750" y="4667250"/>
            <a:ext cx="4572000" cy="1066800"/>
          </a:xfrm>
          <a:prstGeom xmlns:a="http://schemas.openxmlformats.org/drawingml/2006/main" prst="roundRect">
            <a:avLst>
              <a:gd name="adj" fmla="val 14286"/>
            </a:avLst>
          </a:prstGeom>
          <a:solidFill xmlns:a="http://schemas.openxmlformats.org/drawingml/2006/main">
            <a:srgbClr val="242B2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F30BB105-8FEA-4FA3-927D-2106777E98A6}"/>
              </a:ext>
            </a:extLst>
          </p:cNvPr>
          <p:cNvSpPr>
            <a:spLocks xmlns:a="http://schemas.openxmlformats.org/drawingml/2006/main" noGrp="1"/>
          </p:cNvSpPr>
          <p:nvPr/>
        </p:nvSpPr>
        <p:spPr>
          <a:xfrm xmlns:a="http://schemas.openxmlformats.org/drawingml/2006/main">
            <a:off x="11906250" y="47529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 Σ</a:t>
            </a:r>
          </a:p>
        </p:txBody>
      </p:sp>
      <p:sp>
        <p:nvSpPr>
          <p:cNvPr id="24" name="text">
            <a:extLst xmlns:a="http://schemas.openxmlformats.org/drawingml/2006/main">
              <a:ext uri="{FF2B5EF4-FFF2-40B4-BE49-F238E27FC236}">
                <a16:creationId xmlns:a16="http://schemas.microsoft.com/office/drawing/2014/main" id="{30901F52-7C37-4599-B401-5AE2320115D7}"/>
              </a:ext>
            </a:extLst>
          </p:cNvPr>
          <p:cNvSpPr>
            <a:spLocks xmlns:a="http://schemas.openxmlformats.org/drawingml/2006/main" noGrp="1"/>
          </p:cNvSpPr>
          <p:nvPr/>
        </p:nvSpPr>
        <p:spPr>
          <a:xfrm xmlns:a="http://schemas.openxmlformats.org/drawingml/2006/main">
            <a:off x="11906250" y="52101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DDDDDD"/>
                </a:solidFill>
                <a:latin typeface="Pretendard"/>
                <a:ea typeface="Pretendard"/>
                <a:cs typeface="Pretendard"/>
              </a:defRPr>
            </a:defPPr>
            <a:lvl1pPr algn="ctr">
              <a:defRPr sz="1875" b="0">
                <a:solidFill>
                  <a:srgbClr val="DDDDDD"/>
                </a:solidFill>
                <a:latin typeface="Pretendard"/>
                <a:ea typeface="Pretendard"/>
                <a:cs typeface="Pretendard"/>
              </a:defRPr>
            </a:lvl1pPr>
            <a:lvl2pPr algn="ctr">
              <a:defRPr sz="1875" b="0">
                <a:solidFill>
                  <a:srgbClr val="DDDDDD"/>
                </a:solidFill>
                <a:latin typeface="Pretendard"/>
                <a:ea typeface="Pretendard"/>
                <a:cs typeface="Pretendard"/>
              </a:defRPr>
            </a:lvl2pPr>
            <a:lvl3pPr algn="ctr">
              <a:defRPr sz="1875" b="0">
                <a:solidFill>
                  <a:srgbClr val="DDDDDD"/>
                </a:solidFill>
                <a:latin typeface="Pretendard"/>
                <a:ea typeface="Pretendard"/>
                <a:cs typeface="Pretendard"/>
              </a:defRPr>
            </a:lvl3pPr>
            <a:lvl4pPr algn="ctr">
              <a:defRPr sz="1875" b="0">
                <a:solidFill>
                  <a:srgbClr val="DDDDDD"/>
                </a:solidFill>
                <a:latin typeface="Pretendard"/>
                <a:ea typeface="Pretendard"/>
                <a:cs typeface="Pretendard"/>
              </a:defRPr>
            </a:lvl4pPr>
            <a:lvl5pPr algn="ctr">
              <a:defRPr sz="1875" b="0">
                <a:solidFill>
                  <a:srgbClr val="DDDDDD"/>
                </a:solidFill>
                <a:latin typeface="Pretendard"/>
                <a:ea typeface="Pretendard"/>
                <a:cs typeface="Pretendard"/>
              </a:defRPr>
            </a:lvl5pPr>
            <a:lvl6pPr algn="ctr">
              <a:defRPr sz="1875" b="0">
                <a:solidFill>
                  <a:srgbClr val="DDDDDD"/>
                </a:solidFill>
                <a:latin typeface="Pretendard"/>
                <a:ea typeface="Pretendard"/>
                <a:cs typeface="Pretendard"/>
              </a:defRPr>
            </a:lvl6pPr>
            <a:lvl7pPr algn="ctr">
              <a:defRPr sz="1875" b="0">
                <a:solidFill>
                  <a:srgbClr val="DDDDDD"/>
                </a:solidFill>
                <a:latin typeface="Pretendard"/>
                <a:ea typeface="Pretendard"/>
                <a:cs typeface="Pretendard"/>
              </a:defRPr>
            </a:lvl7pPr>
            <a:lvl8pPr algn="ctr">
              <a:defRPr sz="1875" b="0">
                <a:solidFill>
                  <a:srgbClr val="DDDDDD"/>
                </a:solidFill>
                <a:latin typeface="Pretendard"/>
                <a:ea typeface="Pretendard"/>
                <a:cs typeface="Pretendard"/>
              </a:defRPr>
            </a:lvl8pPr>
            <a:lvl9pPr algn="ctr">
              <a:defRPr sz="1875" b="0">
                <a:solidFill>
                  <a:srgbClr val="DDDDDD"/>
                </a:solidFill>
                <a:latin typeface="Pretendard"/>
                <a:ea typeface="Pretendard"/>
                <a:cs typeface="Pretendard"/>
              </a:defRPr>
            </a:lvl9pPr>
          </a:lstStyle>
          <a:p xmlns:a="http://schemas.openxmlformats.org/drawingml/2006/main">
            <a:pPr algn="ctr">
              <a:defRPr sz="1875" b="0">
                <a:solidFill>
                  <a:srgbClr val="DDDDDD"/>
                </a:solidFill>
                <a:latin typeface="Pretendard"/>
                <a:ea typeface="Pretendard"/>
                <a:cs typeface="Pretendard"/>
              </a:defRPr>
            </a:pPr>
            <a:r>
              <a:rPr sz="1875" b="0">
                <a:solidFill>
                  <a:srgbClr val="DDDDDD"/>
                </a:solidFill>
                <a:latin typeface="Pretendard"/>
                <a:ea typeface="Pretendard"/>
                <a:cs typeface="Pretendard"/>
              </a:rPr>
              <a:t>각 물질의 곱을 모두 더함</a:t>
            </a:r>
          </a:p>
        </p:txBody>
      </p:sp>
      <p:pic>
        <p:nvPicPr>
          <p:cNvPr id="25" name="">
            <a:extLst xmlns:a="http://schemas.openxmlformats.org/drawingml/2006/main">
              <a:ext uri="{FF2B5EF4-FFF2-40B4-BE49-F238E27FC236}">
                <a16:creationId xmlns:a16="http://schemas.microsoft.com/office/drawing/2014/main" id="{49AC4E76-C991-48B0-A5FE-930DD9E317DC}"/>
              </a:ext>
            </a:extLst>
          </p:cNvPr>
          <p:cNvPicPr>
            <a:picLocks xmlns:a="http://schemas.openxmlformats.org/drawingml/2006/main" noChangeAspect="1"/>
          </p:cNvPicPr>
          <p:nvPr/>
        </p:nvPicPr>
        <p:blipFill>
          <a:blip xmlns:r="http://schemas.openxmlformats.org/officeDocument/2006/relationships" xmlns:a="http://schemas.openxmlformats.org/drawingml/2006/main" r:embed="R8cdbaf87ed20485a"/>
          <a:srcRect xmlns:a="http://schemas.openxmlformats.org/drawingml/2006/main" l="3453" t="34530" r="4006" b="40608"/>
          <a:stretch xmlns:a="http://schemas.openxmlformats.org/drawingml/2006/main"/>
        </p:blipFill>
        <p:spPr>
          <a:xfrm xmlns:a="http://schemas.openxmlformats.org/drawingml/2006/main">
            <a:off x="2000250" y="6334125"/>
            <a:ext cx="14287500" cy="1279478"/>
          </a:xfrm>
          <a:prstGeom xmlns:a="http://schemas.openxmlformats.org/drawingml/2006/main" prst="rect">
            <a:avLst/>
          </a:prstGeom>
        </p:spPr>
      </p:pic>
      <p:sp>
        <p:nvSpPr>
          <p:cNvPr id="26" name="몰수 적용 설명 바">
            <a:extLst xmlns:a="http://schemas.openxmlformats.org/drawingml/2006/main">
              <a:ext uri="{FF2B5EF4-FFF2-40B4-BE49-F238E27FC236}">
                <a16:creationId xmlns:a16="http://schemas.microsoft.com/office/drawing/2014/main" id="{D728CD22-03CA-4658-9B2C-CCAD5DC39789}"/>
              </a:ext>
            </a:extLst>
          </p:cNvPr>
          <p:cNvSpPr>
            <a:spLocks xmlns:a="http://schemas.openxmlformats.org/drawingml/2006/main" noGrp="1"/>
          </p:cNvSpPr>
          <p:nvPr/>
        </p:nvSpPr>
        <p:spPr>
          <a:xfrm xmlns:a="http://schemas.openxmlformats.org/drawingml/2006/main">
            <a:off x="2381250" y="8001000"/>
            <a:ext cx="13525500" cy="809625"/>
          </a:xfrm>
          <a:prstGeom xmlns:a="http://schemas.openxmlformats.org/drawingml/2006/main" prst="roundRect">
            <a:avLst>
              <a:gd name="adj" fmla="val 18824"/>
            </a:avLst>
          </a:prstGeom>
          <a:solidFill xmlns:a="http://schemas.openxmlformats.org/drawingml/2006/main">
            <a:srgbClr val="1D2918"/>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A6FE949F-0863-4E88-9C5A-126F21B3753D}"/>
              </a:ext>
            </a:extLst>
          </p:cNvPr>
          <p:cNvSpPr>
            <a:spLocks xmlns:a="http://schemas.openxmlformats.org/drawingml/2006/main" noGrp="1"/>
          </p:cNvSpPr>
          <p:nvPr/>
        </p:nvSpPr>
        <p:spPr>
          <a:xfrm xmlns:a="http://schemas.openxmlformats.org/drawingml/2006/main">
            <a:off x="2714625" y="8115300"/>
            <a:ext cx="1285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8" name="text">
            <a:extLst xmlns:a="http://schemas.openxmlformats.org/drawingml/2006/main">
              <a:ext uri="{FF2B5EF4-FFF2-40B4-BE49-F238E27FC236}">
                <a16:creationId xmlns:a16="http://schemas.microsoft.com/office/drawing/2014/main" id="{B638B4DC-4205-436E-9FCB-CEA7FFC964D6}"/>
              </a:ext>
            </a:extLst>
          </p:cNvPr>
          <p:cNvSpPr>
            <a:spLocks xmlns:a="http://schemas.openxmlformats.org/drawingml/2006/main" noGrp="1"/>
          </p:cNvSpPr>
          <p:nvPr/>
        </p:nvSpPr>
        <p:spPr>
          <a:xfrm xmlns:a="http://schemas.openxmlformats.org/drawingml/2006/main">
            <a:off x="2857500" y="9048750"/>
            <a:ext cx="1257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기준 원소 물질의 표준 생성 엔탈피는 0이다.</a:t>
            </a:r>
          </a:p>
        </p:txBody>
      </p:sp>
    </p:spTree>
    <p:extLst>
      <p:ext uri="{BB962C8B-B14F-4D97-AF65-F5344CB8AC3E}">
        <p14:creationId xmlns:p14="http://schemas.microsoft.com/office/powerpoint/2010/main" val="428761377"/>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6EA9D12-3DAB-4091-BB56-B8A78E02FFD3}"/>
              </a:ext>
            </a:extLst>
          </p:cNvPr>
          <p:cNvPicPr>
            <a:picLocks xmlns:a="http://schemas.openxmlformats.org/drawingml/2006/main" noChangeAspect="1"/>
          </p:cNvPicPr>
          <p:nvPr/>
        </p:nvPicPr>
        <p:blipFill>
          <a:blip xmlns:r="http://schemas.openxmlformats.org/officeDocument/2006/relationships" xmlns:a="http://schemas.openxmlformats.org/drawingml/2006/main" r:embed="R8c722c7bb225441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333474B-C286-4180-91E6-4DD045FD02A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0B85BBD-89C1-47DD-8D43-C6895D29FA4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0D888E4-C051-4371-8CA7-5E72FAE1F42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01FBF28-4F69-4827-8A84-1A789AE2B86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082E8BD-DBC1-4DDD-9BAB-486B154FA65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158CF8B3-ABEA-49A9-904F-D9C88819BE20}"/>
              </a:ext>
            </a:extLst>
          </p:cNvPr>
          <p:cNvPicPr>
            <a:picLocks xmlns:a="http://schemas.openxmlformats.org/drawingml/2006/main" noChangeAspect="1"/>
          </p:cNvPicPr>
          <p:nvPr/>
        </p:nvPicPr>
        <p:blipFill>
          <a:blip xmlns:r="http://schemas.openxmlformats.org/officeDocument/2006/relationships" xmlns:a="http://schemas.openxmlformats.org/drawingml/2006/main" r:embed="R6392d02326b14d2c"/>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951533AA-3555-451B-AF87-BC534375480C}"/>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2E810F9F-A2F2-4733-A243-EB471FFC5894}"/>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155A93E-FB4B-4315-98F1-0A666C97668F}"/>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0DD2756B-C485-42FF-BB84-73B865AD777C}"/>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A2EBDBD8-ACA5-4D27-BF7A-E682742721AC}"/>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D1B9F2CD-0748-437D-8290-305A20B5B3DB}"/>
              </a:ext>
            </a:extLst>
          </p:cNvPr>
          <p:cNvPicPr>
            <a:picLocks xmlns:a="http://schemas.openxmlformats.org/drawingml/2006/main" noChangeAspect="1"/>
          </p:cNvPicPr>
          <p:nvPr/>
        </p:nvPicPr>
        <p:blipFill>
          <a:blip xmlns:r="http://schemas.openxmlformats.org/officeDocument/2006/relationships" xmlns:a="http://schemas.openxmlformats.org/drawingml/2006/main" r:embed="Readadab190f3411e"/>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653287956"/>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90C5600-70B2-48DD-AFC3-8D418D158B87}"/>
              </a:ext>
            </a:extLst>
          </p:cNvPr>
          <p:cNvPicPr>
            <a:picLocks xmlns:a="http://schemas.openxmlformats.org/drawingml/2006/main" noChangeAspect="1"/>
          </p:cNvPicPr>
          <p:nvPr/>
        </p:nvPicPr>
        <p:blipFill>
          <a:blip xmlns:r="http://schemas.openxmlformats.org/officeDocument/2006/relationships" xmlns:a="http://schemas.openxmlformats.org/drawingml/2006/main" r:embed="Rbd4bbf2101d8469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5010705-9588-4651-B5B8-90D5CB510B3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FBE74F4-72C4-47A2-88D7-5B10D6E86E7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E72C75E-821C-4143-8EC7-21BD03EA52E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A68D7EE-8818-4BD3-BCAB-44B5E35896A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DA5DA6C1-5522-4B0F-81C4-6A420659444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42CE5947-E55D-49E5-8FB8-8B516C9D2F3C}"/>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sp>
        <p:nvSpPr>
          <p:cNvPr id="12" name="">
            <a:extLst xmlns:a="http://schemas.openxmlformats.org/drawingml/2006/main">
              <a:ext uri="{FF2B5EF4-FFF2-40B4-BE49-F238E27FC236}">
                <a16:creationId xmlns:a16="http://schemas.microsoft.com/office/drawing/2014/main" id="{7BD2969F-A8D1-459F-ADFC-2C0F3806E766}"/>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FFB1CB5-F217-45B3-AA18-A942B4C1E35B}"/>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E58BA5C1-81E3-4C7A-AD5C-CD76C0123A40}"/>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7A8B837-2840-40B8-ADEC-B7DD3E95A471}"/>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7170E1A9-A115-4FC0-8475-3AE86CECAB7B}"/>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94E9F17B-ECA5-4869-9268-C59E0685F1CC}"/>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pic>
        <p:nvPicPr>
          <p:cNvPr id="18" name="">
            <a:extLst xmlns:a="http://schemas.openxmlformats.org/drawingml/2006/main">
              <a:ext uri="{FF2B5EF4-FFF2-40B4-BE49-F238E27FC236}">
                <a16:creationId xmlns:a16="http://schemas.microsoft.com/office/drawing/2014/main" id="{D3034685-A28A-4107-9DF0-D2F4A2985B7C}"/>
              </a:ext>
            </a:extLst>
          </p:cNvPr>
          <p:cNvPicPr>
            <a:picLocks xmlns:a="http://schemas.openxmlformats.org/drawingml/2006/main" noChangeAspect="1"/>
          </p:cNvPicPr>
          <p:nvPr/>
        </p:nvPicPr>
        <p:blipFill>
          <a:blip xmlns:r="http://schemas.openxmlformats.org/officeDocument/2006/relationships" xmlns:a="http://schemas.openxmlformats.org/drawingml/2006/main" r:embed="Rfd3bb83232d94105"/>
          <a:srcRect xmlns:a="http://schemas.openxmlformats.org/drawingml/2006/main" l="0" t="14986" r="0" b="69346"/>
          <a:stretch xmlns:a="http://schemas.openxmlformats.org/drawingml/2006/main"/>
        </p:blipFill>
        <p:spPr>
          <a:xfrm xmlns:a="http://schemas.openxmlformats.org/drawingml/2006/main">
            <a:off x="3143250" y="5327015"/>
            <a:ext cx="11963908" cy="642620"/>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52F858DD-5791-4BCF-9533-5BA22FE43793}"/>
              </a:ext>
            </a:extLst>
          </p:cNvPr>
          <p:cNvPicPr>
            <a:picLocks xmlns:a="http://schemas.openxmlformats.org/drawingml/2006/main" noChangeAspect="1"/>
          </p:cNvPicPr>
          <p:nvPr/>
        </p:nvPicPr>
        <p:blipFill>
          <a:blip xmlns:r="http://schemas.openxmlformats.org/officeDocument/2006/relationships" xmlns:a="http://schemas.openxmlformats.org/drawingml/2006/main" r:embed="R586742a953154e9e"/>
          <a:srcRect xmlns:a="http://schemas.openxmlformats.org/drawingml/2006/main" l="0" t="40872" r="0" b="42779"/>
          <a:stretch xmlns:a="http://schemas.openxmlformats.org/drawingml/2006/main"/>
        </p:blipFill>
        <p:spPr>
          <a:xfrm xmlns:a="http://schemas.openxmlformats.org/drawingml/2006/main">
            <a:off x="3143250" y="6546182"/>
            <a:ext cx="11806488" cy="661737"/>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0E682D84-818E-4559-AA35-D1B26768AC67}"/>
              </a:ext>
            </a:extLst>
          </p:cNvPr>
          <p:cNvPicPr>
            <a:picLocks xmlns:a="http://schemas.openxmlformats.org/drawingml/2006/main" noChangeAspect="1"/>
          </p:cNvPicPr>
          <p:nvPr/>
        </p:nvPicPr>
        <p:blipFill>
          <a:blip xmlns:r="http://schemas.openxmlformats.org/officeDocument/2006/relationships" xmlns:a="http://schemas.openxmlformats.org/drawingml/2006/main" r:embed="R48dcb79883b24aa8"/>
          <a:srcRect xmlns:a="http://schemas.openxmlformats.org/drawingml/2006/main" l="0" t="64033" r="0" b="8038"/>
          <a:stretch xmlns:a="http://schemas.openxmlformats.org/drawingml/2006/main"/>
        </p:blipFill>
        <p:spPr>
          <a:xfrm xmlns:a="http://schemas.openxmlformats.org/drawingml/2006/main">
            <a:off x="3143250" y="7518665"/>
            <a:ext cx="12462404" cy="1193271"/>
          </a:xfrm>
          <a:prstGeom xmlns:a="http://schemas.openxmlformats.org/drawingml/2006/main" prst="rect">
            <a:avLst/>
          </a:prstGeom>
        </p:spPr>
      </p:pic>
    </p:spTree>
    <p:extLst>
      <p:ext uri="{BB962C8B-B14F-4D97-AF65-F5344CB8AC3E}">
        <p14:creationId xmlns:p14="http://schemas.microsoft.com/office/powerpoint/2010/main" val="1585239368"/>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A4D2064E-B76C-4938-BAED-6C28915BDBC2}"/>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B121F63B-A2F5-486C-A14F-C4C502719060}"/>
              </a:ext>
            </a:extLst>
          </p:cNvPr>
          <p:cNvPicPr>
            <a:picLocks xmlns:a="http://schemas.openxmlformats.org/drawingml/2006/main" noChangeAspect="1"/>
          </p:cNvPicPr>
          <p:nvPr/>
        </p:nvPicPr>
        <p:blipFill>
          <a:blip xmlns:r="http://schemas.openxmlformats.org/officeDocument/2006/relationships" xmlns:a="http://schemas.openxmlformats.org/drawingml/2006/main" r:embed="Rb8e6241bbc2b47c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17249D-0C50-4485-B44D-62AEB12C808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2E90AE-7F2E-4D78-AEFA-4345D968E26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8F4DD21-329E-40AB-B6B2-70375C5AD44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F58685E-430C-4996-B72E-B9255869BCC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CE65E3E-5C64-486D-95F4-E0C57967C43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92318D12-B881-4A48-891C-2EB0A89BD09B}"/>
              </a:ext>
            </a:extLst>
          </p:cNvPr>
          <p:cNvPicPr>
            <a:picLocks xmlns:a="http://schemas.openxmlformats.org/drawingml/2006/main" noChangeAspect="1"/>
          </p:cNvPicPr>
          <p:nvPr/>
        </p:nvPicPr>
        <p:blipFill>
          <a:blip xmlns:r="http://schemas.openxmlformats.org/officeDocument/2006/relationships" xmlns:a="http://schemas.openxmlformats.org/drawingml/2006/main" r:embed="R2691d835d6014110"/>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5AC8B7BF-7C13-487E-BA30-FC43725DA01C}"/>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16CCED36-C961-4D3A-8E86-7B67A117FDAA}"/>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396012AC-D88E-423C-B473-6C708FF9C267}"/>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D575C52B-8B6D-4685-8938-06FF01FEFECF}"/>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AA0862C4-398B-42B8-8731-CE60D8D0EE64}"/>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EF409787-2A82-4BDB-8C8D-D8A13FC3BFF8}"/>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DA4C8478-C542-431A-B5F1-412707B3CB25}"/>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468566456"/>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D256BD27-4DEC-426F-BCED-C3CA2E89DE29}"/>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7726944D-F61B-4BC7-966E-A4EE370CCE92}"/>
              </a:ext>
            </a:extLst>
          </p:cNvPr>
          <p:cNvPicPr>
            <a:picLocks xmlns:a="http://schemas.openxmlformats.org/drawingml/2006/main" noChangeAspect="1"/>
          </p:cNvPicPr>
          <p:nvPr/>
        </p:nvPicPr>
        <p:blipFill>
          <a:blip xmlns:r="http://schemas.openxmlformats.org/officeDocument/2006/relationships" xmlns:a="http://schemas.openxmlformats.org/drawingml/2006/main" r:embed="Rbdf4f71dc555438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5637B88-927F-4AF9-BD75-76AC15945E3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E0CE70-18EB-4010-BC5A-DF737235AAC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DC70BC6-44F9-4018-B5AD-0F651AC2246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A454CCC-4CB2-4BCE-8042-7DB385BE60B2}"/>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CE34A1B-C2AB-4F7E-B3E1-20977B2A6BF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A1C62A2D-0DE8-41B0-903A-9C2E5865C74F}"/>
              </a:ext>
            </a:extLst>
          </p:cNvPr>
          <p:cNvPicPr>
            <a:picLocks xmlns:a="http://schemas.openxmlformats.org/drawingml/2006/main" noChangeAspect="1"/>
          </p:cNvPicPr>
          <p:nvPr/>
        </p:nvPicPr>
        <p:blipFill>
          <a:blip xmlns:r="http://schemas.openxmlformats.org/officeDocument/2006/relationships" xmlns:a="http://schemas.openxmlformats.org/drawingml/2006/main" r:embed="Re352c4fc514342d4"/>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D9BE0079-96E7-47A4-B7F0-EF0456927807}"/>
              </a:ext>
            </a:extLst>
          </p:cNvPr>
          <p:cNvPicPr>
            <a:picLocks xmlns:a="http://schemas.openxmlformats.org/drawingml/2006/main" noChangeAspect="1"/>
          </p:cNvPicPr>
          <p:nvPr/>
        </p:nvPicPr>
        <p:blipFill>
          <a:blip xmlns:r="http://schemas.openxmlformats.org/officeDocument/2006/relationships" xmlns:a="http://schemas.openxmlformats.org/drawingml/2006/main" r:embed="Re00305b5587f4c00"/>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F15CA059-79EF-45D0-A17C-B06E7ECF6902}"/>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D3D14BD7-E2C5-4656-AF36-1F58E0F357D8}"/>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6C4C7986-608D-4613-8BE9-B780EF9265BC}"/>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372BFF03-0755-410B-99BB-23A68CFE5E84}"/>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7E92B8BB-4C4F-4D88-9F9C-9609FBECB0C9}"/>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56B09B05-1DAA-4DC3-BFC1-8735BAA5900E}"/>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R06 p15 한 줄 정리 컨테이너">
            <a:extLst xmlns:a="http://schemas.openxmlformats.org/drawingml/2006/main">
              <a:ext uri="{FF2B5EF4-FFF2-40B4-BE49-F238E27FC236}">
                <a16:creationId xmlns:a16="http://schemas.microsoft.com/office/drawing/2014/main" id="{46EA3F13-1063-40F4-AB5E-3822B128BD17}"/>
              </a:ext>
            </a:extLst>
          </p:cNvPr>
          <p:cNvSpPr>
            <a:spLocks xmlns:a="http://schemas.openxmlformats.org/drawingml/2006/main" noGrp="1"/>
          </p:cNvSpPr>
          <p:nvPr/>
        </p:nvSpPr>
        <p:spPr>
          <a:xfrm xmlns:a="http://schemas.openxmlformats.org/drawingml/2006/main">
            <a:off x="5524500" y="8572500"/>
            <a:ext cx="7239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3" name="R06 p15 한 줄 정리 배지">
            <a:extLst xmlns:a="http://schemas.openxmlformats.org/drawingml/2006/main">
              <a:ext uri="{FF2B5EF4-FFF2-40B4-BE49-F238E27FC236}">
                <a16:creationId xmlns:a16="http://schemas.microsoft.com/office/drawing/2014/main" id="{889EBF33-B072-44EC-B620-9DF29A2721EA}"/>
              </a:ext>
            </a:extLst>
          </p:cNvPr>
          <p:cNvSpPr>
            <a:spLocks xmlns:a="http://schemas.openxmlformats.org/drawingml/2006/main" noGrp="1"/>
          </p:cNvSpPr>
          <p:nvPr/>
        </p:nvSpPr>
        <p:spPr>
          <a:xfrm xmlns:a="http://schemas.openxmlformats.org/drawingml/2006/main">
            <a:off x="56769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9DC6930F-9AC1-49BC-91A9-A4BF016BD01D}"/>
              </a:ext>
            </a:extLst>
          </p:cNvPr>
          <p:cNvSpPr>
            <a:spLocks xmlns:a="http://schemas.openxmlformats.org/drawingml/2006/main" noGrp="1"/>
          </p:cNvSpPr>
          <p:nvPr/>
        </p:nvSpPr>
        <p:spPr>
          <a:xfrm xmlns:a="http://schemas.openxmlformats.org/drawingml/2006/main">
            <a:off x="57531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5" name="text">
            <a:extLst xmlns:a="http://schemas.openxmlformats.org/drawingml/2006/main">
              <a:ext uri="{FF2B5EF4-FFF2-40B4-BE49-F238E27FC236}">
                <a16:creationId xmlns:a16="http://schemas.microsoft.com/office/drawing/2014/main" id="{E511B1E7-7A7C-475F-BF0B-5CE4AEA64A5E}"/>
              </a:ext>
            </a:extLst>
          </p:cNvPr>
          <p:cNvSpPr>
            <a:spLocks xmlns:a="http://schemas.openxmlformats.org/drawingml/2006/main" noGrp="1"/>
          </p:cNvSpPr>
          <p:nvPr/>
        </p:nvSpPr>
        <p:spPr>
          <a:xfrm xmlns:a="http://schemas.openxmlformats.org/drawingml/2006/main">
            <a:off x="7334250" y="86677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1366092338"/>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954C1DA9-4DE9-4DA1-A5C5-E809DA295A80}"/>
              </a:ext>
            </a:extLst>
          </p:cNvPr>
          <p:cNvSpPr>
            <a:spLocks xmlns:a="http://schemas.openxmlformats.org/drawingml/2006/main" noGrp="1"/>
          </p:cNvSpPr>
          <p:nvPr/>
        </p:nvSpPr>
        <p:spPr>
          <a:xfrm xmlns:a="http://schemas.openxmlformats.org/drawingml/2006/main">
            <a:off x="1186815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4F3AD63F-2F6E-48A4-8050-8E2E1B9D6122}"/>
              </a:ext>
            </a:extLst>
          </p:cNvPr>
          <p:cNvSpPr>
            <a:spLocks xmlns:a="http://schemas.openxmlformats.org/drawingml/2006/main" noGrp="1"/>
          </p:cNvSpPr>
          <p:nvPr/>
        </p:nvSpPr>
        <p:spPr>
          <a:xfrm xmlns:a="http://schemas.openxmlformats.org/drawingml/2006/main">
            <a:off x="7038975"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309C5937-1D39-426A-9942-03D45DD03998}"/>
              </a:ext>
            </a:extLst>
          </p:cNvPr>
          <p:cNvSpPr>
            <a:spLocks xmlns:a="http://schemas.openxmlformats.org/drawingml/2006/main" noGrp="1"/>
          </p:cNvSpPr>
          <p:nvPr/>
        </p:nvSpPr>
        <p:spPr>
          <a:xfrm xmlns:a="http://schemas.openxmlformats.org/drawingml/2006/main">
            <a:off x="220980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7579A835-7407-4650-9845-E41210427FBA}"/>
              </a:ext>
            </a:extLst>
          </p:cNvPr>
          <p:cNvPicPr>
            <a:picLocks xmlns:a="http://schemas.openxmlformats.org/drawingml/2006/main" noChangeAspect="1"/>
          </p:cNvPicPr>
          <p:nvPr/>
        </p:nvPicPr>
        <p:blipFill>
          <a:blip xmlns:r="http://schemas.openxmlformats.org/officeDocument/2006/relationships" xmlns:a="http://schemas.openxmlformats.org/drawingml/2006/main" r:embed="Rcab48e50a7cd4d1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0465622-A98B-4E81-924F-088227B8C09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FE7B30-F915-4EF0-A858-06CE0B68F12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89E2E19B-57C7-4362-8A23-3A1C3821682E}"/>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EA3F2F6-FED5-4D5B-97C6-3CF2D54CA0C4}"/>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356D7A21-C9C1-4D65-8E40-CC2B35497D5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DCC6EA67-6FF2-406C-8295-2AB6B0D2CFA3}"/>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C6DE76D6-62D9-4829-B015-08DD8528650F}"/>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D25AF2EF-B738-49C2-9614-AFC75B146AE4}"/>
              </a:ext>
            </a:extLst>
          </p:cNvPr>
          <p:cNvSpPr>
            <a:spLocks xmlns:a="http://schemas.openxmlformats.org/drawingml/2006/main" noGrp="1"/>
          </p:cNvSpPr>
          <p:nvPr/>
        </p:nvSpPr>
        <p:spPr>
          <a:xfrm xmlns:a="http://schemas.openxmlformats.org/drawingml/2006/main">
            <a:off x="245745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3D2B82EC-2FBF-4EF9-A5C0-0BB4C9B21F89}"/>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479B8670-A2AB-48A6-AB03-44E5C1F118D0}"/>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C2D73F2B-4635-4314-A8F0-93659C9F8B8B}"/>
              </a:ext>
            </a:extLst>
          </p:cNvPr>
          <p:cNvSpPr>
            <a:spLocks xmlns:a="http://schemas.openxmlformats.org/drawingml/2006/main" noGrp="1"/>
          </p:cNvSpPr>
          <p:nvPr/>
        </p:nvSpPr>
        <p:spPr>
          <a:xfrm xmlns:a="http://schemas.openxmlformats.org/drawingml/2006/main">
            <a:off x="7286625"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C21DE458-D5D0-4514-9EC4-4E0AFA813257}"/>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6A0C8D5F-BD7A-469E-9825-C17B8B237146}"/>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10DA59C1-CD30-4F8A-82FA-C0D5B1C244D0}"/>
              </a:ext>
            </a:extLst>
          </p:cNvPr>
          <p:cNvSpPr>
            <a:spLocks xmlns:a="http://schemas.openxmlformats.org/drawingml/2006/main" noGrp="1"/>
          </p:cNvSpPr>
          <p:nvPr/>
        </p:nvSpPr>
        <p:spPr>
          <a:xfrm xmlns:a="http://schemas.openxmlformats.org/drawingml/2006/main">
            <a:off x="1211580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R06 p15 한 줄 정리 컨테이너">
            <a:extLst xmlns:a="http://schemas.openxmlformats.org/drawingml/2006/main">
              <a:ext uri="{FF2B5EF4-FFF2-40B4-BE49-F238E27FC236}">
                <a16:creationId xmlns:a16="http://schemas.microsoft.com/office/drawing/2014/main" id="{EEF7350D-032D-49CD-B67E-75414FC161A4}"/>
              </a:ext>
            </a:extLst>
          </p:cNvPr>
          <p:cNvSpPr>
            <a:spLocks xmlns:a="http://schemas.openxmlformats.org/drawingml/2006/main" noGrp="1"/>
          </p:cNvSpPr>
          <p:nvPr/>
        </p:nvSpPr>
        <p:spPr>
          <a:xfrm xmlns:a="http://schemas.openxmlformats.org/drawingml/2006/main">
            <a:off x="3810000" y="8572500"/>
            <a:ext cx="10668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0" name="R06 p15 한 줄 정리 배지">
            <a:extLst xmlns:a="http://schemas.openxmlformats.org/drawingml/2006/main">
              <a:ext uri="{FF2B5EF4-FFF2-40B4-BE49-F238E27FC236}">
                <a16:creationId xmlns:a16="http://schemas.microsoft.com/office/drawing/2014/main" id="{0F9848E0-8100-48E1-B1BB-D4B5E1683B2F}"/>
              </a:ext>
            </a:extLst>
          </p:cNvPr>
          <p:cNvSpPr>
            <a:spLocks xmlns:a="http://schemas.openxmlformats.org/drawingml/2006/main" noGrp="1"/>
          </p:cNvSpPr>
          <p:nvPr/>
        </p:nvSpPr>
        <p:spPr>
          <a:xfrm xmlns:a="http://schemas.openxmlformats.org/drawingml/2006/main">
            <a:off x="39624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F16C676F-0C3D-4101-B1F8-E8BD55B5218D}"/>
              </a:ext>
            </a:extLst>
          </p:cNvPr>
          <p:cNvSpPr>
            <a:spLocks xmlns:a="http://schemas.openxmlformats.org/drawingml/2006/main" noGrp="1"/>
          </p:cNvSpPr>
          <p:nvPr/>
        </p:nvSpPr>
        <p:spPr>
          <a:xfrm xmlns:a="http://schemas.openxmlformats.org/drawingml/2006/main">
            <a:off x="40386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2" name="text">
            <a:extLst xmlns:a="http://schemas.openxmlformats.org/drawingml/2006/main">
              <a:ext uri="{FF2B5EF4-FFF2-40B4-BE49-F238E27FC236}">
                <a16:creationId xmlns:a16="http://schemas.microsoft.com/office/drawing/2014/main" id="{70EE0ABB-BC0C-4B99-9358-78D1B3083B98}"/>
              </a:ext>
            </a:extLst>
          </p:cNvPr>
          <p:cNvSpPr>
            <a:spLocks xmlns:a="http://schemas.openxmlformats.org/drawingml/2006/main" noGrp="1"/>
          </p:cNvSpPr>
          <p:nvPr/>
        </p:nvSpPr>
        <p:spPr>
          <a:xfrm xmlns:a="http://schemas.openxmlformats.org/drawingml/2006/main">
            <a:off x="5619750" y="8667750"/>
            <a:ext cx="8648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865363457"/>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7D2D6CE-F60E-45D1-9E41-634373ED7EA4}"/>
              </a:ext>
            </a:extLst>
          </p:cNvPr>
          <p:cNvPicPr>
            <a:picLocks xmlns:a="http://schemas.openxmlformats.org/drawingml/2006/main" noChangeAspect="1"/>
          </p:cNvPicPr>
          <p:nvPr/>
        </p:nvPicPr>
        <p:blipFill>
          <a:blip xmlns:r="http://schemas.openxmlformats.org/officeDocument/2006/relationships" xmlns:a="http://schemas.openxmlformats.org/drawingml/2006/main" r:embed="R266c91899922498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E54B06A5-6BC0-4A6D-A106-B1AB96B350D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23A26246-8B80-4618-82CB-F5B4714CAC7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2A1A8894-5DEE-4B9A-BDCF-A4457A0A6F40}"/>
              </a:ext>
            </a:extLst>
          </p:cNvPr>
          <p:cNvPicPr>
            <a:picLocks xmlns:a="http://schemas.openxmlformats.org/drawingml/2006/main" noChangeAspect="1"/>
          </p:cNvPicPr>
          <p:nvPr/>
        </p:nvPicPr>
        <p:blipFill>
          <a:blip xmlns:r="http://schemas.openxmlformats.org/officeDocument/2006/relationships" xmlns:a="http://schemas.openxmlformats.org/drawingml/2006/main" r:embed="Rb8019db9556c455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71748F16-F0EA-4062-B4E4-9D5C115C72D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DBF6BD9E-5320-42FD-8AAD-7FF0475492AC}"/>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EE5491E6-7C11-47DF-9E31-368690E8DACC}"/>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77498D96-2CF4-4021-8EF8-E09CB5D7AD5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2144262227"/>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1316EB00-0287-42A1-83E1-2C2168C80876}"/>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D19A97FA-73C5-410E-89F2-FF1695217C07}"/>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928C260-890F-4698-94D5-9711A705F075}"/>
              </a:ext>
            </a:extLst>
          </p:cNvPr>
          <p:cNvPicPr>
            <a:picLocks xmlns:a="http://schemas.openxmlformats.org/drawingml/2006/main" noChangeAspect="1"/>
          </p:cNvPicPr>
          <p:nvPr/>
        </p:nvPicPr>
        <p:blipFill>
          <a:blip xmlns:r="http://schemas.openxmlformats.org/officeDocument/2006/relationships" xmlns:a="http://schemas.openxmlformats.org/drawingml/2006/main" r:embed="R88fdcaf7bb7d454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A7A44D2-32A5-4AF2-9C8C-D23B54508FF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85D39F-3E60-4FFD-89BE-24EF9ACF96A8}"/>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5E42663-3107-4DED-B2C2-BDD983000BA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89EB56F-1BC2-4178-889B-7A4C2A5E4B5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57F10A6-8209-4E1D-9CF4-7FC6251A2B8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ECE5F146-3183-4760-8587-883266A67B0D}"/>
              </a:ext>
            </a:extLst>
          </p:cNvPr>
          <p:cNvPicPr>
            <a:picLocks xmlns:a="http://schemas.openxmlformats.org/drawingml/2006/main" noChangeAspect="1"/>
          </p:cNvPicPr>
          <p:nvPr/>
        </p:nvPicPr>
        <p:blipFill>
          <a:blip xmlns:r="http://schemas.openxmlformats.org/officeDocument/2006/relationships" xmlns:a="http://schemas.openxmlformats.org/drawingml/2006/main" r:embed="R787c0f6bf8cd475c"/>
          <a:stretch xmlns:a="http://schemas.openxmlformats.org/drawingml/2006/main"/>
        </p:blipFill>
        <p:spPr>
          <a:xfrm xmlns:a="http://schemas.openxmlformats.org/drawingml/2006/main">
            <a:off x="5982300" y="5267325"/>
            <a:ext cx="6323305" cy="6096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9159C3F2-6EAE-4BAC-84C7-A4FF6D0A3C0D}"/>
              </a:ext>
            </a:extLst>
          </p:cNvPr>
          <p:cNvPicPr>
            <a:picLocks xmlns:a="http://schemas.openxmlformats.org/drawingml/2006/main" noChangeAspect="1"/>
          </p:cNvPicPr>
          <p:nvPr/>
        </p:nvPicPr>
        <p:blipFill>
          <a:blip xmlns:r="http://schemas.openxmlformats.org/officeDocument/2006/relationships" xmlns:a="http://schemas.openxmlformats.org/drawingml/2006/main" r:embed="Rc436a72f370e4fed"/>
          <a:stretch xmlns:a="http://schemas.openxmlformats.org/drawingml/2006/main"/>
        </p:blipFill>
        <p:spPr>
          <a:xfrm xmlns:a="http://schemas.openxmlformats.org/drawingml/2006/main">
            <a:off x="4360895" y="6283985"/>
            <a:ext cx="9566114" cy="576529"/>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89A8ED7C-7389-4A5C-841F-06EF885ED949}"/>
              </a:ext>
            </a:extLst>
          </p:cNvPr>
          <p:cNvPicPr>
            <a:picLocks xmlns:a="http://schemas.openxmlformats.org/drawingml/2006/main" noChangeAspect="1"/>
          </p:cNvPicPr>
          <p:nvPr/>
        </p:nvPicPr>
        <p:blipFill>
          <a:blip xmlns:r="http://schemas.openxmlformats.org/officeDocument/2006/relationships" xmlns:a="http://schemas.openxmlformats.org/drawingml/2006/main" r:embed="Rc89813fc269248d1"/>
          <a:stretch xmlns:a="http://schemas.openxmlformats.org/drawingml/2006/main"/>
        </p:blipFill>
        <p:spPr>
          <a:xfrm xmlns:a="http://schemas.openxmlformats.org/drawingml/2006/main">
            <a:off x="4439285" y="8360397"/>
            <a:ext cx="9409334" cy="56708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D4C096C9-70A1-49AB-9AD2-67D28159E26F}"/>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4208B6E6-40BE-4E20-9CAD-935FF2D6AAE9}"/>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344E67"/>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746151854"/>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A9CC6BC0-C1B6-4D57-8B4B-021EFB83B81B}"/>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6DEF5EBC-AF3F-426A-879E-AF2C0659963F}"/>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6082D996-834A-4016-98A1-E2F0C779F7E0}"/>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7033E52-1D5B-444E-BFEA-AF6406935449}"/>
              </a:ext>
            </a:extLst>
          </p:cNvPr>
          <p:cNvPicPr>
            <a:picLocks xmlns:a="http://schemas.openxmlformats.org/drawingml/2006/main" noChangeAspect="1"/>
          </p:cNvPicPr>
          <p:nvPr/>
        </p:nvPicPr>
        <p:blipFill>
          <a:blip xmlns:r="http://schemas.openxmlformats.org/officeDocument/2006/relationships" xmlns:a="http://schemas.openxmlformats.org/drawingml/2006/main" r:embed="R0ad184b0031e40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B6CD48D-B0B8-4FEA-853F-BADCF0FEA2A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D548F8-D67B-4415-B34E-27FEF17CA53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B55ECA6-FBC2-4ED0-874B-6D70AB00BE0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8164BC5-F0C9-4C5B-B4C5-277A498D6B9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D2EEBE92-934B-491F-990D-64977778E0D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54ADB07C-4F0D-42EF-B039-1112F1AFA4F8}"/>
              </a:ext>
            </a:extLst>
          </p:cNvPr>
          <p:cNvPicPr>
            <a:picLocks xmlns:a="http://schemas.openxmlformats.org/drawingml/2006/main" noChangeAspect="1"/>
          </p:cNvPicPr>
          <p:nvPr/>
        </p:nvPicPr>
        <p:blipFill>
          <a:blip xmlns:r="http://schemas.openxmlformats.org/officeDocument/2006/relationships" xmlns:a="http://schemas.openxmlformats.org/drawingml/2006/main" r:embed="Rea6628934f49491c"/>
          <a:stretch xmlns:a="http://schemas.openxmlformats.org/drawingml/2006/main"/>
        </p:blipFill>
        <p:spPr>
          <a:xfrm xmlns:a="http://schemas.openxmlformats.org/drawingml/2006/main">
            <a:off x="6051032" y="5053015"/>
            <a:ext cx="6185840" cy="1181096"/>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EFBFB0DA-4E27-4446-8DDA-F4E38CCAC38A}"/>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7F57358B-F157-465D-85BC-7739E6E83D1D}"/>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7096D835-25E2-406C-B51E-F72B1E07F062}"/>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28E6F649-3F77-4173-AC7C-67FFF2657A25}"/>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EA4C757A-B200-4BF7-BB98-E7B0ADCC4412}"/>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158854581"/>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A23A6FF6-AF32-47C0-B9D5-F11CBF458D71}"/>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E35CA08D-9B58-4465-A4FD-69DD2FBB8F3E}"/>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E4C3C886-43CA-499A-98C9-AE46852E64C5}"/>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EC3AA6AA-1890-49EB-9FA6-CE457620662C}"/>
              </a:ext>
            </a:extLst>
          </p:cNvPr>
          <p:cNvPicPr>
            <a:picLocks xmlns:a="http://schemas.openxmlformats.org/drawingml/2006/main" noChangeAspect="1"/>
          </p:cNvPicPr>
          <p:nvPr/>
        </p:nvPicPr>
        <p:blipFill>
          <a:blip xmlns:r="http://schemas.openxmlformats.org/officeDocument/2006/relationships" xmlns:a="http://schemas.openxmlformats.org/drawingml/2006/main" r:embed="R08acb8806474458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7FC1E68-6A4D-4615-9C16-6D2066AB9A9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947D01B-524A-41A2-83A9-EC761918195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56E4643-D336-4C3F-8DDC-1FC7326F820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7C20113-393D-4026-8D1F-7F92E27F45C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23657F1-00CF-4829-B714-E4EF1DC79C2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56B73CB7-ED6A-4FB0-81AC-4BE3B310127B}"/>
              </a:ext>
            </a:extLst>
          </p:cNvPr>
          <p:cNvPicPr>
            <a:picLocks xmlns:a="http://schemas.openxmlformats.org/drawingml/2006/main" noChangeAspect="1"/>
          </p:cNvPicPr>
          <p:nvPr/>
        </p:nvPicPr>
        <p:blipFill>
          <a:blip xmlns:r="http://schemas.openxmlformats.org/officeDocument/2006/relationships" xmlns:a="http://schemas.openxmlformats.org/drawingml/2006/main" r:embed="R2861c0d686324212"/>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B61F5927-EBE4-4031-9B8A-6526C1236BDB}"/>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DE623757-F2E9-4881-94F5-BAAAAE0B949A}"/>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496DD9DF-0E18-4210-979A-5B76DDC9CC06}"/>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328FBA2C-4EFD-4066-9CF7-21145C52E8A7}"/>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21EA3D70-8A80-4C00-B65F-AD688BEFD448}"/>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E04D79BE-8964-4178-9D1E-0FFC04D4A335}"/>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9075143A-6627-4A47-95BC-6C1F0927665E}"/>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BFCF8029-25FE-470C-B60B-BF3588FD4D27}"/>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53D5A597-608D-439A-8E74-27620981C27A}"/>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BFC3392B-079F-4B23-BCE2-3C9C53D6B95C}"/>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867342221"/>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13E59F6-43B9-4090-9228-B7D7C51A572A}"/>
              </a:ext>
            </a:extLst>
          </p:cNvPr>
          <p:cNvPicPr>
            <a:picLocks xmlns:a="http://schemas.openxmlformats.org/drawingml/2006/main" noChangeAspect="1"/>
          </p:cNvPicPr>
          <p:nvPr/>
        </p:nvPicPr>
        <p:blipFill>
          <a:blip xmlns:r="http://schemas.openxmlformats.org/officeDocument/2006/relationships" xmlns:a="http://schemas.openxmlformats.org/drawingml/2006/main" r:embed="Refa1bd36bcbc42e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CE5C657-225B-48AA-94E8-B95BDA57A77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4902DAE-F040-4880-9AA7-4B3206D3DC0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AF96CCC-25B5-4B83-853A-F83B75491D2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1A50C50-B8F3-4D9D-B290-7F82606B602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29E573D-2035-4EC5-8DB1-57F4DCFCAD5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A0122141-5FD6-4677-8BAE-5064208B62F8}"/>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F62B129-100E-435C-ACDD-59A64A434202}"/>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1659892-6F52-4307-A0AB-60C46EB5359F}"/>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5316BB2-A197-424A-BDC1-66BA71F7DEF0}"/>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4C190755-741B-4185-A1A3-6B7637ADB37C}"/>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2CC5B431-3969-48BA-9002-9D000F344A88}"/>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1217781346"/>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7E8BDF4-1F7F-4CFC-922F-6DF5C6B4E644}"/>
              </a:ext>
            </a:extLst>
          </p:cNvPr>
          <p:cNvSpPr>
            <a:spLocks xmlns:a="http://schemas.openxmlformats.org/drawingml/2006/main" noGrp="1"/>
          </p:cNvSpPr>
          <p:nvPr/>
        </p:nvSpPr>
        <p:spPr>
          <a:xfrm xmlns:a="http://schemas.openxmlformats.org/drawingml/2006/main">
            <a:off x="2857500" y="5715000"/>
            <a:ext cx="12573000" cy="2952750"/>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11F97A7-9191-4768-A3D1-CD9D1CB07B9B}"/>
              </a:ext>
            </a:extLst>
          </p:cNvPr>
          <p:cNvPicPr>
            <a:picLocks xmlns:a="http://schemas.openxmlformats.org/drawingml/2006/main" noChangeAspect="1"/>
          </p:cNvPicPr>
          <p:nvPr/>
        </p:nvPicPr>
        <p:blipFill>
          <a:blip xmlns:r="http://schemas.openxmlformats.org/officeDocument/2006/relationships" xmlns:a="http://schemas.openxmlformats.org/drawingml/2006/main" r:embed="R02974f64d1ec4e2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C8ADF24-B101-4EB8-8840-94A1EDEFC81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30FA8A7-B457-4A4E-81D2-368A1A8DBD1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974A965-8F1C-4332-BEC9-9BBF0360D66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B31D0D9-AF08-434D-9E93-46A8CD9C9CA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0C968DB-6309-484A-91FB-29B47977573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D25BAA6E-26D5-4DF9-9BC4-7BAF6FB7FDE9}"/>
              </a:ext>
            </a:extLst>
          </p:cNvPr>
          <p:cNvPicPr>
            <a:picLocks xmlns:a="http://schemas.openxmlformats.org/drawingml/2006/main" noChangeAspect="1"/>
          </p:cNvPicPr>
          <p:nvPr/>
        </p:nvPicPr>
        <p:blipFill>
          <a:blip xmlns:r="http://schemas.openxmlformats.org/officeDocument/2006/relationships" xmlns:a="http://schemas.openxmlformats.org/drawingml/2006/main" r:embed="Rf1c1603ef96b4067"/>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계산 순서 설명 바">
            <a:extLst xmlns:a="http://schemas.openxmlformats.org/drawingml/2006/main">
              <a:ext uri="{FF2B5EF4-FFF2-40B4-BE49-F238E27FC236}">
                <a16:creationId xmlns:a16="http://schemas.microsoft.com/office/drawing/2014/main" id="{0F486C9E-706C-4CB4-89C2-1F33DA094787}"/>
              </a:ext>
            </a:extLst>
          </p:cNvPr>
          <p:cNvSpPr>
            <a:spLocks xmlns:a="http://schemas.openxmlformats.org/drawingml/2006/main" noGrp="1"/>
          </p:cNvSpPr>
          <p:nvPr/>
        </p:nvSpPr>
        <p:spPr>
          <a:xfrm xmlns:a="http://schemas.openxmlformats.org/drawingml/2006/main">
            <a:off x="285750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12" name="계산 단계 번호">
            <a:extLst xmlns:a="http://schemas.openxmlformats.org/drawingml/2006/main">
              <a:ext uri="{FF2B5EF4-FFF2-40B4-BE49-F238E27FC236}">
                <a16:creationId xmlns:a16="http://schemas.microsoft.com/office/drawing/2014/main" id="{A1D42DE9-15D3-4358-8CC3-C980A2DF6618}"/>
              </a:ext>
            </a:extLst>
          </p:cNvPr>
          <p:cNvSpPr>
            <a:spLocks xmlns:a="http://schemas.openxmlformats.org/drawingml/2006/main" noGrp="1"/>
          </p:cNvSpPr>
          <p:nvPr/>
        </p:nvSpPr>
        <p:spPr>
          <a:xfrm xmlns:a="http://schemas.openxmlformats.org/drawingml/2006/main">
            <a:off x="302895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427920BD-D52E-4CAE-8F65-9931D875D7A7}"/>
              </a:ext>
            </a:extLst>
          </p:cNvPr>
          <p:cNvSpPr>
            <a:spLocks xmlns:a="http://schemas.openxmlformats.org/drawingml/2006/main" noGrp="1"/>
          </p:cNvSpPr>
          <p:nvPr/>
        </p:nvSpPr>
        <p:spPr>
          <a:xfrm xmlns:a="http://schemas.openxmlformats.org/drawingml/2006/main">
            <a:off x="302895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1</a:t>
            </a:r>
          </a:p>
        </p:txBody>
      </p:sp>
      <p:sp>
        <p:nvSpPr>
          <p:cNvPr id="14" name="text">
            <a:extLst xmlns:a="http://schemas.openxmlformats.org/drawingml/2006/main">
              <a:ext uri="{FF2B5EF4-FFF2-40B4-BE49-F238E27FC236}">
                <a16:creationId xmlns:a16="http://schemas.microsoft.com/office/drawing/2014/main" id="{A35F4BBC-500E-4900-925E-2980C5A99018}"/>
              </a:ext>
            </a:extLst>
          </p:cNvPr>
          <p:cNvSpPr>
            <a:spLocks xmlns:a="http://schemas.openxmlformats.org/drawingml/2006/main" noGrp="1"/>
          </p:cNvSpPr>
          <p:nvPr/>
        </p:nvSpPr>
        <p:spPr>
          <a:xfrm xmlns:a="http://schemas.openxmlformats.org/drawingml/2006/main">
            <a:off x="363855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용액이 얻은 열</a:t>
            </a:r>
          </a:p>
        </p:txBody>
      </p:sp>
      <p:sp>
        <p:nvSpPr>
          <p:cNvPr id="15" name="계산 순서 설명 바">
            <a:extLst xmlns:a="http://schemas.openxmlformats.org/drawingml/2006/main">
              <a:ext uri="{FF2B5EF4-FFF2-40B4-BE49-F238E27FC236}">
                <a16:creationId xmlns:a16="http://schemas.microsoft.com/office/drawing/2014/main" id="{0C7DB32A-4562-4907-B510-60245DC2AF3B}"/>
              </a:ext>
            </a:extLst>
          </p:cNvPr>
          <p:cNvSpPr>
            <a:spLocks xmlns:a="http://schemas.openxmlformats.org/drawingml/2006/main" noGrp="1"/>
          </p:cNvSpPr>
          <p:nvPr/>
        </p:nvSpPr>
        <p:spPr>
          <a:xfrm xmlns:a="http://schemas.openxmlformats.org/drawingml/2006/main">
            <a:off x="714375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16" name="계산 단계 번호">
            <a:extLst xmlns:a="http://schemas.openxmlformats.org/drawingml/2006/main">
              <a:ext uri="{FF2B5EF4-FFF2-40B4-BE49-F238E27FC236}">
                <a16:creationId xmlns:a16="http://schemas.microsoft.com/office/drawing/2014/main" id="{EE7643C1-863F-4E23-AD25-4D379538D0F4}"/>
              </a:ext>
            </a:extLst>
          </p:cNvPr>
          <p:cNvSpPr>
            <a:spLocks xmlns:a="http://schemas.openxmlformats.org/drawingml/2006/main" noGrp="1"/>
          </p:cNvSpPr>
          <p:nvPr/>
        </p:nvSpPr>
        <p:spPr>
          <a:xfrm xmlns:a="http://schemas.openxmlformats.org/drawingml/2006/main">
            <a:off x="731520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0F227FF4-0463-4E15-B084-58AC65253D46}"/>
              </a:ext>
            </a:extLst>
          </p:cNvPr>
          <p:cNvSpPr>
            <a:spLocks xmlns:a="http://schemas.openxmlformats.org/drawingml/2006/main" noGrp="1"/>
          </p:cNvSpPr>
          <p:nvPr/>
        </p:nvSpPr>
        <p:spPr>
          <a:xfrm xmlns:a="http://schemas.openxmlformats.org/drawingml/2006/main">
            <a:off x="731520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2</a:t>
            </a:r>
          </a:p>
        </p:txBody>
      </p:sp>
      <p:sp>
        <p:nvSpPr>
          <p:cNvPr id="18" name="text">
            <a:extLst xmlns:a="http://schemas.openxmlformats.org/drawingml/2006/main">
              <a:ext uri="{FF2B5EF4-FFF2-40B4-BE49-F238E27FC236}">
                <a16:creationId xmlns:a16="http://schemas.microsoft.com/office/drawing/2014/main" id="{6399E39C-8ABC-4BC2-B59E-73D13D8378CB}"/>
              </a:ext>
            </a:extLst>
          </p:cNvPr>
          <p:cNvSpPr>
            <a:spLocks xmlns:a="http://schemas.openxmlformats.org/drawingml/2006/main" noGrp="1"/>
          </p:cNvSpPr>
          <p:nvPr/>
        </p:nvSpPr>
        <p:spPr>
          <a:xfrm xmlns:a="http://schemas.openxmlformats.org/drawingml/2006/main">
            <a:off x="792480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반응한 몰수</a:t>
            </a:r>
          </a:p>
        </p:txBody>
      </p:sp>
      <p:sp>
        <p:nvSpPr>
          <p:cNvPr id="19" name="계산 순서 설명 바">
            <a:extLst xmlns:a="http://schemas.openxmlformats.org/drawingml/2006/main">
              <a:ext uri="{FF2B5EF4-FFF2-40B4-BE49-F238E27FC236}">
                <a16:creationId xmlns:a16="http://schemas.microsoft.com/office/drawing/2014/main" id="{6B9DDD20-6664-499E-B432-343B511ACF3E}"/>
              </a:ext>
            </a:extLst>
          </p:cNvPr>
          <p:cNvSpPr>
            <a:spLocks xmlns:a="http://schemas.openxmlformats.org/drawingml/2006/main" noGrp="1"/>
          </p:cNvSpPr>
          <p:nvPr/>
        </p:nvSpPr>
        <p:spPr>
          <a:xfrm xmlns:a="http://schemas.openxmlformats.org/drawingml/2006/main">
            <a:off x="11430000" y="4667250"/>
            <a:ext cx="4000500" cy="857250"/>
          </a:xfrm>
          <a:prstGeom xmlns:a="http://schemas.openxmlformats.org/drawingml/2006/main" prst="roundRect">
            <a:avLst>
              <a:gd name="adj" fmla="val 17778"/>
            </a:avLst>
          </a:prstGeom>
          <a:solidFill xmlns:a="http://schemas.openxmlformats.org/drawingml/2006/main">
            <a:srgbClr val="222A1D"/>
          </a:solidFill>
          <a:ln xmlns:a="http://schemas.openxmlformats.org/drawingml/2006/main" w="0">
            <a:noFill/>
          </a:ln>
        </p:spPr>
      </p:sp>
      <p:sp>
        <p:nvSpPr>
          <p:cNvPr id="20" name="계산 단계 번호">
            <a:extLst xmlns:a="http://schemas.openxmlformats.org/drawingml/2006/main">
              <a:ext uri="{FF2B5EF4-FFF2-40B4-BE49-F238E27FC236}">
                <a16:creationId xmlns:a16="http://schemas.microsoft.com/office/drawing/2014/main" id="{B4E18FC5-3C6D-47DB-9EE5-319FA68A65AA}"/>
              </a:ext>
            </a:extLst>
          </p:cNvPr>
          <p:cNvSpPr>
            <a:spLocks xmlns:a="http://schemas.openxmlformats.org/drawingml/2006/main" noGrp="1"/>
          </p:cNvSpPr>
          <p:nvPr/>
        </p:nvSpPr>
        <p:spPr>
          <a:xfrm xmlns:a="http://schemas.openxmlformats.org/drawingml/2006/main">
            <a:off x="11601450" y="4867275"/>
            <a:ext cx="438150" cy="438150"/>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27D4B793-9660-4B22-B61B-CF805F1DA5C1}"/>
              </a:ext>
            </a:extLst>
          </p:cNvPr>
          <p:cNvSpPr>
            <a:spLocks xmlns:a="http://schemas.openxmlformats.org/drawingml/2006/main" noGrp="1"/>
          </p:cNvSpPr>
          <p:nvPr/>
        </p:nvSpPr>
        <p:spPr>
          <a:xfrm xmlns:a="http://schemas.openxmlformats.org/drawingml/2006/main">
            <a:off x="11601450" y="4867275"/>
            <a:ext cx="438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B2815"/>
                </a:solidFill>
                <a:latin typeface="Pretendard"/>
                <a:ea typeface="Pretendard"/>
                <a:cs typeface="Pretendard"/>
              </a:defRPr>
            </a:defPPr>
            <a:lvl1pPr algn="ctr">
              <a:defRPr sz="1875" b="1">
                <a:solidFill>
                  <a:srgbClr val="1B2815"/>
                </a:solidFill>
                <a:latin typeface="Pretendard"/>
                <a:ea typeface="Pretendard"/>
                <a:cs typeface="Pretendard"/>
              </a:defRPr>
            </a:lvl1pPr>
            <a:lvl2pPr algn="ctr">
              <a:defRPr sz="1875" b="1">
                <a:solidFill>
                  <a:srgbClr val="1B2815"/>
                </a:solidFill>
                <a:latin typeface="Pretendard"/>
                <a:ea typeface="Pretendard"/>
                <a:cs typeface="Pretendard"/>
              </a:defRPr>
            </a:lvl2pPr>
            <a:lvl3pPr algn="ctr">
              <a:defRPr sz="1875" b="1">
                <a:solidFill>
                  <a:srgbClr val="1B2815"/>
                </a:solidFill>
                <a:latin typeface="Pretendard"/>
                <a:ea typeface="Pretendard"/>
                <a:cs typeface="Pretendard"/>
              </a:defRPr>
            </a:lvl3pPr>
            <a:lvl4pPr algn="ctr">
              <a:defRPr sz="1875" b="1">
                <a:solidFill>
                  <a:srgbClr val="1B2815"/>
                </a:solidFill>
                <a:latin typeface="Pretendard"/>
                <a:ea typeface="Pretendard"/>
                <a:cs typeface="Pretendard"/>
              </a:defRPr>
            </a:lvl4pPr>
            <a:lvl5pPr algn="ctr">
              <a:defRPr sz="1875" b="1">
                <a:solidFill>
                  <a:srgbClr val="1B2815"/>
                </a:solidFill>
                <a:latin typeface="Pretendard"/>
                <a:ea typeface="Pretendard"/>
                <a:cs typeface="Pretendard"/>
              </a:defRPr>
            </a:lvl5pPr>
            <a:lvl6pPr algn="ctr">
              <a:defRPr sz="1875" b="1">
                <a:solidFill>
                  <a:srgbClr val="1B2815"/>
                </a:solidFill>
                <a:latin typeface="Pretendard"/>
                <a:ea typeface="Pretendard"/>
                <a:cs typeface="Pretendard"/>
              </a:defRPr>
            </a:lvl6pPr>
            <a:lvl7pPr algn="ctr">
              <a:defRPr sz="1875" b="1">
                <a:solidFill>
                  <a:srgbClr val="1B2815"/>
                </a:solidFill>
                <a:latin typeface="Pretendard"/>
                <a:ea typeface="Pretendard"/>
                <a:cs typeface="Pretendard"/>
              </a:defRPr>
            </a:lvl7pPr>
            <a:lvl8pPr algn="ctr">
              <a:defRPr sz="1875" b="1">
                <a:solidFill>
                  <a:srgbClr val="1B2815"/>
                </a:solidFill>
                <a:latin typeface="Pretendard"/>
                <a:ea typeface="Pretendard"/>
                <a:cs typeface="Pretendard"/>
              </a:defRPr>
            </a:lvl8pPr>
            <a:lvl9pPr algn="ctr">
              <a:defRPr sz="1875" b="1">
                <a:solidFill>
                  <a:srgbClr val="1B2815"/>
                </a:solidFill>
                <a:latin typeface="Pretendard"/>
                <a:ea typeface="Pretendard"/>
                <a:cs typeface="Pretendard"/>
              </a:defRPr>
            </a:lvl9pPr>
          </a:lstStyle>
          <a:p xmlns:a="http://schemas.openxmlformats.org/drawingml/2006/main">
            <a:pPr algn="ctr">
              <a:defRPr sz="1875" b="1">
                <a:solidFill>
                  <a:srgbClr val="1B2815"/>
                </a:solidFill>
                <a:latin typeface="Pretendard"/>
                <a:ea typeface="Pretendard"/>
                <a:cs typeface="Pretendard"/>
              </a:defRPr>
            </a:pPr>
            <a:r>
              <a:rPr sz="1875" b="1">
                <a:solidFill>
                  <a:srgbClr val="1B2815"/>
                </a:solidFill>
                <a:latin typeface="Pretendard"/>
                <a:ea typeface="Pretendard"/>
                <a:cs typeface="Pretendard"/>
              </a:rPr>
              <a:t>3</a:t>
            </a:r>
          </a:p>
        </p:txBody>
      </p:sp>
      <p:sp>
        <p:nvSpPr>
          <p:cNvPr id="22" name="text">
            <a:extLst xmlns:a="http://schemas.openxmlformats.org/drawingml/2006/main">
              <a:ext uri="{FF2B5EF4-FFF2-40B4-BE49-F238E27FC236}">
                <a16:creationId xmlns:a16="http://schemas.microsoft.com/office/drawing/2014/main" id="{FD6BC80F-0348-49C6-82DD-C2ED1F3E48E1}"/>
              </a:ext>
            </a:extLst>
          </p:cNvPr>
          <p:cNvSpPr>
            <a:spLocks xmlns:a="http://schemas.openxmlformats.org/drawingml/2006/main" noGrp="1"/>
          </p:cNvSpPr>
          <p:nvPr/>
        </p:nvSpPr>
        <p:spPr>
          <a:xfrm xmlns:a="http://schemas.openxmlformats.org/drawingml/2006/main">
            <a:off x="12211050" y="4791075"/>
            <a:ext cx="295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183792942"/>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320ECF5-7E89-4A78-8103-81A4BD5F2956}"/>
              </a:ext>
            </a:extLst>
          </p:cNvPr>
          <p:cNvPicPr>
            <a:picLocks xmlns:a="http://schemas.openxmlformats.org/drawingml/2006/main" noChangeAspect="1"/>
          </p:cNvPicPr>
          <p:nvPr/>
        </p:nvPicPr>
        <p:blipFill>
          <a:blip xmlns:r="http://schemas.openxmlformats.org/officeDocument/2006/relationships" xmlns:a="http://schemas.openxmlformats.org/drawingml/2006/main" r:embed="Rc4d96e72f7584e4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A1EE159-12C7-4C64-9F9A-2975E234C91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CA12F98-5E9F-494C-9330-3FD7814449E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08A7456-C0B1-446E-AA4E-5C16EF08930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4875960-7C3A-4177-9B82-8B49771E8A6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25AD411-F821-4049-9514-3AD232CEB30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D7BAD386-F7E1-437D-A81B-ED7945DBE1ED}"/>
              </a:ext>
            </a:extLst>
          </p:cNvPr>
          <p:cNvGraphicFramePr/>
          <p:nvPr/>
        </p:nvGraphicFramePr>
        <p:xfrm>
          <a:off xmlns:a="http://schemas.openxmlformats.org/drawingml/2006/main" x="1828800" y="4924425"/>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552D871-463B-4FA1-9FD0-724A206C6B23}"/>
              </a:ext>
            </a:extLst>
          </p:cNvPr>
          <p:cNvSpPr>
            <a:spLocks xmlns:a="http://schemas.openxmlformats.org/drawingml/2006/main" noGrp="1"/>
          </p:cNvSpPr>
          <p:nvPr/>
        </p:nvSpPr>
        <p:spPr>
          <a:xfrm xmlns:a="http://schemas.openxmlformats.org/drawingml/2006/main" rot="0">
            <a:off x="1828800" y="492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DD09E697-20FB-42D6-BE8F-B7F19AA369DF}"/>
              </a:ext>
            </a:extLst>
          </p:cNvPr>
          <p:cNvSpPr>
            <a:spLocks xmlns:a="http://schemas.openxmlformats.org/drawingml/2006/main" noGrp="1"/>
          </p:cNvSpPr>
          <p:nvPr/>
        </p:nvSpPr>
        <p:spPr>
          <a:xfrm xmlns:a="http://schemas.openxmlformats.org/drawingml/2006/main" rot="5400000">
            <a:off x="16278225" y="492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2F6DE5E-1DEC-436C-9A1A-914FD389185B}"/>
              </a:ext>
            </a:extLst>
          </p:cNvPr>
          <p:cNvSpPr>
            <a:spLocks xmlns:a="http://schemas.openxmlformats.org/drawingml/2006/main" noGrp="1"/>
          </p:cNvSpPr>
          <p:nvPr/>
        </p:nvSpPr>
        <p:spPr>
          <a:xfrm xmlns:a="http://schemas.openxmlformats.org/drawingml/2006/main" rot="10800000">
            <a:off x="16278225" y="873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D343F3C0-23F2-49A0-AC09-85F5B057340A}"/>
              </a:ext>
            </a:extLst>
          </p:cNvPr>
          <p:cNvSpPr>
            <a:spLocks xmlns:a="http://schemas.openxmlformats.org/drawingml/2006/main" noGrp="1"/>
          </p:cNvSpPr>
          <p:nvPr/>
        </p:nvSpPr>
        <p:spPr>
          <a:xfrm xmlns:a="http://schemas.openxmlformats.org/drawingml/2006/main" rot="16200000">
            <a:off x="1828800" y="87344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42A4380-3BDE-4BB6-8333-7B3C3F71F366}"/>
              </a:ext>
            </a:extLst>
          </p:cNvPr>
          <p:cNvSpPr>
            <a:spLocks xmlns:a="http://schemas.openxmlformats.org/drawingml/2006/main" noGrp="1"/>
          </p:cNvSpPr>
          <p:nvPr/>
        </p:nvSpPr>
        <p:spPr>
          <a:xfrm xmlns:a="http://schemas.openxmlformats.org/drawingml/2006/main">
            <a:off x="1828800" y="3829050"/>
            <a:ext cx="146399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637125157"/>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6A451A91-3022-49F1-9D9B-D600F54051C4}"/>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296202F9-9A4C-4C2F-B99D-8BACB5E06C39}"/>
              </a:ext>
            </a:extLst>
          </p:cNvPr>
          <p:cNvPicPr>
            <a:picLocks xmlns:a="http://schemas.openxmlformats.org/drawingml/2006/main" noChangeAspect="1"/>
          </p:cNvPicPr>
          <p:nvPr/>
        </p:nvPicPr>
        <p:blipFill>
          <a:blip xmlns:r="http://schemas.openxmlformats.org/officeDocument/2006/relationships" xmlns:a="http://schemas.openxmlformats.org/drawingml/2006/main" r:embed="R71a0c1c9b42f43b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80E617F-55AB-473E-93FB-868E1E295E3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E11478A-AA3F-4BAD-B885-4E2A0AB7DAA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949B594-F512-4511-8695-C3817A2E486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10AD017-86E4-4B24-A0E6-8B75C4DB495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0AA5FB5-469F-4373-84A7-581D01E1945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1A5BE33B-FA0B-4927-A65B-A0F54F46616B}"/>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sp>
        <p:nvSpPr>
          <p:cNvPr id="10" name="text">
            <a:extLst xmlns:a="http://schemas.openxmlformats.org/drawingml/2006/main">
              <a:ext uri="{FF2B5EF4-FFF2-40B4-BE49-F238E27FC236}">
                <a16:creationId xmlns:a16="http://schemas.microsoft.com/office/drawing/2014/main" id="{554F95E0-C203-4B08-8C22-EA64DF5F5A44}"/>
              </a:ext>
            </a:extLst>
          </p:cNvPr>
          <p:cNvSpPr>
            <a:spLocks xmlns:a="http://schemas.openxmlformats.org/drawingml/2006/main" noGrp="1"/>
          </p:cNvSpPr>
          <p:nvPr/>
        </p:nvSpPr>
        <p:spPr>
          <a:xfrm xmlns:a="http://schemas.openxmlformats.org/drawingml/2006/main">
            <a:off x="4325207" y="5291138"/>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66B8BB4F-55FD-4C83-97CE-E9DFDE9B918F}"/>
              </a:ext>
            </a:extLst>
          </p:cNvPr>
          <p:cNvSpPr>
            <a:spLocks xmlns:a="http://schemas.openxmlformats.org/drawingml/2006/main" noGrp="1"/>
          </p:cNvSpPr>
          <p:nvPr/>
        </p:nvSpPr>
        <p:spPr>
          <a:xfrm xmlns:a="http://schemas.openxmlformats.org/drawingml/2006/main">
            <a:off x="4325207" y="6215063"/>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3B647B46-70CE-4E4C-B62D-A035731DBED0}"/>
              </a:ext>
            </a:extLst>
          </p:cNvPr>
          <p:cNvSpPr>
            <a:spLocks xmlns:a="http://schemas.openxmlformats.org/drawingml/2006/main" noGrp="1"/>
          </p:cNvSpPr>
          <p:nvPr/>
        </p:nvSpPr>
        <p:spPr>
          <a:xfrm xmlns:a="http://schemas.openxmlformats.org/drawingml/2006/main">
            <a:off x="4325207" y="7138988"/>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17000485-EEEC-4BC0-99AB-F0A5B14FB035}"/>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pic>
        <p:nvPicPr>
          <p:cNvPr id="14" name="">
            <a:extLst xmlns:a="http://schemas.openxmlformats.org/drawingml/2006/main">
              <a:ext uri="{FF2B5EF4-FFF2-40B4-BE49-F238E27FC236}">
                <a16:creationId xmlns:a16="http://schemas.microsoft.com/office/drawing/2014/main" id="{3E50FB2E-30E1-4539-8615-2B8D185AECC7}"/>
              </a:ext>
            </a:extLst>
          </p:cNvPr>
          <p:cNvPicPr>
            <a:picLocks xmlns:a="http://schemas.openxmlformats.org/drawingml/2006/main" noChangeAspect="1"/>
          </p:cNvPicPr>
          <p:nvPr/>
        </p:nvPicPr>
        <p:blipFill>
          <a:blip xmlns:r="http://schemas.openxmlformats.org/officeDocument/2006/relationships" xmlns:a="http://schemas.openxmlformats.org/drawingml/2006/main" r:embed="Rd686d1c08fc34742"/>
          <a:srcRect xmlns:a="http://schemas.openxmlformats.org/drawingml/2006/main" l="0" t="12058" r="0" b="62219"/>
          <a:stretch xmlns:a="http://schemas.openxmlformats.org/drawingml/2006/main"/>
        </p:blipFill>
        <p:spPr>
          <a:xfrm xmlns:a="http://schemas.openxmlformats.org/drawingml/2006/main">
            <a:off x="8135207" y="5369814"/>
            <a:ext cx="5827586" cy="461772"/>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16263993-3045-4B45-9908-4B4BA4CBAB88}"/>
              </a:ext>
            </a:extLst>
          </p:cNvPr>
          <p:cNvPicPr>
            <a:picLocks xmlns:a="http://schemas.openxmlformats.org/drawingml/2006/main" noChangeAspect="1"/>
          </p:cNvPicPr>
          <p:nvPr/>
        </p:nvPicPr>
        <p:blipFill>
          <a:blip xmlns:r="http://schemas.openxmlformats.org/officeDocument/2006/relationships" xmlns:a="http://schemas.openxmlformats.org/drawingml/2006/main" r:embed="R9d6b13c5f0054d22"/>
          <a:srcRect xmlns:a="http://schemas.openxmlformats.org/drawingml/2006/main" l="0" t="44212" r="0" b="31672"/>
          <a:stretch xmlns:a="http://schemas.openxmlformats.org/drawingml/2006/main"/>
        </p:blipFill>
        <p:spPr>
          <a:xfrm xmlns:a="http://schemas.openxmlformats.org/drawingml/2006/main">
            <a:off x="8135207" y="6308122"/>
            <a:ext cx="5827586" cy="432911"/>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EE7252B8-58FA-4211-99FC-F5409E6E5539}"/>
              </a:ext>
            </a:extLst>
          </p:cNvPr>
          <p:cNvPicPr>
            <a:picLocks xmlns:a="http://schemas.openxmlformats.org/drawingml/2006/main" noChangeAspect="1"/>
          </p:cNvPicPr>
          <p:nvPr/>
        </p:nvPicPr>
        <p:blipFill>
          <a:blip xmlns:r="http://schemas.openxmlformats.org/officeDocument/2006/relationships" xmlns:a="http://schemas.openxmlformats.org/drawingml/2006/main" r:embed="R819dfab354044992"/>
          <a:srcRect xmlns:a="http://schemas.openxmlformats.org/drawingml/2006/main" l="0" t="72347" r="0" b="1125"/>
          <a:stretch xmlns:a="http://schemas.openxmlformats.org/drawingml/2006/main"/>
        </p:blipFill>
        <p:spPr>
          <a:xfrm xmlns:a="http://schemas.openxmlformats.org/drawingml/2006/main">
            <a:off x="8135207" y="7210425"/>
            <a:ext cx="5827586" cy="476250"/>
          </a:xfrm>
          <a:prstGeom xmlns:a="http://schemas.openxmlformats.org/drawingml/2006/main" prst="rect">
            <a:avLst/>
          </a:prstGeom>
        </p:spPr>
      </p:pic>
    </p:spTree>
    <p:extLst>
      <p:ext uri="{BB962C8B-B14F-4D97-AF65-F5344CB8AC3E}">
        <p14:creationId xmlns:p14="http://schemas.microsoft.com/office/powerpoint/2010/main" val="1478330517"/>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5" name="">
            <a:extLst xmlns:a="http://schemas.openxmlformats.org/drawingml/2006/main">
              <a:ext uri="{FF2B5EF4-FFF2-40B4-BE49-F238E27FC236}">
                <a16:creationId xmlns:a16="http://schemas.microsoft.com/office/drawing/2014/main" id="{8BD85520-EDA6-4023-A634-194D7E857635}"/>
              </a:ext>
            </a:extLst>
          </p:cNvPr>
          <p:cNvPicPr>
            <a:picLocks xmlns:a="http://schemas.openxmlformats.org/drawingml/2006/main" noChangeAspect="1"/>
          </p:cNvPicPr>
          <p:nvPr/>
        </p:nvPicPr>
        <p:blipFill>
          <a:blip xmlns:r="http://schemas.openxmlformats.org/officeDocument/2006/relationships" xmlns:a="http://schemas.openxmlformats.org/drawingml/2006/main" r:embed="Rcba7784495124575"/>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B762DCBB-F1E4-446A-844E-B9613B624687}"/>
              </a:ext>
            </a:extLst>
          </p:cNvPr>
          <p:cNvPicPr>
            <a:picLocks xmlns:a="http://schemas.openxmlformats.org/drawingml/2006/main" noChangeAspect="1"/>
          </p:cNvPicPr>
          <p:nvPr/>
        </p:nvPicPr>
        <p:blipFill>
          <a:blip xmlns:r="http://schemas.openxmlformats.org/officeDocument/2006/relationships" xmlns:a="http://schemas.openxmlformats.org/drawingml/2006/main" r:embed="Rdb490e2a7ddf4ba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4BF337-A5A1-4E86-AF05-D9506E0A1A9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F5F099-F53A-4F34-A5F5-C2B67F9D418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3DF6B7B-4063-4877-A62B-8F100513633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4D7D4AF0-9376-4E97-A02C-53B46F4B96E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FB91E8B8-A376-4409-A7AF-D75409F17E58}"/>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sp>
        <p:nvSpPr>
          <p:cNvPr id="8" name="text">
            <a:extLst xmlns:a="http://schemas.openxmlformats.org/drawingml/2006/main">
              <a:ext uri="{FF2B5EF4-FFF2-40B4-BE49-F238E27FC236}">
                <a16:creationId xmlns:a16="http://schemas.microsoft.com/office/drawing/2014/main" id="{88E08A9F-7D6D-4C26-A759-3439D5B98815}"/>
              </a:ext>
            </a:extLst>
          </p:cNvPr>
          <p:cNvSpPr>
            <a:spLocks xmlns:a="http://schemas.openxmlformats.org/drawingml/2006/main" noGrp="1"/>
          </p:cNvSpPr>
          <p:nvPr/>
        </p:nvSpPr>
        <p:spPr>
          <a:xfrm xmlns:a="http://schemas.openxmlformats.org/drawingml/2006/main">
            <a:off x="5715000" y="41433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685F9ADB-947E-4EDC-BB36-DB0023E99021}"/>
              </a:ext>
            </a:extLst>
          </p:cNvPr>
          <p:cNvSpPr>
            <a:spLocks xmlns:a="http://schemas.openxmlformats.org/drawingml/2006/main" noGrp="1"/>
          </p:cNvSpPr>
          <p:nvPr/>
        </p:nvSpPr>
        <p:spPr>
          <a:xfrm xmlns:a="http://schemas.openxmlformats.org/drawingml/2006/main">
            <a:off x="5715000" y="47339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538EB81C-D62F-4B94-B847-E99A6EAEE84B}"/>
              </a:ext>
            </a:extLst>
          </p:cNvPr>
          <p:cNvSpPr>
            <a:spLocks xmlns:a="http://schemas.openxmlformats.org/drawingml/2006/main" noGrp="1"/>
          </p:cNvSpPr>
          <p:nvPr/>
        </p:nvSpPr>
        <p:spPr>
          <a:xfrm xmlns:a="http://schemas.openxmlformats.org/drawingml/2006/main">
            <a:off x="5715000" y="58578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56B29BDB-35C8-4896-AE29-DBB619D8C978}"/>
              </a:ext>
            </a:extLst>
          </p:cNvPr>
          <p:cNvSpPr>
            <a:spLocks xmlns:a="http://schemas.openxmlformats.org/drawingml/2006/main" noGrp="1"/>
          </p:cNvSpPr>
          <p:nvPr/>
        </p:nvSpPr>
        <p:spPr>
          <a:xfrm xmlns:a="http://schemas.openxmlformats.org/drawingml/2006/main">
            <a:off x="5715000" y="64484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D93FC895-37FB-4B08-BA90-DDF1087557C3}"/>
              </a:ext>
            </a:extLst>
          </p:cNvPr>
          <p:cNvSpPr>
            <a:spLocks xmlns:a="http://schemas.openxmlformats.org/drawingml/2006/main" noGrp="1"/>
          </p:cNvSpPr>
          <p:nvPr/>
        </p:nvSpPr>
        <p:spPr>
          <a:xfrm xmlns:a="http://schemas.openxmlformats.org/drawingml/2006/main">
            <a:off x="5715000" y="7572375"/>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01EB0CC5-BAC4-4783-8059-429866E63DCB}"/>
              </a:ext>
            </a:extLst>
          </p:cNvPr>
          <p:cNvSpPr>
            <a:spLocks xmlns:a="http://schemas.openxmlformats.org/drawingml/2006/main" noGrp="1"/>
          </p:cNvSpPr>
          <p:nvPr/>
        </p:nvSpPr>
        <p:spPr>
          <a:xfrm xmlns:a="http://schemas.openxmlformats.org/drawingml/2006/main">
            <a:off x="5715000" y="8162925"/>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알려진 </a:t>
            </a:r>
            <a:r>
              <a:rPr sz="2250">
                <a:solidFill>
                  <a:srgbClr val="EEEEEE"/>
                </a:solidFill>
                <a:latin typeface="Pretendard"/>
                <a:ea typeface="Pretendard"/>
                <a:cs typeface="Pretendard"/>
              </a:rPr>
              <a:t>Δ</a:t>
            </a:r>
            <a:r>
              <a:rPr sz="2250" i="1">
                <a:solidFill>
                  <a:srgbClr val="EEEEEE"/>
                </a:solidFill>
                <a:latin typeface="Pretendard"/>
                <a:ea typeface="Pretendard"/>
                <a:cs typeface="Pretendard"/>
              </a:rPr>
              <a:t>H</a:t>
            </a:r>
            <a:r>
              <a:rPr sz="2250">
                <a:solidFill>
                  <a:srgbClr val="EEEEEE"/>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21486F92-6D56-46B0-B948-D65E648032D6}"/>
              </a:ext>
            </a:extLst>
          </p:cNvPr>
          <p:cNvPicPr>
            <a:picLocks xmlns:a="http://schemas.openxmlformats.org/drawingml/2006/main" noChangeAspect="1"/>
          </p:cNvPicPr>
          <p:nvPr/>
        </p:nvPicPr>
        <p:blipFill>
          <a:blip xmlns:r="http://schemas.openxmlformats.org/officeDocument/2006/relationships" xmlns:a="http://schemas.openxmlformats.org/drawingml/2006/main" r:embed="Rba2d73f02d5d4256"/>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4ABB2709-EAFF-471B-AA66-B49883E9C9D2}"/>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1B09B35C-1EBA-4951-ACEF-8E2B4C739769}"/>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EF2AD6A2-D325-425C-B6F7-67E7D2DDF734}"/>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992FEC28-BED4-4037-B5B6-E232B67BEB9D}"/>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E72582B6-2461-4586-A40E-BE7551F99BAB}"/>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8AFC473F-3A38-4A90-ACD0-ED3E945EF42B}"/>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F2355354-5804-4EB0-B403-B163723A3B70}"/>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EEFAAD0A-3D59-4DB2-951D-787F1487B005}"/>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4E593E23-F77E-467D-AF83-7D229606DC50}"/>
              </a:ext>
            </a:extLst>
          </p:cNvPr>
          <p:cNvPicPr>
            <a:picLocks xmlns:a="http://schemas.openxmlformats.org/drawingml/2006/main" noChangeAspect="1"/>
          </p:cNvPicPr>
          <p:nvPr/>
        </p:nvPicPr>
        <p:blipFill>
          <a:blip xmlns:r="http://schemas.openxmlformats.org/officeDocument/2006/relationships" xmlns:a="http://schemas.openxmlformats.org/drawingml/2006/main" r:embed="Rd29ed8f99c964281"/>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
        <p:nvSpPr>
          <p:cNvPr id="26" name="칠판 내용 구분선">
            <a:extLst xmlns:a="http://schemas.openxmlformats.org/drawingml/2006/main">
              <a:ext uri="{FF2B5EF4-FFF2-40B4-BE49-F238E27FC236}">
                <a16:creationId xmlns:a16="http://schemas.microsoft.com/office/drawing/2014/main" id="{31BE82B1-0668-4071-AB15-D989C0E0AB4D}"/>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7" name="칠판 내용 구분선">
            <a:extLst xmlns:a="http://schemas.openxmlformats.org/drawingml/2006/main">
              <a:ext uri="{FF2B5EF4-FFF2-40B4-BE49-F238E27FC236}">
                <a16:creationId xmlns:a16="http://schemas.microsoft.com/office/drawing/2014/main" id="{CE16ABD3-C234-4C03-9FDE-A70D5345F67C}"/>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63995344"/>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A3D81CB8-7100-4B47-BAEE-0A94D257C4CB}"/>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17AD1C94-5978-4A07-9D1E-308042271E4C}"/>
              </a:ext>
            </a:extLst>
          </p:cNvPr>
          <p:cNvPicPr>
            <a:picLocks xmlns:a="http://schemas.openxmlformats.org/drawingml/2006/main" noChangeAspect="1"/>
          </p:cNvPicPr>
          <p:nvPr/>
        </p:nvPicPr>
        <p:blipFill>
          <a:blip xmlns:r="http://schemas.openxmlformats.org/officeDocument/2006/relationships" xmlns:a="http://schemas.openxmlformats.org/drawingml/2006/main" r:embed="Re81e2dad024147d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24B15AF-7E91-4990-907E-0D1F9C2C62A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923A8D1-5598-4608-A196-41BEE99F265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78D6B218-9725-4B86-9339-98462B89DA1C}"/>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6172A7B5-9D42-4C9B-8180-6DBD4D2AE498}"/>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545BF9BB-B10E-44F5-9BC4-502D2AB3A3A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212E32C5-DEB6-4707-BEAF-389C1F3B6B17}"/>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2D3D9182-0121-4BD4-B4A9-E5647DC3D196}"/>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3E6835C6-2203-4830-AAB5-BC92D1B68AAD}"/>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AD3ED3BC-7EAA-4F8E-92CF-B7744430E052}"/>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24A787BB-C8D7-4242-BF12-1D8ECB84DD79}"/>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D74740B6-5BF9-45E3-85A6-9BE48E5E055C}"/>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DFF8B39C-6BFE-40E6-B417-6AA79D8DAF69}"/>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DD952710-A9BC-49DF-943A-80F172ED9435}"/>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28F2F2D1-CC40-4C32-A674-CF816ACA50D4}"/>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692087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2026-10-29T05:57:58.0110000Z</dcterms:created>
  <dcterms:modified xsi:type="dcterms:W3CDTF">2026-10-29T05:57:58.0110000Z</dcterms:modified>
</coreProperties>
</file>