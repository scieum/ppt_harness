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0a3f8beafe7455e" /><Relationship Type="http://schemas.openxmlformats.org/officeDocument/2006/relationships/extended-properties" Target="/docProps/app.xml" Id="R72bc1df178804761" /><Relationship Type="http://schemas.openxmlformats.org/officeDocument/2006/relationships/officeDocument" Target="/ppt/presentation.xml" Id="R070bea644844456a" /></Relationships>
</file>

<file path=ppt/presentation.xml><?xml version="1.0" encoding="utf-8"?>
<p:presentation xmlns:p="http://schemas.openxmlformats.org/presentationml/2006/main">
  <p:sldMasterIdLst>
    <p:sldMasterId xmlns:r="http://schemas.openxmlformats.org/officeDocument/2006/relationships" id="2147483648" r:id="Rc73f263aac0f429f"/>
  </p:sldMasterIdLst>
  <p:notesMasterIdLst>
    <p:notesMasterId xmlns:r="http://schemas.openxmlformats.org/officeDocument/2006/relationships" r:id="R6c037c7d3e25468a"/>
  </p:notesMasterIdLst>
  <p:sldIdLst>
    <p:sldId xmlns:r="http://schemas.openxmlformats.org/officeDocument/2006/relationships" id="256" r:id="R0630fb0e225249ee"/>
    <p:sldId xmlns:r="http://schemas.openxmlformats.org/officeDocument/2006/relationships" id="257" r:id="Re18eb5444f954a40"/>
    <p:sldId xmlns:r="http://schemas.openxmlformats.org/officeDocument/2006/relationships" id="258" r:id="R984c04c9f0b248ab"/>
    <p:sldId xmlns:r="http://schemas.openxmlformats.org/officeDocument/2006/relationships" id="259" r:id="Rcd59ad8d9f124f54"/>
    <p:sldId xmlns:r="http://schemas.openxmlformats.org/officeDocument/2006/relationships" id="260" r:id="R216a3a6d6efe4e9c"/>
    <p:sldId xmlns:r="http://schemas.openxmlformats.org/officeDocument/2006/relationships" id="261" r:id="R4613c277c800467b"/>
    <p:sldId xmlns:r="http://schemas.openxmlformats.org/officeDocument/2006/relationships" id="262" r:id="R957b7d0bc3c84a56"/>
    <p:sldId xmlns:r="http://schemas.openxmlformats.org/officeDocument/2006/relationships" id="263" r:id="R362f1fb4cdb347d6"/>
    <p:sldId xmlns:r="http://schemas.openxmlformats.org/officeDocument/2006/relationships" id="264" r:id="Ra689234a16544ac1"/>
    <p:sldId xmlns:r="http://schemas.openxmlformats.org/officeDocument/2006/relationships" id="265" r:id="R57b4de62966a47af"/>
    <p:sldId xmlns:r="http://schemas.openxmlformats.org/officeDocument/2006/relationships" id="266" r:id="R881060e59cb44dd4"/>
    <p:sldId xmlns:r="http://schemas.openxmlformats.org/officeDocument/2006/relationships" id="267" r:id="R41333b8139f04aad"/>
    <p:sldId xmlns:r="http://schemas.openxmlformats.org/officeDocument/2006/relationships" id="268" r:id="R1ea92e756eca456d"/>
    <p:sldId xmlns:r="http://schemas.openxmlformats.org/officeDocument/2006/relationships" id="269" r:id="R32b203a2116b4348"/>
    <p:sldId xmlns:r="http://schemas.openxmlformats.org/officeDocument/2006/relationships" id="270" r:id="R6067098ec0be43aa"/>
    <p:sldId xmlns:r="http://schemas.openxmlformats.org/officeDocument/2006/relationships" id="271" r:id="R31f4ff3dddfe4360"/>
    <p:sldId xmlns:r="http://schemas.openxmlformats.org/officeDocument/2006/relationships" id="272" r:id="R6947cdcdef9845fe"/>
    <p:sldId xmlns:r="http://schemas.openxmlformats.org/officeDocument/2006/relationships" id="273" r:id="R13778a9355e64b8d"/>
    <p:sldId xmlns:r="http://schemas.openxmlformats.org/officeDocument/2006/relationships" id="274" r:id="Rd57db57cae9e4ebc"/>
    <p:sldId xmlns:r="http://schemas.openxmlformats.org/officeDocument/2006/relationships" id="275" r:id="R116e420bd57148b8"/>
    <p:sldId xmlns:r="http://schemas.openxmlformats.org/officeDocument/2006/relationships" id="276" r:id="R5c8d08f5610545a6"/>
    <p:sldId xmlns:r="http://schemas.openxmlformats.org/officeDocument/2006/relationships" id="277" r:id="R68f0f38c2765469e"/>
    <p:sldId xmlns:r="http://schemas.openxmlformats.org/officeDocument/2006/relationships" id="278" r:id="Racccaf84df214a54"/>
    <p:sldId xmlns:r="http://schemas.openxmlformats.org/officeDocument/2006/relationships" id="279" r:id="Rb64f089abbba43e4"/>
    <p:sldId xmlns:r="http://schemas.openxmlformats.org/officeDocument/2006/relationships" id="280" r:id="R6db5178fbcaf4ed4"/>
    <p:sldId xmlns:r="http://schemas.openxmlformats.org/officeDocument/2006/relationships" id="281" r:id="Ra1a13ce1482a43af"/>
    <p:sldId xmlns:r="http://schemas.openxmlformats.org/officeDocument/2006/relationships" id="282" r:id="Rd98bd09e1e6b4c7d"/>
    <p:sldId xmlns:r="http://schemas.openxmlformats.org/officeDocument/2006/relationships" id="283" r:id="Rd0053ec89686401a"/>
    <p:sldId xmlns:r="http://schemas.openxmlformats.org/officeDocument/2006/relationships" id="284" r:id="R4c40c26265d446f4"/>
    <p:sldId xmlns:r="http://schemas.openxmlformats.org/officeDocument/2006/relationships" id="285" r:id="R2e888d0b4b884e33"/>
    <p:sldId xmlns:r="http://schemas.openxmlformats.org/officeDocument/2006/relationships" id="286" r:id="Ra4d3989395384509"/>
    <p:sldId xmlns:r="http://schemas.openxmlformats.org/officeDocument/2006/relationships" id="287" r:id="Reabfc330da2f45c6"/>
    <p:sldId xmlns:r="http://schemas.openxmlformats.org/officeDocument/2006/relationships" id="288" r:id="Rc4cfe7167e3e4c05"/>
    <p:sldId xmlns:r="http://schemas.openxmlformats.org/officeDocument/2006/relationships" id="289" r:id="Reb58949ece01471d"/>
    <p:sldId xmlns:r="http://schemas.openxmlformats.org/officeDocument/2006/relationships" id="290" r:id="Rba20f7969de74d08"/>
    <p:sldId xmlns:r="http://schemas.openxmlformats.org/officeDocument/2006/relationships" id="291" r:id="Rec498e9fb2b24868"/>
    <p:sldId xmlns:r="http://schemas.openxmlformats.org/officeDocument/2006/relationships" id="292" r:id="R0f315e965ffa4ac0"/>
    <p:sldId xmlns:r="http://schemas.openxmlformats.org/officeDocument/2006/relationships" id="293" r:id="R4c9d93160e35459f"/>
    <p:sldId xmlns:r="http://schemas.openxmlformats.org/officeDocument/2006/relationships" id="294" r:id="R22b16c1668aa4df8"/>
    <p:sldId xmlns:r="http://schemas.openxmlformats.org/officeDocument/2006/relationships" id="295" r:id="R1de515cdb4724954"/>
    <p:sldId xmlns:r="http://schemas.openxmlformats.org/officeDocument/2006/relationships" id="296" r:id="R5526b07ba89743a4"/>
    <p:sldId xmlns:r="http://schemas.openxmlformats.org/officeDocument/2006/relationships" id="297" r:id="R0e8388270c8e4d86"/>
    <p:sldId xmlns:r="http://schemas.openxmlformats.org/officeDocument/2006/relationships" id="298" r:id="R7a0352bb70b744d0"/>
    <p:sldId xmlns:r="http://schemas.openxmlformats.org/officeDocument/2006/relationships" id="299" r:id="Rc384242ee396498d"/>
    <p:sldId xmlns:r="http://schemas.openxmlformats.org/officeDocument/2006/relationships" id="300" r:id="Rb9ce679c7dda4575"/>
    <p:sldId xmlns:r="http://schemas.openxmlformats.org/officeDocument/2006/relationships" id="301" r:id="R8caab28f08e04ef5"/>
    <p:sldId xmlns:r="http://schemas.openxmlformats.org/officeDocument/2006/relationships" id="302" r:id="R7fb1169e825042e2"/>
    <p:sldId xmlns:r="http://schemas.openxmlformats.org/officeDocument/2006/relationships" id="303" r:id="Rc93d7cfb59a14339"/>
    <p:sldId xmlns:r="http://schemas.openxmlformats.org/officeDocument/2006/relationships" id="304" r:id="R32399ee780464c7a"/>
    <p:sldId xmlns:r="http://schemas.openxmlformats.org/officeDocument/2006/relationships" id="305" r:id="Rb2514269bfe3461f"/>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08b3a1fa3564595" /><Relationship Type="http://schemas.openxmlformats.org/officeDocument/2006/relationships/slideMaster" Target="/ppt/slideMasters/slideMaster1.xml" Id="Rc73f263aac0f429f" /><Relationship Type="http://schemas.openxmlformats.org/officeDocument/2006/relationships/notesMaster" Target="/ppt/notesMasters/notesMaster1.xml" Id="R6c037c7d3e25468a" /><Relationship Type="http://schemas.openxmlformats.org/officeDocument/2006/relationships/presProps" Target="/ppt/presProps.xml" Id="R2afdec55ceb14ca2" /><Relationship Type="http://schemas.openxmlformats.org/officeDocument/2006/relationships/tableStyles" Target="/ppt/tableStyles.xml" Id="Rd85b81819bbb4d42" /><Relationship Type="http://schemas.openxmlformats.org/officeDocument/2006/relationships/slide" Target="/ppt/slides/slide1.xml" Id="R0630fb0e225249ee" /><Relationship Type="http://schemas.openxmlformats.org/officeDocument/2006/relationships/slide" Target="/ppt/slides/slide2.xml" Id="Re18eb5444f954a40" /><Relationship Type="http://schemas.openxmlformats.org/officeDocument/2006/relationships/slide" Target="/ppt/slides/slide3.xml" Id="R984c04c9f0b248ab" /><Relationship Type="http://schemas.openxmlformats.org/officeDocument/2006/relationships/slide" Target="/ppt/slides/slide4.xml" Id="Rcd59ad8d9f124f54" /><Relationship Type="http://schemas.openxmlformats.org/officeDocument/2006/relationships/slide" Target="/ppt/slides/slide5.xml" Id="R216a3a6d6efe4e9c" /><Relationship Type="http://schemas.openxmlformats.org/officeDocument/2006/relationships/slide" Target="/ppt/slides/slide6.xml" Id="R4613c277c800467b" /><Relationship Type="http://schemas.openxmlformats.org/officeDocument/2006/relationships/slide" Target="/ppt/slides/slide7.xml" Id="R957b7d0bc3c84a56" /><Relationship Type="http://schemas.openxmlformats.org/officeDocument/2006/relationships/slide" Target="/ppt/slides/slide8.xml" Id="R362f1fb4cdb347d6" /><Relationship Type="http://schemas.openxmlformats.org/officeDocument/2006/relationships/slide" Target="/ppt/slides/slide9.xml" Id="Ra689234a16544ac1" /><Relationship Type="http://schemas.openxmlformats.org/officeDocument/2006/relationships/slide" Target="/ppt/slides/slide10.xml" Id="R57b4de62966a47af" /><Relationship Type="http://schemas.openxmlformats.org/officeDocument/2006/relationships/slide" Target="/ppt/slides/slide11.xml" Id="R881060e59cb44dd4" /><Relationship Type="http://schemas.openxmlformats.org/officeDocument/2006/relationships/slide" Target="/ppt/slides/slide12.xml" Id="R41333b8139f04aad" /><Relationship Type="http://schemas.openxmlformats.org/officeDocument/2006/relationships/slide" Target="/ppt/slides/slide13.xml" Id="R1ea92e756eca456d" /><Relationship Type="http://schemas.openxmlformats.org/officeDocument/2006/relationships/slide" Target="/ppt/slides/slide14.xml" Id="R32b203a2116b4348" /><Relationship Type="http://schemas.openxmlformats.org/officeDocument/2006/relationships/slide" Target="/ppt/slides/slide15.xml" Id="R6067098ec0be43aa" /><Relationship Type="http://schemas.openxmlformats.org/officeDocument/2006/relationships/slide" Target="/ppt/slides/slide16.xml" Id="R31f4ff3dddfe4360" /><Relationship Type="http://schemas.openxmlformats.org/officeDocument/2006/relationships/slide" Target="/ppt/slides/slide17.xml" Id="R6947cdcdef9845fe" /><Relationship Type="http://schemas.openxmlformats.org/officeDocument/2006/relationships/slide" Target="/ppt/slides/slide18.xml" Id="R13778a9355e64b8d" /><Relationship Type="http://schemas.openxmlformats.org/officeDocument/2006/relationships/slide" Target="/ppt/slides/slide19.xml" Id="Rd57db57cae9e4ebc" /><Relationship Type="http://schemas.openxmlformats.org/officeDocument/2006/relationships/slide" Target="/ppt/slides/slide20.xml" Id="R116e420bd57148b8" /><Relationship Type="http://schemas.openxmlformats.org/officeDocument/2006/relationships/slide" Target="/ppt/slides/slide21.xml" Id="R5c8d08f5610545a6" /><Relationship Type="http://schemas.openxmlformats.org/officeDocument/2006/relationships/slide" Target="/ppt/slides/slide22.xml" Id="R68f0f38c2765469e" /><Relationship Type="http://schemas.openxmlformats.org/officeDocument/2006/relationships/slide" Target="/ppt/slides/slide23.xml" Id="Racccaf84df214a54" /><Relationship Type="http://schemas.openxmlformats.org/officeDocument/2006/relationships/slide" Target="/ppt/slides/slide24.xml" Id="Rb64f089abbba43e4" /><Relationship Type="http://schemas.openxmlformats.org/officeDocument/2006/relationships/slide" Target="/ppt/slides/slide25.xml" Id="R6db5178fbcaf4ed4" /><Relationship Type="http://schemas.openxmlformats.org/officeDocument/2006/relationships/slide" Target="/ppt/slides/slide26.xml" Id="Ra1a13ce1482a43af" /><Relationship Type="http://schemas.openxmlformats.org/officeDocument/2006/relationships/slide" Target="/ppt/slides/slide27.xml" Id="Rd98bd09e1e6b4c7d" /><Relationship Type="http://schemas.openxmlformats.org/officeDocument/2006/relationships/slide" Target="/ppt/slides/slide28.xml" Id="Rd0053ec89686401a" /><Relationship Type="http://schemas.openxmlformats.org/officeDocument/2006/relationships/slide" Target="/ppt/slides/slide29.xml" Id="R4c40c26265d446f4" /><Relationship Type="http://schemas.openxmlformats.org/officeDocument/2006/relationships/slide" Target="/ppt/slides/slide30.xml" Id="R2e888d0b4b884e33" /><Relationship Type="http://schemas.openxmlformats.org/officeDocument/2006/relationships/slide" Target="/ppt/slides/slide31.xml" Id="Ra4d3989395384509" /><Relationship Type="http://schemas.openxmlformats.org/officeDocument/2006/relationships/slide" Target="/ppt/slides/slide32.xml" Id="Reabfc330da2f45c6" /><Relationship Type="http://schemas.openxmlformats.org/officeDocument/2006/relationships/slide" Target="/ppt/slides/slide33.xml" Id="Rc4cfe7167e3e4c05" /><Relationship Type="http://schemas.openxmlformats.org/officeDocument/2006/relationships/slide" Target="/ppt/slides/slide34.xml" Id="Reb58949ece01471d" /><Relationship Type="http://schemas.openxmlformats.org/officeDocument/2006/relationships/slide" Target="/ppt/slides/slide35.xml" Id="Rba20f7969de74d08" /><Relationship Type="http://schemas.openxmlformats.org/officeDocument/2006/relationships/slide" Target="/ppt/slides/slide36.xml" Id="Rec498e9fb2b24868" /><Relationship Type="http://schemas.openxmlformats.org/officeDocument/2006/relationships/slide" Target="/ppt/slides/slide37.xml" Id="R0f315e965ffa4ac0" /><Relationship Type="http://schemas.openxmlformats.org/officeDocument/2006/relationships/slide" Target="/ppt/slides/slide38.xml" Id="R4c9d93160e35459f" /><Relationship Type="http://schemas.openxmlformats.org/officeDocument/2006/relationships/slide" Target="/ppt/slides/slide39.xml" Id="R22b16c1668aa4df8" /><Relationship Type="http://schemas.openxmlformats.org/officeDocument/2006/relationships/slide" Target="/ppt/slides/slide40.xml" Id="R1de515cdb4724954" /><Relationship Type="http://schemas.openxmlformats.org/officeDocument/2006/relationships/slide" Target="/ppt/slides/slide41.xml" Id="R5526b07ba89743a4" /><Relationship Type="http://schemas.openxmlformats.org/officeDocument/2006/relationships/slide" Target="/ppt/slides/slide42.xml" Id="R0e8388270c8e4d86" /><Relationship Type="http://schemas.openxmlformats.org/officeDocument/2006/relationships/slide" Target="/ppt/slides/slide43.xml" Id="R7a0352bb70b744d0" /><Relationship Type="http://schemas.openxmlformats.org/officeDocument/2006/relationships/slide" Target="/ppt/slides/slide44.xml" Id="Rc384242ee396498d" /><Relationship Type="http://schemas.openxmlformats.org/officeDocument/2006/relationships/slide" Target="/ppt/slides/slide45.xml" Id="Rb9ce679c7dda4575" /><Relationship Type="http://schemas.openxmlformats.org/officeDocument/2006/relationships/slide" Target="/ppt/slides/slide46.xml" Id="R8caab28f08e04ef5" /><Relationship Type="http://schemas.openxmlformats.org/officeDocument/2006/relationships/slide" Target="/ppt/slides/slide47.xml" Id="R7fb1169e825042e2" /><Relationship Type="http://schemas.openxmlformats.org/officeDocument/2006/relationships/slide" Target="/ppt/slides/slide48.xml" Id="Rc93d7cfb59a14339" /><Relationship Type="http://schemas.openxmlformats.org/officeDocument/2006/relationships/slide" Target="/ppt/slides/slide49.xml" Id="R32399ee780464c7a" /><Relationship Type="http://schemas.openxmlformats.org/officeDocument/2006/relationships/slide" Target="/ppt/slides/slide50.xml" Id="Rb2514269bfe3461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c88414d8d364e3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e384e4e02a94a7e" /><Relationship Type="http://schemas.openxmlformats.org/officeDocument/2006/relationships/notesMaster" Target="/ppt/notesMasters/notesMaster1.xml" Id="R30040cff0bfd456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ae1cc8bf9d45f5" /><Relationship Type="http://schemas.openxmlformats.org/officeDocument/2006/relationships/notesMaster" Target="/ppt/notesMasters/notesMaster1.xml" Id="Rf702b3e35e14424f" /></Relationships>
</file>

<file path=ppt/notesSlides/_rels/notesSlide3.xml.rels>&#65279;<?xml version="1.0" encoding="utf-8"?><Relationships xmlns="http://schemas.openxmlformats.org/package/2006/relationships"><Relationship Type="http://schemas.openxmlformats.org/officeDocument/2006/relationships/slide" Target="/ppt/slides/slide3.xml" Id="Rd533c4fc7aa84aad" /><Relationship Type="http://schemas.openxmlformats.org/officeDocument/2006/relationships/notesMaster" Target="/ppt/notesMasters/notesMaster1.xml" Id="R170ebb51cf9547aa" /></Relationships>
</file>

<file path=ppt/notesSlides/_rels/notesSlide4.xml.rels>&#65279;<?xml version="1.0" encoding="utf-8"?><Relationships xmlns="http://schemas.openxmlformats.org/package/2006/relationships"><Relationship Type="http://schemas.openxmlformats.org/officeDocument/2006/relationships/slide" Target="/ppt/slides/slide4.xml" Id="R932592d605694c51" /><Relationship Type="http://schemas.openxmlformats.org/officeDocument/2006/relationships/notesMaster" Target="/ppt/notesMasters/notesMaster1.xml" Id="R8453a05244aa43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63700e746c4ce6" /><Relationship Type="http://schemas.openxmlformats.org/officeDocument/2006/relationships/notesMaster" Target="/ppt/notesMasters/notesMaster1.xml" Id="R141ee842a6484e1a"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77cdc12bfb4ff0" /><Relationship Type="http://schemas.openxmlformats.org/officeDocument/2006/relationships/notesMaster" Target="/ppt/notesMasters/notesMaster1.xml" Id="R1a14033a49b6450d" /></Relationships>
</file>

<file path=ppt/notesSlides/_rels/notesSlide7.xml.rels>&#65279;<?xml version="1.0" encoding="utf-8"?><Relationships xmlns="http://schemas.openxmlformats.org/package/2006/relationships"><Relationship Type="http://schemas.openxmlformats.org/officeDocument/2006/relationships/slide" Target="/ppt/slides/slide7.xml" Id="R89ccdba602c54c53" /><Relationship Type="http://schemas.openxmlformats.org/officeDocument/2006/relationships/notesMaster" Target="/ppt/notesMasters/notesMaster1.xml" Id="Re30ca7f4463644d5" /></Relationships>
</file>

<file path=ppt/notesSlides/_rels/notesSlide8.xml.rels>&#65279;<?xml version="1.0" encoding="utf-8"?><Relationships xmlns="http://schemas.openxmlformats.org/package/2006/relationships"><Relationship Type="http://schemas.openxmlformats.org/officeDocument/2006/relationships/slide" Target="/ppt/slides/slide8.xml" Id="Rd99c24a635dc4fc7" /><Relationship Type="http://schemas.openxmlformats.org/officeDocument/2006/relationships/notesMaster" Target="/ppt/notesMasters/notesMaster1.xml" Id="R6d54c3d7ee49489f" /></Relationships>
</file>

<file path=ppt/notesSlides/_rels/notesSlide9.xml.rels>&#65279;<?xml version="1.0" encoding="utf-8"?><Relationships xmlns="http://schemas.openxmlformats.org/package/2006/relationships"><Relationship Type="http://schemas.openxmlformats.org/officeDocument/2006/relationships/slide" Target="/ppt/slides/slide9.xml" Id="R2dcec2f0e4cb4884" /><Relationship Type="http://schemas.openxmlformats.org/officeDocument/2006/relationships/notesMaster" Target="/ppt/notesMasters/notesMaster1.xml" Id="R39541541dec548f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dd0ff09381341d7" /><Relationship Type="http://schemas.openxmlformats.org/officeDocument/2006/relationships/notesMaster" Target="/ppt/notesMasters/notesMaster1.xml" Id="Reab78c7f5f43485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e277add6b084af3" /><Relationship Type="http://schemas.openxmlformats.org/officeDocument/2006/relationships/notesMaster" Target="/ppt/notesMasters/notesMaster1.xml" Id="R0d230940eb18442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a48b9bb3767406e" /><Relationship Type="http://schemas.openxmlformats.org/officeDocument/2006/relationships/notesMaster" Target="/ppt/notesMasters/notesMaster1.xml" Id="R94137aa6f79144e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e094873515141cf" /><Relationship Type="http://schemas.openxmlformats.org/officeDocument/2006/relationships/notesMaster" Target="/ppt/notesMasters/notesMaster1.xml" Id="R1700f17c05a54bd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f81364a90dd4364" /><Relationship Type="http://schemas.openxmlformats.org/officeDocument/2006/relationships/notesMaster" Target="/ppt/notesMasters/notesMaster1.xml" Id="R2a96309da3da47f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25a2f07082342f9" /><Relationship Type="http://schemas.openxmlformats.org/officeDocument/2006/relationships/notesMaster" Target="/ppt/notesMasters/notesMaster1.xml" Id="Rcd46cc41ef684c2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59b6eee68eb47e6" /><Relationship Type="http://schemas.openxmlformats.org/officeDocument/2006/relationships/notesMaster" Target="/ppt/notesMasters/notesMaster1.xml" Id="Rfb9c98d65d1e48a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3800402e88c4b7b" /><Relationship Type="http://schemas.openxmlformats.org/officeDocument/2006/relationships/notesMaster" Target="/ppt/notesMasters/notesMaster1.xml" Id="R91c05efde9174cb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a85107425224174" /><Relationship Type="http://schemas.openxmlformats.org/officeDocument/2006/relationships/notesMaster" Target="/ppt/notesMasters/notesMaster1.xml" Id="Rb380e36152e8486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47cffa92b984679" /><Relationship Type="http://schemas.openxmlformats.org/officeDocument/2006/relationships/notesMaster" Target="/ppt/notesMasters/notesMaster1.xml" Id="R14321bdb7a04491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27a9710d1de4cb5" /><Relationship Type="http://schemas.openxmlformats.org/officeDocument/2006/relationships/notesMaster" Target="/ppt/notesMasters/notesMaster1.xml" Id="R96a60a1e1883456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0b206e786864504" /><Relationship Type="http://schemas.openxmlformats.org/officeDocument/2006/relationships/notesMaster" Target="/ppt/notesMasters/notesMaster1.xml" Id="R441dfac1bfda40b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30c5db550b646bd" /><Relationship Type="http://schemas.openxmlformats.org/officeDocument/2006/relationships/notesMaster" Target="/ppt/notesMasters/notesMaster1.xml" Id="R2c04a3feeac6430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c911e5954684b05" /><Relationship Type="http://schemas.openxmlformats.org/officeDocument/2006/relationships/notesMaster" Target="/ppt/notesMasters/notesMaster1.xml" Id="R57c8a1f0a0b94bf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5bd15ca6d2d49d0" /><Relationship Type="http://schemas.openxmlformats.org/officeDocument/2006/relationships/notesMaster" Target="/ppt/notesMasters/notesMaster1.xml" Id="R95f9c1e7b2b94a5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4014af06611432c" /><Relationship Type="http://schemas.openxmlformats.org/officeDocument/2006/relationships/notesMaster" Target="/ppt/notesMasters/notesMaster1.xml" Id="Rcf5e83b90ab2405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4b4b4f841ce4755" /><Relationship Type="http://schemas.openxmlformats.org/officeDocument/2006/relationships/notesMaster" Target="/ppt/notesMasters/notesMaster1.xml" Id="R73e9c8ca6af4466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d6766e3b18b4ed5" /><Relationship Type="http://schemas.openxmlformats.org/officeDocument/2006/relationships/notesMaster" Target="/ppt/notesMasters/notesMaster1.xml" Id="Rd28395ed88754b9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d244681ea1644af" /><Relationship Type="http://schemas.openxmlformats.org/officeDocument/2006/relationships/notesMaster" Target="/ppt/notesMasters/notesMaster1.xml" Id="Rdf1e0f420390450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674c4c5daa647bf" /><Relationship Type="http://schemas.openxmlformats.org/officeDocument/2006/relationships/notesMaster" Target="/ppt/notesMasters/notesMaster1.xml" Id="R58a96478f50944e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d919baf45ae4aae" /><Relationship Type="http://schemas.openxmlformats.org/officeDocument/2006/relationships/notesMaster" Target="/ppt/notesMasters/notesMaster1.xml" Id="Radea0111598540e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a7e20f729824887" /><Relationship Type="http://schemas.openxmlformats.org/officeDocument/2006/relationships/notesMaster" Target="/ppt/notesMasters/notesMaster1.xml" Id="Rf9277f3fb3a744b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00fe70a3bdb4d40" /><Relationship Type="http://schemas.openxmlformats.org/officeDocument/2006/relationships/notesMaster" Target="/ppt/notesMasters/notesMaster1.xml" Id="Rf9b67639634a431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0ea798f91834e4f" /><Relationship Type="http://schemas.openxmlformats.org/officeDocument/2006/relationships/notesMaster" Target="/ppt/notesMasters/notesMaster1.xml" Id="Rf9cea144089f454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5e5a02c24ea46a7" /><Relationship Type="http://schemas.openxmlformats.org/officeDocument/2006/relationships/notesMaster" Target="/ppt/notesMasters/notesMaster1.xml" Id="R3020cd408cd044b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bae62de40044fb4" /><Relationship Type="http://schemas.openxmlformats.org/officeDocument/2006/relationships/notesMaster" Target="/ppt/notesMasters/notesMaster1.xml" Id="R7dd15f683d99436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917b4236ffc4a18" /><Relationship Type="http://schemas.openxmlformats.org/officeDocument/2006/relationships/notesMaster" Target="/ppt/notesMasters/notesMaster1.xml" Id="R2eb17b83f8b54d0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a722d94917d4571" /><Relationship Type="http://schemas.openxmlformats.org/officeDocument/2006/relationships/notesMaster" Target="/ppt/notesMasters/notesMaster1.xml" Id="R8707bca2f97c42d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37b92001af449fd" /><Relationship Type="http://schemas.openxmlformats.org/officeDocument/2006/relationships/notesMaster" Target="/ppt/notesMasters/notesMaster1.xml" Id="Rfce05351b5b6425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f99f9c125554c0b" /><Relationship Type="http://schemas.openxmlformats.org/officeDocument/2006/relationships/notesMaster" Target="/ppt/notesMasters/notesMaster1.xml" Id="R5d228feb8f194e1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74187c8908b94880" /><Relationship Type="http://schemas.openxmlformats.org/officeDocument/2006/relationships/notesMaster" Target="/ppt/notesMasters/notesMaster1.xml" Id="R7c9985a22b8e46f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886aebe8b874ba7" /><Relationship Type="http://schemas.openxmlformats.org/officeDocument/2006/relationships/notesMaster" Target="/ppt/notesMasters/notesMaster1.xml" Id="R3c807804c5b7421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c68397fbba8541e9" /><Relationship Type="http://schemas.openxmlformats.org/officeDocument/2006/relationships/notesMaster" Target="/ppt/notesMasters/notesMaster1.xml" Id="Rc7009510d517447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92316517d7b42cb" /><Relationship Type="http://schemas.openxmlformats.org/officeDocument/2006/relationships/notesMaster" Target="/ppt/notesMasters/notesMaster1.xml" Id="Rd05e95379bda455e"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824c4157c9e44246" /><Relationship Type="http://schemas.openxmlformats.org/officeDocument/2006/relationships/notesMaster" Target="/ppt/notesMasters/notesMaster1.xml" Id="Rb34e8500f6c14a38"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0d35c7ec639a405f" /><Relationship Type="http://schemas.openxmlformats.org/officeDocument/2006/relationships/notesMaster" Target="/ppt/notesMasters/notesMaster1.xml" Id="Rff6cbc00285746a3"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36eabcb3e674f8b" /><Relationship Type="http://schemas.openxmlformats.org/officeDocument/2006/relationships/notesMaster" Target="/ppt/notesMasters/notesMaster1.xml" Id="Refc3650309c94c3f"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c4768e351c254d44" /><Relationship Type="http://schemas.openxmlformats.org/officeDocument/2006/relationships/notesMaster" Target="/ppt/notesMasters/notesMaster1.xml" Id="R15e3d4f7de55428e"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85f6d17d4b544f0" /><Relationship Type="http://schemas.openxmlformats.org/officeDocument/2006/relationships/notesMaster" Target="/ppt/notesMasters/notesMaster1.xml" Id="R759740e9d4544abb"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255eb63dd76d4ff3" /><Relationship Type="http://schemas.openxmlformats.org/officeDocument/2006/relationships/notesMaster" Target="/ppt/notesMasters/notesMaster1.xml" Id="R838acbcd0680416b"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00e71a7beef64a2b" /><Relationship Type="http://schemas.openxmlformats.org/officeDocument/2006/relationships/notesMaster" Target="/ppt/notesMasters/notesMaster1.xml" Id="R2bbe4506a51a4e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1/50. 표지</a:t>
            </a:r>
          </a:p>
          <a:p xmlns:a="http://schemas.openxmlformats.org/drawingml/2006/main">
            <a:r>
              <a:t>발화·지도: 산 모형의 두 길을 보고 같은 출발점과 정상 사이에서 변하지 않는 것은 무엇인지 생각하게 한다.</a:t>
            </a:r>
          </a:p>
          <a:p xmlns:a="http://schemas.openxmlformats.org/drawingml/2006/main">
            <a:r>
              <a:t>출처: 사용자 지정 등록 원본 인물 참조 표지; assets/diamond-v14/provenance.json.</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2/50. 동기 유발</a:t>
            </a:r>
          </a:p>
          <a:p xmlns:a="http://schemas.openxmlformats.org/drawingml/2006/main">
            <a:r>
              <a:t>발화·지도: 걸어간 거리와 높이 차를 구별한다. 경로가 달라도 출발점과 도착점이 같으면 높이 차는 같다. 걷는 거리나 신체가 소비하는 에너지를 반응 엔탈피와 동일시하지 않는다.</a:t>
            </a:r>
          </a:p>
          <a:p xmlns:a="http://schemas.openxmlformats.org/drawingml/2006/main">
            <a:r>
              <a:t>출처: 천재 물질과 에너지82쪽; 사용자 지정 두 인물 등산 장면.</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3/50. 수업 목차</a:t>
            </a:r>
          </a:p>
          <a:p xmlns:a="http://schemas.openxmlformats.org/drawingml/2006/main">
            <a:r>
              <a:t>발화·지도: 원리·계산·생성 엔탈피·실험의 네 흐름</a:t>
            </a:r>
          </a:p>
          <a:p xmlns:a="http://schemas.openxmlformats.org/drawingml/2006/main">
            <a:r>
              <a:t>출처: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4/50. 학습 목표</a:t>
            </a:r>
          </a:p>
          <a:p xmlns:a="http://schemas.openxmlformats.org/drawingml/2006/main">
            <a:r>
              <a:t>발화·지도: 경로를 비교하고 반응 엔탈피를 구해 실험 자료를 해석한다</a:t>
            </a:r>
          </a:p>
          <a:p xmlns:a="http://schemas.openxmlformats.org/drawingml/2006/main">
            <a:r>
              <a:t>출처: STD22;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5/50. Part 1 헤스 법칙</a:t>
            </a:r>
          </a:p>
          <a:p xmlns:a="http://schemas.openxmlformats.org/drawingml/2006/main">
            <a:r>
              <a:t>발화·지도: 같은 반응이 다른 경로로 일어나면 출입하는 열도 달라질까?</a:t>
            </a:r>
          </a:p>
          <a:p xmlns:a="http://schemas.openxmlformats.org/drawingml/2006/main">
            <a:r>
              <a:t>출처: W22 118.</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6/50. 헤스 법칙</a:t>
            </a:r>
          </a:p>
          <a:p xmlns:a="http://schemas.openxmlformats.org/drawingml/2006/main">
            <a:r>
              <a:t>발화·지도: 반응물과 생성물의 종류·상태·양 및 온도·압력 조건을 맞추면 반응 경로와 관계없이 반응 엔탈피가 같다. 총 열량 불변의 법칙이라는 이름과 간접 측정의 유용성을 연결한다.</a:t>
            </a:r>
          </a:p>
          <a:p xmlns:a="http://schemas.openxmlformats.org/drawingml/2006/main">
            <a:r>
              <a:t>출처: 천재83~84쪽; 2022 완자118쪽.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7/50. 같은 반응을 비교하려면</a:t>
            </a:r>
          </a:p>
          <a:p xmlns:a="http://schemas.openxmlformats.org/drawingml/2006/main">
            <a:r>
              <a:t>발화·지도: 시작·끝의 종류·상태·양과 온도·압력 조건을 맞춰 비교한다</a:t>
            </a:r>
          </a:p>
          <a:p xmlns:a="http://schemas.openxmlformats.org/drawingml/2006/main">
            <a:r>
              <a:t>출처: W22 118~119; 3-01 선수 개념.</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8/50. 경로별 반응 엔탈피</a:t>
            </a:r>
          </a:p>
          <a:p xmlns:a="http://schemas.openxmlformats.org/drawingml/2006/main">
            <a:r>
              <a:t>발화·지도: 교과서 그래프의 직접 경로는-189.3kJ, 두 단계는-76.9kJ와-112.4kJ이다. 같은 처음과 끝을 연결하는 화살표를 읽고 합이 같음을 확인한다.</a:t>
            </a:r>
          </a:p>
          <a:p xmlns:a="http://schemas.openxmlformats.org/drawingml/2006/main">
            <a:r>
              <a:t>출처: 천재84쪽 그림III-8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9/50. 반응식의 합</a:t>
            </a:r>
          </a:p>
          <a:p xmlns:a="http://schemas.openxmlformats.org/drawingml/2006/main">
            <a:r>
              <a:t>발화·지도: CaO와 물의 반응에서 생긴 Ca(OH)2를 다음 반응에서 소비한다. 중간 물질과 양변의 물1mol을 소거하면 CaO와HCl의 직접 반응이 남는다. -76.9+(-112.4)=-189.3kJ.</a:t>
            </a:r>
          </a:p>
          <a:p xmlns:a="http://schemas.openxmlformats.org/drawingml/2006/main">
            <a:r>
              <a:t>출처: 천재84쪽 원본 세 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10/50. 계수와 반응 엔탈피</a:t>
            </a:r>
          </a:p>
          <a:p xmlns:a="http://schemas.openxmlformats.org/drawingml/2006/main">
            <a:r>
              <a:t>발화·지도: 수소와 산소로 액체 물1mol을 만드는 반응을2배하면 물2mol이 생성되고 출입하는 열도2배가 된다. -285.8kJ와-571.6kJ를 대응한다.</a:t>
            </a:r>
          </a:p>
          <a:p xmlns:a="http://schemas.openxmlformats.org/drawingml/2006/main">
            <a:r>
              <a:t>출처: 천재76쪽 원본 계수 비교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11/50. 역반응의 엔탈피</a:t>
            </a:r>
          </a:p>
          <a:p xmlns:a="http://schemas.openxmlformats.org/drawingml/2006/main">
            <a:r>
              <a:t>발화·지도: 메테인 생성 반응과 분해 반응은 방향이 반대다. -74.8kJ/mol과+74.8kJ/mol은 절댓값이 같고 부호가 반대임을 확인한다.</a:t>
            </a:r>
          </a:p>
          <a:p xmlns:a="http://schemas.openxmlformats.org/drawingml/2006/main">
            <a:r>
              <a:t>출처: 천재86쪽 생성식·87쪽 과정1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12/50. 열화학 반응식의 세 가지 조작</a:t>
            </a:r>
          </a:p>
          <a:p xmlns:a="http://schemas.openxmlformats.org/drawingml/2006/main">
            <a:r>
              <a:t>발화·지도: 반응식의 배수·역반응·합에 ΔH도 같은 조작을 적용한다</a:t>
            </a:r>
          </a:p>
          <a:p xmlns:a="http://schemas.openxmlformats.org/drawingml/2006/main">
            <a:r>
              <a:t>출처: W22 118~119·122.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13/50. Part 2 반응 엔탈피 구하기</a:t>
            </a:r>
          </a:p>
          <a:p xmlns:a="http://schemas.openxmlformats.org/drawingml/2006/main">
            <a:r>
              <a:t>발화·지도: 직접 측정하기 어려운 반응의 ΔH를 다른 반응으로 구할 수 있을까?</a:t>
            </a:r>
          </a:p>
          <a:p xmlns:a="http://schemas.openxmlformats.org/drawingml/2006/main">
            <a:r>
              <a:t>출처: W22 119.</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14/50. CO 생성열을 직접 재기 어려운 까닭</a:t>
            </a:r>
          </a:p>
          <a:p xmlns:a="http://schemas.openxmlformats.org/drawingml/2006/main">
            <a:r>
              <a:t>발화·지도: 탄소의 불완전 연소에서는 CO2도 함께 생길 수 있다</a:t>
            </a:r>
          </a:p>
          <a:p xmlns:a="http://schemas.openxmlformats.org/drawingml/2006/main">
            <a:r>
              <a:t>출처: W22 119 탄소 연소 본문.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15/50. 목표 반응과 자료</a:t>
            </a:r>
          </a:p>
          <a:p xmlns:a="http://schemas.openxmlformats.org/drawingml/2006/main">
            <a:r>
              <a:t>발화·지도: 목표는 흑연으로CO1mol을 만드는 반응이다. CO2가 생기는 두 연소 반응의 측정값을 이용한다.</a:t>
            </a:r>
          </a:p>
          <a:p xmlns:a="http://schemas.openxmlformats.org/drawingml/2006/main">
            <a:r>
              <a:t>출처: 천재85쪽 예제 원본 세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16/50. CO2 소거</a:t>
            </a:r>
          </a:p>
          <a:p xmlns:a="http://schemas.openxmlformats.org/drawingml/2006/main">
            <a:r>
              <a:t>발화·지도: 흑연 연소식에서 CO 연소식을 뺀다. 이는 두 번째 반응을 역으로 하여 더하는 것과 같다. CO2가 소거되고 산소1/2mol이 남는다.</a:t>
            </a:r>
          </a:p>
          <a:p xmlns:a="http://schemas.openxmlformats.org/drawingml/2006/main">
            <a:r>
              <a:t>출처: 천재85쪽 예제 식 조합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17/50. CO 생성 엔탈피</a:t>
            </a:r>
          </a:p>
          <a:p xmlns:a="http://schemas.openxmlformats.org/drawingml/2006/main">
            <a:r>
              <a:t>발화·지도: 목표식에 대응하는 ΔH3=ΔH1−ΔH2이다. -393.5−(-283.0)=-110.5kJ. 두 음수를 빼는 부호 계산과 생성되는CO1mol 기준을 확인한다.</a:t>
            </a:r>
          </a:p>
          <a:p xmlns:a="http://schemas.openxmlformats.org/drawingml/2006/main">
            <a:r>
              <a:t>출처: 천재85쪽 원본 반응식·수치.</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18/50. 흑연과 다이아몬드</a:t>
            </a:r>
          </a:p>
          <a:p xmlns:a="http://schemas.openxmlformats.org/drawingml/2006/main">
            <a:r>
              <a:t>발화·지도: 보통 조건에서 흑연이 다이아몬드로 변하는 반응은 직접 열량을 측정하기 어렵다. 두 동소체의 연소열로 전환 반응의 엔탈피를 간접 계산한다. 캐릭터의 손으로 누르는 모습은 상상 장면이며 실제 합성 절차가 아니다.</a:t>
            </a:r>
          </a:p>
          <a:p xmlns:a="http://schemas.openxmlformats.org/drawingml/2006/main">
            <a:r>
              <a:t>출처: 2015 완자137쪽 원본 목표식; 2022 완자127쪽Q7; 천재86쪽.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19/50. 연소열의 차</a:t>
            </a:r>
          </a:p>
          <a:p xmlns:a="http://schemas.openxmlformats.org/drawingml/2006/main">
            <a:r>
              <a:t>발화·지도: 흑연 연소 반응에서 다이아몬드 연소 반응을 빼면 산소와CO2가 소거된다. -393.5−(-395.4)=+1.9kJ로 흡열이다. 25°C1기압의 완자 반올림 자료이며 천재86쪽1.88과 표시 정밀도를 섞지 않는다.</a:t>
            </a:r>
          </a:p>
          <a:p xmlns:a="http://schemas.openxmlformats.org/drawingml/2006/main">
            <a:r>
              <a:t>출처: 2022 완자127쪽Q7; 2015 완자137쪽.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20/50. 헤스 법칙 계산의 순서</a:t>
            </a:r>
          </a:p>
          <a:p xmlns:a="http://schemas.openxmlformats.org/drawingml/2006/main">
            <a:r>
              <a:t>발화·지도: 목표식 확인→방향·계수 조절→물질 소거→ΔH 계산 순서로 푼다</a:t>
            </a:r>
          </a:p>
          <a:p xmlns:a="http://schemas.openxmlformats.org/drawingml/2006/main">
            <a:r>
              <a:t>출처: W22 122 비법 특강.</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21/50. 황 산화 반응 문제</a:t>
            </a:r>
          </a:p>
          <a:p xmlns:a="http://schemas.openxmlformats.org/drawingml/2006/main">
            <a:r>
              <a:t>발화·지도: 주어진 두 반응에서 목표SO2의 계수2와SO3의 생성물 위치를 먼저 확인한다. 정답은 다음 장에서 공개한다.</a:t>
            </a:r>
          </a:p>
          <a:p xmlns:a="http://schemas.openxmlformats.org/drawingml/2006/main">
            <a:r>
              <a:t>출처: 2022 완자122쪽Q2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22/50. 황 산화 반응 검산</a:t>
            </a:r>
          </a:p>
          <a:p xmlns:a="http://schemas.openxmlformats.org/drawingml/2006/main">
            <a:r>
              <a:t>발화·지도: 첫 반응을2배해 둘째 반응에서 빼면 목표식이 된다. -791−2×(-297)=-197kJ. 원소 수와 반응 엔탈피 부호를 함께 확인한다.</a:t>
            </a:r>
          </a:p>
          <a:p xmlns:a="http://schemas.openxmlformats.org/drawingml/2006/main">
            <a:r>
              <a:t>출처: 2022 완자122쪽Q2 원본·해설.</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23/50. 그래프와 관계식</a:t>
            </a:r>
          </a:p>
          <a:p xmlns:a="http://schemas.openxmlformats.org/drawingml/2006/main">
            <a:r>
              <a:t>발화·지도: 전체 반응 ΔH1은 중간CO를 거치는 ΔH3와 ΔH2의 합이다. 알고 싶은 ΔH3를 구하도록 식을 이항한다.</a:t>
            </a:r>
          </a:p>
          <a:p xmlns:a="http://schemas.openxmlformats.org/drawingml/2006/main">
            <a:r>
              <a:t>출처: 천재85쪽 엔탈피 그림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24/50. Part 3 표준 생성 엔탈피</a:t>
            </a:r>
          </a:p>
          <a:p xmlns:a="http://schemas.openxmlformats.org/drawingml/2006/main">
            <a:r>
              <a:t>발화·지도: 물질마다 같은 기준의 생성 엔탈피를 알면 어떤 반응의 열도 구할 수 있을까?</a:t>
            </a:r>
          </a:p>
          <a:p xmlns:a="http://schemas.openxmlformats.org/drawingml/2006/main">
            <a:r>
              <a:t>출처: W22 121; T 대조 미완료.</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25/50. 표준 생성 엔탈피</a:t>
            </a:r>
          </a:p>
          <a:p xmlns:a="http://schemas.openxmlformats.org/drawingml/2006/main">
            <a:r>
              <a:t>발화·지도: 표준 상태의 가장 안정한 성분 원소로부터 물질1mol이 생성될 때의 반응 엔탈피다. 원본 물 생성 반응식의 계수와 생성물 상태를 확인한다. 이 자료는25°C 값이다.</a:t>
            </a:r>
          </a:p>
          <a:p xmlns:a="http://schemas.openxmlformats.org/drawingml/2006/main">
            <a:r>
              <a:t>출처: 천재86쪽 정의 및85쪽 물 생성식;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26/50. 아래첨자 f와 윗첨자 °의 뜻</a:t>
            </a:r>
          </a:p>
          <a:p xmlns:a="http://schemas.openxmlformats.org/drawingml/2006/main">
            <a:r>
              <a:t>발화·지도: 완자121쪽 정의·파란 주석. f는formation의약자로생성을뜻한다. 위첨자°는표준상태이며0°C라는뜻이아니다. H만수학기호로기울인다. 원문과같이f를아래첨자,°를윗첨자로시각적으로배치했다.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27/50. 표준 상태는 비교를 위한 기준</a:t>
            </a:r>
          </a:p>
          <a:p xmlns:a="http://schemas.openxmlformats.org/drawingml/2006/main">
            <a:r>
              <a:t>발화·지도: 완자121쪽오른쪽표준상태설명에맞춘학교수업용기준. 열역학표준상태는규약상기준으로기체는이상거동등의정의가따르지만이번기본수업에서는확장하지않는다. 현대IUPAC표준압력1bar와교재의1기압을동일시하지않고이장표의조건은완자기준임을명시한다. IUPAC https://goldbook.iupac.org/terms/view/S05925</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28/50. 표준 상태가 곧 25°C인 것은 아니다</a:t>
            </a:r>
          </a:p>
          <a:p xmlns:a="http://schemas.openxmlformats.org/drawingml/2006/main">
            <a:r>
              <a:t>발화·지도: 완자121쪽오른쪽:표준상태정의에온도는포함되지않으며25°C자료를많이사용한다고설명한다. 따라서0°C기체조건이나온도자체를표준상태와혼동하지않게한다. 본예제값은교재25°C·1기압조건을따른다. 표준기호는온도를정의하지않음:IUPAC https://goldbook.iupac.org/terms/view/S05927</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29/50. 기준 원소 물질</a:t>
            </a:r>
          </a:p>
          <a:p xmlns:a="http://schemas.openxmlformats.org/drawingml/2006/main">
            <a:r>
              <a:t>발화·지도: 표준 생성 엔탈피의 기준값을0으로 정하는 것이며 물질 자체의 엔탈피H가0이라는 뜻이 아니다. O2와O3, 흑연과다이아몬드를 구별한다.</a:t>
            </a:r>
          </a:p>
          <a:p xmlns:a="http://schemas.openxmlformats.org/drawingml/2006/main">
            <a:r>
              <a:t>출처: 천재86쪽 표III-3·동소체 설명;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30/50. 기준 원소의 생성 엔탈피는 왜 0일까?</a:t>
            </a:r>
          </a:p>
          <a:p xmlns:a="http://schemas.openxmlformats.org/drawingml/2006/main">
            <a:r>
              <a:t>발화·지도: 완자121쪽B1(2)와오른쪽원소물질의생성엔탈피. 기준원소의표준생성엔탈피0은기준점이며물질절대엔탈피H=0이라는주장이아니다. 주어진온도·압력에서안정한원소형태:IUPAC https://goldbook.iupac.org/terms/view/R05233</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31/50. 같은 탄소라도 기준값은 다르다</a:t>
            </a:r>
          </a:p>
          <a:p xmlns:a="http://schemas.openxmlformats.org/drawingml/2006/main">
            <a:r>
              <a:t>발화·지도: 수치·설명:완자121쪽. 그림:천재교육물질과에너지39쪽그림I-30의흑연·다이아몬드사진및구조모형. 같은탄소지만결합구조가다르며표준생성엔탈피도다르다.25°C교재조건에서흑연0,다이아몬드+1.88kJ/mol. 앞Part2의완자127쪽반올림자료+1.9kJ와구분한다. 구조원본은assets/formation-v24/provenance.json참조.</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32/50. 물과 수증기</a:t>
            </a:r>
          </a:p>
          <a:p xmlns:a="http://schemas.openxmlformats.org/drawingml/2006/main">
            <a:r>
              <a:t>발화·지도: 같은 양과 온도에서 생성물의 상태만 다른 두 반응을 비교한다. H2O(l)은-285.8, H2O(g)는-241.8kJ/mol이며 상태가 다른 물질끼리는 소거하지 않는다.</a:t>
            </a:r>
          </a:p>
          <a:p xmlns:a="http://schemas.openxmlformats.org/drawingml/2006/main">
            <a:r>
              <a:t>출처: 천재85쪽 유제 원본 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33/50. 생성 엔탈피 계산의 근거</a:t>
            </a:r>
          </a:p>
          <a:p xmlns:a="http://schemas.openxmlformats.org/drawingml/2006/main">
            <a:r>
              <a:t>발화·지도: 메테인을 원소로 분해하고 그 원소로CO2와물을 생성하는 교과서 세 과정을 합한다. 메테인의 생성식을 역으로 했으므로 그 항에 음수가 붙는다.</a:t>
            </a:r>
          </a:p>
          <a:p xmlns:a="http://schemas.openxmlformats.org/drawingml/2006/main">
            <a:r>
              <a:t>출처: 천재87쪽 과정1~3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34/50. 계수를 곱해 더한다</a:t>
            </a:r>
          </a:p>
          <a:p xmlns:a="http://schemas.openxmlformats.org/drawingml/2006/main">
            <a:r>
              <a:t>발화·지도: ΔrH°=ΣνΔfH°(생성물)-ΣνΔfH°(반응물)이다</a:t>
            </a:r>
          </a:p>
          <a:p xmlns:a="http://schemas.openxmlformats.org/drawingml/2006/main">
            <a:r>
              <a:t>출처: W22 121 관계식.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35/50. 표의 값에 반응 계수를 곱한다</a:t>
            </a:r>
          </a:p>
          <a:p xmlns:a="http://schemas.openxmlformats.org/drawingml/2006/main">
            <a:r>
              <a:t>발화·지도: 완자121쪽B2관계식과메테인예제. 표준생성엔탈피의합은각반응계수를곱한뒤의합이다. 원소의값0이라도물질·상태·계수를먼저확인한다. 식에적힌반응진행량에대응하는반응엔탈피를구하며이수업은열화학반응식의kJ표기와물질당kJ/mol을구분한다.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36/50. 메테인 연소 계산</a:t>
            </a:r>
          </a:p>
          <a:p xmlns:a="http://schemas.openxmlformats.org/drawingml/2006/main">
            <a:r>
              <a:t>발화·지도: 자료는CH4 -74.8, CO2 -393.5, H2O(l) -285.8kJ/mol이다. 계수를 곱한 생성물 합에서 반응물 합을 빼면 -890.3kJ다.</a:t>
            </a:r>
          </a:p>
          <a:p xmlns:a="http://schemas.openxmlformats.org/drawingml/2006/main">
            <a:r>
              <a:t>출처: 천재86~87쪽·2022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37/50. 세 물질의 표준 생성 엔탈피</a:t>
            </a:r>
          </a:p>
          <a:p xmlns:a="http://schemas.openxmlformats.org/drawingml/2006/main">
            <a:r>
              <a:t>발화·지도: 사용자 최신 요청으로 교재 원본 크롭을 제거하고 built-in image_gen으로 새 수식 이미지를 생성했다. 사실·수치 근거 완자121쪽. A: C+2H2→CH4 ΔH1=-74.8kJ, B: C+O2→CO2 ΔH2=-393.5kJ, C: H2+1/2O2→H2O(l) ΔH3=-285.8kJ. 생성 프롬프트 assets/formation-v27/prompts.json.</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38/50. 생성 엔탈피 계산과 헤스 법칙</a:t>
            </a:r>
          </a:p>
          <a:p xmlns:a="http://schemas.openxmlformats.org/drawingml/2006/main">
            <a:r>
              <a:t>발화·지도: 사용자 최신 요청으로 완자 원본 소거 패널을 제거하고 image_gen으로 새 이미지 생성. (ΔH2+2ΔH3)−ΔH1=-890.3kJ. 같은 반응은 B+2C−A로 구한다. A를 역반응으로 사용하면 C(흑연)와2H2가 소거되며 CH4+2O2→CO2+2H2O(l). 교재 이미지 복제 대신 별도 구성. 사용 허가에 대한 법적 판정은 하지 않았다.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39/50. 기화 엔탈피</a:t>
            </a:r>
          </a:p>
          <a:p xmlns:a="http://schemas.openxmlformats.org/drawingml/2006/main">
            <a:r>
              <a:t>발화·지도: 25°C에서 물과수증기의 생성 엔탈피 차이로 기화 엔탈피를 구한다. -241.8−(-285.8)=+44.0kJ. 100°C 끓는점의 자료와 혼용하지 않는다.</a:t>
            </a:r>
          </a:p>
          <a:p xmlns:a="http://schemas.openxmlformats.org/drawingml/2006/main">
            <a:r>
              <a:t>출처: 2022 완자123쪽Q4 원본 그래프; 천재85쪽 기화식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40/50. 생성 엔탈피 계산의 확인점</a:t>
            </a:r>
          </a:p>
          <a:p xmlns:a="http://schemas.openxmlformats.org/drawingml/2006/main">
            <a:r>
              <a:t>발화·지도: 생성물 1mol 기준·기준 원소·물질 상태·반응 계수를 확인한다</a:t>
            </a:r>
          </a:p>
          <a:p xmlns:a="http://schemas.openxmlformats.org/drawingml/2006/main">
            <a:r>
              <a:t>출처: W22 121·124 핵심체크.</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41/50. Part 4 실험으로 확인하는 헤스 법칙</a:t>
            </a:r>
          </a:p>
          <a:p xmlns:a="http://schemas.openxmlformats.org/drawingml/2006/main">
            <a:r>
              <a:t>발화·지도: 용해한 뒤 중화할 때와 고체를 직접 반응시킬 때의 열은 어떤 관계일까?</a:t>
            </a:r>
          </a:p>
          <a:p xmlns:a="http://schemas.openxmlformats.org/drawingml/2006/main">
            <a:r>
              <a:t>출처: G22 보존104~105; W22 120.</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42/50. 두 실험 경로</a:t>
            </a:r>
          </a:p>
          <a:p xmlns:a="http://schemas.openxmlformats.org/drawingml/2006/main">
            <a:r>
              <a:t>발화·지도: 경로I은고체NaOH의용해후중화, 경로II는고체NaOH와HCl수용액의직접반응이다. 처음과끝의전체물질·양·상태를맞춘다.</a:t>
            </a:r>
          </a:p>
          <a:p xmlns:a="http://schemas.openxmlformats.org/drawingml/2006/main">
            <a:r>
              <a:t>출처: 2022 완자120쪽 원본 경로·반응식.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43/50. 실험 조건</a:t>
            </a:r>
          </a:p>
          <a:p xmlns:a="http://schemas.openxmlformats.org/drawingml/2006/main">
            <a:r>
              <a:t>발화·지도: NaOH8.0g은0.200mol이다. 용해 후 처음 온도로 식힌 다음 중화한다. 직접반응에서는 물과 염산을 먼저 혼합해처음온도로맞춘다. 사진두패널은모두실험I이며직접반응사진으로오해하지않게한다.</a:t>
            </a:r>
          </a:p>
          <a:p xmlns:a="http://schemas.openxmlformats.org/drawingml/2006/main">
            <a:r>
              <a:t>출처: 2022 완자120쪽 과정·실험I 사진.</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44/50. 용액 열량과 반응열</a:t>
            </a:r>
          </a:p>
          <a:p xmlns:a="http://schemas.openxmlformats.org/drawingml/2006/main">
            <a:r>
              <a:t>발화·지도: 용액전체질량과온도변화를사용한다. 외부열출입과열량계열용량을무시하면용액이얻은열과반응에서방출한열의크기는같다. 온도상승일때용액Q는양수, 반응ΔH는음수다.</a:t>
            </a:r>
          </a:p>
          <a:p xmlns:a="http://schemas.openxmlformats.org/drawingml/2006/main">
            <a:r>
              <a:t>출처: 2022 완자120쪽; 물질과 에너지 지도서 보존104~105쪽.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45/50. 온도 자료</a:t>
            </a:r>
          </a:p>
          <a:p xmlns:a="http://schemas.openxmlformats.org/drawingml/2006/main">
            <a:r>
              <a:t>발화·지도: 세반응의처음온도를각각25°C로맞춘자료다. 용액의질량208·408·408g과온도상승9.5·6.1·11.0°C를각행에서읽는다.</a:t>
            </a:r>
          </a:p>
          <a:p xmlns:a="http://schemas.openxmlformats.org/drawingml/2006/main">
            <a:r>
              <a:t>출처: 2022 완자120쪽 원본 실험 결과.</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46/50. 용해 엔탈피 계산</a:t>
            </a:r>
          </a:p>
          <a:p xmlns:a="http://schemas.openxmlformats.org/drawingml/2006/main">
            <a:r>
              <a:t>발화·지도: 4.2×208×9.5=8299.2J이다. 반응물0.200mol로나누고부호를음수로하면약-41.50kJ/mol이다.</a:t>
            </a:r>
          </a:p>
          <a:p xmlns:a="http://schemas.openxmlformats.org/drawingml/2006/main">
            <a:r>
              <a:t>출처: 2022 완자120쪽 실험I-1.</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47/50. 반응별 자료 비교</a:t>
            </a:r>
          </a:p>
          <a:p xmlns:a="http://schemas.openxmlformats.org/drawingml/2006/main">
            <a:r>
              <a:t>발화·지도: 완자가제시한중간반올림값으로8.30·10.45·18.85kJ를같은0.200mol기준으로환산한다. 반올림전값과섞어계산하지않는다.</a:t>
            </a:r>
          </a:p>
          <a:p xmlns:a="http://schemas.openxmlformats.org/drawingml/2006/main">
            <a:r>
              <a:t>출처: 2022 완자120쪽 해석2.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48/50. 실험값의 근사 일치</a:t>
            </a:r>
          </a:p>
          <a:p xmlns:a="http://schemas.openxmlformats.org/drawingml/2006/main">
            <a:r>
              <a:t>발화·지도: 두단계합-93.75와직접반응-94.25kJ/mol의차이는0.50이다. 열손실과측정·희석조건등을검토한다. 실험값차이를없애려고자료를고치지않는다.</a:t>
            </a:r>
          </a:p>
          <a:p xmlns:a="http://schemas.openxmlformats.org/drawingml/2006/main">
            <a:r>
              <a:t>출처: 2022 완자120쪽 해석3.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49/50. 유용성</a:t>
            </a:r>
          </a:p>
          <a:p xmlns:a="http://schemas.openxmlformats.org/drawingml/2006/main">
            <a:r>
              <a:t>발화·지도: 알려진반응들을조합해목표반응과같은처음과끝을만들면직접측정하지않은반응의엔탈피를구할수있다.</a:t>
            </a:r>
          </a:p>
          <a:p xmlns:a="http://schemas.openxmlformats.org/drawingml/2006/main">
            <a:r>
              <a:t>출처: 천재83~87쪽; 성취기준12물에03-02.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50/50. 설명 과제</a:t>
            </a:r>
          </a:p>
          <a:p xmlns:a="http://schemas.openxmlformats.org/drawingml/2006/main">
            <a:r>
              <a:t>발화·지도: 예상답: CO생성은두연소식을조합하면목표식이남음. 기화의ΔH는양수. 실험차이는열손실·온도측정·희석조건등으로설명한다.</a:t>
            </a:r>
          </a:p>
          <a:p xmlns:a="http://schemas.openxmlformats.org/drawingml/2006/main">
            <a:r>
              <a:t>출처: 천재85쪽·2022 완자120쪽 자료를 바탕으로 한 교사 제작 확인문항.</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ec30e5ec1654b2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2712647caca4f1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8029e53fd844b0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f22177cedd84e8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9471ed31a174ce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20cf77326ef4d1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AE569DA-F982-4C21-BB4F-95E605B13891}"/>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054D7D-8F70-4FAA-BC53-B8AF88913ED2}"/>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FC95CDD-3316-4CA1-BB2A-293CCD3C798B}"/>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1A57F1A-076D-41AC-8B5C-1E0011CBA8CD}"/>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F0EB47F-008E-4AF3-B749-DA28C4FA3C7E}"/>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FADE4AA-DC7A-4C53-A933-A536107AC22D}"/>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14790DF-1FAF-47E5-88FB-FB22A2B7661E}"/>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3362789-2DB0-4EF3-8924-2002E068C3FA}"/>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D73535A-2F47-4F03-BC96-3573D3978AC7}"/>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60E1D00-8B8F-4E6D-BE7D-38ED895E6144}"/>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84e1be74b61457c" /><Relationship Type="http://schemas.openxmlformats.org/officeDocument/2006/relationships/slideLayout" Target="/ppt/slideLayouts/slideLayout1.xml" Id="R90ceedc94e7c45c6" /><Relationship Type="http://schemas.openxmlformats.org/officeDocument/2006/relationships/slideLayout" Target="/ppt/slideLayouts/slideLayout2.xml" Id="R91b8cc431fee4aba" /><Relationship Type="http://schemas.openxmlformats.org/officeDocument/2006/relationships/slideLayout" Target="/ppt/slideLayouts/slideLayout3.xml" Id="R6211e8dc6f8140a2" /><Relationship Type="http://schemas.openxmlformats.org/officeDocument/2006/relationships/slideLayout" Target="/ppt/slideLayouts/slideLayout4.xml" Id="Ra2a71ba21ba74611" /><Relationship Type="http://schemas.openxmlformats.org/officeDocument/2006/relationships/slideLayout" Target="/ppt/slideLayouts/slideLayout5.xml" Id="Rc9881c48fd1542e6" /><Relationship Type="http://schemas.openxmlformats.org/officeDocument/2006/relationships/slideLayout" Target="/ppt/slideLayouts/slideLayout6.xml" Id="R6f7cac324082447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0ceedc94e7c45c6"/>
    <p:sldLayoutId xmlns:r="http://schemas.openxmlformats.org/officeDocument/2006/relationships" id="2147483650" r:id="R91b8cc431fee4aba"/>
    <p:sldLayoutId xmlns:r="http://schemas.openxmlformats.org/officeDocument/2006/relationships" id="2147483651" r:id="R6211e8dc6f8140a2"/>
    <p:sldLayoutId xmlns:r="http://schemas.openxmlformats.org/officeDocument/2006/relationships" id="2147483652" r:id="Ra2a71ba21ba74611"/>
    <p:sldLayoutId xmlns:r="http://schemas.openxmlformats.org/officeDocument/2006/relationships" id="2147483653" r:id="Rc9881c48fd1542e6"/>
    <p:sldLayoutId xmlns:r="http://schemas.openxmlformats.org/officeDocument/2006/relationships" id="2147483654" r:id="R6f7cac324082447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a4b2792adcc4467" /><Relationship Type="http://schemas.openxmlformats.org/officeDocument/2006/relationships/image" Target="/ppt/media/image.png" Id="R52cc8efa88cf4951" /><Relationship Type="http://schemas.openxmlformats.org/officeDocument/2006/relationships/image" Target="/ppt/media/image2.png" Id="R5903f390031a443b" /><Relationship Type="http://schemas.openxmlformats.org/officeDocument/2006/relationships/image" Target="/ppt/media/image3.png" Id="R69dbabd0116f46eb" /><Relationship Type="http://schemas.openxmlformats.org/officeDocument/2006/relationships/notesSlide" Target="/ppt/notesSlides/notesSlide1.xml" Id="R7872655544a144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523b09d68aa4253" /><Relationship Type="http://schemas.openxmlformats.org/officeDocument/2006/relationships/image" Target="/ppt/media/image4.png" Id="R2ab5ed2a912748d2" /><Relationship Type="http://schemas.openxmlformats.org/officeDocument/2006/relationships/image" Target="/ppt/media/image5.png" Id="R489477aefdce411e" /><Relationship Type="http://schemas.openxmlformats.org/officeDocument/2006/relationships/notesSlide" Target="/ppt/notesSlides/notesSlide2.xml" Id="R223e56bca3714fb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d8b3ed52db7494b" /><Relationship Type="http://schemas.openxmlformats.org/officeDocument/2006/relationships/image" Target="/ppt/media/image6.png" Id="R4c8910c582c94874" /><Relationship Type="http://schemas.openxmlformats.org/officeDocument/2006/relationships/notesSlide" Target="/ppt/notesSlides/notesSlide3.xml" Id="R4b703cecde4745b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91c50d17a05455e" /><Relationship Type="http://schemas.openxmlformats.org/officeDocument/2006/relationships/image" Target="/ppt/media/image7.png" Id="Rca13032453d149f7" /><Relationship Type="http://schemas.openxmlformats.org/officeDocument/2006/relationships/image" Target="/ppt/media/image8.png" Id="R134eabb341844145" /><Relationship Type="http://schemas.openxmlformats.org/officeDocument/2006/relationships/notesSlide" Target="/ppt/notesSlides/notesSlide4.xml" Id="R03b87eefd1c445d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a647494e7004263" /><Relationship Type="http://schemas.openxmlformats.org/officeDocument/2006/relationships/image" Target="/ppt/media/image9.png" Id="R107d2075030a4744" /><Relationship Type="http://schemas.openxmlformats.org/officeDocument/2006/relationships/image" Target="/ppt/media/image10.png" Id="R22ddb4b789a94193" /><Relationship Type="http://schemas.openxmlformats.org/officeDocument/2006/relationships/notesSlide" Target="/ppt/notesSlides/notesSlide5.xml" Id="Rb9ddfd7e3dfb4d6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dd8137bacfb4da5" /><Relationship Type="http://schemas.openxmlformats.org/officeDocument/2006/relationships/image" Target="/ppt/media/image11.png" Id="Rc3d5f918fbee4d25" /><Relationship Type="http://schemas.openxmlformats.org/officeDocument/2006/relationships/notesSlide" Target="/ppt/notesSlides/notesSlide6.xml" Id="R1ce74bf7d00c42d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f8048386ffd43f6" /><Relationship Type="http://schemas.openxmlformats.org/officeDocument/2006/relationships/image" Target="/ppt/media/image12.png" Id="R40d3d9b6c2d74d25" /><Relationship Type="http://schemas.openxmlformats.org/officeDocument/2006/relationships/image" Target="/ppt/media/image13.png" Id="Rc64e938a8bce4a4b" /><Relationship Type="http://schemas.openxmlformats.org/officeDocument/2006/relationships/image" Target="/ppt/media/image14.png" Id="R794f105ac7b14957" /><Relationship Type="http://schemas.openxmlformats.org/officeDocument/2006/relationships/image" Target="/ppt/media/image15.png" Id="Rdffd77eaba8c4885" /><Relationship Type="http://schemas.openxmlformats.org/officeDocument/2006/relationships/notesSlide" Target="/ppt/notesSlides/notesSlide7.xml" Id="R0c1accb8db924b4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d062f1d231a4fbb" /><Relationship Type="http://schemas.openxmlformats.org/officeDocument/2006/relationships/image" Target="/ppt/media/image16.png" Id="R644926c2752b441d" /><Relationship Type="http://schemas.openxmlformats.org/officeDocument/2006/relationships/image" Target="/ppt/media/image17.png" Id="R9c38cf00ae5042cb" /><Relationship Type="http://schemas.openxmlformats.org/officeDocument/2006/relationships/notesSlide" Target="/ppt/notesSlides/notesSlide8.xml" Id="R8d88b56597f34b4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0f860fcd184443c" /><Relationship Type="http://schemas.openxmlformats.org/officeDocument/2006/relationships/image" Target="/ppt/media/image18.png" Id="Ra410806c8f944bc9" /><Relationship Type="http://schemas.openxmlformats.org/officeDocument/2006/relationships/image" Target="/ppt/media/image19.png" Id="Ra923b480adfc48b8" /><Relationship Type="http://schemas.openxmlformats.org/officeDocument/2006/relationships/image" Target="/ppt/media/image20.png" Id="R90d1a044b8544abd" /><Relationship Type="http://schemas.openxmlformats.org/officeDocument/2006/relationships/image" Target="/ppt/media/image21.png" Id="R4fb966bd73f04303" /><Relationship Type="http://schemas.openxmlformats.org/officeDocument/2006/relationships/notesSlide" Target="/ppt/notesSlides/notesSlide9.xml" Id="R14b318da101c414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c8f80d135784593" /><Relationship Type="http://schemas.openxmlformats.org/officeDocument/2006/relationships/image" Target="/ppt/media/image22.png" Id="R898ef67b63b04d33" /><Relationship Type="http://schemas.openxmlformats.org/officeDocument/2006/relationships/image" Target="/ppt/media/image23.png" Id="R490c08cca6b04247" /><Relationship Type="http://schemas.openxmlformats.org/officeDocument/2006/relationships/image" Target="/ppt/media/image24.png" Id="R7240d3aa0dd748f6" /><Relationship Type="http://schemas.openxmlformats.org/officeDocument/2006/relationships/notesSlide" Target="/ppt/notesSlides/notesSlide10.xml" Id="R54223c0eb9af471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f9baba6b4b14889" /><Relationship Type="http://schemas.openxmlformats.org/officeDocument/2006/relationships/image" Target="/ppt/media/image25.png" Id="Rec52b38624dc4419" /><Relationship Type="http://schemas.openxmlformats.org/officeDocument/2006/relationships/image" Target="/ppt/media/image26.png" Id="R1d4f9a28a9bf4025" /><Relationship Type="http://schemas.openxmlformats.org/officeDocument/2006/relationships/image" Target="/ppt/media/image27.png" Id="R1ba150cea65d4865" /><Relationship Type="http://schemas.openxmlformats.org/officeDocument/2006/relationships/notesSlide" Target="/ppt/notesSlides/notesSlide11.xml" Id="R3158759a71f04a2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c93872e21834e9a" /><Relationship Type="http://schemas.openxmlformats.org/officeDocument/2006/relationships/image" Target="/ppt/media/image28.png" Id="R30da93abc5c14432" /><Relationship Type="http://schemas.openxmlformats.org/officeDocument/2006/relationships/notesSlide" Target="/ppt/notesSlides/notesSlide12.xml" Id="Rb1497d8cfe0e418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b9cab321dc24200" /><Relationship Type="http://schemas.openxmlformats.org/officeDocument/2006/relationships/image" Target="/ppt/media/image29.png" Id="R92419092ef5f4622" /><Relationship Type="http://schemas.openxmlformats.org/officeDocument/2006/relationships/image" Target="/ppt/media/image30.png" Id="R1a36a9dc70a745e5" /><Relationship Type="http://schemas.openxmlformats.org/officeDocument/2006/relationships/notesSlide" Target="/ppt/notesSlides/notesSlide13.xml" Id="R11d4b9df5f4545f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1cc9ea1468f4a39" /><Relationship Type="http://schemas.openxmlformats.org/officeDocument/2006/relationships/image" Target="/ppt/media/image31.png" Id="R5e5f255e0f604672" /><Relationship Type="http://schemas.openxmlformats.org/officeDocument/2006/relationships/image" Target="/ppt/media/image32.png" Id="Rfc48884042a94d2f" /><Relationship Type="http://schemas.openxmlformats.org/officeDocument/2006/relationships/notesSlide" Target="/ppt/notesSlides/notesSlide14.xml" Id="R1fd74f55cae14e3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ca9efe51f4e4952" /><Relationship Type="http://schemas.openxmlformats.org/officeDocument/2006/relationships/image" Target="/ppt/media/image33.png" Id="Rffabe18763524a49" /><Relationship Type="http://schemas.openxmlformats.org/officeDocument/2006/relationships/image" Target="/ppt/media/image34.png" Id="R24b52e1a0eb841db" /><Relationship Type="http://schemas.openxmlformats.org/officeDocument/2006/relationships/image" Target="/ppt/media/image35.png" Id="R5f9da5a75ee74ce6" /><Relationship Type="http://schemas.openxmlformats.org/officeDocument/2006/relationships/image" Target="/ppt/media/image36.png" Id="R041057d68d69427d" /><Relationship Type="http://schemas.openxmlformats.org/officeDocument/2006/relationships/notesSlide" Target="/ppt/notesSlides/notesSlide15.xml" Id="R1494c1abfb19496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f5d2c98810c4d7a" /><Relationship Type="http://schemas.openxmlformats.org/officeDocument/2006/relationships/image" Target="/ppt/media/image37.png" Id="R50e3a4e7b41d4647" /><Relationship Type="http://schemas.openxmlformats.org/officeDocument/2006/relationships/image" Target="/ppt/media/image38.png" Id="R2c611966ab324171" /><Relationship Type="http://schemas.openxmlformats.org/officeDocument/2006/relationships/notesSlide" Target="/ppt/notesSlides/notesSlide16.xml" Id="R527cfbbdac334c4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a8f86f90e49426d" /><Relationship Type="http://schemas.openxmlformats.org/officeDocument/2006/relationships/image" Target="/ppt/media/image39.png" Id="R072a8cc0e0104824" /><Relationship Type="http://schemas.openxmlformats.org/officeDocument/2006/relationships/image" Target="/ppt/media/image40.png" Id="R985aedf09775407f" /><Relationship Type="http://schemas.openxmlformats.org/officeDocument/2006/relationships/image" Target="/ppt/media/image41.png" Id="R044b4264389a41a3" /><Relationship Type="http://schemas.openxmlformats.org/officeDocument/2006/relationships/notesSlide" Target="/ppt/notesSlides/notesSlide17.xml" Id="R454b48cb96d4435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685caec33d2413c" /><Relationship Type="http://schemas.openxmlformats.org/officeDocument/2006/relationships/image" Target="/ppt/media/image42.png" Id="R7da44af5442d40fb" /><Relationship Type="http://schemas.openxmlformats.org/officeDocument/2006/relationships/image" Target="/ppt/media/image43.png" Id="Rda788666443a42be" /><Relationship Type="http://schemas.openxmlformats.org/officeDocument/2006/relationships/image" Target="/ppt/media/image44.png" Id="Rc5829e83232e4fce" /><Relationship Type="http://schemas.openxmlformats.org/officeDocument/2006/relationships/notesSlide" Target="/ppt/notesSlides/notesSlide18.xml" Id="Rf037384361a440f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defd5417b8346bb" /><Relationship Type="http://schemas.openxmlformats.org/officeDocument/2006/relationships/image" Target="/ppt/media/image45.png" Id="R6a098631318c43da" /><Relationship Type="http://schemas.openxmlformats.org/officeDocument/2006/relationships/image" Target="/ppt/media/image46.png" Id="R6fa6ac5ffbc442a1" /><Relationship Type="http://schemas.openxmlformats.org/officeDocument/2006/relationships/image" Target="/ppt/media/image47.png" Id="Ra9e2890cc1f84b06" /><Relationship Type="http://schemas.openxmlformats.org/officeDocument/2006/relationships/notesSlide" Target="/ppt/notesSlides/notesSlide19.xml" Id="R821e702dda984fa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aa4fea6c66d46bb" /><Relationship Type="http://schemas.openxmlformats.org/officeDocument/2006/relationships/image" Target="/ppt/media/image48.png" Id="Rf3bb4dd7d8544942" /><Relationship Type="http://schemas.openxmlformats.org/officeDocument/2006/relationships/notesSlide" Target="/ppt/notesSlides/notesSlide20.xml" Id="R9f8e50ee94164c7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113a0762cc646b9" /><Relationship Type="http://schemas.openxmlformats.org/officeDocument/2006/relationships/image" Target="/ppt/media/image49.png" Id="Rcbc9221bae9d4694" /><Relationship Type="http://schemas.openxmlformats.org/officeDocument/2006/relationships/image" Target="/ppt/media/image50.png" Id="R01f44c9e0e1d4339" /><Relationship Type="http://schemas.openxmlformats.org/officeDocument/2006/relationships/image" Target="/ppt/media/image51.png" Id="R977fd01fd1364508" /><Relationship Type="http://schemas.openxmlformats.org/officeDocument/2006/relationships/notesSlide" Target="/ppt/notesSlides/notesSlide21.xml" Id="R1125a956bdbc4d8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7d1ddda2c6446d8" /><Relationship Type="http://schemas.openxmlformats.org/officeDocument/2006/relationships/image" Target="/ppt/media/image52.png" Id="Re25f5b4393ee47a4" /><Relationship Type="http://schemas.openxmlformats.org/officeDocument/2006/relationships/image" Target="/ppt/media/image53.png" Id="R0cbef6c9824545a0" /><Relationship Type="http://schemas.openxmlformats.org/officeDocument/2006/relationships/image" Target="/ppt/media/image54.png" Id="Rbfa8e4a703d44940" /><Relationship Type="http://schemas.openxmlformats.org/officeDocument/2006/relationships/notesSlide" Target="/ppt/notesSlides/notesSlide22.xml" Id="Rb755343c9bb746b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d334f9c6dc74368" /><Relationship Type="http://schemas.openxmlformats.org/officeDocument/2006/relationships/image" Target="/ppt/media/image55.png" Id="Rdc498867fae1433c" /><Relationship Type="http://schemas.openxmlformats.org/officeDocument/2006/relationships/image" Target="/ppt/media/image56.png" Id="Rbafc49dd6b6640fb" /><Relationship Type="http://schemas.openxmlformats.org/officeDocument/2006/relationships/notesSlide" Target="/ppt/notesSlides/notesSlide23.xml" Id="R748b0314ff484b6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e9cb34b0b484b0b" /><Relationship Type="http://schemas.openxmlformats.org/officeDocument/2006/relationships/image" Target="/ppt/media/image57.png" Id="R8dbc69303c514891" /><Relationship Type="http://schemas.openxmlformats.org/officeDocument/2006/relationships/image" Target="/ppt/media/image58.png" Id="Rab87bcfd0483480e" /><Relationship Type="http://schemas.openxmlformats.org/officeDocument/2006/relationships/notesSlide" Target="/ppt/notesSlides/notesSlide24.xml" Id="R93d991bc2931463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7f6eae8391d4d49" /><Relationship Type="http://schemas.openxmlformats.org/officeDocument/2006/relationships/image" Target="/ppt/media/image59.png" Id="R8dfabe0c89954bf3" /><Relationship Type="http://schemas.openxmlformats.org/officeDocument/2006/relationships/image" Target="/ppt/media/image60.png" Id="R59631a0c26a04755" /><Relationship Type="http://schemas.openxmlformats.org/officeDocument/2006/relationships/notesSlide" Target="/ppt/notesSlides/notesSlide25.xml" Id="Rd36811a90f254cc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86b6e834c02646e3" /><Relationship Type="http://schemas.openxmlformats.org/officeDocument/2006/relationships/image" Target="/ppt/media/image61.png" Id="R33cf6daf5b05431a" /><Relationship Type="http://schemas.openxmlformats.org/officeDocument/2006/relationships/notesSlide" Target="/ppt/notesSlides/notesSlide26.xml" Id="Rdabcf2133f0445b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d70e6dd7135248e7" /><Relationship Type="http://schemas.openxmlformats.org/officeDocument/2006/relationships/image" Target="/ppt/media/image62.png" Id="Rd6f34e85045a4b67" /><Relationship Type="http://schemas.openxmlformats.org/officeDocument/2006/relationships/notesSlide" Target="/ppt/notesSlides/notesSlide27.xml" Id="Ra6b1857ae52c484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92d3d782bf3f423f" /><Relationship Type="http://schemas.openxmlformats.org/officeDocument/2006/relationships/image" Target="/ppt/media/image63.png" Id="Ra19516a731804a9d" /><Relationship Type="http://schemas.openxmlformats.org/officeDocument/2006/relationships/notesSlide" Target="/ppt/notesSlides/notesSlide28.xml" Id="R42ae729e7af8463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b3a20d91dfb43fd" /><Relationship Type="http://schemas.openxmlformats.org/officeDocument/2006/relationships/image" Target="/ppt/media/image64.png" Id="Rdd244488cde1459e" /><Relationship Type="http://schemas.openxmlformats.org/officeDocument/2006/relationships/notesSlide" Target="/ppt/notesSlides/notesSlide29.xml" Id="R36924dbb51b3478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4bde3a8debd74b8a" /><Relationship Type="http://schemas.openxmlformats.org/officeDocument/2006/relationships/image" Target="/ppt/media/image65.png" Id="Rca61e27cfb5f4b43" /><Relationship Type="http://schemas.openxmlformats.org/officeDocument/2006/relationships/notesSlide" Target="/ppt/notesSlides/notesSlide30.xml" Id="Ra9473825109246e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134ece688b7b4081" /><Relationship Type="http://schemas.openxmlformats.org/officeDocument/2006/relationships/image" Target="/ppt/media/image66.png" Id="R251166a98eab45a4" /><Relationship Type="http://schemas.openxmlformats.org/officeDocument/2006/relationships/image" Target="/ppt/media/image67.png" Id="Re1cf1ad7d42f45f8" /><Relationship Type="http://schemas.openxmlformats.org/officeDocument/2006/relationships/image" Target="/ppt/media/image68.png" Id="R6d84330f89684dfc" /><Relationship Type="http://schemas.openxmlformats.org/officeDocument/2006/relationships/notesSlide" Target="/ppt/notesSlides/notesSlide31.xml" Id="R6ed658d3b51f48e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b030db4e2a024553" /><Relationship Type="http://schemas.openxmlformats.org/officeDocument/2006/relationships/image" Target="/ppt/media/image69.png" Id="R9aa9d1432b7a4b6f" /><Relationship Type="http://schemas.openxmlformats.org/officeDocument/2006/relationships/image" Target="/ppt/media/image70.png" Id="R453a6610cea14ac7" /><Relationship Type="http://schemas.openxmlformats.org/officeDocument/2006/relationships/image" Target="/ppt/media/image71.png" Id="R5bae307ca1574d2a" /><Relationship Type="http://schemas.openxmlformats.org/officeDocument/2006/relationships/image" Target="/ppt/media/image72.png" Id="R2ad9d601e68a45a5" /><Relationship Type="http://schemas.openxmlformats.org/officeDocument/2006/relationships/image" Target="/ppt/media/image73.png" Id="R00b43d3ddbc74d22" /><Relationship Type="http://schemas.openxmlformats.org/officeDocument/2006/relationships/notesSlide" Target="/ppt/notesSlides/notesSlide32.xml" Id="R529d1cab3599437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5fe6200fa67149fe" /><Relationship Type="http://schemas.openxmlformats.org/officeDocument/2006/relationships/image" Target="/ppt/media/image74.png" Id="R44b93c92e69b48e0" /><Relationship Type="http://schemas.openxmlformats.org/officeDocument/2006/relationships/image" Target="/ppt/media/image75.png" Id="R182ba261d48049bd" /><Relationship Type="http://schemas.openxmlformats.org/officeDocument/2006/relationships/notesSlide" Target="/ppt/notesSlides/notesSlide33.xml" Id="R14b9bff052bd4a1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4baf0d5eeca640d0" /><Relationship Type="http://schemas.openxmlformats.org/officeDocument/2006/relationships/image" Target="/ppt/media/image76.png" Id="Rce13ea27bbf849f8" /><Relationship Type="http://schemas.openxmlformats.org/officeDocument/2006/relationships/notesSlide" Target="/ppt/notesSlides/notesSlide34.xml" Id="Rc3b7efbc9d7a4ba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6138f6835c874522" /><Relationship Type="http://schemas.openxmlformats.org/officeDocument/2006/relationships/image" Target="/ppt/media/image77.png" Id="Rdffaf5dea7124ba4" /><Relationship Type="http://schemas.openxmlformats.org/officeDocument/2006/relationships/notesSlide" Target="/ppt/notesSlides/notesSlide35.xml" Id="R9eba50cd75a8432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010b526d27f34677" /><Relationship Type="http://schemas.openxmlformats.org/officeDocument/2006/relationships/image" Target="/ppt/media/image78.png" Id="Ref7bf450dc974e37" /><Relationship Type="http://schemas.openxmlformats.org/officeDocument/2006/relationships/image" Target="/ppt/media/image79.png" Id="R63cce4529bd747d7" /><Relationship Type="http://schemas.openxmlformats.org/officeDocument/2006/relationships/notesSlide" Target="/ppt/notesSlides/notesSlide36.xml" Id="R4cd5fe6b326b44a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a6dd088ca88e4f7d" /><Relationship Type="http://schemas.openxmlformats.org/officeDocument/2006/relationships/image" Target="/ppt/media/image80.png" Id="Rd44a670537214ab0" /><Relationship Type="http://schemas.openxmlformats.org/officeDocument/2006/relationships/image" Target="/ppt/media/image81.png" Id="Rf53be3be7c894afd" /><Relationship Type="http://schemas.openxmlformats.org/officeDocument/2006/relationships/notesSlide" Target="/ppt/notesSlides/notesSlide37.xml" Id="R5c20c546b5f04c1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eacf20fb08ee4200" /><Relationship Type="http://schemas.openxmlformats.org/officeDocument/2006/relationships/image" Target="/ppt/media/image82.png" Id="R3b6042e8280b43d1" /><Relationship Type="http://schemas.openxmlformats.org/officeDocument/2006/relationships/image" Target="/ppt/media/image83.png" Id="Rf8219a23ea3743b6" /><Relationship Type="http://schemas.openxmlformats.org/officeDocument/2006/relationships/notesSlide" Target="/ppt/notesSlides/notesSlide38.xml" Id="Rb3202e95583b47b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459e37332956461a" /><Relationship Type="http://schemas.openxmlformats.org/officeDocument/2006/relationships/image" Target="/ppt/media/image84.png" Id="R067f1ca72a6b43c6" /><Relationship Type="http://schemas.openxmlformats.org/officeDocument/2006/relationships/image" Target="/ppt/media/image85.png" Id="Re7d7f848614047f5" /><Relationship Type="http://schemas.openxmlformats.org/officeDocument/2006/relationships/image" Target="/ppt/media/image86.png" Id="R84c7ffe0cea5427a" /><Relationship Type="http://schemas.openxmlformats.org/officeDocument/2006/relationships/notesSlide" Target="/ppt/notesSlides/notesSlide39.xml" Id="Rd4b75b87a7274cc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cef28269ab06424b" /><Relationship Type="http://schemas.openxmlformats.org/officeDocument/2006/relationships/image" Target="/ppt/media/image87.png" Id="Rbfd4388679074f6c" /><Relationship Type="http://schemas.openxmlformats.org/officeDocument/2006/relationships/notesSlide" Target="/ppt/notesSlides/notesSlide40.xml" Id="R55529e5f5bd8470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84f512365991424e" /><Relationship Type="http://schemas.openxmlformats.org/officeDocument/2006/relationships/image" Target="/ppt/media/image88.png" Id="R3d6a2767bbeb47d4" /><Relationship Type="http://schemas.openxmlformats.org/officeDocument/2006/relationships/image" Target="/ppt/media/image89.png" Id="Rbadb9936a3f14969" /><Relationship Type="http://schemas.openxmlformats.org/officeDocument/2006/relationships/notesSlide" Target="/ppt/notesSlides/notesSlide41.xml" Id="R73a2e3445e814f10"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ce232953cfbb4b35" /><Relationship Type="http://schemas.openxmlformats.org/officeDocument/2006/relationships/image" Target="/ppt/media/image90.png" Id="R00cbeff58c2f431b" /><Relationship Type="http://schemas.openxmlformats.org/officeDocument/2006/relationships/image" Target="/ppt/media/image91.png" Id="R88b0d2c9a13f4211" /><Relationship Type="http://schemas.openxmlformats.org/officeDocument/2006/relationships/image" Target="/ppt/media/image92.png" Id="R8fd7979c522347f9" /><Relationship Type="http://schemas.openxmlformats.org/officeDocument/2006/relationships/image" Target="/ppt/media/image93.png" Id="R700ed7d73c7d43cb" /><Relationship Type="http://schemas.openxmlformats.org/officeDocument/2006/relationships/image" Target="/ppt/media/image94.png" Id="Rbfba2aeb35a245bc" /><Relationship Type="http://schemas.openxmlformats.org/officeDocument/2006/relationships/notesSlide" Target="/ppt/notesSlides/notesSlide42.xml" Id="R5019080bd5434e2c"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d7efd06cc80e4b8b" /><Relationship Type="http://schemas.openxmlformats.org/officeDocument/2006/relationships/image" Target="/ppt/media/image95.png" Id="R56a2b11adec7483c" /><Relationship Type="http://schemas.openxmlformats.org/officeDocument/2006/relationships/image" Target="/ppt/media/image96.png" Id="R6168ee1d7d0e409f" /><Relationship Type="http://schemas.openxmlformats.org/officeDocument/2006/relationships/image" Target="/ppt/media/image97.png" Id="R1ebcc13b03ad45d1" /><Relationship Type="http://schemas.openxmlformats.org/officeDocument/2006/relationships/notesSlide" Target="/ppt/notesSlides/notesSlide43.xml" Id="R4e14b67086df48a4"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20010ed752654d3d" /><Relationship Type="http://schemas.openxmlformats.org/officeDocument/2006/relationships/image" Target="/ppt/media/image98.png" Id="Rd9a997c990ea4177" /><Relationship Type="http://schemas.openxmlformats.org/officeDocument/2006/relationships/notesSlide" Target="/ppt/notesSlides/notesSlide44.xml" Id="R4cec5b57c4d349c8"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78444204364b4c84" /><Relationship Type="http://schemas.openxmlformats.org/officeDocument/2006/relationships/image" Target="/ppt/media/image99.png" Id="Rcf172804b8c5470b" /><Relationship Type="http://schemas.openxmlformats.org/officeDocument/2006/relationships/notesSlide" Target="/ppt/notesSlides/notesSlide45.xml" Id="Ra2522a04395840a8"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fb7ac89557444ce6" /><Relationship Type="http://schemas.openxmlformats.org/officeDocument/2006/relationships/image" Target="/ppt/media/image100.png" Id="Rbda0d39c82a14e47" /><Relationship Type="http://schemas.openxmlformats.org/officeDocument/2006/relationships/notesSlide" Target="/ppt/notesSlides/notesSlide46.xml" Id="R371d781108814283"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ae9a893e95ac4a71" /><Relationship Type="http://schemas.openxmlformats.org/officeDocument/2006/relationships/image" Target="/ppt/media/image101.png" Id="R90f525e4d7714aa1" /><Relationship Type="http://schemas.openxmlformats.org/officeDocument/2006/relationships/notesSlide" Target="/ppt/notesSlides/notesSlide47.xml" Id="Rbdb07bb71dad458a"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8c84f999a6d547a6" /><Relationship Type="http://schemas.openxmlformats.org/officeDocument/2006/relationships/image" Target="/ppt/media/image102.png" Id="Rea628e73985f40fd" /><Relationship Type="http://schemas.openxmlformats.org/officeDocument/2006/relationships/notesSlide" Target="/ppt/notesSlides/notesSlide48.xml" Id="R2ec9b4e33bd64f7a"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a72263009f404b08" /><Relationship Type="http://schemas.openxmlformats.org/officeDocument/2006/relationships/image" Target="/ppt/media/image103.png" Id="R05eb2bc7031f4fda" /><Relationship Type="http://schemas.openxmlformats.org/officeDocument/2006/relationships/image" Target="/ppt/media/image104.png" Id="R1c586329fe564be1" /><Relationship Type="http://schemas.openxmlformats.org/officeDocument/2006/relationships/image" Target="/ppt/media/image105.png" Id="R4eb07dfcd1a748f1" /><Relationship Type="http://schemas.openxmlformats.org/officeDocument/2006/relationships/image" Target="/ppt/media/image106.png" Id="Rf3a46678b3704ab3" /><Relationship Type="http://schemas.openxmlformats.org/officeDocument/2006/relationships/notesSlide" Target="/ppt/notesSlides/notesSlide49.xml" Id="R6008a2b1d54e46b0"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2200867a466d494c" /><Relationship Type="http://schemas.openxmlformats.org/officeDocument/2006/relationships/image" Target="/ppt/media/image107.png" Id="R56efd44ed83a405d" /><Relationship Type="http://schemas.openxmlformats.org/officeDocument/2006/relationships/notesSlide" Target="/ppt/notesSlides/notesSlide50.xml" Id="R02a8032ace4849a7"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AFBBC05F-7FFF-43B3-9D3B-CF8230A9BC5E}"/>
              </a:ext>
            </a:extLst>
          </p:cNvPr>
          <p:cNvPicPr>
            <a:picLocks xmlns:a="http://schemas.openxmlformats.org/drawingml/2006/main" noChangeAspect="1"/>
          </p:cNvPicPr>
          <p:nvPr/>
        </p:nvPicPr>
        <p:blipFill>
          <a:blip xmlns:r="http://schemas.openxmlformats.org/officeDocument/2006/relationships" xmlns:a="http://schemas.openxmlformats.org/drawingml/2006/main" r:embed="R52cc8efa88cf4951"/>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3F6510C4-6EF7-4CC0-B147-25E520E9C1B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D6585D14-3F5E-4DDA-85BA-7A58F51E05BA}"/>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DFCBCC2D-D8AE-4ED5-9180-4F1E2F6C4908}"/>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04DA8A50-FFF4-47B6-9D97-B57ED9D52D08}"/>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F8536A54-A9FC-48DE-8AA3-578F5170746F}"/>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A151CD1D-79F3-4A85-9DD9-1F49432AC5D1}"/>
              </a:ext>
            </a:extLst>
          </p:cNvPr>
          <p:cNvPicPr>
            <a:picLocks xmlns:a="http://schemas.openxmlformats.org/drawingml/2006/main" noChangeAspect="1"/>
          </p:cNvPicPr>
          <p:nvPr/>
        </p:nvPicPr>
        <p:blipFill>
          <a:blip xmlns:r="http://schemas.openxmlformats.org/officeDocument/2006/relationships" xmlns:a="http://schemas.openxmlformats.org/drawingml/2006/main" r:embed="R5903f390031a443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9370D380-D031-4AC6-A4A3-6301D87291B1}"/>
              </a:ext>
            </a:extLst>
          </p:cNvPr>
          <p:cNvPicPr>
            <a:picLocks xmlns:a="http://schemas.openxmlformats.org/drawingml/2006/main" noChangeAspect="1"/>
          </p:cNvPicPr>
          <p:nvPr/>
        </p:nvPicPr>
        <p:blipFill>
          <a:blip xmlns:r="http://schemas.openxmlformats.org/officeDocument/2006/relationships" xmlns:a="http://schemas.openxmlformats.org/drawingml/2006/main" r:embed="R69dbabd0116f46eb"/>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56EF913B-FFAD-4434-8609-F1206C21588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Tree>
    <p:extLst>
      <p:ext uri="{BB962C8B-B14F-4D97-AF65-F5344CB8AC3E}">
        <p14:creationId xmlns:p14="http://schemas.microsoft.com/office/powerpoint/2010/main" val="4043580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EF30F0BB-596B-4D23-90DB-2F8276076F6A}"/>
              </a:ext>
            </a:extLst>
          </p:cNvPr>
          <p:cNvPicPr>
            <a:picLocks xmlns:a="http://schemas.openxmlformats.org/drawingml/2006/main" noChangeAspect="1"/>
          </p:cNvPicPr>
          <p:nvPr/>
        </p:nvPicPr>
        <p:blipFill>
          <a:blip xmlns:r="http://schemas.openxmlformats.org/officeDocument/2006/relationships" xmlns:a="http://schemas.openxmlformats.org/drawingml/2006/main" r:embed="R2ab5ed2a912748d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0BDC32C-15C4-4E1A-847A-299CBE312E2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EE5278D-4312-4A7C-BD64-D3C5B802221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4D042A57-EB78-4C81-AA53-104062A6521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9E4379F-74F0-4D59-B0C8-81EC186EA40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A445A033-A7F4-4638-8774-8D04CB529BD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D4F1EB2A-1C32-4BC2-BE2B-2FDF18400328}"/>
              </a:ext>
            </a:extLst>
          </p:cNvPr>
          <p:cNvSpPr>
            <a:spLocks xmlns:a="http://schemas.openxmlformats.org/drawingml/2006/main" noGrp="1"/>
          </p:cNvSpPr>
          <p:nvPr/>
        </p:nvSpPr>
        <p:spPr>
          <a:xfrm xmlns:a="http://schemas.openxmlformats.org/drawingml/2006/main">
            <a:off x="1428750" y="37433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93E6C0D6-452E-45AB-BC55-1B9634D62668}"/>
              </a:ext>
            </a:extLst>
          </p:cNvPr>
          <p:cNvPicPr>
            <a:picLocks xmlns:a="http://schemas.openxmlformats.org/drawingml/2006/main" noChangeAspect="1"/>
          </p:cNvPicPr>
          <p:nvPr/>
        </p:nvPicPr>
        <p:blipFill>
          <a:blip xmlns:r="http://schemas.openxmlformats.org/officeDocument/2006/relationships" xmlns:a="http://schemas.openxmlformats.org/drawingml/2006/main" r:embed="R489477aefdce411e"/>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53029356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029C7F8E-4BA0-49F0-9569-C5AD8E31AD8D}"/>
              </a:ext>
            </a:extLst>
          </p:cNvPr>
          <p:cNvPicPr>
            <a:picLocks xmlns:a="http://schemas.openxmlformats.org/drawingml/2006/main" noChangeAspect="1"/>
          </p:cNvPicPr>
          <p:nvPr/>
        </p:nvPicPr>
        <p:blipFill>
          <a:blip xmlns:r="http://schemas.openxmlformats.org/officeDocument/2006/relationships" xmlns:a="http://schemas.openxmlformats.org/drawingml/2006/main" r:embed="R4c8910c582c9487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6776ED6-8645-4319-8A8B-7E502B34A4F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CD98686-F5A3-4E8A-87A9-A47C3A30B7B3}"/>
              </a:ext>
            </a:extLst>
          </p:cNvPr>
          <p:cNvSpPr>
            <a:spLocks xmlns:a="http://schemas.openxmlformats.org/drawingml/2006/main" noGrp="1"/>
          </p:cNvSpPr>
          <p:nvPr/>
        </p:nvSpPr>
        <p:spPr>
          <a:xfrm xmlns:a="http://schemas.openxmlformats.org/drawingml/2006/main">
            <a:off x="3105150" y="2514600"/>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FFD129B2-2292-47F6-8882-05CBDD36017B}"/>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573B6EE6-5D94-45DA-8FC8-6523B4760531}"/>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6E078C23-C54E-4C0C-BDBE-A0C90C23677C}"/>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C364ECA0-E5A8-4CBE-9A8A-838FEEC39C9F}"/>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FEEB2EB5-71CB-4342-9DF0-1E7E27A2A3E5}"/>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F6A695E9-DF4A-4391-ABE8-86BFFA2BE839}"/>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6834525B-D0D4-4E56-9632-1E6FF200E235}"/>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F0E003D0-F413-4E42-B50B-C11311092FD2}"/>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7D22A74E-48D2-4397-A9C0-C7382656A221}"/>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C8CD6F58-A858-4E72-8E2B-32842DA1D54E}"/>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767C5B4A-15DB-4926-9BC8-B1E5691BF93F}"/>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93AE329D-64CC-4BFD-93F9-54BF76342860}"/>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18431568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ABCB5BE3-8FE9-4B3F-AF6A-518E54EBD4A1}"/>
              </a:ext>
            </a:extLst>
          </p:cNvPr>
          <p:cNvPicPr>
            <a:picLocks xmlns:a="http://schemas.openxmlformats.org/drawingml/2006/main" noChangeAspect="1"/>
          </p:cNvPicPr>
          <p:nvPr/>
        </p:nvPicPr>
        <p:blipFill>
          <a:blip xmlns:r="http://schemas.openxmlformats.org/officeDocument/2006/relationships" xmlns:a="http://schemas.openxmlformats.org/drawingml/2006/main" r:embed="Rca13032453d149f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6AA2DD5-238F-4744-B30F-E9430F27991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1F6DEB0-C8D3-485C-921A-C2799BB9AA5F}"/>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FEA4931B-2838-4E91-8700-D7ACB51F7877}"/>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A6E268D-96CA-439E-B9FD-5B9E0752ED62}"/>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6CD8E6F9-4725-4873-96B8-81BE1A6CF57F}"/>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6D3D3225-0E78-451C-86E2-8D90B1D36663}"/>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5EE82FF1-DC97-41C5-ADE4-DC6433C799E4}"/>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125BB81C-BBFC-4D8F-9C50-2EBC50ACC898}"/>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570F2B81-A78D-494C-B2A9-D1120D37255B}"/>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8444C2B6-ED70-49B0-8F46-BACB7FDDDA2C}"/>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C4BC43B3-D1BD-4629-AA5D-147DAFA73093}"/>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1C3FEEFA-F0A0-4B8C-A34B-AD57227961AF}"/>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C89EFF13-052E-4B48-AB12-1CED9533495B}"/>
              </a:ext>
            </a:extLst>
          </p:cNvPr>
          <p:cNvPicPr>
            <a:picLocks xmlns:a="http://schemas.openxmlformats.org/drawingml/2006/main" noChangeAspect="1"/>
          </p:cNvPicPr>
          <p:nvPr/>
        </p:nvPicPr>
        <p:blipFill>
          <a:blip xmlns:r="http://schemas.openxmlformats.org/officeDocument/2006/relationships" xmlns:a="http://schemas.openxmlformats.org/drawingml/2006/main" r:embed="R134eabb341844145"/>
          <a:stretch xmlns:a="http://schemas.openxmlformats.org/drawingml/2006/main"/>
        </p:blipFill>
        <p:spPr>
          <a:xfrm xmlns:a="http://schemas.openxmlformats.org/drawingml/2006/main">
            <a:off x="15144750" y="6079413"/>
            <a:ext cx="2762250" cy="2890674"/>
          </a:xfrm>
          <a:prstGeom xmlns:a="http://schemas.openxmlformats.org/drawingml/2006/main" prst="rect">
            <a:avLst/>
          </a:prstGeom>
        </p:spPr>
      </p:pic>
    </p:spTree>
    <p:extLst>
      <p:ext uri="{BB962C8B-B14F-4D97-AF65-F5344CB8AC3E}">
        <p14:creationId xmlns:p14="http://schemas.microsoft.com/office/powerpoint/2010/main" val="1010342364"/>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0D2E532C-407D-4BE7-97CA-1ED20444D7A8}"/>
              </a:ext>
            </a:extLst>
          </p:cNvPr>
          <p:cNvPicPr>
            <a:picLocks xmlns:a="http://schemas.openxmlformats.org/drawingml/2006/main" noChangeAspect="1"/>
          </p:cNvPicPr>
          <p:nvPr/>
        </p:nvPicPr>
        <p:blipFill>
          <a:blip xmlns:r="http://schemas.openxmlformats.org/officeDocument/2006/relationships" xmlns:a="http://schemas.openxmlformats.org/drawingml/2006/main" r:embed="R107d2075030a4744"/>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D2C1A830-0E4E-4EB3-9972-356BC212ECC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12E4E27E-D00C-4923-A2C8-684F087BDD9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973A1713-5B0E-4256-AC36-9641A5AA88D6}"/>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19D204A0-E124-45D5-B7FE-7068D5442A40}"/>
              </a:ext>
            </a:extLst>
          </p:cNvPr>
          <p:cNvPicPr>
            <a:picLocks xmlns:a="http://schemas.openxmlformats.org/drawingml/2006/main" noChangeAspect="1"/>
          </p:cNvPicPr>
          <p:nvPr/>
        </p:nvPicPr>
        <p:blipFill>
          <a:blip xmlns:r="http://schemas.openxmlformats.org/officeDocument/2006/relationships" xmlns:a="http://schemas.openxmlformats.org/drawingml/2006/main" r:embed="R22ddb4b789a9419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FAFDE214-2FDE-45A8-BEFE-B66DFA957AD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FD1A2D00-98BD-45B3-BF00-EDCDF506CF8F}"/>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8" name="text">
            <a:extLst xmlns:a="http://schemas.openxmlformats.org/drawingml/2006/main">
              <a:ext uri="{FF2B5EF4-FFF2-40B4-BE49-F238E27FC236}">
                <a16:creationId xmlns:a16="http://schemas.microsoft.com/office/drawing/2014/main" id="{81AF8EE7-697E-4E3F-8A78-761F630E1083}"/>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9" name="text">
            <a:extLst xmlns:a="http://schemas.openxmlformats.org/drawingml/2006/main">
              <a:ext uri="{FF2B5EF4-FFF2-40B4-BE49-F238E27FC236}">
                <a16:creationId xmlns:a16="http://schemas.microsoft.com/office/drawing/2014/main" id="{B7A1C589-81BB-4A96-8749-F822EEBFF648}"/>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28171558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B3D4FF1-03AD-4BAA-845B-16A6C13B2CDE}"/>
              </a:ext>
            </a:extLst>
          </p:cNvPr>
          <p:cNvPicPr>
            <a:picLocks xmlns:a="http://schemas.openxmlformats.org/drawingml/2006/main" noChangeAspect="1"/>
          </p:cNvPicPr>
          <p:nvPr/>
        </p:nvPicPr>
        <p:blipFill>
          <a:blip xmlns:r="http://schemas.openxmlformats.org/officeDocument/2006/relationships" xmlns:a="http://schemas.openxmlformats.org/drawingml/2006/main" r:embed="Rc3d5f918fbee4d2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8C561A1-305E-4B1D-AF7F-1F70E48C3B8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172770E-4B4F-4585-803C-D14A695AF4D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C36F4208-D206-41B3-9BC8-DDEC65E8540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8808039-6447-4E8B-98C8-E28DD19CF4E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A27B85DE-2D97-4BCE-B797-56D2DEAD83A4}"/>
              </a:ext>
            </a:extLst>
          </p:cNvPr>
          <p:cNvSpPr>
            <a:spLocks xmlns:a="http://schemas.openxmlformats.org/drawingml/2006/main" noGrp="1"/>
          </p:cNvSpPr>
          <p:nvPr/>
        </p:nvSpPr>
        <p:spPr>
          <a:xfrm xmlns:a="http://schemas.openxmlformats.org/drawingml/2006/main">
            <a:off x="952500" y="25812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rPr sz="5730" b="1">
                <a:solidFill>
                  <a:srgbClr val="57962F"/>
                </a:solidFill>
                <a:latin typeface="Pretendard"/>
                <a:ea typeface="Pretendard"/>
                <a:cs typeface="Pretendard"/>
              </a:rPr>
              <a:t>헤스 법칙 (Hess’s law)</a:t>
            </a:r>
          </a:p>
        </p:txBody>
      </p:sp>
      <p:sp>
        <p:nvSpPr>
          <p:cNvPr id="7" name="헤스 법칙 요점 1">
            <a:extLst xmlns:a="http://schemas.openxmlformats.org/drawingml/2006/main">
              <a:ext uri="{FF2B5EF4-FFF2-40B4-BE49-F238E27FC236}">
                <a16:creationId xmlns:a16="http://schemas.microsoft.com/office/drawing/2014/main" id="{121621FE-23DE-476E-89D2-A0A2C7585F0D}"/>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한 줄 요점 1">
            <a:extLst xmlns:a="http://schemas.openxmlformats.org/drawingml/2006/main">
              <a:ext uri="{FF2B5EF4-FFF2-40B4-BE49-F238E27FC236}">
                <a16:creationId xmlns:a16="http://schemas.microsoft.com/office/drawing/2014/main" id="{7A2C1FDE-B4B0-4D19-A035-99078FB15579}"/>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57962F"/>
                </a:solidFill>
              </a:rPr>
              <a:t>경로</a:t>
            </a:r>
            <a:r>
              <a:t>와 무관하다.</a:t>
            </a:r>
          </a:p>
        </p:txBody>
      </p:sp>
      <p:sp>
        <p:nvSpPr>
          <p:cNvPr id="9" name="헤스 법칙 요점 2">
            <a:extLst xmlns:a="http://schemas.openxmlformats.org/drawingml/2006/main">
              <a:ext uri="{FF2B5EF4-FFF2-40B4-BE49-F238E27FC236}">
                <a16:creationId xmlns:a16="http://schemas.microsoft.com/office/drawing/2014/main" id="{23F51D51-CD82-4C09-8C3D-2C10987E0995}"/>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한 줄 요점 2">
            <a:extLst xmlns:a="http://schemas.openxmlformats.org/drawingml/2006/main">
              <a:ext uri="{FF2B5EF4-FFF2-40B4-BE49-F238E27FC236}">
                <a16:creationId xmlns:a16="http://schemas.microsoft.com/office/drawing/2014/main" id="{151A0A71-197D-4796-A7AF-CB78B4CC363D}"/>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rPr b="1">
                <a:solidFill>
                  <a:srgbClr val="57962F"/>
                </a:solidFill>
              </a:rPr>
              <a:t>총 열량 불변의 법칙</a:t>
            </a:r>
            <a:r>
              <a:t>이라고 부르기도 한다.</a:t>
            </a:r>
          </a:p>
        </p:txBody>
      </p:sp>
      <p:sp>
        <p:nvSpPr>
          <p:cNvPr id="11" name="헤스 법칙 요점 3">
            <a:extLst xmlns:a="http://schemas.openxmlformats.org/drawingml/2006/main">
              <a:ext uri="{FF2B5EF4-FFF2-40B4-BE49-F238E27FC236}">
                <a16:creationId xmlns:a16="http://schemas.microsoft.com/office/drawing/2014/main" id="{C68013C6-B991-4ED6-B10E-4AD6458F32E7}"/>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한 줄 요점 3">
            <a:extLst xmlns:a="http://schemas.openxmlformats.org/drawingml/2006/main">
              <a:ext uri="{FF2B5EF4-FFF2-40B4-BE49-F238E27FC236}">
                <a16:creationId xmlns:a16="http://schemas.microsoft.com/office/drawing/2014/main" id="{59A46447-1D96-427E-90F4-B55DB32834DB}"/>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57962F"/>
                </a:solidFill>
              </a:rPr>
              <a:t>간접적으로</a:t>
            </a:r>
            <a:r>
              <a:t> 구할 수 있다.</a:t>
            </a:r>
          </a:p>
        </p:txBody>
      </p:sp>
    </p:spTree>
    <p:extLst>
      <p:ext uri="{BB962C8B-B14F-4D97-AF65-F5344CB8AC3E}">
        <p14:creationId xmlns:p14="http://schemas.microsoft.com/office/powerpoint/2010/main" val="86816137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EF86B9E5-65C7-4B3C-ADF9-43B9F997CD8B}"/>
              </a:ext>
            </a:extLst>
          </p:cNvPr>
          <p:cNvPicPr>
            <a:picLocks xmlns:a="http://schemas.openxmlformats.org/drawingml/2006/main" noChangeAspect="1"/>
          </p:cNvPicPr>
          <p:nvPr/>
        </p:nvPicPr>
        <p:blipFill>
          <a:blip xmlns:r="http://schemas.openxmlformats.org/officeDocument/2006/relationships" xmlns:a="http://schemas.openxmlformats.org/drawingml/2006/main" r:embed="R40d3d9b6c2d74d2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9883061-2CB4-4DBA-A5BA-88D7EF45CAC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A61DB7C-0443-4371-BE97-FC9D89A7159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5D4D2551-8089-4B34-9381-5B9B0580B53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B0D7DB2-957F-4C85-9C3D-4B6AF8A79A9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9530F6A7-7C00-424C-B576-C838BEFDE856}"/>
              </a:ext>
            </a:extLst>
          </p:cNvPr>
          <p:cNvSpPr>
            <a:spLocks xmlns:a="http://schemas.openxmlformats.org/drawingml/2006/main" noGrp="1"/>
          </p:cNvSpPr>
          <p:nvPr/>
        </p:nvSpPr>
        <p:spPr>
          <a:xfrm xmlns:a="http://schemas.openxmlformats.org/drawingml/2006/main">
            <a:off x="952500" y="220980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반응을 비교하려면</a:t>
            </a:r>
          </a:p>
        </p:txBody>
      </p:sp>
      <p:pic>
        <p:nvPicPr>
          <p:cNvPr id="7" name="">
            <a:extLst xmlns:a="http://schemas.openxmlformats.org/drawingml/2006/main">
              <a:ext uri="{FF2B5EF4-FFF2-40B4-BE49-F238E27FC236}">
                <a16:creationId xmlns:a16="http://schemas.microsoft.com/office/drawing/2014/main" id="{70F97112-A09C-4820-962D-B0D87B93D9BB}"/>
              </a:ext>
            </a:extLst>
          </p:cNvPr>
          <p:cNvPicPr>
            <a:picLocks xmlns:a="http://schemas.openxmlformats.org/drawingml/2006/main" noChangeAspect="1"/>
          </p:cNvPicPr>
          <p:nvPr/>
        </p:nvPicPr>
        <p:blipFill>
          <a:blip xmlns:r="http://schemas.openxmlformats.org/officeDocument/2006/relationships" xmlns:a="http://schemas.openxmlformats.org/drawingml/2006/main" r:embed="Rc64e938a8bce4a4b"/>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A1EA5D1C-8C0C-47F0-AF34-3059280A0336}"/>
              </a:ext>
            </a:extLst>
          </p:cNvPr>
          <p:cNvSpPr>
            <a:spLocks xmlns:a="http://schemas.openxmlformats.org/drawingml/2006/main" noGrp="1"/>
          </p:cNvSpPr>
          <p:nvPr/>
        </p:nvSpPr>
        <p:spPr>
          <a:xfrm xmlns:a="http://schemas.openxmlformats.org/drawingml/2006/main">
            <a:off x="5562600" y="41148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물질의 종류와 상태</a:t>
            </a:r>
          </a:p>
        </p:txBody>
      </p:sp>
      <p:sp>
        <p:nvSpPr>
          <p:cNvPr id="9" name="rich">
            <a:extLst xmlns:a="http://schemas.openxmlformats.org/drawingml/2006/main">
              <a:ext uri="{FF2B5EF4-FFF2-40B4-BE49-F238E27FC236}">
                <a16:creationId xmlns:a16="http://schemas.microsoft.com/office/drawing/2014/main" id="{BA1674FE-A20E-4A26-B26F-134F4ABA76FD}"/>
              </a:ext>
            </a:extLst>
          </p:cNvPr>
          <p:cNvSpPr>
            <a:spLocks xmlns:a="http://schemas.openxmlformats.org/drawingml/2006/main" noGrp="1"/>
          </p:cNvSpPr>
          <p:nvPr/>
        </p:nvSpPr>
        <p:spPr>
          <a:xfrm xmlns:a="http://schemas.openxmlformats.org/drawingml/2006/main">
            <a:off x="5562600" y="47053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반응 전후의 종류와 상태를 같게 한다.</a:t>
            </a:r>
          </a:p>
        </p:txBody>
      </p:sp>
      <p:sp>
        <p:nvSpPr>
          <p:cNvPr id="10" name="text">
            <a:extLst xmlns:a="http://schemas.openxmlformats.org/drawingml/2006/main">
              <a:ext uri="{FF2B5EF4-FFF2-40B4-BE49-F238E27FC236}">
                <a16:creationId xmlns:a16="http://schemas.microsoft.com/office/drawing/2014/main" id="{C8B3A816-DC09-4568-B1DB-62D84203A7D7}"/>
              </a:ext>
            </a:extLst>
          </p:cNvPr>
          <p:cNvSpPr>
            <a:spLocks xmlns:a="http://schemas.openxmlformats.org/drawingml/2006/main" noGrp="1"/>
          </p:cNvSpPr>
          <p:nvPr/>
        </p:nvSpPr>
        <p:spPr>
          <a:xfrm xmlns:a="http://schemas.openxmlformats.org/drawingml/2006/main">
            <a:off x="5562600" y="581025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반응하는 양</a:t>
            </a:r>
          </a:p>
        </p:txBody>
      </p:sp>
      <p:sp>
        <p:nvSpPr>
          <p:cNvPr id="11" name="rich">
            <a:extLst xmlns:a="http://schemas.openxmlformats.org/drawingml/2006/main">
              <a:ext uri="{FF2B5EF4-FFF2-40B4-BE49-F238E27FC236}">
                <a16:creationId xmlns:a16="http://schemas.microsoft.com/office/drawing/2014/main" id="{27B6B8E7-3C26-48C4-A0FA-8A56CC49DCFA}"/>
              </a:ext>
            </a:extLst>
          </p:cNvPr>
          <p:cNvSpPr>
            <a:spLocks xmlns:a="http://schemas.openxmlformats.org/drawingml/2006/main" noGrp="1"/>
          </p:cNvSpPr>
          <p:nvPr/>
        </p:nvSpPr>
        <p:spPr>
          <a:xfrm xmlns:a="http://schemas.openxmlformats.org/drawingml/2006/main">
            <a:off x="5562600" y="640080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물질의 양을 같게 한다.</a:t>
            </a:r>
          </a:p>
        </p:txBody>
      </p:sp>
      <p:sp>
        <p:nvSpPr>
          <p:cNvPr id="12" name="text">
            <a:extLst xmlns:a="http://schemas.openxmlformats.org/drawingml/2006/main">
              <a:ext uri="{FF2B5EF4-FFF2-40B4-BE49-F238E27FC236}">
                <a16:creationId xmlns:a16="http://schemas.microsoft.com/office/drawing/2014/main" id="{C78F9EE2-94AE-4621-9E27-E397F4CC0AF0}"/>
              </a:ext>
            </a:extLst>
          </p:cNvPr>
          <p:cNvSpPr>
            <a:spLocks xmlns:a="http://schemas.openxmlformats.org/drawingml/2006/main" noGrp="1"/>
          </p:cNvSpPr>
          <p:nvPr/>
        </p:nvSpPr>
        <p:spPr>
          <a:xfrm xmlns:a="http://schemas.openxmlformats.org/drawingml/2006/main">
            <a:off x="5562600" y="75057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온도와 압력</a:t>
            </a:r>
          </a:p>
        </p:txBody>
      </p:sp>
      <p:sp>
        <p:nvSpPr>
          <p:cNvPr id="13" name="rich">
            <a:extLst xmlns:a="http://schemas.openxmlformats.org/drawingml/2006/main">
              <a:ext uri="{FF2B5EF4-FFF2-40B4-BE49-F238E27FC236}">
                <a16:creationId xmlns:a16="http://schemas.microsoft.com/office/drawing/2014/main" id="{81D76BCE-8F6B-40AD-BCE9-BA8119D6E597}"/>
              </a:ext>
            </a:extLst>
          </p:cNvPr>
          <p:cNvSpPr>
            <a:spLocks xmlns:a="http://schemas.openxmlformats.org/drawingml/2006/main" noGrp="1"/>
          </p:cNvSpPr>
          <p:nvPr/>
        </p:nvSpPr>
        <p:spPr>
          <a:xfrm xmlns:a="http://schemas.openxmlformats.org/drawingml/2006/main">
            <a:off x="5562600" y="80962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온도와 압력 조건을 같게 한다.</a:t>
            </a:r>
          </a:p>
        </p:txBody>
      </p:sp>
      <p:pic>
        <p:nvPicPr>
          <p:cNvPr id="14" name="">
            <a:extLst xmlns:a="http://schemas.openxmlformats.org/drawingml/2006/main">
              <a:ext uri="{FF2B5EF4-FFF2-40B4-BE49-F238E27FC236}">
                <a16:creationId xmlns:a16="http://schemas.microsoft.com/office/drawing/2014/main" id="{EC3541B0-5949-40F9-878E-323AD1B84406}"/>
              </a:ext>
            </a:extLst>
          </p:cNvPr>
          <p:cNvPicPr>
            <a:picLocks xmlns:a="http://schemas.openxmlformats.org/drawingml/2006/main" noChangeAspect="1"/>
          </p:cNvPicPr>
          <p:nvPr/>
        </p:nvPicPr>
        <p:blipFill>
          <a:blip xmlns:r="http://schemas.openxmlformats.org/officeDocument/2006/relationships" xmlns:a="http://schemas.openxmlformats.org/drawingml/2006/main" r:embed="R794f105ac7b14957"/>
          <a:stretch xmlns:a="http://schemas.openxmlformats.org/drawingml/2006/main"/>
        </p:blipFill>
        <p:spPr>
          <a:xfrm xmlns:a="http://schemas.openxmlformats.org/drawingml/2006/main">
            <a:off x="986783" y="5791200"/>
            <a:ext cx="3455685"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A1E7755B-3688-434C-8417-C15B718F0CAE}"/>
              </a:ext>
            </a:extLst>
          </p:cNvPr>
          <p:cNvPicPr>
            <a:picLocks xmlns:a="http://schemas.openxmlformats.org/drawingml/2006/main" noChangeAspect="1"/>
          </p:cNvPicPr>
          <p:nvPr/>
        </p:nvPicPr>
        <p:blipFill>
          <a:blip xmlns:r="http://schemas.openxmlformats.org/officeDocument/2006/relationships" xmlns:a="http://schemas.openxmlformats.org/drawingml/2006/main" r:embed="Rdffd77eaba8c4885"/>
          <a:stretch xmlns:a="http://schemas.openxmlformats.org/drawingml/2006/main"/>
        </p:blipFill>
        <p:spPr>
          <a:xfrm xmlns:a="http://schemas.openxmlformats.org/drawingml/2006/main">
            <a:off x="13858875" y="5735345"/>
            <a:ext cx="3476625" cy="344546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15EBB0BE-A4AB-4B0C-BFD3-7322A858C465}"/>
              </a:ext>
            </a:extLst>
          </p:cNvPr>
          <p:cNvSpPr>
            <a:spLocks xmlns:a="http://schemas.openxmlformats.org/drawingml/2006/main" noGrp="1"/>
          </p:cNvSpPr>
          <p:nvPr/>
        </p:nvSpPr>
        <p:spPr>
          <a:xfrm xmlns:a="http://schemas.openxmlformats.org/drawingml/2006/main">
            <a:off x="895350" y="403860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F0B1E848-0898-44EE-B453-FE7CB46CA673}"/>
              </a:ext>
            </a:extLst>
          </p:cNvPr>
          <p:cNvSpPr>
            <a:spLocks xmlns:a="http://schemas.openxmlformats.org/drawingml/2006/main" noGrp="1"/>
          </p:cNvSpPr>
          <p:nvPr/>
        </p:nvSpPr>
        <p:spPr>
          <a:xfrm xmlns:a="http://schemas.openxmlformats.org/drawingml/2006/main">
            <a:off x="2895600"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38C4C153-6CF2-4586-8010-76B3D2764298}"/>
              </a:ext>
            </a:extLst>
          </p:cNvPr>
          <p:cNvSpPr>
            <a:spLocks xmlns:a="http://schemas.openxmlformats.org/drawingml/2006/main" noGrp="1"/>
          </p:cNvSpPr>
          <p:nvPr/>
        </p:nvSpPr>
        <p:spPr>
          <a:xfrm xmlns:a="http://schemas.openxmlformats.org/drawingml/2006/main">
            <a:off x="1123950" y="42672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경로만 다르게</a:t>
            </a:r>
          </a:p>
        </p:txBody>
      </p:sp>
      <p:sp>
        <p:nvSpPr>
          <p:cNvPr id="19" name="캐릭터 질문 2">
            <a:extLst xmlns:a="http://schemas.openxmlformats.org/drawingml/2006/main">
              <a:ext uri="{FF2B5EF4-FFF2-40B4-BE49-F238E27FC236}">
                <a16:creationId xmlns:a16="http://schemas.microsoft.com/office/drawing/2014/main" id="{49467B3E-7464-4E3D-B737-034E9AC3C8C0}"/>
              </a:ext>
            </a:extLst>
          </p:cNvPr>
          <p:cNvSpPr>
            <a:spLocks xmlns:a="http://schemas.openxmlformats.org/drawingml/2006/main" noGrp="1"/>
          </p:cNvSpPr>
          <p:nvPr/>
        </p:nvSpPr>
        <p:spPr>
          <a:xfrm xmlns:a="http://schemas.openxmlformats.org/drawingml/2006/main">
            <a:off x="1123950" y="47339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비교해 볼까?</a:t>
            </a:r>
          </a:p>
        </p:txBody>
      </p:sp>
      <p:sp>
        <p:nvSpPr>
          <p:cNvPr id="20" name="참조 R03-22 여백 있는 말풍선">
            <a:extLst xmlns:a="http://schemas.openxmlformats.org/drawingml/2006/main">
              <a:ext uri="{FF2B5EF4-FFF2-40B4-BE49-F238E27FC236}">
                <a16:creationId xmlns:a16="http://schemas.microsoft.com/office/drawing/2014/main" id="{C1292B84-81EF-401F-B9C3-D18432BC5F45}"/>
              </a:ext>
            </a:extLst>
          </p:cNvPr>
          <p:cNvSpPr>
            <a:spLocks xmlns:a="http://schemas.openxmlformats.org/drawingml/2006/main" noGrp="1"/>
          </p:cNvSpPr>
          <p:nvPr/>
        </p:nvSpPr>
        <p:spPr>
          <a:xfrm xmlns:a="http://schemas.openxmlformats.org/drawingml/2006/main">
            <a:off x="13906500" y="400050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F972A7B6-08C7-4D36-8CC2-A39AEF860157}"/>
              </a:ext>
            </a:extLst>
          </p:cNvPr>
          <p:cNvSpPr>
            <a:spLocks xmlns:a="http://schemas.openxmlformats.org/drawingml/2006/main" noGrp="1"/>
          </p:cNvSpPr>
          <p:nvPr/>
        </p:nvSpPr>
        <p:spPr>
          <a:xfrm xmlns:a="http://schemas.openxmlformats.org/drawingml/2006/main">
            <a:off x="15073313" y="53244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DF9D11A4-1A0F-475F-8530-FE97A7D99784}"/>
              </a:ext>
            </a:extLst>
          </p:cNvPr>
          <p:cNvSpPr>
            <a:spLocks xmlns:a="http://schemas.openxmlformats.org/drawingml/2006/main" noGrp="1"/>
          </p:cNvSpPr>
          <p:nvPr/>
        </p:nvSpPr>
        <p:spPr>
          <a:xfrm xmlns:a="http://schemas.openxmlformats.org/drawingml/2006/main">
            <a:off x="14135100" y="42291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나머지 조건은</a:t>
            </a:r>
          </a:p>
        </p:txBody>
      </p:sp>
      <p:sp>
        <p:nvSpPr>
          <p:cNvPr id="23" name="캐릭터 질문 2">
            <a:extLst xmlns:a="http://schemas.openxmlformats.org/drawingml/2006/main">
              <a:ext uri="{FF2B5EF4-FFF2-40B4-BE49-F238E27FC236}">
                <a16:creationId xmlns:a16="http://schemas.microsoft.com/office/drawing/2014/main" id="{EF3B1B36-3277-4CB1-93D0-A45BB4BF5B7A}"/>
              </a:ext>
            </a:extLst>
          </p:cNvPr>
          <p:cNvSpPr>
            <a:spLocks xmlns:a="http://schemas.openxmlformats.org/drawingml/2006/main" noGrp="1"/>
          </p:cNvSpPr>
          <p:nvPr/>
        </p:nvSpPr>
        <p:spPr>
          <a:xfrm xmlns:a="http://schemas.openxmlformats.org/drawingml/2006/main">
            <a:off x="14135100" y="46958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모두 같게!</a:t>
            </a:r>
          </a:p>
        </p:txBody>
      </p:sp>
    </p:spTree>
    <p:extLst>
      <p:ext uri="{BB962C8B-B14F-4D97-AF65-F5344CB8AC3E}">
        <p14:creationId xmlns:p14="http://schemas.microsoft.com/office/powerpoint/2010/main" val="17547355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6B0A29B8-D5C4-4335-AED5-23113C418489}"/>
              </a:ext>
            </a:extLst>
          </p:cNvPr>
          <p:cNvPicPr>
            <a:picLocks xmlns:a="http://schemas.openxmlformats.org/drawingml/2006/main" noChangeAspect="1"/>
          </p:cNvPicPr>
          <p:nvPr/>
        </p:nvPicPr>
        <p:blipFill>
          <a:blip xmlns:r="http://schemas.openxmlformats.org/officeDocument/2006/relationships" xmlns:a="http://schemas.openxmlformats.org/drawingml/2006/main" r:embed="R644926c2752b441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3D7EBE0-D94E-4C2C-9D7D-CCD3B4DFDB3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28E30C0-9F3C-479B-BEA0-D35C1BD3AFF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D0FCB5BB-FCAE-45EE-8E1B-3340EE57158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695257D-E4FC-45A6-899E-75F7E579D95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2B231C40-5A0D-4A46-8016-D2B11622009A}"/>
              </a:ext>
            </a:extLst>
          </p:cNvPr>
          <p:cNvSpPr>
            <a:spLocks xmlns:a="http://schemas.openxmlformats.org/drawingml/2006/main" noGrp="1"/>
          </p:cNvSpPr>
          <p:nvPr/>
        </p:nvSpPr>
        <p:spPr>
          <a:xfrm xmlns:a="http://schemas.openxmlformats.org/drawingml/2006/main">
            <a:off x="1238250" y="2571750"/>
            <a:ext cx="1581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경로가 달라도, </a:t>
            </a:r>
            <a:r>
              <a:t>Δ</a:t>
            </a:r>
            <a:r>
              <a:rPr i="1">
                <a:latin typeface="Pretendard"/>
                <a:ea typeface="Pretendard"/>
                <a:cs typeface="Pretendard"/>
              </a:rPr>
              <a:t>H</a:t>
            </a:r>
            <a:r>
              <a:t>는 같다</a:t>
            </a:r>
          </a:p>
        </p:txBody>
      </p:sp>
      <p:sp>
        <p:nvSpPr>
          <p:cNvPr id="7" name="text">
            <a:extLst xmlns:a="http://schemas.openxmlformats.org/drawingml/2006/main">
              <a:ext uri="{FF2B5EF4-FFF2-40B4-BE49-F238E27FC236}">
                <a16:creationId xmlns:a16="http://schemas.microsoft.com/office/drawing/2014/main" id="{6CB8839A-F050-4A9B-BE28-3219122D3AF9}"/>
              </a:ext>
            </a:extLst>
          </p:cNvPr>
          <p:cNvSpPr>
            <a:spLocks xmlns:a="http://schemas.openxmlformats.org/drawingml/2006/main" noGrp="1"/>
          </p:cNvSpPr>
          <p:nvPr/>
        </p:nvSpPr>
        <p:spPr>
          <a:xfrm xmlns:a="http://schemas.openxmlformats.org/drawingml/2006/main">
            <a:off x="1428750" y="3676650"/>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sz="2730" b="0">
                <a:solidFill>
                  <a:srgbClr val="777777"/>
                </a:solidFill>
                <a:latin typeface="Pretendard"/>
                <a:ea typeface="Pretendard"/>
                <a:cs typeface="Pretendard"/>
              </a:rPr>
              <a:t>같은 처음 상태에서 같은 나중 상태로 변할 때</a:t>
            </a:r>
          </a:p>
        </p:txBody>
      </p:sp>
      <p:pic>
        <p:nvPicPr>
          <p:cNvPr id="8" name="">
            <a:extLst xmlns:a="http://schemas.openxmlformats.org/drawingml/2006/main">
              <a:ext uri="{FF2B5EF4-FFF2-40B4-BE49-F238E27FC236}">
                <a16:creationId xmlns:a16="http://schemas.microsoft.com/office/drawing/2014/main" id="{5B1CCB2F-3B52-47FD-8BDF-597B32F40CDC}"/>
              </a:ext>
            </a:extLst>
          </p:cNvPr>
          <p:cNvPicPr>
            <a:picLocks xmlns:a="http://schemas.openxmlformats.org/drawingml/2006/main" noChangeAspect="1"/>
          </p:cNvPicPr>
          <p:nvPr/>
        </p:nvPicPr>
        <p:blipFill>
          <a:blip xmlns:r="http://schemas.openxmlformats.org/officeDocument/2006/relationships" xmlns:a="http://schemas.openxmlformats.org/drawingml/2006/main" r:embed="R9c38cf00ae5042cb"/>
          <a:stretch xmlns:a="http://schemas.openxmlformats.org/drawingml/2006/main"/>
        </p:blipFill>
        <p:spPr>
          <a:xfrm xmlns:a="http://schemas.openxmlformats.org/drawingml/2006/main">
            <a:off x="2382454" y="4429125"/>
            <a:ext cx="7331842" cy="54673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06F7F2EB-9C56-497D-A419-A12CA53A74EE}"/>
              </a:ext>
            </a:extLst>
          </p:cNvPr>
          <p:cNvSpPr>
            <a:spLocks xmlns:a="http://schemas.openxmlformats.org/drawingml/2006/main" noGrp="1"/>
          </p:cNvSpPr>
          <p:nvPr/>
        </p:nvSpPr>
        <p:spPr>
          <a:xfrm xmlns:a="http://schemas.openxmlformats.org/drawingml/2006/main">
            <a:off x="11525250" y="45243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직접 경로</a:t>
            </a:r>
          </a:p>
        </p:txBody>
      </p:sp>
      <p:sp>
        <p:nvSpPr>
          <p:cNvPr id="10" name="rich">
            <a:extLst xmlns:a="http://schemas.openxmlformats.org/drawingml/2006/main">
              <a:ext uri="{FF2B5EF4-FFF2-40B4-BE49-F238E27FC236}">
                <a16:creationId xmlns:a16="http://schemas.microsoft.com/office/drawing/2014/main" id="{59C8234B-6A8A-4791-A6B7-B6326D0A0B3F}"/>
              </a:ext>
            </a:extLst>
          </p:cNvPr>
          <p:cNvSpPr>
            <a:spLocks xmlns:a="http://schemas.openxmlformats.org/drawingml/2006/main" noGrp="1"/>
          </p:cNvSpPr>
          <p:nvPr/>
        </p:nvSpPr>
        <p:spPr>
          <a:xfrm xmlns:a="http://schemas.openxmlformats.org/drawingml/2006/main">
            <a:off x="11525250" y="51244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rPr sz="3600"/>
              <a:t>Δ</a:t>
            </a:r>
            <a:r>
              <a:rPr sz="3600" i="1">
                <a:latin typeface="Pretendard"/>
                <a:ea typeface="Pretendard"/>
                <a:cs typeface="Pretendard"/>
              </a:rPr>
              <a:t>H</a:t>
            </a:r>
            <a:r>
              <a:rPr sz="3600"/>
              <a:t>₁ = −189.3 kJ</a:t>
            </a:r>
          </a:p>
        </p:txBody>
      </p:sp>
      <p:sp>
        <p:nvSpPr>
          <p:cNvPr id="11" name="text">
            <a:extLst xmlns:a="http://schemas.openxmlformats.org/drawingml/2006/main">
              <a:ext uri="{FF2B5EF4-FFF2-40B4-BE49-F238E27FC236}">
                <a16:creationId xmlns:a16="http://schemas.microsoft.com/office/drawing/2014/main" id="{968EED43-07C1-4220-9C5E-6EC3F03E9788}"/>
              </a:ext>
            </a:extLst>
          </p:cNvPr>
          <p:cNvSpPr>
            <a:spLocks xmlns:a="http://schemas.openxmlformats.org/drawingml/2006/main" noGrp="1"/>
          </p:cNvSpPr>
          <p:nvPr/>
        </p:nvSpPr>
        <p:spPr>
          <a:xfrm xmlns:a="http://schemas.openxmlformats.org/drawingml/2006/main">
            <a:off x="11525250" y="6096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두 단계 경로</a:t>
            </a:r>
          </a:p>
        </p:txBody>
      </p:sp>
      <p:sp>
        <p:nvSpPr>
          <p:cNvPr id="12" name="rich">
            <a:extLst xmlns:a="http://schemas.openxmlformats.org/drawingml/2006/main">
              <a:ext uri="{FF2B5EF4-FFF2-40B4-BE49-F238E27FC236}">
                <a16:creationId xmlns:a16="http://schemas.microsoft.com/office/drawing/2014/main" id="{D620B855-107C-4B79-9A0F-8C96E40F00C9}"/>
              </a:ext>
            </a:extLst>
          </p:cNvPr>
          <p:cNvSpPr>
            <a:spLocks xmlns:a="http://schemas.openxmlformats.org/drawingml/2006/main" noGrp="1"/>
          </p:cNvSpPr>
          <p:nvPr/>
        </p:nvSpPr>
        <p:spPr>
          <a:xfrm xmlns:a="http://schemas.openxmlformats.org/drawingml/2006/main">
            <a:off x="11525250" y="6715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rPr sz="3600"/>
              <a:t>Δ</a:t>
            </a:r>
            <a:r>
              <a:rPr sz="3600" i="1">
                <a:latin typeface="Pretendard"/>
                <a:ea typeface="Pretendard"/>
                <a:cs typeface="Pretendard"/>
              </a:rPr>
              <a:t>H</a:t>
            </a:r>
            <a:r>
              <a:rPr sz="3600"/>
              <a:t>₂ + </a:t>
            </a:r>
            <a:r>
              <a:rPr sz="3600"/>
              <a:t>Δ</a:t>
            </a:r>
            <a:r>
              <a:rPr sz="3600" i="1">
                <a:latin typeface="Pretendard"/>
                <a:ea typeface="Pretendard"/>
                <a:cs typeface="Pretendard"/>
              </a:rPr>
              <a:t>H</a:t>
            </a:r>
            <a:r>
              <a:rPr sz="3600"/>
              <a:t>₃</a:t>
            </a:r>
          </a:p>
        </p:txBody>
      </p:sp>
      <p:sp>
        <p:nvSpPr>
          <p:cNvPr id="13" name="text">
            <a:extLst xmlns:a="http://schemas.openxmlformats.org/drawingml/2006/main">
              <a:ext uri="{FF2B5EF4-FFF2-40B4-BE49-F238E27FC236}">
                <a16:creationId xmlns:a16="http://schemas.microsoft.com/office/drawing/2014/main" id="{8D7CE80B-3C98-456B-BBF0-864C96F4BB9D}"/>
              </a:ext>
            </a:extLst>
          </p:cNvPr>
          <p:cNvSpPr>
            <a:spLocks xmlns:a="http://schemas.openxmlformats.org/drawingml/2006/main" noGrp="1"/>
          </p:cNvSpPr>
          <p:nvPr/>
        </p:nvSpPr>
        <p:spPr>
          <a:xfrm xmlns:a="http://schemas.openxmlformats.org/drawingml/2006/main">
            <a:off x="11525250" y="73628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rPr sz="3600" b="0">
                <a:solidFill>
                  <a:srgbClr val="000000"/>
                </a:solidFill>
                <a:latin typeface="Pretendard"/>
                <a:ea typeface="Pretendard"/>
                <a:cs typeface="Pretendard"/>
              </a:rPr>
              <a:t>= −76.9 + (−112.4)</a:t>
            </a:r>
          </a:p>
        </p:txBody>
      </p:sp>
      <p:sp>
        <p:nvSpPr>
          <p:cNvPr id="14" name="text">
            <a:extLst xmlns:a="http://schemas.openxmlformats.org/drawingml/2006/main">
              <a:ext uri="{FF2B5EF4-FFF2-40B4-BE49-F238E27FC236}">
                <a16:creationId xmlns:a16="http://schemas.microsoft.com/office/drawing/2014/main" id="{9D952243-73BD-4EE1-B5A5-6424BBB62127}"/>
              </a:ext>
            </a:extLst>
          </p:cNvPr>
          <p:cNvSpPr>
            <a:spLocks xmlns:a="http://schemas.openxmlformats.org/drawingml/2006/main" noGrp="1"/>
          </p:cNvSpPr>
          <p:nvPr/>
        </p:nvSpPr>
        <p:spPr>
          <a:xfrm xmlns:a="http://schemas.openxmlformats.org/drawingml/2006/main">
            <a:off x="11525250" y="80010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57962F"/>
                </a:solidFill>
                <a:latin typeface="Pretendard"/>
                <a:ea typeface="Pretendard"/>
                <a:cs typeface="Pretendard"/>
              </a:defRPr>
            </a:defPPr>
            <a:lvl1pPr algn="l">
              <a:defRPr sz="3600" b="1">
                <a:solidFill>
                  <a:srgbClr val="57962F"/>
                </a:solidFill>
                <a:latin typeface="Pretendard"/>
                <a:ea typeface="Pretendard"/>
                <a:cs typeface="Pretendard"/>
              </a:defRPr>
            </a:lvl1pPr>
            <a:lvl2pPr algn="l">
              <a:defRPr sz="3600" b="1">
                <a:solidFill>
                  <a:srgbClr val="57962F"/>
                </a:solidFill>
                <a:latin typeface="Pretendard"/>
                <a:ea typeface="Pretendard"/>
                <a:cs typeface="Pretendard"/>
              </a:defRPr>
            </a:lvl2pPr>
            <a:lvl3pPr algn="l">
              <a:defRPr sz="3600" b="1">
                <a:solidFill>
                  <a:srgbClr val="57962F"/>
                </a:solidFill>
                <a:latin typeface="Pretendard"/>
                <a:ea typeface="Pretendard"/>
                <a:cs typeface="Pretendard"/>
              </a:defRPr>
            </a:lvl3pPr>
            <a:lvl4pPr algn="l">
              <a:defRPr sz="3600" b="1">
                <a:solidFill>
                  <a:srgbClr val="57962F"/>
                </a:solidFill>
                <a:latin typeface="Pretendard"/>
                <a:ea typeface="Pretendard"/>
                <a:cs typeface="Pretendard"/>
              </a:defRPr>
            </a:lvl4pPr>
            <a:lvl5pPr algn="l">
              <a:defRPr sz="3600" b="1">
                <a:solidFill>
                  <a:srgbClr val="57962F"/>
                </a:solidFill>
                <a:latin typeface="Pretendard"/>
                <a:ea typeface="Pretendard"/>
                <a:cs typeface="Pretendard"/>
              </a:defRPr>
            </a:lvl5pPr>
            <a:lvl6pPr algn="l">
              <a:defRPr sz="3600" b="1">
                <a:solidFill>
                  <a:srgbClr val="57962F"/>
                </a:solidFill>
                <a:latin typeface="Pretendard"/>
                <a:ea typeface="Pretendard"/>
                <a:cs typeface="Pretendard"/>
              </a:defRPr>
            </a:lvl6pPr>
            <a:lvl7pPr algn="l">
              <a:defRPr sz="3600" b="1">
                <a:solidFill>
                  <a:srgbClr val="57962F"/>
                </a:solidFill>
                <a:latin typeface="Pretendard"/>
                <a:ea typeface="Pretendard"/>
                <a:cs typeface="Pretendard"/>
              </a:defRPr>
            </a:lvl7pPr>
            <a:lvl8pPr algn="l">
              <a:defRPr sz="3600" b="1">
                <a:solidFill>
                  <a:srgbClr val="57962F"/>
                </a:solidFill>
                <a:latin typeface="Pretendard"/>
                <a:ea typeface="Pretendard"/>
                <a:cs typeface="Pretendard"/>
              </a:defRPr>
            </a:lvl8pPr>
            <a:lvl9pPr algn="l">
              <a:defRPr sz="3600" b="1">
                <a:solidFill>
                  <a:srgbClr val="57962F"/>
                </a:solidFill>
                <a:latin typeface="Pretendard"/>
                <a:ea typeface="Pretendard"/>
                <a:cs typeface="Pretendard"/>
              </a:defRPr>
            </a:lvl9pPr>
          </a:lstStyle>
          <a:p xmlns:a="http://schemas.openxmlformats.org/drawingml/2006/main">
            <a:pPr algn="l">
              <a:defRPr sz="3600" b="1">
                <a:solidFill>
                  <a:srgbClr val="57962F"/>
                </a:solidFill>
                <a:latin typeface="Pretendard"/>
                <a:ea typeface="Pretendard"/>
                <a:cs typeface="Pretendard"/>
              </a:defRPr>
            </a:pPr>
            <a:r>
              <a:rPr sz="3600" b="1">
                <a:solidFill>
                  <a:srgbClr val="57962F"/>
                </a:solidFill>
                <a:latin typeface="Pretendard"/>
                <a:ea typeface="Pretendard"/>
                <a:cs typeface="Pretendard"/>
              </a:rPr>
              <a:t>= −189.3 kJ</a:t>
            </a:r>
          </a:p>
        </p:txBody>
      </p:sp>
      <p:sp>
        <p:nvSpPr>
          <p:cNvPr id="15" name="경로 비교 결론">
            <a:extLst xmlns:a="http://schemas.openxmlformats.org/drawingml/2006/main">
              <a:ext uri="{FF2B5EF4-FFF2-40B4-BE49-F238E27FC236}">
                <a16:creationId xmlns:a16="http://schemas.microsoft.com/office/drawing/2014/main" id="{9F78E1A3-64D2-483B-B970-B34112BB1446}"/>
              </a:ext>
            </a:extLst>
          </p:cNvPr>
          <p:cNvSpPr>
            <a:spLocks xmlns:a="http://schemas.openxmlformats.org/drawingml/2006/main" noGrp="1"/>
          </p:cNvSpPr>
          <p:nvPr/>
        </p:nvSpPr>
        <p:spPr>
          <a:xfrm xmlns:a="http://schemas.openxmlformats.org/drawingml/2006/main">
            <a:off x="11144250" y="8886825"/>
            <a:ext cx="6191250" cy="733425"/>
          </a:xfrm>
          <a:prstGeom xmlns:a="http://schemas.openxmlformats.org/drawingml/2006/main" prst="roundRect">
            <a:avLst>
              <a:gd name="adj" fmla="val 20779"/>
            </a:avLst>
          </a:prstGeom>
          <a:solidFill xmlns:a="http://schemas.openxmlformats.org/drawingml/2006/main">
            <a:srgbClr val="484847"/>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BCED612D-EFB1-43FA-9AB2-5BD401195F3B}"/>
              </a:ext>
            </a:extLst>
          </p:cNvPr>
          <p:cNvSpPr>
            <a:spLocks xmlns:a="http://schemas.openxmlformats.org/drawingml/2006/main" noGrp="1"/>
          </p:cNvSpPr>
          <p:nvPr/>
        </p:nvSpPr>
        <p:spPr>
          <a:xfrm xmlns:a="http://schemas.openxmlformats.org/drawingml/2006/main">
            <a:off x="11430000" y="896302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rPr sz="3600"/>
              <a:t>Δ</a:t>
            </a:r>
            <a:r>
              <a:rPr sz="3600" i="1">
                <a:latin typeface="Pretendard"/>
                <a:ea typeface="Pretendard"/>
                <a:cs typeface="Pretendard"/>
              </a:rPr>
              <a:t>H</a:t>
            </a:r>
            <a:r>
              <a:rPr sz="3600"/>
              <a:t>₁ = </a:t>
            </a:r>
            <a:r>
              <a:rPr sz="3600"/>
              <a:t>Δ</a:t>
            </a:r>
            <a:r>
              <a:rPr sz="3600" i="1">
                <a:latin typeface="Pretendard"/>
                <a:ea typeface="Pretendard"/>
                <a:cs typeface="Pretendard"/>
              </a:rPr>
              <a:t>H</a:t>
            </a:r>
            <a:r>
              <a:rPr sz="3600"/>
              <a:t>₂ + </a:t>
            </a:r>
            <a:r>
              <a:rPr sz="3600"/>
              <a:t>Δ</a:t>
            </a:r>
            <a:r>
              <a:rPr sz="3600" i="1">
                <a:latin typeface="Pretendard"/>
                <a:ea typeface="Pretendard"/>
                <a:cs typeface="Pretendard"/>
              </a:rPr>
              <a:t>H</a:t>
            </a:r>
            <a:r>
              <a:rPr sz="3600"/>
              <a:t>₃</a:t>
            </a:r>
          </a:p>
        </p:txBody>
      </p:sp>
    </p:spTree>
    <p:extLst>
      <p:ext uri="{BB962C8B-B14F-4D97-AF65-F5344CB8AC3E}">
        <p14:creationId xmlns:p14="http://schemas.microsoft.com/office/powerpoint/2010/main" val="192007186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8150155-B2B4-4C5A-B066-56C21175E95F}"/>
              </a:ext>
            </a:extLst>
          </p:cNvPr>
          <p:cNvPicPr>
            <a:picLocks xmlns:a="http://schemas.openxmlformats.org/drawingml/2006/main" noChangeAspect="1"/>
          </p:cNvPicPr>
          <p:nvPr/>
        </p:nvPicPr>
        <p:blipFill>
          <a:blip xmlns:r="http://schemas.openxmlformats.org/officeDocument/2006/relationships" xmlns:a="http://schemas.openxmlformats.org/drawingml/2006/main" r:embed="Ra410806c8f944bc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DED5015-D412-4BB6-BC4E-BC4DC59B0D0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973653C-6A70-4CCE-8C41-1F6545A7B00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4BA4A790-67EB-438A-A699-E5BE2DCA428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7820491-B990-4AD1-A483-E827C794FC4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3F711433-2314-4466-8B7F-9B3A7798B27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7D7C73CA-724C-476D-AC66-E786255EA95B}"/>
              </a:ext>
            </a:extLst>
          </p:cNvPr>
          <p:cNvPicPr>
            <a:picLocks xmlns:a="http://schemas.openxmlformats.org/drawingml/2006/main" noChangeAspect="1"/>
          </p:cNvPicPr>
          <p:nvPr/>
        </p:nvPicPr>
        <p:blipFill>
          <a:blip xmlns:r="http://schemas.openxmlformats.org/officeDocument/2006/relationships" xmlns:a="http://schemas.openxmlformats.org/drawingml/2006/main" r:embed="Ra923b480adfc48b8"/>
          <a:stretch xmlns:a="http://schemas.openxmlformats.org/drawingml/2006/main"/>
        </p:blipFill>
        <p:spPr>
          <a:xfrm xmlns:a="http://schemas.openxmlformats.org/drawingml/2006/main">
            <a:off x="1905000" y="4922520"/>
            <a:ext cx="13844588" cy="81438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620136C0-C770-4379-BAA3-AA3263B5D9AA}"/>
              </a:ext>
            </a:extLst>
          </p:cNvPr>
          <p:cNvPicPr>
            <a:picLocks xmlns:a="http://schemas.openxmlformats.org/drawingml/2006/main" noChangeAspect="1"/>
          </p:cNvPicPr>
          <p:nvPr/>
        </p:nvPicPr>
        <p:blipFill>
          <a:blip xmlns:r="http://schemas.openxmlformats.org/officeDocument/2006/relationships" xmlns:a="http://schemas.openxmlformats.org/drawingml/2006/main" r:embed="R90d1a044b8544abd"/>
          <a:stretch xmlns:a="http://schemas.openxmlformats.org/drawingml/2006/main"/>
        </p:blipFill>
        <p:spPr>
          <a:xfrm xmlns:a="http://schemas.openxmlformats.org/drawingml/2006/main">
            <a:off x="1905000" y="5631656"/>
            <a:ext cx="15066169" cy="814388"/>
          </a:xfrm>
          <a:prstGeom xmlns:a="http://schemas.openxmlformats.org/drawingml/2006/main" prst="rect">
            <a:avLst/>
          </a:prstGeom>
        </p:spPr>
      </p:pic>
      <p:sp>
        <p:nvSpPr>
          <p:cNvPr id="9" name="line">
            <a:extLst xmlns:a="http://schemas.openxmlformats.org/drawingml/2006/main">
              <a:ext uri="{FF2B5EF4-FFF2-40B4-BE49-F238E27FC236}">
                <a16:creationId xmlns:a16="http://schemas.microsoft.com/office/drawing/2014/main" id="{DF41A23E-0906-40AD-9327-9B0C98ECA2A3}"/>
              </a:ext>
            </a:extLst>
          </p:cNvPr>
          <p:cNvSpPr>
            <a:spLocks xmlns:a="http://schemas.openxmlformats.org/drawingml/2006/main" noGrp="1"/>
          </p:cNvSpPr>
          <p:nvPr/>
        </p:nvSpPr>
        <p:spPr>
          <a:xfrm xmlns:a="http://schemas.openxmlformats.org/drawingml/2006/main">
            <a:off x="2219325" y="6560344"/>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pic>
        <p:nvPicPr>
          <p:cNvPr id="10" name="">
            <a:extLst xmlns:a="http://schemas.openxmlformats.org/drawingml/2006/main">
              <a:ext uri="{FF2B5EF4-FFF2-40B4-BE49-F238E27FC236}">
                <a16:creationId xmlns:a16="http://schemas.microsoft.com/office/drawing/2014/main" id="{81215457-0617-4F80-BE9A-75E3352FE262}"/>
              </a:ext>
            </a:extLst>
          </p:cNvPr>
          <p:cNvPicPr>
            <a:picLocks xmlns:a="http://schemas.openxmlformats.org/drawingml/2006/main" noChangeAspect="1"/>
          </p:cNvPicPr>
          <p:nvPr/>
        </p:nvPicPr>
        <p:blipFill>
          <a:blip xmlns:r="http://schemas.openxmlformats.org/officeDocument/2006/relationships" xmlns:a="http://schemas.openxmlformats.org/drawingml/2006/main" r:embed="R4fb966bd73f04303"/>
          <a:stretch xmlns:a="http://schemas.openxmlformats.org/drawingml/2006/main"/>
        </p:blipFill>
        <p:spPr>
          <a:xfrm xmlns:a="http://schemas.openxmlformats.org/drawingml/2006/main">
            <a:off x="1905000" y="6647498"/>
            <a:ext cx="13844588" cy="814388"/>
          </a:xfrm>
          <a:prstGeom xmlns:a="http://schemas.openxmlformats.org/drawingml/2006/main" prst="rect">
            <a:avLst/>
          </a:prstGeom>
        </p:spPr>
      </p:pic>
      <p:sp>
        <p:nvSpPr>
          <p:cNvPr id="11" name="해석·결론">
            <a:extLst xmlns:a="http://schemas.openxmlformats.org/drawingml/2006/main">
              <a:ext uri="{FF2B5EF4-FFF2-40B4-BE49-F238E27FC236}">
                <a16:creationId xmlns:a16="http://schemas.microsoft.com/office/drawing/2014/main" id="{FF2AC98C-9F15-4F01-9AA9-CE595DD7280C}"/>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C7DDE11A-A4DF-498C-A40C-62AE2C42B4D5}"/>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 = −189.3 kJ</a:t>
            </a:r>
          </a:p>
        </p:txBody>
      </p:sp>
    </p:spTree>
    <p:extLst>
      <p:ext uri="{BB962C8B-B14F-4D97-AF65-F5344CB8AC3E}">
        <p14:creationId xmlns:p14="http://schemas.microsoft.com/office/powerpoint/2010/main" val="151962080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8C98BC0-86B4-477C-84ED-EC26FFE0F4DE}"/>
              </a:ext>
            </a:extLst>
          </p:cNvPr>
          <p:cNvPicPr>
            <a:picLocks xmlns:a="http://schemas.openxmlformats.org/drawingml/2006/main" noChangeAspect="1"/>
          </p:cNvPicPr>
          <p:nvPr/>
        </p:nvPicPr>
        <p:blipFill>
          <a:blip xmlns:r="http://schemas.openxmlformats.org/officeDocument/2006/relationships" xmlns:a="http://schemas.openxmlformats.org/drawingml/2006/main" r:embed="R898ef67b63b04d3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3AD0563-24C2-4778-9398-A4DB54047EE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223374A-E3E4-4B7B-86FD-FB6AAED8D4A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7CEF6CEB-970B-4168-A12D-B068B746208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69CFC0B-138E-453A-9C38-F0B646F552D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CC315B49-63C1-4992-99E3-128254BD4DF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계수와 </a:t>
            </a:r>
            <a:r>
              <a:t>Δ</a:t>
            </a:r>
            <a:r>
              <a:rPr i="1">
                <a:latin typeface="Pretendard"/>
                <a:ea typeface="Pretendard"/>
                <a:cs typeface="Pretendard"/>
              </a:rPr>
              <a:t>H</a:t>
            </a:r>
            <a:r>
              <a:t>는 같은 비율로</a:t>
            </a:r>
          </a:p>
        </p:txBody>
      </p:sp>
      <p:pic>
        <p:nvPicPr>
          <p:cNvPr id="7" name="">
            <a:extLst xmlns:a="http://schemas.openxmlformats.org/drawingml/2006/main">
              <a:ext uri="{FF2B5EF4-FFF2-40B4-BE49-F238E27FC236}">
                <a16:creationId xmlns:a16="http://schemas.microsoft.com/office/drawing/2014/main" id="{07292095-1611-4B5C-B54D-DD66613C4B06}"/>
              </a:ext>
            </a:extLst>
          </p:cNvPr>
          <p:cNvPicPr>
            <a:picLocks xmlns:a="http://schemas.openxmlformats.org/drawingml/2006/main" noChangeAspect="1"/>
          </p:cNvPicPr>
          <p:nvPr/>
        </p:nvPicPr>
        <p:blipFill>
          <a:blip xmlns:r="http://schemas.openxmlformats.org/officeDocument/2006/relationships" xmlns:a="http://schemas.openxmlformats.org/drawingml/2006/main" r:embed="R490c08cca6b04247"/>
          <a:stretch xmlns:a="http://schemas.openxmlformats.org/drawingml/2006/main"/>
        </p:blipFill>
        <p:spPr>
          <a:xfrm xmlns:a="http://schemas.openxmlformats.org/drawingml/2006/main">
            <a:off x="2247900" y="4866477"/>
            <a:ext cx="13811250" cy="1313499"/>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05C0F2AB-2175-4A6F-84E8-91CA095711F0}"/>
              </a:ext>
            </a:extLst>
          </p:cNvPr>
          <p:cNvPicPr>
            <a:picLocks xmlns:a="http://schemas.openxmlformats.org/drawingml/2006/main" noChangeAspect="1"/>
          </p:cNvPicPr>
          <p:nvPr/>
        </p:nvPicPr>
        <p:blipFill>
          <a:blip xmlns:r="http://schemas.openxmlformats.org/officeDocument/2006/relationships" xmlns:a="http://schemas.openxmlformats.org/drawingml/2006/main" r:embed="R7240d3aa0dd748f6"/>
          <a:stretch xmlns:a="http://schemas.openxmlformats.org/drawingml/2006/main"/>
        </p:blipFill>
        <p:spPr>
          <a:xfrm xmlns:a="http://schemas.openxmlformats.org/drawingml/2006/main">
            <a:off x="2247900" y="6033818"/>
            <a:ext cx="13811250" cy="1313499"/>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565309B9-8915-406B-9D8A-282CF9D44935}"/>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3EDC5CAC-12E2-4311-BB51-C4A61B37DF65}"/>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계수에 2를 곱하면, </a:t>
            </a:r>
            <a:r>
              <a:t>Δ</a:t>
            </a:r>
            <a:r>
              <a:rPr i="1">
                <a:latin typeface="Pretendard"/>
                <a:ea typeface="Pretendard"/>
                <a:cs typeface="Pretendard"/>
              </a:rPr>
              <a:t>H</a:t>
            </a:r>
            <a:r>
              <a:t>에도 2를 곱한다.</a:t>
            </a:r>
          </a:p>
        </p:txBody>
      </p:sp>
      <p:sp>
        <p:nvSpPr>
          <p:cNvPr id="11" name="text">
            <a:extLst xmlns:a="http://schemas.openxmlformats.org/drawingml/2006/main">
              <a:ext uri="{FF2B5EF4-FFF2-40B4-BE49-F238E27FC236}">
                <a16:creationId xmlns:a16="http://schemas.microsoft.com/office/drawing/2014/main" id="{349444BD-603B-4B3F-82D2-9374C832B949}"/>
              </a:ext>
            </a:extLst>
          </p:cNvPr>
          <p:cNvSpPr>
            <a:spLocks xmlns:a="http://schemas.openxmlformats.org/drawingml/2006/main" noGrp="1"/>
          </p:cNvSpPr>
          <p:nvPr/>
        </p:nvSpPr>
        <p:spPr>
          <a:xfrm xmlns:a="http://schemas.openxmlformats.org/drawingml/2006/main">
            <a:off x="2286000" y="74866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계수 2배</a:t>
            </a:r>
          </a:p>
        </p:txBody>
      </p:sp>
      <p:sp>
        <p:nvSpPr>
          <p:cNvPr id="12" name="text">
            <a:extLst xmlns:a="http://schemas.openxmlformats.org/drawingml/2006/main">
              <a:ext uri="{FF2B5EF4-FFF2-40B4-BE49-F238E27FC236}">
                <a16:creationId xmlns:a16="http://schemas.microsoft.com/office/drawing/2014/main" id="{BDEFBC3F-1F07-4FA2-BA46-F70913E25C59}"/>
              </a:ext>
            </a:extLst>
          </p:cNvPr>
          <p:cNvSpPr>
            <a:spLocks xmlns:a="http://schemas.openxmlformats.org/drawingml/2006/main" noGrp="1"/>
          </p:cNvSpPr>
          <p:nvPr/>
        </p:nvSpPr>
        <p:spPr>
          <a:xfrm xmlns:a="http://schemas.openxmlformats.org/drawingml/2006/main">
            <a:off x="11477625" y="74866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t>Δ</a:t>
            </a:r>
            <a:r>
              <a:rPr i="1">
                <a:latin typeface="Pretendard"/>
                <a:ea typeface="Pretendard"/>
                <a:cs typeface="Pretendard"/>
              </a:rPr>
              <a:t>H</a:t>
            </a:r>
            <a:r>
              <a:t>도 2배</a:t>
            </a:r>
          </a:p>
        </p:txBody>
      </p:sp>
    </p:spTree>
    <p:extLst>
      <p:ext uri="{BB962C8B-B14F-4D97-AF65-F5344CB8AC3E}">
        <p14:creationId xmlns:p14="http://schemas.microsoft.com/office/powerpoint/2010/main" val="208998837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6FC68FFE-0537-4E54-A4A5-87EDCBFD77AF}"/>
              </a:ext>
            </a:extLst>
          </p:cNvPr>
          <p:cNvPicPr>
            <a:picLocks xmlns:a="http://schemas.openxmlformats.org/drawingml/2006/main" noChangeAspect="1"/>
          </p:cNvPicPr>
          <p:nvPr/>
        </p:nvPicPr>
        <p:blipFill>
          <a:blip xmlns:r="http://schemas.openxmlformats.org/officeDocument/2006/relationships" xmlns:a="http://schemas.openxmlformats.org/drawingml/2006/main" r:embed="Rec52b38624dc441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8DA7F7C-3B2D-47D3-839B-F56C4D2F0EB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1060BE7-E7EB-4DB8-BAA4-1B7D91C735F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4B2EC2B8-F236-4821-9B9A-E53CA41AB9F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2355703-3F88-43D5-8DD9-2F03DD06D9F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F75173E4-9A55-4692-916B-DCAE1318571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B3ED6120-D4FF-4113-8321-9310024B700D}"/>
              </a:ext>
            </a:extLst>
          </p:cNvPr>
          <p:cNvPicPr>
            <a:picLocks xmlns:a="http://schemas.openxmlformats.org/drawingml/2006/main" noChangeAspect="1"/>
          </p:cNvPicPr>
          <p:nvPr/>
        </p:nvPicPr>
        <p:blipFill>
          <a:blip xmlns:r="http://schemas.openxmlformats.org/officeDocument/2006/relationships" xmlns:a="http://schemas.openxmlformats.org/drawingml/2006/main" r:embed="R1d4f9a28a9bf4025"/>
          <a:stretch xmlns:a="http://schemas.openxmlformats.org/drawingml/2006/main"/>
        </p:blipFill>
        <p:spPr>
          <a:xfrm xmlns:a="http://schemas.openxmlformats.org/drawingml/2006/main">
            <a:off x="2247929" y="5029187"/>
            <a:ext cx="13811193" cy="89104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FC072CF0-E486-4554-A928-6B35E20081BB}"/>
              </a:ext>
            </a:extLst>
          </p:cNvPr>
          <p:cNvPicPr>
            <a:picLocks xmlns:a="http://schemas.openxmlformats.org/drawingml/2006/main" noChangeAspect="1"/>
          </p:cNvPicPr>
          <p:nvPr/>
        </p:nvPicPr>
        <p:blipFill>
          <a:blip xmlns:r="http://schemas.openxmlformats.org/officeDocument/2006/relationships" xmlns:a="http://schemas.openxmlformats.org/drawingml/2006/main" r:embed="R1ba150cea65d4865"/>
          <a:stretch xmlns:a="http://schemas.openxmlformats.org/drawingml/2006/main"/>
        </p:blipFill>
        <p:spPr>
          <a:xfrm xmlns:a="http://schemas.openxmlformats.org/drawingml/2006/main">
            <a:off x="1332671" y="5997033"/>
            <a:ext cx="15622658" cy="961394"/>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4AA2603F-092C-4164-8A9E-EDFC60DE892F}"/>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D5BA446D-BEE3-4B61-9077-17BFD7E932E4}"/>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역반응의 </a:t>
            </a:r>
            <a:r>
              <a:t>Δ</a:t>
            </a:r>
            <a:r>
              <a:rPr i="1">
                <a:latin typeface="Pretendard"/>
                <a:ea typeface="Pretendard"/>
                <a:cs typeface="Pretendard"/>
              </a:rPr>
              <a:t>H</a:t>
            </a:r>
            <a:r>
              <a:t>는 절댓값이 같고 부호는 반대다.</a:t>
            </a:r>
          </a:p>
        </p:txBody>
      </p:sp>
      <p:sp>
        <p:nvSpPr>
          <p:cNvPr id="11" name="text">
            <a:extLst xmlns:a="http://schemas.openxmlformats.org/drawingml/2006/main">
              <a:ext uri="{FF2B5EF4-FFF2-40B4-BE49-F238E27FC236}">
                <a16:creationId xmlns:a16="http://schemas.microsoft.com/office/drawing/2014/main" id="{583E4E67-6D7E-4481-AC97-BABF577CC667}"/>
              </a:ext>
            </a:extLst>
          </p:cNvPr>
          <p:cNvSpPr>
            <a:spLocks xmlns:a="http://schemas.openxmlformats.org/drawingml/2006/main" noGrp="1"/>
          </p:cNvSpPr>
          <p:nvPr/>
        </p:nvSpPr>
        <p:spPr>
          <a:xfrm xmlns:a="http://schemas.openxmlformats.org/drawingml/2006/main">
            <a:off x="11430000" y="4593922"/>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30" b="1">
                <a:solidFill>
                  <a:srgbClr val="57962F"/>
                </a:solidFill>
                <a:latin typeface="Pretendard"/>
                <a:ea typeface="Pretendard"/>
                <a:cs typeface="Pretendard"/>
              </a:defRPr>
            </a:defPPr>
            <a:lvl1pPr algn="l">
              <a:defRPr sz="2730" b="1">
                <a:solidFill>
                  <a:srgbClr val="57962F"/>
                </a:solidFill>
                <a:latin typeface="Pretendard"/>
                <a:ea typeface="Pretendard"/>
                <a:cs typeface="Pretendard"/>
              </a:defRPr>
            </a:lvl1pPr>
            <a:lvl2pPr algn="l">
              <a:defRPr sz="2730" b="1">
                <a:solidFill>
                  <a:srgbClr val="57962F"/>
                </a:solidFill>
                <a:latin typeface="Pretendard"/>
                <a:ea typeface="Pretendard"/>
                <a:cs typeface="Pretendard"/>
              </a:defRPr>
            </a:lvl2pPr>
            <a:lvl3pPr algn="l">
              <a:defRPr sz="2730" b="1">
                <a:solidFill>
                  <a:srgbClr val="57962F"/>
                </a:solidFill>
                <a:latin typeface="Pretendard"/>
                <a:ea typeface="Pretendard"/>
                <a:cs typeface="Pretendard"/>
              </a:defRPr>
            </a:lvl3pPr>
            <a:lvl4pPr algn="l">
              <a:defRPr sz="2730" b="1">
                <a:solidFill>
                  <a:srgbClr val="57962F"/>
                </a:solidFill>
                <a:latin typeface="Pretendard"/>
                <a:ea typeface="Pretendard"/>
                <a:cs typeface="Pretendard"/>
              </a:defRPr>
            </a:lvl4pPr>
            <a:lvl5pPr algn="l">
              <a:defRPr sz="2730" b="1">
                <a:solidFill>
                  <a:srgbClr val="57962F"/>
                </a:solidFill>
                <a:latin typeface="Pretendard"/>
                <a:ea typeface="Pretendard"/>
                <a:cs typeface="Pretendard"/>
              </a:defRPr>
            </a:lvl5pPr>
            <a:lvl6pPr algn="l">
              <a:defRPr sz="2730" b="1">
                <a:solidFill>
                  <a:srgbClr val="57962F"/>
                </a:solidFill>
                <a:latin typeface="Pretendard"/>
                <a:ea typeface="Pretendard"/>
                <a:cs typeface="Pretendard"/>
              </a:defRPr>
            </a:lvl6pPr>
            <a:lvl7pPr algn="l">
              <a:defRPr sz="2730" b="1">
                <a:solidFill>
                  <a:srgbClr val="57962F"/>
                </a:solidFill>
                <a:latin typeface="Pretendard"/>
                <a:ea typeface="Pretendard"/>
                <a:cs typeface="Pretendard"/>
              </a:defRPr>
            </a:lvl7pPr>
            <a:lvl8pPr algn="l">
              <a:defRPr sz="2730" b="1">
                <a:solidFill>
                  <a:srgbClr val="57962F"/>
                </a:solidFill>
                <a:latin typeface="Pretendard"/>
                <a:ea typeface="Pretendard"/>
                <a:cs typeface="Pretendard"/>
              </a:defRPr>
            </a:lvl8pPr>
            <a:lvl9pPr algn="l">
              <a:defRPr sz="2730" b="1">
                <a:solidFill>
                  <a:srgbClr val="57962F"/>
                </a:solidFill>
                <a:latin typeface="Pretendard"/>
                <a:ea typeface="Pretendard"/>
                <a:cs typeface="Pretendard"/>
              </a:defRPr>
            </a:lvl9pPr>
          </a:lstStyle>
          <a:p xmlns:a="http://schemas.openxmlformats.org/drawingml/2006/main">
            <a:pPr algn="l">
              <a:defRPr sz="2730" b="1">
                <a:solidFill>
                  <a:srgbClr val="57962F"/>
                </a:solidFill>
                <a:latin typeface="Pretendard"/>
                <a:ea typeface="Pretendard"/>
                <a:cs typeface="Pretendard"/>
              </a:defRPr>
            </a:pPr>
            <a:r>
              <a:rPr sz="2730" b="1">
                <a:solidFill>
                  <a:srgbClr val="57962F"/>
                </a:solidFill>
                <a:latin typeface="Pretendard"/>
                <a:ea typeface="Pretendard"/>
                <a:cs typeface="Pretendard"/>
              </a:rPr>
              <a:t>발열 반응</a:t>
            </a:r>
          </a:p>
        </p:txBody>
      </p:sp>
      <p:sp>
        <p:nvSpPr>
          <p:cNvPr id="12" name="text">
            <a:extLst xmlns:a="http://schemas.openxmlformats.org/drawingml/2006/main">
              <a:ext uri="{FF2B5EF4-FFF2-40B4-BE49-F238E27FC236}">
                <a16:creationId xmlns:a16="http://schemas.microsoft.com/office/drawing/2014/main" id="{227ED792-D514-430C-A222-3AFF4710EC2C}"/>
              </a:ext>
            </a:extLst>
          </p:cNvPr>
          <p:cNvSpPr>
            <a:spLocks xmlns:a="http://schemas.openxmlformats.org/drawingml/2006/main" noGrp="1"/>
          </p:cNvSpPr>
          <p:nvPr/>
        </p:nvSpPr>
        <p:spPr>
          <a:xfrm xmlns:a="http://schemas.openxmlformats.org/drawingml/2006/main">
            <a:off x="11430000" y="6874178"/>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30" b="1">
                <a:solidFill>
                  <a:srgbClr val="57962F"/>
                </a:solidFill>
                <a:latin typeface="Pretendard"/>
                <a:ea typeface="Pretendard"/>
                <a:cs typeface="Pretendard"/>
              </a:defRPr>
            </a:defPPr>
            <a:lvl1pPr algn="l">
              <a:defRPr sz="2730" b="1">
                <a:solidFill>
                  <a:srgbClr val="57962F"/>
                </a:solidFill>
                <a:latin typeface="Pretendard"/>
                <a:ea typeface="Pretendard"/>
                <a:cs typeface="Pretendard"/>
              </a:defRPr>
            </a:lvl1pPr>
            <a:lvl2pPr algn="l">
              <a:defRPr sz="2730" b="1">
                <a:solidFill>
                  <a:srgbClr val="57962F"/>
                </a:solidFill>
                <a:latin typeface="Pretendard"/>
                <a:ea typeface="Pretendard"/>
                <a:cs typeface="Pretendard"/>
              </a:defRPr>
            </a:lvl2pPr>
            <a:lvl3pPr algn="l">
              <a:defRPr sz="2730" b="1">
                <a:solidFill>
                  <a:srgbClr val="57962F"/>
                </a:solidFill>
                <a:latin typeface="Pretendard"/>
                <a:ea typeface="Pretendard"/>
                <a:cs typeface="Pretendard"/>
              </a:defRPr>
            </a:lvl3pPr>
            <a:lvl4pPr algn="l">
              <a:defRPr sz="2730" b="1">
                <a:solidFill>
                  <a:srgbClr val="57962F"/>
                </a:solidFill>
                <a:latin typeface="Pretendard"/>
                <a:ea typeface="Pretendard"/>
                <a:cs typeface="Pretendard"/>
              </a:defRPr>
            </a:lvl4pPr>
            <a:lvl5pPr algn="l">
              <a:defRPr sz="2730" b="1">
                <a:solidFill>
                  <a:srgbClr val="57962F"/>
                </a:solidFill>
                <a:latin typeface="Pretendard"/>
                <a:ea typeface="Pretendard"/>
                <a:cs typeface="Pretendard"/>
              </a:defRPr>
            </a:lvl5pPr>
            <a:lvl6pPr algn="l">
              <a:defRPr sz="2730" b="1">
                <a:solidFill>
                  <a:srgbClr val="57962F"/>
                </a:solidFill>
                <a:latin typeface="Pretendard"/>
                <a:ea typeface="Pretendard"/>
                <a:cs typeface="Pretendard"/>
              </a:defRPr>
            </a:lvl6pPr>
            <a:lvl7pPr algn="l">
              <a:defRPr sz="2730" b="1">
                <a:solidFill>
                  <a:srgbClr val="57962F"/>
                </a:solidFill>
                <a:latin typeface="Pretendard"/>
                <a:ea typeface="Pretendard"/>
                <a:cs typeface="Pretendard"/>
              </a:defRPr>
            </a:lvl7pPr>
            <a:lvl8pPr algn="l">
              <a:defRPr sz="2730" b="1">
                <a:solidFill>
                  <a:srgbClr val="57962F"/>
                </a:solidFill>
                <a:latin typeface="Pretendard"/>
                <a:ea typeface="Pretendard"/>
                <a:cs typeface="Pretendard"/>
              </a:defRPr>
            </a:lvl8pPr>
            <a:lvl9pPr algn="l">
              <a:defRPr sz="2730" b="1">
                <a:solidFill>
                  <a:srgbClr val="57962F"/>
                </a:solidFill>
                <a:latin typeface="Pretendard"/>
                <a:ea typeface="Pretendard"/>
                <a:cs typeface="Pretendard"/>
              </a:defRPr>
            </a:lvl9pPr>
          </a:lstStyle>
          <a:p xmlns:a="http://schemas.openxmlformats.org/drawingml/2006/main">
            <a:pPr algn="l">
              <a:defRPr sz="2730" b="1">
                <a:solidFill>
                  <a:srgbClr val="57962F"/>
                </a:solidFill>
                <a:latin typeface="Pretendard"/>
                <a:ea typeface="Pretendard"/>
                <a:cs typeface="Pretendard"/>
              </a:defRPr>
            </a:pPr>
            <a:r>
              <a:rPr sz="2730" b="1">
                <a:solidFill>
                  <a:srgbClr val="57962F"/>
                </a:solidFill>
                <a:latin typeface="Pretendard"/>
                <a:ea typeface="Pretendard"/>
                <a:cs typeface="Pretendard"/>
              </a:rPr>
              <a:t>흡열 반응</a:t>
            </a:r>
          </a:p>
        </p:txBody>
      </p:sp>
    </p:spTree>
    <p:extLst>
      <p:ext uri="{BB962C8B-B14F-4D97-AF65-F5344CB8AC3E}">
        <p14:creationId xmlns:p14="http://schemas.microsoft.com/office/powerpoint/2010/main" val="165476775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32A900FA-C569-4EBE-A776-7A585D078BE3}"/>
              </a:ext>
            </a:extLst>
          </p:cNvPr>
          <p:cNvPicPr>
            <a:picLocks xmlns:a="http://schemas.openxmlformats.org/drawingml/2006/main" noChangeAspect="1"/>
          </p:cNvPicPr>
          <p:nvPr/>
        </p:nvPicPr>
        <p:blipFill>
          <a:blip xmlns:r="http://schemas.openxmlformats.org/officeDocument/2006/relationships" xmlns:a="http://schemas.openxmlformats.org/drawingml/2006/main" r:embed="R30da93abc5c1443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D3568BC-8059-4798-94F8-22A63927147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5F41988-BA60-4943-99BC-77652EBBC75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BDAF751E-DFA1-4D5F-B9B2-03303E8B159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B0B43A5-E027-4FF3-B9C8-E86BA7A93C1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6184CF99-F771-4A03-8D8B-9D24289E5B7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열화학 반응식의 세 가지 조작</a:t>
            </a:r>
          </a:p>
        </p:txBody>
      </p:sp>
      <p:graphicFrame>
        <p:nvGraphicFramePr>
          <p:cNvPr id="7" name="">
            <a:extLst xmlns:a="http://schemas.openxmlformats.org/drawingml/2006/main">
              <a:ext uri="{FF2B5EF4-FFF2-40B4-BE49-F238E27FC236}">
                <a16:creationId xmlns:a16="http://schemas.microsoft.com/office/drawing/2014/main" id="{B4CBED83-A671-48F4-B19B-D3B2B547EECC}"/>
              </a:ext>
            </a:extLst>
          </p:cNvPr>
          <p:cNvGraphicFramePr/>
          <p:nvPr/>
        </p:nvGraphicFramePr>
        <p:xfrm>
          <a:off xmlns:a="http://schemas.openxmlformats.org/drawingml/2006/main" x="3476625" y="4286250"/>
          <a:ext xmlns:a="http://schemas.openxmlformats.org/drawingml/2006/main" cx="11334750" cy="3810000"/>
        </p:xfrm>
        <a:graphic xmlns:a="http://schemas.openxmlformats.org/drawingml/2006/main">
          <a:graphicData uri="http://schemas.openxmlformats.org/drawingml/2006/table">
            <a:tbl>
              <a:tblPr/>
              <a:tblGrid>
                <a:gridCol w="5429250"/>
                <a:gridCol w="5905500"/>
              </a:tblGrid>
              <a:tr h="952500">
                <a:tc>
                  <a:txBody>
                    <a:bodyPr wrap="none" lIns="114300" tIns="114300" rIns="114300" bIns="114300"/>
                    <a:lstStyle/>
                    <a:p>
                      <a:pPr algn="ctr"/>
                      <a:r>
                        <a:rPr sz="3150" b="1">
                          <a:solidFill>
                            <a:srgbClr val="FFFFFF"/>
                          </a:solidFill>
                          <a:latin typeface="Pretendard"/>
                          <a:ea typeface="Pretendard"/>
                          <a:cs typeface="Pretendard"/>
                        </a:rPr>
                        <a:t>반응식의 조작</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반응 엔탈피의 조작</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150" b="1">
                          <a:solidFill>
                            <a:srgbClr val="FFFFFF"/>
                          </a:solidFill>
                          <a:latin typeface="Pretendard"/>
                          <a:ea typeface="Pretendard"/>
                          <a:cs typeface="Pretendard"/>
                        </a:rPr>
                        <a:t>모든 계수에 k를 곱한다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에도 k를 곱한다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역반응으로 바꾼다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의 부호를 바꾼다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여러 반응식을 더한다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각 </a:t>
                      </a: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를 더한다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6662F14F-9B3E-4333-9815-08C636AB4F5E}"/>
              </a:ext>
            </a:extLst>
          </p:cNvPr>
          <p:cNvSpPr>
            <a:spLocks xmlns:a="http://schemas.openxmlformats.org/drawingml/2006/main" noGrp="1"/>
          </p:cNvSpPr>
          <p:nvPr/>
        </p:nvSpPr>
        <p:spPr>
          <a:xfrm xmlns:a="http://schemas.openxmlformats.org/drawingml/2006/main" rot="0">
            <a:off x="34766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920494FF-802A-4A3B-991E-AA23E63BDAF1}"/>
              </a:ext>
            </a:extLst>
          </p:cNvPr>
          <p:cNvSpPr>
            <a:spLocks xmlns:a="http://schemas.openxmlformats.org/drawingml/2006/main" noGrp="1"/>
          </p:cNvSpPr>
          <p:nvPr/>
        </p:nvSpPr>
        <p:spPr>
          <a:xfrm xmlns:a="http://schemas.openxmlformats.org/drawingml/2006/main" rot="5400000">
            <a:off x="1462087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610C07DA-BB00-4416-A0B1-94791C33DF3D}"/>
              </a:ext>
            </a:extLst>
          </p:cNvPr>
          <p:cNvSpPr>
            <a:spLocks xmlns:a="http://schemas.openxmlformats.org/drawingml/2006/main" noGrp="1"/>
          </p:cNvSpPr>
          <p:nvPr/>
        </p:nvSpPr>
        <p:spPr>
          <a:xfrm xmlns:a="http://schemas.openxmlformats.org/drawingml/2006/main" rot="10800000">
            <a:off x="1462087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5F52A7A1-0925-40B0-B69F-52448933B819}"/>
              </a:ext>
            </a:extLst>
          </p:cNvPr>
          <p:cNvSpPr>
            <a:spLocks xmlns:a="http://schemas.openxmlformats.org/drawingml/2006/main" noGrp="1"/>
          </p:cNvSpPr>
          <p:nvPr/>
        </p:nvSpPr>
        <p:spPr>
          <a:xfrm xmlns:a="http://schemas.openxmlformats.org/drawingml/2006/main" rot="16200000">
            <a:off x="347662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908381519"/>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6E3FAF24-A114-4DE1-B630-21F391665741}"/>
              </a:ext>
            </a:extLst>
          </p:cNvPr>
          <p:cNvPicPr>
            <a:picLocks xmlns:a="http://schemas.openxmlformats.org/drawingml/2006/main" noChangeAspect="1"/>
          </p:cNvPicPr>
          <p:nvPr/>
        </p:nvPicPr>
        <p:blipFill>
          <a:blip xmlns:r="http://schemas.openxmlformats.org/officeDocument/2006/relationships" xmlns:a="http://schemas.openxmlformats.org/drawingml/2006/main" r:embed="R92419092ef5f4622"/>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25165E48-08B3-4106-9F71-EE5CEDBE3FFF}"/>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B8AB0BF3-9EA4-457C-A2D9-BDF8B43BD481}"/>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34969717-4161-4954-97BB-6FEEA42C03BA}"/>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08C1DC58-CC49-4AA1-8714-594057D09B71}"/>
              </a:ext>
            </a:extLst>
          </p:cNvPr>
          <p:cNvPicPr>
            <a:picLocks xmlns:a="http://schemas.openxmlformats.org/drawingml/2006/main" noChangeAspect="1"/>
          </p:cNvPicPr>
          <p:nvPr/>
        </p:nvPicPr>
        <p:blipFill>
          <a:blip xmlns:r="http://schemas.openxmlformats.org/officeDocument/2006/relationships" xmlns:a="http://schemas.openxmlformats.org/drawingml/2006/main" r:embed="R1a36a9dc70a745e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DA318E8C-2A13-4319-8115-03CBE9E22EA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CD5E0AD8-494A-4912-908A-68154C4B8B8C}"/>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8" name="text">
            <a:extLst xmlns:a="http://schemas.openxmlformats.org/drawingml/2006/main">
              <a:ext uri="{FF2B5EF4-FFF2-40B4-BE49-F238E27FC236}">
                <a16:creationId xmlns:a16="http://schemas.microsoft.com/office/drawing/2014/main" id="{BDC1FA76-1B07-4796-9F55-8FA186905296}"/>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9" name="text">
            <a:extLst xmlns:a="http://schemas.openxmlformats.org/drawingml/2006/main">
              <a:ext uri="{FF2B5EF4-FFF2-40B4-BE49-F238E27FC236}">
                <a16:creationId xmlns:a16="http://schemas.microsoft.com/office/drawing/2014/main" id="{62D654E4-2857-405A-8B39-0534FCA90469}"/>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109706244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0EE139F3-1C2E-45EC-AD2E-37E523DD1702}"/>
              </a:ext>
            </a:extLst>
          </p:cNvPr>
          <p:cNvPicPr>
            <a:picLocks xmlns:a="http://schemas.openxmlformats.org/drawingml/2006/main" noChangeAspect="1"/>
          </p:cNvPicPr>
          <p:nvPr/>
        </p:nvPicPr>
        <p:blipFill>
          <a:blip xmlns:r="http://schemas.openxmlformats.org/officeDocument/2006/relationships" xmlns:a="http://schemas.openxmlformats.org/drawingml/2006/main" r:embed="R5e5f255e0f60467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377B487-C1C5-41EA-B61C-54D7A645250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EE182EB-11D8-4E1A-9843-9ADA81FB977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C3D29CA8-3054-43E4-80D4-5D972B3C873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7A952B8-203B-4886-8E40-01B0B98E218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70691056-5573-4D86-ABE0-59B33F0084E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생성열을 직접 재기 어려운 까닭</a:t>
            </a:r>
          </a:p>
        </p:txBody>
      </p:sp>
      <p:pic>
        <p:nvPicPr>
          <p:cNvPr id="7" name="">
            <a:extLst xmlns:a="http://schemas.openxmlformats.org/drawingml/2006/main">
              <a:ext uri="{FF2B5EF4-FFF2-40B4-BE49-F238E27FC236}">
                <a16:creationId xmlns:a16="http://schemas.microsoft.com/office/drawing/2014/main" id="{256C059A-9CDE-4CEB-B65B-B6BCA1F0EBA6}"/>
              </a:ext>
            </a:extLst>
          </p:cNvPr>
          <p:cNvPicPr>
            <a:picLocks xmlns:a="http://schemas.openxmlformats.org/drawingml/2006/main" noChangeAspect="1"/>
          </p:cNvPicPr>
          <p:nvPr/>
        </p:nvPicPr>
        <p:blipFill>
          <a:blip xmlns:r="http://schemas.openxmlformats.org/officeDocument/2006/relationships" xmlns:a="http://schemas.openxmlformats.org/drawingml/2006/main" r:embed="Rfc48884042a94d2f"/>
          <a:stretch xmlns:a="http://schemas.openxmlformats.org/drawingml/2006/main"/>
        </p:blipFill>
        <p:spPr>
          <a:xfrm xmlns:a="http://schemas.openxmlformats.org/drawingml/2006/main">
            <a:off x="2503792" y="5238750"/>
            <a:ext cx="2755292" cy="4238625"/>
          </a:xfrm>
          <a:prstGeom xmlns:a="http://schemas.openxmlformats.org/drawingml/2006/main" prst="rect">
            <a:avLst/>
          </a:prstGeom>
        </p:spPr>
      </p:pic>
      <p:sp>
        <p:nvSpPr>
          <p:cNvPr id="8" name="참조 R03-22 여백 있는 말풍선">
            <a:extLst xmlns:a="http://schemas.openxmlformats.org/drawingml/2006/main">
              <a:ext uri="{FF2B5EF4-FFF2-40B4-BE49-F238E27FC236}">
                <a16:creationId xmlns:a16="http://schemas.microsoft.com/office/drawing/2014/main" id="{6DB99CDF-8715-4282-951C-B31E91B2965F}"/>
              </a:ext>
            </a:extLst>
          </p:cNvPr>
          <p:cNvSpPr>
            <a:spLocks xmlns:a="http://schemas.openxmlformats.org/drawingml/2006/main" noGrp="1"/>
          </p:cNvSpPr>
          <p:nvPr/>
        </p:nvSpPr>
        <p:spPr>
          <a:xfrm xmlns:a="http://schemas.openxmlformats.org/drawingml/2006/main">
            <a:off x="1524000" y="3714750"/>
            <a:ext cx="4524375" cy="1390650"/>
          </a:xfrm>
          <a:prstGeom xmlns:a="http://schemas.openxmlformats.org/drawingml/2006/main" prst="roundRect">
            <a:avLst>
              <a:gd name="adj" fmla="val 17808"/>
            </a:avLst>
          </a:prstGeom>
          <a:solidFill xmlns:a="http://schemas.openxmlformats.org/drawingml/2006/main">
            <a:srgbClr val="F5F5F5"/>
          </a:solidFill>
          <a:ln xmlns:a="http://schemas.openxmlformats.org/drawingml/2006/main" w="0">
            <a:noFill/>
          </a:ln>
        </p:spPr>
      </p:sp>
      <p:sp>
        <p:nvSpPr>
          <p:cNvPr id="9" name="인물 발화 연결 꼬리">
            <a:extLst xmlns:a="http://schemas.openxmlformats.org/drawingml/2006/main">
              <a:ext uri="{FF2B5EF4-FFF2-40B4-BE49-F238E27FC236}">
                <a16:creationId xmlns:a16="http://schemas.microsoft.com/office/drawing/2014/main" id="{2197BC40-143F-4E38-AD12-F2DF988CADBB}"/>
              </a:ext>
            </a:extLst>
          </p:cNvPr>
          <p:cNvSpPr>
            <a:spLocks xmlns:a="http://schemas.openxmlformats.org/drawingml/2006/main" noGrp="1"/>
          </p:cNvSpPr>
          <p:nvPr/>
        </p:nvSpPr>
        <p:spPr>
          <a:xfrm xmlns:a="http://schemas.openxmlformats.org/drawingml/2006/main">
            <a:off x="3786188" y="50958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0" name="캐릭터 질문 1">
            <a:extLst xmlns:a="http://schemas.openxmlformats.org/drawingml/2006/main">
              <a:ext uri="{FF2B5EF4-FFF2-40B4-BE49-F238E27FC236}">
                <a16:creationId xmlns:a16="http://schemas.microsoft.com/office/drawing/2014/main" id="{06D950C5-C48E-41EF-9E9D-275EC8FC7C03}"/>
              </a:ext>
            </a:extLst>
          </p:cNvPr>
          <p:cNvSpPr>
            <a:spLocks xmlns:a="http://schemas.openxmlformats.org/drawingml/2006/main" noGrp="1"/>
          </p:cNvSpPr>
          <p:nvPr/>
        </p:nvSpPr>
        <p:spPr>
          <a:xfrm xmlns:a="http://schemas.openxmlformats.org/drawingml/2006/main">
            <a:off x="1752600" y="3943350"/>
            <a:ext cx="4067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CO만 생길 때의 열을</a:t>
            </a:r>
          </a:p>
        </p:txBody>
      </p:sp>
      <p:sp>
        <p:nvSpPr>
          <p:cNvPr id="11" name="캐릭터 질문 2">
            <a:extLst xmlns:a="http://schemas.openxmlformats.org/drawingml/2006/main">
              <a:ext uri="{FF2B5EF4-FFF2-40B4-BE49-F238E27FC236}">
                <a16:creationId xmlns:a16="http://schemas.microsoft.com/office/drawing/2014/main" id="{B98FB358-3A5C-4435-A2A4-80B25F85FEC4}"/>
              </a:ext>
            </a:extLst>
          </p:cNvPr>
          <p:cNvSpPr>
            <a:spLocks xmlns:a="http://schemas.openxmlformats.org/drawingml/2006/main" noGrp="1"/>
          </p:cNvSpPr>
          <p:nvPr/>
        </p:nvSpPr>
        <p:spPr>
          <a:xfrm xmlns:a="http://schemas.openxmlformats.org/drawingml/2006/main">
            <a:off x="1752600" y="4410075"/>
            <a:ext cx="4067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어떻게 구할까?</a:t>
            </a:r>
          </a:p>
        </p:txBody>
      </p:sp>
      <p:sp>
        <p:nvSpPr>
          <p:cNvPr id="12" name="R04-33 표제와 해석 영역">
            <a:extLst xmlns:a="http://schemas.openxmlformats.org/drawingml/2006/main">
              <a:ext uri="{FF2B5EF4-FFF2-40B4-BE49-F238E27FC236}">
                <a16:creationId xmlns:a16="http://schemas.microsoft.com/office/drawing/2014/main" id="{BCB78398-9259-4449-89CD-0761731EF0A2}"/>
              </a:ext>
            </a:extLst>
          </p:cNvPr>
          <p:cNvSpPr>
            <a:spLocks xmlns:a="http://schemas.openxmlformats.org/drawingml/2006/main" noGrp="1"/>
          </p:cNvSpPr>
          <p:nvPr/>
        </p:nvSpPr>
        <p:spPr>
          <a:xfrm xmlns:a="http://schemas.openxmlformats.org/drawingml/2006/main">
            <a:off x="6905625" y="3905250"/>
            <a:ext cx="10287000"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3" name="rich">
            <a:extLst xmlns:a="http://schemas.openxmlformats.org/drawingml/2006/main">
              <a:ext uri="{FF2B5EF4-FFF2-40B4-BE49-F238E27FC236}">
                <a16:creationId xmlns:a16="http://schemas.microsoft.com/office/drawing/2014/main" id="{5AFEB768-A1DF-4346-ABAA-1B817F851BAF}"/>
              </a:ext>
            </a:extLst>
          </p:cNvPr>
          <p:cNvSpPr>
            <a:spLocks xmlns:a="http://schemas.openxmlformats.org/drawingml/2006/main" noGrp="1"/>
          </p:cNvSpPr>
          <p:nvPr/>
        </p:nvSpPr>
        <p:spPr>
          <a:xfrm xmlns:a="http://schemas.openxmlformats.org/drawingml/2006/main">
            <a:off x="7210425" y="4067175"/>
            <a:ext cx="967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함께 생성될 수 있는 CO₂</a:t>
            </a:r>
          </a:p>
        </p:txBody>
      </p:sp>
      <p:sp>
        <p:nvSpPr>
          <p:cNvPr id="14" name="rich">
            <a:extLst xmlns:a="http://schemas.openxmlformats.org/drawingml/2006/main">
              <a:ext uri="{FF2B5EF4-FFF2-40B4-BE49-F238E27FC236}">
                <a16:creationId xmlns:a16="http://schemas.microsoft.com/office/drawing/2014/main" id="{89CF3499-BC62-435A-884C-4E413353A046}"/>
              </a:ext>
            </a:extLst>
          </p:cNvPr>
          <p:cNvSpPr>
            <a:spLocks xmlns:a="http://schemas.openxmlformats.org/drawingml/2006/main" noGrp="1"/>
          </p:cNvSpPr>
          <p:nvPr/>
        </p:nvSpPr>
        <p:spPr>
          <a:xfrm xmlns:a="http://schemas.openxmlformats.org/drawingml/2006/main">
            <a:off x="7210425" y="4695825"/>
            <a:ext cx="9677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탄소가 불완전 연소할 때 CO₂도 생성될 수 있다.</a:t>
            </a:r>
          </a:p>
        </p:txBody>
      </p:sp>
      <p:sp>
        <p:nvSpPr>
          <p:cNvPr id="15" name="R04-33 표제와 해석 영역">
            <a:extLst xmlns:a="http://schemas.openxmlformats.org/drawingml/2006/main">
              <a:ext uri="{FF2B5EF4-FFF2-40B4-BE49-F238E27FC236}">
                <a16:creationId xmlns:a16="http://schemas.microsoft.com/office/drawing/2014/main" id="{E48BFD35-B61E-4B82-9FDB-077C146F03D4}"/>
              </a:ext>
            </a:extLst>
          </p:cNvPr>
          <p:cNvSpPr>
            <a:spLocks xmlns:a="http://schemas.openxmlformats.org/drawingml/2006/main" noGrp="1"/>
          </p:cNvSpPr>
          <p:nvPr/>
        </p:nvSpPr>
        <p:spPr>
          <a:xfrm xmlns:a="http://schemas.openxmlformats.org/drawingml/2006/main">
            <a:off x="6905625" y="5724525"/>
            <a:ext cx="10287000"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6451FEFE-D545-4AC9-924C-C7ADDBDFE838}"/>
              </a:ext>
            </a:extLst>
          </p:cNvPr>
          <p:cNvSpPr>
            <a:spLocks xmlns:a="http://schemas.openxmlformats.org/drawingml/2006/main" noGrp="1"/>
          </p:cNvSpPr>
          <p:nvPr/>
        </p:nvSpPr>
        <p:spPr>
          <a:xfrm xmlns:a="http://schemas.openxmlformats.org/drawingml/2006/main">
            <a:off x="7210425" y="5886450"/>
            <a:ext cx="967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따로 측정하기 어려운 열</a:t>
            </a:r>
          </a:p>
        </p:txBody>
      </p:sp>
      <p:sp>
        <p:nvSpPr>
          <p:cNvPr id="17" name="rich">
            <a:extLst xmlns:a="http://schemas.openxmlformats.org/drawingml/2006/main">
              <a:ext uri="{FF2B5EF4-FFF2-40B4-BE49-F238E27FC236}">
                <a16:creationId xmlns:a16="http://schemas.microsoft.com/office/drawing/2014/main" id="{CAA9CB65-5EEB-41FF-8A5F-86C952849FF6}"/>
              </a:ext>
            </a:extLst>
          </p:cNvPr>
          <p:cNvSpPr>
            <a:spLocks xmlns:a="http://schemas.openxmlformats.org/drawingml/2006/main" noGrp="1"/>
          </p:cNvSpPr>
          <p:nvPr/>
        </p:nvSpPr>
        <p:spPr>
          <a:xfrm xmlns:a="http://schemas.openxmlformats.org/drawingml/2006/main">
            <a:off x="7210425" y="6515100"/>
            <a:ext cx="9677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CO만 생성되는 반응의 열을 분리하기 어렵다.</a:t>
            </a:r>
          </a:p>
        </p:txBody>
      </p:sp>
      <p:sp>
        <p:nvSpPr>
          <p:cNvPr id="18" name="R04-33 표제와 해석 영역">
            <a:extLst xmlns:a="http://schemas.openxmlformats.org/drawingml/2006/main">
              <a:ext uri="{FF2B5EF4-FFF2-40B4-BE49-F238E27FC236}">
                <a16:creationId xmlns:a16="http://schemas.microsoft.com/office/drawing/2014/main" id="{E9AFFF58-07AA-4000-A807-2062295D71F3}"/>
              </a:ext>
            </a:extLst>
          </p:cNvPr>
          <p:cNvSpPr>
            <a:spLocks xmlns:a="http://schemas.openxmlformats.org/drawingml/2006/main" noGrp="1"/>
          </p:cNvSpPr>
          <p:nvPr/>
        </p:nvSpPr>
        <p:spPr>
          <a:xfrm xmlns:a="http://schemas.openxmlformats.org/drawingml/2006/main">
            <a:off x="6905625" y="7543800"/>
            <a:ext cx="10287000"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9" name="rich">
            <a:extLst xmlns:a="http://schemas.openxmlformats.org/drawingml/2006/main">
              <a:ext uri="{FF2B5EF4-FFF2-40B4-BE49-F238E27FC236}">
                <a16:creationId xmlns:a16="http://schemas.microsoft.com/office/drawing/2014/main" id="{327B2704-A4DC-42FB-9515-383611A7692A}"/>
              </a:ext>
            </a:extLst>
          </p:cNvPr>
          <p:cNvSpPr>
            <a:spLocks xmlns:a="http://schemas.openxmlformats.org/drawingml/2006/main" noGrp="1"/>
          </p:cNvSpPr>
          <p:nvPr/>
        </p:nvSpPr>
        <p:spPr>
          <a:xfrm xmlns:a="http://schemas.openxmlformats.org/drawingml/2006/main">
            <a:off x="7210425" y="7705725"/>
            <a:ext cx="967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다른 반응을 이용한 간접 측정</a:t>
            </a:r>
          </a:p>
        </p:txBody>
      </p:sp>
      <p:sp>
        <p:nvSpPr>
          <p:cNvPr id="20" name="rich">
            <a:extLst xmlns:a="http://schemas.openxmlformats.org/drawingml/2006/main">
              <a:ext uri="{FF2B5EF4-FFF2-40B4-BE49-F238E27FC236}">
                <a16:creationId xmlns:a16="http://schemas.microsoft.com/office/drawing/2014/main" id="{6324FD2A-5036-4DA3-A529-0A18A081EF77}"/>
              </a:ext>
            </a:extLst>
          </p:cNvPr>
          <p:cNvSpPr>
            <a:spLocks xmlns:a="http://schemas.openxmlformats.org/drawingml/2006/main" noGrp="1"/>
          </p:cNvSpPr>
          <p:nvPr/>
        </p:nvSpPr>
        <p:spPr>
          <a:xfrm xmlns:a="http://schemas.openxmlformats.org/drawingml/2006/main">
            <a:off x="7210425" y="8334375"/>
            <a:ext cx="9677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이미 알고 있는 반응의 </a:t>
            </a:r>
            <a:r>
              <a:t>Δ</a:t>
            </a:r>
            <a:r>
              <a:rPr i="1">
                <a:latin typeface="Pretendard"/>
                <a:ea typeface="Pretendard"/>
                <a:cs typeface="Pretendard"/>
              </a:rPr>
              <a:t>H</a:t>
            </a:r>
            <a:r>
              <a:t>로 구한다.</a:t>
            </a:r>
          </a:p>
        </p:txBody>
      </p:sp>
    </p:spTree>
    <p:extLst>
      <p:ext uri="{BB962C8B-B14F-4D97-AF65-F5344CB8AC3E}">
        <p14:creationId xmlns:p14="http://schemas.microsoft.com/office/powerpoint/2010/main" val="166607053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6F31B3F8-9BB8-4932-88F4-81692C3E4B5D}"/>
              </a:ext>
            </a:extLst>
          </p:cNvPr>
          <p:cNvPicPr>
            <a:picLocks xmlns:a="http://schemas.openxmlformats.org/drawingml/2006/main" noChangeAspect="1"/>
          </p:cNvPicPr>
          <p:nvPr/>
        </p:nvPicPr>
        <p:blipFill>
          <a:blip xmlns:r="http://schemas.openxmlformats.org/officeDocument/2006/relationships" xmlns:a="http://schemas.openxmlformats.org/drawingml/2006/main" r:embed="Rffabe18763524a4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51E4A3D-E51D-4012-9C2B-7A5F19FC941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63AFFEE-1C0C-4E62-914B-FBAB7879D42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7F32F1E2-EA37-4C36-87E6-3E08D592B63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38AF5BF-598E-4E8B-9BA3-641112D3A69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855E0047-B813-49AE-B343-94D71C23039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구하려는 반응부터 확인</a:t>
            </a:r>
          </a:p>
        </p:txBody>
      </p:sp>
      <p:sp>
        <p:nvSpPr>
          <p:cNvPr id="7" name="text">
            <a:extLst xmlns:a="http://schemas.openxmlformats.org/drawingml/2006/main">
              <a:ext uri="{FF2B5EF4-FFF2-40B4-BE49-F238E27FC236}">
                <a16:creationId xmlns:a16="http://schemas.microsoft.com/office/drawing/2014/main" id="{E5EC0802-5513-422F-865B-37128859B978}"/>
              </a:ext>
            </a:extLst>
          </p:cNvPr>
          <p:cNvSpPr>
            <a:spLocks xmlns:a="http://schemas.openxmlformats.org/drawingml/2006/main" noGrp="1"/>
          </p:cNvSpPr>
          <p:nvPr/>
        </p:nvSpPr>
        <p:spPr>
          <a:xfrm xmlns:a="http://schemas.openxmlformats.org/drawingml/2006/main">
            <a:off x="2000250" y="3952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목표 반응</a:t>
            </a:r>
          </a:p>
        </p:txBody>
      </p:sp>
      <p:pic>
        <p:nvPicPr>
          <p:cNvPr id="8" name="">
            <a:extLst xmlns:a="http://schemas.openxmlformats.org/drawingml/2006/main">
              <a:ext uri="{FF2B5EF4-FFF2-40B4-BE49-F238E27FC236}">
                <a16:creationId xmlns:a16="http://schemas.microsoft.com/office/drawing/2014/main" id="{CD0FE5C6-9F95-472F-8633-839A147CC3FE}"/>
              </a:ext>
            </a:extLst>
          </p:cNvPr>
          <p:cNvPicPr>
            <a:picLocks xmlns:a="http://schemas.openxmlformats.org/drawingml/2006/main" noChangeAspect="1"/>
          </p:cNvPicPr>
          <p:nvPr/>
        </p:nvPicPr>
        <p:blipFill>
          <a:blip xmlns:r="http://schemas.openxmlformats.org/officeDocument/2006/relationships" xmlns:a="http://schemas.openxmlformats.org/drawingml/2006/main" r:embed="R24b52e1a0eb841db"/>
          <a:stretch xmlns:a="http://schemas.openxmlformats.org/drawingml/2006/main"/>
        </p:blipFill>
        <p:spPr>
          <a:xfrm xmlns:a="http://schemas.openxmlformats.org/drawingml/2006/main">
            <a:off x="2505075" y="4423479"/>
            <a:ext cx="11577161" cy="1178576"/>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0BA7E599-DC0D-4156-A39A-7958954A1851}"/>
              </a:ext>
            </a:extLst>
          </p:cNvPr>
          <p:cNvPicPr>
            <a:picLocks xmlns:a="http://schemas.openxmlformats.org/drawingml/2006/main" noChangeAspect="1"/>
          </p:cNvPicPr>
          <p:nvPr/>
        </p:nvPicPr>
        <p:blipFill>
          <a:blip xmlns:r="http://schemas.openxmlformats.org/officeDocument/2006/relationships" xmlns:a="http://schemas.openxmlformats.org/drawingml/2006/main" r:embed="R5f9da5a75ee74ce6"/>
          <a:stretch xmlns:a="http://schemas.openxmlformats.org/drawingml/2006/main"/>
        </p:blipFill>
        <p:spPr>
          <a:xfrm xmlns:a="http://schemas.openxmlformats.org/drawingml/2006/main">
            <a:off x="2505415" y="5930080"/>
            <a:ext cx="13191445" cy="802958"/>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16DD6279-F670-44A3-A797-A04B89871DA7}"/>
              </a:ext>
            </a:extLst>
          </p:cNvPr>
          <p:cNvPicPr>
            <a:picLocks xmlns:a="http://schemas.openxmlformats.org/drawingml/2006/main" noChangeAspect="1"/>
          </p:cNvPicPr>
          <p:nvPr/>
        </p:nvPicPr>
        <p:blipFill>
          <a:blip xmlns:r="http://schemas.openxmlformats.org/officeDocument/2006/relationships" xmlns:a="http://schemas.openxmlformats.org/drawingml/2006/main" r:embed="R041057d68d69427d"/>
          <a:stretch xmlns:a="http://schemas.openxmlformats.org/drawingml/2006/main"/>
        </p:blipFill>
        <p:spPr>
          <a:xfrm xmlns:a="http://schemas.openxmlformats.org/drawingml/2006/main">
            <a:off x="2506108" y="6853749"/>
            <a:ext cx="13190060" cy="1178243"/>
          </a:xfrm>
          <a:prstGeom xmlns:a="http://schemas.openxmlformats.org/drawingml/2006/main" prst="rect">
            <a:avLst/>
          </a:prstGeom>
        </p:spPr>
      </p:pic>
    </p:spTree>
    <p:extLst>
      <p:ext uri="{BB962C8B-B14F-4D97-AF65-F5344CB8AC3E}">
        <p14:creationId xmlns:p14="http://schemas.microsoft.com/office/powerpoint/2010/main" val="101313690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77BFB398-81D3-42CF-AC88-785B6ECCA0B7}"/>
              </a:ext>
            </a:extLst>
          </p:cNvPr>
          <p:cNvPicPr>
            <a:picLocks xmlns:a="http://schemas.openxmlformats.org/drawingml/2006/main" noChangeAspect="1"/>
          </p:cNvPicPr>
          <p:nvPr/>
        </p:nvPicPr>
        <p:blipFill>
          <a:blip xmlns:r="http://schemas.openxmlformats.org/officeDocument/2006/relationships" xmlns:a="http://schemas.openxmlformats.org/drawingml/2006/main" r:embed="R50e3a4e7b41d464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7D7C441-8650-4D9D-BFE6-66F28ACD0B9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9ADB93A-89AF-4F9A-A4BE-2182159CA68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81CF9995-0236-4023-A2EF-877F0C6C800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C5523AE-492F-4D4B-A733-A22BA15860A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71D00086-0C6F-4A78-AAA9-53B8183B3BD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399D49CB-D09E-48CC-9514-E20EA4F22AB5}"/>
              </a:ext>
            </a:extLst>
          </p:cNvPr>
          <p:cNvPicPr>
            <a:picLocks xmlns:a="http://schemas.openxmlformats.org/drawingml/2006/main" noChangeAspect="1"/>
          </p:cNvPicPr>
          <p:nvPr/>
        </p:nvPicPr>
        <p:blipFill>
          <a:blip xmlns:r="http://schemas.openxmlformats.org/officeDocument/2006/relationships" xmlns:a="http://schemas.openxmlformats.org/drawingml/2006/main" r:embed="R2c611966ab324171"/>
          <a:stretch xmlns:a="http://schemas.openxmlformats.org/drawingml/2006/main"/>
        </p:blipFill>
        <p:spPr>
          <a:xfrm xmlns:a="http://schemas.openxmlformats.org/drawingml/2006/main">
            <a:off x="4782752" y="4095750"/>
            <a:ext cx="8741546" cy="347662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92F04EA7-C992-4F0A-AB9B-458405D953C7}"/>
              </a:ext>
            </a:extLst>
          </p:cNvPr>
          <p:cNvSpPr>
            <a:spLocks xmlns:a="http://schemas.openxmlformats.org/drawingml/2006/main" noGrp="1"/>
          </p:cNvSpPr>
          <p:nvPr/>
        </p:nvSpPr>
        <p:spPr>
          <a:xfrm xmlns:a="http://schemas.openxmlformats.org/drawingml/2006/main">
            <a:off x="2286000" y="7734300"/>
            <a:ext cx="1381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두 연소 반응식을 빼면, 양변의 CO₂가 소거된다.</a:t>
            </a:r>
          </a:p>
        </p:txBody>
      </p:sp>
      <p:sp>
        <p:nvSpPr>
          <p:cNvPr id="9" name="해석·결론">
            <a:extLst xmlns:a="http://schemas.openxmlformats.org/drawingml/2006/main">
              <a:ext uri="{FF2B5EF4-FFF2-40B4-BE49-F238E27FC236}">
                <a16:creationId xmlns:a16="http://schemas.microsoft.com/office/drawing/2014/main" id="{E901194E-63C6-42D9-8380-5A37957B7E8A}"/>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8B41F1DC-EF6B-41F6-A55C-6922118D398B}"/>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41214041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B88799F3-AD78-4660-B736-FFBD67D3767D}"/>
              </a:ext>
            </a:extLst>
          </p:cNvPr>
          <p:cNvPicPr>
            <a:picLocks xmlns:a="http://schemas.openxmlformats.org/drawingml/2006/main" noChangeAspect="1"/>
          </p:cNvPicPr>
          <p:nvPr/>
        </p:nvPicPr>
        <p:blipFill>
          <a:blip xmlns:r="http://schemas.openxmlformats.org/officeDocument/2006/relationships" xmlns:a="http://schemas.openxmlformats.org/drawingml/2006/main" r:embed="R072a8cc0e010482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80AD59A-576A-40D6-A27C-CD11FCDC99A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D79CC2D-D6B5-49A6-9CAA-B0FBB09F567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4DBA6F69-E07F-4463-88B4-8CE1F04633E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DA10EEA-B0EB-4124-A5F4-2B3E404375D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553689D6-611F-452C-BE5E-55123B3E58E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 반응의 반응 엔탈피</a:t>
            </a:r>
          </a:p>
        </p:txBody>
      </p:sp>
      <p:sp>
        <p:nvSpPr>
          <p:cNvPr id="7" name="관계식">
            <a:extLst xmlns:a="http://schemas.openxmlformats.org/drawingml/2006/main">
              <a:ext uri="{FF2B5EF4-FFF2-40B4-BE49-F238E27FC236}">
                <a16:creationId xmlns:a16="http://schemas.microsoft.com/office/drawing/2014/main" id="{EB4DC1DF-E0A9-44D7-876C-9C34E3A2A4F8}"/>
              </a:ext>
            </a:extLst>
          </p:cNvPr>
          <p:cNvSpPr>
            <a:spLocks xmlns:a="http://schemas.openxmlformats.org/drawingml/2006/main" noGrp="1"/>
          </p:cNvSpPr>
          <p:nvPr/>
        </p:nvSpPr>
        <p:spPr>
          <a:xfrm xmlns:a="http://schemas.openxmlformats.org/drawingml/2006/main">
            <a:off x="2190750" y="3705225"/>
            <a:ext cx="1390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pic>
        <p:nvPicPr>
          <p:cNvPr id="8" name="">
            <a:extLst xmlns:a="http://schemas.openxmlformats.org/drawingml/2006/main">
              <a:ext uri="{FF2B5EF4-FFF2-40B4-BE49-F238E27FC236}">
                <a16:creationId xmlns:a16="http://schemas.microsoft.com/office/drawing/2014/main" id="{CBDF7B37-7F6D-4959-B8EC-66093598A7E4}"/>
              </a:ext>
            </a:extLst>
          </p:cNvPr>
          <p:cNvPicPr>
            <a:picLocks xmlns:a="http://schemas.openxmlformats.org/drawingml/2006/main" noChangeAspect="1"/>
          </p:cNvPicPr>
          <p:nvPr/>
        </p:nvPicPr>
        <p:blipFill>
          <a:blip xmlns:r="http://schemas.openxmlformats.org/officeDocument/2006/relationships" xmlns:a="http://schemas.openxmlformats.org/drawingml/2006/main" r:embed="R985aedf09775407f"/>
          <a:stretch xmlns:a="http://schemas.openxmlformats.org/drawingml/2006/main"/>
        </p:blipFill>
        <p:spPr>
          <a:xfrm xmlns:a="http://schemas.openxmlformats.org/drawingml/2006/main">
            <a:off x="2505415" y="5309931"/>
            <a:ext cx="13191445" cy="802958"/>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71609B8A-A3FE-4978-BBAA-6A1AAB48DA5E}"/>
              </a:ext>
            </a:extLst>
          </p:cNvPr>
          <p:cNvPicPr>
            <a:picLocks xmlns:a="http://schemas.openxmlformats.org/drawingml/2006/main" noChangeAspect="1"/>
          </p:cNvPicPr>
          <p:nvPr/>
        </p:nvPicPr>
        <p:blipFill>
          <a:blip xmlns:r="http://schemas.openxmlformats.org/officeDocument/2006/relationships" xmlns:a="http://schemas.openxmlformats.org/drawingml/2006/main" r:embed="R044b4264389a41a3"/>
          <a:stretch xmlns:a="http://schemas.openxmlformats.org/drawingml/2006/main"/>
        </p:blipFill>
        <p:spPr>
          <a:xfrm xmlns:a="http://schemas.openxmlformats.org/drawingml/2006/main">
            <a:off x="2506108" y="6233600"/>
            <a:ext cx="13190060" cy="1178243"/>
          </a:xfrm>
          <a:prstGeom xmlns:a="http://schemas.openxmlformats.org/drawingml/2006/main" prst="rect">
            <a:avLst/>
          </a:prstGeom>
        </p:spPr>
      </p:pic>
      <p:sp>
        <p:nvSpPr>
          <p:cNvPr id="10" name="엔탈피 계산 결과">
            <a:extLst xmlns:a="http://schemas.openxmlformats.org/drawingml/2006/main">
              <a:ext uri="{FF2B5EF4-FFF2-40B4-BE49-F238E27FC236}">
                <a16:creationId xmlns:a16="http://schemas.microsoft.com/office/drawing/2014/main" id="{23B8CAD1-A175-4326-8566-2332784A412B}"/>
              </a:ext>
            </a:extLst>
          </p:cNvPr>
          <p:cNvSpPr>
            <a:spLocks xmlns:a="http://schemas.openxmlformats.org/drawingml/2006/main" noGrp="1"/>
          </p:cNvSpPr>
          <p:nvPr/>
        </p:nvSpPr>
        <p:spPr>
          <a:xfrm xmlns:a="http://schemas.openxmlformats.org/drawingml/2006/main">
            <a:off x="1828800" y="8267700"/>
            <a:ext cx="14639925" cy="1095375"/>
          </a:xfrm>
          <a:prstGeom xmlns:a="http://schemas.openxmlformats.org/drawingml/2006/main" prst="roundRect">
            <a:avLst>
              <a:gd name="adj" fmla="val 13913"/>
            </a:avLst>
          </a:prstGeom>
          <a:solidFill xmlns:a="http://schemas.openxmlformats.org/drawingml/2006/main">
            <a:srgbClr val="484847"/>
          </a:solidFill>
          <a:ln xmlns:a="http://schemas.openxmlformats.org/drawingml/2006/main" w="0">
            <a:noFill/>
          </a:ln>
        </p:spPr>
      </p:sp>
      <p:sp>
        <p:nvSpPr>
          <p:cNvPr id="11" name="대입과 결과">
            <a:extLst xmlns:a="http://schemas.openxmlformats.org/drawingml/2006/main">
              <a:ext uri="{FF2B5EF4-FFF2-40B4-BE49-F238E27FC236}">
                <a16:creationId xmlns:a16="http://schemas.microsoft.com/office/drawing/2014/main" id="{D809A240-B14A-4FAB-BD1A-52F7DDFC3791}"/>
              </a:ext>
            </a:extLst>
          </p:cNvPr>
          <p:cNvSpPr>
            <a:spLocks xmlns:a="http://schemas.openxmlformats.org/drawingml/2006/main" noGrp="1"/>
          </p:cNvSpPr>
          <p:nvPr/>
        </p:nvSpPr>
        <p:spPr>
          <a:xfrm xmlns:a="http://schemas.openxmlformats.org/drawingml/2006/main">
            <a:off x="2171700" y="8429625"/>
            <a:ext cx="1395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975" b="0">
                <a:solidFill>
                  <a:srgbClr val="FFFFFF"/>
                </a:solidFill>
                <a:latin typeface="Pretendard"/>
                <a:ea typeface="Pretendard"/>
                <a:cs typeface="Pretendard"/>
              </a:defRPr>
            </a:defPPr>
            <a:lvl1pPr algn="ctr">
              <a:defRPr sz="3975" b="0">
                <a:solidFill>
                  <a:srgbClr val="FFFFFF"/>
                </a:solidFill>
                <a:latin typeface="Pretendard"/>
                <a:ea typeface="Pretendard"/>
                <a:cs typeface="Pretendard"/>
              </a:defRPr>
            </a:lvl1pPr>
            <a:lvl2pPr algn="ctr">
              <a:defRPr sz="3975" b="0">
                <a:solidFill>
                  <a:srgbClr val="FFFFFF"/>
                </a:solidFill>
                <a:latin typeface="Pretendard"/>
                <a:ea typeface="Pretendard"/>
                <a:cs typeface="Pretendard"/>
              </a:defRPr>
            </a:lvl2pPr>
            <a:lvl3pPr algn="ctr">
              <a:defRPr sz="3975" b="0">
                <a:solidFill>
                  <a:srgbClr val="FFFFFF"/>
                </a:solidFill>
                <a:latin typeface="Pretendard"/>
                <a:ea typeface="Pretendard"/>
                <a:cs typeface="Pretendard"/>
              </a:defRPr>
            </a:lvl3pPr>
            <a:lvl4pPr algn="ctr">
              <a:defRPr sz="3975" b="0">
                <a:solidFill>
                  <a:srgbClr val="FFFFFF"/>
                </a:solidFill>
                <a:latin typeface="Pretendard"/>
                <a:ea typeface="Pretendard"/>
                <a:cs typeface="Pretendard"/>
              </a:defRPr>
            </a:lvl4pPr>
            <a:lvl5pPr algn="ctr">
              <a:defRPr sz="3975" b="0">
                <a:solidFill>
                  <a:srgbClr val="FFFFFF"/>
                </a:solidFill>
                <a:latin typeface="Pretendard"/>
                <a:ea typeface="Pretendard"/>
                <a:cs typeface="Pretendard"/>
              </a:defRPr>
            </a:lvl5pPr>
            <a:lvl6pPr algn="ctr">
              <a:defRPr sz="3975" b="0">
                <a:solidFill>
                  <a:srgbClr val="FFFFFF"/>
                </a:solidFill>
                <a:latin typeface="Pretendard"/>
                <a:ea typeface="Pretendard"/>
                <a:cs typeface="Pretendard"/>
              </a:defRPr>
            </a:lvl6pPr>
            <a:lvl7pPr algn="ctr">
              <a:defRPr sz="3975" b="0">
                <a:solidFill>
                  <a:srgbClr val="FFFFFF"/>
                </a:solidFill>
                <a:latin typeface="Pretendard"/>
                <a:ea typeface="Pretendard"/>
                <a:cs typeface="Pretendard"/>
              </a:defRPr>
            </a:lvl7pPr>
            <a:lvl8pPr algn="ctr">
              <a:defRPr sz="3975" b="0">
                <a:solidFill>
                  <a:srgbClr val="FFFFFF"/>
                </a:solidFill>
                <a:latin typeface="Pretendard"/>
                <a:ea typeface="Pretendard"/>
                <a:cs typeface="Pretendard"/>
              </a:defRPr>
            </a:lvl8pPr>
            <a:lvl9pPr algn="ctr">
              <a:defRPr sz="3975" b="0">
                <a:solidFill>
                  <a:srgbClr val="FFFFFF"/>
                </a:solidFill>
                <a:latin typeface="Pretendard"/>
                <a:ea typeface="Pretendard"/>
                <a:cs typeface="Pretendard"/>
              </a:defRPr>
            </a:lvl9pPr>
          </a:lstStyle>
          <a:p xmlns:a="http://schemas.openxmlformats.org/drawingml/2006/main">
            <a:pPr algn="ctr">
              <a:defRPr sz="3975" b="0">
                <a:solidFill>
                  <a:srgbClr val="FFFFFF"/>
                </a:solidFill>
                <a:latin typeface="Pretendard"/>
                <a:ea typeface="Pretendard"/>
                <a:cs typeface="Pretendard"/>
              </a:defRPr>
            </a:pPr>
            <a:r>
              <a:t>Δ</a:t>
            </a:r>
            <a:r>
              <a:rPr i="1">
                <a:latin typeface="Pretendard"/>
                <a:ea typeface="Pretendard"/>
                <a:cs typeface="Pretendard"/>
              </a:rPr>
              <a:t>H</a:t>
            </a:r>
            <a:r>
              <a:t>₃</a:t>
            </a:r>
            <a:r>
              <a:t> = −393.5 − (−283.0) = </a:t>
            </a:r>
            <a:r>
              <a:rPr b="1">
                <a:solidFill>
                  <a:srgbClr val="9FFF68"/>
                </a:solidFill>
              </a:rPr>
              <a:t>−110.5 kJ</a:t>
            </a:r>
          </a:p>
        </p:txBody>
      </p:sp>
    </p:spTree>
    <p:extLst>
      <p:ext uri="{BB962C8B-B14F-4D97-AF65-F5344CB8AC3E}">
        <p14:creationId xmlns:p14="http://schemas.microsoft.com/office/powerpoint/2010/main" val="106525260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6F7FF338-A2C6-4557-8CB1-31B192AF65E2}"/>
              </a:ext>
            </a:extLst>
          </p:cNvPr>
          <p:cNvPicPr>
            <a:picLocks xmlns:a="http://schemas.openxmlformats.org/drawingml/2006/main" noChangeAspect="1"/>
          </p:cNvPicPr>
          <p:nvPr/>
        </p:nvPicPr>
        <p:blipFill>
          <a:blip xmlns:r="http://schemas.openxmlformats.org/officeDocument/2006/relationships" xmlns:a="http://schemas.openxmlformats.org/drawingml/2006/main" r:embed="R7da44af5442d40f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F3BA7B3-8B53-439E-9C83-0E24AF36BE8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65601D0-1567-4AD3-91C3-5BA861A0045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8BBC731B-8269-44A8-A479-EBCB661C9F6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B81680A-08DA-457B-B029-5307D1C8A45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F05E4D77-0546-4756-A019-662A42183DC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DEB7B3F6-637B-4A0F-9A20-484C4585C6D9}"/>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C9EC8EA8-7B50-4138-B1E2-505FC0B1077C}"/>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008C6011-B659-4546-8D57-57D3AD2940EC}"/>
              </a:ext>
            </a:extLst>
          </p:cNvPr>
          <p:cNvPicPr>
            <a:picLocks xmlns:a="http://schemas.openxmlformats.org/drawingml/2006/main" noChangeAspect="1"/>
          </p:cNvPicPr>
          <p:nvPr/>
        </p:nvPicPr>
        <p:blipFill>
          <a:blip xmlns:r="http://schemas.openxmlformats.org/officeDocument/2006/relationships" xmlns:a="http://schemas.openxmlformats.org/drawingml/2006/main" r:embed="Rda788666443a42be"/>
          <a:stretch xmlns:a="http://schemas.openxmlformats.org/drawingml/2006/main"/>
        </p:blipFill>
        <p:spPr>
          <a:xfrm xmlns:a="http://schemas.openxmlformats.org/drawingml/2006/main">
            <a:off x="2276475" y="5581654"/>
            <a:ext cx="7246620" cy="1009641"/>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A3A03796-C04E-4227-8FE3-8749E7C3A5B5}"/>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F5F5F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3CA8DDA2-3C82-4B3F-98D5-EF109BAAA986}"/>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rPr sz="3150" b="0">
                <a:solidFill>
                  <a:srgbClr val="000000"/>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64B3F66B-BA61-43D7-8158-EA7D3BA4AA76}"/>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t>헤스 법칙으로 두 물질 사이의 </a:t>
            </a:r>
            <a:r>
              <a:t>Δ</a:t>
            </a:r>
            <a:r>
              <a:rPr i="1">
                <a:latin typeface="Pretendard"/>
                <a:ea typeface="Pretendard"/>
                <a:cs typeface="Pretendard"/>
              </a:rPr>
              <a:t>H</a:t>
            </a:r>
            <a:r>
              <a:t>를 구한다.</a:t>
            </a:r>
          </a:p>
        </p:txBody>
      </p:sp>
      <p:pic>
        <p:nvPicPr>
          <p:cNvPr id="13" name="">
            <a:extLst xmlns:a="http://schemas.openxmlformats.org/drawingml/2006/main">
              <a:ext uri="{FF2B5EF4-FFF2-40B4-BE49-F238E27FC236}">
                <a16:creationId xmlns:a16="http://schemas.microsoft.com/office/drawing/2014/main" id="{D52A3B78-CE27-403C-B5FE-105FE72AAD38}"/>
              </a:ext>
            </a:extLst>
          </p:cNvPr>
          <p:cNvPicPr>
            <a:picLocks xmlns:a="http://schemas.openxmlformats.org/drawingml/2006/main" noChangeAspect="1"/>
          </p:cNvPicPr>
          <p:nvPr/>
        </p:nvPicPr>
        <p:blipFill>
          <a:blip xmlns:r="http://schemas.openxmlformats.org/officeDocument/2006/relationships" xmlns:a="http://schemas.openxmlformats.org/drawingml/2006/main" r:embed="Rc5829e83232e4fce"/>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spTree>
    <p:extLst>
      <p:ext uri="{BB962C8B-B14F-4D97-AF65-F5344CB8AC3E}">
        <p14:creationId xmlns:p14="http://schemas.microsoft.com/office/powerpoint/2010/main" val="66103283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F0BB8EF0-FCB7-4D9A-8F7E-BE14A7442142}"/>
              </a:ext>
            </a:extLst>
          </p:cNvPr>
          <p:cNvPicPr>
            <a:picLocks xmlns:a="http://schemas.openxmlformats.org/drawingml/2006/main" noChangeAspect="1"/>
          </p:cNvPicPr>
          <p:nvPr/>
        </p:nvPicPr>
        <p:blipFill>
          <a:blip xmlns:r="http://schemas.openxmlformats.org/officeDocument/2006/relationships" xmlns:a="http://schemas.openxmlformats.org/drawingml/2006/main" r:embed="R6a098631318c43d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1D96754-8C09-47BE-B79D-E87C8D3D34B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5685B4F-8746-4D7A-9069-ACD7489DF48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7A1A092E-1622-471C-94D3-F5E9AEBFFDF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377E0D1-C3D4-4A37-998F-6C284ECF524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957995F6-EE7A-4124-9CE4-090C7B62F00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연소열의 차이로 구한다</a:t>
            </a:r>
          </a:p>
        </p:txBody>
      </p:sp>
      <p:sp>
        <p:nvSpPr>
          <p:cNvPr id="7" name="text">
            <a:extLst xmlns:a="http://schemas.openxmlformats.org/drawingml/2006/main">
              <a:ext uri="{FF2B5EF4-FFF2-40B4-BE49-F238E27FC236}">
                <a16:creationId xmlns:a16="http://schemas.microsoft.com/office/drawing/2014/main" id="{DB8B4419-3017-4985-AC90-C2DF9DF47C25}"/>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25 °C, 1기압에서 같은 생성물 CO₂가 생기는 두 연소 반응을 비교한다.</a:t>
            </a:r>
          </a:p>
        </p:txBody>
      </p:sp>
      <p:pic>
        <p:nvPicPr>
          <p:cNvPr id="8" name="">
            <a:extLst xmlns:a="http://schemas.openxmlformats.org/drawingml/2006/main">
              <a:ext uri="{FF2B5EF4-FFF2-40B4-BE49-F238E27FC236}">
                <a16:creationId xmlns:a16="http://schemas.microsoft.com/office/drawing/2014/main" id="{3EB07EBD-8E5D-4109-88A0-BF79485A1B05}"/>
              </a:ext>
            </a:extLst>
          </p:cNvPr>
          <p:cNvPicPr>
            <a:picLocks xmlns:a="http://schemas.openxmlformats.org/drawingml/2006/main" noChangeAspect="1"/>
          </p:cNvPicPr>
          <p:nvPr/>
        </p:nvPicPr>
        <p:blipFill>
          <a:blip xmlns:r="http://schemas.openxmlformats.org/officeDocument/2006/relationships" xmlns:a="http://schemas.openxmlformats.org/drawingml/2006/main" r:embed="R6fa6ac5ffbc442a1"/>
          <a:stretch xmlns:a="http://schemas.openxmlformats.org/drawingml/2006/main"/>
        </p:blipFill>
        <p:spPr>
          <a:xfrm xmlns:a="http://schemas.openxmlformats.org/drawingml/2006/main">
            <a:off x="1905000" y="5220667"/>
            <a:ext cx="11858625" cy="90294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BFD32224-D2F9-46B9-819D-2E09F82BC649}"/>
              </a:ext>
            </a:extLst>
          </p:cNvPr>
          <p:cNvPicPr>
            <a:picLocks xmlns:a="http://schemas.openxmlformats.org/drawingml/2006/main" noChangeAspect="1"/>
          </p:cNvPicPr>
          <p:nvPr/>
        </p:nvPicPr>
        <p:blipFill>
          <a:blip xmlns:r="http://schemas.openxmlformats.org/officeDocument/2006/relationships" xmlns:a="http://schemas.openxmlformats.org/drawingml/2006/main" r:embed="Ra9e2890cc1f84b06"/>
          <a:stretch xmlns:a="http://schemas.openxmlformats.org/drawingml/2006/main"/>
        </p:blipFill>
        <p:spPr>
          <a:xfrm xmlns:a="http://schemas.openxmlformats.org/drawingml/2006/main">
            <a:off x="1905000" y="6354068"/>
            <a:ext cx="14449425" cy="903089"/>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81F0AEC7-EC43-429E-80B5-A5735531C5C1}"/>
              </a:ext>
            </a:extLst>
          </p:cNvPr>
          <p:cNvSpPr>
            <a:spLocks xmlns:a="http://schemas.openxmlformats.org/drawingml/2006/main" noGrp="1"/>
          </p:cNvSpPr>
          <p:nvPr/>
        </p:nvSpPr>
        <p:spPr>
          <a:xfrm xmlns:a="http://schemas.openxmlformats.org/drawingml/2006/main">
            <a:off x="2000250" y="7620000"/>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위 식에서 아래 식을 빼면 흑연 → 다이아몬드 반응이 된다.</a:t>
            </a:r>
          </a:p>
        </p:txBody>
      </p:sp>
      <p:sp>
        <p:nvSpPr>
          <p:cNvPr id="11" name="해석·결론">
            <a:extLst xmlns:a="http://schemas.openxmlformats.org/drawingml/2006/main">
              <a:ext uri="{FF2B5EF4-FFF2-40B4-BE49-F238E27FC236}">
                <a16:creationId xmlns:a16="http://schemas.microsoft.com/office/drawing/2014/main" id="{693510A5-3317-4053-AA26-4911997536C7}"/>
              </a:ext>
            </a:extLst>
          </p:cNvPr>
          <p:cNvSpPr>
            <a:spLocks xmlns:a="http://schemas.openxmlformats.org/drawingml/2006/main" noGrp="1"/>
          </p:cNvSpPr>
          <p:nvPr/>
        </p:nvSpPr>
        <p:spPr>
          <a:xfrm xmlns:a="http://schemas.openxmlformats.org/drawingml/2006/main">
            <a:off x="1828800" y="852487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6EAAF939-E55A-4BE9-BEB9-93F7531914B9}"/>
              </a:ext>
            </a:extLst>
          </p:cNvPr>
          <p:cNvSpPr>
            <a:spLocks xmlns:a="http://schemas.openxmlformats.org/drawingml/2006/main" noGrp="1"/>
          </p:cNvSpPr>
          <p:nvPr/>
        </p:nvSpPr>
        <p:spPr>
          <a:xfrm xmlns:a="http://schemas.openxmlformats.org/drawingml/2006/main">
            <a:off x="2143125" y="86010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−393.5 − (−395.4) = +1.9 kJ</a:t>
            </a:r>
          </a:p>
        </p:txBody>
      </p:sp>
    </p:spTree>
    <p:extLst>
      <p:ext uri="{BB962C8B-B14F-4D97-AF65-F5344CB8AC3E}">
        <p14:creationId xmlns:p14="http://schemas.microsoft.com/office/powerpoint/2010/main" val="179164037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F797ABC3-C643-4909-A0C1-2CA6BC5C13B3}"/>
              </a:ext>
            </a:extLst>
          </p:cNvPr>
          <p:cNvPicPr>
            <a:picLocks xmlns:a="http://schemas.openxmlformats.org/drawingml/2006/main" noChangeAspect="1"/>
          </p:cNvPicPr>
          <p:nvPr/>
        </p:nvPicPr>
        <p:blipFill>
          <a:blip xmlns:r="http://schemas.openxmlformats.org/officeDocument/2006/relationships" xmlns:a="http://schemas.openxmlformats.org/drawingml/2006/main" r:embed="Rf3bb4dd7d854494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1C17780-8E5B-492C-8B98-D169071AC95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7F53235-8074-4D0B-A6ED-E6A99337FD9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B8507A6D-901A-4906-AF41-2CA27FBF247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538DCB1-E64A-4E22-85B7-8A8545372F2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5298234A-86E7-4331-B90D-77863065043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헤스 법칙 계산의 순서</a:t>
            </a:r>
          </a:p>
        </p:txBody>
      </p:sp>
      <p:sp>
        <p:nvSpPr>
          <p:cNvPr id="7" name="R05-29 번호 표제 상자">
            <a:extLst xmlns:a="http://schemas.openxmlformats.org/drawingml/2006/main">
              <a:ext uri="{FF2B5EF4-FFF2-40B4-BE49-F238E27FC236}">
                <a16:creationId xmlns:a16="http://schemas.microsoft.com/office/drawing/2014/main" id="{57CE1211-62B8-4B78-A0F1-F8CEB4EA8649}"/>
              </a:ext>
            </a:extLst>
          </p:cNvPr>
          <p:cNvSpPr>
            <a:spLocks xmlns:a="http://schemas.openxmlformats.org/drawingml/2006/main" noGrp="1"/>
          </p:cNvSpPr>
          <p:nvPr/>
        </p:nvSpPr>
        <p:spPr>
          <a:xfrm xmlns:a="http://schemas.openxmlformats.org/drawingml/2006/main">
            <a:off x="1905000" y="413385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7F66390D-101A-4401-82DC-581EE266E60C}"/>
              </a:ext>
            </a:extLst>
          </p:cNvPr>
          <p:cNvSpPr>
            <a:spLocks xmlns:a="http://schemas.openxmlformats.org/drawingml/2006/main" noGrp="1"/>
          </p:cNvSpPr>
          <p:nvPr/>
        </p:nvSpPr>
        <p:spPr>
          <a:xfrm xmlns:a="http://schemas.openxmlformats.org/drawingml/2006/main">
            <a:off x="2133600" y="436245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01</a:t>
            </a:r>
          </a:p>
        </p:txBody>
      </p:sp>
      <p:sp>
        <p:nvSpPr>
          <p:cNvPr id="9" name="rich">
            <a:extLst xmlns:a="http://schemas.openxmlformats.org/drawingml/2006/main">
              <a:ext uri="{FF2B5EF4-FFF2-40B4-BE49-F238E27FC236}">
                <a16:creationId xmlns:a16="http://schemas.microsoft.com/office/drawing/2014/main" id="{1EBE3A99-EE4B-41CE-8204-CF4A9534DCBE}"/>
              </a:ext>
            </a:extLst>
          </p:cNvPr>
          <p:cNvSpPr>
            <a:spLocks xmlns:a="http://schemas.openxmlformats.org/drawingml/2006/main" noGrp="1"/>
          </p:cNvSpPr>
          <p:nvPr/>
        </p:nvSpPr>
        <p:spPr>
          <a:xfrm xmlns:a="http://schemas.openxmlformats.org/drawingml/2006/main">
            <a:off x="2952750" y="432435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목표식 확인</a:t>
            </a:r>
          </a:p>
        </p:txBody>
      </p:sp>
      <p:sp>
        <p:nvSpPr>
          <p:cNvPr id="10" name="R05-29 대응 설명 상자">
            <a:extLst xmlns:a="http://schemas.openxmlformats.org/drawingml/2006/main">
              <a:ext uri="{FF2B5EF4-FFF2-40B4-BE49-F238E27FC236}">
                <a16:creationId xmlns:a16="http://schemas.microsoft.com/office/drawing/2014/main" id="{EBE7DC90-6150-456E-98E1-D6693C6DA363}"/>
              </a:ext>
            </a:extLst>
          </p:cNvPr>
          <p:cNvSpPr>
            <a:spLocks xmlns:a="http://schemas.openxmlformats.org/drawingml/2006/main" noGrp="1"/>
          </p:cNvSpPr>
          <p:nvPr/>
        </p:nvSpPr>
        <p:spPr>
          <a:xfrm xmlns:a="http://schemas.openxmlformats.org/drawingml/2006/main">
            <a:off x="6581775" y="413385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3C478649-B696-48B6-A8E8-47D10A8BE1F8}"/>
              </a:ext>
            </a:extLst>
          </p:cNvPr>
          <p:cNvSpPr>
            <a:spLocks xmlns:a="http://schemas.openxmlformats.org/drawingml/2006/main" noGrp="1"/>
          </p:cNvSpPr>
          <p:nvPr/>
        </p:nvSpPr>
        <p:spPr>
          <a:xfrm xmlns:a="http://schemas.openxmlformats.org/drawingml/2006/main">
            <a:off x="6905625" y="432435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구하려는 반응의 물질·위치·계수를 확인한다.</a:t>
            </a:r>
          </a:p>
        </p:txBody>
      </p:sp>
      <p:sp>
        <p:nvSpPr>
          <p:cNvPr id="12" name="R05-29 번호 표제 상자">
            <a:extLst xmlns:a="http://schemas.openxmlformats.org/drawingml/2006/main">
              <a:ext uri="{FF2B5EF4-FFF2-40B4-BE49-F238E27FC236}">
                <a16:creationId xmlns:a16="http://schemas.microsoft.com/office/drawing/2014/main" id="{D4BBCE43-1E65-41D8-8F06-B9F8C8E90578}"/>
              </a:ext>
            </a:extLst>
          </p:cNvPr>
          <p:cNvSpPr>
            <a:spLocks xmlns:a="http://schemas.openxmlformats.org/drawingml/2006/main" noGrp="1"/>
          </p:cNvSpPr>
          <p:nvPr/>
        </p:nvSpPr>
        <p:spPr>
          <a:xfrm xmlns:a="http://schemas.openxmlformats.org/drawingml/2006/main">
            <a:off x="1905000" y="541020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19F4DFC5-5AE8-457A-9C19-27ED109CAA9D}"/>
              </a:ext>
            </a:extLst>
          </p:cNvPr>
          <p:cNvSpPr>
            <a:spLocks xmlns:a="http://schemas.openxmlformats.org/drawingml/2006/main" noGrp="1"/>
          </p:cNvSpPr>
          <p:nvPr/>
        </p:nvSpPr>
        <p:spPr>
          <a:xfrm xmlns:a="http://schemas.openxmlformats.org/drawingml/2006/main">
            <a:off x="2133600" y="563880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02</a:t>
            </a:r>
          </a:p>
        </p:txBody>
      </p:sp>
      <p:sp>
        <p:nvSpPr>
          <p:cNvPr id="14" name="rich">
            <a:extLst xmlns:a="http://schemas.openxmlformats.org/drawingml/2006/main">
              <a:ext uri="{FF2B5EF4-FFF2-40B4-BE49-F238E27FC236}">
                <a16:creationId xmlns:a16="http://schemas.microsoft.com/office/drawing/2014/main" id="{804FEF7D-00D8-437E-87FA-4E466538468A}"/>
              </a:ext>
            </a:extLst>
          </p:cNvPr>
          <p:cNvSpPr>
            <a:spLocks xmlns:a="http://schemas.openxmlformats.org/drawingml/2006/main" noGrp="1"/>
          </p:cNvSpPr>
          <p:nvPr/>
        </p:nvSpPr>
        <p:spPr>
          <a:xfrm xmlns:a="http://schemas.openxmlformats.org/drawingml/2006/main">
            <a:off x="2952750" y="560070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방향·계수 조절</a:t>
            </a:r>
          </a:p>
        </p:txBody>
      </p:sp>
      <p:sp>
        <p:nvSpPr>
          <p:cNvPr id="15" name="R05-29 대응 설명 상자">
            <a:extLst xmlns:a="http://schemas.openxmlformats.org/drawingml/2006/main">
              <a:ext uri="{FF2B5EF4-FFF2-40B4-BE49-F238E27FC236}">
                <a16:creationId xmlns:a16="http://schemas.microsoft.com/office/drawing/2014/main" id="{430F666F-22F3-4789-B20A-9BD496613545}"/>
              </a:ext>
            </a:extLst>
          </p:cNvPr>
          <p:cNvSpPr>
            <a:spLocks xmlns:a="http://schemas.openxmlformats.org/drawingml/2006/main" noGrp="1"/>
          </p:cNvSpPr>
          <p:nvPr/>
        </p:nvSpPr>
        <p:spPr>
          <a:xfrm xmlns:a="http://schemas.openxmlformats.org/drawingml/2006/main">
            <a:off x="6581775" y="541020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3F0FEDFA-BC47-4FB0-80D7-416317EB84C7}"/>
              </a:ext>
            </a:extLst>
          </p:cNvPr>
          <p:cNvSpPr>
            <a:spLocks xmlns:a="http://schemas.openxmlformats.org/drawingml/2006/main" noGrp="1"/>
          </p:cNvSpPr>
          <p:nvPr/>
        </p:nvSpPr>
        <p:spPr>
          <a:xfrm xmlns:a="http://schemas.openxmlformats.org/drawingml/2006/main">
            <a:off x="6905625" y="560070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주어진 식과 </a:t>
            </a:r>
            <a:r>
              <a:t>Δ</a:t>
            </a:r>
            <a:r>
              <a:rPr i="1">
                <a:latin typeface="Pretendard"/>
                <a:ea typeface="Pretendard"/>
                <a:cs typeface="Pretendard"/>
              </a:rPr>
              <a:t>H</a:t>
            </a:r>
            <a:r>
              <a:t>를 함께 바꾼다.</a:t>
            </a:r>
          </a:p>
        </p:txBody>
      </p:sp>
      <p:sp>
        <p:nvSpPr>
          <p:cNvPr id="17" name="R05-29 번호 표제 상자">
            <a:extLst xmlns:a="http://schemas.openxmlformats.org/drawingml/2006/main">
              <a:ext uri="{FF2B5EF4-FFF2-40B4-BE49-F238E27FC236}">
                <a16:creationId xmlns:a16="http://schemas.microsoft.com/office/drawing/2014/main" id="{7BCF0E07-2709-480E-A5C4-DC5758FE2DEE}"/>
              </a:ext>
            </a:extLst>
          </p:cNvPr>
          <p:cNvSpPr>
            <a:spLocks xmlns:a="http://schemas.openxmlformats.org/drawingml/2006/main" noGrp="1"/>
          </p:cNvSpPr>
          <p:nvPr/>
        </p:nvSpPr>
        <p:spPr>
          <a:xfrm xmlns:a="http://schemas.openxmlformats.org/drawingml/2006/main">
            <a:off x="1905000" y="668655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CFC8688F-800E-424F-A871-62BC520EFDD6}"/>
              </a:ext>
            </a:extLst>
          </p:cNvPr>
          <p:cNvSpPr>
            <a:spLocks xmlns:a="http://schemas.openxmlformats.org/drawingml/2006/main" noGrp="1"/>
          </p:cNvSpPr>
          <p:nvPr/>
        </p:nvSpPr>
        <p:spPr>
          <a:xfrm xmlns:a="http://schemas.openxmlformats.org/drawingml/2006/main">
            <a:off x="2133600" y="691515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03</a:t>
            </a:r>
          </a:p>
        </p:txBody>
      </p:sp>
      <p:sp>
        <p:nvSpPr>
          <p:cNvPr id="19" name="rich">
            <a:extLst xmlns:a="http://schemas.openxmlformats.org/drawingml/2006/main">
              <a:ext uri="{FF2B5EF4-FFF2-40B4-BE49-F238E27FC236}">
                <a16:creationId xmlns:a16="http://schemas.microsoft.com/office/drawing/2014/main" id="{528B8A6A-7F73-47AF-BE2F-1B4F17C85333}"/>
              </a:ext>
            </a:extLst>
          </p:cNvPr>
          <p:cNvSpPr>
            <a:spLocks xmlns:a="http://schemas.openxmlformats.org/drawingml/2006/main" noGrp="1"/>
          </p:cNvSpPr>
          <p:nvPr/>
        </p:nvSpPr>
        <p:spPr>
          <a:xfrm xmlns:a="http://schemas.openxmlformats.org/drawingml/2006/main">
            <a:off x="2952750" y="687705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중간 물질 소거</a:t>
            </a:r>
          </a:p>
        </p:txBody>
      </p:sp>
      <p:sp>
        <p:nvSpPr>
          <p:cNvPr id="20" name="R05-29 대응 설명 상자">
            <a:extLst xmlns:a="http://schemas.openxmlformats.org/drawingml/2006/main">
              <a:ext uri="{FF2B5EF4-FFF2-40B4-BE49-F238E27FC236}">
                <a16:creationId xmlns:a16="http://schemas.microsoft.com/office/drawing/2014/main" id="{277E38F4-8965-4D27-8AE9-9E298DE3A6A5}"/>
              </a:ext>
            </a:extLst>
          </p:cNvPr>
          <p:cNvSpPr>
            <a:spLocks xmlns:a="http://schemas.openxmlformats.org/drawingml/2006/main" noGrp="1"/>
          </p:cNvSpPr>
          <p:nvPr/>
        </p:nvSpPr>
        <p:spPr>
          <a:xfrm xmlns:a="http://schemas.openxmlformats.org/drawingml/2006/main">
            <a:off x="6581775" y="668655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21" name="rich">
            <a:extLst xmlns:a="http://schemas.openxmlformats.org/drawingml/2006/main">
              <a:ext uri="{FF2B5EF4-FFF2-40B4-BE49-F238E27FC236}">
                <a16:creationId xmlns:a16="http://schemas.microsoft.com/office/drawing/2014/main" id="{B06C815A-0DB6-4173-AD72-C1AA63DA7D1F}"/>
              </a:ext>
            </a:extLst>
          </p:cNvPr>
          <p:cNvSpPr>
            <a:spLocks xmlns:a="http://schemas.openxmlformats.org/drawingml/2006/main" noGrp="1"/>
          </p:cNvSpPr>
          <p:nvPr/>
        </p:nvSpPr>
        <p:spPr>
          <a:xfrm xmlns:a="http://schemas.openxmlformats.org/drawingml/2006/main">
            <a:off x="6905625" y="687705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종류·상태·양이 같은 항을 소거한다.</a:t>
            </a:r>
          </a:p>
        </p:txBody>
      </p:sp>
      <p:sp>
        <p:nvSpPr>
          <p:cNvPr id="22" name="R05-29 번호 표제 상자">
            <a:extLst xmlns:a="http://schemas.openxmlformats.org/drawingml/2006/main">
              <a:ext uri="{FF2B5EF4-FFF2-40B4-BE49-F238E27FC236}">
                <a16:creationId xmlns:a16="http://schemas.microsoft.com/office/drawing/2014/main" id="{32D05C45-2DE0-46E2-8E1F-D7B75A32DC67}"/>
              </a:ext>
            </a:extLst>
          </p:cNvPr>
          <p:cNvSpPr>
            <a:spLocks xmlns:a="http://schemas.openxmlformats.org/drawingml/2006/main" noGrp="1"/>
          </p:cNvSpPr>
          <p:nvPr/>
        </p:nvSpPr>
        <p:spPr>
          <a:xfrm xmlns:a="http://schemas.openxmlformats.org/drawingml/2006/main">
            <a:off x="1905000" y="796290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9EB12F0A-1DD1-43A5-9476-D9D8863C526D}"/>
              </a:ext>
            </a:extLst>
          </p:cNvPr>
          <p:cNvSpPr>
            <a:spLocks xmlns:a="http://schemas.openxmlformats.org/drawingml/2006/main" noGrp="1"/>
          </p:cNvSpPr>
          <p:nvPr/>
        </p:nvSpPr>
        <p:spPr>
          <a:xfrm xmlns:a="http://schemas.openxmlformats.org/drawingml/2006/main">
            <a:off x="2133600" y="819150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04</a:t>
            </a:r>
          </a:p>
        </p:txBody>
      </p:sp>
      <p:sp>
        <p:nvSpPr>
          <p:cNvPr id="24" name="rich">
            <a:extLst xmlns:a="http://schemas.openxmlformats.org/drawingml/2006/main">
              <a:ext uri="{FF2B5EF4-FFF2-40B4-BE49-F238E27FC236}">
                <a16:creationId xmlns:a16="http://schemas.microsoft.com/office/drawing/2014/main" id="{D0987A3C-728B-4C2F-8DEA-407B1880F378}"/>
              </a:ext>
            </a:extLst>
          </p:cNvPr>
          <p:cNvSpPr>
            <a:spLocks xmlns:a="http://schemas.openxmlformats.org/drawingml/2006/main" noGrp="1"/>
          </p:cNvSpPr>
          <p:nvPr/>
        </p:nvSpPr>
        <p:spPr>
          <a:xfrm xmlns:a="http://schemas.openxmlformats.org/drawingml/2006/main">
            <a:off x="2952750" y="815340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Δ</a:t>
            </a:r>
            <a:r>
              <a:rPr i="1">
                <a:latin typeface="Pretendard"/>
                <a:ea typeface="Pretendard"/>
                <a:cs typeface="Pretendard"/>
              </a:rPr>
              <a:t>H</a:t>
            </a:r>
            <a:r>
              <a:t> 계산·검산</a:t>
            </a:r>
          </a:p>
        </p:txBody>
      </p:sp>
      <p:sp>
        <p:nvSpPr>
          <p:cNvPr id="25" name="R05-29 대응 설명 상자">
            <a:extLst xmlns:a="http://schemas.openxmlformats.org/drawingml/2006/main">
              <a:ext uri="{FF2B5EF4-FFF2-40B4-BE49-F238E27FC236}">
                <a16:creationId xmlns:a16="http://schemas.microsoft.com/office/drawing/2014/main" id="{5A1B9A02-BE5B-400E-8C19-8ECA073530B3}"/>
              </a:ext>
            </a:extLst>
          </p:cNvPr>
          <p:cNvSpPr>
            <a:spLocks xmlns:a="http://schemas.openxmlformats.org/drawingml/2006/main" noGrp="1"/>
          </p:cNvSpPr>
          <p:nvPr/>
        </p:nvSpPr>
        <p:spPr>
          <a:xfrm xmlns:a="http://schemas.openxmlformats.org/drawingml/2006/main">
            <a:off x="6581775" y="796290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26" name="rich">
            <a:extLst xmlns:a="http://schemas.openxmlformats.org/drawingml/2006/main">
              <a:ext uri="{FF2B5EF4-FFF2-40B4-BE49-F238E27FC236}">
                <a16:creationId xmlns:a16="http://schemas.microsoft.com/office/drawing/2014/main" id="{BE4102FB-D76E-4209-980B-68BD49F2F632}"/>
              </a:ext>
            </a:extLst>
          </p:cNvPr>
          <p:cNvSpPr>
            <a:spLocks xmlns:a="http://schemas.openxmlformats.org/drawingml/2006/main" noGrp="1"/>
          </p:cNvSpPr>
          <p:nvPr/>
        </p:nvSpPr>
        <p:spPr>
          <a:xfrm xmlns:a="http://schemas.openxmlformats.org/drawingml/2006/main">
            <a:off x="6905625" y="815340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남은 반응식과 부호·단위를 확인한다.</a:t>
            </a:r>
          </a:p>
        </p:txBody>
      </p:sp>
    </p:spTree>
    <p:extLst>
      <p:ext uri="{BB962C8B-B14F-4D97-AF65-F5344CB8AC3E}">
        <p14:creationId xmlns:p14="http://schemas.microsoft.com/office/powerpoint/2010/main" val="3207431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F44198CB-0D10-4A7F-9C3A-29AA1D1E5C3B}"/>
              </a:ext>
            </a:extLst>
          </p:cNvPr>
          <p:cNvPicPr>
            <a:picLocks xmlns:a="http://schemas.openxmlformats.org/drawingml/2006/main" noChangeAspect="1"/>
          </p:cNvPicPr>
          <p:nvPr/>
        </p:nvPicPr>
        <p:blipFill>
          <a:blip xmlns:r="http://schemas.openxmlformats.org/officeDocument/2006/relationships" xmlns:a="http://schemas.openxmlformats.org/drawingml/2006/main" r:embed="Rcbc9221bae9d469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09D1FD5-4C8D-4F29-BC05-5AE6D109452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8222BA4-3B7E-4B7F-8E15-0936A0E1C97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98E527AD-63FB-4223-8CAA-BD4AB9373A1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F3EB41A-FBFA-45E8-9041-BCCD68EC664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BB9EC647-40C4-422D-9F48-CAE3AC145FE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SO₂가 SO₃로 바뀔 때</a:t>
            </a:r>
          </a:p>
        </p:txBody>
      </p:sp>
      <p:sp>
        <p:nvSpPr>
          <p:cNvPr id="7" name="text">
            <a:extLst xmlns:a="http://schemas.openxmlformats.org/drawingml/2006/main">
              <a:ext uri="{FF2B5EF4-FFF2-40B4-BE49-F238E27FC236}">
                <a16:creationId xmlns:a16="http://schemas.microsoft.com/office/drawing/2014/main" id="{CB902BC8-0EC8-469C-BE26-17B785D156BC}"/>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b="0">
                <a:solidFill>
                  <a:srgbClr val="777777"/>
                </a:solidFill>
              </a:rPr>
              <a:t>다음 두 반응을 이용하여 목표 반응의 </a:t>
            </a:r>
            <a:r>
              <a:rPr b="0">
                <a:solidFill>
                  <a:srgbClr val="777777"/>
                </a:solidFill>
              </a:rPr>
              <a:t>Δ</a:t>
            </a:r>
            <a:r>
              <a:rPr b="0" i="1">
                <a:solidFill>
                  <a:srgbClr val="777777"/>
                </a:solidFill>
                <a:latin typeface="Pretendard"/>
                <a:ea typeface="Pretendard"/>
                <a:cs typeface="Pretendard"/>
              </a:rPr>
              <a:t>H</a:t>
            </a:r>
            <a:r>
              <a:rPr b="0">
                <a:solidFill>
                  <a:srgbClr val="777777"/>
                </a:solidFill>
              </a:rPr>
              <a:t>를 구하시오.</a:t>
            </a:r>
          </a:p>
        </p:txBody>
      </p:sp>
      <p:pic>
        <p:nvPicPr>
          <p:cNvPr id="8" name="">
            <a:extLst xmlns:a="http://schemas.openxmlformats.org/drawingml/2006/main">
              <a:ext uri="{FF2B5EF4-FFF2-40B4-BE49-F238E27FC236}">
                <a16:creationId xmlns:a16="http://schemas.microsoft.com/office/drawing/2014/main" id="{009081CC-28B5-4BCA-ABD5-3D9F0AEC3037}"/>
              </a:ext>
            </a:extLst>
          </p:cNvPr>
          <p:cNvPicPr>
            <a:picLocks xmlns:a="http://schemas.openxmlformats.org/drawingml/2006/main" noChangeAspect="1"/>
          </p:cNvPicPr>
          <p:nvPr/>
        </p:nvPicPr>
        <p:blipFill>
          <a:blip xmlns:r="http://schemas.openxmlformats.org/officeDocument/2006/relationships" xmlns:a="http://schemas.openxmlformats.org/drawingml/2006/main" r:embed="R01f44c9e0e1d4339"/>
          <a:stretch xmlns:a="http://schemas.openxmlformats.org/drawingml/2006/main"/>
        </p:blipFill>
        <p:spPr>
          <a:xfrm xmlns:a="http://schemas.openxmlformats.org/drawingml/2006/main">
            <a:off x="2395728" y="4546473"/>
            <a:ext cx="13496544" cy="229057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9CAA1124-5DF0-4EF3-B0C4-AF4C27C1B52E}"/>
              </a:ext>
            </a:extLst>
          </p:cNvPr>
          <p:cNvSpPr>
            <a:spLocks xmlns:a="http://schemas.openxmlformats.org/drawingml/2006/main" noGrp="1"/>
          </p:cNvSpPr>
          <p:nvPr/>
        </p:nvSpPr>
        <p:spPr>
          <a:xfrm xmlns:a="http://schemas.openxmlformats.org/drawingml/2006/main">
            <a:off x="2247900" y="6957441"/>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 반응</a:t>
            </a:r>
          </a:p>
        </p:txBody>
      </p:sp>
      <p:pic>
        <p:nvPicPr>
          <p:cNvPr id="10" name="">
            <a:extLst xmlns:a="http://schemas.openxmlformats.org/drawingml/2006/main">
              <a:ext uri="{FF2B5EF4-FFF2-40B4-BE49-F238E27FC236}">
                <a16:creationId xmlns:a16="http://schemas.microsoft.com/office/drawing/2014/main" id="{1B37B73D-1AE4-470B-A4ED-E3E972BFD706}"/>
              </a:ext>
            </a:extLst>
          </p:cNvPr>
          <p:cNvPicPr>
            <a:picLocks xmlns:a="http://schemas.openxmlformats.org/drawingml/2006/main" noChangeAspect="1"/>
          </p:cNvPicPr>
          <p:nvPr/>
        </p:nvPicPr>
        <p:blipFill>
          <a:blip xmlns:r="http://schemas.openxmlformats.org/officeDocument/2006/relationships" xmlns:a="http://schemas.openxmlformats.org/drawingml/2006/main" r:embed="R977fd01fd1364508"/>
          <a:stretch xmlns:a="http://schemas.openxmlformats.org/drawingml/2006/main"/>
        </p:blipFill>
        <p:spPr>
          <a:xfrm xmlns:a="http://schemas.openxmlformats.org/drawingml/2006/main">
            <a:off x="5619750" y="6627495"/>
            <a:ext cx="11782044" cy="1549908"/>
          </a:xfrm>
          <a:prstGeom xmlns:a="http://schemas.openxmlformats.org/drawingml/2006/main" prst="rect">
            <a:avLst/>
          </a:prstGeom>
        </p:spPr>
      </p:pic>
    </p:spTree>
    <p:extLst>
      <p:ext uri="{BB962C8B-B14F-4D97-AF65-F5344CB8AC3E}">
        <p14:creationId xmlns:p14="http://schemas.microsoft.com/office/powerpoint/2010/main" val="183088143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28032A76-1D8C-4A58-B2CC-7DA67EEF49FC}"/>
              </a:ext>
            </a:extLst>
          </p:cNvPr>
          <p:cNvPicPr>
            <a:picLocks xmlns:a="http://schemas.openxmlformats.org/drawingml/2006/main" noChangeAspect="1"/>
          </p:cNvPicPr>
          <p:nvPr/>
        </p:nvPicPr>
        <p:blipFill>
          <a:blip xmlns:r="http://schemas.openxmlformats.org/officeDocument/2006/relationships" xmlns:a="http://schemas.openxmlformats.org/drawingml/2006/main" r:embed="Re25f5b4393ee47a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BA3F827-14BD-4EB6-B1D5-4B34B6115A6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30F4C75-3A21-42E7-B7A5-CCE3F534BA7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8BD2EC2D-A217-4B5F-8D1B-3D180749D88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EE7E8C8-175F-4E96-B916-FF82FD1DBDF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DD60846D-6A01-453E-A554-1C956E93EC6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반응식과 </a:t>
            </a:r>
            <a:r>
              <a:t>Δ</a:t>
            </a:r>
            <a:r>
              <a:rPr i="1">
                <a:latin typeface="Pretendard"/>
                <a:ea typeface="Pretendard"/>
                <a:cs typeface="Pretendard"/>
              </a:rPr>
              <a:t>H</a:t>
            </a:r>
            <a:r>
              <a:t>를 함께 검산</a:t>
            </a:r>
          </a:p>
        </p:txBody>
      </p:sp>
      <p:sp>
        <p:nvSpPr>
          <p:cNvPr id="7" name="text">
            <a:extLst xmlns:a="http://schemas.openxmlformats.org/drawingml/2006/main">
              <a:ext uri="{FF2B5EF4-FFF2-40B4-BE49-F238E27FC236}">
                <a16:creationId xmlns:a16="http://schemas.microsoft.com/office/drawing/2014/main" id="{8749C0EA-4819-422F-BA64-A37CF7622ABD}"/>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sz="2730" b="0">
                <a:solidFill>
                  <a:srgbClr val="777777"/>
                </a:solidFill>
                <a:latin typeface="Pretendard"/>
                <a:ea typeface="Pretendard"/>
                <a:cs typeface="Pretendard"/>
              </a:rPr>
              <a:t>첫 번째 반응식을 2배하여 두 번째 반응식에서 뺀다.</a:t>
            </a:r>
          </a:p>
        </p:txBody>
      </p:sp>
      <p:pic>
        <p:nvPicPr>
          <p:cNvPr id="8" name="">
            <a:extLst xmlns:a="http://schemas.openxmlformats.org/drawingml/2006/main">
              <a:ext uri="{FF2B5EF4-FFF2-40B4-BE49-F238E27FC236}">
                <a16:creationId xmlns:a16="http://schemas.microsoft.com/office/drawing/2014/main" id="{E84127B7-57CC-4977-8DD2-87DCB5033E4D}"/>
              </a:ext>
            </a:extLst>
          </p:cNvPr>
          <p:cNvPicPr>
            <a:picLocks xmlns:a="http://schemas.openxmlformats.org/drawingml/2006/main" noChangeAspect="1"/>
          </p:cNvPicPr>
          <p:nvPr/>
        </p:nvPicPr>
        <p:blipFill>
          <a:blip xmlns:r="http://schemas.openxmlformats.org/officeDocument/2006/relationships" xmlns:a="http://schemas.openxmlformats.org/drawingml/2006/main" r:embed="R0cbef6c9824545a0"/>
          <a:stretch xmlns:a="http://schemas.openxmlformats.org/drawingml/2006/main"/>
        </p:blipFill>
        <p:spPr>
          <a:xfrm xmlns:a="http://schemas.openxmlformats.org/drawingml/2006/main">
            <a:off x="2395728" y="4594098"/>
            <a:ext cx="13496544" cy="229057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C9848952-753A-4871-992D-BC0C6C54C1FE}"/>
              </a:ext>
            </a:extLst>
          </p:cNvPr>
          <p:cNvPicPr>
            <a:picLocks xmlns:a="http://schemas.openxmlformats.org/drawingml/2006/main" noChangeAspect="1"/>
          </p:cNvPicPr>
          <p:nvPr/>
        </p:nvPicPr>
        <p:blipFill>
          <a:blip xmlns:r="http://schemas.openxmlformats.org/officeDocument/2006/relationships" xmlns:a="http://schemas.openxmlformats.org/drawingml/2006/main" r:embed="Rbfa8e4a703d44940"/>
          <a:stretch xmlns:a="http://schemas.openxmlformats.org/drawingml/2006/main"/>
        </p:blipFill>
        <p:spPr>
          <a:xfrm xmlns:a="http://schemas.openxmlformats.org/drawingml/2006/main">
            <a:off x="3252978" y="6579870"/>
            <a:ext cx="11782044" cy="1549908"/>
          </a:xfrm>
          <a:prstGeom xmlns:a="http://schemas.openxmlformats.org/drawingml/2006/main" prst="rect">
            <a:avLst/>
          </a:prstGeom>
        </p:spPr>
      </p:pic>
      <p:sp>
        <p:nvSpPr>
          <p:cNvPr id="10" name="해석·결론">
            <a:extLst xmlns:a="http://schemas.openxmlformats.org/drawingml/2006/main">
              <a:ext uri="{FF2B5EF4-FFF2-40B4-BE49-F238E27FC236}">
                <a16:creationId xmlns:a16="http://schemas.microsoft.com/office/drawing/2014/main" id="{FA9D4024-5EB5-46F5-8D87-853D566578F8}"/>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1" name="반응식·수식">
            <a:extLst xmlns:a="http://schemas.openxmlformats.org/drawingml/2006/main">
              <a:ext uri="{FF2B5EF4-FFF2-40B4-BE49-F238E27FC236}">
                <a16:creationId xmlns:a16="http://schemas.microsoft.com/office/drawing/2014/main" id="{5C759859-F9F6-4DE5-AD2E-4363207E4B08}"/>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−791 − 2 × (−297) = −197 kJ</a:t>
            </a:r>
          </a:p>
        </p:txBody>
      </p:sp>
    </p:spTree>
    <p:extLst>
      <p:ext uri="{BB962C8B-B14F-4D97-AF65-F5344CB8AC3E}">
        <p14:creationId xmlns:p14="http://schemas.microsoft.com/office/powerpoint/2010/main" val="39341683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0E2E9520-91BC-4FC9-8A46-F40EB82C1E6F}"/>
              </a:ext>
            </a:extLst>
          </p:cNvPr>
          <p:cNvPicPr>
            <a:picLocks xmlns:a="http://schemas.openxmlformats.org/drawingml/2006/main" noChangeAspect="1"/>
          </p:cNvPicPr>
          <p:nvPr/>
        </p:nvPicPr>
        <p:blipFill>
          <a:blip xmlns:r="http://schemas.openxmlformats.org/officeDocument/2006/relationships" xmlns:a="http://schemas.openxmlformats.org/drawingml/2006/main" r:embed="Rdc498867fae1433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884B365-F54C-40D7-B8BC-51A4CB35A0C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7C52B86-BC13-4678-825B-451EBDAC956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5A2D1F9D-BB71-44C3-8BEA-847B3746C05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4409582-5292-4BF8-B96C-E31C1A80007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69B3BC5E-2669-496D-844B-43179CBB98A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38ECAF93-CDCD-4E6C-8C3C-2EEC4F5BABFE}"/>
              </a:ext>
            </a:extLst>
          </p:cNvPr>
          <p:cNvPicPr>
            <a:picLocks xmlns:a="http://schemas.openxmlformats.org/drawingml/2006/main" noChangeAspect="1"/>
          </p:cNvPicPr>
          <p:nvPr/>
        </p:nvPicPr>
        <p:blipFill>
          <a:blip xmlns:r="http://schemas.openxmlformats.org/officeDocument/2006/relationships" xmlns:a="http://schemas.openxmlformats.org/drawingml/2006/main" r:embed="Rbafc49dd6b6640fb"/>
          <a:stretch xmlns:a="http://schemas.openxmlformats.org/drawingml/2006/main"/>
        </p:blipFill>
        <p:spPr>
          <a:xfrm xmlns:a="http://schemas.openxmlformats.org/drawingml/2006/main">
            <a:off x="2286000" y="4917357"/>
            <a:ext cx="7334250" cy="330978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D2CB7729-F01B-4007-98AD-97F9E82C1915}"/>
              </a:ext>
            </a:extLst>
          </p:cNvPr>
          <p:cNvSpPr>
            <a:spLocks xmlns:a="http://schemas.openxmlformats.org/drawingml/2006/main" noGrp="1"/>
          </p:cNvSpPr>
          <p:nvPr/>
        </p:nvSpPr>
        <p:spPr>
          <a:xfrm xmlns:a="http://schemas.openxmlformats.org/drawingml/2006/main">
            <a:off x="10668000" y="4857750"/>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전체 경로</a:t>
            </a:r>
          </a:p>
        </p:txBody>
      </p:sp>
      <p:sp>
        <p:nvSpPr>
          <p:cNvPr id="9" name="반응식·수식">
            <a:extLst xmlns:a="http://schemas.openxmlformats.org/drawingml/2006/main">
              <a:ext uri="{FF2B5EF4-FFF2-40B4-BE49-F238E27FC236}">
                <a16:creationId xmlns:a16="http://schemas.microsoft.com/office/drawing/2014/main" id="{8EB2F194-13B7-49F1-B35D-08AFC3187E17}"/>
              </a:ext>
            </a:extLst>
          </p:cNvPr>
          <p:cNvSpPr>
            <a:spLocks xmlns:a="http://schemas.openxmlformats.org/drawingml/2006/main" noGrp="1"/>
          </p:cNvSpPr>
          <p:nvPr/>
        </p:nvSpPr>
        <p:spPr>
          <a:xfrm xmlns:a="http://schemas.openxmlformats.org/drawingml/2006/main">
            <a:off x="10668000" y="554355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₃ + </a:t>
            </a:r>
            <a:r>
              <a:t>Δ</a:t>
            </a:r>
            <a:r>
              <a:rPr i="1">
                <a:latin typeface="Pretendard"/>
                <a:ea typeface="Pretendard"/>
                <a:cs typeface="Pretendard"/>
              </a:rPr>
              <a:t>H</a:t>
            </a:r>
            <a:r>
              <a:t>₂</a:t>
            </a:r>
          </a:p>
        </p:txBody>
      </p:sp>
      <p:sp>
        <p:nvSpPr>
          <p:cNvPr id="10" name="text">
            <a:extLst xmlns:a="http://schemas.openxmlformats.org/drawingml/2006/main">
              <a:ext uri="{FF2B5EF4-FFF2-40B4-BE49-F238E27FC236}">
                <a16:creationId xmlns:a16="http://schemas.microsoft.com/office/drawing/2014/main" id="{B03E8AC8-96BA-4D9D-ADA8-90783D4BA542}"/>
              </a:ext>
            </a:extLst>
          </p:cNvPr>
          <p:cNvSpPr>
            <a:spLocks xmlns:a="http://schemas.openxmlformats.org/drawingml/2006/main" noGrp="1"/>
          </p:cNvSpPr>
          <p:nvPr/>
        </p:nvSpPr>
        <p:spPr>
          <a:xfrm xmlns:a="http://schemas.openxmlformats.org/drawingml/2006/main">
            <a:off x="10668000" y="6838950"/>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알고 싶은 한 단계</a:t>
            </a:r>
          </a:p>
        </p:txBody>
      </p:sp>
      <p:sp>
        <p:nvSpPr>
          <p:cNvPr id="11" name="반응식·수식">
            <a:extLst xmlns:a="http://schemas.openxmlformats.org/drawingml/2006/main">
              <a:ext uri="{FF2B5EF4-FFF2-40B4-BE49-F238E27FC236}">
                <a16:creationId xmlns:a16="http://schemas.microsoft.com/office/drawing/2014/main" id="{C462F2C6-7DDA-4B83-8191-845E1DF4C3C5}"/>
              </a:ext>
            </a:extLst>
          </p:cNvPr>
          <p:cNvSpPr>
            <a:spLocks xmlns:a="http://schemas.openxmlformats.org/drawingml/2006/main" noGrp="1"/>
          </p:cNvSpPr>
          <p:nvPr/>
        </p:nvSpPr>
        <p:spPr>
          <a:xfrm xmlns:a="http://schemas.openxmlformats.org/drawingml/2006/main">
            <a:off x="10668000" y="752475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1861960232"/>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7A9F8F60-DEE1-491E-B2CC-AFFBFE59747A}"/>
              </a:ext>
            </a:extLst>
          </p:cNvPr>
          <p:cNvPicPr>
            <a:picLocks xmlns:a="http://schemas.openxmlformats.org/drawingml/2006/main" noChangeAspect="1"/>
          </p:cNvPicPr>
          <p:nvPr/>
        </p:nvPicPr>
        <p:blipFill>
          <a:blip xmlns:r="http://schemas.openxmlformats.org/officeDocument/2006/relationships" xmlns:a="http://schemas.openxmlformats.org/drawingml/2006/main" r:embed="R8dbc69303c514891"/>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33F6EF04-7AC3-46B8-A8E7-3C9CB1EA749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03FA3447-B30D-4C01-A14A-4DE258B6C60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40814291-F3DE-4ED9-87F6-F1213FCE3D1A}"/>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BC6A4A59-1021-488A-8325-388ADB7271A6}"/>
              </a:ext>
            </a:extLst>
          </p:cNvPr>
          <p:cNvPicPr>
            <a:picLocks xmlns:a="http://schemas.openxmlformats.org/drawingml/2006/main" noChangeAspect="1"/>
          </p:cNvPicPr>
          <p:nvPr/>
        </p:nvPicPr>
        <p:blipFill>
          <a:blip xmlns:r="http://schemas.openxmlformats.org/officeDocument/2006/relationships" xmlns:a="http://schemas.openxmlformats.org/drawingml/2006/main" r:embed="Rab87bcfd0483480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89914B96-762E-458C-A405-C901194F944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5E95A95B-E63F-438F-95AA-D0A3BDD5117A}"/>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8" name="text">
            <a:extLst xmlns:a="http://schemas.openxmlformats.org/drawingml/2006/main">
              <a:ext uri="{FF2B5EF4-FFF2-40B4-BE49-F238E27FC236}">
                <a16:creationId xmlns:a16="http://schemas.microsoft.com/office/drawing/2014/main" id="{D2F1E127-85DA-4F7E-B0BE-E2D99E700C95}"/>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9" name="text">
            <a:extLst xmlns:a="http://schemas.openxmlformats.org/drawingml/2006/main">
              <a:ext uri="{FF2B5EF4-FFF2-40B4-BE49-F238E27FC236}">
                <a16:creationId xmlns:a16="http://schemas.microsoft.com/office/drawing/2014/main" id="{D0B04DF9-6AD1-45E0-9A60-E67EC2BC9F67}"/>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98151606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90B1A4AD-56E7-419F-8042-895CE97E80D2}"/>
              </a:ext>
            </a:extLst>
          </p:cNvPr>
          <p:cNvPicPr>
            <a:picLocks xmlns:a="http://schemas.openxmlformats.org/drawingml/2006/main" noChangeAspect="1"/>
          </p:cNvPicPr>
          <p:nvPr/>
        </p:nvPicPr>
        <p:blipFill>
          <a:blip xmlns:r="http://schemas.openxmlformats.org/officeDocument/2006/relationships" xmlns:a="http://schemas.openxmlformats.org/drawingml/2006/main" r:embed="R8dfabe0c89954bf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2B83E0D-C03D-4039-84C5-BFA8B5772B4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B07FD20-B72E-4D3D-8BD7-F1C6E14C633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F6C7DBA-AD22-48E5-AFAD-D5CE585904F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DFD262D-8E75-483D-A756-2EAD2FA6474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9CD52D5C-8265-4860-8003-4A67A141831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생성 엔탈피</a:t>
            </a:r>
          </a:p>
        </p:txBody>
      </p:sp>
      <p:sp>
        <p:nvSpPr>
          <p:cNvPr id="7" name="text">
            <a:extLst xmlns:a="http://schemas.openxmlformats.org/drawingml/2006/main">
              <a:ext uri="{FF2B5EF4-FFF2-40B4-BE49-F238E27FC236}">
                <a16:creationId xmlns:a16="http://schemas.microsoft.com/office/drawing/2014/main" id="{ECEAB367-BC63-4634-910C-BBAE94F6E6D5}"/>
              </a:ext>
            </a:extLst>
          </p:cNvPr>
          <p:cNvSpPr>
            <a:spLocks xmlns:a="http://schemas.openxmlformats.org/drawingml/2006/main" noGrp="1"/>
          </p:cNvSpPr>
          <p:nvPr/>
        </p:nvSpPr>
        <p:spPr>
          <a:xfrm xmlns:a="http://schemas.openxmlformats.org/drawingml/2006/main">
            <a:off x="1524000" y="3667125"/>
            <a:ext cx="15240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777777"/>
                </a:solidFill>
                <a:latin typeface="Pretendard"/>
                <a:ea typeface="Pretendard"/>
                <a:cs typeface="Pretendard"/>
              </a:defRPr>
            </a:defPPr>
            <a:lvl1pPr algn="ctr">
              <a:defRPr sz="2550" b="0">
                <a:solidFill>
                  <a:srgbClr val="777777"/>
                </a:solidFill>
                <a:latin typeface="Pretendard"/>
                <a:ea typeface="Pretendard"/>
                <a:cs typeface="Pretendard"/>
              </a:defRPr>
            </a:lvl1pPr>
            <a:lvl2pPr algn="ctr">
              <a:defRPr sz="2550" b="0">
                <a:solidFill>
                  <a:srgbClr val="777777"/>
                </a:solidFill>
                <a:latin typeface="Pretendard"/>
                <a:ea typeface="Pretendard"/>
                <a:cs typeface="Pretendard"/>
              </a:defRPr>
            </a:lvl2pPr>
            <a:lvl3pPr algn="ctr">
              <a:defRPr sz="2550" b="0">
                <a:solidFill>
                  <a:srgbClr val="777777"/>
                </a:solidFill>
                <a:latin typeface="Pretendard"/>
                <a:ea typeface="Pretendard"/>
                <a:cs typeface="Pretendard"/>
              </a:defRPr>
            </a:lvl3pPr>
            <a:lvl4pPr algn="ctr">
              <a:defRPr sz="2550" b="0">
                <a:solidFill>
                  <a:srgbClr val="777777"/>
                </a:solidFill>
                <a:latin typeface="Pretendard"/>
                <a:ea typeface="Pretendard"/>
                <a:cs typeface="Pretendard"/>
              </a:defRPr>
            </a:lvl4pPr>
            <a:lvl5pPr algn="ctr">
              <a:defRPr sz="2550" b="0">
                <a:solidFill>
                  <a:srgbClr val="777777"/>
                </a:solidFill>
                <a:latin typeface="Pretendard"/>
                <a:ea typeface="Pretendard"/>
                <a:cs typeface="Pretendard"/>
              </a:defRPr>
            </a:lvl5pPr>
            <a:lvl6pPr algn="ctr">
              <a:defRPr sz="2550" b="0">
                <a:solidFill>
                  <a:srgbClr val="777777"/>
                </a:solidFill>
                <a:latin typeface="Pretendard"/>
                <a:ea typeface="Pretendard"/>
                <a:cs typeface="Pretendard"/>
              </a:defRPr>
            </a:lvl6pPr>
            <a:lvl7pPr algn="ctr">
              <a:defRPr sz="2550" b="0">
                <a:solidFill>
                  <a:srgbClr val="777777"/>
                </a:solidFill>
                <a:latin typeface="Pretendard"/>
                <a:ea typeface="Pretendard"/>
                <a:cs typeface="Pretendard"/>
              </a:defRPr>
            </a:lvl7pPr>
            <a:lvl8pPr algn="ctr">
              <a:defRPr sz="2550" b="0">
                <a:solidFill>
                  <a:srgbClr val="777777"/>
                </a:solidFill>
                <a:latin typeface="Pretendard"/>
                <a:ea typeface="Pretendard"/>
                <a:cs typeface="Pretendard"/>
              </a:defRPr>
            </a:lvl8pPr>
            <a:lvl9pPr algn="ctr">
              <a:defRPr sz="2550" b="0">
                <a:solidFill>
                  <a:srgbClr val="777777"/>
                </a:solidFill>
                <a:latin typeface="Pretendard"/>
                <a:ea typeface="Pretendard"/>
                <a:cs typeface="Pretendard"/>
              </a:defRPr>
            </a:lvl9pPr>
          </a:lstStyle>
          <a:p xmlns:a="http://schemas.openxmlformats.org/drawingml/2006/main">
            <a:pPr algn="ctr">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표준 상태에서 가장 안정한 원소 물질로부터 물질 1 mol이 생성될 때의 반응 엔탈피</a:t>
            </a:r>
          </a:p>
        </p:txBody>
      </p:sp>
      <p:pic>
        <p:nvPicPr>
          <p:cNvPr id="8" name="">
            <a:extLst xmlns:a="http://schemas.openxmlformats.org/drawingml/2006/main">
              <a:ext uri="{FF2B5EF4-FFF2-40B4-BE49-F238E27FC236}">
                <a16:creationId xmlns:a16="http://schemas.microsoft.com/office/drawing/2014/main" id="{EA0AA9FA-2758-4014-BBD3-48FFC2D6D255}"/>
              </a:ext>
            </a:extLst>
          </p:cNvPr>
          <p:cNvPicPr>
            <a:picLocks xmlns:a="http://schemas.openxmlformats.org/drawingml/2006/main" noChangeAspect="1"/>
          </p:cNvPicPr>
          <p:nvPr/>
        </p:nvPicPr>
        <p:blipFill>
          <a:blip xmlns:r="http://schemas.openxmlformats.org/officeDocument/2006/relationships" xmlns:a="http://schemas.openxmlformats.org/drawingml/2006/main" r:embed="R59631a0c26a04755"/>
          <a:stretch xmlns:a="http://schemas.openxmlformats.org/drawingml/2006/main"/>
        </p:blipFill>
        <p:spPr>
          <a:xfrm xmlns:a="http://schemas.openxmlformats.org/drawingml/2006/main">
            <a:off x="3476986" y="4733925"/>
            <a:ext cx="11334028" cy="1206818"/>
          </a:xfrm>
          <a:prstGeom xmlns:a="http://schemas.openxmlformats.org/drawingml/2006/main" prst="rect">
            <a:avLst/>
          </a:prstGeom>
        </p:spPr>
      </p:pic>
      <p:sp>
        <p:nvSpPr>
          <p:cNvPr id="9" name="rich">
            <a:extLst xmlns:a="http://schemas.openxmlformats.org/drawingml/2006/main">
              <a:ext uri="{FF2B5EF4-FFF2-40B4-BE49-F238E27FC236}">
                <a16:creationId xmlns:a16="http://schemas.microsoft.com/office/drawing/2014/main" id="{E0264A6D-DB14-439B-9AFB-CDD8246E6C53}"/>
              </a:ext>
            </a:extLst>
          </p:cNvPr>
          <p:cNvSpPr>
            <a:spLocks xmlns:a="http://schemas.openxmlformats.org/drawingml/2006/main" noGrp="1"/>
          </p:cNvSpPr>
          <p:nvPr/>
        </p:nvSpPr>
        <p:spPr>
          <a:xfrm xmlns:a="http://schemas.openxmlformats.org/drawingml/2006/main">
            <a:off x="3790950" y="671512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생성되는 물질 </a:t>
            </a:r>
            <a:r>
              <a:rPr b="1">
                <a:solidFill>
                  <a:srgbClr val="57962F"/>
                </a:solidFill>
              </a:rPr>
              <a:t>1 mol</a:t>
            </a:r>
            <a:r>
              <a:t>을 기준으로 나타낸다.</a:t>
            </a:r>
          </a:p>
        </p:txBody>
      </p:sp>
      <p:sp>
        <p:nvSpPr>
          <p:cNvPr id="10" name="rich">
            <a:extLst xmlns:a="http://schemas.openxmlformats.org/drawingml/2006/main">
              <a:ext uri="{FF2B5EF4-FFF2-40B4-BE49-F238E27FC236}">
                <a16:creationId xmlns:a16="http://schemas.microsoft.com/office/drawing/2014/main" id="{E90A1AA7-4EC8-4E98-BD02-52FA05F9E003}"/>
              </a:ext>
            </a:extLst>
          </p:cNvPr>
          <p:cNvSpPr>
            <a:spLocks xmlns:a="http://schemas.openxmlformats.org/drawingml/2006/main" noGrp="1"/>
          </p:cNvSpPr>
          <p:nvPr/>
        </p:nvSpPr>
        <p:spPr>
          <a:xfrm xmlns:a="http://schemas.openxmlformats.org/drawingml/2006/main">
            <a:off x="3790950" y="77343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0">
                <a:solidFill>
                  <a:srgbClr val="000000"/>
                </a:solidFill>
                <a:latin typeface="Pretendard"/>
                <a:ea typeface="Pretendard"/>
                <a:cs typeface="Pretendard"/>
              </a:defRPr>
            </a:defPPr>
            <a:lvl1pPr algn="l">
              <a:defRPr sz="3225" b="0">
                <a:solidFill>
                  <a:srgbClr val="000000"/>
                </a:solidFill>
                <a:latin typeface="Pretendard"/>
                <a:ea typeface="Pretendard"/>
                <a:cs typeface="Pretendard"/>
              </a:defRPr>
            </a:lvl1pPr>
            <a:lvl2pPr algn="l">
              <a:defRPr sz="3225" b="0">
                <a:solidFill>
                  <a:srgbClr val="000000"/>
                </a:solidFill>
                <a:latin typeface="Pretendard"/>
                <a:ea typeface="Pretendard"/>
                <a:cs typeface="Pretendard"/>
              </a:defRPr>
            </a:lvl2pPr>
            <a:lvl3pPr algn="l">
              <a:defRPr sz="3225" b="0">
                <a:solidFill>
                  <a:srgbClr val="000000"/>
                </a:solidFill>
                <a:latin typeface="Pretendard"/>
                <a:ea typeface="Pretendard"/>
                <a:cs typeface="Pretendard"/>
              </a:defRPr>
            </a:lvl3pPr>
            <a:lvl4pPr algn="l">
              <a:defRPr sz="3225" b="0">
                <a:solidFill>
                  <a:srgbClr val="000000"/>
                </a:solidFill>
                <a:latin typeface="Pretendard"/>
                <a:ea typeface="Pretendard"/>
                <a:cs typeface="Pretendard"/>
              </a:defRPr>
            </a:lvl4pPr>
            <a:lvl5pPr algn="l">
              <a:defRPr sz="3225" b="0">
                <a:solidFill>
                  <a:srgbClr val="000000"/>
                </a:solidFill>
                <a:latin typeface="Pretendard"/>
                <a:ea typeface="Pretendard"/>
                <a:cs typeface="Pretendard"/>
              </a:defRPr>
            </a:lvl5pPr>
            <a:lvl6pPr algn="l">
              <a:defRPr sz="3225" b="0">
                <a:solidFill>
                  <a:srgbClr val="000000"/>
                </a:solidFill>
                <a:latin typeface="Pretendard"/>
                <a:ea typeface="Pretendard"/>
                <a:cs typeface="Pretendard"/>
              </a:defRPr>
            </a:lvl6pPr>
            <a:lvl7pPr algn="l">
              <a:defRPr sz="3225" b="0">
                <a:solidFill>
                  <a:srgbClr val="000000"/>
                </a:solidFill>
                <a:latin typeface="Pretendard"/>
                <a:ea typeface="Pretendard"/>
                <a:cs typeface="Pretendard"/>
              </a:defRPr>
            </a:lvl7pPr>
            <a:lvl8pPr algn="l">
              <a:defRPr sz="3225" b="0">
                <a:solidFill>
                  <a:srgbClr val="000000"/>
                </a:solidFill>
                <a:latin typeface="Pretendard"/>
                <a:ea typeface="Pretendard"/>
                <a:cs typeface="Pretendard"/>
              </a:defRPr>
            </a:lvl8pPr>
            <a:lvl9pPr algn="l">
              <a:defRPr sz="3225" b="0">
                <a:solidFill>
                  <a:srgbClr val="000000"/>
                </a:solidFill>
                <a:latin typeface="Pretendard"/>
                <a:ea typeface="Pretendard"/>
                <a:cs typeface="Pretendard"/>
              </a:defRPr>
            </a:lvl9pPr>
          </a:lstStyle>
          <a:p xmlns:a="http://schemas.openxmlformats.org/drawingml/2006/main">
            <a:pPr algn="l">
              <a:defRPr sz="3225" b="0">
                <a:solidFill>
                  <a:srgbClr val="000000"/>
                </a:solidFill>
                <a:latin typeface="Pretendard"/>
                <a:ea typeface="Pretendard"/>
                <a:cs typeface="Pretendard"/>
              </a:defRPr>
            </a:pPr>
            <a:r>
              <a:t>H₂O</a:t>
            </a:r>
            <a:r>
              <a:t>(</a:t>
            </a:r>
            <a:r>
              <a:rPr i="1">
                <a:latin typeface="Pretendard"/>
                <a:ea typeface="Pretendard"/>
                <a:cs typeface="Pretendard"/>
              </a:rPr>
              <a:t>l</a:t>
            </a:r>
            <a:r>
              <a:t>)의 표준 생성 엔탈피는</a:t>
            </a:r>
          </a:p>
        </p:txBody>
      </p:sp>
      <p:sp>
        <p:nvSpPr>
          <p:cNvPr id="11" name="text">
            <a:extLst xmlns:a="http://schemas.openxmlformats.org/drawingml/2006/main">
              <a:ext uri="{FF2B5EF4-FFF2-40B4-BE49-F238E27FC236}">
                <a16:creationId xmlns:a16="http://schemas.microsoft.com/office/drawing/2014/main" id="{14EB62A3-9151-4FD1-8612-B6AFBF491313}"/>
              </a:ext>
            </a:extLst>
          </p:cNvPr>
          <p:cNvSpPr>
            <a:spLocks xmlns:a="http://schemas.openxmlformats.org/drawingml/2006/main" noGrp="1"/>
          </p:cNvSpPr>
          <p:nvPr/>
        </p:nvSpPr>
        <p:spPr>
          <a:xfrm xmlns:a="http://schemas.openxmlformats.org/drawingml/2006/main">
            <a:off x="3790950" y="83820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650" b="1">
                <a:solidFill>
                  <a:srgbClr val="57962F"/>
                </a:solidFill>
                <a:latin typeface="Pretendard"/>
                <a:ea typeface="Pretendard"/>
                <a:cs typeface="Pretendard"/>
              </a:defRPr>
            </a:defPPr>
            <a:lvl1pPr algn="l">
              <a:defRPr sz="4650" b="1">
                <a:solidFill>
                  <a:srgbClr val="57962F"/>
                </a:solidFill>
                <a:latin typeface="Pretendard"/>
                <a:ea typeface="Pretendard"/>
                <a:cs typeface="Pretendard"/>
              </a:defRPr>
            </a:lvl1pPr>
            <a:lvl2pPr algn="l">
              <a:defRPr sz="4650" b="1">
                <a:solidFill>
                  <a:srgbClr val="57962F"/>
                </a:solidFill>
                <a:latin typeface="Pretendard"/>
                <a:ea typeface="Pretendard"/>
                <a:cs typeface="Pretendard"/>
              </a:defRPr>
            </a:lvl2pPr>
            <a:lvl3pPr algn="l">
              <a:defRPr sz="4650" b="1">
                <a:solidFill>
                  <a:srgbClr val="57962F"/>
                </a:solidFill>
                <a:latin typeface="Pretendard"/>
                <a:ea typeface="Pretendard"/>
                <a:cs typeface="Pretendard"/>
              </a:defRPr>
            </a:lvl3pPr>
            <a:lvl4pPr algn="l">
              <a:defRPr sz="4650" b="1">
                <a:solidFill>
                  <a:srgbClr val="57962F"/>
                </a:solidFill>
                <a:latin typeface="Pretendard"/>
                <a:ea typeface="Pretendard"/>
                <a:cs typeface="Pretendard"/>
              </a:defRPr>
            </a:lvl4pPr>
            <a:lvl5pPr algn="l">
              <a:defRPr sz="4650" b="1">
                <a:solidFill>
                  <a:srgbClr val="57962F"/>
                </a:solidFill>
                <a:latin typeface="Pretendard"/>
                <a:ea typeface="Pretendard"/>
                <a:cs typeface="Pretendard"/>
              </a:defRPr>
            </a:lvl5pPr>
            <a:lvl6pPr algn="l">
              <a:defRPr sz="4650" b="1">
                <a:solidFill>
                  <a:srgbClr val="57962F"/>
                </a:solidFill>
                <a:latin typeface="Pretendard"/>
                <a:ea typeface="Pretendard"/>
                <a:cs typeface="Pretendard"/>
              </a:defRPr>
            </a:lvl6pPr>
            <a:lvl7pPr algn="l">
              <a:defRPr sz="4650" b="1">
                <a:solidFill>
                  <a:srgbClr val="57962F"/>
                </a:solidFill>
                <a:latin typeface="Pretendard"/>
                <a:ea typeface="Pretendard"/>
                <a:cs typeface="Pretendard"/>
              </a:defRPr>
            </a:lvl7pPr>
            <a:lvl8pPr algn="l">
              <a:defRPr sz="4650" b="1">
                <a:solidFill>
                  <a:srgbClr val="57962F"/>
                </a:solidFill>
                <a:latin typeface="Pretendard"/>
                <a:ea typeface="Pretendard"/>
                <a:cs typeface="Pretendard"/>
              </a:defRPr>
            </a:lvl8pPr>
            <a:lvl9pPr algn="l">
              <a:defRPr sz="4650" b="1">
                <a:solidFill>
                  <a:srgbClr val="57962F"/>
                </a:solidFill>
                <a:latin typeface="Pretendard"/>
                <a:ea typeface="Pretendard"/>
                <a:cs typeface="Pretendard"/>
              </a:defRPr>
            </a:lvl9pPr>
          </a:lstStyle>
          <a:p xmlns:a="http://schemas.openxmlformats.org/drawingml/2006/main">
            <a:pPr algn="l">
              <a:defRPr sz="4650" b="1">
                <a:solidFill>
                  <a:srgbClr val="57962F"/>
                </a:solidFill>
                <a:latin typeface="Pretendard"/>
                <a:ea typeface="Pretendard"/>
                <a:cs typeface="Pretendard"/>
              </a:defRPr>
            </a:pPr>
            <a:r>
              <a:rPr sz="4650" b="1">
                <a:solidFill>
                  <a:srgbClr val="57962F"/>
                </a:solidFill>
                <a:latin typeface="Pretendard"/>
                <a:ea typeface="Pretendard"/>
                <a:cs typeface="Pretendard"/>
              </a:rPr>
              <a:t>−285.8 kJ/mol</a:t>
            </a:r>
          </a:p>
        </p:txBody>
      </p:sp>
    </p:spTree>
    <p:extLst>
      <p:ext uri="{BB962C8B-B14F-4D97-AF65-F5344CB8AC3E}">
        <p14:creationId xmlns:p14="http://schemas.microsoft.com/office/powerpoint/2010/main" val="132083975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03BE983E-F8BB-41BF-841E-5D56786E938C}"/>
              </a:ext>
            </a:extLst>
          </p:cNvPr>
          <p:cNvPicPr>
            <a:picLocks xmlns:a="http://schemas.openxmlformats.org/drawingml/2006/main" noChangeAspect="1"/>
          </p:cNvPicPr>
          <p:nvPr/>
        </p:nvPicPr>
        <p:blipFill>
          <a:blip xmlns:r="http://schemas.openxmlformats.org/officeDocument/2006/relationships" xmlns:a="http://schemas.openxmlformats.org/drawingml/2006/main" r:embed="R33cf6daf5b05431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2BBFE1D-2165-4BEB-8AE3-E1B46E32C16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CE21685-925E-45A2-AE23-1067C9CE25B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8B03EFBF-C381-4083-A974-B3B154B5C4B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B42D74E-22E2-434F-BEDC-295E647B640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54556014-148C-4ECD-8466-52666DC6B42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아래첨자 f와 윗첨자 °의 뜻</a:t>
            </a:r>
          </a:p>
        </p:txBody>
      </p:sp>
      <p:sp>
        <p:nvSpPr>
          <p:cNvPr id="7" name="text">
            <a:extLst xmlns:a="http://schemas.openxmlformats.org/drawingml/2006/main">
              <a:ext uri="{FF2B5EF4-FFF2-40B4-BE49-F238E27FC236}">
                <a16:creationId xmlns:a16="http://schemas.microsoft.com/office/drawing/2014/main" id="{12D5B8BB-14F9-4415-ABDA-7120114A2F23}"/>
              </a:ext>
            </a:extLst>
          </p:cNvPr>
          <p:cNvSpPr>
            <a:spLocks xmlns:a="http://schemas.openxmlformats.org/drawingml/2006/main" noGrp="1"/>
          </p:cNvSpPr>
          <p:nvPr/>
        </p:nvSpPr>
        <p:spPr>
          <a:xfrm xmlns:a="http://schemas.openxmlformats.org/drawingml/2006/main">
            <a:off x="2905125" y="4191000"/>
            <a:ext cx="1143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0875" b="1">
                <a:solidFill>
                  <a:srgbClr val="57962F"/>
                </a:solidFill>
                <a:latin typeface="Pretendard"/>
                <a:ea typeface="Pretendard"/>
                <a:cs typeface="Pretendard"/>
              </a:defRPr>
            </a:defPPr>
            <a:lvl1pPr algn="l">
              <a:defRPr sz="10875" b="1">
                <a:solidFill>
                  <a:srgbClr val="57962F"/>
                </a:solidFill>
                <a:latin typeface="Pretendard"/>
                <a:ea typeface="Pretendard"/>
                <a:cs typeface="Pretendard"/>
              </a:defRPr>
            </a:lvl1pPr>
            <a:lvl2pPr algn="l">
              <a:defRPr sz="10875" b="1">
                <a:solidFill>
                  <a:srgbClr val="57962F"/>
                </a:solidFill>
                <a:latin typeface="Pretendard"/>
                <a:ea typeface="Pretendard"/>
                <a:cs typeface="Pretendard"/>
              </a:defRPr>
            </a:lvl2pPr>
            <a:lvl3pPr algn="l">
              <a:defRPr sz="10875" b="1">
                <a:solidFill>
                  <a:srgbClr val="57962F"/>
                </a:solidFill>
                <a:latin typeface="Pretendard"/>
                <a:ea typeface="Pretendard"/>
                <a:cs typeface="Pretendard"/>
              </a:defRPr>
            </a:lvl3pPr>
            <a:lvl4pPr algn="l">
              <a:defRPr sz="10875" b="1">
                <a:solidFill>
                  <a:srgbClr val="57962F"/>
                </a:solidFill>
                <a:latin typeface="Pretendard"/>
                <a:ea typeface="Pretendard"/>
                <a:cs typeface="Pretendard"/>
              </a:defRPr>
            </a:lvl4pPr>
            <a:lvl5pPr algn="l">
              <a:defRPr sz="10875" b="1">
                <a:solidFill>
                  <a:srgbClr val="57962F"/>
                </a:solidFill>
                <a:latin typeface="Pretendard"/>
                <a:ea typeface="Pretendard"/>
                <a:cs typeface="Pretendard"/>
              </a:defRPr>
            </a:lvl5pPr>
            <a:lvl6pPr algn="l">
              <a:defRPr sz="10875" b="1">
                <a:solidFill>
                  <a:srgbClr val="57962F"/>
                </a:solidFill>
                <a:latin typeface="Pretendard"/>
                <a:ea typeface="Pretendard"/>
                <a:cs typeface="Pretendard"/>
              </a:defRPr>
            </a:lvl6pPr>
            <a:lvl7pPr algn="l">
              <a:defRPr sz="10875" b="1">
                <a:solidFill>
                  <a:srgbClr val="57962F"/>
                </a:solidFill>
                <a:latin typeface="Pretendard"/>
                <a:ea typeface="Pretendard"/>
                <a:cs typeface="Pretendard"/>
              </a:defRPr>
            </a:lvl7pPr>
            <a:lvl8pPr algn="l">
              <a:defRPr sz="10875" b="1">
                <a:solidFill>
                  <a:srgbClr val="57962F"/>
                </a:solidFill>
                <a:latin typeface="Pretendard"/>
                <a:ea typeface="Pretendard"/>
                <a:cs typeface="Pretendard"/>
              </a:defRPr>
            </a:lvl8pPr>
            <a:lvl9pPr algn="l">
              <a:defRPr sz="10875" b="1">
                <a:solidFill>
                  <a:srgbClr val="57962F"/>
                </a:solidFill>
                <a:latin typeface="Pretendard"/>
                <a:ea typeface="Pretendard"/>
                <a:cs typeface="Pretendard"/>
              </a:defRPr>
            </a:lvl9pPr>
          </a:lstStyle>
          <a:p xmlns:a="http://schemas.openxmlformats.org/drawingml/2006/main">
            <a:pPr algn="l">
              <a:defRPr sz="10875" b="1">
                <a:solidFill>
                  <a:srgbClr val="57962F"/>
                </a:solidFill>
                <a:latin typeface="Pretendard"/>
                <a:ea typeface="Pretendard"/>
                <a:cs typeface="Pretendard"/>
              </a:defRPr>
            </a:pPr>
            <a:r>
              <a:rPr sz="10875" b="1">
                <a:solidFill>
                  <a:srgbClr val="57962F"/>
                </a:solidFill>
                <a:latin typeface="Pretendard"/>
                <a:ea typeface="Pretendard"/>
                <a:cs typeface="Pretendard"/>
              </a:rPr>
              <a:t>Δ</a:t>
            </a:r>
          </a:p>
        </p:txBody>
      </p:sp>
      <p:sp>
        <p:nvSpPr>
          <p:cNvPr id="8" name="rich">
            <a:extLst xmlns:a="http://schemas.openxmlformats.org/drawingml/2006/main">
              <a:ext uri="{FF2B5EF4-FFF2-40B4-BE49-F238E27FC236}">
                <a16:creationId xmlns:a16="http://schemas.microsoft.com/office/drawing/2014/main" id="{2C8843C3-61C9-4842-86C8-8935C7E0C1AB}"/>
              </a:ext>
            </a:extLst>
          </p:cNvPr>
          <p:cNvSpPr>
            <a:spLocks xmlns:a="http://schemas.openxmlformats.org/drawingml/2006/main" noGrp="1"/>
          </p:cNvSpPr>
          <p:nvPr/>
        </p:nvSpPr>
        <p:spPr>
          <a:xfrm xmlns:a="http://schemas.openxmlformats.org/drawingml/2006/main">
            <a:off x="3857625" y="4191000"/>
            <a:ext cx="13811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0875" b="1">
                <a:solidFill>
                  <a:srgbClr val="57962F"/>
                </a:solidFill>
                <a:latin typeface="Pretendard"/>
                <a:ea typeface="Pretendard"/>
                <a:cs typeface="Pretendard"/>
              </a:defRPr>
            </a:defPPr>
            <a:lvl1pPr algn="l">
              <a:defRPr sz="10875" b="1">
                <a:solidFill>
                  <a:srgbClr val="57962F"/>
                </a:solidFill>
                <a:latin typeface="Pretendard"/>
                <a:ea typeface="Pretendard"/>
                <a:cs typeface="Pretendard"/>
              </a:defRPr>
            </a:lvl1pPr>
            <a:lvl2pPr algn="l">
              <a:defRPr sz="10875" b="1">
                <a:solidFill>
                  <a:srgbClr val="57962F"/>
                </a:solidFill>
                <a:latin typeface="Pretendard"/>
                <a:ea typeface="Pretendard"/>
                <a:cs typeface="Pretendard"/>
              </a:defRPr>
            </a:lvl2pPr>
            <a:lvl3pPr algn="l">
              <a:defRPr sz="10875" b="1">
                <a:solidFill>
                  <a:srgbClr val="57962F"/>
                </a:solidFill>
                <a:latin typeface="Pretendard"/>
                <a:ea typeface="Pretendard"/>
                <a:cs typeface="Pretendard"/>
              </a:defRPr>
            </a:lvl3pPr>
            <a:lvl4pPr algn="l">
              <a:defRPr sz="10875" b="1">
                <a:solidFill>
                  <a:srgbClr val="57962F"/>
                </a:solidFill>
                <a:latin typeface="Pretendard"/>
                <a:ea typeface="Pretendard"/>
                <a:cs typeface="Pretendard"/>
              </a:defRPr>
            </a:lvl4pPr>
            <a:lvl5pPr algn="l">
              <a:defRPr sz="10875" b="1">
                <a:solidFill>
                  <a:srgbClr val="57962F"/>
                </a:solidFill>
                <a:latin typeface="Pretendard"/>
                <a:ea typeface="Pretendard"/>
                <a:cs typeface="Pretendard"/>
              </a:defRPr>
            </a:lvl5pPr>
            <a:lvl6pPr algn="l">
              <a:defRPr sz="10875" b="1">
                <a:solidFill>
                  <a:srgbClr val="57962F"/>
                </a:solidFill>
                <a:latin typeface="Pretendard"/>
                <a:ea typeface="Pretendard"/>
                <a:cs typeface="Pretendard"/>
              </a:defRPr>
            </a:lvl6pPr>
            <a:lvl7pPr algn="l">
              <a:defRPr sz="10875" b="1">
                <a:solidFill>
                  <a:srgbClr val="57962F"/>
                </a:solidFill>
                <a:latin typeface="Pretendard"/>
                <a:ea typeface="Pretendard"/>
                <a:cs typeface="Pretendard"/>
              </a:defRPr>
            </a:lvl7pPr>
            <a:lvl8pPr algn="l">
              <a:defRPr sz="10875" b="1">
                <a:solidFill>
                  <a:srgbClr val="57962F"/>
                </a:solidFill>
                <a:latin typeface="Pretendard"/>
                <a:ea typeface="Pretendard"/>
                <a:cs typeface="Pretendard"/>
              </a:defRPr>
            </a:lvl8pPr>
            <a:lvl9pPr algn="l">
              <a:defRPr sz="10875" b="1">
                <a:solidFill>
                  <a:srgbClr val="57962F"/>
                </a:solidFill>
                <a:latin typeface="Pretendard"/>
                <a:ea typeface="Pretendard"/>
                <a:cs typeface="Pretendard"/>
              </a:defRPr>
            </a:lvl9pPr>
          </a:lstStyle>
          <a:p xmlns:a="http://schemas.openxmlformats.org/drawingml/2006/main">
            <a:pPr algn="l">
              <a:defRPr sz="10875" b="1">
                <a:solidFill>
                  <a:srgbClr val="57962F"/>
                </a:solidFill>
                <a:latin typeface="Pretendard"/>
                <a:ea typeface="Pretendard"/>
                <a:cs typeface="Pretendard"/>
              </a:defRPr>
            </a:pPr>
            <a:r>
              <a:rPr i="1">
                <a:latin typeface="Pretendard"/>
                <a:ea typeface="Pretendard"/>
                <a:cs typeface="Pretendard"/>
              </a:rPr>
              <a:t>H</a:t>
            </a:r>
          </a:p>
        </p:txBody>
      </p:sp>
      <p:sp>
        <p:nvSpPr>
          <p:cNvPr id="9" name="text">
            <a:extLst xmlns:a="http://schemas.openxmlformats.org/drawingml/2006/main">
              <a:ext uri="{FF2B5EF4-FFF2-40B4-BE49-F238E27FC236}">
                <a16:creationId xmlns:a16="http://schemas.microsoft.com/office/drawing/2014/main" id="{927DBCB7-091D-4839-9778-7F0FA89F482D}"/>
              </a:ext>
            </a:extLst>
          </p:cNvPr>
          <p:cNvSpPr>
            <a:spLocks xmlns:a="http://schemas.openxmlformats.org/drawingml/2006/main" noGrp="1"/>
          </p:cNvSpPr>
          <p:nvPr/>
        </p:nvSpPr>
        <p:spPr>
          <a:xfrm xmlns:a="http://schemas.openxmlformats.org/drawingml/2006/main">
            <a:off x="5019675" y="5314950"/>
            <a:ext cx="57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75" b="0">
                <a:solidFill>
                  <a:srgbClr val="57962F"/>
                </a:solidFill>
                <a:latin typeface="Pretendard"/>
                <a:ea typeface="Pretendard"/>
                <a:cs typeface="Pretendard"/>
              </a:defRPr>
            </a:defPPr>
            <a:lvl1pPr algn="l">
              <a:defRPr sz="3975" b="0">
                <a:solidFill>
                  <a:srgbClr val="57962F"/>
                </a:solidFill>
                <a:latin typeface="Pretendard"/>
                <a:ea typeface="Pretendard"/>
                <a:cs typeface="Pretendard"/>
              </a:defRPr>
            </a:lvl1pPr>
            <a:lvl2pPr algn="l">
              <a:defRPr sz="3975" b="0">
                <a:solidFill>
                  <a:srgbClr val="57962F"/>
                </a:solidFill>
                <a:latin typeface="Pretendard"/>
                <a:ea typeface="Pretendard"/>
                <a:cs typeface="Pretendard"/>
              </a:defRPr>
            </a:lvl2pPr>
            <a:lvl3pPr algn="l">
              <a:defRPr sz="3975" b="0">
                <a:solidFill>
                  <a:srgbClr val="57962F"/>
                </a:solidFill>
                <a:latin typeface="Pretendard"/>
                <a:ea typeface="Pretendard"/>
                <a:cs typeface="Pretendard"/>
              </a:defRPr>
            </a:lvl3pPr>
            <a:lvl4pPr algn="l">
              <a:defRPr sz="3975" b="0">
                <a:solidFill>
                  <a:srgbClr val="57962F"/>
                </a:solidFill>
                <a:latin typeface="Pretendard"/>
                <a:ea typeface="Pretendard"/>
                <a:cs typeface="Pretendard"/>
              </a:defRPr>
            </a:lvl4pPr>
            <a:lvl5pPr algn="l">
              <a:defRPr sz="3975" b="0">
                <a:solidFill>
                  <a:srgbClr val="57962F"/>
                </a:solidFill>
                <a:latin typeface="Pretendard"/>
                <a:ea typeface="Pretendard"/>
                <a:cs typeface="Pretendard"/>
              </a:defRPr>
            </a:lvl5pPr>
            <a:lvl6pPr algn="l">
              <a:defRPr sz="3975" b="0">
                <a:solidFill>
                  <a:srgbClr val="57962F"/>
                </a:solidFill>
                <a:latin typeface="Pretendard"/>
                <a:ea typeface="Pretendard"/>
                <a:cs typeface="Pretendard"/>
              </a:defRPr>
            </a:lvl6pPr>
            <a:lvl7pPr algn="l">
              <a:defRPr sz="3975" b="0">
                <a:solidFill>
                  <a:srgbClr val="57962F"/>
                </a:solidFill>
                <a:latin typeface="Pretendard"/>
                <a:ea typeface="Pretendard"/>
                <a:cs typeface="Pretendard"/>
              </a:defRPr>
            </a:lvl7pPr>
            <a:lvl8pPr algn="l">
              <a:defRPr sz="3975" b="0">
                <a:solidFill>
                  <a:srgbClr val="57962F"/>
                </a:solidFill>
                <a:latin typeface="Pretendard"/>
                <a:ea typeface="Pretendard"/>
                <a:cs typeface="Pretendard"/>
              </a:defRPr>
            </a:lvl8pPr>
            <a:lvl9pPr algn="l">
              <a:defRPr sz="3975" b="0">
                <a:solidFill>
                  <a:srgbClr val="57962F"/>
                </a:solidFill>
                <a:latin typeface="Pretendard"/>
                <a:ea typeface="Pretendard"/>
                <a:cs typeface="Pretendard"/>
              </a:defRPr>
            </a:lvl9pPr>
          </a:lstStyle>
          <a:p xmlns:a="http://schemas.openxmlformats.org/drawingml/2006/main">
            <a:pPr algn="l">
              <a:defRPr sz="3975" b="0">
                <a:solidFill>
                  <a:srgbClr val="57962F"/>
                </a:solidFill>
                <a:latin typeface="Pretendard"/>
                <a:ea typeface="Pretendard"/>
                <a:cs typeface="Pretendard"/>
              </a:defRPr>
            </a:pPr>
            <a:r>
              <a:rPr sz="3975" b="0">
                <a:solidFill>
                  <a:srgbClr val="57962F"/>
                </a:solidFill>
                <a:latin typeface="Pretendard"/>
                <a:ea typeface="Pretendard"/>
                <a:cs typeface="Pretendard"/>
              </a:rPr>
              <a:t>f</a:t>
            </a:r>
          </a:p>
        </p:txBody>
      </p:sp>
      <p:sp>
        <p:nvSpPr>
          <p:cNvPr id="10" name="text">
            <a:extLst xmlns:a="http://schemas.openxmlformats.org/drawingml/2006/main">
              <a:ext uri="{FF2B5EF4-FFF2-40B4-BE49-F238E27FC236}">
                <a16:creationId xmlns:a16="http://schemas.microsoft.com/office/drawing/2014/main" id="{F8439E0A-A4AD-43B4-A132-FD225067D671}"/>
              </a:ext>
            </a:extLst>
          </p:cNvPr>
          <p:cNvSpPr>
            <a:spLocks xmlns:a="http://schemas.openxmlformats.org/drawingml/2006/main" noGrp="1"/>
          </p:cNvSpPr>
          <p:nvPr/>
        </p:nvSpPr>
        <p:spPr>
          <a:xfrm xmlns:a="http://schemas.openxmlformats.org/drawingml/2006/main">
            <a:off x="5019675" y="4286250"/>
            <a:ext cx="619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250" b="0">
                <a:solidFill>
                  <a:srgbClr val="57962F"/>
                </a:solidFill>
                <a:latin typeface="Pretendard"/>
                <a:ea typeface="Pretendard"/>
                <a:cs typeface="Pretendard"/>
              </a:defRPr>
            </a:defPPr>
            <a:lvl1pPr algn="l">
              <a:defRPr sz="5250" b="0">
                <a:solidFill>
                  <a:srgbClr val="57962F"/>
                </a:solidFill>
                <a:latin typeface="Pretendard"/>
                <a:ea typeface="Pretendard"/>
                <a:cs typeface="Pretendard"/>
              </a:defRPr>
            </a:lvl1pPr>
            <a:lvl2pPr algn="l">
              <a:defRPr sz="5250" b="0">
                <a:solidFill>
                  <a:srgbClr val="57962F"/>
                </a:solidFill>
                <a:latin typeface="Pretendard"/>
                <a:ea typeface="Pretendard"/>
                <a:cs typeface="Pretendard"/>
              </a:defRPr>
            </a:lvl2pPr>
            <a:lvl3pPr algn="l">
              <a:defRPr sz="5250" b="0">
                <a:solidFill>
                  <a:srgbClr val="57962F"/>
                </a:solidFill>
                <a:latin typeface="Pretendard"/>
                <a:ea typeface="Pretendard"/>
                <a:cs typeface="Pretendard"/>
              </a:defRPr>
            </a:lvl3pPr>
            <a:lvl4pPr algn="l">
              <a:defRPr sz="5250" b="0">
                <a:solidFill>
                  <a:srgbClr val="57962F"/>
                </a:solidFill>
                <a:latin typeface="Pretendard"/>
                <a:ea typeface="Pretendard"/>
                <a:cs typeface="Pretendard"/>
              </a:defRPr>
            </a:lvl4pPr>
            <a:lvl5pPr algn="l">
              <a:defRPr sz="5250" b="0">
                <a:solidFill>
                  <a:srgbClr val="57962F"/>
                </a:solidFill>
                <a:latin typeface="Pretendard"/>
                <a:ea typeface="Pretendard"/>
                <a:cs typeface="Pretendard"/>
              </a:defRPr>
            </a:lvl5pPr>
            <a:lvl6pPr algn="l">
              <a:defRPr sz="5250" b="0">
                <a:solidFill>
                  <a:srgbClr val="57962F"/>
                </a:solidFill>
                <a:latin typeface="Pretendard"/>
                <a:ea typeface="Pretendard"/>
                <a:cs typeface="Pretendard"/>
              </a:defRPr>
            </a:lvl6pPr>
            <a:lvl7pPr algn="l">
              <a:defRPr sz="5250" b="0">
                <a:solidFill>
                  <a:srgbClr val="57962F"/>
                </a:solidFill>
                <a:latin typeface="Pretendard"/>
                <a:ea typeface="Pretendard"/>
                <a:cs typeface="Pretendard"/>
              </a:defRPr>
            </a:lvl7pPr>
            <a:lvl8pPr algn="l">
              <a:defRPr sz="5250" b="0">
                <a:solidFill>
                  <a:srgbClr val="57962F"/>
                </a:solidFill>
                <a:latin typeface="Pretendard"/>
                <a:ea typeface="Pretendard"/>
                <a:cs typeface="Pretendard"/>
              </a:defRPr>
            </a:lvl8pPr>
            <a:lvl9pPr algn="l">
              <a:defRPr sz="5250" b="0">
                <a:solidFill>
                  <a:srgbClr val="57962F"/>
                </a:solidFill>
                <a:latin typeface="Pretendard"/>
                <a:ea typeface="Pretendard"/>
                <a:cs typeface="Pretendard"/>
              </a:defRPr>
            </a:lvl9pPr>
          </a:lstStyle>
          <a:p xmlns:a="http://schemas.openxmlformats.org/drawingml/2006/main">
            <a:pPr algn="l">
              <a:defRPr sz="5250" b="0">
                <a:solidFill>
                  <a:srgbClr val="57962F"/>
                </a:solidFill>
                <a:latin typeface="Pretendard"/>
                <a:ea typeface="Pretendard"/>
                <a:cs typeface="Pretendard"/>
              </a:defRPr>
            </a:pPr>
            <a:r>
              <a:rPr sz="5250" b="0">
                <a:solidFill>
                  <a:srgbClr val="57962F"/>
                </a:solidFill>
                <a:latin typeface="Pretendard"/>
                <a:ea typeface="Pretendard"/>
                <a:cs typeface="Pretendard"/>
              </a:rPr>
              <a:t>°</a:t>
            </a:r>
          </a:p>
        </p:txBody>
      </p:sp>
      <p:sp>
        <p:nvSpPr>
          <p:cNvPr id="11" name="R04-33 표제와 해석 영역">
            <a:extLst xmlns:a="http://schemas.openxmlformats.org/drawingml/2006/main">
              <a:ext uri="{FF2B5EF4-FFF2-40B4-BE49-F238E27FC236}">
                <a16:creationId xmlns:a16="http://schemas.microsoft.com/office/drawing/2014/main" id="{6B1EF1D0-D466-435E-98EA-7A278866906B}"/>
              </a:ext>
            </a:extLst>
          </p:cNvPr>
          <p:cNvSpPr>
            <a:spLocks xmlns:a="http://schemas.openxmlformats.org/drawingml/2006/main" noGrp="1"/>
          </p:cNvSpPr>
          <p:nvPr/>
        </p:nvSpPr>
        <p:spPr>
          <a:xfrm xmlns:a="http://schemas.openxmlformats.org/drawingml/2006/main">
            <a:off x="7143750" y="4048125"/>
            <a:ext cx="9715500" cy="1638300"/>
          </a:xfrm>
          <a:prstGeom xmlns:a="http://schemas.openxmlformats.org/drawingml/2006/main" prst="roundRect">
            <a:avLst>
              <a:gd name="adj" fmla="val 11628"/>
            </a:avLst>
          </a:prstGeom>
          <a:solidFill xmlns:a="http://schemas.openxmlformats.org/drawingml/2006/main">
            <a:srgbClr val="F5F5F5"/>
          </a:solidFill>
          <a:ln xmlns:a="http://schemas.openxmlformats.org/drawingml/2006/main" w="0">
            <a:noFill/>
          </a:ln>
        </p:spPr>
      </p:sp>
      <p:sp>
        <p:nvSpPr>
          <p:cNvPr id="12" name="rich">
            <a:extLst xmlns:a="http://schemas.openxmlformats.org/drawingml/2006/main">
              <a:ext uri="{FF2B5EF4-FFF2-40B4-BE49-F238E27FC236}">
                <a16:creationId xmlns:a16="http://schemas.microsoft.com/office/drawing/2014/main" id="{1BD8BBC1-DF07-46DD-B93B-F731D2B774BF}"/>
              </a:ext>
            </a:extLst>
          </p:cNvPr>
          <p:cNvSpPr>
            <a:spLocks xmlns:a="http://schemas.openxmlformats.org/drawingml/2006/main" noGrp="1"/>
          </p:cNvSpPr>
          <p:nvPr/>
        </p:nvSpPr>
        <p:spPr>
          <a:xfrm xmlns:a="http://schemas.openxmlformats.org/drawingml/2006/main">
            <a:off x="7448550" y="4210050"/>
            <a:ext cx="9105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f : formation, 생성</a:t>
            </a:r>
          </a:p>
        </p:txBody>
      </p:sp>
      <p:sp>
        <p:nvSpPr>
          <p:cNvPr id="13" name="rich">
            <a:extLst xmlns:a="http://schemas.openxmlformats.org/drawingml/2006/main">
              <a:ext uri="{FF2B5EF4-FFF2-40B4-BE49-F238E27FC236}">
                <a16:creationId xmlns:a16="http://schemas.microsoft.com/office/drawing/2014/main" id="{6A4A2749-1851-4D7F-B360-E8A823E85BAF}"/>
              </a:ext>
            </a:extLst>
          </p:cNvPr>
          <p:cNvSpPr>
            <a:spLocks xmlns:a="http://schemas.openxmlformats.org/drawingml/2006/main" noGrp="1"/>
          </p:cNvSpPr>
          <p:nvPr/>
        </p:nvSpPr>
        <p:spPr>
          <a:xfrm xmlns:a="http://schemas.openxmlformats.org/drawingml/2006/main">
            <a:off x="7448550" y="4838700"/>
            <a:ext cx="9105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원소 물질로부터 생성되는 반응임을 나타낸다.</a:t>
            </a:r>
          </a:p>
        </p:txBody>
      </p:sp>
      <p:sp>
        <p:nvSpPr>
          <p:cNvPr id="14" name="R04-33 표제와 해석 영역">
            <a:extLst xmlns:a="http://schemas.openxmlformats.org/drawingml/2006/main">
              <a:ext uri="{FF2B5EF4-FFF2-40B4-BE49-F238E27FC236}">
                <a16:creationId xmlns:a16="http://schemas.microsoft.com/office/drawing/2014/main" id="{F41F84A1-0009-4665-A683-821C61F34331}"/>
              </a:ext>
            </a:extLst>
          </p:cNvPr>
          <p:cNvSpPr>
            <a:spLocks xmlns:a="http://schemas.openxmlformats.org/drawingml/2006/main" noGrp="1"/>
          </p:cNvSpPr>
          <p:nvPr/>
        </p:nvSpPr>
        <p:spPr>
          <a:xfrm xmlns:a="http://schemas.openxmlformats.org/drawingml/2006/main">
            <a:off x="7143750" y="5953125"/>
            <a:ext cx="9715500" cy="1638300"/>
          </a:xfrm>
          <a:prstGeom xmlns:a="http://schemas.openxmlformats.org/drawingml/2006/main" prst="roundRect">
            <a:avLst>
              <a:gd name="adj" fmla="val 11628"/>
            </a:avLst>
          </a:prstGeom>
          <a:solidFill xmlns:a="http://schemas.openxmlformats.org/drawingml/2006/main">
            <a:srgbClr val="F5F5F5"/>
          </a:solidFill>
          <a:ln xmlns:a="http://schemas.openxmlformats.org/drawingml/2006/main" w="0">
            <a:noFill/>
          </a:ln>
        </p:spPr>
      </p:sp>
      <p:sp>
        <p:nvSpPr>
          <p:cNvPr id="15" name="rich">
            <a:extLst xmlns:a="http://schemas.openxmlformats.org/drawingml/2006/main">
              <a:ext uri="{FF2B5EF4-FFF2-40B4-BE49-F238E27FC236}">
                <a16:creationId xmlns:a16="http://schemas.microsoft.com/office/drawing/2014/main" id="{68958498-99FB-4E4C-9F25-0C84EF82BAC5}"/>
              </a:ext>
            </a:extLst>
          </p:cNvPr>
          <p:cNvSpPr>
            <a:spLocks xmlns:a="http://schemas.openxmlformats.org/drawingml/2006/main" noGrp="1"/>
          </p:cNvSpPr>
          <p:nvPr/>
        </p:nvSpPr>
        <p:spPr>
          <a:xfrm xmlns:a="http://schemas.openxmlformats.org/drawingml/2006/main">
            <a:off x="7448550" y="6115050"/>
            <a:ext cx="9105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 : 표준 상태</a:t>
            </a:r>
          </a:p>
        </p:txBody>
      </p:sp>
      <p:sp>
        <p:nvSpPr>
          <p:cNvPr id="16" name="rich">
            <a:extLst xmlns:a="http://schemas.openxmlformats.org/drawingml/2006/main">
              <a:ext uri="{FF2B5EF4-FFF2-40B4-BE49-F238E27FC236}">
                <a16:creationId xmlns:a16="http://schemas.microsoft.com/office/drawing/2014/main" id="{A624207C-B2A1-4F80-97DE-6A8D87B0EB30}"/>
              </a:ext>
            </a:extLst>
          </p:cNvPr>
          <p:cNvSpPr>
            <a:spLocks xmlns:a="http://schemas.openxmlformats.org/drawingml/2006/main" noGrp="1"/>
          </p:cNvSpPr>
          <p:nvPr/>
        </p:nvSpPr>
        <p:spPr>
          <a:xfrm xmlns:a="http://schemas.openxmlformats.org/drawingml/2006/main">
            <a:off x="7448550" y="6743700"/>
            <a:ext cx="9105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반응 물질이 표준 상태에 있음을 나타낸다.</a:t>
            </a:r>
          </a:p>
        </p:txBody>
      </p:sp>
      <p:sp>
        <p:nvSpPr>
          <p:cNvPr id="17" name="text">
            <a:extLst xmlns:a="http://schemas.openxmlformats.org/drawingml/2006/main">
              <a:ext uri="{FF2B5EF4-FFF2-40B4-BE49-F238E27FC236}">
                <a16:creationId xmlns:a16="http://schemas.microsoft.com/office/drawing/2014/main" id="{E15B3CA0-AE3E-4B66-B3B3-EB367205886D}"/>
              </a:ext>
            </a:extLst>
          </p:cNvPr>
          <p:cNvSpPr>
            <a:spLocks xmlns:a="http://schemas.openxmlformats.org/drawingml/2006/main" noGrp="1"/>
          </p:cNvSpPr>
          <p:nvPr/>
        </p:nvSpPr>
        <p:spPr>
          <a:xfrm xmlns:a="http://schemas.openxmlformats.org/drawingml/2006/main">
            <a:off x="2286000" y="6410325"/>
            <a:ext cx="3905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898989"/>
                </a:solidFill>
                <a:latin typeface="Pretendard"/>
                <a:ea typeface="Pretendard"/>
                <a:cs typeface="Pretendard"/>
              </a:defRPr>
            </a:defPPr>
            <a:lvl1pPr algn="ctr">
              <a:defRPr sz="2550" b="0">
                <a:solidFill>
                  <a:srgbClr val="898989"/>
                </a:solidFill>
                <a:latin typeface="Pretendard"/>
                <a:ea typeface="Pretendard"/>
                <a:cs typeface="Pretendard"/>
              </a:defRPr>
            </a:lvl1pPr>
            <a:lvl2pPr algn="ctr">
              <a:defRPr sz="2550" b="0">
                <a:solidFill>
                  <a:srgbClr val="898989"/>
                </a:solidFill>
                <a:latin typeface="Pretendard"/>
                <a:ea typeface="Pretendard"/>
                <a:cs typeface="Pretendard"/>
              </a:defRPr>
            </a:lvl2pPr>
            <a:lvl3pPr algn="ctr">
              <a:defRPr sz="2550" b="0">
                <a:solidFill>
                  <a:srgbClr val="898989"/>
                </a:solidFill>
                <a:latin typeface="Pretendard"/>
                <a:ea typeface="Pretendard"/>
                <a:cs typeface="Pretendard"/>
              </a:defRPr>
            </a:lvl3pPr>
            <a:lvl4pPr algn="ctr">
              <a:defRPr sz="2550" b="0">
                <a:solidFill>
                  <a:srgbClr val="898989"/>
                </a:solidFill>
                <a:latin typeface="Pretendard"/>
                <a:ea typeface="Pretendard"/>
                <a:cs typeface="Pretendard"/>
              </a:defRPr>
            </a:lvl4pPr>
            <a:lvl5pPr algn="ctr">
              <a:defRPr sz="2550" b="0">
                <a:solidFill>
                  <a:srgbClr val="898989"/>
                </a:solidFill>
                <a:latin typeface="Pretendard"/>
                <a:ea typeface="Pretendard"/>
                <a:cs typeface="Pretendard"/>
              </a:defRPr>
            </a:lvl5pPr>
            <a:lvl6pPr algn="ctr">
              <a:defRPr sz="2550" b="0">
                <a:solidFill>
                  <a:srgbClr val="898989"/>
                </a:solidFill>
                <a:latin typeface="Pretendard"/>
                <a:ea typeface="Pretendard"/>
                <a:cs typeface="Pretendard"/>
              </a:defRPr>
            </a:lvl6pPr>
            <a:lvl7pPr algn="ctr">
              <a:defRPr sz="2550" b="0">
                <a:solidFill>
                  <a:srgbClr val="898989"/>
                </a:solidFill>
                <a:latin typeface="Pretendard"/>
                <a:ea typeface="Pretendard"/>
                <a:cs typeface="Pretendard"/>
              </a:defRPr>
            </a:lvl7pPr>
            <a:lvl8pPr algn="ctr">
              <a:defRPr sz="2550" b="0">
                <a:solidFill>
                  <a:srgbClr val="898989"/>
                </a:solidFill>
                <a:latin typeface="Pretendard"/>
                <a:ea typeface="Pretendard"/>
                <a:cs typeface="Pretendard"/>
              </a:defRPr>
            </a:lvl8pPr>
            <a:lvl9pPr algn="ctr">
              <a:defRPr sz="2550" b="0">
                <a:solidFill>
                  <a:srgbClr val="898989"/>
                </a:solidFill>
                <a:latin typeface="Pretendard"/>
                <a:ea typeface="Pretendard"/>
                <a:cs typeface="Pretendard"/>
              </a:defRPr>
            </a:lvl9pPr>
          </a:lstStyle>
          <a:p xmlns:a="http://schemas.openxmlformats.org/drawingml/2006/main">
            <a:pPr algn="ctr">
              <a:defRPr sz="2550" b="0">
                <a:solidFill>
                  <a:srgbClr val="898989"/>
                </a:solidFill>
                <a:latin typeface="Pretendard"/>
                <a:ea typeface="Pretendard"/>
                <a:cs typeface="Pretendard"/>
              </a:defRPr>
            </a:pPr>
            <a:r>
              <a:rPr sz="2550" b="0">
                <a:solidFill>
                  <a:srgbClr val="898989"/>
                </a:solidFill>
                <a:latin typeface="Pretendard"/>
                <a:ea typeface="Pretendard"/>
                <a:cs typeface="Pretendard"/>
              </a:rPr>
              <a:t>아래첨자·윗첨자도 기호의 일부</a:t>
            </a:r>
          </a:p>
        </p:txBody>
      </p:sp>
      <p:sp>
        <p:nvSpPr>
          <p:cNvPr id="18" name="해석·결론">
            <a:extLst xmlns:a="http://schemas.openxmlformats.org/drawingml/2006/main">
              <a:ext uri="{FF2B5EF4-FFF2-40B4-BE49-F238E27FC236}">
                <a16:creationId xmlns:a16="http://schemas.microsoft.com/office/drawing/2014/main" id="{97E9B7DF-CE4C-4009-AD93-E87B06288F85}"/>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9" name="반응식·수식">
            <a:extLst xmlns:a="http://schemas.openxmlformats.org/drawingml/2006/main">
              <a:ext uri="{FF2B5EF4-FFF2-40B4-BE49-F238E27FC236}">
                <a16:creationId xmlns:a16="http://schemas.microsoft.com/office/drawing/2014/main" id="{4567663F-E2ED-46A6-AA6F-701F42165B4C}"/>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 1 mol을 기준으로 하므로 단위는 kJ/mol</a:t>
            </a:r>
          </a:p>
        </p:txBody>
      </p:sp>
    </p:spTree>
    <p:extLst>
      <p:ext uri="{BB962C8B-B14F-4D97-AF65-F5344CB8AC3E}">
        <p14:creationId xmlns:p14="http://schemas.microsoft.com/office/powerpoint/2010/main" val="159059534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6EBB7DFD-1D34-4D3D-8585-362E81D48EA3}"/>
              </a:ext>
            </a:extLst>
          </p:cNvPr>
          <p:cNvPicPr>
            <a:picLocks xmlns:a="http://schemas.openxmlformats.org/drawingml/2006/main" noChangeAspect="1"/>
          </p:cNvPicPr>
          <p:nvPr/>
        </p:nvPicPr>
        <p:blipFill>
          <a:blip xmlns:r="http://schemas.openxmlformats.org/officeDocument/2006/relationships" xmlns:a="http://schemas.openxmlformats.org/drawingml/2006/main" r:embed="Rd6f34e85045a4b6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18C62AE-D568-4352-8049-D71854737A9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29DF2C4-8D43-4185-81A8-2D7BF794956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86A108BA-D90A-412F-B0AB-7C6BC84D153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F824671-0D78-4B03-96B5-6A2C6D9BADD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5340C346-6855-4C62-88F3-7C14EE62805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상태는 비교를 위한 기준</a:t>
            </a:r>
          </a:p>
        </p:txBody>
      </p:sp>
      <p:sp>
        <p:nvSpPr>
          <p:cNvPr id="7" name="text">
            <a:extLst xmlns:a="http://schemas.openxmlformats.org/drawingml/2006/main">
              <a:ext uri="{FF2B5EF4-FFF2-40B4-BE49-F238E27FC236}">
                <a16:creationId xmlns:a16="http://schemas.microsoft.com/office/drawing/2014/main" id="{F6026DDA-8D90-4482-8A32-BA5A97D51BD5}"/>
              </a:ext>
            </a:extLst>
          </p:cNvPr>
          <p:cNvSpPr>
            <a:spLocks xmlns:a="http://schemas.openxmlformats.org/drawingml/2006/main" noGrp="1"/>
          </p:cNvSpPr>
          <p:nvPr/>
        </p:nvSpPr>
        <p:spPr>
          <a:xfrm xmlns:a="http://schemas.openxmlformats.org/drawingml/2006/main">
            <a:off x="1428750" y="36671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898989"/>
                </a:solidFill>
                <a:latin typeface="Pretendard"/>
                <a:ea typeface="Pretendard"/>
                <a:cs typeface="Pretendard"/>
              </a:defRPr>
            </a:defPPr>
            <a:lvl1pPr algn="ctr">
              <a:defRPr sz="2850" b="0">
                <a:solidFill>
                  <a:srgbClr val="898989"/>
                </a:solidFill>
                <a:latin typeface="Pretendard"/>
                <a:ea typeface="Pretendard"/>
                <a:cs typeface="Pretendard"/>
              </a:defRPr>
            </a:lvl1pPr>
            <a:lvl2pPr algn="ctr">
              <a:defRPr sz="2850" b="0">
                <a:solidFill>
                  <a:srgbClr val="898989"/>
                </a:solidFill>
                <a:latin typeface="Pretendard"/>
                <a:ea typeface="Pretendard"/>
                <a:cs typeface="Pretendard"/>
              </a:defRPr>
            </a:lvl2pPr>
            <a:lvl3pPr algn="ctr">
              <a:defRPr sz="2850" b="0">
                <a:solidFill>
                  <a:srgbClr val="898989"/>
                </a:solidFill>
                <a:latin typeface="Pretendard"/>
                <a:ea typeface="Pretendard"/>
                <a:cs typeface="Pretendard"/>
              </a:defRPr>
            </a:lvl3pPr>
            <a:lvl4pPr algn="ctr">
              <a:defRPr sz="2850" b="0">
                <a:solidFill>
                  <a:srgbClr val="898989"/>
                </a:solidFill>
                <a:latin typeface="Pretendard"/>
                <a:ea typeface="Pretendard"/>
                <a:cs typeface="Pretendard"/>
              </a:defRPr>
            </a:lvl4pPr>
            <a:lvl5pPr algn="ctr">
              <a:defRPr sz="2850" b="0">
                <a:solidFill>
                  <a:srgbClr val="898989"/>
                </a:solidFill>
                <a:latin typeface="Pretendard"/>
                <a:ea typeface="Pretendard"/>
                <a:cs typeface="Pretendard"/>
              </a:defRPr>
            </a:lvl5pPr>
            <a:lvl6pPr algn="ctr">
              <a:defRPr sz="2850" b="0">
                <a:solidFill>
                  <a:srgbClr val="898989"/>
                </a:solidFill>
                <a:latin typeface="Pretendard"/>
                <a:ea typeface="Pretendard"/>
                <a:cs typeface="Pretendard"/>
              </a:defRPr>
            </a:lvl6pPr>
            <a:lvl7pPr algn="ctr">
              <a:defRPr sz="2850" b="0">
                <a:solidFill>
                  <a:srgbClr val="898989"/>
                </a:solidFill>
                <a:latin typeface="Pretendard"/>
                <a:ea typeface="Pretendard"/>
                <a:cs typeface="Pretendard"/>
              </a:defRPr>
            </a:lvl7pPr>
            <a:lvl8pPr algn="ctr">
              <a:defRPr sz="2850" b="0">
                <a:solidFill>
                  <a:srgbClr val="898989"/>
                </a:solidFill>
                <a:latin typeface="Pretendard"/>
                <a:ea typeface="Pretendard"/>
                <a:cs typeface="Pretendard"/>
              </a:defRPr>
            </a:lvl8pPr>
            <a:lvl9pPr algn="ctr">
              <a:defRPr sz="2850" b="0">
                <a:solidFill>
                  <a:srgbClr val="898989"/>
                </a:solidFill>
                <a:latin typeface="Pretendard"/>
                <a:ea typeface="Pretendard"/>
                <a:cs typeface="Pretendard"/>
              </a:defRPr>
            </a:lvl9pPr>
          </a:lstStyle>
          <a:p xmlns:a="http://schemas.openxmlformats.org/drawingml/2006/main">
            <a:pPr algn="ctr">
              <a:defRPr sz="2850" b="0">
                <a:solidFill>
                  <a:srgbClr val="898989"/>
                </a:solidFill>
                <a:latin typeface="Pretendard"/>
                <a:ea typeface="Pretendard"/>
                <a:cs typeface="Pretendard"/>
              </a:defRPr>
            </a:pPr>
            <a:r>
              <a:rPr sz="2850" b="0">
                <a:solidFill>
                  <a:srgbClr val="898989"/>
                </a:solidFill>
                <a:latin typeface="Pretendard"/>
                <a:ea typeface="Pretendard"/>
                <a:cs typeface="Pretendard"/>
              </a:rPr>
              <a:t>압력과 농도 등 비교 조건을 정해 엔탈피 값을 나타낸다.</a:t>
            </a:r>
          </a:p>
        </p:txBody>
      </p:sp>
      <p:graphicFrame>
        <p:nvGraphicFramePr>
          <p:cNvPr id="8" name="">
            <a:extLst xmlns:a="http://schemas.openxmlformats.org/drawingml/2006/main">
              <a:ext uri="{FF2B5EF4-FFF2-40B4-BE49-F238E27FC236}">
                <a16:creationId xmlns:a16="http://schemas.microsoft.com/office/drawing/2014/main" id="{5B27F642-6BF0-44C7-A7DA-A4001F4FF807}"/>
              </a:ext>
            </a:extLst>
          </p:cNvPr>
          <p:cNvGraphicFramePr/>
          <p:nvPr/>
        </p:nvGraphicFramePr>
        <p:xfrm>
          <a:off xmlns:a="http://schemas.openxmlformats.org/drawingml/2006/main" x="1828800" y="4619625"/>
          <a:ext xmlns:a="http://schemas.openxmlformats.org/drawingml/2006/main" cx="14639925" cy="3733800"/>
        </p:xfrm>
        <a:graphic xmlns:a="http://schemas.openxmlformats.org/drawingml/2006/main">
          <a:graphicData uri="http://schemas.openxmlformats.org/drawingml/2006/table">
            <a:tbl>
              <a:tblPr/>
              <a:tblGrid>
                <a:gridCol w="4000500"/>
                <a:gridCol w="10639425"/>
              </a:tblGrid>
              <a:tr h="933450">
                <a:tc>
                  <a:txBody>
                    <a:bodyPr wrap="none" lIns="114300" tIns="114300" rIns="114300" bIns="114300"/>
                    <a:lstStyle/>
                    <a:p>
                      <a:pPr algn="ctr"/>
                      <a:r>
                        <a:rPr sz="3150" b="1">
                          <a:solidFill>
                            <a:srgbClr val="FFFFFF"/>
                          </a:solidFill>
                          <a:latin typeface="Pretendard"/>
                          <a:ea typeface="Pretendard"/>
                          <a:cs typeface="Pretendard"/>
                        </a:rPr>
                        <a:t>물질의 종류</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완자에서 사용하는 표준 상태의 기준</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33450">
                <a:tc>
                  <a:txBody>
                    <a:bodyPr wrap="none" lIns="114300" tIns="114300" rIns="114300" bIns="114300"/>
                    <a:lstStyle/>
                    <a:p>
                      <a:pPr algn="ctr"/>
                      <a:r>
                        <a:rPr sz="3150" b="1">
                          <a:solidFill>
                            <a:srgbClr val="FFFFFF"/>
                          </a:solidFill>
                          <a:latin typeface="Pretendard"/>
                          <a:ea typeface="Pretendard"/>
                          <a:cs typeface="Pretendard"/>
                        </a:rPr>
                        <a:t>기체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1기압의 순수한 기체</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고체·액체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1기압에서의 순수한 물질</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수용액</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용질의 농도가 1 M인 상태</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80CA2E5F-A6EF-4DE0-B34F-CB8EC211E181}"/>
              </a:ext>
            </a:extLst>
          </p:cNvPr>
          <p:cNvSpPr>
            <a:spLocks xmlns:a="http://schemas.openxmlformats.org/drawingml/2006/main" noGrp="1"/>
          </p:cNvSpPr>
          <p:nvPr/>
        </p:nvSpPr>
        <p:spPr>
          <a:xfrm xmlns:a="http://schemas.openxmlformats.org/drawingml/2006/main" rot="0">
            <a:off x="1828800"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278E8054-3C0F-46DC-BA5C-678F788891B2}"/>
              </a:ext>
            </a:extLst>
          </p:cNvPr>
          <p:cNvSpPr>
            <a:spLocks xmlns:a="http://schemas.openxmlformats.org/drawingml/2006/main" noGrp="1"/>
          </p:cNvSpPr>
          <p:nvPr/>
        </p:nvSpPr>
        <p:spPr>
          <a:xfrm xmlns:a="http://schemas.openxmlformats.org/drawingml/2006/main" rot="5400000">
            <a:off x="16278225"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83F00E72-F409-4554-B6C2-40458C57FFF5}"/>
              </a:ext>
            </a:extLst>
          </p:cNvPr>
          <p:cNvSpPr>
            <a:spLocks xmlns:a="http://schemas.openxmlformats.org/drawingml/2006/main" noGrp="1"/>
          </p:cNvSpPr>
          <p:nvPr/>
        </p:nvSpPr>
        <p:spPr>
          <a:xfrm xmlns:a="http://schemas.openxmlformats.org/drawingml/2006/main" rot="10800000">
            <a:off x="16278225"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F3FE7FB9-74FE-4DC2-8CDB-C72237A074D3}"/>
              </a:ext>
            </a:extLst>
          </p:cNvPr>
          <p:cNvSpPr>
            <a:spLocks xmlns:a="http://schemas.openxmlformats.org/drawingml/2006/main" noGrp="1"/>
          </p:cNvSpPr>
          <p:nvPr/>
        </p:nvSpPr>
        <p:spPr>
          <a:xfrm xmlns:a="http://schemas.openxmlformats.org/drawingml/2006/main" rot="16200000">
            <a:off x="1828800"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9D86CB19-2E4A-415A-AEA3-3E359905E245}"/>
              </a:ext>
            </a:extLst>
          </p:cNvPr>
          <p:cNvSpPr>
            <a:spLocks xmlns:a="http://schemas.openxmlformats.org/drawingml/2006/main" noGrp="1"/>
          </p:cNvSpPr>
          <p:nvPr/>
        </p:nvSpPr>
        <p:spPr>
          <a:xfrm xmlns:a="http://schemas.openxmlformats.org/drawingml/2006/main">
            <a:off x="2286000" y="8639175"/>
            <a:ext cx="13716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57962F"/>
                </a:solidFill>
                <a:latin typeface="Pretendard"/>
                <a:ea typeface="Pretendard"/>
                <a:cs typeface="Pretendard"/>
              </a:defRPr>
            </a:defPPr>
            <a:lvl1pPr algn="ctr">
              <a:defRPr sz="3000" b="1">
                <a:solidFill>
                  <a:srgbClr val="57962F"/>
                </a:solidFill>
                <a:latin typeface="Pretendard"/>
                <a:ea typeface="Pretendard"/>
                <a:cs typeface="Pretendard"/>
              </a:defRPr>
            </a:lvl1pPr>
            <a:lvl2pPr algn="ctr">
              <a:defRPr sz="3000" b="1">
                <a:solidFill>
                  <a:srgbClr val="57962F"/>
                </a:solidFill>
                <a:latin typeface="Pretendard"/>
                <a:ea typeface="Pretendard"/>
                <a:cs typeface="Pretendard"/>
              </a:defRPr>
            </a:lvl2pPr>
            <a:lvl3pPr algn="ctr">
              <a:defRPr sz="3000" b="1">
                <a:solidFill>
                  <a:srgbClr val="57962F"/>
                </a:solidFill>
                <a:latin typeface="Pretendard"/>
                <a:ea typeface="Pretendard"/>
                <a:cs typeface="Pretendard"/>
              </a:defRPr>
            </a:lvl3pPr>
            <a:lvl4pPr algn="ctr">
              <a:defRPr sz="3000" b="1">
                <a:solidFill>
                  <a:srgbClr val="57962F"/>
                </a:solidFill>
                <a:latin typeface="Pretendard"/>
                <a:ea typeface="Pretendard"/>
                <a:cs typeface="Pretendard"/>
              </a:defRPr>
            </a:lvl4pPr>
            <a:lvl5pPr algn="ctr">
              <a:defRPr sz="3000" b="1">
                <a:solidFill>
                  <a:srgbClr val="57962F"/>
                </a:solidFill>
                <a:latin typeface="Pretendard"/>
                <a:ea typeface="Pretendard"/>
                <a:cs typeface="Pretendard"/>
              </a:defRPr>
            </a:lvl5pPr>
            <a:lvl6pPr algn="ctr">
              <a:defRPr sz="3000" b="1">
                <a:solidFill>
                  <a:srgbClr val="57962F"/>
                </a:solidFill>
                <a:latin typeface="Pretendard"/>
                <a:ea typeface="Pretendard"/>
                <a:cs typeface="Pretendard"/>
              </a:defRPr>
            </a:lvl6pPr>
            <a:lvl7pPr algn="ctr">
              <a:defRPr sz="3000" b="1">
                <a:solidFill>
                  <a:srgbClr val="57962F"/>
                </a:solidFill>
                <a:latin typeface="Pretendard"/>
                <a:ea typeface="Pretendard"/>
                <a:cs typeface="Pretendard"/>
              </a:defRPr>
            </a:lvl7pPr>
            <a:lvl8pPr algn="ctr">
              <a:defRPr sz="3000" b="1">
                <a:solidFill>
                  <a:srgbClr val="57962F"/>
                </a:solidFill>
                <a:latin typeface="Pretendard"/>
                <a:ea typeface="Pretendard"/>
                <a:cs typeface="Pretendard"/>
              </a:defRPr>
            </a:lvl8pPr>
            <a:lvl9pPr algn="ctr">
              <a:defRPr sz="3000" b="1">
                <a:solidFill>
                  <a:srgbClr val="57962F"/>
                </a:solidFill>
                <a:latin typeface="Pretendard"/>
                <a:ea typeface="Pretendard"/>
                <a:cs typeface="Pretendard"/>
              </a:defRPr>
            </a:lvl9pPr>
          </a:lstStyle>
          <a:p xmlns:a="http://schemas.openxmlformats.org/drawingml/2006/main">
            <a:pPr algn="ctr">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1 M = 용액 1 L에 용질 1 mol이 들어 있는 농도</a:t>
            </a:r>
          </a:p>
        </p:txBody>
      </p:sp>
    </p:spTree>
    <p:extLst>
      <p:ext uri="{BB962C8B-B14F-4D97-AF65-F5344CB8AC3E}">
        <p14:creationId xmlns:p14="http://schemas.microsoft.com/office/powerpoint/2010/main" val="916384352"/>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8B9DA3D2-720C-4032-8861-8777312D2C60}"/>
              </a:ext>
            </a:extLst>
          </p:cNvPr>
          <p:cNvPicPr>
            <a:picLocks xmlns:a="http://schemas.openxmlformats.org/drawingml/2006/main" noChangeAspect="1"/>
          </p:cNvPicPr>
          <p:nvPr/>
        </p:nvPicPr>
        <p:blipFill>
          <a:blip xmlns:r="http://schemas.openxmlformats.org/officeDocument/2006/relationships" xmlns:a="http://schemas.openxmlformats.org/drawingml/2006/main" r:embed="Ra19516a731804a9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28F6AAB-0AE1-49FA-AD09-41558028DF8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08034EB-928A-47C9-B090-7202943758A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7225139-AA19-4167-BC60-DB2120BACDB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9E9BA8E-62FE-463D-9812-09D8ADA6D06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996E0BD3-3A86-49F7-B5FF-2E4AED77D19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상태가 곧 25°C인 것은 아니다</a:t>
            </a:r>
          </a:p>
        </p:txBody>
      </p:sp>
      <p:sp>
        <p:nvSpPr>
          <p:cNvPr id="7" name="R04-33 표제와 해석 영역">
            <a:extLst xmlns:a="http://schemas.openxmlformats.org/drawingml/2006/main">
              <a:ext uri="{FF2B5EF4-FFF2-40B4-BE49-F238E27FC236}">
                <a16:creationId xmlns:a16="http://schemas.microsoft.com/office/drawing/2014/main" id="{A568F7C2-2518-4D08-8B6D-A25AC340513F}"/>
              </a:ext>
            </a:extLst>
          </p:cNvPr>
          <p:cNvSpPr>
            <a:spLocks xmlns:a="http://schemas.openxmlformats.org/drawingml/2006/main" noGrp="1"/>
          </p:cNvSpPr>
          <p:nvPr/>
        </p:nvSpPr>
        <p:spPr>
          <a:xfrm xmlns:a="http://schemas.openxmlformats.org/drawingml/2006/main">
            <a:off x="2190750" y="4095750"/>
            <a:ext cx="13906500" cy="1666875"/>
          </a:xfrm>
          <a:prstGeom xmlns:a="http://schemas.openxmlformats.org/drawingml/2006/main" prst="roundRect">
            <a:avLst>
              <a:gd name="adj" fmla="val 11429"/>
            </a:avLst>
          </a:prstGeom>
          <a:solidFill xmlns:a="http://schemas.openxmlformats.org/drawingml/2006/main">
            <a:srgbClr val="F5F5F5"/>
          </a:solidFill>
          <a:ln xmlns:a="http://schemas.openxmlformats.org/drawingml/2006/main" w="0">
            <a:noFill/>
          </a:ln>
        </p:spPr>
      </p:sp>
      <p:sp>
        <p:nvSpPr>
          <p:cNvPr id="8" name="rich">
            <a:extLst xmlns:a="http://schemas.openxmlformats.org/drawingml/2006/main">
              <a:ext uri="{FF2B5EF4-FFF2-40B4-BE49-F238E27FC236}">
                <a16:creationId xmlns:a16="http://schemas.microsoft.com/office/drawing/2014/main" id="{7BAA2194-1855-46D8-90A0-2C90E23AA2F9}"/>
              </a:ext>
            </a:extLst>
          </p:cNvPr>
          <p:cNvSpPr>
            <a:spLocks xmlns:a="http://schemas.openxmlformats.org/drawingml/2006/main" noGrp="1"/>
          </p:cNvSpPr>
          <p:nvPr/>
        </p:nvSpPr>
        <p:spPr>
          <a:xfrm xmlns:a="http://schemas.openxmlformats.org/drawingml/2006/main">
            <a:off x="2495550" y="4257675"/>
            <a:ext cx="13296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표준 상태의 표시 °</a:t>
            </a:r>
          </a:p>
        </p:txBody>
      </p:sp>
      <p:sp>
        <p:nvSpPr>
          <p:cNvPr id="9" name="rich">
            <a:extLst xmlns:a="http://schemas.openxmlformats.org/drawingml/2006/main">
              <a:ext uri="{FF2B5EF4-FFF2-40B4-BE49-F238E27FC236}">
                <a16:creationId xmlns:a16="http://schemas.microsoft.com/office/drawing/2014/main" id="{519D637C-26F0-4296-A2C6-FD72F72805CD}"/>
              </a:ext>
            </a:extLst>
          </p:cNvPr>
          <p:cNvSpPr>
            <a:spLocks xmlns:a="http://schemas.openxmlformats.org/drawingml/2006/main" noGrp="1"/>
          </p:cNvSpPr>
          <p:nvPr/>
        </p:nvSpPr>
        <p:spPr>
          <a:xfrm xmlns:a="http://schemas.openxmlformats.org/drawingml/2006/main">
            <a:off x="2495550" y="4886325"/>
            <a:ext cx="13296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°는 특정한 온도를 뜻하는 기호가 아니다.</a:t>
            </a:r>
          </a:p>
        </p:txBody>
      </p:sp>
      <p:sp>
        <p:nvSpPr>
          <p:cNvPr id="10" name="R04-33 표제와 해석 영역">
            <a:extLst xmlns:a="http://schemas.openxmlformats.org/drawingml/2006/main">
              <a:ext uri="{FF2B5EF4-FFF2-40B4-BE49-F238E27FC236}">
                <a16:creationId xmlns:a16="http://schemas.microsoft.com/office/drawing/2014/main" id="{49D7C33D-E420-401F-9959-743C5900740F}"/>
              </a:ext>
            </a:extLst>
          </p:cNvPr>
          <p:cNvSpPr>
            <a:spLocks xmlns:a="http://schemas.openxmlformats.org/drawingml/2006/main" noGrp="1"/>
          </p:cNvSpPr>
          <p:nvPr/>
        </p:nvSpPr>
        <p:spPr>
          <a:xfrm xmlns:a="http://schemas.openxmlformats.org/drawingml/2006/main">
            <a:off x="2190750" y="6048375"/>
            <a:ext cx="13906500" cy="1666875"/>
          </a:xfrm>
          <a:prstGeom xmlns:a="http://schemas.openxmlformats.org/drawingml/2006/main" prst="roundRect">
            <a:avLst>
              <a:gd name="adj" fmla="val 11429"/>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6CF5A31E-70E6-4F4A-8D39-4F00AE78AA43}"/>
              </a:ext>
            </a:extLst>
          </p:cNvPr>
          <p:cNvSpPr>
            <a:spLocks xmlns:a="http://schemas.openxmlformats.org/drawingml/2006/main" noGrp="1"/>
          </p:cNvSpPr>
          <p:nvPr/>
        </p:nvSpPr>
        <p:spPr>
          <a:xfrm xmlns:a="http://schemas.openxmlformats.org/drawingml/2006/main">
            <a:off x="2495550" y="6210300"/>
            <a:ext cx="13296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온도는 자료와 함께 확인</a:t>
            </a:r>
          </a:p>
        </p:txBody>
      </p:sp>
      <p:sp>
        <p:nvSpPr>
          <p:cNvPr id="12" name="rich">
            <a:extLst xmlns:a="http://schemas.openxmlformats.org/drawingml/2006/main">
              <a:ext uri="{FF2B5EF4-FFF2-40B4-BE49-F238E27FC236}">
                <a16:creationId xmlns:a16="http://schemas.microsoft.com/office/drawing/2014/main" id="{9BCFFC2A-A2AE-493C-9FC4-4C2A67159E4E}"/>
              </a:ext>
            </a:extLst>
          </p:cNvPr>
          <p:cNvSpPr>
            <a:spLocks xmlns:a="http://schemas.openxmlformats.org/drawingml/2006/main" noGrp="1"/>
          </p:cNvSpPr>
          <p:nvPr/>
        </p:nvSpPr>
        <p:spPr>
          <a:xfrm xmlns:a="http://schemas.openxmlformats.org/drawingml/2006/main">
            <a:off x="2495550" y="6838950"/>
            <a:ext cx="13296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생성 엔탈피 값은 온도에 따라 달라질 수 있다.</a:t>
            </a:r>
          </a:p>
        </p:txBody>
      </p:sp>
      <p:sp>
        <p:nvSpPr>
          <p:cNvPr id="13" name="해석·결론">
            <a:extLst xmlns:a="http://schemas.openxmlformats.org/drawingml/2006/main">
              <a:ext uri="{FF2B5EF4-FFF2-40B4-BE49-F238E27FC236}">
                <a16:creationId xmlns:a16="http://schemas.microsoft.com/office/drawing/2014/main" id="{623C0148-AD0C-4A5A-8855-A7DDBC9B0A3D}"/>
              </a:ext>
            </a:extLst>
          </p:cNvPr>
          <p:cNvSpPr>
            <a:spLocks xmlns:a="http://schemas.openxmlformats.org/drawingml/2006/main" noGrp="1"/>
          </p:cNvSpPr>
          <p:nvPr/>
        </p:nvSpPr>
        <p:spPr>
          <a:xfrm xmlns:a="http://schemas.openxmlformats.org/drawingml/2006/main">
            <a:off x="1828800" y="82391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424D09F9-7A76-4590-8C7F-D1C49809A651}"/>
              </a:ext>
            </a:extLst>
          </p:cNvPr>
          <p:cNvSpPr>
            <a:spLocks xmlns:a="http://schemas.openxmlformats.org/drawingml/2006/main" noGrp="1"/>
          </p:cNvSpPr>
          <p:nvPr/>
        </p:nvSpPr>
        <p:spPr>
          <a:xfrm xmlns:a="http://schemas.openxmlformats.org/drawingml/2006/main">
            <a:off x="2143125" y="83153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이 수업의 완자 예제: 25°C, 1기압에서의 자료</a:t>
            </a:r>
          </a:p>
        </p:txBody>
      </p:sp>
    </p:spTree>
    <p:extLst>
      <p:ext uri="{BB962C8B-B14F-4D97-AF65-F5344CB8AC3E}">
        <p14:creationId xmlns:p14="http://schemas.microsoft.com/office/powerpoint/2010/main" val="152254499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838D9A01-FCBA-4FE2-B349-F9A41ED90020}"/>
              </a:ext>
            </a:extLst>
          </p:cNvPr>
          <p:cNvPicPr>
            <a:picLocks xmlns:a="http://schemas.openxmlformats.org/drawingml/2006/main" noChangeAspect="1"/>
          </p:cNvPicPr>
          <p:nvPr/>
        </p:nvPicPr>
        <p:blipFill>
          <a:blip xmlns:r="http://schemas.openxmlformats.org/officeDocument/2006/relationships" xmlns:a="http://schemas.openxmlformats.org/drawingml/2006/main" r:embed="Rdd244488cde1459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17E9D70-CAE8-4330-AD35-BF3F4114DCD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425B675-312F-45B1-BD8A-0C483FE962B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F1E44200-57D4-4177-AE99-9191537AC7A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B4CEDC4-D8E0-44A1-98D1-6E9BB990B41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A433D6FF-BEDB-40D3-A1FC-CC2137C20A5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 물질의 값은 0</a:t>
            </a:r>
          </a:p>
        </p:txBody>
      </p:sp>
      <p:graphicFrame>
        <p:nvGraphicFramePr>
          <p:cNvPr id="7" name="">
            <a:extLst xmlns:a="http://schemas.openxmlformats.org/drawingml/2006/main">
              <a:ext uri="{FF2B5EF4-FFF2-40B4-BE49-F238E27FC236}">
                <a16:creationId xmlns:a16="http://schemas.microsoft.com/office/drawing/2014/main" id="{E59C59E3-98A3-463F-866F-4F7CCA1E9C5C}"/>
              </a:ext>
            </a:extLst>
          </p:cNvPr>
          <p:cNvGraphicFramePr/>
          <p:nvPr/>
        </p:nvGraphicFramePr>
        <p:xfrm>
          <a:off xmlns:a="http://schemas.openxmlformats.org/drawingml/2006/main" x="3476625" y="4238625"/>
          <a:ext xmlns:a="http://schemas.openxmlformats.org/drawingml/2006/main" cx="11334750" cy="3810000"/>
        </p:xfrm>
        <a:graphic xmlns:a="http://schemas.openxmlformats.org/drawingml/2006/main">
          <a:graphicData uri="http://schemas.openxmlformats.org/drawingml/2006/table">
            <a:tbl>
              <a:tblPr/>
              <a:tblGrid>
                <a:gridCol w="4762500"/>
                <a:gridCol w="6572250"/>
              </a:tblGrid>
              <a:tr h="952500">
                <a:tc>
                  <a:txBody>
                    <a:bodyPr wrap="none" lIns="114300" tIns="114300" rIns="114300" bIns="114300"/>
                    <a:lstStyle/>
                    <a:p>
                      <a:pPr algn="ctr"/>
                      <a:r>
                        <a:rPr sz="3150" b="1">
                          <a:solidFill>
                            <a:srgbClr val="FFFFFF"/>
                          </a:solidFill>
                          <a:latin typeface="Pretendard"/>
                          <a:ea typeface="Pretendard"/>
                          <a:cs typeface="Pretendard"/>
                        </a:rPr>
                        <a:t>기준 원소 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표준 생성 엔탈피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150" b="1">
                          <a:solidFill>
                            <a:srgbClr val="FFFFFF"/>
                          </a:solidFill>
                          <a:latin typeface="Pretendard"/>
                          <a:ea typeface="Pretendard"/>
                          <a:cs typeface="Pretendard"/>
                        </a:rPr>
                        <a:t>C</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s</a:t>
                      </a:r>
                      <a:r>
                        <a:rPr sz="3150" b="1">
                          <a:solidFill>
                            <a:srgbClr val="FFFFFF"/>
                          </a:solidFill>
                          <a:latin typeface="Pretendard"/>
                          <a:ea typeface="Pretendard"/>
                          <a:cs typeface="Pretendard"/>
                        </a:rPr>
                        <a:t>, 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H₂</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O₂</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4E2153DF-BA54-45B2-97A6-8E1EB407CEB7}"/>
              </a:ext>
            </a:extLst>
          </p:cNvPr>
          <p:cNvSpPr>
            <a:spLocks xmlns:a="http://schemas.openxmlformats.org/drawingml/2006/main" noGrp="1"/>
          </p:cNvSpPr>
          <p:nvPr/>
        </p:nvSpPr>
        <p:spPr>
          <a:xfrm xmlns:a="http://schemas.openxmlformats.org/drawingml/2006/main" rot="0">
            <a:off x="347662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5A19127E-69C8-4BF1-9BE4-BCF8CC8FB8E4}"/>
              </a:ext>
            </a:extLst>
          </p:cNvPr>
          <p:cNvSpPr>
            <a:spLocks xmlns:a="http://schemas.openxmlformats.org/drawingml/2006/main" noGrp="1"/>
          </p:cNvSpPr>
          <p:nvPr/>
        </p:nvSpPr>
        <p:spPr>
          <a:xfrm xmlns:a="http://schemas.openxmlformats.org/drawingml/2006/main" rot="5400000">
            <a:off x="1462087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EAB5B549-0C50-4227-A03B-AE91CE5127F3}"/>
              </a:ext>
            </a:extLst>
          </p:cNvPr>
          <p:cNvSpPr>
            <a:spLocks xmlns:a="http://schemas.openxmlformats.org/drawingml/2006/main" noGrp="1"/>
          </p:cNvSpPr>
          <p:nvPr/>
        </p:nvSpPr>
        <p:spPr>
          <a:xfrm xmlns:a="http://schemas.openxmlformats.org/drawingml/2006/main" rot="10800000">
            <a:off x="14620875" y="7858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2B688585-B710-4CCD-BB68-F6081B5F4D42}"/>
              </a:ext>
            </a:extLst>
          </p:cNvPr>
          <p:cNvSpPr>
            <a:spLocks xmlns:a="http://schemas.openxmlformats.org/drawingml/2006/main" noGrp="1"/>
          </p:cNvSpPr>
          <p:nvPr/>
        </p:nvSpPr>
        <p:spPr>
          <a:xfrm xmlns:a="http://schemas.openxmlformats.org/drawingml/2006/main" rot="16200000">
            <a:off x="3476625" y="7858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해석·결론">
            <a:extLst xmlns:a="http://schemas.openxmlformats.org/drawingml/2006/main">
              <a:ext uri="{FF2B5EF4-FFF2-40B4-BE49-F238E27FC236}">
                <a16:creationId xmlns:a16="http://schemas.microsoft.com/office/drawing/2014/main" id="{B91B59B5-4F10-441C-B11A-E2D022FA4A70}"/>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844EDFD5-4088-4CA2-A857-6CD173C9212E}"/>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원소의 모든 상태가 0이라는 뜻은 아니다.</a:t>
            </a:r>
          </a:p>
        </p:txBody>
      </p:sp>
    </p:spTree>
    <p:extLst>
      <p:ext uri="{BB962C8B-B14F-4D97-AF65-F5344CB8AC3E}">
        <p14:creationId xmlns:p14="http://schemas.microsoft.com/office/powerpoint/2010/main" val="856914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E5334317-17C4-4E9E-B116-B3669A770B9D}"/>
              </a:ext>
            </a:extLst>
          </p:cNvPr>
          <p:cNvPicPr>
            <a:picLocks xmlns:a="http://schemas.openxmlformats.org/drawingml/2006/main" noChangeAspect="1"/>
          </p:cNvPicPr>
          <p:nvPr/>
        </p:nvPicPr>
        <p:blipFill>
          <a:blip xmlns:r="http://schemas.openxmlformats.org/officeDocument/2006/relationships" xmlns:a="http://schemas.openxmlformats.org/drawingml/2006/main" r:embed="Rca61e27cfb5f4b4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14A5454-BEBE-448A-92B0-7A54BFBABF7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F48613A-5DED-47A1-90C8-92D0DF6E712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1144D0C6-411A-45C7-9DFB-A156282778F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198A506-AC61-4F8D-A3F6-FBC7ED562C7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ECFC1E48-4B68-4379-8E6C-11921B09040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원소의 생성 엔탈피는 왜 0일까?</a:t>
            </a:r>
          </a:p>
        </p:txBody>
      </p:sp>
      <p:sp>
        <p:nvSpPr>
          <p:cNvPr id="7" name="R04-33 표제와 해석 영역">
            <a:extLst xmlns:a="http://schemas.openxmlformats.org/drawingml/2006/main">
              <a:ext uri="{FF2B5EF4-FFF2-40B4-BE49-F238E27FC236}">
                <a16:creationId xmlns:a16="http://schemas.microsoft.com/office/drawing/2014/main" id="{4C890C22-890D-462F-91D5-47D1B39BF850}"/>
              </a:ext>
            </a:extLst>
          </p:cNvPr>
          <p:cNvSpPr>
            <a:spLocks xmlns:a="http://schemas.openxmlformats.org/drawingml/2006/main" noGrp="1"/>
          </p:cNvSpPr>
          <p:nvPr/>
        </p:nvSpPr>
        <p:spPr>
          <a:xfrm xmlns:a="http://schemas.openxmlformats.org/drawingml/2006/main">
            <a:off x="1828800" y="4000500"/>
            <a:ext cx="14639925"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8" name="rich">
            <a:extLst xmlns:a="http://schemas.openxmlformats.org/drawingml/2006/main">
              <a:ext uri="{FF2B5EF4-FFF2-40B4-BE49-F238E27FC236}">
                <a16:creationId xmlns:a16="http://schemas.microsoft.com/office/drawing/2014/main" id="{74673723-AFC8-4E43-B826-B2CBCD34F9E7}"/>
              </a:ext>
            </a:extLst>
          </p:cNvPr>
          <p:cNvSpPr>
            <a:spLocks xmlns:a="http://schemas.openxmlformats.org/drawingml/2006/main" noGrp="1"/>
          </p:cNvSpPr>
          <p:nvPr/>
        </p:nvSpPr>
        <p:spPr>
          <a:xfrm xmlns:a="http://schemas.openxmlformats.org/drawingml/2006/main">
            <a:off x="2133600" y="4162425"/>
            <a:ext cx="140303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가장 안정한 원소 물질을 기준으로</a:t>
            </a:r>
          </a:p>
        </p:txBody>
      </p:sp>
      <p:sp>
        <p:nvSpPr>
          <p:cNvPr id="9" name="rich">
            <a:extLst xmlns:a="http://schemas.openxmlformats.org/drawingml/2006/main">
              <a:ext uri="{FF2B5EF4-FFF2-40B4-BE49-F238E27FC236}">
                <a16:creationId xmlns:a16="http://schemas.microsoft.com/office/drawing/2014/main" id="{51570AAE-8110-49D2-8BA3-C410A5D702A7}"/>
              </a:ext>
            </a:extLst>
          </p:cNvPr>
          <p:cNvSpPr>
            <a:spLocks xmlns:a="http://schemas.openxmlformats.org/drawingml/2006/main" noGrp="1"/>
          </p:cNvSpPr>
          <p:nvPr/>
        </p:nvSpPr>
        <p:spPr>
          <a:xfrm xmlns:a="http://schemas.openxmlformats.org/drawingml/2006/main">
            <a:off x="2133600" y="4791075"/>
            <a:ext cx="140303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같은 온도·압력에서 가장 안정한 형태를 기준 원소 물질로 정한다.</a:t>
            </a:r>
          </a:p>
        </p:txBody>
      </p:sp>
      <p:sp>
        <p:nvSpPr>
          <p:cNvPr id="10" name="R04-33 표제와 해석 영역">
            <a:extLst xmlns:a="http://schemas.openxmlformats.org/drawingml/2006/main">
              <a:ext uri="{FF2B5EF4-FFF2-40B4-BE49-F238E27FC236}">
                <a16:creationId xmlns:a16="http://schemas.microsoft.com/office/drawing/2014/main" id="{9CAB65D2-02D7-4A12-AB13-37F8132982D7}"/>
              </a:ext>
            </a:extLst>
          </p:cNvPr>
          <p:cNvSpPr>
            <a:spLocks xmlns:a="http://schemas.openxmlformats.org/drawingml/2006/main" noGrp="1"/>
          </p:cNvSpPr>
          <p:nvPr/>
        </p:nvSpPr>
        <p:spPr>
          <a:xfrm xmlns:a="http://schemas.openxmlformats.org/drawingml/2006/main">
            <a:off x="1828800" y="5791200"/>
            <a:ext cx="14639925"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5F0AC2F9-CA8A-4D61-8B8A-D1D4D9201A4F}"/>
              </a:ext>
            </a:extLst>
          </p:cNvPr>
          <p:cNvSpPr>
            <a:spLocks xmlns:a="http://schemas.openxmlformats.org/drawingml/2006/main" noGrp="1"/>
          </p:cNvSpPr>
          <p:nvPr/>
        </p:nvSpPr>
        <p:spPr>
          <a:xfrm xmlns:a="http://schemas.openxmlformats.org/drawingml/2006/main">
            <a:off x="2133600" y="5953125"/>
            <a:ext cx="140303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기준 물질에서 같은 물질로</a:t>
            </a:r>
          </a:p>
        </p:txBody>
      </p:sp>
      <p:sp>
        <p:nvSpPr>
          <p:cNvPr id="12" name="rich">
            <a:extLst xmlns:a="http://schemas.openxmlformats.org/drawingml/2006/main">
              <a:ext uri="{FF2B5EF4-FFF2-40B4-BE49-F238E27FC236}">
                <a16:creationId xmlns:a16="http://schemas.microsoft.com/office/drawing/2014/main" id="{67F4202D-BD96-43BC-A871-7477CF015B7A}"/>
              </a:ext>
            </a:extLst>
          </p:cNvPr>
          <p:cNvSpPr>
            <a:spLocks xmlns:a="http://schemas.openxmlformats.org/drawingml/2006/main" noGrp="1"/>
          </p:cNvSpPr>
          <p:nvPr/>
        </p:nvSpPr>
        <p:spPr>
          <a:xfrm xmlns:a="http://schemas.openxmlformats.org/drawingml/2006/main">
            <a:off x="2133600" y="6581775"/>
            <a:ext cx="140303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처음과 나중 상태가 같으므로 생성 과정의 엔탈피 변화는 0이다.</a:t>
            </a:r>
          </a:p>
        </p:txBody>
      </p:sp>
      <p:sp>
        <p:nvSpPr>
          <p:cNvPr id="13" name="기준값과 절대값 구분">
            <a:extLst xmlns:a="http://schemas.openxmlformats.org/drawingml/2006/main">
              <a:ext uri="{FF2B5EF4-FFF2-40B4-BE49-F238E27FC236}">
                <a16:creationId xmlns:a16="http://schemas.microsoft.com/office/drawing/2014/main" id="{B2727540-E189-42B7-B4E7-D27A5CE7015A}"/>
              </a:ext>
            </a:extLst>
          </p:cNvPr>
          <p:cNvSpPr>
            <a:spLocks xmlns:a="http://schemas.openxmlformats.org/drawingml/2006/main" noGrp="1"/>
          </p:cNvSpPr>
          <p:nvPr/>
        </p:nvSpPr>
        <p:spPr>
          <a:xfrm xmlns:a="http://schemas.openxmlformats.org/drawingml/2006/main">
            <a:off x="1828800" y="7753350"/>
            <a:ext cx="14639925" cy="1409700"/>
          </a:xfrm>
          <a:prstGeom xmlns:a="http://schemas.openxmlformats.org/drawingml/2006/main" prst="roundRect">
            <a:avLst>
              <a:gd name="adj" fmla="val 13514"/>
            </a:avLst>
          </a:prstGeom>
          <a:solidFill xmlns:a="http://schemas.openxmlformats.org/drawingml/2006/main">
            <a:srgbClr val="303030"/>
          </a:solidFill>
          <a:ln xmlns:a="http://schemas.openxmlformats.org/drawingml/2006/main" w="0">
            <a:noFill/>
          </a:ln>
        </p:spPr>
      </p:sp>
      <p:sp>
        <p:nvSpPr>
          <p:cNvPr id="14" name="rich">
            <a:extLst xmlns:a="http://schemas.openxmlformats.org/drawingml/2006/main">
              <a:ext uri="{FF2B5EF4-FFF2-40B4-BE49-F238E27FC236}">
                <a16:creationId xmlns:a16="http://schemas.microsoft.com/office/drawing/2014/main" id="{AC71FD43-322B-4A5F-9543-DFE198679500}"/>
              </a:ext>
            </a:extLst>
          </p:cNvPr>
          <p:cNvSpPr>
            <a:spLocks xmlns:a="http://schemas.openxmlformats.org/drawingml/2006/main" noGrp="1"/>
          </p:cNvSpPr>
          <p:nvPr/>
        </p:nvSpPr>
        <p:spPr>
          <a:xfrm xmlns:a="http://schemas.openxmlformats.org/drawingml/2006/main">
            <a:off x="2286000" y="7905750"/>
            <a:ext cx="1371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0">
                <a:solidFill>
                  <a:srgbClr val="FFFFFF"/>
                </a:solidFill>
                <a:latin typeface="Pretendard"/>
                <a:ea typeface="Pretendard"/>
                <a:cs typeface="Pretendard"/>
              </a:defRPr>
            </a:defPPr>
            <a:lvl1pPr algn="ctr">
              <a:defRPr sz="3450" b="0">
                <a:solidFill>
                  <a:srgbClr val="FFFFFF"/>
                </a:solidFill>
                <a:latin typeface="Pretendard"/>
                <a:ea typeface="Pretendard"/>
                <a:cs typeface="Pretendard"/>
              </a:defRPr>
            </a:lvl1pPr>
            <a:lvl2pPr algn="ctr">
              <a:defRPr sz="3450" b="0">
                <a:solidFill>
                  <a:srgbClr val="FFFFFF"/>
                </a:solidFill>
                <a:latin typeface="Pretendard"/>
                <a:ea typeface="Pretendard"/>
                <a:cs typeface="Pretendard"/>
              </a:defRPr>
            </a:lvl2pPr>
            <a:lvl3pPr algn="ctr">
              <a:defRPr sz="3450" b="0">
                <a:solidFill>
                  <a:srgbClr val="FFFFFF"/>
                </a:solidFill>
                <a:latin typeface="Pretendard"/>
                <a:ea typeface="Pretendard"/>
                <a:cs typeface="Pretendard"/>
              </a:defRPr>
            </a:lvl3pPr>
            <a:lvl4pPr algn="ctr">
              <a:defRPr sz="3450" b="0">
                <a:solidFill>
                  <a:srgbClr val="FFFFFF"/>
                </a:solidFill>
                <a:latin typeface="Pretendard"/>
                <a:ea typeface="Pretendard"/>
                <a:cs typeface="Pretendard"/>
              </a:defRPr>
            </a:lvl4pPr>
            <a:lvl5pPr algn="ctr">
              <a:defRPr sz="3450" b="0">
                <a:solidFill>
                  <a:srgbClr val="FFFFFF"/>
                </a:solidFill>
                <a:latin typeface="Pretendard"/>
                <a:ea typeface="Pretendard"/>
                <a:cs typeface="Pretendard"/>
              </a:defRPr>
            </a:lvl5pPr>
            <a:lvl6pPr algn="ctr">
              <a:defRPr sz="3450" b="0">
                <a:solidFill>
                  <a:srgbClr val="FFFFFF"/>
                </a:solidFill>
                <a:latin typeface="Pretendard"/>
                <a:ea typeface="Pretendard"/>
                <a:cs typeface="Pretendard"/>
              </a:defRPr>
            </a:lvl6pPr>
            <a:lvl7pPr algn="ctr">
              <a:defRPr sz="3450" b="0">
                <a:solidFill>
                  <a:srgbClr val="FFFFFF"/>
                </a:solidFill>
                <a:latin typeface="Pretendard"/>
                <a:ea typeface="Pretendard"/>
                <a:cs typeface="Pretendard"/>
              </a:defRPr>
            </a:lvl7pPr>
            <a:lvl8pPr algn="ctr">
              <a:defRPr sz="3450" b="0">
                <a:solidFill>
                  <a:srgbClr val="FFFFFF"/>
                </a:solidFill>
                <a:latin typeface="Pretendard"/>
                <a:ea typeface="Pretendard"/>
                <a:cs typeface="Pretendard"/>
              </a:defRPr>
            </a:lvl8pPr>
            <a:lvl9pPr algn="ctr">
              <a:defRPr sz="3450" b="0">
                <a:solidFill>
                  <a:srgbClr val="FFFFFF"/>
                </a:solidFill>
                <a:latin typeface="Pretendard"/>
                <a:ea typeface="Pretendard"/>
                <a:cs typeface="Pretendard"/>
              </a:defRPr>
            </a:lvl9pPr>
          </a:lstStyle>
          <a:p xmlns:a="http://schemas.openxmlformats.org/drawingml/2006/main">
            <a:pPr algn="ctr">
              <a:defRPr sz="3450" b="0">
                <a:solidFill>
                  <a:srgbClr val="FFFFFF"/>
                </a:solidFill>
                <a:latin typeface="Pretendard"/>
                <a:ea typeface="Pretendard"/>
                <a:cs typeface="Pretendard"/>
              </a:defRPr>
            </a:pPr>
            <a:r>
              <a:t>0은 </a:t>
            </a:r>
            <a:r>
              <a:rPr b="1">
                <a:solidFill>
                  <a:srgbClr val="9FFF68"/>
                </a:solidFill>
              </a:rPr>
              <a:t>생성 엔탈피의 기준값</a:t>
            </a:r>
            <a:r>
              <a:t>이다.</a:t>
            </a:r>
          </a:p>
        </p:txBody>
      </p:sp>
      <p:sp>
        <p:nvSpPr>
          <p:cNvPr id="15" name="text">
            <a:extLst xmlns:a="http://schemas.openxmlformats.org/drawingml/2006/main">
              <a:ext uri="{FF2B5EF4-FFF2-40B4-BE49-F238E27FC236}">
                <a16:creationId xmlns:a16="http://schemas.microsoft.com/office/drawing/2014/main" id="{E051DED9-CB1C-4F62-9039-3F11606055A5}"/>
              </a:ext>
            </a:extLst>
          </p:cNvPr>
          <p:cNvSpPr>
            <a:spLocks xmlns:a="http://schemas.openxmlformats.org/drawingml/2006/main" noGrp="1"/>
          </p:cNvSpPr>
          <p:nvPr/>
        </p:nvSpPr>
        <p:spPr>
          <a:xfrm xmlns:a="http://schemas.openxmlformats.org/drawingml/2006/main">
            <a:off x="2286000" y="8515350"/>
            <a:ext cx="13716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FFFFFF"/>
                </a:solidFill>
                <a:latin typeface="Pretendard"/>
                <a:ea typeface="Pretendard"/>
                <a:cs typeface="Pretendard"/>
              </a:defRPr>
            </a:defPPr>
            <a:lvl1pPr algn="ctr">
              <a:defRPr sz="2850" b="0">
                <a:solidFill>
                  <a:srgbClr val="FFFFFF"/>
                </a:solidFill>
                <a:latin typeface="Pretendard"/>
                <a:ea typeface="Pretendard"/>
                <a:cs typeface="Pretendard"/>
              </a:defRPr>
            </a:lvl1pPr>
            <a:lvl2pPr algn="ctr">
              <a:defRPr sz="2850" b="0">
                <a:solidFill>
                  <a:srgbClr val="FFFFFF"/>
                </a:solidFill>
                <a:latin typeface="Pretendard"/>
                <a:ea typeface="Pretendard"/>
                <a:cs typeface="Pretendard"/>
              </a:defRPr>
            </a:lvl2pPr>
            <a:lvl3pPr algn="ctr">
              <a:defRPr sz="2850" b="0">
                <a:solidFill>
                  <a:srgbClr val="FFFFFF"/>
                </a:solidFill>
                <a:latin typeface="Pretendard"/>
                <a:ea typeface="Pretendard"/>
                <a:cs typeface="Pretendard"/>
              </a:defRPr>
            </a:lvl3pPr>
            <a:lvl4pPr algn="ctr">
              <a:defRPr sz="2850" b="0">
                <a:solidFill>
                  <a:srgbClr val="FFFFFF"/>
                </a:solidFill>
                <a:latin typeface="Pretendard"/>
                <a:ea typeface="Pretendard"/>
                <a:cs typeface="Pretendard"/>
              </a:defRPr>
            </a:lvl4pPr>
            <a:lvl5pPr algn="ctr">
              <a:defRPr sz="2850" b="0">
                <a:solidFill>
                  <a:srgbClr val="FFFFFF"/>
                </a:solidFill>
                <a:latin typeface="Pretendard"/>
                <a:ea typeface="Pretendard"/>
                <a:cs typeface="Pretendard"/>
              </a:defRPr>
            </a:lvl5pPr>
            <a:lvl6pPr algn="ctr">
              <a:defRPr sz="2850" b="0">
                <a:solidFill>
                  <a:srgbClr val="FFFFFF"/>
                </a:solidFill>
                <a:latin typeface="Pretendard"/>
                <a:ea typeface="Pretendard"/>
                <a:cs typeface="Pretendard"/>
              </a:defRPr>
            </a:lvl6pPr>
            <a:lvl7pPr algn="ctr">
              <a:defRPr sz="2850" b="0">
                <a:solidFill>
                  <a:srgbClr val="FFFFFF"/>
                </a:solidFill>
                <a:latin typeface="Pretendard"/>
                <a:ea typeface="Pretendard"/>
                <a:cs typeface="Pretendard"/>
              </a:defRPr>
            </a:lvl7pPr>
            <a:lvl8pPr algn="ctr">
              <a:defRPr sz="2850" b="0">
                <a:solidFill>
                  <a:srgbClr val="FFFFFF"/>
                </a:solidFill>
                <a:latin typeface="Pretendard"/>
                <a:ea typeface="Pretendard"/>
                <a:cs typeface="Pretendard"/>
              </a:defRPr>
            </a:lvl8pPr>
            <a:lvl9pPr algn="ctr">
              <a:defRPr sz="2850" b="0">
                <a:solidFill>
                  <a:srgbClr val="FFFFFF"/>
                </a:solidFill>
                <a:latin typeface="Pretendard"/>
                <a:ea typeface="Pretendard"/>
                <a:cs typeface="Pretendard"/>
              </a:defRPr>
            </a:lvl9pPr>
          </a:lstStyle>
          <a:p xmlns:a="http://schemas.openxmlformats.org/drawingml/2006/main">
            <a:pPr algn="ctr">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그 물질 자체의 엔탈피가 없다는 뜻은 아니다.</a:t>
            </a:r>
          </a:p>
        </p:txBody>
      </p:sp>
    </p:spTree>
    <p:extLst>
      <p:ext uri="{BB962C8B-B14F-4D97-AF65-F5344CB8AC3E}">
        <p14:creationId xmlns:p14="http://schemas.microsoft.com/office/powerpoint/2010/main" val="1124424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58790FB3-F2EB-424A-AEA3-C4ACB967CDC7}"/>
              </a:ext>
            </a:extLst>
          </p:cNvPr>
          <p:cNvPicPr>
            <a:picLocks xmlns:a="http://schemas.openxmlformats.org/drawingml/2006/main" noChangeAspect="1"/>
          </p:cNvPicPr>
          <p:nvPr/>
        </p:nvPicPr>
        <p:blipFill>
          <a:blip xmlns:r="http://schemas.openxmlformats.org/officeDocument/2006/relationships" xmlns:a="http://schemas.openxmlformats.org/drawingml/2006/main" r:embed="R251166a98eab45a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DACF7DA-81FA-4996-99A6-AAFF7EEE43E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646B9AF-9B3A-45CC-9702-D997C0F6A8C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C2CC139-5DE5-41E7-9776-2527977F2DA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40F91E6-D5D9-461B-BF90-73697B620F2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A9EEE9CA-6B20-4176-BCEF-AD90B41FDA5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탄소라도 기준값은 다르다</a:t>
            </a:r>
          </a:p>
        </p:txBody>
      </p:sp>
      <p:pic>
        <p:nvPicPr>
          <p:cNvPr id="7" name="">
            <a:extLst xmlns:a="http://schemas.openxmlformats.org/drawingml/2006/main">
              <a:ext uri="{FF2B5EF4-FFF2-40B4-BE49-F238E27FC236}">
                <a16:creationId xmlns:a16="http://schemas.microsoft.com/office/drawing/2014/main" id="{B0A771B0-01DB-4BBF-B2A2-1542BA126F1D}"/>
              </a:ext>
            </a:extLst>
          </p:cNvPr>
          <p:cNvPicPr>
            <a:picLocks xmlns:a="http://schemas.openxmlformats.org/drawingml/2006/main" noChangeAspect="1"/>
          </p:cNvPicPr>
          <p:nvPr/>
        </p:nvPicPr>
        <p:blipFill>
          <a:blip xmlns:r="http://schemas.openxmlformats.org/officeDocument/2006/relationships" xmlns:a="http://schemas.openxmlformats.org/drawingml/2006/main" r:embed="Re1cf1ad7d42f45f8"/>
          <a:stretch xmlns:a="http://schemas.openxmlformats.org/drawingml/2006/main"/>
        </p:blipFill>
        <p:spPr>
          <a:xfrm xmlns:a="http://schemas.openxmlformats.org/drawingml/2006/main">
            <a:off x="1476375" y="4218214"/>
            <a:ext cx="2857500" cy="3946071"/>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465F2D56-3270-4205-A482-E17EADB1B284}"/>
              </a:ext>
            </a:extLst>
          </p:cNvPr>
          <p:cNvPicPr>
            <a:picLocks xmlns:a="http://schemas.openxmlformats.org/drawingml/2006/main" noChangeAspect="1"/>
          </p:cNvPicPr>
          <p:nvPr/>
        </p:nvPicPr>
        <p:blipFill>
          <a:blip xmlns:r="http://schemas.openxmlformats.org/officeDocument/2006/relationships" xmlns:a="http://schemas.openxmlformats.org/drawingml/2006/main" r:embed="R6d84330f89684dfc"/>
          <a:stretch xmlns:a="http://schemas.openxmlformats.org/drawingml/2006/main"/>
        </p:blipFill>
        <p:spPr>
          <a:xfrm xmlns:a="http://schemas.openxmlformats.org/drawingml/2006/main">
            <a:off x="4476750" y="4192253"/>
            <a:ext cx="2619375" cy="3997993"/>
          </a:xfrm>
          <a:prstGeom xmlns:a="http://schemas.openxmlformats.org/drawingml/2006/main" prst="rect">
            <a:avLst/>
          </a:prstGeom>
        </p:spPr>
      </p:pic>
      <p:graphicFrame>
        <p:nvGraphicFramePr>
          <p:cNvPr id="9" name="">
            <a:extLst xmlns:a="http://schemas.openxmlformats.org/drawingml/2006/main">
              <a:ext uri="{FF2B5EF4-FFF2-40B4-BE49-F238E27FC236}">
                <a16:creationId xmlns:a16="http://schemas.microsoft.com/office/drawing/2014/main" id="{983D8B1C-8472-483D-A903-6269F6D4B244}"/>
              </a:ext>
            </a:extLst>
          </p:cNvPr>
          <p:cNvGraphicFramePr/>
          <p:nvPr/>
        </p:nvGraphicFramePr>
        <p:xfrm>
          <a:off xmlns:a="http://schemas.openxmlformats.org/drawingml/2006/main" x="7810500" y="4191000"/>
          <a:ext xmlns:a="http://schemas.openxmlformats.org/drawingml/2006/main" cx="8858250" cy="3143250"/>
        </p:xfrm>
        <a:graphic xmlns:a="http://schemas.openxmlformats.org/drawingml/2006/main">
          <a:graphicData uri="http://schemas.openxmlformats.org/drawingml/2006/table">
            <a:tbl>
              <a:tblPr/>
              <a:tblGrid>
                <a:gridCol w="3810000"/>
                <a:gridCol w="5048250"/>
              </a:tblGrid>
              <a:tr h="1047750">
                <a:tc>
                  <a:txBody>
                    <a:bodyPr wrap="none" lIns="114300" tIns="114300" rIns="114300" bIns="114300"/>
                    <a:lstStyle/>
                    <a:p>
                      <a:pPr algn="ctr"/>
                      <a:r>
                        <a:rPr sz="3000" b="1">
                          <a:solidFill>
                            <a:srgbClr val="FFFFFF"/>
                          </a:solidFill>
                          <a:latin typeface="Pretendard"/>
                          <a:ea typeface="Pretendard"/>
                          <a:cs typeface="Pretendard"/>
                        </a:rPr>
                        <a:t>탄소의 형태</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표준 생성 엔탈피</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000" b="1">
                          <a:solidFill>
                            <a:srgbClr val="FFFFFF"/>
                          </a:solidFill>
                          <a:latin typeface="Pretendard"/>
                          <a:ea typeface="Pretendard"/>
                          <a:cs typeface="Pretendard"/>
                        </a:rPr>
                        <a:t>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0 kJ/mol</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000" b="1">
                          <a:solidFill>
                            <a:srgbClr val="FFFFFF"/>
                          </a:solidFill>
                          <a:latin typeface="Pretendard"/>
                          <a:ea typeface="Pretendard"/>
                          <a:cs typeface="Pretendard"/>
                        </a:rPr>
                        <a:t>다이아몬드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+1.88 kJ/mol</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10" name="표 둥근 외곽 마스크">
            <a:extLst xmlns:a="http://schemas.openxmlformats.org/drawingml/2006/main">
              <a:ext uri="{FF2B5EF4-FFF2-40B4-BE49-F238E27FC236}">
                <a16:creationId xmlns:a16="http://schemas.microsoft.com/office/drawing/2014/main" id="{7A2A3B36-F48D-4CF7-9807-F0EFBB1FA3A2}"/>
              </a:ext>
            </a:extLst>
          </p:cNvPr>
          <p:cNvSpPr>
            <a:spLocks xmlns:a="http://schemas.openxmlformats.org/drawingml/2006/main" noGrp="1"/>
          </p:cNvSpPr>
          <p:nvPr/>
        </p:nvSpPr>
        <p:spPr>
          <a:xfrm xmlns:a="http://schemas.openxmlformats.org/drawingml/2006/main" rot="0">
            <a:off x="781050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A5D5FA12-B513-4DBB-A0FE-94AB47627417}"/>
              </a:ext>
            </a:extLst>
          </p:cNvPr>
          <p:cNvSpPr>
            <a:spLocks xmlns:a="http://schemas.openxmlformats.org/drawingml/2006/main" noGrp="1"/>
          </p:cNvSpPr>
          <p:nvPr/>
        </p:nvSpPr>
        <p:spPr>
          <a:xfrm xmlns:a="http://schemas.openxmlformats.org/drawingml/2006/main" rot="5400000">
            <a:off x="1647825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56F5E5BE-34DB-4099-9791-7842DD49F2B5}"/>
              </a:ext>
            </a:extLst>
          </p:cNvPr>
          <p:cNvSpPr>
            <a:spLocks xmlns:a="http://schemas.openxmlformats.org/drawingml/2006/main" noGrp="1"/>
          </p:cNvSpPr>
          <p:nvPr/>
        </p:nvSpPr>
        <p:spPr>
          <a:xfrm xmlns:a="http://schemas.openxmlformats.org/drawingml/2006/main" rot="10800000">
            <a:off x="1647825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표 둥근 외곽 마스크">
            <a:extLst xmlns:a="http://schemas.openxmlformats.org/drawingml/2006/main">
              <a:ext uri="{FF2B5EF4-FFF2-40B4-BE49-F238E27FC236}">
                <a16:creationId xmlns:a16="http://schemas.microsoft.com/office/drawing/2014/main" id="{40B2782F-E8BD-4AA9-81C1-10B1EF4A36DE}"/>
              </a:ext>
            </a:extLst>
          </p:cNvPr>
          <p:cNvSpPr>
            <a:spLocks xmlns:a="http://schemas.openxmlformats.org/drawingml/2006/main" noGrp="1"/>
          </p:cNvSpPr>
          <p:nvPr/>
        </p:nvSpPr>
        <p:spPr>
          <a:xfrm xmlns:a="http://schemas.openxmlformats.org/drawingml/2006/main" rot="16200000">
            <a:off x="781050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11A43D27-7DA7-4FEA-A267-8401F75EEA49}"/>
              </a:ext>
            </a:extLst>
          </p:cNvPr>
          <p:cNvSpPr>
            <a:spLocks xmlns:a="http://schemas.openxmlformats.org/drawingml/2006/main" noGrp="1"/>
          </p:cNvSpPr>
          <p:nvPr/>
        </p:nvSpPr>
        <p:spPr>
          <a:xfrm xmlns:a="http://schemas.openxmlformats.org/drawingml/2006/main">
            <a:off x="7810500" y="7572375"/>
            <a:ext cx="904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57962F"/>
                </a:solidFill>
                <a:latin typeface="Pretendard"/>
                <a:ea typeface="Pretendard"/>
                <a:cs typeface="Pretendard"/>
              </a:defRPr>
            </a:defPPr>
            <a:lvl1pPr algn="l">
              <a:defRPr sz="2700" b="1">
                <a:solidFill>
                  <a:srgbClr val="57962F"/>
                </a:solidFill>
                <a:latin typeface="Pretendard"/>
                <a:ea typeface="Pretendard"/>
                <a:cs typeface="Pretendard"/>
              </a:defRPr>
            </a:lvl1pPr>
            <a:lvl2pPr algn="l">
              <a:defRPr sz="2700" b="1">
                <a:solidFill>
                  <a:srgbClr val="57962F"/>
                </a:solidFill>
                <a:latin typeface="Pretendard"/>
                <a:ea typeface="Pretendard"/>
                <a:cs typeface="Pretendard"/>
              </a:defRPr>
            </a:lvl2pPr>
            <a:lvl3pPr algn="l">
              <a:defRPr sz="2700" b="1">
                <a:solidFill>
                  <a:srgbClr val="57962F"/>
                </a:solidFill>
                <a:latin typeface="Pretendard"/>
                <a:ea typeface="Pretendard"/>
                <a:cs typeface="Pretendard"/>
              </a:defRPr>
            </a:lvl3pPr>
            <a:lvl4pPr algn="l">
              <a:defRPr sz="2700" b="1">
                <a:solidFill>
                  <a:srgbClr val="57962F"/>
                </a:solidFill>
                <a:latin typeface="Pretendard"/>
                <a:ea typeface="Pretendard"/>
                <a:cs typeface="Pretendard"/>
              </a:defRPr>
            </a:lvl4pPr>
            <a:lvl5pPr algn="l">
              <a:defRPr sz="2700" b="1">
                <a:solidFill>
                  <a:srgbClr val="57962F"/>
                </a:solidFill>
                <a:latin typeface="Pretendard"/>
                <a:ea typeface="Pretendard"/>
                <a:cs typeface="Pretendard"/>
              </a:defRPr>
            </a:lvl5pPr>
            <a:lvl6pPr algn="l">
              <a:defRPr sz="2700" b="1">
                <a:solidFill>
                  <a:srgbClr val="57962F"/>
                </a:solidFill>
                <a:latin typeface="Pretendard"/>
                <a:ea typeface="Pretendard"/>
                <a:cs typeface="Pretendard"/>
              </a:defRPr>
            </a:lvl6pPr>
            <a:lvl7pPr algn="l">
              <a:defRPr sz="2700" b="1">
                <a:solidFill>
                  <a:srgbClr val="57962F"/>
                </a:solidFill>
                <a:latin typeface="Pretendard"/>
                <a:ea typeface="Pretendard"/>
                <a:cs typeface="Pretendard"/>
              </a:defRPr>
            </a:lvl7pPr>
            <a:lvl8pPr algn="l">
              <a:defRPr sz="2700" b="1">
                <a:solidFill>
                  <a:srgbClr val="57962F"/>
                </a:solidFill>
                <a:latin typeface="Pretendard"/>
                <a:ea typeface="Pretendard"/>
                <a:cs typeface="Pretendard"/>
              </a:defRPr>
            </a:lvl8pPr>
            <a:lvl9pPr algn="l">
              <a:defRPr sz="2700" b="1">
                <a:solidFill>
                  <a:srgbClr val="57962F"/>
                </a:solidFill>
                <a:latin typeface="Pretendard"/>
                <a:ea typeface="Pretendard"/>
                <a:cs typeface="Pretendard"/>
              </a:defRPr>
            </a:lvl9pPr>
          </a:lstStyle>
          <a:p xmlns:a="http://schemas.openxmlformats.org/drawingml/2006/main">
            <a:pPr algn="l">
              <a:defRPr sz="2700" b="1">
                <a:solidFill>
                  <a:srgbClr val="57962F"/>
                </a:solidFill>
                <a:latin typeface="Pretendard"/>
                <a:ea typeface="Pretendard"/>
                <a:cs typeface="Pretendard"/>
              </a:defRPr>
            </a:pPr>
            <a:r>
              <a:rPr sz="2700" b="1">
                <a:solidFill>
                  <a:srgbClr val="57962F"/>
                </a:solidFill>
                <a:latin typeface="Pretendard"/>
                <a:ea typeface="Pretendard"/>
                <a:cs typeface="Pretendard"/>
              </a:rPr>
              <a:t>흑연은 이 조건에서 더 안정한 기준 원소 물질이다.</a:t>
            </a:r>
          </a:p>
        </p:txBody>
      </p:sp>
      <p:sp>
        <p:nvSpPr>
          <p:cNvPr id="15" name="해석·결론">
            <a:extLst xmlns:a="http://schemas.openxmlformats.org/drawingml/2006/main">
              <a:ext uri="{FF2B5EF4-FFF2-40B4-BE49-F238E27FC236}">
                <a16:creationId xmlns:a16="http://schemas.microsoft.com/office/drawing/2014/main" id="{2ADB7177-39BB-423C-83FC-58013BA67775}"/>
              </a:ext>
            </a:extLst>
          </p:cNvPr>
          <p:cNvSpPr>
            <a:spLocks xmlns:a="http://schemas.openxmlformats.org/drawingml/2006/main" noGrp="1"/>
          </p:cNvSpPr>
          <p:nvPr/>
        </p:nvSpPr>
        <p:spPr>
          <a:xfrm xmlns:a="http://schemas.openxmlformats.org/drawingml/2006/main">
            <a:off x="1828800" y="871537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5E110D6D-9383-4D33-8A4D-C7C9FFD58605}"/>
              </a:ext>
            </a:extLst>
          </p:cNvPr>
          <p:cNvSpPr>
            <a:spLocks xmlns:a="http://schemas.openxmlformats.org/drawingml/2006/main" noGrp="1"/>
          </p:cNvSpPr>
          <p:nvPr/>
        </p:nvSpPr>
        <p:spPr>
          <a:xfrm xmlns:a="http://schemas.openxmlformats.org/drawingml/2006/main">
            <a:off x="2143125" y="87915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원소 물질이어도, 다른 동소체의 값까지 0은 아니다.</a:t>
            </a:r>
          </a:p>
        </p:txBody>
      </p:sp>
    </p:spTree>
    <p:extLst>
      <p:ext uri="{BB962C8B-B14F-4D97-AF65-F5344CB8AC3E}">
        <p14:creationId xmlns:p14="http://schemas.microsoft.com/office/powerpoint/2010/main" val="1917518159"/>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18845390-5B13-476D-9DD2-3579280097A4}"/>
              </a:ext>
            </a:extLst>
          </p:cNvPr>
          <p:cNvPicPr>
            <a:picLocks xmlns:a="http://schemas.openxmlformats.org/drawingml/2006/main" noChangeAspect="1"/>
          </p:cNvPicPr>
          <p:nvPr/>
        </p:nvPicPr>
        <p:blipFill>
          <a:blip xmlns:r="http://schemas.openxmlformats.org/officeDocument/2006/relationships" xmlns:a="http://schemas.openxmlformats.org/drawingml/2006/main" r:embed="R9aa9d1432b7a4b6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E35D4DF-298E-4DA0-8D52-11B177ACAB3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BB008F3-62B3-4F47-A7E7-5E0D4A850D7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48717DD-00AB-4573-998B-21ADD6C8BD2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584B5F8-79A6-4DBC-A426-BD2D49EA8A9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E010FC5D-8DA0-42E1-B0EA-13DF45922DE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8A03D584-FB6B-4DAC-B020-A50F9B1F9DFD}"/>
              </a:ext>
            </a:extLst>
          </p:cNvPr>
          <p:cNvPicPr>
            <a:picLocks xmlns:a="http://schemas.openxmlformats.org/drawingml/2006/main" noChangeAspect="1"/>
          </p:cNvPicPr>
          <p:nvPr/>
        </p:nvPicPr>
        <p:blipFill>
          <a:blip xmlns:r="http://schemas.openxmlformats.org/officeDocument/2006/relationships" xmlns:a="http://schemas.openxmlformats.org/drawingml/2006/main" r:embed="R453a6610cea14ac7"/>
          <a:stretch xmlns:a="http://schemas.openxmlformats.org/drawingml/2006/main"/>
        </p:blipFill>
        <p:spPr>
          <a:xfrm xmlns:a="http://schemas.openxmlformats.org/drawingml/2006/main">
            <a:off x="2444353" y="4574381"/>
            <a:ext cx="13418344" cy="1428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AECED800-9442-4136-9B62-6DF53BDCC95C}"/>
              </a:ext>
            </a:extLst>
          </p:cNvPr>
          <p:cNvPicPr>
            <a:picLocks xmlns:a="http://schemas.openxmlformats.org/drawingml/2006/main" noChangeAspect="1"/>
          </p:cNvPicPr>
          <p:nvPr/>
        </p:nvPicPr>
        <p:blipFill>
          <a:blip xmlns:r="http://schemas.openxmlformats.org/officeDocument/2006/relationships" xmlns:a="http://schemas.openxmlformats.org/drawingml/2006/main" r:embed="R5bae307ca1574d2a"/>
          <a:stretch xmlns:a="http://schemas.openxmlformats.org/drawingml/2006/main"/>
        </p:blipFill>
        <p:spPr>
          <a:xfrm xmlns:a="http://schemas.openxmlformats.org/drawingml/2006/main">
            <a:off x="2444353" y="6165056"/>
            <a:ext cx="13418344" cy="142875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6400291E-1AD0-4869-93E3-DBE10A8B6081}"/>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C458798D-48FF-4689-9E3A-9D0BBC8E7351}"/>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물질의 상태가 다르면 생성 엔탈피도 다르다.</a:t>
            </a:r>
          </a:p>
        </p:txBody>
      </p:sp>
      <p:sp>
        <p:nvSpPr>
          <p:cNvPr id="11" name="text">
            <a:extLst xmlns:a="http://schemas.openxmlformats.org/drawingml/2006/main">
              <a:ext uri="{FF2B5EF4-FFF2-40B4-BE49-F238E27FC236}">
                <a16:creationId xmlns:a16="http://schemas.microsoft.com/office/drawing/2014/main" id="{F98BB3DF-16DD-4434-BDBA-B7412AF8431E}"/>
              </a:ext>
            </a:extLst>
          </p:cNvPr>
          <p:cNvSpPr>
            <a:spLocks xmlns:a="http://schemas.openxmlformats.org/drawingml/2006/main" noGrp="1"/>
          </p:cNvSpPr>
          <p:nvPr/>
        </p:nvSpPr>
        <p:spPr>
          <a:xfrm xmlns:a="http://schemas.openxmlformats.org/drawingml/2006/main">
            <a:off x="10572750" y="4236244"/>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액체 물</a:t>
            </a:r>
          </a:p>
        </p:txBody>
      </p:sp>
      <p:pic>
        <p:nvPicPr>
          <p:cNvPr id="12" name="">
            <a:extLst xmlns:a="http://schemas.openxmlformats.org/drawingml/2006/main">
              <a:ext uri="{FF2B5EF4-FFF2-40B4-BE49-F238E27FC236}">
                <a16:creationId xmlns:a16="http://schemas.microsoft.com/office/drawing/2014/main" id="{2FEEF8AA-535C-49FF-9695-24EF3A280213}"/>
              </a:ext>
            </a:extLst>
          </p:cNvPr>
          <p:cNvPicPr>
            <a:picLocks xmlns:a="http://schemas.openxmlformats.org/drawingml/2006/main" noChangeAspect="1"/>
          </p:cNvPicPr>
          <p:nvPr/>
        </p:nvPicPr>
        <p:blipFill>
          <a:blip xmlns:r="http://schemas.openxmlformats.org/officeDocument/2006/relationships" xmlns:a="http://schemas.openxmlformats.org/drawingml/2006/main" r:embed="R2ad9d601e68a45a5"/>
          <a:stretch xmlns:a="http://schemas.openxmlformats.org/drawingml/2006/main"/>
        </p:blipFill>
        <p:spPr>
          <a:xfrm xmlns:a="http://schemas.openxmlformats.org/drawingml/2006/main">
            <a:off x="9486900" y="4617244"/>
            <a:ext cx="1085850" cy="571500"/>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A46A2F95-21C4-4E7A-9F10-A48B609F0AB6}"/>
              </a:ext>
            </a:extLst>
          </p:cNvPr>
          <p:cNvSpPr>
            <a:spLocks xmlns:a="http://schemas.openxmlformats.org/drawingml/2006/main" noGrp="1"/>
          </p:cNvSpPr>
          <p:nvPr/>
        </p:nvSpPr>
        <p:spPr>
          <a:xfrm xmlns:a="http://schemas.openxmlformats.org/drawingml/2006/main">
            <a:off x="10572750" y="57912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수증기</a:t>
            </a:r>
          </a:p>
        </p:txBody>
      </p:sp>
      <p:pic>
        <p:nvPicPr>
          <p:cNvPr id="14" name="">
            <a:extLst xmlns:a="http://schemas.openxmlformats.org/drawingml/2006/main">
              <a:ext uri="{FF2B5EF4-FFF2-40B4-BE49-F238E27FC236}">
                <a16:creationId xmlns:a16="http://schemas.microsoft.com/office/drawing/2014/main" id="{978F9858-5640-4D42-AC45-34477A39CE6A}"/>
              </a:ext>
            </a:extLst>
          </p:cNvPr>
          <p:cNvPicPr>
            <a:picLocks xmlns:a="http://schemas.openxmlformats.org/drawingml/2006/main" noChangeAspect="1"/>
          </p:cNvPicPr>
          <p:nvPr/>
        </p:nvPicPr>
        <p:blipFill>
          <a:blip xmlns:r="http://schemas.openxmlformats.org/officeDocument/2006/relationships" xmlns:a="http://schemas.openxmlformats.org/drawingml/2006/main" r:embed="R00b43d3ddbc74d22"/>
          <a:stretch xmlns:a="http://schemas.openxmlformats.org/drawingml/2006/main"/>
        </p:blipFill>
        <p:spPr>
          <a:xfrm xmlns:a="http://schemas.openxmlformats.org/drawingml/2006/main">
            <a:off x="9486900" y="6172200"/>
            <a:ext cx="1085850" cy="571500"/>
          </a:xfrm>
          <a:prstGeom xmlns:a="http://schemas.openxmlformats.org/drawingml/2006/main" prst="rect">
            <a:avLst/>
          </a:prstGeom>
        </p:spPr>
      </p:pic>
    </p:spTree>
    <p:extLst>
      <p:ext uri="{BB962C8B-B14F-4D97-AF65-F5344CB8AC3E}">
        <p14:creationId xmlns:p14="http://schemas.microsoft.com/office/powerpoint/2010/main" val="967396265"/>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5DE0031F-6511-4C0B-8533-14F4492B06B3}"/>
              </a:ext>
            </a:extLst>
          </p:cNvPr>
          <p:cNvPicPr>
            <a:picLocks xmlns:a="http://schemas.openxmlformats.org/drawingml/2006/main" noChangeAspect="1"/>
          </p:cNvPicPr>
          <p:nvPr/>
        </p:nvPicPr>
        <p:blipFill>
          <a:blip xmlns:r="http://schemas.openxmlformats.org/officeDocument/2006/relationships" xmlns:a="http://schemas.openxmlformats.org/drawingml/2006/main" r:embed="R44b93c92e69b48e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F057CA8-2F1D-416D-A2F1-3B30DDB053B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50437B8-23E8-4BC4-9A3E-708F22664A0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A546C716-BA6C-44F6-9335-7202370FD1D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C002CFE-2CC3-4689-8A42-F4A025ED71F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A7A9FF2B-134A-431B-8DA1-B62CC48F24E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8E9BD13D-5D71-4DFB-9520-930BA15D281E}"/>
              </a:ext>
            </a:extLst>
          </p:cNvPr>
          <p:cNvPicPr>
            <a:picLocks xmlns:a="http://schemas.openxmlformats.org/drawingml/2006/main" noChangeAspect="1"/>
          </p:cNvPicPr>
          <p:nvPr/>
        </p:nvPicPr>
        <p:blipFill>
          <a:blip xmlns:r="http://schemas.openxmlformats.org/officeDocument/2006/relationships" xmlns:a="http://schemas.openxmlformats.org/drawingml/2006/main" r:embed="R182ba261d48049bd"/>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8B316897-2FB8-4EAC-800E-7687FEB78569}"/>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920EC42F-EDB2-48A2-8BBD-42CBBADC867B}"/>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세 과정을 합하면 CH₄의 연소 반응이 된다.</a:t>
            </a:r>
          </a:p>
        </p:txBody>
      </p:sp>
    </p:spTree>
    <p:extLst>
      <p:ext uri="{BB962C8B-B14F-4D97-AF65-F5344CB8AC3E}">
        <p14:creationId xmlns:p14="http://schemas.microsoft.com/office/powerpoint/2010/main" val="174515190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AE06B13B-0AC0-426A-8856-984C41A6E2D2}"/>
              </a:ext>
            </a:extLst>
          </p:cNvPr>
          <p:cNvPicPr>
            <a:picLocks xmlns:a="http://schemas.openxmlformats.org/drawingml/2006/main" noChangeAspect="1"/>
          </p:cNvPicPr>
          <p:nvPr/>
        </p:nvPicPr>
        <p:blipFill>
          <a:blip xmlns:r="http://schemas.openxmlformats.org/officeDocument/2006/relationships" xmlns:a="http://schemas.openxmlformats.org/drawingml/2006/main" r:embed="Rce13ea27bbf849f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78D39AB-96D1-43A7-ADCF-677AB426AAB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164C738-6EEC-449A-AC5F-E5F0AD5BD47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EDFB19C8-D09C-47EA-80F5-8CA03A85445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AB9CEED-A3F4-4BC3-A86E-1A54AEB833A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A917B27D-A9D3-4DFD-99CA-9D662AD4F94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계수를 곱해 더한다</a:t>
            </a:r>
          </a:p>
        </p:txBody>
      </p:sp>
      <p:sp>
        <p:nvSpPr>
          <p:cNvPr id="7" name="R04-33 관계식 강조 상자">
            <a:extLst xmlns:a="http://schemas.openxmlformats.org/drawingml/2006/main">
              <a:ext uri="{FF2B5EF4-FFF2-40B4-BE49-F238E27FC236}">
                <a16:creationId xmlns:a16="http://schemas.microsoft.com/office/drawing/2014/main" id="{14FA18CC-A11E-4769-B9B6-CE5FCAB02414}"/>
              </a:ext>
            </a:extLst>
          </p:cNvPr>
          <p:cNvSpPr>
            <a:spLocks xmlns:a="http://schemas.openxmlformats.org/drawingml/2006/main" noGrp="1"/>
          </p:cNvSpPr>
          <p:nvPr/>
        </p:nvSpPr>
        <p:spPr>
          <a:xfrm xmlns:a="http://schemas.openxmlformats.org/drawingml/2006/main">
            <a:off x="3448050" y="3914775"/>
            <a:ext cx="11382375" cy="2162175"/>
          </a:xfrm>
          <a:prstGeom xmlns:a="http://schemas.openxmlformats.org/drawingml/2006/main" prst="roundRect">
            <a:avLst>
              <a:gd name="adj" fmla="val 10573"/>
            </a:avLst>
          </a:prstGeom>
          <a:solidFill xmlns:a="http://schemas.openxmlformats.org/drawingml/2006/main">
            <a:srgbClr val="303030"/>
          </a:solidFill>
          <a:ln xmlns:a="http://schemas.openxmlformats.org/drawingml/2006/main" w="0">
            <a:noFill/>
          </a:ln>
        </p:spPr>
      </p:sp>
      <p:sp>
        <p:nvSpPr>
          <p:cNvPr id="8" name="rich">
            <a:extLst xmlns:a="http://schemas.openxmlformats.org/drawingml/2006/main">
              <a:ext uri="{FF2B5EF4-FFF2-40B4-BE49-F238E27FC236}">
                <a16:creationId xmlns:a16="http://schemas.microsoft.com/office/drawing/2014/main" id="{0123E9B3-19F3-4828-A8AD-C29182563AFB}"/>
              </a:ext>
            </a:extLst>
          </p:cNvPr>
          <p:cNvSpPr>
            <a:spLocks xmlns:a="http://schemas.openxmlformats.org/drawingml/2006/main" noGrp="1"/>
          </p:cNvSpPr>
          <p:nvPr/>
        </p:nvSpPr>
        <p:spPr>
          <a:xfrm xmlns:a="http://schemas.openxmlformats.org/drawingml/2006/main">
            <a:off x="3829050" y="41243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9FFF68"/>
                </a:solidFill>
                <a:latin typeface="Pretendard"/>
                <a:ea typeface="Pretendard"/>
                <a:cs typeface="Pretendard"/>
              </a:defRPr>
            </a:defPPr>
            <a:lvl1pPr algn="l">
              <a:defRPr sz="4200" b="1">
                <a:solidFill>
                  <a:srgbClr val="9FFF68"/>
                </a:solidFill>
                <a:latin typeface="Pretendard"/>
                <a:ea typeface="Pretendard"/>
                <a:cs typeface="Pretendard"/>
              </a:defRPr>
            </a:lvl1pPr>
            <a:lvl2pPr algn="l">
              <a:defRPr sz="4200" b="1">
                <a:solidFill>
                  <a:srgbClr val="9FFF68"/>
                </a:solidFill>
                <a:latin typeface="Pretendard"/>
                <a:ea typeface="Pretendard"/>
                <a:cs typeface="Pretendard"/>
              </a:defRPr>
            </a:lvl2pPr>
            <a:lvl3pPr algn="l">
              <a:defRPr sz="4200" b="1">
                <a:solidFill>
                  <a:srgbClr val="9FFF68"/>
                </a:solidFill>
                <a:latin typeface="Pretendard"/>
                <a:ea typeface="Pretendard"/>
                <a:cs typeface="Pretendard"/>
              </a:defRPr>
            </a:lvl3pPr>
            <a:lvl4pPr algn="l">
              <a:defRPr sz="4200" b="1">
                <a:solidFill>
                  <a:srgbClr val="9FFF68"/>
                </a:solidFill>
                <a:latin typeface="Pretendard"/>
                <a:ea typeface="Pretendard"/>
                <a:cs typeface="Pretendard"/>
              </a:defRPr>
            </a:lvl4pPr>
            <a:lvl5pPr algn="l">
              <a:defRPr sz="4200" b="1">
                <a:solidFill>
                  <a:srgbClr val="9FFF68"/>
                </a:solidFill>
                <a:latin typeface="Pretendard"/>
                <a:ea typeface="Pretendard"/>
                <a:cs typeface="Pretendard"/>
              </a:defRPr>
            </a:lvl5pPr>
            <a:lvl6pPr algn="l">
              <a:defRPr sz="4200" b="1">
                <a:solidFill>
                  <a:srgbClr val="9FFF68"/>
                </a:solidFill>
                <a:latin typeface="Pretendard"/>
                <a:ea typeface="Pretendard"/>
                <a:cs typeface="Pretendard"/>
              </a:defRPr>
            </a:lvl6pPr>
            <a:lvl7pPr algn="l">
              <a:defRPr sz="4200" b="1">
                <a:solidFill>
                  <a:srgbClr val="9FFF68"/>
                </a:solidFill>
                <a:latin typeface="Pretendard"/>
                <a:ea typeface="Pretendard"/>
                <a:cs typeface="Pretendard"/>
              </a:defRPr>
            </a:lvl7pPr>
            <a:lvl8pPr algn="l">
              <a:defRPr sz="4200" b="1">
                <a:solidFill>
                  <a:srgbClr val="9FFF68"/>
                </a:solidFill>
                <a:latin typeface="Pretendard"/>
                <a:ea typeface="Pretendard"/>
                <a:cs typeface="Pretendard"/>
              </a:defRPr>
            </a:lvl8pPr>
            <a:lvl9pPr algn="l">
              <a:defRPr sz="4200" b="1">
                <a:solidFill>
                  <a:srgbClr val="9FFF68"/>
                </a:solidFill>
                <a:latin typeface="Pretendard"/>
                <a:ea typeface="Pretendard"/>
                <a:cs typeface="Pretendard"/>
              </a:defRPr>
            </a:lvl9pPr>
          </a:lstStyle>
          <a:p xmlns:a="http://schemas.openxmlformats.org/drawingml/2006/main">
            <a:pPr algn="l">
              <a:defRPr sz="4200" b="1">
                <a:solidFill>
                  <a:srgbClr val="9FFF68"/>
                </a:solidFill>
                <a:latin typeface="Pretendard"/>
                <a:ea typeface="Pretendard"/>
                <a:cs typeface="Pretendard"/>
              </a:defRPr>
            </a:pPr>
            <a:r>
              <a:t>Δ</a:t>
            </a:r>
            <a:r>
              <a:rPr i="1">
                <a:latin typeface="Pretendard"/>
                <a:ea typeface="Pretendard"/>
                <a:cs typeface="Pretendard"/>
              </a:rPr>
              <a:t>H</a:t>
            </a:r>
            <a:r>
              <a:t> = 생성물의 표준 생성 엔탈피 합</a:t>
            </a:r>
          </a:p>
        </p:txBody>
      </p:sp>
      <p:sp>
        <p:nvSpPr>
          <p:cNvPr id="9" name="text">
            <a:extLst xmlns:a="http://schemas.openxmlformats.org/drawingml/2006/main">
              <a:ext uri="{FF2B5EF4-FFF2-40B4-BE49-F238E27FC236}">
                <a16:creationId xmlns:a16="http://schemas.microsoft.com/office/drawing/2014/main" id="{2602ABE6-92C5-428A-B1F8-03C42FD0F8ED}"/>
              </a:ext>
            </a:extLst>
          </p:cNvPr>
          <p:cNvSpPr>
            <a:spLocks xmlns:a="http://schemas.openxmlformats.org/drawingml/2006/main" noGrp="1"/>
          </p:cNvSpPr>
          <p:nvPr/>
        </p:nvSpPr>
        <p:spPr>
          <a:xfrm xmlns:a="http://schemas.openxmlformats.org/drawingml/2006/main">
            <a:off x="5143500" y="5029200"/>
            <a:ext cx="9239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FFFFFF"/>
                </a:solidFill>
                <a:latin typeface="Pretendard"/>
                <a:ea typeface="Pretendard"/>
                <a:cs typeface="Pretendard"/>
              </a:defRPr>
            </a:defPPr>
            <a:lvl1pPr algn="l">
              <a:defRPr sz="4200" b="1">
                <a:solidFill>
                  <a:srgbClr val="FFFFFF"/>
                </a:solidFill>
                <a:latin typeface="Pretendard"/>
                <a:ea typeface="Pretendard"/>
                <a:cs typeface="Pretendard"/>
              </a:defRPr>
            </a:lvl1pPr>
            <a:lvl2pPr algn="l">
              <a:defRPr sz="4200" b="1">
                <a:solidFill>
                  <a:srgbClr val="FFFFFF"/>
                </a:solidFill>
                <a:latin typeface="Pretendard"/>
                <a:ea typeface="Pretendard"/>
                <a:cs typeface="Pretendard"/>
              </a:defRPr>
            </a:lvl2pPr>
            <a:lvl3pPr algn="l">
              <a:defRPr sz="4200" b="1">
                <a:solidFill>
                  <a:srgbClr val="FFFFFF"/>
                </a:solidFill>
                <a:latin typeface="Pretendard"/>
                <a:ea typeface="Pretendard"/>
                <a:cs typeface="Pretendard"/>
              </a:defRPr>
            </a:lvl3pPr>
            <a:lvl4pPr algn="l">
              <a:defRPr sz="4200" b="1">
                <a:solidFill>
                  <a:srgbClr val="FFFFFF"/>
                </a:solidFill>
                <a:latin typeface="Pretendard"/>
                <a:ea typeface="Pretendard"/>
                <a:cs typeface="Pretendard"/>
              </a:defRPr>
            </a:lvl4pPr>
            <a:lvl5pPr algn="l">
              <a:defRPr sz="4200" b="1">
                <a:solidFill>
                  <a:srgbClr val="FFFFFF"/>
                </a:solidFill>
                <a:latin typeface="Pretendard"/>
                <a:ea typeface="Pretendard"/>
                <a:cs typeface="Pretendard"/>
              </a:defRPr>
            </a:lvl5pPr>
            <a:lvl6pPr algn="l">
              <a:defRPr sz="4200" b="1">
                <a:solidFill>
                  <a:srgbClr val="FFFFFF"/>
                </a:solidFill>
                <a:latin typeface="Pretendard"/>
                <a:ea typeface="Pretendard"/>
                <a:cs typeface="Pretendard"/>
              </a:defRPr>
            </a:lvl6pPr>
            <a:lvl7pPr algn="l">
              <a:defRPr sz="4200" b="1">
                <a:solidFill>
                  <a:srgbClr val="FFFFFF"/>
                </a:solidFill>
                <a:latin typeface="Pretendard"/>
                <a:ea typeface="Pretendard"/>
                <a:cs typeface="Pretendard"/>
              </a:defRPr>
            </a:lvl7pPr>
            <a:lvl8pPr algn="l">
              <a:defRPr sz="4200" b="1">
                <a:solidFill>
                  <a:srgbClr val="FFFFFF"/>
                </a:solidFill>
                <a:latin typeface="Pretendard"/>
                <a:ea typeface="Pretendard"/>
                <a:cs typeface="Pretendard"/>
              </a:defRPr>
            </a:lvl8pPr>
            <a:lvl9pPr algn="l">
              <a:defRPr sz="4200" b="1">
                <a:solidFill>
                  <a:srgbClr val="FFFFFF"/>
                </a:solidFill>
                <a:latin typeface="Pretendard"/>
                <a:ea typeface="Pretendard"/>
                <a:cs typeface="Pretendard"/>
              </a:defRPr>
            </a:lvl9pPr>
          </a:lstStyle>
          <a:p xmlns:a="http://schemas.openxmlformats.org/drawingml/2006/main">
            <a:pPr algn="l">
              <a:defRPr sz="4200" b="1">
                <a:solidFill>
                  <a:srgbClr val="FFFFFF"/>
                </a:solidFill>
                <a:latin typeface="Pretendard"/>
                <a:ea typeface="Pretendard"/>
                <a:cs typeface="Pretendard"/>
              </a:defRPr>
            </a:pPr>
            <a:r>
              <a:rPr sz="4200" b="1">
                <a:solidFill>
                  <a:srgbClr val="FFFFFF"/>
                </a:solidFill>
                <a:latin typeface="Pretendard"/>
                <a:ea typeface="Pretendard"/>
                <a:cs typeface="Pretendard"/>
              </a:rPr>
              <a:t>− 반응물의 표준 생성 엔탈피 합</a:t>
            </a:r>
          </a:p>
        </p:txBody>
      </p:sp>
      <p:sp>
        <p:nvSpPr>
          <p:cNvPr id="10" name="R04-33 표제와 해석 영역">
            <a:extLst xmlns:a="http://schemas.openxmlformats.org/drawingml/2006/main">
              <a:ext uri="{FF2B5EF4-FFF2-40B4-BE49-F238E27FC236}">
                <a16:creationId xmlns:a16="http://schemas.microsoft.com/office/drawing/2014/main" id="{B50A7C4B-AD4A-49E2-81A4-7993A4FA230F}"/>
              </a:ext>
            </a:extLst>
          </p:cNvPr>
          <p:cNvSpPr>
            <a:spLocks xmlns:a="http://schemas.openxmlformats.org/drawingml/2006/main" noGrp="1"/>
          </p:cNvSpPr>
          <p:nvPr/>
        </p:nvSpPr>
        <p:spPr>
          <a:xfrm xmlns:a="http://schemas.openxmlformats.org/drawingml/2006/main">
            <a:off x="3448050" y="6496050"/>
            <a:ext cx="11382375"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BBB53EFA-54DD-4984-A534-185E1FE2D7E5}"/>
              </a:ext>
            </a:extLst>
          </p:cNvPr>
          <p:cNvSpPr>
            <a:spLocks xmlns:a="http://schemas.openxmlformats.org/drawingml/2006/main" noGrp="1"/>
          </p:cNvSpPr>
          <p:nvPr/>
        </p:nvSpPr>
        <p:spPr>
          <a:xfrm xmlns:a="http://schemas.openxmlformats.org/drawingml/2006/main">
            <a:off x="3752850" y="6657975"/>
            <a:ext cx="107727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각 물질의 반응 계수</a:t>
            </a:r>
          </a:p>
        </p:txBody>
      </p:sp>
      <p:sp>
        <p:nvSpPr>
          <p:cNvPr id="12" name="rich">
            <a:extLst xmlns:a="http://schemas.openxmlformats.org/drawingml/2006/main">
              <a:ext uri="{FF2B5EF4-FFF2-40B4-BE49-F238E27FC236}">
                <a16:creationId xmlns:a16="http://schemas.microsoft.com/office/drawing/2014/main" id="{80DE48BB-A816-4027-963D-CF1D26D49A51}"/>
              </a:ext>
            </a:extLst>
          </p:cNvPr>
          <p:cNvSpPr>
            <a:spLocks xmlns:a="http://schemas.openxmlformats.org/drawingml/2006/main" noGrp="1"/>
          </p:cNvSpPr>
          <p:nvPr/>
        </p:nvSpPr>
        <p:spPr>
          <a:xfrm xmlns:a="http://schemas.openxmlformats.org/drawingml/2006/main">
            <a:off x="3752850" y="7286625"/>
            <a:ext cx="107727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표의 값에 반응 계수를 곱한다.</a:t>
            </a:r>
          </a:p>
        </p:txBody>
      </p:sp>
      <p:sp>
        <p:nvSpPr>
          <p:cNvPr id="13" name="text">
            <a:extLst xmlns:a="http://schemas.openxmlformats.org/drawingml/2006/main">
              <a:ext uri="{FF2B5EF4-FFF2-40B4-BE49-F238E27FC236}">
                <a16:creationId xmlns:a16="http://schemas.microsoft.com/office/drawing/2014/main" id="{88B570E7-36E2-4E71-B8D0-DB78935CC320}"/>
              </a:ext>
            </a:extLst>
          </p:cNvPr>
          <p:cNvSpPr>
            <a:spLocks xmlns:a="http://schemas.openxmlformats.org/drawingml/2006/main" noGrp="1"/>
          </p:cNvSpPr>
          <p:nvPr/>
        </p:nvSpPr>
        <p:spPr>
          <a:xfrm xmlns:a="http://schemas.openxmlformats.org/drawingml/2006/main">
            <a:off x="3971925" y="86772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590351389"/>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D616CBDC-F42E-4C7E-8C3F-E50AB1209A8C}"/>
              </a:ext>
            </a:extLst>
          </p:cNvPr>
          <p:cNvPicPr>
            <a:picLocks xmlns:a="http://schemas.openxmlformats.org/drawingml/2006/main" noChangeAspect="1"/>
          </p:cNvPicPr>
          <p:nvPr/>
        </p:nvPicPr>
        <p:blipFill>
          <a:blip xmlns:r="http://schemas.openxmlformats.org/officeDocument/2006/relationships" xmlns:a="http://schemas.openxmlformats.org/drawingml/2006/main" r:embed="Rdffaf5dea7124ba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DE201BE-DEC5-4508-8A86-1B3A656EDFE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8E8D855-37E8-4716-84C1-6C91F152B69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59EF373A-72F0-48EC-9BF2-F464F2F26C9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E7911D5-B3CF-4D49-A62B-53894E7A623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7F8103A2-C295-46D9-8101-D51D0BFBFBC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표의 값에 반응 계수를 곱한다</a:t>
            </a:r>
          </a:p>
        </p:txBody>
      </p:sp>
      <p:sp>
        <p:nvSpPr>
          <p:cNvPr id="7" name="text">
            <a:extLst xmlns:a="http://schemas.openxmlformats.org/drawingml/2006/main">
              <a:ext uri="{FF2B5EF4-FFF2-40B4-BE49-F238E27FC236}">
                <a16:creationId xmlns:a16="http://schemas.microsoft.com/office/drawing/2014/main" id="{BD798AF3-D01D-45BB-A0E2-F7FE889AEC0B}"/>
              </a:ext>
            </a:extLst>
          </p:cNvPr>
          <p:cNvSpPr>
            <a:spLocks xmlns:a="http://schemas.openxmlformats.org/drawingml/2006/main" noGrp="1"/>
          </p:cNvSpPr>
          <p:nvPr/>
        </p:nvSpPr>
        <p:spPr>
          <a:xfrm xmlns:a="http://schemas.openxmlformats.org/drawingml/2006/main">
            <a:off x="1714500" y="3676650"/>
            <a:ext cx="1485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25" b="0">
                <a:solidFill>
                  <a:srgbClr val="898989"/>
                </a:solidFill>
                <a:latin typeface="Pretendard"/>
                <a:ea typeface="Pretendard"/>
                <a:cs typeface="Pretendard"/>
              </a:defRPr>
            </a:defPPr>
            <a:lvl1pPr algn="ctr">
              <a:defRPr sz="2925" b="0">
                <a:solidFill>
                  <a:srgbClr val="898989"/>
                </a:solidFill>
                <a:latin typeface="Pretendard"/>
                <a:ea typeface="Pretendard"/>
                <a:cs typeface="Pretendard"/>
              </a:defRPr>
            </a:lvl1pPr>
            <a:lvl2pPr algn="ctr">
              <a:defRPr sz="2925" b="0">
                <a:solidFill>
                  <a:srgbClr val="898989"/>
                </a:solidFill>
                <a:latin typeface="Pretendard"/>
                <a:ea typeface="Pretendard"/>
                <a:cs typeface="Pretendard"/>
              </a:defRPr>
            </a:lvl2pPr>
            <a:lvl3pPr algn="ctr">
              <a:defRPr sz="2925" b="0">
                <a:solidFill>
                  <a:srgbClr val="898989"/>
                </a:solidFill>
                <a:latin typeface="Pretendard"/>
                <a:ea typeface="Pretendard"/>
                <a:cs typeface="Pretendard"/>
              </a:defRPr>
            </a:lvl3pPr>
            <a:lvl4pPr algn="ctr">
              <a:defRPr sz="2925" b="0">
                <a:solidFill>
                  <a:srgbClr val="898989"/>
                </a:solidFill>
                <a:latin typeface="Pretendard"/>
                <a:ea typeface="Pretendard"/>
                <a:cs typeface="Pretendard"/>
              </a:defRPr>
            </a:lvl4pPr>
            <a:lvl5pPr algn="ctr">
              <a:defRPr sz="2925" b="0">
                <a:solidFill>
                  <a:srgbClr val="898989"/>
                </a:solidFill>
                <a:latin typeface="Pretendard"/>
                <a:ea typeface="Pretendard"/>
                <a:cs typeface="Pretendard"/>
              </a:defRPr>
            </a:lvl5pPr>
            <a:lvl6pPr algn="ctr">
              <a:defRPr sz="2925" b="0">
                <a:solidFill>
                  <a:srgbClr val="898989"/>
                </a:solidFill>
                <a:latin typeface="Pretendard"/>
                <a:ea typeface="Pretendard"/>
                <a:cs typeface="Pretendard"/>
              </a:defRPr>
            </a:lvl6pPr>
            <a:lvl7pPr algn="ctr">
              <a:defRPr sz="2925" b="0">
                <a:solidFill>
                  <a:srgbClr val="898989"/>
                </a:solidFill>
                <a:latin typeface="Pretendard"/>
                <a:ea typeface="Pretendard"/>
                <a:cs typeface="Pretendard"/>
              </a:defRPr>
            </a:lvl7pPr>
            <a:lvl8pPr algn="ctr">
              <a:defRPr sz="2925" b="0">
                <a:solidFill>
                  <a:srgbClr val="898989"/>
                </a:solidFill>
                <a:latin typeface="Pretendard"/>
                <a:ea typeface="Pretendard"/>
                <a:cs typeface="Pretendard"/>
              </a:defRPr>
            </a:lvl8pPr>
            <a:lvl9pPr algn="ctr">
              <a:defRPr sz="2925" b="0">
                <a:solidFill>
                  <a:srgbClr val="898989"/>
                </a:solidFill>
                <a:latin typeface="Pretendard"/>
                <a:ea typeface="Pretendard"/>
                <a:cs typeface="Pretendard"/>
              </a:defRPr>
            </a:lvl9pPr>
          </a:lstStyle>
          <a:p xmlns:a="http://schemas.openxmlformats.org/drawingml/2006/main">
            <a:pPr algn="ctr">
              <a:defRPr sz="2925" b="0">
                <a:solidFill>
                  <a:srgbClr val="898989"/>
                </a:solidFill>
                <a:latin typeface="Pretendard"/>
                <a:ea typeface="Pretendard"/>
                <a:cs typeface="Pretendard"/>
              </a:defRPr>
            </a:pPr>
            <a:r>
              <a:rPr sz="2925" b="0">
                <a:solidFill>
                  <a:srgbClr val="898989"/>
                </a:solidFill>
                <a:latin typeface="Pretendard"/>
                <a:ea typeface="Pretendard"/>
                <a:cs typeface="Pretendard"/>
              </a:rPr>
              <a:t>표의 생성 엔탈피 값은 물질 1 mol을 기준으로 한다.</a:t>
            </a:r>
          </a:p>
        </p:txBody>
      </p:sp>
      <p:sp>
        <p:nvSpPr>
          <p:cNvPr id="8" name="계수를 포함한 계산 관계">
            <a:extLst xmlns:a="http://schemas.openxmlformats.org/drawingml/2006/main">
              <a:ext uri="{FF2B5EF4-FFF2-40B4-BE49-F238E27FC236}">
                <a16:creationId xmlns:a16="http://schemas.microsoft.com/office/drawing/2014/main" id="{9CBCFEEE-6EFE-4B2F-BB30-7CD1D5DC76CE}"/>
              </a:ext>
            </a:extLst>
          </p:cNvPr>
          <p:cNvSpPr>
            <a:spLocks xmlns:a="http://schemas.openxmlformats.org/drawingml/2006/main" noGrp="1"/>
          </p:cNvSpPr>
          <p:nvPr/>
        </p:nvSpPr>
        <p:spPr>
          <a:xfrm xmlns:a="http://schemas.openxmlformats.org/drawingml/2006/main">
            <a:off x="1828800" y="4686300"/>
            <a:ext cx="14639925" cy="1962150"/>
          </a:xfrm>
          <a:prstGeom xmlns:a="http://schemas.openxmlformats.org/drawingml/2006/main" prst="roundRect">
            <a:avLst>
              <a:gd name="adj" fmla="val 10680"/>
            </a:avLst>
          </a:prstGeom>
          <a:solidFill xmlns:a="http://schemas.openxmlformats.org/drawingml/2006/main">
            <a:srgbClr val="303030"/>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87A5A8DD-1BD8-4B63-B9EC-E49EB9889CCC}"/>
              </a:ext>
            </a:extLst>
          </p:cNvPr>
          <p:cNvSpPr>
            <a:spLocks xmlns:a="http://schemas.openxmlformats.org/drawingml/2006/main" noGrp="1"/>
          </p:cNvSpPr>
          <p:nvPr/>
        </p:nvSpPr>
        <p:spPr>
          <a:xfrm xmlns:a="http://schemas.openxmlformats.org/drawingml/2006/main">
            <a:off x="2286000" y="4876800"/>
            <a:ext cx="13668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9FFF68"/>
                </a:solidFill>
                <a:latin typeface="Pretendard"/>
                <a:ea typeface="Pretendard"/>
                <a:cs typeface="Pretendard"/>
              </a:defRPr>
            </a:defPPr>
            <a:lvl1pPr algn="l">
              <a:defRPr sz="3750" b="1">
                <a:solidFill>
                  <a:srgbClr val="9FFF68"/>
                </a:solidFill>
                <a:latin typeface="Pretendard"/>
                <a:ea typeface="Pretendard"/>
                <a:cs typeface="Pretendard"/>
              </a:defRPr>
            </a:lvl1pPr>
            <a:lvl2pPr algn="l">
              <a:defRPr sz="3750" b="1">
                <a:solidFill>
                  <a:srgbClr val="9FFF68"/>
                </a:solidFill>
                <a:latin typeface="Pretendard"/>
                <a:ea typeface="Pretendard"/>
                <a:cs typeface="Pretendard"/>
              </a:defRPr>
            </a:lvl2pPr>
            <a:lvl3pPr algn="l">
              <a:defRPr sz="3750" b="1">
                <a:solidFill>
                  <a:srgbClr val="9FFF68"/>
                </a:solidFill>
                <a:latin typeface="Pretendard"/>
                <a:ea typeface="Pretendard"/>
                <a:cs typeface="Pretendard"/>
              </a:defRPr>
            </a:lvl3pPr>
            <a:lvl4pPr algn="l">
              <a:defRPr sz="3750" b="1">
                <a:solidFill>
                  <a:srgbClr val="9FFF68"/>
                </a:solidFill>
                <a:latin typeface="Pretendard"/>
                <a:ea typeface="Pretendard"/>
                <a:cs typeface="Pretendard"/>
              </a:defRPr>
            </a:lvl4pPr>
            <a:lvl5pPr algn="l">
              <a:defRPr sz="3750" b="1">
                <a:solidFill>
                  <a:srgbClr val="9FFF68"/>
                </a:solidFill>
                <a:latin typeface="Pretendard"/>
                <a:ea typeface="Pretendard"/>
                <a:cs typeface="Pretendard"/>
              </a:defRPr>
            </a:lvl5pPr>
            <a:lvl6pPr algn="l">
              <a:defRPr sz="3750" b="1">
                <a:solidFill>
                  <a:srgbClr val="9FFF68"/>
                </a:solidFill>
                <a:latin typeface="Pretendard"/>
                <a:ea typeface="Pretendard"/>
                <a:cs typeface="Pretendard"/>
              </a:defRPr>
            </a:lvl6pPr>
            <a:lvl7pPr algn="l">
              <a:defRPr sz="3750" b="1">
                <a:solidFill>
                  <a:srgbClr val="9FFF68"/>
                </a:solidFill>
                <a:latin typeface="Pretendard"/>
                <a:ea typeface="Pretendard"/>
                <a:cs typeface="Pretendard"/>
              </a:defRPr>
            </a:lvl7pPr>
            <a:lvl8pPr algn="l">
              <a:defRPr sz="3750" b="1">
                <a:solidFill>
                  <a:srgbClr val="9FFF68"/>
                </a:solidFill>
                <a:latin typeface="Pretendard"/>
                <a:ea typeface="Pretendard"/>
                <a:cs typeface="Pretendard"/>
              </a:defRPr>
            </a:lvl8pPr>
            <a:lvl9pPr algn="l">
              <a:defRPr sz="3750" b="1">
                <a:solidFill>
                  <a:srgbClr val="9FFF68"/>
                </a:solidFill>
                <a:latin typeface="Pretendard"/>
                <a:ea typeface="Pretendard"/>
                <a:cs typeface="Pretendard"/>
              </a:defRPr>
            </a:lvl9pPr>
          </a:lstStyle>
          <a:p xmlns:a="http://schemas.openxmlformats.org/drawingml/2006/main">
            <a:pPr algn="l">
              <a:defRPr sz="3750" b="1">
                <a:solidFill>
                  <a:srgbClr val="9FFF68"/>
                </a:solidFill>
                <a:latin typeface="Pretendard"/>
                <a:ea typeface="Pretendard"/>
                <a:cs typeface="Pretendard"/>
              </a:defRPr>
            </a:pPr>
            <a:r>
              <a:t>Δ</a:t>
            </a:r>
            <a:r>
              <a:rPr i="1">
                <a:latin typeface="Pretendard"/>
                <a:ea typeface="Pretendard"/>
                <a:cs typeface="Pretendard"/>
              </a:rPr>
              <a:t>H</a:t>
            </a:r>
            <a:r>
              <a:t> = Σ(생성물의 계수 × 표준 생성 엔탈피)</a:t>
            </a:r>
          </a:p>
        </p:txBody>
      </p:sp>
      <p:sp>
        <p:nvSpPr>
          <p:cNvPr id="10" name="text">
            <a:extLst xmlns:a="http://schemas.openxmlformats.org/drawingml/2006/main">
              <a:ext uri="{FF2B5EF4-FFF2-40B4-BE49-F238E27FC236}">
                <a16:creationId xmlns:a16="http://schemas.microsoft.com/office/drawing/2014/main" id="{F7B1DEF1-654C-49DA-8EDD-4926902DCAB3}"/>
              </a:ext>
            </a:extLst>
          </p:cNvPr>
          <p:cNvSpPr>
            <a:spLocks xmlns:a="http://schemas.openxmlformats.org/drawingml/2006/main" noGrp="1"/>
          </p:cNvSpPr>
          <p:nvPr/>
        </p:nvSpPr>
        <p:spPr>
          <a:xfrm xmlns:a="http://schemas.openxmlformats.org/drawingml/2006/main">
            <a:off x="3743325" y="5743575"/>
            <a:ext cx="1219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FFFFFF"/>
                </a:solidFill>
                <a:latin typeface="Pretendard"/>
                <a:ea typeface="Pretendard"/>
                <a:cs typeface="Pretendard"/>
              </a:defRPr>
            </a:defPPr>
            <a:lvl1pPr algn="l">
              <a:defRPr sz="3750" b="1">
                <a:solidFill>
                  <a:srgbClr val="FFFFFF"/>
                </a:solidFill>
                <a:latin typeface="Pretendard"/>
                <a:ea typeface="Pretendard"/>
                <a:cs typeface="Pretendard"/>
              </a:defRPr>
            </a:lvl1pPr>
            <a:lvl2pPr algn="l">
              <a:defRPr sz="3750" b="1">
                <a:solidFill>
                  <a:srgbClr val="FFFFFF"/>
                </a:solidFill>
                <a:latin typeface="Pretendard"/>
                <a:ea typeface="Pretendard"/>
                <a:cs typeface="Pretendard"/>
              </a:defRPr>
            </a:lvl2pPr>
            <a:lvl3pPr algn="l">
              <a:defRPr sz="3750" b="1">
                <a:solidFill>
                  <a:srgbClr val="FFFFFF"/>
                </a:solidFill>
                <a:latin typeface="Pretendard"/>
                <a:ea typeface="Pretendard"/>
                <a:cs typeface="Pretendard"/>
              </a:defRPr>
            </a:lvl3pPr>
            <a:lvl4pPr algn="l">
              <a:defRPr sz="3750" b="1">
                <a:solidFill>
                  <a:srgbClr val="FFFFFF"/>
                </a:solidFill>
                <a:latin typeface="Pretendard"/>
                <a:ea typeface="Pretendard"/>
                <a:cs typeface="Pretendard"/>
              </a:defRPr>
            </a:lvl4pPr>
            <a:lvl5pPr algn="l">
              <a:defRPr sz="3750" b="1">
                <a:solidFill>
                  <a:srgbClr val="FFFFFF"/>
                </a:solidFill>
                <a:latin typeface="Pretendard"/>
                <a:ea typeface="Pretendard"/>
                <a:cs typeface="Pretendard"/>
              </a:defRPr>
            </a:lvl5pPr>
            <a:lvl6pPr algn="l">
              <a:defRPr sz="3750" b="1">
                <a:solidFill>
                  <a:srgbClr val="FFFFFF"/>
                </a:solidFill>
                <a:latin typeface="Pretendard"/>
                <a:ea typeface="Pretendard"/>
                <a:cs typeface="Pretendard"/>
              </a:defRPr>
            </a:lvl6pPr>
            <a:lvl7pPr algn="l">
              <a:defRPr sz="3750" b="1">
                <a:solidFill>
                  <a:srgbClr val="FFFFFF"/>
                </a:solidFill>
                <a:latin typeface="Pretendard"/>
                <a:ea typeface="Pretendard"/>
                <a:cs typeface="Pretendard"/>
              </a:defRPr>
            </a:lvl7pPr>
            <a:lvl8pPr algn="l">
              <a:defRPr sz="3750" b="1">
                <a:solidFill>
                  <a:srgbClr val="FFFFFF"/>
                </a:solidFill>
                <a:latin typeface="Pretendard"/>
                <a:ea typeface="Pretendard"/>
                <a:cs typeface="Pretendard"/>
              </a:defRPr>
            </a:lvl8pPr>
            <a:lvl9pPr algn="l">
              <a:defRPr sz="3750" b="1">
                <a:solidFill>
                  <a:srgbClr val="FFFFFF"/>
                </a:solidFill>
                <a:latin typeface="Pretendard"/>
                <a:ea typeface="Pretendard"/>
                <a:cs typeface="Pretendard"/>
              </a:defRPr>
            </a:lvl9pPr>
          </a:lstStyle>
          <a:p xmlns:a="http://schemas.openxmlformats.org/drawingml/2006/main">
            <a:pPr algn="l">
              <a:defRPr sz="3750" b="1">
                <a:solidFill>
                  <a:srgbClr val="FFFFFF"/>
                </a:solidFill>
                <a:latin typeface="Pretendard"/>
                <a:ea typeface="Pretendard"/>
                <a:cs typeface="Pretendard"/>
              </a:defRPr>
            </a:pPr>
            <a:r>
              <a:rPr sz="3750" b="1">
                <a:solidFill>
                  <a:srgbClr val="FFFFFF"/>
                </a:solidFill>
                <a:latin typeface="Pretendard"/>
                <a:ea typeface="Pretendard"/>
                <a:cs typeface="Pretendard"/>
              </a:rPr>
              <a:t>− Σ(반응물의 계수 × 표준 생성 엔탈피)</a:t>
            </a:r>
          </a:p>
        </p:txBody>
      </p:sp>
      <p:sp>
        <p:nvSpPr>
          <p:cNvPr id="11" name="text">
            <a:extLst xmlns:a="http://schemas.openxmlformats.org/drawingml/2006/main">
              <a:ext uri="{FF2B5EF4-FFF2-40B4-BE49-F238E27FC236}">
                <a16:creationId xmlns:a16="http://schemas.microsoft.com/office/drawing/2014/main" id="{0CB30B42-F0AC-4D74-9055-696058BE7271}"/>
              </a:ext>
            </a:extLst>
          </p:cNvPr>
          <p:cNvSpPr>
            <a:spLocks xmlns:a="http://schemas.openxmlformats.org/drawingml/2006/main" noGrp="1"/>
          </p:cNvSpPr>
          <p:nvPr/>
        </p:nvSpPr>
        <p:spPr>
          <a:xfrm xmlns:a="http://schemas.openxmlformats.org/drawingml/2006/main">
            <a:off x="2286000" y="7086600"/>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0">
                <a:solidFill>
                  <a:srgbClr val="898989"/>
                </a:solidFill>
                <a:latin typeface="Pretendard"/>
                <a:ea typeface="Pretendard"/>
                <a:cs typeface="Pretendard"/>
              </a:defRPr>
            </a:defPPr>
            <a:lvl1pPr algn="ctr">
              <a:defRPr sz="3000" b="0">
                <a:solidFill>
                  <a:srgbClr val="898989"/>
                </a:solidFill>
                <a:latin typeface="Pretendard"/>
                <a:ea typeface="Pretendard"/>
                <a:cs typeface="Pretendard"/>
              </a:defRPr>
            </a:lvl1pPr>
            <a:lvl2pPr algn="ctr">
              <a:defRPr sz="3000" b="0">
                <a:solidFill>
                  <a:srgbClr val="898989"/>
                </a:solidFill>
                <a:latin typeface="Pretendard"/>
                <a:ea typeface="Pretendard"/>
                <a:cs typeface="Pretendard"/>
              </a:defRPr>
            </a:lvl2pPr>
            <a:lvl3pPr algn="ctr">
              <a:defRPr sz="3000" b="0">
                <a:solidFill>
                  <a:srgbClr val="898989"/>
                </a:solidFill>
                <a:latin typeface="Pretendard"/>
                <a:ea typeface="Pretendard"/>
                <a:cs typeface="Pretendard"/>
              </a:defRPr>
            </a:lvl3pPr>
            <a:lvl4pPr algn="ctr">
              <a:defRPr sz="3000" b="0">
                <a:solidFill>
                  <a:srgbClr val="898989"/>
                </a:solidFill>
                <a:latin typeface="Pretendard"/>
                <a:ea typeface="Pretendard"/>
                <a:cs typeface="Pretendard"/>
              </a:defRPr>
            </a:lvl4pPr>
            <a:lvl5pPr algn="ctr">
              <a:defRPr sz="3000" b="0">
                <a:solidFill>
                  <a:srgbClr val="898989"/>
                </a:solidFill>
                <a:latin typeface="Pretendard"/>
                <a:ea typeface="Pretendard"/>
                <a:cs typeface="Pretendard"/>
              </a:defRPr>
            </a:lvl5pPr>
            <a:lvl6pPr algn="ctr">
              <a:defRPr sz="3000" b="0">
                <a:solidFill>
                  <a:srgbClr val="898989"/>
                </a:solidFill>
                <a:latin typeface="Pretendard"/>
                <a:ea typeface="Pretendard"/>
                <a:cs typeface="Pretendard"/>
              </a:defRPr>
            </a:lvl6pPr>
            <a:lvl7pPr algn="ctr">
              <a:defRPr sz="3000" b="0">
                <a:solidFill>
                  <a:srgbClr val="898989"/>
                </a:solidFill>
                <a:latin typeface="Pretendard"/>
                <a:ea typeface="Pretendard"/>
                <a:cs typeface="Pretendard"/>
              </a:defRPr>
            </a:lvl7pPr>
            <a:lvl8pPr algn="ctr">
              <a:defRPr sz="3000" b="0">
                <a:solidFill>
                  <a:srgbClr val="898989"/>
                </a:solidFill>
                <a:latin typeface="Pretendard"/>
                <a:ea typeface="Pretendard"/>
                <a:cs typeface="Pretendard"/>
              </a:defRPr>
            </a:lvl8pPr>
            <a:lvl9pPr algn="ctr">
              <a:defRPr sz="3000" b="0">
                <a:solidFill>
                  <a:srgbClr val="898989"/>
                </a:solidFill>
                <a:latin typeface="Pretendard"/>
                <a:ea typeface="Pretendard"/>
                <a:cs typeface="Pretendard"/>
              </a:defRPr>
            </a:lvl9pPr>
          </a:lstStyle>
          <a:p xmlns:a="http://schemas.openxmlformats.org/drawingml/2006/main">
            <a:pPr algn="ctr">
              <a:defRPr sz="3000" b="0">
                <a:solidFill>
                  <a:srgbClr val="898989"/>
                </a:solidFill>
                <a:latin typeface="Pretendard"/>
                <a:ea typeface="Pretendard"/>
                <a:cs typeface="Pretendard"/>
              </a:defRPr>
            </a:pPr>
            <a:r>
              <a:rPr sz="3000" b="0">
                <a:solidFill>
                  <a:srgbClr val="898989"/>
                </a:solidFill>
                <a:latin typeface="Pretendard"/>
                <a:ea typeface="Pretendard"/>
                <a:cs typeface="Pretendard"/>
              </a:rPr>
              <a:t>Σ : 각 물질의 값을 모두 더한다는 뜻</a:t>
            </a:r>
          </a:p>
        </p:txBody>
      </p:sp>
      <p:sp>
        <p:nvSpPr>
          <p:cNvPr id="12" name="설명·계산 행 1">
            <a:extLst xmlns:a="http://schemas.openxmlformats.org/drawingml/2006/main">
              <a:ext uri="{FF2B5EF4-FFF2-40B4-BE49-F238E27FC236}">
                <a16:creationId xmlns:a16="http://schemas.microsoft.com/office/drawing/2014/main" id="{B3334A96-5AF1-4D6F-BB06-0EE6C85B3545}"/>
              </a:ext>
            </a:extLst>
          </p:cNvPr>
          <p:cNvSpPr>
            <a:spLocks xmlns:a="http://schemas.openxmlformats.org/drawingml/2006/main" noGrp="1"/>
          </p:cNvSpPr>
          <p:nvPr/>
        </p:nvSpPr>
        <p:spPr>
          <a:xfrm xmlns:a="http://schemas.openxmlformats.org/drawingml/2006/main">
            <a:off x="1828800" y="80105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3" name="설명·계산 문장 1">
            <a:extLst xmlns:a="http://schemas.openxmlformats.org/drawingml/2006/main">
              <a:ext uri="{FF2B5EF4-FFF2-40B4-BE49-F238E27FC236}">
                <a16:creationId xmlns:a16="http://schemas.microsoft.com/office/drawing/2014/main" id="{9B64112D-71F4-4B19-A1B6-F2C805008A1E}"/>
              </a:ext>
            </a:extLst>
          </p:cNvPr>
          <p:cNvSpPr>
            <a:spLocks xmlns:a="http://schemas.openxmlformats.org/drawingml/2006/main" noGrp="1"/>
          </p:cNvSpPr>
          <p:nvPr/>
        </p:nvSpPr>
        <p:spPr>
          <a:xfrm xmlns:a="http://schemas.openxmlformats.org/drawingml/2006/main">
            <a:off x="2476500" y="82581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 생성물의 합에서 반응물의 합을 뺀다.</a:t>
            </a:r>
          </a:p>
        </p:txBody>
      </p:sp>
    </p:spTree>
    <p:extLst>
      <p:ext uri="{BB962C8B-B14F-4D97-AF65-F5344CB8AC3E}">
        <p14:creationId xmlns:p14="http://schemas.microsoft.com/office/powerpoint/2010/main" val="64734916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90463D47-48CC-4E17-8484-CB2E4EAEC79D}"/>
              </a:ext>
            </a:extLst>
          </p:cNvPr>
          <p:cNvPicPr>
            <a:picLocks xmlns:a="http://schemas.openxmlformats.org/drawingml/2006/main" noChangeAspect="1"/>
          </p:cNvPicPr>
          <p:nvPr/>
        </p:nvPicPr>
        <p:blipFill>
          <a:blip xmlns:r="http://schemas.openxmlformats.org/officeDocument/2006/relationships" xmlns:a="http://schemas.openxmlformats.org/drawingml/2006/main" r:embed="Ref7bf450dc974e3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4027852-12AE-4D74-8C0B-27CE370F849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2DE1AF5-8A06-4254-AFF6-6474563E470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8BD132F4-4F6C-47A7-98C6-A0CD466D775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6D49AB4-C118-4CA5-AA2B-C84B1EC88FD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6B4CFCC0-854C-4AE2-BF30-A5C6DF664D7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9C374EE1-FFCE-4415-9FF0-B6420403EA49}"/>
              </a:ext>
            </a:extLst>
          </p:cNvPr>
          <p:cNvPicPr>
            <a:picLocks xmlns:a="http://schemas.openxmlformats.org/drawingml/2006/main" noChangeAspect="1"/>
          </p:cNvPicPr>
          <p:nvPr/>
        </p:nvPicPr>
        <p:blipFill>
          <a:blip xmlns:r="http://schemas.openxmlformats.org/officeDocument/2006/relationships" xmlns:a="http://schemas.openxmlformats.org/drawingml/2006/main" r:embed="R63cce4529bd747d7"/>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EAFE83FB-C185-4C58-AF9E-BD7059EC66BF}"/>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생성 엔탈피 (kJ/mol)</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96069BE0-80AA-4962-A265-AE0DB1F2803A}"/>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D02707CB-BCBD-455F-A15B-3ADD12AB1C23}"/>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0AD29085-AD60-4D56-B144-E6BB1ACA25EB}"/>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DC0AF4D3-6C77-4037-8951-1CFFB4A587DF}"/>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대입 계산">
            <a:extLst xmlns:a="http://schemas.openxmlformats.org/drawingml/2006/main">
              <a:ext uri="{FF2B5EF4-FFF2-40B4-BE49-F238E27FC236}">
                <a16:creationId xmlns:a16="http://schemas.microsoft.com/office/drawing/2014/main" id="{DF440A6B-FF22-4F3C-8B0D-F71D306A4869}"/>
              </a:ext>
            </a:extLst>
          </p:cNvPr>
          <p:cNvSpPr>
            <a:spLocks xmlns:a="http://schemas.openxmlformats.org/drawingml/2006/main" noGrp="1"/>
          </p:cNvSpPr>
          <p:nvPr/>
        </p:nvSpPr>
        <p:spPr>
          <a:xfrm xmlns:a="http://schemas.openxmlformats.org/drawingml/2006/main">
            <a:off x="1828800" y="7200900"/>
            <a:ext cx="14639925" cy="952500"/>
          </a:xfrm>
          <a:prstGeom xmlns:a="http://schemas.openxmlformats.org/drawingml/2006/main" prst="roundRect">
            <a:avLst>
              <a:gd name="adj" fmla="val 16000"/>
            </a:avLst>
          </a:prstGeom>
          <a:solidFill xmlns:a="http://schemas.openxmlformats.org/drawingml/2006/main">
            <a:srgbClr val="F5F5F5"/>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3920EE98-7021-48E2-A491-7BE54CF82DFC}"/>
              </a:ext>
            </a:extLst>
          </p:cNvPr>
          <p:cNvSpPr>
            <a:spLocks xmlns:a="http://schemas.openxmlformats.org/drawingml/2006/main" noGrp="1"/>
          </p:cNvSpPr>
          <p:nvPr/>
        </p:nvSpPr>
        <p:spPr>
          <a:xfrm xmlns:a="http://schemas.openxmlformats.org/drawingml/2006/main">
            <a:off x="2247900" y="7296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 = [−393.5 + 2 × (−285.8)] − [−74.8 + 2 × 0]</a:t>
            </a:r>
          </a:p>
        </p:txBody>
      </p:sp>
      <p:sp>
        <p:nvSpPr>
          <p:cNvPr id="15" name="해석·결론">
            <a:extLst xmlns:a="http://schemas.openxmlformats.org/drawingml/2006/main">
              <a:ext uri="{FF2B5EF4-FFF2-40B4-BE49-F238E27FC236}">
                <a16:creationId xmlns:a16="http://schemas.microsoft.com/office/drawing/2014/main" id="{E56B9295-65D8-45EB-BE93-A7B45E88E08E}"/>
              </a:ext>
            </a:extLst>
          </p:cNvPr>
          <p:cNvSpPr>
            <a:spLocks xmlns:a="http://schemas.openxmlformats.org/drawingml/2006/main" noGrp="1"/>
          </p:cNvSpPr>
          <p:nvPr/>
        </p:nvSpPr>
        <p:spPr>
          <a:xfrm xmlns:a="http://schemas.openxmlformats.org/drawingml/2006/main">
            <a:off x="1828800" y="85534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364822F6-9D7E-451E-800C-059A37D0B4F4}"/>
              </a:ext>
            </a:extLst>
          </p:cNvPr>
          <p:cNvSpPr>
            <a:spLocks xmlns:a="http://schemas.openxmlformats.org/drawingml/2006/main" noGrp="1"/>
          </p:cNvSpPr>
          <p:nvPr/>
        </p:nvSpPr>
        <p:spPr>
          <a:xfrm xmlns:a="http://schemas.openxmlformats.org/drawingml/2006/main">
            <a:off x="2143125" y="86296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−890.3 kJ</a:t>
            </a:r>
          </a:p>
        </p:txBody>
      </p:sp>
    </p:spTree>
    <p:extLst>
      <p:ext uri="{BB962C8B-B14F-4D97-AF65-F5344CB8AC3E}">
        <p14:creationId xmlns:p14="http://schemas.microsoft.com/office/powerpoint/2010/main" val="205386744"/>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DA1FCFE6-B73D-4E3F-9FE8-FB7330B308A7}"/>
              </a:ext>
            </a:extLst>
          </p:cNvPr>
          <p:cNvPicPr>
            <a:picLocks xmlns:a="http://schemas.openxmlformats.org/drawingml/2006/main" noChangeAspect="1"/>
          </p:cNvPicPr>
          <p:nvPr/>
        </p:nvPicPr>
        <p:blipFill>
          <a:blip xmlns:r="http://schemas.openxmlformats.org/officeDocument/2006/relationships" xmlns:a="http://schemas.openxmlformats.org/drawingml/2006/main" r:embed="Rd44a670537214ab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6EDBE75-B160-4E45-8AA8-F1BB68B4891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D8298C8-4686-4CD7-9B7B-EBF33B770B8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F0F8025B-025B-4DB3-B85D-39055FBE7A4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FCA8FB5-CA6E-4B43-98F0-23F6D0FDD37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8C7B6542-0B29-4B72-B4DB-DFFFB5EBCCF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세 물질의 표준 생성 엔탈피</a:t>
            </a:r>
          </a:p>
        </p:txBody>
      </p:sp>
      <p:sp>
        <p:nvSpPr>
          <p:cNvPr id="7" name="text">
            <a:extLst xmlns:a="http://schemas.openxmlformats.org/drawingml/2006/main">
              <a:ext uri="{FF2B5EF4-FFF2-40B4-BE49-F238E27FC236}">
                <a16:creationId xmlns:a16="http://schemas.microsoft.com/office/drawing/2014/main" id="{381402F5-810F-4132-95FF-E7CD6C5DFDBB}"/>
              </a:ext>
            </a:extLst>
          </p:cNvPr>
          <p:cNvSpPr>
            <a:spLocks xmlns:a="http://schemas.openxmlformats.org/drawingml/2006/main" noGrp="1"/>
          </p:cNvSpPr>
          <p:nvPr/>
        </p:nvSpPr>
        <p:spPr>
          <a:xfrm xmlns:a="http://schemas.openxmlformats.org/drawingml/2006/main">
            <a:off x="2143125" y="3714750"/>
            <a:ext cx="1400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25" b="0">
                <a:solidFill>
                  <a:srgbClr val="898989"/>
                </a:solidFill>
                <a:latin typeface="Pretendard"/>
                <a:ea typeface="Pretendard"/>
                <a:cs typeface="Pretendard"/>
              </a:defRPr>
            </a:defPPr>
            <a:lvl1pPr algn="ctr">
              <a:defRPr sz="2925" b="0">
                <a:solidFill>
                  <a:srgbClr val="898989"/>
                </a:solidFill>
                <a:latin typeface="Pretendard"/>
                <a:ea typeface="Pretendard"/>
                <a:cs typeface="Pretendard"/>
              </a:defRPr>
            </a:lvl1pPr>
            <a:lvl2pPr algn="ctr">
              <a:defRPr sz="2925" b="0">
                <a:solidFill>
                  <a:srgbClr val="898989"/>
                </a:solidFill>
                <a:latin typeface="Pretendard"/>
                <a:ea typeface="Pretendard"/>
                <a:cs typeface="Pretendard"/>
              </a:defRPr>
            </a:lvl2pPr>
            <a:lvl3pPr algn="ctr">
              <a:defRPr sz="2925" b="0">
                <a:solidFill>
                  <a:srgbClr val="898989"/>
                </a:solidFill>
                <a:latin typeface="Pretendard"/>
                <a:ea typeface="Pretendard"/>
                <a:cs typeface="Pretendard"/>
              </a:defRPr>
            </a:lvl3pPr>
            <a:lvl4pPr algn="ctr">
              <a:defRPr sz="2925" b="0">
                <a:solidFill>
                  <a:srgbClr val="898989"/>
                </a:solidFill>
                <a:latin typeface="Pretendard"/>
                <a:ea typeface="Pretendard"/>
                <a:cs typeface="Pretendard"/>
              </a:defRPr>
            </a:lvl4pPr>
            <a:lvl5pPr algn="ctr">
              <a:defRPr sz="2925" b="0">
                <a:solidFill>
                  <a:srgbClr val="898989"/>
                </a:solidFill>
                <a:latin typeface="Pretendard"/>
                <a:ea typeface="Pretendard"/>
                <a:cs typeface="Pretendard"/>
              </a:defRPr>
            </a:lvl5pPr>
            <a:lvl6pPr algn="ctr">
              <a:defRPr sz="2925" b="0">
                <a:solidFill>
                  <a:srgbClr val="898989"/>
                </a:solidFill>
                <a:latin typeface="Pretendard"/>
                <a:ea typeface="Pretendard"/>
                <a:cs typeface="Pretendard"/>
              </a:defRPr>
            </a:lvl6pPr>
            <a:lvl7pPr algn="ctr">
              <a:defRPr sz="2925" b="0">
                <a:solidFill>
                  <a:srgbClr val="898989"/>
                </a:solidFill>
                <a:latin typeface="Pretendard"/>
                <a:ea typeface="Pretendard"/>
                <a:cs typeface="Pretendard"/>
              </a:defRPr>
            </a:lvl7pPr>
            <a:lvl8pPr algn="ctr">
              <a:defRPr sz="2925" b="0">
                <a:solidFill>
                  <a:srgbClr val="898989"/>
                </a:solidFill>
                <a:latin typeface="Pretendard"/>
                <a:ea typeface="Pretendard"/>
                <a:cs typeface="Pretendard"/>
              </a:defRPr>
            </a:lvl8pPr>
            <a:lvl9pPr algn="ctr">
              <a:defRPr sz="2925" b="0">
                <a:solidFill>
                  <a:srgbClr val="898989"/>
                </a:solidFill>
                <a:latin typeface="Pretendard"/>
                <a:ea typeface="Pretendard"/>
                <a:cs typeface="Pretendard"/>
              </a:defRPr>
            </a:lvl9pPr>
          </a:lstStyle>
          <a:p xmlns:a="http://schemas.openxmlformats.org/drawingml/2006/main">
            <a:pPr algn="ctr">
              <a:defRPr sz="2925" b="0">
                <a:solidFill>
                  <a:srgbClr val="898989"/>
                </a:solidFill>
                <a:latin typeface="Pretendard"/>
                <a:ea typeface="Pretendard"/>
                <a:cs typeface="Pretendard"/>
              </a:defRPr>
            </a:pPr>
            <a:r>
              <a:rPr sz="2925" b="0">
                <a:solidFill>
                  <a:srgbClr val="898989"/>
                </a:solidFill>
                <a:latin typeface="Pretendard"/>
                <a:ea typeface="Pretendard"/>
                <a:cs typeface="Pretendard"/>
              </a:rPr>
              <a:t>25°C, 1기압에서 각 물질 1 mol이 생성되는 반응</a:t>
            </a:r>
          </a:p>
        </p:txBody>
      </p:sp>
      <p:pic>
        <p:nvPicPr>
          <p:cNvPr id="8" name="">
            <a:extLst xmlns:a="http://schemas.openxmlformats.org/drawingml/2006/main">
              <a:ext uri="{FF2B5EF4-FFF2-40B4-BE49-F238E27FC236}">
                <a16:creationId xmlns:a16="http://schemas.microsoft.com/office/drawing/2014/main" id="{2453F64E-3AEC-4696-9484-6463EEF9A6F5}"/>
              </a:ext>
            </a:extLst>
          </p:cNvPr>
          <p:cNvPicPr>
            <a:picLocks xmlns:a="http://schemas.openxmlformats.org/drawingml/2006/main" noChangeAspect="1"/>
          </p:cNvPicPr>
          <p:nvPr/>
        </p:nvPicPr>
        <p:blipFill>
          <a:blip xmlns:r="http://schemas.openxmlformats.org/officeDocument/2006/relationships" xmlns:a="http://schemas.openxmlformats.org/drawingml/2006/main" r:embed="Rf53be3be7c894afd"/>
          <a:stretch xmlns:a="http://schemas.openxmlformats.org/drawingml/2006/main"/>
        </p:blipFill>
        <p:spPr>
          <a:xfrm xmlns:a="http://schemas.openxmlformats.org/drawingml/2006/main">
            <a:off x="1619250" y="4191571"/>
            <a:ext cx="15049500" cy="5028059"/>
          </a:xfrm>
          <a:prstGeom xmlns:a="http://schemas.openxmlformats.org/drawingml/2006/main" prst="rect">
            <a:avLst/>
          </a:prstGeom>
        </p:spPr>
      </p:pic>
    </p:spTree>
    <p:extLst>
      <p:ext uri="{BB962C8B-B14F-4D97-AF65-F5344CB8AC3E}">
        <p14:creationId xmlns:p14="http://schemas.microsoft.com/office/powerpoint/2010/main" val="608399840"/>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B635D1B0-A83B-40ED-88B3-36A411B6FAAD}"/>
              </a:ext>
            </a:extLst>
          </p:cNvPr>
          <p:cNvPicPr>
            <a:picLocks xmlns:a="http://schemas.openxmlformats.org/drawingml/2006/main" noChangeAspect="1"/>
          </p:cNvPicPr>
          <p:nvPr/>
        </p:nvPicPr>
        <p:blipFill>
          <a:blip xmlns:r="http://schemas.openxmlformats.org/officeDocument/2006/relationships" xmlns:a="http://schemas.openxmlformats.org/drawingml/2006/main" r:embed="R3b6042e8280b43d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D606DAE-8C86-4453-8349-037B7CD1881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A63A91C-C276-42AE-9042-0EE06245BA6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ADA8B153-B371-4BB3-86BB-62C18A23431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A2EAFC0-59FB-4012-A3AC-47A3B099FF3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416924D8-24EB-471E-A131-1A238DA09A1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계산과 헤스 법칙</a:t>
            </a:r>
          </a:p>
        </p:txBody>
      </p:sp>
      <p:pic>
        <p:nvPicPr>
          <p:cNvPr id="7" name="">
            <a:extLst xmlns:a="http://schemas.openxmlformats.org/drawingml/2006/main">
              <a:ext uri="{FF2B5EF4-FFF2-40B4-BE49-F238E27FC236}">
                <a16:creationId xmlns:a16="http://schemas.microsoft.com/office/drawing/2014/main" id="{BB72160C-BD36-4182-B244-7461EACF7B73}"/>
              </a:ext>
            </a:extLst>
          </p:cNvPr>
          <p:cNvPicPr>
            <a:picLocks xmlns:a="http://schemas.openxmlformats.org/drawingml/2006/main" noChangeAspect="1"/>
          </p:cNvPicPr>
          <p:nvPr/>
        </p:nvPicPr>
        <p:blipFill>
          <a:blip xmlns:r="http://schemas.openxmlformats.org/officeDocument/2006/relationships" xmlns:a="http://schemas.openxmlformats.org/drawingml/2006/main" r:embed="Rf8219a23ea3743b6"/>
          <a:stretch xmlns:a="http://schemas.openxmlformats.org/drawingml/2006/main"/>
        </p:blipFill>
        <p:spPr>
          <a:xfrm xmlns:a="http://schemas.openxmlformats.org/drawingml/2006/main">
            <a:off x="1879356" y="3714750"/>
            <a:ext cx="14529288" cy="5810250"/>
          </a:xfrm>
          <a:prstGeom xmlns:a="http://schemas.openxmlformats.org/drawingml/2006/main" prst="rect">
            <a:avLst/>
          </a:prstGeom>
        </p:spPr>
      </p:pic>
    </p:spTree>
    <p:extLst>
      <p:ext uri="{BB962C8B-B14F-4D97-AF65-F5344CB8AC3E}">
        <p14:creationId xmlns:p14="http://schemas.microsoft.com/office/powerpoint/2010/main" val="1669318594"/>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6B49E594-2589-4172-BEB6-BEE10FA70ACD}"/>
              </a:ext>
            </a:extLst>
          </p:cNvPr>
          <p:cNvPicPr>
            <a:picLocks xmlns:a="http://schemas.openxmlformats.org/drawingml/2006/main" noChangeAspect="1"/>
          </p:cNvPicPr>
          <p:nvPr/>
        </p:nvPicPr>
        <p:blipFill>
          <a:blip xmlns:r="http://schemas.openxmlformats.org/officeDocument/2006/relationships" xmlns:a="http://schemas.openxmlformats.org/drawingml/2006/main" r:embed="R067f1ca72a6b43c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A04A27F-39CE-4FAA-8597-6EAB0B321F8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8BD4E54-9462-4D46-916F-679E846CB66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CE41EE20-9D22-4A23-93D9-B7E8AF43623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4C7BF2D-77F7-4F5E-827A-56F7B90C1DD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9CC51FA6-A3A2-4D9C-87A4-F74B4EC2A01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755FB0E3-F115-4E0D-9D9B-5DB48FF0215E}"/>
              </a:ext>
            </a:extLst>
          </p:cNvPr>
          <p:cNvPicPr>
            <a:picLocks xmlns:a="http://schemas.openxmlformats.org/drawingml/2006/main" noChangeAspect="1"/>
          </p:cNvPicPr>
          <p:nvPr/>
        </p:nvPicPr>
        <p:blipFill>
          <a:blip xmlns:r="http://schemas.openxmlformats.org/officeDocument/2006/relationships" xmlns:a="http://schemas.openxmlformats.org/drawingml/2006/main" r:embed="Re7d7f848614047f5"/>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964C57EF-5D31-4806-A61B-37B8DB1AEABB}"/>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6285596E-7825-4048-9E2C-5C3C5BC07D23}"/>
              </a:ext>
            </a:extLst>
          </p:cNvPr>
          <p:cNvPicPr>
            <a:picLocks xmlns:a="http://schemas.openxmlformats.org/drawingml/2006/main" noChangeAspect="1"/>
          </p:cNvPicPr>
          <p:nvPr/>
        </p:nvPicPr>
        <p:blipFill>
          <a:blip xmlns:r="http://schemas.openxmlformats.org/officeDocument/2006/relationships" xmlns:a="http://schemas.openxmlformats.org/drawingml/2006/main" r:embed="R84c7ffe0cea5427a"/>
          <a:stretch xmlns:a="http://schemas.openxmlformats.org/drawingml/2006/main"/>
        </p:blipFill>
        <p:spPr>
          <a:xfrm xmlns:a="http://schemas.openxmlformats.org/drawingml/2006/main">
            <a:off x="9810750" y="5317579"/>
            <a:ext cx="6667500" cy="566242"/>
          </a:xfrm>
          <a:prstGeom xmlns:a="http://schemas.openxmlformats.org/drawingml/2006/main" prst="rect">
            <a:avLst/>
          </a:prstGeom>
        </p:spPr>
      </p:pic>
      <p:sp>
        <p:nvSpPr>
          <p:cNvPr id="10" name="반응식·수식">
            <a:extLst xmlns:a="http://schemas.openxmlformats.org/drawingml/2006/main">
              <a:ext uri="{FF2B5EF4-FFF2-40B4-BE49-F238E27FC236}">
                <a16:creationId xmlns:a16="http://schemas.microsoft.com/office/drawing/2014/main" id="{30BFE527-281F-4CDB-BCF2-B28191A34601}"/>
              </a:ext>
            </a:extLst>
          </p:cNvPr>
          <p:cNvSpPr>
            <a:spLocks xmlns:a="http://schemas.openxmlformats.org/drawingml/2006/main" noGrp="1"/>
          </p:cNvSpPr>
          <p:nvPr/>
        </p:nvSpPr>
        <p:spPr>
          <a:xfrm xmlns:a="http://schemas.openxmlformats.org/drawingml/2006/main">
            <a:off x="9810750" y="6410325"/>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rPr sz="3450"/>
              <a:t>Δ</a:t>
            </a:r>
            <a:r>
              <a:rPr sz="3450" i="1">
                <a:latin typeface="Pretendard"/>
                <a:ea typeface="Pretendard"/>
                <a:cs typeface="Pretendard"/>
              </a:rPr>
              <a:t>H</a:t>
            </a:r>
            <a:r>
              <a:rPr sz="3450"/>
              <a:t> = −241.8 − (−285.8)</a:t>
            </a:r>
          </a:p>
        </p:txBody>
      </p:sp>
      <p:sp>
        <p:nvSpPr>
          <p:cNvPr id="11" name="반응식·수식">
            <a:extLst xmlns:a="http://schemas.openxmlformats.org/drawingml/2006/main">
              <a:ext uri="{FF2B5EF4-FFF2-40B4-BE49-F238E27FC236}">
                <a16:creationId xmlns:a16="http://schemas.microsoft.com/office/drawing/2014/main" id="{07BFEB7A-DCEE-45CF-B7B3-84944078CE44}"/>
              </a:ext>
            </a:extLst>
          </p:cNvPr>
          <p:cNvSpPr>
            <a:spLocks xmlns:a="http://schemas.openxmlformats.org/drawingml/2006/main" noGrp="1"/>
          </p:cNvSpPr>
          <p:nvPr/>
        </p:nvSpPr>
        <p:spPr>
          <a:xfrm xmlns:a="http://schemas.openxmlformats.org/drawingml/2006/main">
            <a:off x="9810750" y="72199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57962F"/>
                </a:solidFill>
                <a:latin typeface="Pretendard"/>
                <a:ea typeface="Pretendard"/>
                <a:cs typeface="Pretendard"/>
              </a:defRPr>
            </a:defPPr>
            <a:lvl1pPr algn="l">
              <a:defRPr sz="3450" b="1">
                <a:solidFill>
                  <a:srgbClr val="57962F"/>
                </a:solidFill>
                <a:latin typeface="Pretendard"/>
                <a:ea typeface="Pretendard"/>
                <a:cs typeface="Pretendard"/>
              </a:defRPr>
            </a:lvl1pPr>
            <a:lvl2pPr algn="l">
              <a:defRPr sz="3450" b="1">
                <a:solidFill>
                  <a:srgbClr val="57962F"/>
                </a:solidFill>
                <a:latin typeface="Pretendard"/>
                <a:ea typeface="Pretendard"/>
                <a:cs typeface="Pretendard"/>
              </a:defRPr>
            </a:lvl2pPr>
            <a:lvl3pPr algn="l">
              <a:defRPr sz="3450" b="1">
                <a:solidFill>
                  <a:srgbClr val="57962F"/>
                </a:solidFill>
                <a:latin typeface="Pretendard"/>
                <a:ea typeface="Pretendard"/>
                <a:cs typeface="Pretendard"/>
              </a:defRPr>
            </a:lvl3pPr>
            <a:lvl4pPr algn="l">
              <a:defRPr sz="3450" b="1">
                <a:solidFill>
                  <a:srgbClr val="57962F"/>
                </a:solidFill>
                <a:latin typeface="Pretendard"/>
                <a:ea typeface="Pretendard"/>
                <a:cs typeface="Pretendard"/>
              </a:defRPr>
            </a:lvl4pPr>
            <a:lvl5pPr algn="l">
              <a:defRPr sz="3450" b="1">
                <a:solidFill>
                  <a:srgbClr val="57962F"/>
                </a:solidFill>
                <a:latin typeface="Pretendard"/>
                <a:ea typeface="Pretendard"/>
                <a:cs typeface="Pretendard"/>
              </a:defRPr>
            </a:lvl5pPr>
            <a:lvl6pPr algn="l">
              <a:defRPr sz="3450" b="1">
                <a:solidFill>
                  <a:srgbClr val="57962F"/>
                </a:solidFill>
                <a:latin typeface="Pretendard"/>
                <a:ea typeface="Pretendard"/>
                <a:cs typeface="Pretendard"/>
              </a:defRPr>
            </a:lvl6pPr>
            <a:lvl7pPr algn="l">
              <a:defRPr sz="3450" b="1">
                <a:solidFill>
                  <a:srgbClr val="57962F"/>
                </a:solidFill>
                <a:latin typeface="Pretendard"/>
                <a:ea typeface="Pretendard"/>
                <a:cs typeface="Pretendard"/>
              </a:defRPr>
            </a:lvl7pPr>
            <a:lvl8pPr algn="l">
              <a:defRPr sz="3450" b="1">
                <a:solidFill>
                  <a:srgbClr val="57962F"/>
                </a:solidFill>
                <a:latin typeface="Pretendard"/>
                <a:ea typeface="Pretendard"/>
                <a:cs typeface="Pretendard"/>
              </a:defRPr>
            </a:lvl8pPr>
            <a:lvl9pPr algn="l">
              <a:defRPr sz="3450" b="1">
                <a:solidFill>
                  <a:srgbClr val="57962F"/>
                </a:solidFill>
                <a:latin typeface="Pretendard"/>
                <a:ea typeface="Pretendard"/>
                <a:cs typeface="Pretendard"/>
              </a:defRPr>
            </a:lvl9pPr>
          </a:lstStyle>
          <a:p xmlns:a="http://schemas.openxmlformats.org/drawingml/2006/main">
            <a:pPr algn="l">
              <a:defRPr sz="3450" b="1">
                <a:solidFill>
                  <a:srgbClr val="57962F"/>
                </a:solidFill>
                <a:latin typeface="Pretendard"/>
                <a:ea typeface="Pretendard"/>
                <a:cs typeface="Pretendard"/>
              </a:defRPr>
            </a:pPr>
            <a:r>
              <a:rPr sz="3450"/>
              <a:t>= +44.0 kJ</a:t>
            </a:r>
          </a:p>
        </p:txBody>
      </p:sp>
      <p:sp>
        <p:nvSpPr>
          <p:cNvPr id="12" name="해석·결론">
            <a:extLst xmlns:a="http://schemas.openxmlformats.org/drawingml/2006/main">
              <a:ext uri="{FF2B5EF4-FFF2-40B4-BE49-F238E27FC236}">
                <a16:creationId xmlns:a16="http://schemas.microsoft.com/office/drawing/2014/main" id="{2AC1D43C-2206-4379-AC87-D81A1B16AF9D}"/>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3F2D38C7-F5BE-42C5-9DC0-558A373D4300}"/>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기화는 열을 흡수하므로 </a:t>
            </a:r>
            <a:r>
              <a:t>Δ</a:t>
            </a:r>
            <a:r>
              <a:rPr i="1">
                <a:latin typeface="Pretendard"/>
                <a:ea typeface="Pretendard"/>
                <a:cs typeface="Pretendard"/>
              </a:rPr>
              <a:t>H</a:t>
            </a:r>
            <a:r>
              <a:t> &gt; 0</a:t>
            </a:r>
          </a:p>
        </p:txBody>
      </p:sp>
    </p:spTree>
    <p:extLst>
      <p:ext uri="{BB962C8B-B14F-4D97-AF65-F5344CB8AC3E}">
        <p14:creationId xmlns:p14="http://schemas.microsoft.com/office/powerpoint/2010/main" val="2089383632"/>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B806E85F-7612-4691-A0FB-1D30EB6A4CDF}"/>
              </a:ext>
            </a:extLst>
          </p:cNvPr>
          <p:cNvPicPr>
            <a:picLocks xmlns:a="http://schemas.openxmlformats.org/drawingml/2006/main" noChangeAspect="1"/>
          </p:cNvPicPr>
          <p:nvPr/>
        </p:nvPicPr>
        <p:blipFill>
          <a:blip xmlns:r="http://schemas.openxmlformats.org/officeDocument/2006/relationships" xmlns:a="http://schemas.openxmlformats.org/drawingml/2006/main" r:embed="Rbfd4388679074f6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9BC5BCC-8DA6-4C48-ACA2-F553BB585F6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455C0EA-7F53-4DD6-867F-AEA072307A0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75E08F1A-2EAA-458E-AE7A-5150A037353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1D3DAFF-FA6A-4950-8FCE-1EE5987898C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F355B55D-4DFB-4C58-B964-1EDDF2C9165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계산의 확인점</a:t>
            </a:r>
          </a:p>
        </p:txBody>
      </p:sp>
      <p:graphicFrame>
        <p:nvGraphicFramePr>
          <p:cNvPr id="7" name="">
            <a:extLst xmlns:a="http://schemas.openxmlformats.org/drawingml/2006/main">
              <a:ext uri="{FF2B5EF4-FFF2-40B4-BE49-F238E27FC236}">
                <a16:creationId xmlns:a16="http://schemas.microsoft.com/office/drawing/2014/main" id="{29246109-B552-49BE-8BEA-4D388464DD11}"/>
              </a:ext>
            </a:extLst>
          </p:cNvPr>
          <p:cNvGraphicFramePr/>
          <p:nvPr/>
        </p:nvGraphicFramePr>
        <p:xfrm>
          <a:off xmlns:a="http://schemas.openxmlformats.org/drawingml/2006/main" x="3476625" y="4286250"/>
          <a:ext xmlns:a="http://schemas.openxmlformats.org/drawingml/2006/main" cx="11334750" cy="3810000"/>
        </p:xfrm>
        <a:graphic xmlns:a="http://schemas.openxmlformats.org/drawingml/2006/main">
          <a:graphicData uri="http://schemas.openxmlformats.org/drawingml/2006/table">
            <a:tbl>
              <a:tblPr/>
              <a:tblGrid>
                <a:gridCol w="2857500"/>
                <a:gridCol w="8477250"/>
              </a:tblGrid>
              <a:tr h="952500">
                <a:tc>
                  <a:txBody>
                    <a:bodyPr wrap="none" lIns="114300" tIns="114300" rIns="114300" bIns="114300"/>
                    <a:lstStyle/>
                    <a:p>
                      <a:pPr algn="ctr"/>
                      <a:r>
                        <a:rPr sz="3000" b="1">
                          <a:solidFill>
                            <a:srgbClr val="FFFFFF"/>
                          </a:solidFill>
                          <a:latin typeface="Pretendard"/>
                          <a:ea typeface="Pretendard"/>
                          <a:cs typeface="Pretendard"/>
                        </a:rPr>
                        <a:t>확인 대상</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확인할 내용</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000" b="1">
                          <a:solidFill>
                            <a:srgbClr val="FFFFFF"/>
                          </a:solidFill>
                          <a:latin typeface="Pretendard"/>
                          <a:ea typeface="Pretendard"/>
                          <a:cs typeface="Pretendard"/>
                        </a:rPr>
                        <a:t>기준</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생성되는 물질 1 mol인가?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000" b="1">
                          <a:solidFill>
                            <a:srgbClr val="FFFFFF"/>
                          </a:solidFill>
                          <a:latin typeface="Pretendard"/>
                          <a:ea typeface="Pretendard"/>
                          <a:cs typeface="Pretendard"/>
                        </a:rPr>
                        <a:t>원소·상태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기준 원소와 물질의 상태가 맞는가?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000" b="1">
                          <a:solidFill>
                            <a:srgbClr val="FFFFFF"/>
                          </a:solidFill>
                          <a:latin typeface="Pretendard"/>
                          <a:ea typeface="Pretendard"/>
                          <a:cs typeface="Pretendard"/>
                        </a:rPr>
                        <a:t>계수·단위</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계수를 곱하고 단위를 구분했는가?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DB9E318A-11CA-4D99-B2C7-2D1ED3EB8F54}"/>
              </a:ext>
            </a:extLst>
          </p:cNvPr>
          <p:cNvSpPr>
            <a:spLocks xmlns:a="http://schemas.openxmlformats.org/drawingml/2006/main" noGrp="1"/>
          </p:cNvSpPr>
          <p:nvPr/>
        </p:nvSpPr>
        <p:spPr>
          <a:xfrm xmlns:a="http://schemas.openxmlformats.org/drawingml/2006/main" rot="0">
            <a:off x="34766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A69B1093-16E5-485D-BAD8-C4600FBD917A}"/>
              </a:ext>
            </a:extLst>
          </p:cNvPr>
          <p:cNvSpPr>
            <a:spLocks xmlns:a="http://schemas.openxmlformats.org/drawingml/2006/main" noGrp="1"/>
          </p:cNvSpPr>
          <p:nvPr/>
        </p:nvSpPr>
        <p:spPr>
          <a:xfrm xmlns:a="http://schemas.openxmlformats.org/drawingml/2006/main" rot="5400000">
            <a:off x="1462087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87BFF618-8CB6-4E65-AFD9-7629B4104069}"/>
              </a:ext>
            </a:extLst>
          </p:cNvPr>
          <p:cNvSpPr>
            <a:spLocks xmlns:a="http://schemas.openxmlformats.org/drawingml/2006/main" noGrp="1"/>
          </p:cNvSpPr>
          <p:nvPr/>
        </p:nvSpPr>
        <p:spPr>
          <a:xfrm xmlns:a="http://schemas.openxmlformats.org/drawingml/2006/main" rot="10800000">
            <a:off x="1462087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94B19F47-676E-46AB-92F0-55FDC65B6A78}"/>
              </a:ext>
            </a:extLst>
          </p:cNvPr>
          <p:cNvSpPr>
            <a:spLocks xmlns:a="http://schemas.openxmlformats.org/drawingml/2006/main" noGrp="1"/>
          </p:cNvSpPr>
          <p:nvPr/>
        </p:nvSpPr>
        <p:spPr>
          <a:xfrm xmlns:a="http://schemas.openxmlformats.org/drawingml/2006/main" rot="16200000">
            <a:off x="347662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305540036"/>
      </p:ext>
    </p:extLst>
  </p:cSld>
</p:sld>
</file>

<file path=ppt/slides/slide4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47A9127D-EA77-4A07-869D-347AEB60E11C}"/>
              </a:ext>
            </a:extLst>
          </p:cNvPr>
          <p:cNvPicPr>
            <a:picLocks xmlns:a="http://schemas.openxmlformats.org/drawingml/2006/main" noChangeAspect="1"/>
          </p:cNvPicPr>
          <p:nvPr/>
        </p:nvPicPr>
        <p:blipFill>
          <a:blip xmlns:r="http://schemas.openxmlformats.org/officeDocument/2006/relationships" xmlns:a="http://schemas.openxmlformats.org/drawingml/2006/main" r:embed="R3d6a2767bbeb47d4"/>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98AF25B9-77BE-4958-94A6-B1DD09B32D2F}"/>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F6F43905-A8B5-4CAA-99ED-3822C5D70D26}"/>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42BFA93A-28A7-4ECC-8039-6239EBDE66C4}"/>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BD6C8B3A-92FF-4A3F-873E-85307AA56BDC}"/>
              </a:ext>
            </a:extLst>
          </p:cNvPr>
          <p:cNvPicPr>
            <a:picLocks xmlns:a="http://schemas.openxmlformats.org/drawingml/2006/main" noChangeAspect="1"/>
          </p:cNvPicPr>
          <p:nvPr/>
        </p:nvPicPr>
        <p:blipFill>
          <a:blip xmlns:r="http://schemas.openxmlformats.org/officeDocument/2006/relationships" xmlns:a="http://schemas.openxmlformats.org/drawingml/2006/main" r:embed="Rbadb9936a3f1496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73BD74AC-0D61-4707-89F3-780A2D1E559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A986D173-EC29-448C-A03D-FDD746C0BF6F}"/>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8" name="text">
            <a:extLst xmlns:a="http://schemas.openxmlformats.org/drawingml/2006/main">
              <a:ext uri="{FF2B5EF4-FFF2-40B4-BE49-F238E27FC236}">
                <a16:creationId xmlns:a16="http://schemas.microsoft.com/office/drawing/2014/main" id="{816BEBA5-8925-49AF-A4F9-9ACF6ED1ABC5}"/>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9" name="text">
            <a:extLst xmlns:a="http://schemas.openxmlformats.org/drawingml/2006/main">
              <a:ext uri="{FF2B5EF4-FFF2-40B4-BE49-F238E27FC236}">
                <a16:creationId xmlns:a16="http://schemas.microsoft.com/office/drawing/2014/main" id="{B2D8660B-D2C7-4E72-8D01-7C3FF27F8C32}"/>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415105515"/>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F1C295DC-6EAA-4BAF-AA0C-E519D1090482}"/>
              </a:ext>
            </a:extLst>
          </p:cNvPr>
          <p:cNvPicPr>
            <a:picLocks xmlns:a="http://schemas.openxmlformats.org/drawingml/2006/main" noChangeAspect="1"/>
          </p:cNvPicPr>
          <p:nvPr/>
        </p:nvPicPr>
        <p:blipFill>
          <a:blip xmlns:r="http://schemas.openxmlformats.org/officeDocument/2006/relationships" xmlns:a="http://schemas.openxmlformats.org/drawingml/2006/main" r:embed="R00cbeff58c2f431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923B894-B2F0-491F-82E2-AE665FC5E76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5CB613B-2521-4324-B823-8D45117B6D9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72F6F622-E620-4E20-8A5D-54B619F44E8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A676A06-7E28-4A52-A787-50096859B5D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4A409967-CE0A-4E68-AF67-6A8FAF18A1D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E77D1937-7A5A-402A-A3B8-DE98C40F8060}"/>
              </a:ext>
            </a:extLst>
          </p:cNvPr>
          <p:cNvPicPr>
            <a:picLocks xmlns:a="http://schemas.openxmlformats.org/drawingml/2006/main" noChangeAspect="1"/>
          </p:cNvPicPr>
          <p:nvPr/>
        </p:nvPicPr>
        <p:blipFill>
          <a:blip xmlns:r="http://schemas.openxmlformats.org/officeDocument/2006/relationships" xmlns:a="http://schemas.openxmlformats.org/drawingml/2006/main" r:embed="R88b0d2c9a13f4211"/>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CD19FAE6-E056-49F5-88F6-8F304836B5DC}"/>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0E4E92F3-98D5-450D-993E-AC79DA0A843E}"/>
              </a:ext>
            </a:extLst>
          </p:cNvPr>
          <p:cNvPicPr>
            <a:picLocks xmlns:a="http://schemas.openxmlformats.org/drawingml/2006/main" noChangeAspect="1"/>
          </p:cNvPicPr>
          <p:nvPr/>
        </p:nvPicPr>
        <p:blipFill>
          <a:blip xmlns:r="http://schemas.openxmlformats.org/officeDocument/2006/relationships" xmlns:a="http://schemas.openxmlformats.org/drawingml/2006/main" r:embed="R8fd7979c522347f9"/>
          <a:stretch xmlns:a="http://schemas.openxmlformats.org/drawingml/2006/main"/>
        </p:blipFill>
        <p:spPr>
          <a:xfrm xmlns:a="http://schemas.openxmlformats.org/drawingml/2006/main">
            <a:off x="7524750" y="5125056"/>
            <a:ext cx="6310738" cy="608388"/>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DCD3E123-CD92-46C5-B314-3C65BA9B1606}"/>
              </a:ext>
            </a:extLst>
          </p:cNvPr>
          <p:cNvPicPr>
            <a:picLocks xmlns:a="http://schemas.openxmlformats.org/drawingml/2006/main" noChangeAspect="1"/>
          </p:cNvPicPr>
          <p:nvPr/>
        </p:nvPicPr>
        <p:blipFill>
          <a:blip xmlns:r="http://schemas.openxmlformats.org/officeDocument/2006/relationships" xmlns:a="http://schemas.openxmlformats.org/drawingml/2006/main" r:embed="R700ed7d73c7d43cb"/>
          <a:stretch xmlns:a="http://schemas.openxmlformats.org/drawingml/2006/main"/>
        </p:blipFill>
        <p:spPr>
          <a:xfrm xmlns:a="http://schemas.openxmlformats.org/drawingml/2006/main">
            <a:off x="7524750" y="6093810"/>
            <a:ext cx="9239250" cy="55683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4F20B191-2CD4-47E6-ADD0-65EE1476358E}"/>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66173B0A-BD3C-4680-8701-51A9B89EFF0A}"/>
              </a:ext>
            </a:extLst>
          </p:cNvPr>
          <p:cNvPicPr>
            <a:picLocks xmlns:a="http://schemas.openxmlformats.org/drawingml/2006/main" noChangeAspect="1"/>
          </p:cNvPicPr>
          <p:nvPr/>
        </p:nvPicPr>
        <p:blipFill>
          <a:blip xmlns:r="http://schemas.openxmlformats.org/officeDocument/2006/relationships" xmlns:a="http://schemas.openxmlformats.org/drawingml/2006/main" r:embed="Rbfba2aeb35a245bc"/>
          <a:stretch xmlns:a="http://schemas.openxmlformats.org/drawingml/2006/main"/>
        </p:blipFill>
        <p:spPr>
          <a:xfrm xmlns:a="http://schemas.openxmlformats.org/drawingml/2006/main">
            <a:off x="7524750" y="8055960"/>
            <a:ext cx="9239250" cy="556830"/>
          </a:xfrm>
          <a:prstGeom xmlns:a="http://schemas.openxmlformats.org/drawingml/2006/main" prst="rect">
            <a:avLst/>
          </a:prstGeom>
        </p:spPr>
      </p:pic>
    </p:spTree>
    <p:extLst>
      <p:ext uri="{BB962C8B-B14F-4D97-AF65-F5344CB8AC3E}">
        <p14:creationId xmlns:p14="http://schemas.microsoft.com/office/powerpoint/2010/main" val="1127467154"/>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3F609005-F6D7-4114-88F4-DFD413861DFF}"/>
              </a:ext>
            </a:extLst>
          </p:cNvPr>
          <p:cNvPicPr>
            <a:picLocks xmlns:a="http://schemas.openxmlformats.org/drawingml/2006/main" noChangeAspect="1"/>
          </p:cNvPicPr>
          <p:nvPr/>
        </p:nvPicPr>
        <p:blipFill>
          <a:blip xmlns:r="http://schemas.openxmlformats.org/officeDocument/2006/relationships" xmlns:a="http://schemas.openxmlformats.org/drawingml/2006/main" r:embed="R56a2b11adec7483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37C7A6A-3320-4CC5-A88E-9616CA09F8F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DBD206F-702A-410C-835F-54EE64E3A04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A3B3B550-A562-4EF5-8257-BFB05549DDE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55D08E7-F875-45FC-AAD2-75BA1607010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284649B9-5074-4548-A8FB-BA98713C500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조건을 맞추자</a:t>
            </a:r>
          </a:p>
        </p:txBody>
      </p:sp>
      <p:sp>
        <p:nvSpPr>
          <p:cNvPr id="7" name="text">
            <a:extLst xmlns:a="http://schemas.openxmlformats.org/drawingml/2006/main">
              <a:ext uri="{FF2B5EF4-FFF2-40B4-BE49-F238E27FC236}">
                <a16:creationId xmlns:a16="http://schemas.microsoft.com/office/drawing/2014/main" id="{8CC48567-78C5-4660-AC57-16E7E655E26A}"/>
              </a:ext>
            </a:extLst>
          </p:cNvPr>
          <p:cNvSpPr>
            <a:spLocks xmlns:a="http://schemas.openxmlformats.org/drawingml/2006/main" noGrp="1"/>
          </p:cNvSpPr>
          <p:nvPr/>
        </p:nvSpPr>
        <p:spPr>
          <a:xfrm xmlns:a="http://schemas.openxmlformats.org/drawingml/2006/main">
            <a:off x="1666875" y="3676650"/>
            <a:ext cx="1495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777777"/>
                </a:solidFill>
                <a:latin typeface="Pretendard"/>
                <a:ea typeface="Pretendard"/>
                <a:cs typeface="Pretendard"/>
              </a:defRPr>
            </a:defPPr>
            <a:lvl1pPr algn="ctr">
              <a:defRPr sz="2850" b="0">
                <a:solidFill>
                  <a:srgbClr val="777777"/>
                </a:solidFill>
                <a:latin typeface="Pretendard"/>
                <a:ea typeface="Pretendard"/>
                <a:cs typeface="Pretendard"/>
              </a:defRPr>
            </a:lvl1pPr>
            <a:lvl2pPr algn="ctr">
              <a:defRPr sz="2850" b="0">
                <a:solidFill>
                  <a:srgbClr val="777777"/>
                </a:solidFill>
                <a:latin typeface="Pretendard"/>
                <a:ea typeface="Pretendard"/>
                <a:cs typeface="Pretendard"/>
              </a:defRPr>
            </a:lvl2pPr>
            <a:lvl3pPr algn="ctr">
              <a:defRPr sz="2850" b="0">
                <a:solidFill>
                  <a:srgbClr val="777777"/>
                </a:solidFill>
                <a:latin typeface="Pretendard"/>
                <a:ea typeface="Pretendard"/>
                <a:cs typeface="Pretendard"/>
              </a:defRPr>
            </a:lvl3pPr>
            <a:lvl4pPr algn="ctr">
              <a:defRPr sz="2850" b="0">
                <a:solidFill>
                  <a:srgbClr val="777777"/>
                </a:solidFill>
                <a:latin typeface="Pretendard"/>
                <a:ea typeface="Pretendard"/>
                <a:cs typeface="Pretendard"/>
              </a:defRPr>
            </a:lvl4pPr>
            <a:lvl5pPr algn="ctr">
              <a:defRPr sz="2850" b="0">
                <a:solidFill>
                  <a:srgbClr val="777777"/>
                </a:solidFill>
                <a:latin typeface="Pretendard"/>
                <a:ea typeface="Pretendard"/>
                <a:cs typeface="Pretendard"/>
              </a:defRPr>
            </a:lvl5pPr>
            <a:lvl6pPr algn="ctr">
              <a:defRPr sz="2850" b="0">
                <a:solidFill>
                  <a:srgbClr val="777777"/>
                </a:solidFill>
                <a:latin typeface="Pretendard"/>
                <a:ea typeface="Pretendard"/>
                <a:cs typeface="Pretendard"/>
              </a:defRPr>
            </a:lvl6pPr>
            <a:lvl7pPr algn="ctr">
              <a:defRPr sz="2850" b="0">
                <a:solidFill>
                  <a:srgbClr val="777777"/>
                </a:solidFill>
                <a:latin typeface="Pretendard"/>
                <a:ea typeface="Pretendard"/>
                <a:cs typeface="Pretendard"/>
              </a:defRPr>
            </a:lvl7pPr>
            <a:lvl8pPr algn="ctr">
              <a:defRPr sz="2850" b="0">
                <a:solidFill>
                  <a:srgbClr val="777777"/>
                </a:solidFill>
                <a:latin typeface="Pretendard"/>
                <a:ea typeface="Pretendard"/>
                <a:cs typeface="Pretendard"/>
              </a:defRPr>
            </a:lvl8pPr>
            <a:lvl9pPr algn="ctr">
              <a:defRPr sz="2850" b="0">
                <a:solidFill>
                  <a:srgbClr val="777777"/>
                </a:solidFill>
                <a:latin typeface="Pretendard"/>
                <a:ea typeface="Pretendard"/>
                <a:cs typeface="Pretendard"/>
              </a:defRPr>
            </a:lvl9pPr>
          </a:lstStyle>
          <a:p xmlns:a="http://schemas.openxmlformats.org/drawingml/2006/main">
            <a:pPr algn="ctr">
              <a:defRPr sz="2850" b="0">
                <a:solidFill>
                  <a:srgbClr val="777777"/>
                </a:solidFill>
                <a:latin typeface="Pretendard"/>
                <a:ea typeface="Pretendard"/>
                <a:cs typeface="Pretendard"/>
              </a:defRPr>
            </a:pPr>
            <a:r>
              <a:rPr sz="2850" b="0">
                <a:solidFill>
                  <a:srgbClr val="777777"/>
                </a:solidFill>
                <a:latin typeface="Pretendard"/>
                <a:ea typeface="Pretendard"/>
                <a:cs typeface="Pretendard"/>
              </a:rPr>
              <a:t>NaOH 8.0 g = 0.200 mol, HCl 1.0 M × 0.200 L = 0.200 mol</a:t>
            </a:r>
          </a:p>
        </p:txBody>
      </p:sp>
      <p:pic>
        <p:nvPicPr>
          <p:cNvPr id="8" name="">
            <a:extLst xmlns:a="http://schemas.openxmlformats.org/drawingml/2006/main">
              <a:ext uri="{FF2B5EF4-FFF2-40B4-BE49-F238E27FC236}">
                <a16:creationId xmlns:a16="http://schemas.microsoft.com/office/drawing/2014/main" id="{D12D1FD9-8F43-4C4A-BF0C-B46D9B3A43B6}"/>
              </a:ext>
            </a:extLst>
          </p:cNvPr>
          <p:cNvPicPr>
            <a:picLocks xmlns:a="http://schemas.openxmlformats.org/drawingml/2006/main" noChangeAspect="1"/>
          </p:cNvPicPr>
          <p:nvPr/>
        </p:nvPicPr>
        <p:blipFill>
          <a:blip xmlns:r="http://schemas.openxmlformats.org/officeDocument/2006/relationships" xmlns:a="http://schemas.openxmlformats.org/drawingml/2006/main" r:embed="R6168ee1d7d0e409f"/>
          <a:stretch xmlns:a="http://schemas.openxmlformats.org/drawingml/2006/main"/>
        </p:blipFill>
        <p:spPr>
          <a:xfrm xmlns:a="http://schemas.openxmlformats.org/drawingml/2006/main">
            <a:off x="1828800" y="4771334"/>
            <a:ext cx="9286875" cy="303033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AAD81BD7-B180-45B2-8179-BD8484B95EF4}"/>
              </a:ext>
            </a:extLst>
          </p:cNvPr>
          <p:cNvPicPr>
            <a:picLocks xmlns:a="http://schemas.openxmlformats.org/drawingml/2006/main" noChangeAspect="1"/>
          </p:cNvPicPr>
          <p:nvPr/>
        </p:nvPicPr>
        <p:blipFill>
          <a:blip xmlns:r="http://schemas.openxmlformats.org/officeDocument/2006/relationships" xmlns:a="http://schemas.openxmlformats.org/drawingml/2006/main" r:embed="R1ebcc13b03ad45d1"/>
          <a:stretch xmlns:a="http://schemas.openxmlformats.org/drawingml/2006/main"/>
        </p:blipFill>
        <p:spPr>
          <a:xfrm xmlns:a="http://schemas.openxmlformats.org/drawingml/2006/main">
            <a:off x="11525250" y="4779104"/>
            <a:ext cx="4619625" cy="3014792"/>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7BFB438A-3E44-4ACC-8737-8B9B1D131B26}"/>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3C46DA1C-0EC7-448A-8FD2-DC508C6C7627}"/>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4011F16F-F5C0-448E-A880-89A8DE88AEAD}"/>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72D467C4-4517-47D2-BDB4-BF8279CABF94}"/>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spTree>
    <p:extLst>
      <p:ext uri="{BB962C8B-B14F-4D97-AF65-F5344CB8AC3E}">
        <p14:creationId xmlns:p14="http://schemas.microsoft.com/office/powerpoint/2010/main" val="48241586"/>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3ED75957-93AF-4C05-9DD2-228A45F0A8F2}"/>
              </a:ext>
            </a:extLst>
          </p:cNvPr>
          <p:cNvPicPr>
            <a:picLocks xmlns:a="http://schemas.openxmlformats.org/drawingml/2006/main" noChangeAspect="1"/>
          </p:cNvPicPr>
          <p:nvPr/>
        </p:nvPicPr>
        <p:blipFill>
          <a:blip xmlns:r="http://schemas.openxmlformats.org/officeDocument/2006/relationships" xmlns:a="http://schemas.openxmlformats.org/drawingml/2006/main" r:embed="Rd9a997c990ea417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2BE024D-10B5-440A-BEAF-CC520BE2B89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90B62EF-B101-4B33-8000-5A92CF39D1D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1E8E0874-D0FF-427C-9CDC-571354B62A9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DF07458-3399-4F2C-B9B6-B28F60DCB02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BCB0CC43-A75E-427A-BDFF-3AE9683B126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용액이 얻은 열에서 반응열로</a:t>
            </a:r>
          </a:p>
        </p:txBody>
      </p:sp>
      <p:sp>
        <p:nvSpPr>
          <p:cNvPr id="7" name="rich">
            <a:extLst xmlns:a="http://schemas.openxmlformats.org/drawingml/2006/main">
              <a:ext uri="{FF2B5EF4-FFF2-40B4-BE49-F238E27FC236}">
                <a16:creationId xmlns:a16="http://schemas.microsoft.com/office/drawing/2014/main" id="{2FDF941C-1DDA-4F8C-A7FE-5231D29441FD}"/>
              </a:ext>
            </a:extLst>
          </p:cNvPr>
          <p:cNvSpPr>
            <a:spLocks xmlns:a="http://schemas.openxmlformats.org/drawingml/2006/main" noGrp="1"/>
          </p:cNvSpPr>
          <p:nvPr/>
        </p:nvSpPr>
        <p:spPr>
          <a:xfrm xmlns:a="http://schemas.openxmlformats.org/drawingml/2006/main">
            <a:off x="3781425" y="3933825"/>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57962F"/>
                </a:solidFill>
                <a:latin typeface="Pretendard"/>
                <a:ea typeface="Pretendard"/>
                <a:cs typeface="Pretendard"/>
              </a:defRPr>
            </a:defPPr>
            <a:lvl1pPr algn="l">
              <a:defRPr sz="5730" b="1">
                <a:solidFill>
                  <a:srgbClr val="57962F"/>
                </a:solidFill>
                <a:latin typeface="Pretendard"/>
                <a:ea typeface="Pretendard"/>
                <a:cs typeface="Pretendard"/>
              </a:defRPr>
            </a:lvl1pPr>
            <a:lvl2pPr algn="l">
              <a:defRPr sz="5730" b="1">
                <a:solidFill>
                  <a:srgbClr val="57962F"/>
                </a:solidFill>
                <a:latin typeface="Pretendard"/>
                <a:ea typeface="Pretendard"/>
                <a:cs typeface="Pretendard"/>
              </a:defRPr>
            </a:lvl2pPr>
            <a:lvl3pPr algn="l">
              <a:defRPr sz="5730" b="1">
                <a:solidFill>
                  <a:srgbClr val="57962F"/>
                </a:solidFill>
                <a:latin typeface="Pretendard"/>
                <a:ea typeface="Pretendard"/>
                <a:cs typeface="Pretendard"/>
              </a:defRPr>
            </a:lvl3pPr>
            <a:lvl4pPr algn="l">
              <a:defRPr sz="5730" b="1">
                <a:solidFill>
                  <a:srgbClr val="57962F"/>
                </a:solidFill>
                <a:latin typeface="Pretendard"/>
                <a:ea typeface="Pretendard"/>
                <a:cs typeface="Pretendard"/>
              </a:defRPr>
            </a:lvl4pPr>
            <a:lvl5pPr algn="l">
              <a:defRPr sz="5730" b="1">
                <a:solidFill>
                  <a:srgbClr val="57962F"/>
                </a:solidFill>
                <a:latin typeface="Pretendard"/>
                <a:ea typeface="Pretendard"/>
                <a:cs typeface="Pretendard"/>
              </a:defRPr>
            </a:lvl5pPr>
            <a:lvl6pPr algn="l">
              <a:defRPr sz="5730" b="1">
                <a:solidFill>
                  <a:srgbClr val="57962F"/>
                </a:solidFill>
                <a:latin typeface="Pretendard"/>
                <a:ea typeface="Pretendard"/>
                <a:cs typeface="Pretendard"/>
              </a:defRPr>
            </a:lvl6pPr>
            <a:lvl7pPr algn="l">
              <a:defRPr sz="5730" b="1">
                <a:solidFill>
                  <a:srgbClr val="57962F"/>
                </a:solidFill>
                <a:latin typeface="Pretendard"/>
                <a:ea typeface="Pretendard"/>
                <a:cs typeface="Pretendard"/>
              </a:defRPr>
            </a:lvl7pPr>
            <a:lvl8pPr algn="l">
              <a:defRPr sz="5730" b="1">
                <a:solidFill>
                  <a:srgbClr val="57962F"/>
                </a:solidFill>
                <a:latin typeface="Pretendard"/>
                <a:ea typeface="Pretendard"/>
                <a:cs typeface="Pretendard"/>
              </a:defRPr>
            </a:lvl8pPr>
            <a:lvl9pPr algn="l">
              <a:defRPr sz="5730" b="1">
                <a:solidFill>
                  <a:srgbClr val="57962F"/>
                </a:solidFill>
                <a:latin typeface="Pretendard"/>
                <a:ea typeface="Pretendard"/>
                <a:cs typeface="Pretendard"/>
              </a:defRPr>
            </a:lvl9pPr>
          </a:lstStyle>
          <a:p xmlns:a="http://schemas.openxmlformats.org/drawingml/2006/main">
            <a:pPr algn="l">
              <a:defRPr sz="5730" b="1">
                <a:solidFill>
                  <a:srgbClr val="57962F"/>
                </a:solidFill>
                <a:latin typeface="Pretendard"/>
                <a:ea typeface="Pretendard"/>
                <a:cs typeface="Pretendard"/>
              </a:defRPr>
            </a:pPr>
            <a:r>
              <a:t>Q용액 = c × m × Δt</a:t>
            </a:r>
          </a:p>
        </p:txBody>
      </p:sp>
      <p:sp>
        <p:nvSpPr>
          <p:cNvPr id="8" name="R04-33 기호 표제">
            <a:extLst xmlns:a="http://schemas.openxmlformats.org/drawingml/2006/main">
              <a:ext uri="{FF2B5EF4-FFF2-40B4-BE49-F238E27FC236}">
                <a16:creationId xmlns:a16="http://schemas.microsoft.com/office/drawing/2014/main" id="{CBAC0DE2-5F45-47BF-9956-566631CB3663}"/>
              </a:ext>
            </a:extLst>
          </p:cNvPr>
          <p:cNvSpPr>
            <a:spLocks xmlns:a="http://schemas.openxmlformats.org/drawingml/2006/main" noGrp="1"/>
          </p:cNvSpPr>
          <p:nvPr/>
        </p:nvSpPr>
        <p:spPr>
          <a:xfrm xmlns:a="http://schemas.openxmlformats.org/drawingml/2006/main">
            <a:off x="3781425" y="541020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4DBFAC7A-B0EF-41D9-A34D-897EC9BBD646}"/>
              </a:ext>
            </a:extLst>
          </p:cNvPr>
          <p:cNvSpPr>
            <a:spLocks xmlns:a="http://schemas.openxmlformats.org/drawingml/2006/main" noGrp="1"/>
          </p:cNvSpPr>
          <p:nvPr/>
        </p:nvSpPr>
        <p:spPr>
          <a:xfrm xmlns:a="http://schemas.openxmlformats.org/drawingml/2006/main">
            <a:off x="3924300" y="549592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c</a:t>
            </a:r>
          </a:p>
        </p:txBody>
      </p:sp>
      <p:sp>
        <p:nvSpPr>
          <p:cNvPr id="10" name="R04-33 기호 설명">
            <a:extLst xmlns:a="http://schemas.openxmlformats.org/drawingml/2006/main">
              <a:ext uri="{FF2B5EF4-FFF2-40B4-BE49-F238E27FC236}">
                <a16:creationId xmlns:a16="http://schemas.microsoft.com/office/drawing/2014/main" id="{2EF6F27A-8FD2-44E9-B946-1CE251FF656B}"/>
              </a:ext>
            </a:extLst>
          </p:cNvPr>
          <p:cNvSpPr>
            <a:spLocks xmlns:a="http://schemas.openxmlformats.org/drawingml/2006/main" noGrp="1"/>
          </p:cNvSpPr>
          <p:nvPr/>
        </p:nvSpPr>
        <p:spPr>
          <a:xfrm xmlns:a="http://schemas.openxmlformats.org/drawingml/2006/main">
            <a:off x="5314950" y="541020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47CF246B-3701-4B5D-9F54-A261FC359217}"/>
              </a:ext>
            </a:extLst>
          </p:cNvPr>
          <p:cNvSpPr>
            <a:spLocks xmlns:a="http://schemas.openxmlformats.org/drawingml/2006/main" noGrp="1"/>
          </p:cNvSpPr>
          <p:nvPr/>
        </p:nvSpPr>
        <p:spPr>
          <a:xfrm xmlns:a="http://schemas.openxmlformats.org/drawingml/2006/main">
            <a:off x="5638800" y="549592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용액의 비열</a:t>
            </a:r>
          </a:p>
        </p:txBody>
      </p:sp>
      <p:sp>
        <p:nvSpPr>
          <p:cNvPr id="12" name="R04-33 기호 표제">
            <a:extLst xmlns:a="http://schemas.openxmlformats.org/drawingml/2006/main">
              <a:ext uri="{FF2B5EF4-FFF2-40B4-BE49-F238E27FC236}">
                <a16:creationId xmlns:a16="http://schemas.microsoft.com/office/drawing/2014/main" id="{BB3A9B3E-91A7-4C43-8965-E52B748E3B0C}"/>
              </a:ext>
            </a:extLst>
          </p:cNvPr>
          <p:cNvSpPr>
            <a:spLocks xmlns:a="http://schemas.openxmlformats.org/drawingml/2006/main" noGrp="1"/>
          </p:cNvSpPr>
          <p:nvPr/>
        </p:nvSpPr>
        <p:spPr>
          <a:xfrm xmlns:a="http://schemas.openxmlformats.org/drawingml/2006/main">
            <a:off x="3781425" y="638175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31BAF811-E3E5-4737-B7C6-35FD74B10ECF}"/>
              </a:ext>
            </a:extLst>
          </p:cNvPr>
          <p:cNvSpPr>
            <a:spLocks xmlns:a="http://schemas.openxmlformats.org/drawingml/2006/main" noGrp="1"/>
          </p:cNvSpPr>
          <p:nvPr/>
        </p:nvSpPr>
        <p:spPr>
          <a:xfrm xmlns:a="http://schemas.openxmlformats.org/drawingml/2006/main">
            <a:off x="3924300" y="646747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m</a:t>
            </a:r>
          </a:p>
        </p:txBody>
      </p:sp>
      <p:sp>
        <p:nvSpPr>
          <p:cNvPr id="14" name="R04-33 기호 설명">
            <a:extLst xmlns:a="http://schemas.openxmlformats.org/drawingml/2006/main">
              <a:ext uri="{FF2B5EF4-FFF2-40B4-BE49-F238E27FC236}">
                <a16:creationId xmlns:a16="http://schemas.microsoft.com/office/drawing/2014/main" id="{17C7E9EF-3825-4334-9F71-9DD2707EE55F}"/>
              </a:ext>
            </a:extLst>
          </p:cNvPr>
          <p:cNvSpPr>
            <a:spLocks xmlns:a="http://schemas.openxmlformats.org/drawingml/2006/main" noGrp="1"/>
          </p:cNvSpPr>
          <p:nvPr/>
        </p:nvSpPr>
        <p:spPr>
          <a:xfrm xmlns:a="http://schemas.openxmlformats.org/drawingml/2006/main">
            <a:off x="5314950" y="638175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AC5A545E-4C29-4F22-B025-457E2B4A0AC8}"/>
              </a:ext>
            </a:extLst>
          </p:cNvPr>
          <p:cNvSpPr>
            <a:spLocks xmlns:a="http://schemas.openxmlformats.org/drawingml/2006/main" noGrp="1"/>
          </p:cNvSpPr>
          <p:nvPr/>
        </p:nvSpPr>
        <p:spPr>
          <a:xfrm xmlns:a="http://schemas.openxmlformats.org/drawingml/2006/main">
            <a:off x="5638800" y="646747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용액 전체의 질량</a:t>
            </a:r>
          </a:p>
        </p:txBody>
      </p:sp>
      <p:sp>
        <p:nvSpPr>
          <p:cNvPr id="16" name="R04-33 기호 표제">
            <a:extLst xmlns:a="http://schemas.openxmlformats.org/drawingml/2006/main">
              <a:ext uri="{FF2B5EF4-FFF2-40B4-BE49-F238E27FC236}">
                <a16:creationId xmlns:a16="http://schemas.microsoft.com/office/drawing/2014/main" id="{1FB74025-C278-4177-8893-CF5597BD498A}"/>
              </a:ext>
            </a:extLst>
          </p:cNvPr>
          <p:cNvSpPr>
            <a:spLocks xmlns:a="http://schemas.openxmlformats.org/drawingml/2006/main" noGrp="1"/>
          </p:cNvSpPr>
          <p:nvPr/>
        </p:nvSpPr>
        <p:spPr>
          <a:xfrm xmlns:a="http://schemas.openxmlformats.org/drawingml/2006/main">
            <a:off x="3781425" y="735330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A7D94DA0-E82B-478E-A137-80B0BF9082E1}"/>
              </a:ext>
            </a:extLst>
          </p:cNvPr>
          <p:cNvSpPr>
            <a:spLocks xmlns:a="http://schemas.openxmlformats.org/drawingml/2006/main" noGrp="1"/>
          </p:cNvSpPr>
          <p:nvPr/>
        </p:nvSpPr>
        <p:spPr>
          <a:xfrm xmlns:a="http://schemas.openxmlformats.org/drawingml/2006/main">
            <a:off x="3924300" y="743902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Δt</a:t>
            </a:r>
          </a:p>
        </p:txBody>
      </p:sp>
      <p:sp>
        <p:nvSpPr>
          <p:cNvPr id="18" name="R04-33 기호 설명">
            <a:extLst xmlns:a="http://schemas.openxmlformats.org/drawingml/2006/main">
              <a:ext uri="{FF2B5EF4-FFF2-40B4-BE49-F238E27FC236}">
                <a16:creationId xmlns:a16="http://schemas.microsoft.com/office/drawing/2014/main" id="{9EC8AFFB-7F81-49E5-8B95-FB9A93EFE01B}"/>
              </a:ext>
            </a:extLst>
          </p:cNvPr>
          <p:cNvSpPr>
            <a:spLocks xmlns:a="http://schemas.openxmlformats.org/drawingml/2006/main" noGrp="1"/>
          </p:cNvSpPr>
          <p:nvPr/>
        </p:nvSpPr>
        <p:spPr>
          <a:xfrm xmlns:a="http://schemas.openxmlformats.org/drawingml/2006/main">
            <a:off x="5314950" y="735330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0330C37A-AF97-44CF-8D51-AF3E445457E5}"/>
              </a:ext>
            </a:extLst>
          </p:cNvPr>
          <p:cNvSpPr>
            <a:spLocks xmlns:a="http://schemas.openxmlformats.org/drawingml/2006/main" noGrp="1"/>
          </p:cNvSpPr>
          <p:nvPr/>
        </p:nvSpPr>
        <p:spPr>
          <a:xfrm xmlns:a="http://schemas.openxmlformats.org/drawingml/2006/main">
            <a:off x="5638800" y="743902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나중 온도 − 처음 온도</a:t>
            </a:r>
          </a:p>
        </p:txBody>
      </p:sp>
      <p:sp>
        <p:nvSpPr>
          <p:cNvPr id="25" name="해석·결론">
            <a:extLst xmlns:a="http://schemas.openxmlformats.org/drawingml/2006/main">
              <a:ext uri="{FF2B5EF4-FFF2-40B4-BE49-F238E27FC236}">
                <a16:creationId xmlns:a16="http://schemas.microsoft.com/office/drawing/2014/main" id="{C33FFA18-8870-46E0-ACAB-14021E7168CB}"/>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26" name="반응식·수식">
            <a:extLst xmlns:a="http://schemas.openxmlformats.org/drawingml/2006/main">
              <a:ext uri="{FF2B5EF4-FFF2-40B4-BE49-F238E27FC236}">
                <a16:creationId xmlns:a16="http://schemas.microsoft.com/office/drawing/2014/main" id="{90FC28CD-0CC8-4398-BA96-5CA37AA60298}"/>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온도 상승: Q용액 &gt; 0, 반응의 </a:t>
            </a:r>
            <a:r>
              <a:t>Δ</a:t>
            </a:r>
            <a:r>
              <a:rPr i="1">
                <a:latin typeface="Pretendard"/>
                <a:ea typeface="Pretendard"/>
                <a:cs typeface="Pretendard"/>
              </a:rPr>
              <a:t>H</a:t>
            </a:r>
            <a:r>
              <a:t> &lt; 0</a:t>
            </a:r>
          </a:p>
        </p:txBody>
      </p:sp>
    </p:spTree>
    <p:extLst>
      <p:ext uri="{BB962C8B-B14F-4D97-AF65-F5344CB8AC3E}">
        <p14:creationId xmlns:p14="http://schemas.microsoft.com/office/powerpoint/2010/main" val="1901525816"/>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F9CFC8A-3F22-4498-98BB-BFC040866DE1}"/>
              </a:ext>
            </a:extLst>
          </p:cNvPr>
          <p:cNvPicPr>
            <a:picLocks xmlns:a="http://schemas.openxmlformats.org/drawingml/2006/main" noChangeAspect="1"/>
          </p:cNvPicPr>
          <p:nvPr/>
        </p:nvPicPr>
        <p:blipFill>
          <a:blip xmlns:r="http://schemas.openxmlformats.org/officeDocument/2006/relationships" xmlns:a="http://schemas.openxmlformats.org/drawingml/2006/main" r:embed="Rcf172804b8c5470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905E902-62F4-4F01-90B3-C510046F380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7A02202-9230-4FA4-AFE2-C39B0BBF128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FADF6568-E549-4512-83C7-31A924BA327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07D580A-C9B3-40A8-84D3-AAA60D58A71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402D7DE9-FAF8-4ACF-AAB7-5C10FE2152D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온도와 용액의 질량</a:t>
            </a:r>
          </a:p>
        </p:txBody>
      </p:sp>
      <p:graphicFrame>
        <p:nvGraphicFramePr>
          <p:cNvPr id="7" name="">
            <a:extLst xmlns:a="http://schemas.openxmlformats.org/drawingml/2006/main">
              <a:ext uri="{FF2B5EF4-FFF2-40B4-BE49-F238E27FC236}">
                <a16:creationId xmlns:a16="http://schemas.microsoft.com/office/drawing/2014/main" id="{91FB8B65-A5CA-4318-9764-C02C71C9CF10}"/>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55DE2BF6-FC21-4A00-951A-0BB7FFFD01A8}"/>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8A7613C2-E4E8-465A-A810-D6C9A5A771B1}"/>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E0C78590-4269-48EA-8663-8332FFEA8F59}"/>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DF44568E-53DC-4F34-B24B-E05C54E75A2D}"/>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59978541-7151-4034-8DA3-60BD11822AD7}"/>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70706664"/>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7B302221-E511-48BB-991C-E8257F344B53}"/>
              </a:ext>
            </a:extLst>
          </p:cNvPr>
          <p:cNvPicPr>
            <a:picLocks xmlns:a="http://schemas.openxmlformats.org/drawingml/2006/main" noChangeAspect="1"/>
          </p:cNvPicPr>
          <p:nvPr/>
        </p:nvPicPr>
        <p:blipFill>
          <a:blip xmlns:r="http://schemas.openxmlformats.org/officeDocument/2006/relationships" xmlns:a="http://schemas.openxmlformats.org/drawingml/2006/main" r:embed="Rbda0d39c82a14e4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C9F771A-6418-45D3-BC4E-747C1146384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258255F-3D70-4EA0-B945-5AAD2DB742E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7916B62D-3F46-4AED-AE67-2CF4A1D1B88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2E34EDB-EA94-48AA-BDFE-4DF32ED5E15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19F82156-4A77-4E83-80C2-FF60A3B8C8E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용해 단계의 반응 엔탈피</a:t>
            </a:r>
          </a:p>
        </p:txBody>
      </p:sp>
      <p:sp>
        <p:nvSpPr>
          <p:cNvPr id="7" name="R05-29 계산 행 01">
            <a:extLst xmlns:a="http://schemas.openxmlformats.org/drawingml/2006/main">
              <a:ext uri="{FF2B5EF4-FFF2-40B4-BE49-F238E27FC236}">
                <a16:creationId xmlns:a16="http://schemas.microsoft.com/office/drawing/2014/main" id="{667CB884-356B-4671-B1D0-89F3365F9667}"/>
              </a:ext>
            </a:extLst>
          </p:cNvPr>
          <p:cNvSpPr>
            <a:spLocks xmlns:a="http://schemas.openxmlformats.org/drawingml/2006/main" noGrp="1"/>
          </p:cNvSpPr>
          <p:nvPr/>
        </p:nvSpPr>
        <p:spPr>
          <a:xfrm xmlns:a="http://schemas.openxmlformats.org/drawingml/2006/main">
            <a:off x="1857375" y="4038600"/>
            <a:ext cx="14573250" cy="1524000"/>
          </a:xfrm>
          <a:prstGeom xmlns:a="http://schemas.openxmlformats.org/drawingml/2006/main" prst="roundRect">
            <a:avLst>
              <a:gd name="adj" fmla="val 11250"/>
            </a:avLst>
          </a:prstGeom>
          <a:solidFill xmlns:a="http://schemas.openxmlformats.org/drawingml/2006/main">
            <a:srgbClr val="F5F5F5"/>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E922130C-F756-435D-9252-E69642C2376E}"/>
              </a:ext>
            </a:extLst>
          </p:cNvPr>
          <p:cNvSpPr>
            <a:spLocks xmlns:a="http://schemas.openxmlformats.org/drawingml/2006/main" noGrp="1"/>
          </p:cNvSpPr>
          <p:nvPr/>
        </p:nvSpPr>
        <p:spPr>
          <a:xfrm xmlns:a="http://schemas.openxmlformats.org/drawingml/2006/main">
            <a:off x="2085975" y="4467225"/>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57962F"/>
                </a:solidFill>
                <a:latin typeface="Pretendard"/>
                <a:ea typeface="Pretendard"/>
                <a:cs typeface="Pretendard"/>
              </a:defRPr>
            </a:defPPr>
            <a:lvl1pPr algn="ctr">
              <a:defRPr sz="3375" b="1">
                <a:solidFill>
                  <a:srgbClr val="57962F"/>
                </a:solidFill>
                <a:latin typeface="Pretendard"/>
                <a:ea typeface="Pretendard"/>
                <a:cs typeface="Pretendard"/>
              </a:defRPr>
            </a:lvl1pPr>
            <a:lvl2pPr algn="ctr">
              <a:defRPr sz="3375" b="1">
                <a:solidFill>
                  <a:srgbClr val="57962F"/>
                </a:solidFill>
                <a:latin typeface="Pretendard"/>
                <a:ea typeface="Pretendard"/>
                <a:cs typeface="Pretendard"/>
              </a:defRPr>
            </a:lvl2pPr>
            <a:lvl3pPr algn="ctr">
              <a:defRPr sz="3375" b="1">
                <a:solidFill>
                  <a:srgbClr val="57962F"/>
                </a:solidFill>
                <a:latin typeface="Pretendard"/>
                <a:ea typeface="Pretendard"/>
                <a:cs typeface="Pretendard"/>
              </a:defRPr>
            </a:lvl3pPr>
            <a:lvl4pPr algn="ctr">
              <a:defRPr sz="3375" b="1">
                <a:solidFill>
                  <a:srgbClr val="57962F"/>
                </a:solidFill>
                <a:latin typeface="Pretendard"/>
                <a:ea typeface="Pretendard"/>
                <a:cs typeface="Pretendard"/>
              </a:defRPr>
            </a:lvl4pPr>
            <a:lvl5pPr algn="ctr">
              <a:defRPr sz="3375" b="1">
                <a:solidFill>
                  <a:srgbClr val="57962F"/>
                </a:solidFill>
                <a:latin typeface="Pretendard"/>
                <a:ea typeface="Pretendard"/>
                <a:cs typeface="Pretendard"/>
              </a:defRPr>
            </a:lvl5pPr>
            <a:lvl6pPr algn="ctr">
              <a:defRPr sz="3375" b="1">
                <a:solidFill>
                  <a:srgbClr val="57962F"/>
                </a:solidFill>
                <a:latin typeface="Pretendard"/>
                <a:ea typeface="Pretendard"/>
                <a:cs typeface="Pretendard"/>
              </a:defRPr>
            </a:lvl6pPr>
            <a:lvl7pPr algn="ctr">
              <a:defRPr sz="3375" b="1">
                <a:solidFill>
                  <a:srgbClr val="57962F"/>
                </a:solidFill>
                <a:latin typeface="Pretendard"/>
                <a:ea typeface="Pretendard"/>
                <a:cs typeface="Pretendard"/>
              </a:defRPr>
            </a:lvl7pPr>
            <a:lvl8pPr algn="ctr">
              <a:defRPr sz="3375" b="1">
                <a:solidFill>
                  <a:srgbClr val="57962F"/>
                </a:solidFill>
                <a:latin typeface="Pretendard"/>
                <a:ea typeface="Pretendard"/>
                <a:cs typeface="Pretendard"/>
              </a:defRPr>
            </a:lvl8pPr>
            <a:lvl9pPr algn="ctr">
              <a:defRPr sz="3375" b="1">
                <a:solidFill>
                  <a:srgbClr val="57962F"/>
                </a:solidFill>
                <a:latin typeface="Pretendard"/>
                <a:ea typeface="Pretendard"/>
                <a:cs typeface="Pretendard"/>
              </a:defRPr>
            </a:lvl9pPr>
          </a:lstStyle>
          <a:p xmlns:a="http://schemas.openxmlformats.org/drawingml/2006/main">
            <a:pPr algn="ctr">
              <a:defRPr sz="3375" b="1">
                <a:solidFill>
                  <a:srgbClr val="57962F"/>
                </a:solidFill>
                <a:latin typeface="Pretendard"/>
                <a:ea typeface="Pretendard"/>
                <a:cs typeface="Pretendard"/>
              </a:defRPr>
            </a:pPr>
            <a:r>
              <a:rPr sz="3375" b="1">
                <a:solidFill>
                  <a:srgbClr val="57962F"/>
                </a:solidFill>
                <a:latin typeface="Pretendard"/>
                <a:ea typeface="Pretendard"/>
                <a:cs typeface="Pretendard"/>
              </a:rPr>
              <a:t>01</a:t>
            </a:r>
          </a:p>
        </p:txBody>
      </p:sp>
      <p:sp>
        <p:nvSpPr>
          <p:cNvPr id="9" name="rich">
            <a:extLst xmlns:a="http://schemas.openxmlformats.org/drawingml/2006/main">
              <a:ext uri="{FF2B5EF4-FFF2-40B4-BE49-F238E27FC236}">
                <a16:creationId xmlns:a16="http://schemas.microsoft.com/office/drawing/2014/main" id="{9DE09E36-80EF-444F-81E8-9B7E030427C1}"/>
              </a:ext>
            </a:extLst>
          </p:cNvPr>
          <p:cNvSpPr>
            <a:spLocks xmlns:a="http://schemas.openxmlformats.org/drawingml/2006/main" noGrp="1"/>
          </p:cNvSpPr>
          <p:nvPr/>
        </p:nvSpPr>
        <p:spPr>
          <a:xfrm xmlns:a="http://schemas.openxmlformats.org/drawingml/2006/main">
            <a:off x="3114675" y="4191000"/>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777777"/>
                </a:solidFill>
                <a:latin typeface="Pretendard"/>
                <a:ea typeface="Pretendard"/>
                <a:cs typeface="Pretendard"/>
              </a:defRPr>
            </a:defPPr>
            <a:lvl1pPr algn="l">
              <a:defRPr sz="2625" b="1">
                <a:solidFill>
                  <a:srgbClr val="777777"/>
                </a:solidFill>
                <a:latin typeface="Pretendard"/>
                <a:ea typeface="Pretendard"/>
                <a:cs typeface="Pretendard"/>
              </a:defRPr>
            </a:lvl1pPr>
            <a:lvl2pPr algn="l">
              <a:defRPr sz="2625" b="1">
                <a:solidFill>
                  <a:srgbClr val="777777"/>
                </a:solidFill>
                <a:latin typeface="Pretendard"/>
                <a:ea typeface="Pretendard"/>
                <a:cs typeface="Pretendard"/>
              </a:defRPr>
            </a:lvl2pPr>
            <a:lvl3pPr algn="l">
              <a:defRPr sz="2625" b="1">
                <a:solidFill>
                  <a:srgbClr val="777777"/>
                </a:solidFill>
                <a:latin typeface="Pretendard"/>
                <a:ea typeface="Pretendard"/>
                <a:cs typeface="Pretendard"/>
              </a:defRPr>
            </a:lvl3pPr>
            <a:lvl4pPr algn="l">
              <a:defRPr sz="2625" b="1">
                <a:solidFill>
                  <a:srgbClr val="777777"/>
                </a:solidFill>
                <a:latin typeface="Pretendard"/>
                <a:ea typeface="Pretendard"/>
                <a:cs typeface="Pretendard"/>
              </a:defRPr>
            </a:lvl4pPr>
            <a:lvl5pPr algn="l">
              <a:defRPr sz="2625" b="1">
                <a:solidFill>
                  <a:srgbClr val="777777"/>
                </a:solidFill>
                <a:latin typeface="Pretendard"/>
                <a:ea typeface="Pretendard"/>
                <a:cs typeface="Pretendard"/>
              </a:defRPr>
            </a:lvl5pPr>
            <a:lvl6pPr algn="l">
              <a:defRPr sz="2625" b="1">
                <a:solidFill>
                  <a:srgbClr val="777777"/>
                </a:solidFill>
                <a:latin typeface="Pretendard"/>
                <a:ea typeface="Pretendard"/>
                <a:cs typeface="Pretendard"/>
              </a:defRPr>
            </a:lvl6pPr>
            <a:lvl7pPr algn="l">
              <a:defRPr sz="2625" b="1">
                <a:solidFill>
                  <a:srgbClr val="777777"/>
                </a:solidFill>
                <a:latin typeface="Pretendard"/>
                <a:ea typeface="Pretendard"/>
                <a:cs typeface="Pretendard"/>
              </a:defRPr>
            </a:lvl7pPr>
            <a:lvl8pPr algn="l">
              <a:defRPr sz="2625" b="1">
                <a:solidFill>
                  <a:srgbClr val="777777"/>
                </a:solidFill>
                <a:latin typeface="Pretendard"/>
                <a:ea typeface="Pretendard"/>
                <a:cs typeface="Pretendard"/>
              </a:defRPr>
            </a:lvl8pPr>
            <a:lvl9pPr algn="l">
              <a:defRPr sz="2625" b="1">
                <a:solidFill>
                  <a:srgbClr val="777777"/>
                </a:solidFill>
                <a:latin typeface="Pretendard"/>
                <a:ea typeface="Pretendard"/>
                <a:cs typeface="Pretendard"/>
              </a:defRPr>
            </a:lvl9pPr>
          </a:lstStyle>
          <a:p xmlns:a="http://schemas.openxmlformats.org/drawingml/2006/main">
            <a:pPr algn="l">
              <a:defRPr sz="2625" b="1">
                <a:solidFill>
                  <a:srgbClr val="777777"/>
                </a:solidFill>
                <a:latin typeface="Pretendard"/>
                <a:ea typeface="Pretendard"/>
                <a:cs typeface="Pretendard"/>
              </a:defRPr>
            </a:pPr>
            <a:r>
              <a:t>용액이 얻은 열</a:t>
            </a:r>
          </a:p>
        </p:txBody>
      </p:sp>
      <p:sp>
        <p:nvSpPr>
          <p:cNvPr id="10" name="rich">
            <a:extLst xmlns:a="http://schemas.openxmlformats.org/drawingml/2006/main">
              <a:ext uri="{FF2B5EF4-FFF2-40B4-BE49-F238E27FC236}">
                <a16:creationId xmlns:a16="http://schemas.microsoft.com/office/drawing/2014/main" id="{A9A200BB-E38B-41E5-AF74-8603E5EF2CFA}"/>
              </a:ext>
            </a:extLst>
          </p:cNvPr>
          <p:cNvSpPr>
            <a:spLocks xmlns:a="http://schemas.openxmlformats.org/drawingml/2006/main" noGrp="1"/>
          </p:cNvSpPr>
          <p:nvPr/>
        </p:nvSpPr>
        <p:spPr>
          <a:xfrm xmlns:a="http://schemas.openxmlformats.org/drawingml/2006/main">
            <a:off x="3114675" y="4752975"/>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Q용액 = 4.2 × 208 × 9.5 = 8299.2 J ≈ 8.30 kJ</a:t>
            </a:r>
          </a:p>
        </p:txBody>
      </p:sp>
      <p:sp>
        <p:nvSpPr>
          <p:cNvPr id="11" name="R05-29 계산 행 02">
            <a:extLst xmlns:a="http://schemas.openxmlformats.org/drawingml/2006/main">
              <a:ext uri="{FF2B5EF4-FFF2-40B4-BE49-F238E27FC236}">
                <a16:creationId xmlns:a16="http://schemas.microsoft.com/office/drawing/2014/main" id="{513D5F99-9EEC-4608-8F62-A1E3FE667615}"/>
              </a:ext>
            </a:extLst>
          </p:cNvPr>
          <p:cNvSpPr>
            <a:spLocks xmlns:a="http://schemas.openxmlformats.org/drawingml/2006/main" noGrp="1"/>
          </p:cNvSpPr>
          <p:nvPr/>
        </p:nvSpPr>
        <p:spPr>
          <a:xfrm xmlns:a="http://schemas.openxmlformats.org/drawingml/2006/main">
            <a:off x="1857375" y="5781675"/>
            <a:ext cx="14573250" cy="1524000"/>
          </a:xfrm>
          <a:prstGeom xmlns:a="http://schemas.openxmlformats.org/drawingml/2006/main" prst="roundRect">
            <a:avLst>
              <a:gd name="adj" fmla="val 11250"/>
            </a:avLst>
          </a:prstGeom>
          <a:solidFill xmlns:a="http://schemas.openxmlformats.org/drawingml/2006/main">
            <a:srgbClr val="F5F5F5"/>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2944920F-3D43-4A29-8138-A86DD1AF8043}"/>
              </a:ext>
            </a:extLst>
          </p:cNvPr>
          <p:cNvSpPr>
            <a:spLocks xmlns:a="http://schemas.openxmlformats.org/drawingml/2006/main" noGrp="1"/>
          </p:cNvSpPr>
          <p:nvPr/>
        </p:nvSpPr>
        <p:spPr>
          <a:xfrm xmlns:a="http://schemas.openxmlformats.org/drawingml/2006/main">
            <a:off x="2085975" y="6210300"/>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57962F"/>
                </a:solidFill>
                <a:latin typeface="Pretendard"/>
                <a:ea typeface="Pretendard"/>
                <a:cs typeface="Pretendard"/>
              </a:defRPr>
            </a:defPPr>
            <a:lvl1pPr algn="ctr">
              <a:defRPr sz="3375" b="1">
                <a:solidFill>
                  <a:srgbClr val="57962F"/>
                </a:solidFill>
                <a:latin typeface="Pretendard"/>
                <a:ea typeface="Pretendard"/>
                <a:cs typeface="Pretendard"/>
              </a:defRPr>
            </a:lvl1pPr>
            <a:lvl2pPr algn="ctr">
              <a:defRPr sz="3375" b="1">
                <a:solidFill>
                  <a:srgbClr val="57962F"/>
                </a:solidFill>
                <a:latin typeface="Pretendard"/>
                <a:ea typeface="Pretendard"/>
                <a:cs typeface="Pretendard"/>
              </a:defRPr>
            </a:lvl2pPr>
            <a:lvl3pPr algn="ctr">
              <a:defRPr sz="3375" b="1">
                <a:solidFill>
                  <a:srgbClr val="57962F"/>
                </a:solidFill>
                <a:latin typeface="Pretendard"/>
                <a:ea typeface="Pretendard"/>
                <a:cs typeface="Pretendard"/>
              </a:defRPr>
            </a:lvl3pPr>
            <a:lvl4pPr algn="ctr">
              <a:defRPr sz="3375" b="1">
                <a:solidFill>
                  <a:srgbClr val="57962F"/>
                </a:solidFill>
                <a:latin typeface="Pretendard"/>
                <a:ea typeface="Pretendard"/>
                <a:cs typeface="Pretendard"/>
              </a:defRPr>
            </a:lvl4pPr>
            <a:lvl5pPr algn="ctr">
              <a:defRPr sz="3375" b="1">
                <a:solidFill>
                  <a:srgbClr val="57962F"/>
                </a:solidFill>
                <a:latin typeface="Pretendard"/>
                <a:ea typeface="Pretendard"/>
                <a:cs typeface="Pretendard"/>
              </a:defRPr>
            </a:lvl5pPr>
            <a:lvl6pPr algn="ctr">
              <a:defRPr sz="3375" b="1">
                <a:solidFill>
                  <a:srgbClr val="57962F"/>
                </a:solidFill>
                <a:latin typeface="Pretendard"/>
                <a:ea typeface="Pretendard"/>
                <a:cs typeface="Pretendard"/>
              </a:defRPr>
            </a:lvl6pPr>
            <a:lvl7pPr algn="ctr">
              <a:defRPr sz="3375" b="1">
                <a:solidFill>
                  <a:srgbClr val="57962F"/>
                </a:solidFill>
                <a:latin typeface="Pretendard"/>
                <a:ea typeface="Pretendard"/>
                <a:cs typeface="Pretendard"/>
              </a:defRPr>
            </a:lvl7pPr>
            <a:lvl8pPr algn="ctr">
              <a:defRPr sz="3375" b="1">
                <a:solidFill>
                  <a:srgbClr val="57962F"/>
                </a:solidFill>
                <a:latin typeface="Pretendard"/>
                <a:ea typeface="Pretendard"/>
                <a:cs typeface="Pretendard"/>
              </a:defRPr>
            </a:lvl8pPr>
            <a:lvl9pPr algn="ctr">
              <a:defRPr sz="3375" b="1">
                <a:solidFill>
                  <a:srgbClr val="57962F"/>
                </a:solidFill>
                <a:latin typeface="Pretendard"/>
                <a:ea typeface="Pretendard"/>
                <a:cs typeface="Pretendard"/>
              </a:defRPr>
            </a:lvl9pPr>
          </a:lstStyle>
          <a:p xmlns:a="http://schemas.openxmlformats.org/drawingml/2006/main">
            <a:pPr algn="ctr">
              <a:defRPr sz="3375" b="1">
                <a:solidFill>
                  <a:srgbClr val="57962F"/>
                </a:solidFill>
                <a:latin typeface="Pretendard"/>
                <a:ea typeface="Pretendard"/>
                <a:cs typeface="Pretendard"/>
              </a:defRPr>
            </a:pPr>
            <a:r>
              <a:rPr sz="3375" b="1">
                <a:solidFill>
                  <a:srgbClr val="57962F"/>
                </a:solidFill>
                <a:latin typeface="Pretendard"/>
                <a:ea typeface="Pretendard"/>
                <a:cs typeface="Pretendard"/>
              </a:rPr>
              <a:t>02</a:t>
            </a:r>
          </a:p>
        </p:txBody>
      </p:sp>
      <p:sp>
        <p:nvSpPr>
          <p:cNvPr id="13" name="rich">
            <a:extLst xmlns:a="http://schemas.openxmlformats.org/drawingml/2006/main">
              <a:ext uri="{FF2B5EF4-FFF2-40B4-BE49-F238E27FC236}">
                <a16:creationId xmlns:a16="http://schemas.microsoft.com/office/drawing/2014/main" id="{B351218A-A605-4F25-9027-9A7A5939FAE8}"/>
              </a:ext>
            </a:extLst>
          </p:cNvPr>
          <p:cNvSpPr>
            <a:spLocks xmlns:a="http://schemas.openxmlformats.org/drawingml/2006/main" noGrp="1"/>
          </p:cNvSpPr>
          <p:nvPr/>
        </p:nvSpPr>
        <p:spPr>
          <a:xfrm xmlns:a="http://schemas.openxmlformats.org/drawingml/2006/main">
            <a:off x="3114675" y="5934075"/>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777777"/>
                </a:solidFill>
                <a:latin typeface="Pretendard"/>
                <a:ea typeface="Pretendard"/>
                <a:cs typeface="Pretendard"/>
              </a:defRPr>
            </a:defPPr>
            <a:lvl1pPr algn="l">
              <a:defRPr sz="2625" b="1">
                <a:solidFill>
                  <a:srgbClr val="777777"/>
                </a:solidFill>
                <a:latin typeface="Pretendard"/>
                <a:ea typeface="Pretendard"/>
                <a:cs typeface="Pretendard"/>
              </a:defRPr>
            </a:lvl1pPr>
            <a:lvl2pPr algn="l">
              <a:defRPr sz="2625" b="1">
                <a:solidFill>
                  <a:srgbClr val="777777"/>
                </a:solidFill>
                <a:latin typeface="Pretendard"/>
                <a:ea typeface="Pretendard"/>
                <a:cs typeface="Pretendard"/>
              </a:defRPr>
            </a:lvl2pPr>
            <a:lvl3pPr algn="l">
              <a:defRPr sz="2625" b="1">
                <a:solidFill>
                  <a:srgbClr val="777777"/>
                </a:solidFill>
                <a:latin typeface="Pretendard"/>
                <a:ea typeface="Pretendard"/>
                <a:cs typeface="Pretendard"/>
              </a:defRPr>
            </a:lvl3pPr>
            <a:lvl4pPr algn="l">
              <a:defRPr sz="2625" b="1">
                <a:solidFill>
                  <a:srgbClr val="777777"/>
                </a:solidFill>
                <a:latin typeface="Pretendard"/>
                <a:ea typeface="Pretendard"/>
                <a:cs typeface="Pretendard"/>
              </a:defRPr>
            </a:lvl4pPr>
            <a:lvl5pPr algn="l">
              <a:defRPr sz="2625" b="1">
                <a:solidFill>
                  <a:srgbClr val="777777"/>
                </a:solidFill>
                <a:latin typeface="Pretendard"/>
                <a:ea typeface="Pretendard"/>
                <a:cs typeface="Pretendard"/>
              </a:defRPr>
            </a:lvl5pPr>
            <a:lvl6pPr algn="l">
              <a:defRPr sz="2625" b="1">
                <a:solidFill>
                  <a:srgbClr val="777777"/>
                </a:solidFill>
                <a:latin typeface="Pretendard"/>
                <a:ea typeface="Pretendard"/>
                <a:cs typeface="Pretendard"/>
              </a:defRPr>
            </a:lvl6pPr>
            <a:lvl7pPr algn="l">
              <a:defRPr sz="2625" b="1">
                <a:solidFill>
                  <a:srgbClr val="777777"/>
                </a:solidFill>
                <a:latin typeface="Pretendard"/>
                <a:ea typeface="Pretendard"/>
                <a:cs typeface="Pretendard"/>
              </a:defRPr>
            </a:lvl7pPr>
            <a:lvl8pPr algn="l">
              <a:defRPr sz="2625" b="1">
                <a:solidFill>
                  <a:srgbClr val="777777"/>
                </a:solidFill>
                <a:latin typeface="Pretendard"/>
                <a:ea typeface="Pretendard"/>
                <a:cs typeface="Pretendard"/>
              </a:defRPr>
            </a:lvl8pPr>
            <a:lvl9pPr algn="l">
              <a:defRPr sz="2625" b="1">
                <a:solidFill>
                  <a:srgbClr val="777777"/>
                </a:solidFill>
                <a:latin typeface="Pretendard"/>
                <a:ea typeface="Pretendard"/>
                <a:cs typeface="Pretendard"/>
              </a:defRPr>
            </a:lvl9pPr>
          </a:lstStyle>
          <a:p xmlns:a="http://schemas.openxmlformats.org/drawingml/2006/main">
            <a:pPr algn="l">
              <a:defRPr sz="2625" b="1">
                <a:solidFill>
                  <a:srgbClr val="777777"/>
                </a:solidFill>
                <a:latin typeface="Pretendard"/>
                <a:ea typeface="Pretendard"/>
                <a:cs typeface="Pretendard"/>
              </a:defRPr>
            </a:pPr>
            <a:r>
              <a:t>반응한 물질의 양</a:t>
            </a:r>
          </a:p>
        </p:txBody>
      </p:sp>
      <p:sp>
        <p:nvSpPr>
          <p:cNvPr id="14" name="rich">
            <a:extLst xmlns:a="http://schemas.openxmlformats.org/drawingml/2006/main">
              <a:ext uri="{FF2B5EF4-FFF2-40B4-BE49-F238E27FC236}">
                <a16:creationId xmlns:a16="http://schemas.microsoft.com/office/drawing/2014/main" id="{72ED5CDD-0B5A-4CE9-AF38-B4E8ABE5B461}"/>
              </a:ext>
            </a:extLst>
          </p:cNvPr>
          <p:cNvSpPr>
            <a:spLocks xmlns:a="http://schemas.openxmlformats.org/drawingml/2006/main" noGrp="1"/>
          </p:cNvSpPr>
          <p:nvPr/>
        </p:nvSpPr>
        <p:spPr>
          <a:xfrm xmlns:a="http://schemas.openxmlformats.org/drawingml/2006/main">
            <a:off x="3114675" y="6496050"/>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NaOH의 양 = 8.0 ÷ 40.0 = 0.200 mol</a:t>
            </a:r>
          </a:p>
        </p:txBody>
      </p:sp>
      <p:sp>
        <p:nvSpPr>
          <p:cNvPr id="15" name="R05-29 계산 행 03">
            <a:extLst xmlns:a="http://schemas.openxmlformats.org/drawingml/2006/main">
              <a:ext uri="{FF2B5EF4-FFF2-40B4-BE49-F238E27FC236}">
                <a16:creationId xmlns:a16="http://schemas.microsoft.com/office/drawing/2014/main" id="{401D3F9C-9A43-4BDD-A812-B800677A2C8D}"/>
              </a:ext>
            </a:extLst>
          </p:cNvPr>
          <p:cNvSpPr>
            <a:spLocks xmlns:a="http://schemas.openxmlformats.org/drawingml/2006/main" noGrp="1"/>
          </p:cNvSpPr>
          <p:nvPr/>
        </p:nvSpPr>
        <p:spPr>
          <a:xfrm xmlns:a="http://schemas.openxmlformats.org/drawingml/2006/main">
            <a:off x="1857375" y="7524750"/>
            <a:ext cx="14573250" cy="1524000"/>
          </a:xfrm>
          <a:prstGeom xmlns:a="http://schemas.openxmlformats.org/drawingml/2006/main" prst="roundRect">
            <a:avLst>
              <a:gd name="adj" fmla="val 11250"/>
            </a:avLst>
          </a:prstGeom>
          <a:solidFill xmlns:a="http://schemas.openxmlformats.org/drawingml/2006/main">
            <a:srgbClr val="303030"/>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96E305B0-3562-4C44-92F4-88F3E5A66635}"/>
              </a:ext>
            </a:extLst>
          </p:cNvPr>
          <p:cNvSpPr>
            <a:spLocks xmlns:a="http://schemas.openxmlformats.org/drawingml/2006/main" noGrp="1"/>
          </p:cNvSpPr>
          <p:nvPr/>
        </p:nvSpPr>
        <p:spPr>
          <a:xfrm xmlns:a="http://schemas.openxmlformats.org/drawingml/2006/main">
            <a:off x="2085975" y="7953375"/>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9FFF68"/>
                </a:solidFill>
                <a:latin typeface="Pretendard"/>
                <a:ea typeface="Pretendard"/>
                <a:cs typeface="Pretendard"/>
              </a:defRPr>
            </a:defPPr>
            <a:lvl1pPr algn="ctr">
              <a:defRPr sz="3375" b="1">
                <a:solidFill>
                  <a:srgbClr val="9FFF68"/>
                </a:solidFill>
                <a:latin typeface="Pretendard"/>
                <a:ea typeface="Pretendard"/>
                <a:cs typeface="Pretendard"/>
              </a:defRPr>
            </a:lvl1pPr>
            <a:lvl2pPr algn="ctr">
              <a:defRPr sz="3375" b="1">
                <a:solidFill>
                  <a:srgbClr val="9FFF68"/>
                </a:solidFill>
                <a:latin typeface="Pretendard"/>
                <a:ea typeface="Pretendard"/>
                <a:cs typeface="Pretendard"/>
              </a:defRPr>
            </a:lvl2pPr>
            <a:lvl3pPr algn="ctr">
              <a:defRPr sz="3375" b="1">
                <a:solidFill>
                  <a:srgbClr val="9FFF68"/>
                </a:solidFill>
                <a:latin typeface="Pretendard"/>
                <a:ea typeface="Pretendard"/>
                <a:cs typeface="Pretendard"/>
              </a:defRPr>
            </a:lvl3pPr>
            <a:lvl4pPr algn="ctr">
              <a:defRPr sz="3375" b="1">
                <a:solidFill>
                  <a:srgbClr val="9FFF68"/>
                </a:solidFill>
                <a:latin typeface="Pretendard"/>
                <a:ea typeface="Pretendard"/>
                <a:cs typeface="Pretendard"/>
              </a:defRPr>
            </a:lvl4pPr>
            <a:lvl5pPr algn="ctr">
              <a:defRPr sz="3375" b="1">
                <a:solidFill>
                  <a:srgbClr val="9FFF68"/>
                </a:solidFill>
                <a:latin typeface="Pretendard"/>
                <a:ea typeface="Pretendard"/>
                <a:cs typeface="Pretendard"/>
              </a:defRPr>
            </a:lvl5pPr>
            <a:lvl6pPr algn="ctr">
              <a:defRPr sz="3375" b="1">
                <a:solidFill>
                  <a:srgbClr val="9FFF68"/>
                </a:solidFill>
                <a:latin typeface="Pretendard"/>
                <a:ea typeface="Pretendard"/>
                <a:cs typeface="Pretendard"/>
              </a:defRPr>
            </a:lvl6pPr>
            <a:lvl7pPr algn="ctr">
              <a:defRPr sz="3375" b="1">
                <a:solidFill>
                  <a:srgbClr val="9FFF68"/>
                </a:solidFill>
                <a:latin typeface="Pretendard"/>
                <a:ea typeface="Pretendard"/>
                <a:cs typeface="Pretendard"/>
              </a:defRPr>
            </a:lvl7pPr>
            <a:lvl8pPr algn="ctr">
              <a:defRPr sz="3375" b="1">
                <a:solidFill>
                  <a:srgbClr val="9FFF68"/>
                </a:solidFill>
                <a:latin typeface="Pretendard"/>
                <a:ea typeface="Pretendard"/>
                <a:cs typeface="Pretendard"/>
              </a:defRPr>
            </a:lvl8pPr>
            <a:lvl9pPr algn="ctr">
              <a:defRPr sz="3375" b="1">
                <a:solidFill>
                  <a:srgbClr val="9FFF68"/>
                </a:solidFill>
                <a:latin typeface="Pretendard"/>
                <a:ea typeface="Pretendard"/>
                <a:cs typeface="Pretendard"/>
              </a:defRPr>
            </a:lvl9pPr>
          </a:lstStyle>
          <a:p xmlns:a="http://schemas.openxmlformats.org/drawingml/2006/main">
            <a:pPr algn="ctr">
              <a:defRPr sz="3375" b="1">
                <a:solidFill>
                  <a:srgbClr val="9FFF68"/>
                </a:solidFill>
                <a:latin typeface="Pretendard"/>
                <a:ea typeface="Pretendard"/>
                <a:cs typeface="Pretendard"/>
              </a:defRPr>
            </a:pPr>
            <a:r>
              <a:rPr sz="3375" b="1">
                <a:solidFill>
                  <a:srgbClr val="9FFF68"/>
                </a:solidFill>
                <a:latin typeface="Pretendard"/>
                <a:ea typeface="Pretendard"/>
                <a:cs typeface="Pretendard"/>
              </a:rPr>
              <a:t>03</a:t>
            </a:r>
          </a:p>
        </p:txBody>
      </p:sp>
      <p:sp>
        <p:nvSpPr>
          <p:cNvPr id="17" name="rich">
            <a:extLst xmlns:a="http://schemas.openxmlformats.org/drawingml/2006/main">
              <a:ext uri="{FF2B5EF4-FFF2-40B4-BE49-F238E27FC236}">
                <a16:creationId xmlns:a16="http://schemas.microsoft.com/office/drawing/2014/main" id="{46FFCE8B-904E-4973-9994-E3938ACEAD8A}"/>
              </a:ext>
            </a:extLst>
          </p:cNvPr>
          <p:cNvSpPr>
            <a:spLocks xmlns:a="http://schemas.openxmlformats.org/drawingml/2006/main" noGrp="1"/>
          </p:cNvSpPr>
          <p:nvPr/>
        </p:nvSpPr>
        <p:spPr>
          <a:xfrm xmlns:a="http://schemas.openxmlformats.org/drawingml/2006/main">
            <a:off x="3114675" y="7677150"/>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C8C8C8"/>
                </a:solidFill>
                <a:latin typeface="Pretendard"/>
                <a:ea typeface="Pretendard"/>
                <a:cs typeface="Pretendard"/>
              </a:defRPr>
            </a:defPPr>
            <a:lvl1pPr algn="l">
              <a:defRPr sz="2625" b="1">
                <a:solidFill>
                  <a:srgbClr val="C8C8C8"/>
                </a:solidFill>
                <a:latin typeface="Pretendard"/>
                <a:ea typeface="Pretendard"/>
                <a:cs typeface="Pretendard"/>
              </a:defRPr>
            </a:lvl1pPr>
            <a:lvl2pPr algn="l">
              <a:defRPr sz="2625" b="1">
                <a:solidFill>
                  <a:srgbClr val="C8C8C8"/>
                </a:solidFill>
                <a:latin typeface="Pretendard"/>
                <a:ea typeface="Pretendard"/>
                <a:cs typeface="Pretendard"/>
              </a:defRPr>
            </a:lvl2pPr>
            <a:lvl3pPr algn="l">
              <a:defRPr sz="2625" b="1">
                <a:solidFill>
                  <a:srgbClr val="C8C8C8"/>
                </a:solidFill>
                <a:latin typeface="Pretendard"/>
                <a:ea typeface="Pretendard"/>
                <a:cs typeface="Pretendard"/>
              </a:defRPr>
            </a:lvl3pPr>
            <a:lvl4pPr algn="l">
              <a:defRPr sz="2625" b="1">
                <a:solidFill>
                  <a:srgbClr val="C8C8C8"/>
                </a:solidFill>
                <a:latin typeface="Pretendard"/>
                <a:ea typeface="Pretendard"/>
                <a:cs typeface="Pretendard"/>
              </a:defRPr>
            </a:lvl4pPr>
            <a:lvl5pPr algn="l">
              <a:defRPr sz="2625" b="1">
                <a:solidFill>
                  <a:srgbClr val="C8C8C8"/>
                </a:solidFill>
                <a:latin typeface="Pretendard"/>
                <a:ea typeface="Pretendard"/>
                <a:cs typeface="Pretendard"/>
              </a:defRPr>
            </a:lvl5pPr>
            <a:lvl6pPr algn="l">
              <a:defRPr sz="2625" b="1">
                <a:solidFill>
                  <a:srgbClr val="C8C8C8"/>
                </a:solidFill>
                <a:latin typeface="Pretendard"/>
                <a:ea typeface="Pretendard"/>
                <a:cs typeface="Pretendard"/>
              </a:defRPr>
            </a:lvl6pPr>
            <a:lvl7pPr algn="l">
              <a:defRPr sz="2625" b="1">
                <a:solidFill>
                  <a:srgbClr val="C8C8C8"/>
                </a:solidFill>
                <a:latin typeface="Pretendard"/>
                <a:ea typeface="Pretendard"/>
                <a:cs typeface="Pretendard"/>
              </a:defRPr>
            </a:lvl7pPr>
            <a:lvl8pPr algn="l">
              <a:defRPr sz="2625" b="1">
                <a:solidFill>
                  <a:srgbClr val="C8C8C8"/>
                </a:solidFill>
                <a:latin typeface="Pretendard"/>
                <a:ea typeface="Pretendard"/>
                <a:cs typeface="Pretendard"/>
              </a:defRPr>
            </a:lvl8pPr>
            <a:lvl9pPr algn="l">
              <a:defRPr sz="2625" b="1">
                <a:solidFill>
                  <a:srgbClr val="C8C8C8"/>
                </a:solidFill>
                <a:latin typeface="Pretendard"/>
                <a:ea typeface="Pretendard"/>
                <a:cs typeface="Pretendard"/>
              </a:defRPr>
            </a:lvl9pPr>
          </a:lstStyle>
          <a:p xmlns:a="http://schemas.openxmlformats.org/drawingml/2006/main">
            <a:pPr algn="l">
              <a:defRPr sz="2625" b="1">
                <a:solidFill>
                  <a:srgbClr val="C8C8C8"/>
                </a:solidFill>
                <a:latin typeface="Pretendard"/>
                <a:ea typeface="Pretendard"/>
                <a:cs typeface="Pretendard"/>
              </a:defRPr>
            </a:pPr>
            <a:r>
              <a:t>반응 엔탈피</a:t>
            </a:r>
          </a:p>
        </p:txBody>
      </p:sp>
      <p:sp>
        <p:nvSpPr>
          <p:cNvPr id="18" name="rich">
            <a:extLst xmlns:a="http://schemas.openxmlformats.org/drawingml/2006/main">
              <a:ext uri="{FF2B5EF4-FFF2-40B4-BE49-F238E27FC236}">
                <a16:creationId xmlns:a16="http://schemas.microsoft.com/office/drawing/2014/main" id="{7136B36D-5CAE-429E-A3FD-48969E075FCB}"/>
              </a:ext>
            </a:extLst>
          </p:cNvPr>
          <p:cNvSpPr>
            <a:spLocks xmlns:a="http://schemas.openxmlformats.org/drawingml/2006/main" noGrp="1"/>
          </p:cNvSpPr>
          <p:nvPr/>
        </p:nvSpPr>
        <p:spPr>
          <a:xfrm xmlns:a="http://schemas.openxmlformats.org/drawingml/2006/main">
            <a:off x="3114675" y="8239125"/>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t>Δ</a:t>
            </a:r>
            <a:r>
              <a:rPr i="1">
                <a:latin typeface="Pretendard"/>
                <a:ea typeface="Pretendard"/>
                <a:cs typeface="Pretendard"/>
              </a:rPr>
              <a:t>H</a:t>
            </a:r>
            <a:r>
              <a:t>용해 = −8.30 ÷ 0.200 ≈ −41.50 kJ/mol</a:t>
            </a:r>
          </a:p>
        </p:txBody>
      </p:sp>
    </p:spTree>
    <p:extLst>
      <p:ext uri="{BB962C8B-B14F-4D97-AF65-F5344CB8AC3E}">
        <p14:creationId xmlns:p14="http://schemas.microsoft.com/office/powerpoint/2010/main" val="1479045351"/>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E343DBD-97EE-4C72-AC49-EFFF46D26DB3}"/>
              </a:ext>
            </a:extLst>
          </p:cNvPr>
          <p:cNvPicPr>
            <a:picLocks xmlns:a="http://schemas.openxmlformats.org/drawingml/2006/main" noChangeAspect="1"/>
          </p:cNvPicPr>
          <p:nvPr/>
        </p:nvPicPr>
        <p:blipFill>
          <a:blip xmlns:r="http://schemas.openxmlformats.org/officeDocument/2006/relationships" xmlns:a="http://schemas.openxmlformats.org/drawingml/2006/main" r:embed="R90f525e4d7714aa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AC66079-C1B7-4E1D-98E3-BDBDC34374A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B3DDE09-F8CE-465A-9BBC-5C6A83CFDED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16F77C97-821E-4639-9B89-0BC723D1BDA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54A19EE-9BF1-49A1-8145-D00015B6AF4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3621B713-0EF7-4F17-9FE5-23536555F5B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8A6BF18E-3CBB-48D2-B563-31AC2860BEBE}"/>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−41.50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−52.25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−94.25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47C350ED-F949-45E4-91EA-36FCB06647AF}"/>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5CF829DF-967F-4EE0-9CFD-C98BCBE759EB}"/>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6123AF92-66A9-45A2-9BF7-4239E58AE256}"/>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3998D0CA-9B47-4B4B-824B-1733BA9AA9AC}"/>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71CA1A84-67E0-4B98-886E-C87144B79BB2}"/>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2130892808"/>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C44FF527-D643-4D81-81B9-1F0E619CB1EF}"/>
              </a:ext>
            </a:extLst>
          </p:cNvPr>
          <p:cNvPicPr>
            <a:picLocks xmlns:a="http://schemas.openxmlformats.org/drawingml/2006/main" noChangeAspect="1"/>
          </p:cNvPicPr>
          <p:nvPr/>
        </p:nvPicPr>
        <p:blipFill>
          <a:blip xmlns:r="http://schemas.openxmlformats.org/officeDocument/2006/relationships" xmlns:a="http://schemas.openxmlformats.org/drawingml/2006/main" r:embed="Rea628e73985f40f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CFF113A-7DF7-4E8B-940F-8ACB9DBB591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79755CA-2A8A-48F8-A552-69125B9321E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52A9ED69-FAB8-4AD0-98A5-4CBBA4AA63A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FF22A7C-4856-4E36-89DA-1E4913AFAF1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5F13FC9B-C48B-4F74-A6B9-6777D888369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실험값은 얼마나 가까울까?</a:t>
            </a:r>
          </a:p>
        </p:txBody>
      </p:sp>
      <p:sp>
        <p:nvSpPr>
          <p:cNvPr id="7" name="text">
            <a:extLst xmlns:a="http://schemas.openxmlformats.org/drawingml/2006/main">
              <a:ext uri="{FF2B5EF4-FFF2-40B4-BE49-F238E27FC236}">
                <a16:creationId xmlns:a16="http://schemas.microsoft.com/office/drawing/2014/main" id="{CFAEC6CC-091E-4FA1-9821-26E89B5A721A}"/>
              </a:ext>
            </a:extLst>
          </p:cNvPr>
          <p:cNvSpPr>
            <a:spLocks xmlns:a="http://schemas.openxmlformats.org/drawingml/2006/main" noGrp="1"/>
          </p:cNvSpPr>
          <p:nvPr/>
        </p:nvSpPr>
        <p:spPr>
          <a:xfrm xmlns:a="http://schemas.openxmlformats.org/drawingml/2006/main">
            <a:off x="4000500" y="421005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898989"/>
                </a:solidFill>
                <a:latin typeface="Pretendard"/>
                <a:ea typeface="Pretendard"/>
                <a:cs typeface="Pretendard"/>
              </a:defRPr>
            </a:defPPr>
            <a:lvl1pPr algn="l">
              <a:defRPr sz="3000" b="1">
                <a:solidFill>
                  <a:srgbClr val="898989"/>
                </a:solidFill>
                <a:latin typeface="Pretendard"/>
                <a:ea typeface="Pretendard"/>
                <a:cs typeface="Pretendard"/>
              </a:defRPr>
            </a:lvl1pPr>
            <a:lvl2pPr algn="l">
              <a:defRPr sz="3000" b="1">
                <a:solidFill>
                  <a:srgbClr val="898989"/>
                </a:solidFill>
                <a:latin typeface="Pretendard"/>
                <a:ea typeface="Pretendard"/>
                <a:cs typeface="Pretendard"/>
              </a:defRPr>
            </a:lvl2pPr>
            <a:lvl3pPr algn="l">
              <a:defRPr sz="3000" b="1">
                <a:solidFill>
                  <a:srgbClr val="898989"/>
                </a:solidFill>
                <a:latin typeface="Pretendard"/>
                <a:ea typeface="Pretendard"/>
                <a:cs typeface="Pretendard"/>
              </a:defRPr>
            </a:lvl3pPr>
            <a:lvl4pPr algn="l">
              <a:defRPr sz="3000" b="1">
                <a:solidFill>
                  <a:srgbClr val="898989"/>
                </a:solidFill>
                <a:latin typeface="Pretendard"/>
                <a:ea typeface="Pretendard"/>
                <a:cs typeface="Pretendard"/>
              </a:defRPr>
            </a:lvl4pPr>
            <a:lvl5pPr algn="l">
              <a:defRPr sz="3000" b="1">
                <a:solidFill>
                  <a:srgbClr val="898989"/>
                </a:solidFill>
                <a:latin typeface="Pretendard"/>
                <a:ea typeface="Pretendard"/>
                <a:cs typeface="Pretendard"/>
              </a:defRPr>
            </a:lvl5pPr>
            <a:lvl6pPr algn="l">
              <a:defRPr sz="3000" b="1">
                <a:solidFill>
                  <a:srgbClr val="898989"/>
                </a:solidFill>
                <a:latin typeface="Pretendard"/>
                <a:ea typeface="Pretendard"/>
                <a:cs typeface="Pretendard"/>
              </a:defRPr>
            </a:lvl6pPr>
            <a:lvl7pPr algn="l">
              <a:defRPr sz="3000" b="1">
                <a:solidFill>
                  <a:srgbClr val="898989"/>
                </a:solidFill>
                <a:latin typeface="Pretendard"/>
                <a:ea typeface="Pretendard"/>
                <a:cs typeface="Pretendard"/>
              </a:defRPr>
            </a:lvl7pPr>
            <a:lvl8pPr algn="l">
              <a:defRPr sz="3000" b="1">
                <a:solidFill>
                  <a:srgbClr val="898989"/>
                </a:solidFill>
                <a:latin typeface="Pretendard"/>
                <a:ea typeface="Pretendard"/>
                <a:cs typeface="Pretendard"/>
              </a:defRPr>
            </a:lvl8pPr>
            <a:lvl9pPr algn="l">
              <a:defRPr sz="3000" b="1">
                <a:solidFill>
                  <a:srgbClr val="898989"/>
                </a:solidFill>
                <a:latin typeface="Pretendard"/>
                <a:ea typeface="Pretendard"/>
                <a:cs typeface="Pretendard"/>
              </a:defRPr>
            </a:lvl9pPr>
          </a:lstStyle>
          <a:p xmlns:a="http://schemas.openxmlformats.org/drawingml/2006/main">
            <a:pPr algn="l">
              <a:defRPr sz="3000" b="1">
                <a:solidFill>
                  <a:srgbClr val="898989"/>
                </a:solidFill>
                <a:latin typeface="Pretendard"/>
                <a:ea typeface="Pretendard"/>
                <a:cs typeface="Pretendard"/>
              </a:defRPr>
            </a:pPr>
            <a:r>
              <a:rPr sz="3000" b="1">
                <a:solidFill>
                  <a:srgbClr val="898989"/>
                </a:solidFill>
                <a:latin typeface="Pretendard"/>
                <a:ea typeface="Pretendard"/>
                <a:cs typeface="Pretendard"/>
              </a:rPr>
              <a:t>두 단계의 합</a:t>
            </a:r>
          </a:p>
        </p:txBody>
      </p:sp>
      <p:sp>
        <p:nvSpPr>
          <p:cNvPr id="8" name="반응식·수식">
            <a:extLst xmlns:a="http://schemas.openxmlformats.org/drawingml/2006/main">
              <a:ext uri="{FF2B5EF4-FFF2-40B4-BE49-F238E27FC236}">
                <a16:creationId xmlns:a16="http://schemas.microsoft.com/office/drawing/2014/main" id="{E4A8C21C-10F5-4C15-8525-9F781ABE8A4A}"/>
              </a:ext>
            </a:extLst>
          </p:cNvPr>
          <p:cNvSpPr>
            <a:spLocks xmlns:a="http://schemas.openxmlformats.org/drawingml/2006/main" noGrp="1"/>
          </p:cNvSpPr>
          <p:nvPr/>
        </p:nvSpPr>
        <p:spPr>
          <a:xfrm xmlns:a="http://schemas.openxmlformats.org/drawingml/2006/main">
            <a:off x="4000500" y="48958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75" b="0">
                <a:solidFill>
                  <a:srgbClr val="000000"/>
                </a:solidFill>
                <a:latin typeface="Pretendard"/>
                <a:ea typeface="Pretendard"/>
                <a:cs typeface="Pretendard"/>
              </a:defRPr>
            </a:defPPr>
            <a:lvl1pPr algn="l">
              <a:defRPr sz="4275" b="0">
                <a:solidFill>
                  <a:srgbClr val="000000"/>
                </a:solidFill>
                <a:latin typeface="Pretendard"/>
                <a:ea typeface="Pretendard"/>
                <a:cs typeface="Pretendard"/>
              </a:defRPr>
            </a:lvl1pPr>
            <a:lvl2pPr algn="l">
              <a:defRPr sz="4275" b="0">
                <a:solidFill>
                  <a:srgbClr val="000000"/>
                </a:solidFill>
                <a:latin typeface="Pretendard"/>
                <a:ea typeface="Pretendard"/>
                <a:cs typeface="Pretendard"/>
              </a:defRPr>
            </a:lvl2pPr>
            <a:lvl3pPr algn="l">
              <a:defRPr sz="4275" b="0">
                <a:solidFill>
                  <a:srgbClr val="000000"/>
                </a:solidFill>
                <a:latin typeface="Pretendard"/>
                <a:ea typeface="Pretendard"/>
                <a:cs typeface="Pretendard"/>
              </a:defRPr>
            </a:lvl3pPr>
            <a:lvl4pPr algn="l">
              <a:defRPr sz="4275" b="0">
                <a:solidFill>
                  <a:srgbClr val="000000"/>
                </a:solidFill>
                <a:latin typeface="Pretendard"/>
                <a:ea typeface="Pretendard"/>
                <a:cs typeface="Pretendard"/>
              </a:defRPr>
            </a:lvl4pPr>
            <a:lvl5pPr algn="l">
              <a:defRPr sz="4275" b="0">
                <a:solidFill>
                  <a:srgbClr val="000000"/>
                </a:solidFill>
                <a:latin typeface="Pretendard"/>
                <a:ea typeface="Pretendard"/>
                <a:cs typeface="Pretendard"/>
              </a:defRPr>
            </a:lvl5pPr>
            <a:lvl6pPr algn="l">
              <a:defRPr sz="4275" b="0">
                <a:solidFill>
                  <a:srgbClr val="000000"/>
                </a:solidFill>
                <a:latin typeface="Pretendard"/>
                <a:ea typeface="Pretendard"/>
                <a:cs typeface="Pretendard"/>
              </a:defRPr>
            </a:lvl6pPr>
            <a:lvl7pPr algn="l">
              <a:defRPr sz="4275" b="0">
                <a:solidFill>
                  <a:srgbClr val="000000"/>
                </a:solidFill>
                <a:latin typeface="Pretendard"/>
                <a:ea typeface="Pretendard"/>
                <a:cs typeface="Pretendard"/>
              </a:defRPr>
            </a:lvl7pPr>
            <a:lvl8pPr algn="l">
              <a:defRPr sz="4275" b="0">
                <a:solidFill>
                  <a:srgbClr val="000000"/>
                </a:solidFill>
                <a:latin typeface="Pretendard"/>
                <a:ea typeface="Pretendard"/>
                <a:cs typeface="Pretendard"/>
              </a:defRPr>
            </a:lvl8pPr>
            <a:lvl9pPr algn="l">
              <a:defRPr sz="4275" b="0">
                <a:solidFill>
                  <a:srgbClr val="000000"/>
                </a:solidFill>
                <a:latin typeface="Pretendard"/>
                <a:ea typeface="Pretendard"/>
                <a:cs typeface="Pretendard"/>
              </a:defRPr>
            </a:lvl9pPr>
          </a:lstStyle>
          <a:p xmlns:a="http://schemas.openxmlformats.org/drawingml/2006/main">
            <a:pPr algn="l">
              <a:defRPr sz="4275" b="0">
                <a:solidFill>
                  <a:srgbClr val="000000"/>
                </a:solidFill>
                <a:latin typeface="Pretendard"/>
                <a:ea typeface="Pretendard"/>
                <a:cs typeface="Pretendard"/>
              </a:defRPr>
            </a:pPr>
            <a:r>
              <a:rPr sz="4275"/>
              <a:t>−41.50 + (−52.25)</a:t>
            </a:r>
          </a:p>
        </p:txBody>
      </p:sp>
      <p:sp>
        <p:nvSpPr>
          <p:cNvPr id="9" name="text">
            <a:extLst xmlns:a="http://schemas.openxmlformats.org/drawingml/2006/main">
              <a:ext uri="{FF2B5EF4-FFF2-40B4-BE49-F238E27FC236}">
                <a16:creationId xmlns:a16="http://schemas.microsoft.com/office/drawing/2014/main" id="{0D54ABC9-326A-4315-A46D-3FE9566F4436}"/>
              </a:ext>
            </a:extLst>
          </p:cNvPr>
          <p:cNvSpPr>
            <a:spLocks xmlns:a="http://schemas.openxmlformats.org/drawingml/2006/main" noGrp="1"/>
          </p:cNvSpPr>
          <p:nvPr/>
        </p:nvSpPr>
        <p:spPr>
          <a:xfrm xmlns:a="http://schemas.openxmlformats.org/drawingml/2006/main">
            <a:off x="4000500" y="56769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75" b="1">
                <a:solidFill>
                  <a:srgbClr val="57962F"/>
                </a:solidFill>
                <a:latin typeface="Pretendard"/>
                <a:ea typeface="Pretendard"/>
                <a:cs typeface="Pretendard"/>
              </a:defRPr>
            </a:defPPr>
            <a:lvl1pPr algn="l">
              <a:defRPr sz="4275" b="1">
                <a:solidFill>
                  <a:srgbClr val="57962F"/>
                </a:solidFill>
                <a:latin typeface="Pretendard"/>
                <a:ea typeface="Pretendard"/>
                <a:cs typeface="Pretendard"/>
              </a:defRPr>
            </a:lvl1pPr>
            <a:lvl2pPr algn="l">
              <a:defRPr sz="4275" b="1">
                <a:solidFill>
                  <a:srgbClr val="57962F"/>
                </a:solidFill>
                <a:latin typeface="Pretendard"/>
                <a:ea typeface="Pretendard"/>
                <a:cs typeface="Pretendard"/>
              </a:defRPr>
            </a:lvl2pPr>
            <a:lvl3pPr algn="l">
              <a:defRPr sz="4275" b="1">
                <a:solidFill>
                  <a:srgbClr val="57962F"/>
                </a:solidFill>
                <a:latin typeface="Pretendard"/>
                <a:ea typeface="Pretendard"/>
                <a:cs typeface="Pretendard"/>
              </a:defRPr>
            </a:lvl3pPr>
            <a:lvl4pPr algn="l">
              <a:defRPr sz="4275" b="1">
                <a:solidFill>
                  <a:srgbClr val="57962F"/>
                </a:solidFill>
                <a:latin typeface="Pretendard"/>
                <a:ea typeface="Pretendard"/>
                <a:cs typeface="Pretendard"/>
              </a:defRPr>
            </a:lvl4pPr>
            <a:lvl5pPr algn="l">
              <a:defRPr sz="4275" b="1">
                <a:solidFill>
                  <a:srgbClr val="57962F"/>
                </a:solidFill>
                <a:latin typeface="Pretendard"/>
                <a:ea typeface="Pretendard"/>
                <a:cs typeface="Pretendard"/>
              </a:defRPr>
            </a:lvl5pPr>
            <a:lvl6pPr algn="l">
              <a:defRPr sz="4275" b="1">
                <a:solidFill>
                  <a:srgbClr val="57962F"/>
                </a:solidFill>
                <a:latin typeface="Pretendard"/>
                <a:ea typeface="Pretendard"/>
                <a:cs typeface="Pretendard"/>
              </a:defRPr>
            </a:lvl6pPr>
            <a:lvl7pPr algn="l">
              <a:defRPr sz="4275" b="1">
                <a:solidFill>
                  <a:srgbClr val="57962F"/>
                </a:solidFill>
                <a:latin typeface="Pretendard"/>
                <a:ea typeface="Pretendard"/>
                <a:cs typeface="Pretendard"/>
              </a:defRPr>
            </a:lvl7pPr>
            <a:lvl8pPr algn="l">
              <a:defRPr sz="4275" b="1">
                <a:solidFill>
                  <a:srgbClr val="57962F"/>
                </a:solidFill>
                <a:latin typeface="Pretendard"/>
                <a:ea typeface="Pretendard"/>
                <a:cs typeface="Pretendard"/>
              </a:defRPr>
            </a:lvl8pPr>
            <a:lvl9pPr algn="l">
              <a:defRPr sz="4275" b="1">
                <a:solidFill>
                  <a:srgbClr val="57962F"/>
                </a:solidFill>
                <a:latin typeface="Pretendard"/>
                <a:ea typeface="Pretendard"/>
                <a:cs typeface="Pretendard"/>
              </a:defRPr>
            </a:lvl9pPr>
          </a:lstStyle>
          <a:p xmlns:a="http://schemas.openxmlformats.org/drawingml/2006/main">
            <a:pPr algn="l">
              <a:defRPr sz="4275" b="1">
                <a:solidFill>
                  <a:srgbClr val="57962F"/>
                </a:solidFill>
                <a:latin typeface="Pretendard"/>
                <a:ea typeface="Pretendard"/>
                <a:cs typeface="Pretendard"/>
              </a:defRPr>
            </a:pPr>
            <a:r>
              <a:rPr sz="4275" b="1">
                <a:solidFill>
                  <a:srgbClr val="57962F"/>
                </a:solidFill>
                <a:latin typeface="Pretendard"/>
                <a:ea typeface="Pretendard"/>
                <a:cs typeface="Pretendard"/>
              </a:rPr>
              <a:t>= −93.75 kJ/mol</a:t>
            </a:r>
          </a:p>
        </p:txBody>
      </p:sp>
      <p:sp>
        <p:nvSpPr>
          <p:cNvPr id="10" name="text">
            <a:extLst xmlns:a="http://schemas.openxmlformats.org/drawingml/2006/main">
              <a:ext uri="{FF2B5EF4-FFF2-40B4-BE49-F238E27FC236}">
                <a16:creationId xmlns:a16="http://schemas.microsoft.com/office/drawing/2014/main" id="{2CD058D8-8CA9-4468-BFC9-9438FE9BBB50}"/>
              </a:ext>
            </a:extLst>
          </p:cNvPr>
          <p:cNvSpPr>
            <a:spLocks xmlns:a="http://schemas.openxmlformats.org/drawingml/2006/main" noGrp="1"/>
          </p:cNvSpPr>
          <p:nvPr/>
        </p:nvSpPr>
        <p:spPr>
          <a:xfrm xmlns:a="http://schemas.openxmlformats.org/drawingml/2006/main">
            <a:off x="4000500" y="69532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898989"/>
                </a:solidFill>
                <a:latin typeface="Pretendard"/>
                <a:ea typeface="Pretendard"/>
                <a:cs typeface="Pretendard"/>
              </a:defRPr>
            </a:defPPr>
            <a:lvl1pPr algn="l">
              <a:defRPr sz="3000" b="1">
                <a:solidFill>
                  <a:srgbClr val="898989"/>
                </a:solidFill>
                <a:latin typeface="Pretendard"/>
                <a:ea typeface="Pretendard"/>
                <a:cs typeface="Pretendard"/>
              </a:defRPr>
            </a:lvl1pPr>
            <a:lvl2pPr algn="l">
              <a:defRPr sz="3000" b="1">
                <a:solidFill>
                  <a:srgbClr val="898989"/>
                </a:solidFill>
                <a:latin typeface="Pretendard"/>
                <a:ea typeface="Pretendard"/>
                <a:cs typeface="Pretendard"/>
              </a:defRPr>
            </a:lvl2pPr>
            <a:lvl3pPr algn="l">
              <a:defRPr sz="3000" b="1">
                <a:solidFill>
                  <a:srgbClr val="898989"/>
                </a:solidFill>
                <a:latin typeface="Pretendard"/>
                <a:ea typeface="Pretendard"/>
                <a:cs typeface="Pretendard"/>
              </a:defRPr>
            </a:lvl3pPr>
            <a:lvl4pPr algn="l">
              <a:defRPr sz="3000" b="1">
                <a:solidFill>
                  <a:srgbClr val="898989"/>
                </a:solidFill>
                <a:latin typeface="Pretendard"/>
                <a:ea typeface="Pretendard"/>
                <a:cs typeface="Pretendard"/>
              </a:defRPr>
            </a:lvl4pPr>
            <a:lvl5pPr algn="l">
              <a:defRPr sz="3000" b="1">
                <a:solidFill>
                  <a:srgbClr val="898989"/>
                </a:solidFill>
                <a:latin typeface="Pretendard"/>
                <a:ea typeface="Pretendard"/>
                <a:cs typeface="Pretendard"/>
              </a:defRPr>
            </a:lvl5pPr>
            <a:lvl6pPr algn="l">
              <a:defRPr sz="3000" b="1">
                <a:solidFill>
                  <a:srgbClr val="898989"/>
                </a:solidFill>
                <a:latin typeface="Pretendard"/>
                <a:ea typeface="Pretendard"/>
                <a:cs typeface="Pretendard"/>
              </a:defRPr>
            </a:lvl6pPr>
            <a:lvl7pPr algn="l">
              <a:defRPr sz="3000" b="1">
                <a:solidFill>
                  <a:srgbClr val="898989"/>
                </a:solidFill>
                <a:latin typeface="Pretendard"/>
                <a:ea typeface="Pretendard"/>
                <a:cs typeface="Pretendard"/>
              </a:defRPr>
            </a:lvl7pPr>
            <a:lvl8pPr algn="l">
              <a:defRPr sz="3000" b="1">
                <a:solidFill>
                  <a:srgbClr val="898989"/>
                </a:solidFill>
                <a:latin typeface="Pretendard"/>
                <a:ea typeface="Pretendard"/>
                <a:cs typeface="Pretendard"/>
              </a:defRPr>
            </a:lvl8pPr>
            <a:lvl9pPr algn="l">
              <a:defRPr sz="3000" b="1">
                <a:solidFill>
                  <a:srgbClr val="898989"/>
                </a:solidFill>
                <a:latin typeface="Pretendard"/>
                <a:ea typeface="Pretendard"/>
                <a:cs typeface="Pretendard"/>
              </a:defRPr>
            </a:lvl9pPr>
          </a:lstStyle>
          <a:p xmlns:a="http://schemas.openxmlformats.org/drawingml/2006/main">
            <a:pPr algn="l">
              <a:defRPr sz="3000" b="1">
                <a:solidFill>
                  <a:srgbClr val="898989"/>
                </a:solidFill>
                <a:latin typeface="Pretendard"/>
                <a:ea typeface="Pretendard"/>
                <a:cs typeface="Pretendard"/>
              </a:defRPr>
            </a:pPr>
            <a:r>
              <a:rPr sz="3000" b="1">
                <a:solidFill>
                  <a:srgbClr val="898989"/>
                </a:solidFill>
                <a:latin typeface="Pretendard"/>
                <a:ea typeface="Pretendard"/>
                <a:cs typeface="Pretendard"/>
              </a:rPr>
              <a:t>직접 반응</a:t>
            </a:r>
          </a:p>
        </p:txBody>
      </p:sp>
      <p:sp>
        <p:nvSpPr>
          <p:cNvPr id="11" name="text">
            <a:extLst xmlns:a="http://schemas.openxmlformats.org/drawingml/2006/main">
              <a:ext uri="{FF2B5EF4-FFF2-40B4-BE49-F238E27FC236}">
                <a16:creationId xmlns:a16="http://schemas.microsoft.com/office/drawing/2014/main" id="{AE20B309-081E-4207-984C-C27CBD341074}"/>
              </a:ext>
            </a:extLst>
          </p:cNvPr>
          <p:cNvSpPr>
            <a:spLocks xmlns:a="http://schemas.openxmlformats.org/drawingml/2006/main" noGrp="1"/>
          </p:cNvSpPr>
          <p:nvPr/>
        </p:nvSpPr>
        <p:spPr>
          <a:xfrm xmlns:a="http://schemas.openxmlformats.org/drawingml/2006/main">
            <a:off x="4000500" y="76295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75" b="1">
                <a:solidFill>
                  <a:srgbClr val="000000"/>
                </a:solidFill>
                <a:latin typeface="Pretendard"/>
                <a:ea typeface="Pretendard"/>
                <a:cs typeface="Pretendard"/>
              </a:defRPr>
            </a:defPPr>
            <a:lvl1pPr algn="l">
              <a:defRPr sz="4275" b="1">
                <a:solidFill>
                  <a:srgbClr val="000000"/>
                </a:solidFill>
                <a:latin typeface="Pretendard"/>
                <a:ea typeface="Pretendard"/>
                <a:cs typeface="Pretendard"/>
              </a:defRPr>
            </a:lvl1pPr>
            <a:lvl2pPr algn="l">
              <a:defRPr sz="4275" b="1">
                <a:solidFill>
                  <a:srgbClr val="000000"/>
                </a:solidFill>
                <a:latin typeface="Pretendard"/>
                <a:ea typeface="Pretendard"/>
                <a:cs typeface="Pretendard"/>
              </a:defRPr>
            </a:lvl2pPr>
            <a:lvl3pPr algn="l">
              <a:defRPr sz="4275" b="1">
                <a:solidFill>
                  <a:srgbClr val="000000"/>
                </a:solidFill>
                <a:latin typeface="Pretendard"/>
                <a:ea typeface="Pretendard"/>
                <a:cs typeface="Pretendard"/>
              </a:defRPr>
            </a:lvl3pPr>
            <a:lvl4pPr algn="l">
              <a:defRPr sz="4275" b="1">
                <a:solidFill>
                  <a:srgbClr val="000000"/>
                </a:solidFill>
                <a:latin typeface="Pretendard"/>
                <a:ea typeface="Pretendard"/>
                <a:cs typeface="Pretendard"/>
              </a:defRPr>
            </a:lvl4pPr>
            <a:lvl5pPr algn="l">
              <a:defRPr sz="4275" b="1">
                <a:solidFill>
                  <a:srgbClr val="000000"/>
                </a:solidFill>
                <a:latin typeface="Pretendard"/>
                <a:ea typeface="Pretendard"/>
                <a:cs typeface="Pretendard"/>
              </a:defRPr>
            </a:lvl5pPr>
            <a:lvl6pPr algn="l">
              <a:defRPr sz="4275" b="1">
                <a:solidFill>
                  <a:srgbClr val="000000"/>
                </a:solidFill>
                <a:latin typeface="Pretendard"/>
                <a:ea typeface="Pretendard"/>
                <a:cs typeface="Pretendard"/>
              </a:defRPr>
            </a:lvl6pPr>
            <a:lvl7pPr algn="l">
              <a:defRPr sz="4275" b="1">
                <a:solidFill>
                  <a:srgbClr val="000000"/>
                </a:solidFill>
                <a:latin typeface="Pretendard"/>
                <a:ea typeface="Pretendard"/>
                <a:cs typeface="Pretendard"/>
              </a:defRPr>
            </a:lvl7pPr>
            <a:lvl8pPr algn="l">
              <a:defRPr sz="4275" b="1">
                <a:solidFill>
                  <a:srgbClr val="000000"/>
                </a:solidFill>
                <a:latin typeface="Pretendard"/>
                <a:ea typeface="Pretendard"/>
                <a:cs typeface="Pretendard"/>
              </a:defRPr>
            </a:lvl8pPr>
            <a:lvl9pPr algn="l">
              <a:defRPr sz="4275" b="1">
                <a:solidFill>
                  <a:srgbClr val="000000"/>
                </a:solidFill>
                <a:latin typeface="Pretendard"/>
                <a:ea typeface="Pretendard"/>
                <a:cs typeface="Pretendard"/>
              </a:defRPr>
            </a:lvl9pPr>
          </a:lstStyle>
          <a:p xmlns:a="http://schemas.openxmlformats.org/drawingml/2006/main">
            <a:pPr algn="l">
              <a:defRPr sz="4275" b="1">
                <a:solidFill>
                  <a:srgbClr val="000000"/>
                </a:solidFill>
                <a:latin typeface="Pretendard"/>
                <a:ea typeface="Pretendard"/>
                <a:cs typeface="Pretendard"/>
              </a:defRPr>
            </a:pPr>
            <a:r>
              <a:rPr sz="4275" b="1">
                <a:solidFill>
                  <a:srgbClr val="000000"/>
                </a:solidFill>
                <a:latin typeface="Pretendard"/>
                <a:ea typeface="Pretendard"/>
                <a:cs typeface="Pretendard"/>
              </a:rPr>
              <a:t>−94.25 kJ/mol</a:t>
            </a:r>
          </a:p>
        </p:txBody>
      </p:sp>
      <p:sp>
        <p:nvSpPr>
          <p:cNvPr id="17" name="해석·결론">
            <a:extLst xmlns:a="http://schemas.openxmlformats.org/drawingml/2006/main">
              <a:ext uri="{FF2B5EF4-FFF2-40B4-BE49-F238E27FC236}">
                <a16:creationId xmlns:a16="http://schemas.microsoft.com/office/drawing/2014/main" id="{DAA47FDD-E866-4BFC-A413-BF336B78C196}"/>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8" name="반응식·수식">
            <a:extLst xmlns:a="http://schemas.openxmlformats.org/drawingml/2006/main">
              <a:ext uri="{FF2B5EF4-FFF2-40B4-BE49-F238E27FC236}">
                <a16:creationId xmlns:a16="http://schemas.microsoft.com/office/drawing/2014/main" id="{91658026-1F0A-4318-AFDA-8F864EFAA573}"/>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두 결과의 차이: 0.50 kJ/mol</a:t>
            </a:r>
          </a:p>
        </p:txBody>
      </p:sp>
    </p:spTree>
    <p:extLst>
      <p:ext uri="{BB962C8B-B14F-4D97-AF65-F5344CB8AC3E}">
        <p14:creationId xmlns:p14="http://schemas.microsoft.com/office/powerpoint/2010/main" val="135159988"/>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AE549C53-441E-4F85-B262-52FFCDE8FAD4}"/>
              </a:ext>
            </a:extLst>
          </p:cNvPr>
          <p:cNvPicPr>
            <a:picLocks xmlns:a="http://schemas.openxmlformats.org/drawingml/2006/main" noChangeAspect="1"/>
          </p:cNvPicPr>
          <p:nvPr/>
        </p:nvPicPr>
        <p:blipFill>
          <a:blip xmlns:r="http://schemas.openxmlformats.org/officeDocument/2006/relationships" xmlns:a="http://schemas.openxmlformats.org/drawingml/2006/main" r:embed="R05eb2bc7031f4fd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58A05C1-1539-49D1-9FA7-3208E63F4C6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8E48F37-BB5C-4CC8-A725-D6B4B596F27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5D0BA5F2-FF2B-4ED1-A679-7EC12804B92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72848B20-3A49-44EB-9C62-B8D8B5A047E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B5D39E70-F302-4835-A584-43DA5F167446}"/>
              </a:ext>
            </a:extLst>
          </p:cNvPr>
          <p:cNvSpPr>
            <a:spLocks xmlns:a="http://schemas.openxmlformats.org/drawingml/2006/main" noGrp="1"/>
          </p:cNvSpPr>
          <p:nvPr/>
        </p:nvSpPr>
        <p:spPr>
          <a:xfrm xmlns:a="http://schemas.openxmlformats.org/drawingml/2006/main">
            <a:off x="952500" y="220980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pic>
        <p:nvPicPr>
          <p:cNvPr id="7" name="">
            <a:extLst xmlns:a="http://schemas.openxmlformats.org/drawingml/2006/main">
              <a:ext uri="{FF2B5EF4-FFF2-40B4-BE49-F238E27FC236}">
                <a16:creationId xmlns:a16="http://schemas.microsoft.com/office/drawing/2014/main" id="{B849B2A7-379A-43BB-937C-DC0F5C8DAE1F}"/>
              </a:ext>
            </a:extLst>
          </p:cNvPr>
          <p:cNvPicPr>
            <a:picLocks xmlns:a="http://schemas.openxmlformats.org/drawingml/2006/main" noChangeAspect="1"/>
          </p:cNvPicPr>
          <p:nvPr/>
        </p:nvPicPr>
        <p:blipFill>
          <a:blip xmlns:r="http://schemas.openxmlformats.org/officeDocument/2006/relationships" xmlns:a="http://schemas.openxmlformats.org/drawingml/2006/main" r:embed="R1c586329fe564be1"/>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EB3BFAC9-05D5-44C4-ACEA-CC315C751F95}"/>
              </a:ext>
            </a:extLst>
          </p:cNvPr>
          <p:cNvSpPr>
            <a:spLocks xmlns:a="http://schemas.openxmlformats.org/drawingml/2006/main" noGrp="1"/>
          </p:cNvSpPr>
          <p:nvPr/>
        </p:nvSpPr>
        <p:spPr>
          <a:xfrm xmlns:a="http://schemas.openxmlformats.org/drawingml/2006/main">
            <a:off x="5562600" y="4143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알고 있는 반응</a:t>
            </a:r>
          </a:p>
        </p:txBody>
      </p:sp>
      <p:sp>
        <p:nvSpPr>
          <p:cNvPr id="9" name="rich">
            <a:extLst xmlns:a="http://schemas.openxmlformats.org/drawingml/2006/main">
              <a:ext uri="{FF2B5EF4-FFF2-40B4-BE49-F238E27FC236}">
                <a16:creationId xmlns:a16="http://schemas.microsoft.com/office/drawing/2014/main" id="{3B2EC429-9EF2-4F88-A272-82AFD2B6555A}"/>
              </a:ext>
            </a:extLst>
          </p:cNvPr>
          <p:cNvSpPr>
            <a:spLocks xmlns:a="http://schemas.openxmlformats.org/drawingml/2006/main" noGrp="1"/>
          </p:cNvSpPr>
          <p:nvPr/>
        </p:nvSpPr>
        <p:spPr>
          <a:xfrm xmlns:a="http://schemas.openxmlformats.org/drawingml/2006/main">
            <a:off x="5562600" y="4733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여러 반응을 조합한다.</a:t>
            </a:r>
          </a:p>
        </p:txBody>
      </p:sp>
      <p:sp>
        <p:nvSpPr>
          <p:cNvPr id="10" name="text">
            <a:extLst xmlns:a="http://schemas.openxmlformats.org/drawingml/2006/main">
              <a:ext uri="{FF2B5EF4-FFF2-40B4-BE49-F238E27FC236}">
                <a16:creationId xmlns:a16="http://schemas.microsoft.com/office/drawing/2014/main" id="{96AD1238-8607-4460-8899-DDD95AFF500F}"/>
              </a:ext>
            </a:extLst>
          </p:cNvPr>
          <p:cNvSpPr>
            <a:spLocks xmlns:a="http://schemas.openxmlformats.org/drawingml/2006/main" noGrp="1"/>
          </p:cNvSpPr>
          <p:nvPr/>
        </p:nvSpPr>
        <p:spPr>
          <a:xfrm xmlns:a="http://schemas.openxmlformats.org/drawingml/2006/main">
            <a:off x="5562600" y="58578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같은 처음과 끝</a:t>
            </a:r>
          </a:p>
        </p:txBody>
      </p:sp>
      <p:sp>
        <p:nvSpPr>
          <p:cNvPr id="11" name="rich">
            <a:extLst xmlns:a="http://schemas.openxmlformats.org/drawingml/2006/main">
              <a:ext uri="{FF2B5EF4-FFF2-40B4-BE49-F238E27FC236}">
                <a16:creationId xmlns:a16="http://schemas.microsoft.com/office/drawing/2014/main" id="{C10DAAD6-12C7-45E4-9FD3-EFEAA1ED3E0F}"/>
              </a:ext>
            </a:extLst>
          </p:cNvPr>
          <p:cNvSpPr>
            <a:spLocks xmlns:a="http://schemas.openxmlformats.org/drawingml/2006/main" noGrp="1"/>
          </p:cNvSpPr>
          <p:nvPr/>
        </p:nvSpPr>
        <p:spPr>
          <a:xfrm xmlns:a="http://schemas.openxmlformats.org/drawingml/2006/main">
            <a:off x="5562600" y="64484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목표 반응과 같은 처음·나중 상태를 만든다.</a:t>
            </a:r>
          </a:p>
        </p:txBody>
      </p:sp>
      <p:sp>
        <p:nvSpPr>
          <p:cNvPr id="12" name="text">
            <a:extLst xmlns:a="http://schemas.openxmlformats.org/drawingml/2006/main">
              <a:ext uri="{FF2B5EF4-FFF2-40B4-BE49-F238E27FC236}">
                <a16:creationId xmlns:a16="http://schemas.microsoft.com/office/drawing/2014/main" id="{6C2A2430-1E24-4DA9-B908-3A6ACD024187}"/>
              </a:ext>
            </a:extLst>
          </p:cNvPr>
          <p:cNvSpPr>
            <a:spLocks xmlns:a="http://schemas.openxmlformats.org/drawingml/2006/main" noGrp="1"/>
          </p:cNvSpPr>
          <p:nvPr/>
        </p:nvSpPr>
        <p:spPr>
          <a:xfrm xmlns:a="http://schemas.openxmlformats.org/drawingml/2006/main">
            <a:off x="5562600" y="7572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미지의 반응 엔탈피</a:t>
            </a:r>
          </a:p>
        </p:txBody>
      </p:sp>
      <p:sp>
        <p:nvSpPr>
          <p:cNvPr id="13" name="rich">
            <a:extLst xmlns:a="http://schemas.openxmlformats.org/drawingml/2006/main">
              <a:ext uri="{FF2B5EF4-FFF2-40B4-BE49-F238E27FC236}">
                <a16:creationId xmlns:a16="http://schemas.microsoft.com/office/drawing/2014/main" id="{67FBC63D-6FB7-4781-B407-B47D9A8372B7}"/>
              </a:ext>
            </a:extLst>
          </p:cNvPr>
          <p:cNvSpPr>
            <a:spLocks xmlns:a="http://schemas.openxmlformats.org/drawingml/2006/main" noGrp="1"/>
          </p:cNvSpPr>
          <p:nvPr/>
        </p:nvSpPr>
        <p:spPr>
          <a:xfrm xmlns:a="http://schemas.openxmlformats.org/drawingml/2006/main">
            <a:off x="5562600" y="8162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알려진 </a:t>
            </a:r>
            <a:r>
              <a:t>Δ</a:t>
            </a:r>
            <a:r>
              <a:rPr i="1">
                <a:latin typeface="Pretendard"/>
                <a:ea typeface="Pretendard"/>
                <a:cs typeface="Pretendard"/>
              </a:rPr>
              <a:t>H</a:t>
            </a:r>
            <a:r>
              <a:t>를 더해 구한다.</a:t>
            </a:r>
          </a:p>
        </p:txBody>
      </p:sp>
      <p:pic>
        <p:nvPicPr>
          <p:cNvPr id="14" name="">
            <a:extLst xmlns:a="http://schemas.openxmlformats.org/drawingml/2006/main">
              <a:ext uri="{FF2B5EF4-FFF2-40B4-BE49-F238E27FC236}">
                <a16:creationId xmlns:a16="http://schemas.microsoft.com/office/drawing/2014/main" id="{07A15090-0352-44CA-9326-3A38DB86EB58}"/>
              </a:ext>
            </a:extLst>
          </p:cNvPr>
          <p:cNvPicPr>
            <a:picLocks xmlns:a="http://schemas.openxmlformats.org/drawingml/2006/main" noChangeAspect="1"/>
          </p:cNvPicPr>
          <p:nvPr/>
        </p:nvPicPr>
        <p:blipFill>
          <a:blip xmlns:r="http://schemas.openxmlformats.org/officeDocument/2006/relationships" xmlns:a="http://schemas.openxmlformats.org/drawingml/2006/main" r:embed="R4eb07dfcd1a748f1"/>
          <a:stretch xmlns:a="http://schemas.openxmlformats.org/drawingml/2006/main"/>
        </p:blipFill>
        <p:spPr>
          <a:xfrm xmlns:a="http://schemas.openxmlformats.org/drawingml/2006/main">
            <a:off x="1902542" y="5791200"/>
            <a:ext cx="2290917"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B1B4E7AE-0D40-4C54-AC33-CBA596BBBE29}"/>
              </a:ext>
            </a:extLst>
          </p:cNvPr>
          <p:cNvPicPr>
            <a:picLocks xmlns:a="http://schemas.openxmlformats.org/drawingml/2006/main" noChangeAspect="1"/>
          </p:cNvPicPr>
          <p:nvPr/>
        </p:nvPicPr>
        <p:blipFill>
          <a:blip xmlns:r="http://schemas.openxmlformats.org/officeDocument/2006/relationships" xmlns:a="http://schemas.openxmlformats.org/drawingml/2006/main" r:embed="Rf3a46678b3704ab3"/>
          <a:stretch xmlns:a="http://schemas.openxmlformats.org/drawingml/2006/main"/>
        </p:blipFill>
        <p:spPr>
          <a:xfrm xmlns:a="http://schemas.openxmlformats.org/drawingml/2006/main">
            <a:off x="14395766" y="5695950"/>
            <a:ext cx="2164717" cy="361950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95E7167E-495F-43B5-ACF0-93510E87D24A}"/>
              </a:ext>
            </a:extLst>
          </p:cNvPr>
          <p:cNvSpPr>
            <a:spLocks xmlns:a="http://schemas.openxmlformats.org/drawingml/2006/main" noGrp="1"/>
          </p:cNvSpPr>
          <p:nvPr/>
        </p:nvSpPr>
        <p:spPr>
          <a:xfrm xmlns:a="http://schemas.openxmlformats.org/drawingml/2006/main">
            <a:off x="895350" y="4048125"/>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B04B5585-0E53-4B1C-9157-3B59EEFFBACE}"/>
              </a:ext>
            </a:extLst>
          </p:cNvPr>
          <p:cNvSpPr>
            <a:spLocks xmlns:a="http://schemas.openxmlformats.org/drawingml/2006/main" noGrp="1"/>
          </p:cNvSpPr>
          <p:nvPr/>
        </p:nvSpPr>
        <p:spPr>
          <a:xfrm xmlns:a="http://schemas.openxmlformats.org/drawingml/2006/main">
            <a:off x="2895600" y="537210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AB9E9F0A-3D3D-48B3-A0AA-970ACC7327E7}"/>
              </a:ext>
            </a:extLst>
          </p:cNvPr>
          <p:cNvSpPr>
            <a:spLocks xmlns:a="http://schemas.openxmlformats.org/drawingml/2006/main" noGrp="1"/>
          </p:cNvSpPr>
          <p:nvPr/>
        </p:nvSpPr>
        <p:spPr>
          <a:xfrm xmlns:a="http://schemas.openxmlformats.org/drawingml/2006/main">
            <a:off x="1123950" y="42767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다른 경로로도</a:t>
            </a:r>
          </a:p>
        </p:txBody>
      </p:sp>
      <p:sp>
        <p:nvSpPr>
          <p:cNvPr id="19" name="캐릭터 질문 2">
            <a:extLst xmlns:a="http://schemas.openxmlformats.org/drawingml/2006/main">
              <a:ext uri="{FF2B5EF4-FFF2-40B4-BE49-F238E27FC236}">
                <a16:creationId xmlns:a16="http://schemas.microsoft.com/office/drawing/2014/main" id="{E91B213C-8C1B-4AA1-AA3D-0F1DA7A8AC48}"/>
              </a:ext>
            </a:extLst>
          </p:cNvPr>
          <p:cNvSpPr>
            <a:spLocks xmlns:a="http://schemas.openxmlformats.org/drawingml/2006/main" noGrp="1"/>
          </p:cNvSpPr>
          <p:nvPr/>
        </p:nvSpPr>
        <p:spPr>
          <a:xfrm xmlns:a="http://schemas.openxmlformats.org/drawingml/2006/main">
            <a:off x="1123950" y="47434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구할 수 있을까?</a:t>
            </a:r>
          </a:p>
        </p:txBody>
      </p:sp>
      <p:sp>
        <p:nvSpPr>
          <p:cNvPr id="20" name="참조 R03-22 여백 있는 말풍선">
            <a:extLst xmlns:a="http://schemas.openxmlformats.org/drawingml/2006/main">
              <a:ext uri="{FF2B5EF4-FFF2-40B4-BE49-F238E27FC236}">
                <a16:creationId xmlns:a16="http://schemas.microsoft.com/office/drawing/2014/main" id="{26627471-3E8F-45F9-B7BF-BC75998F0DE1}"/>
              </a:ext>
            </a:extLst>
          </p:cNvPr>
          <p:cNvSpPr>
            <a:spLocks xmlns:a="http://schemas.openxmlformats.org/drawingml/2006/main" noGrp="1"/>
          </p:cNvSpPr>
          <p:nvPr/>
        </p:nvSpPr>
        <p:spPr>
          <a:xfrm xmlns:a="http://schemas.openxmlformats.org/drawingml/2006/main">
            <a:off x="13906500" y="401955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05D70366-B7E5-4B3B-B37C-A31D76764DE8}"/>
              </a:ext>
            </a:extLst>
          </p:cNvPr>
          <p:cNvSpPr>
            <a:spLocks xmlns:a="http://schemas.openxmlformats.org/drawingml/2006/main" noGrp="1"/>
          </p:cNvSpPr>
          <p:nvPr/>
        </p:nvSpPr>
        <p:spPr>
          <a:xfrm xmlns:a="http://schemas.openxmlformats.org/drawingml/2006/main">
            <a:off x="15240000" y="53435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FDF3C597-73AE-49F1-99F9-4DA387BAC9BF}"/>
              </a:ext>
            </a:extLst>
          </p:cNvPr>
          <p:cNvSpPr>
            <a:spLocks xmlns:a="http://schemas.openxmlformats.org/drawingml/2006/main" noGrp="1"/>
          </p:cNvSpPr>
          <p:nvPr/>
        </p:nvSpPr>
        <p:spPr>
          <a:xfrm xmlns:a="http://schemas.openxmlformats.org/drawingml/2006/main">
            <a:off x="14135100" y="42481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처음과 끝이</a:t>
            </a:r>
          </a:p>
        </p:txBody>
      </p:sp>
      <p:sp>
        <p:nvSpPr>
          <p:cNvPr id="23" name="캐릭터 질문 2">
            <a:extLst xmlns:a="http://schemas.openxmlformats.org/drawingml/2006/main">
              <a:ext uri="{FF2B5EF4-FFF2-40B4-BE49-F238E27FC236}">
                <a16:creationId xmlns:a16="http://schemas.microsoft.com/office/drawing/2014/main" id="{7D190061-02FC-4435-A0C7-43FA6E65E8E8}"/>
              </a:ext>
            </a:extLst>
          </p:cNvPr>
          <p:cNvSpPr>
            <a:spLocks xmlns:a="http://schemas.openxmlformats.org/drawingml/2006/main" noGrp="1"/>
          </p:cNvSpPr>
          <p:nvPr/>
        </p:nvSpPr>
        <p:spPr>
          <a:xfrm xmlns:a="http://schemas.openxmlformats.org/drawingml/2006/main">
            <a:off x="14135100" y="471487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같으면 가능해!</a:t>
            </a:r>
          </a:p>
        </p:txBody>
      </p:sp>
    </p:spTree>
    <p:extLst>
      <p:ext uri="{BB962C8B-B14F-4D97-AF65-F5344CB8AC3E}">
        <p14:creationId xmlns:p14="http://schemas.microsoft.com/office/powerpoint/2010/main" val="135001826"/>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8A30B3E9-E31C-48F7-9B80-E4CF4D9AA9A3}"/>
              </a:ext>
            </a:extLst>
          </p:cNvPr>
          <p:cNvPicPr>
            <a:picLocks xmlns:a="http://schemas.openxmlformats.org/drawingml/2006/main" noChangeAspect="1"/>
          </p:cNvPicPr>
          <p:nvPr/>
        </p:nvPicPr>
        <p:blipFill>
          <a:blip xmlns:r="http://schemas.openxmlformats.org/officeDocument/2006/relationships" xmlns:a="http://schemas.openxmlformats.org/drawingml/2006/main" r:embed="R56efd44ed83a405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C8AD08E-881D-4599-A6EE-CFD83D7F0FC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B153735-D824-4A5B-99B1-C696ED1C80C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6647075D-F35B-4AC9-8E4B-38E66829A24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B8C3C0C3-4441-4E72-848B-73F84A25498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0D40D1FC-7F9C-4F9B-8DEA-C429166B301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경로와 식으로 설명하기</a:t>
            </a:r>
          </a:p>
        </p:txBody>
      </p:sp>
      <p:sp>
        <p:nvSpPr>
          <p:cNvPr id="12" name="R03-38 확인 목록 영역">
            <a:extLst xmlns:a="http://schemas.openxmlformats.org/drawingml/2006/main">
              <a:ext uri="{FF2B5EF4-FFF2-40B4-BE49-F238E27FC236}">
                <a16:creationId xmlns:a16="http://schemas.microsoft.com/office/drawing/2014/main" id="{8EF90458-78BC-4FB1-B332-B3BC69B3C1F4}"/>
              </a:ext>
            </a:extLst>
          </p:cNvPr>
          <p:cNvSpPr>
            <a:spLocks xmlns:a="http://schemas.openxmlformats.org/drawingml/2006/main" noGrp="1"/>
          </p:cNvSpPr>
          <p:nvPr/>
        </p:nvSpPr>
        <p:spPr>
          <a:xfrm xmlns:a="http://schemas.openxmlformats.org/drawingml/2006/main">
            <a:off x="3810000" y="4410075"/>
            <a:ext cx="10668000" cy="5276850"/>
          </a:xfrm>
          <a:prstGeom xmlns:a="http://schemas.openxmlformats.org/drawingml/2006/main" prst="roundRect">
            <a:avLst>
              <a:gd name="adj" fmla="val 5054"/>
            </a:avLst>
          </a:prstGeom>
          <a:solidFill xmlns:a="http://schemas.openxmlformats.org/drawingml/2006/main">
            <a:srgbClr val="F5F5F5"/>
          </a:solidFill>
          <a:ln xmlns:a="http://schemas.openxmlformats.org/drawingml/2006/main" w="0">
            <a:noFill/>
          </a:ln>
        </p:spPr>
      </p:sp>
      <p:sp>
        <p:nvSpPr>
          <p:cNvPr id="13" name="R03-38 확인 칸">
            <a:extLst xmlns:a="http://schemas.openxmlformats.org/drawingml/2006/main">
              <a:ext uri="{FF2B5EF4-FFF2-40B4-BE49-F238E27FC236}">
                <a16:creationId xmlns:a16="http://schemas.microsoft.com/office/drawing/2014/main" id="{15D33078-54CF-4E9D-AFF3-AF6D31DBA33D}"/>
              </a:ext>
            </a:extLst>
          </p:cNvPr>
          <p:cNvSpPr>
            <a:spLocks xmlns:a="http://schemas.openxmlformats.org/drawingml/2006/main" noGrp="1"/>
          </p:cNvSpPr>
          <p:nvPr/>
        </p:nvSpPr>
        <p:spPr>
          <a:xfrm xmlns:a="http://schemas.openxmlformats.org/drawingml/2006/main">
            <a:off x="4114800" y="4810125"/>
            <a:ext cx="371475" cy="371475"/>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9050">
            <a:solidFill>
              <a:srgbClr val="898989"/>
            </a:solidFill>
          </a:ln>
        </p:spPr>
      </p:sp>
      <p:sp>
        <p:nvSpPr>
          <p:cNvPr id="14" name="rich">
            <a:extLst xmlns:a="http://schemas.openxmlformats.org/drawingml/2006/main">
              <a:ext uri="{FF2B5EF4-FFF2-40B4-BE49-F238E27FC236}">
                <a16:creationId xmlns:a16="http://schemas.microsoft.com/office/drawing/2014/main" id="{BD50059B-4F37-4CAD-B102-61CC1CD83952}"/>
              </a:ext>
            </a:extLst>
          </p:cNvPr>
          <p:cNvSpPr>
            <a:spLocks xmlns:a="http://schemas.openxmlformats.org/drawingml/2006/main" noGrp="1"/>
          </p:cNvSpPr>
          <p:nvPr/>
        </p:nvSpPr>
        <p:spPr>
          <a:xfrm xmlns:a="http://schemas.openxmlformats.org/drawingml/2006/main">
            <a:off x="4762500" y="4695825"/>
            <a:ext cx="941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1">
                <a:solidFill>
                  <a:srgbClr val="57962F"/>
                </a:solidFill>
                <a:latin typeface="Pretendard"/>
                <a:ea typeface="Pretendard"/>
                <a:cs typeface="Pretendard"/>
              </a:defRPr>
            </a:defPPr>
            <a:lvl1pPr algn="l">
              <a:defRPr sz="3225" b="1">
                <a:solidFill>
                  <a:srgbClr val="57962F"/>
                </a:solidFill>
                <a:latin typeface="Pretendard"/>
                <a:ea typeface="Pretendard"/>
                <a:cs typeface="Pretendard"/>
              </a:defRPr>
            </a:lvl1pPr>
            <a:lvl2pPr algn="l">
              <a:defRPr sz="3225" b="1">
                <a:solidFill>
                  <a:srgbClr val="57962F"/>
                </a:solidFill>
                <a:latin typeface="Pretendard"/>
                <a:ea typeface="Pretendard"/>
                <a:cs typeface="Pretendard"/>
              </a:defRPr>
            </a:lvl2pPr>
            <a:lvl3pPr algn="l">
              <a:defRPr sz="3225" b="1">
                <a:solidFill>
                  <a:srgbClr val="57962F"/>
                </a:solidFill>
                <a:latin typeface="Pretendard"/>
                <a:ea typeface="Pretendard"/>
                <a:cs typeface="Pretendard"/>
              </a:defRPr>
            </a:lvl3pPr>
            <a:lvl4pPr algn="l">
              <a:defRPr sz="3225" b="1">
                <a:solidFill>
                  <a:srgbClr val="57962F"/>
                </a:solidFill>
                <a:latin typeface="Pretendard"/>
                <a:ea typeface="Pretendard"/>
                <a:cs typeface="Pretendard"/>
              </a:defRPr>
            </a:lvl4pPr>
            <a:lvl5pPr algn="l">
              <a:defRPr sz="3225" b="1">
                <a:solidFill>
                  <a:srgbClr val="57962F"/>
                </a:solidFill>
                <a:latin typeface="Pretendard"/>
                <a:ea typeface="Pretendard"/>
                <a:cs typeface="Pretendard"/>
              </a:defRPr>
            </a:lvl5pPr>
            <a:lvl6pPr algn="l">
              <a:defRPr sz="3225" b="1">
                <a:solidFill>
                  <a:srgbClr val="57962F"/>
                </a:solidFill>
                <a:latin typeface="Pretendard"/>
                <a:ea typeface="Pretendard"/>
                <a:cs typeface="Pretendard"/>
              </a:defRPr>
            </a:lvl6pPr>
            <a:lvl7pPr algn="l">
              <a:defRPr sz="3225" b="1">
                <a:solidFill>
                  <a:srgbClr val="57962F"/>
                </a:solidFill>
                <a:latin typeface="Pretendard"/>
                <a:ea typeface="Pretendard"/>
                <a:cs typeface="Pretendard"/>
              </a:defRPr>
            </a:lvl7pPr>
            <a:lvl8pPr algn="l">
              <a:defRPr sz="3225" b="1">
                <a:solidFill>
                  <a:srgbClr val="57962F"/>
                </a:solidFill>
                <a:latin typeface="Pretendard"/>
                <a:ea typeface="Pretendard"/>
                <a:cs typeface="Pretendard"/>
              </a:defRPr>
            </a:lvl8pPr>
            <a:lvl9pPr algn="l">
              <a:defRPr sz="3225" b="1">
                <a:solidFill>
                  <a:srgbClr val="57962F"/>
                </a:solidFill>
                <a:latin typeface="Pretendard"/>
                <a:ea typeface="Pretendard"/>
                <a:cs typeface="Pretendard"/>
              </a:defRPr>
            </a:lvl9pPr>
          </a:lstStyle>
          <a:p xmlns:a="http://schemas.openxmlformats.org/drawingml/2006/main">
            <a:pPr algn="l">
              <a:defRPr sz="3225" b="1">
                <a:solidFill>
                  <a:srgbClr val="57962F"/>
                </a:solidFill>
                <a:latin typeface="Pretendard"/>
                <a:ea typeface="Pretendard"/>
                <a:cs typeface="Pretendard"/>
              </a:defRPr>
            </a:pPr>
            <a:r>
              <a:t>CO 생성 반응</a:t>
            </a:r>
          </a:p>
        </p:txBody>
      </p:sp>
      <p:sp>
        <p:nvSpPr>
          <p:cNvPr id="15" name="rich">
            <a:extLst xmlns:a="http://schemas.openxmlformats.org/drawingml/2006/main">
              <a:ext uri="{FF2B5EF4-FFF2-40B4-BE49-F238E27FC236}">
                <a16:creationId xmlns:a16="http://schemas.microsoft.com/office/drawing/2014/main" id="{2472BFE1-C916-4698-9AF6-344AD9207A27}"/>
              </a:ext>
            </a:extLst>
          </p:cNvPr>
          <p:cNvSpPr>
            <a:spLocks xmlns:a="http://schemas.openxmlformats.org/drawingml/2006/main" noGrp="1"/>
          </p:cNvSpPr>
          <p:nvPr/>
        </p:nvSpPr>
        <p:spPr>
          <a:xfrm xmlns:a="http://schemas.openxmlformats.org/drawingml/2006/main">
            <a:off x="4762500" y="5314950"/>
            <a:ext cx="9410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₂가 되는 까닭은?</a:t>
            </a:r>
          </a:p>
        </p:txBody>
      </p:sp>
      <p:sp>
        <p:nvSpPr>
          <p:cNvPr id="16" name="R03-38 확인 칸">
            <a:extLst xmlns:a="http://schemas.openxmlformats.org/drawingml/2006/main">
              <a:ext uri="{FF2B5EF4-FFF2-40B4-BE49-F238E27FC236}">
                <a16:creationId xmlns:a16="http://schemas.microsoft.com/office/drawing/2014/main" id="{55983FDD-7396-4F30-B4CF-8961E6817911}"/>
              </a:ext>
            </a:extLst>
          </p:cNvPr>
          <p:cNvSpPr>
            <a:spLocks xmlns:a="http://schemas.openxmlformats.org/drawingml/2006/main" noGrp="1"/>
          </p:cNvSpPr>
          <p:nvPr/>
        </p:nvSpPr>
        <p:spPr>
          <a:xfrm xmlns:a="http://schemas.openxmlformats.org/drawingml/2006/main">
            <a:off x="4114800" y="6429375"/>
            <a:ext cx="371475" cy="371475"/>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9050">
            <a:solidFill>
              <a:srgbClr val="898989"/>
            </a:solidFill>
          </a:ln>
        </p:spPr>
      </p:sp>
      <p:sp>
        <p:nvSpPr>
          <p:cNvPr id="17" name="rich">
            <a:extLst xmlns:a="http://schemas.openxmlformats.org/drawingml/2006/main">
              <a:ext uri="{FF2B5EF4-FFF2-40B4-BE49-F238E27FC236}">
                <a16:creationId xmlns:a16="http://schemas.microsoft.com/office/drawing/2014/main" id="{BDEF3078-AA76-44CB-A113-B5E082063881}"/>
              </a:ext>
            </a:extLst>
          </p:cNvPr>
          <p:cNvSpPr>
            <a:spLocks xmlns:a="http://schemas.openxmlformats.org/drawingml/2006/main" noGrp="1"/>
          </p:cNvSpPr>
          <p:nvPr/>
        </p:nvSpPr>
        <p:spPr>
          <a:xfrm xmlns:a="http://schemas.openxmlformats.org/drawingml/2006/main">
            <a:off x="4762500" y="6315075"/>
            <a:ext cx="941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1">
                <a:solidFill>
                  <a:srgbClr val="57962F"/>
                </a:solidFill>
                <a:latin typeface="Pretendard"/>
                <a:ea typeface="Pretendard"/>
                <a:cs typeface="Pretendard"/>
              </a:defRPr>
            </a:defPPr>
            <a:lvl1pPr algn="l">
              <a:defRPr sz="3225" b="1">
                <a:solidFill>
                  <a:srgbClr val="57962F"/>
                </a:solidFill>
                <a:latin typeface="Pretendard"/>
                <a:ea typeface="Pretendard"/>
                <a:cs typeface="Pretendard"/>
              </a:defRPr>
            </a:lvl1pPr>
            <a:lvl2pPr algn="l">
              <a:defRPr sz="3225" b="1">
                <a:solidFill>
                  <a:srgbClr val="57962F"/>
                </a:solidFill>
                <a:latin typeface="Pretendard"/>
                <a:ea typeface="Pretendard"/>
                <a:cs typeface="Pretendard"/>
              </a:defRPr>
            </a:lvl2pPr>
            <a:lvl3pPr algn="l">
              <a:defRPr sz="3225" b="1">
                <a:solidFill>
                  <a:srgbClr val="57962F"/>
                </a:solidFill>
                <a:latin typeface="Pretendard"/>
                <a:ea typeface="Pretendard"/>
                <a:cs typeface="Pretendard"/>
              </a:defRPr>
            </a:lvl3pPr>
            <a:lvl4pPr algn="l">
              <a:defRPr sz="3225" b="1">
                <a:solidFill>
                  <a:srgbClr val="57962F"/>
                </a:solidFill>
                <a:latin typeface="Pretendard"/>
                <a:ea typeface="Pretendard"/>
                <a:cs typeface="Pretendard"/>
              </a:defRPr>
            </a:lvl4pPr>
            <a:lvl5pPr algn="l">
              <a:defRPr sz="3225" b="1">
                <a:solidFill>
                  <a:srgbClr val="57962F"/>
                </a:solidFill>
                <a:latin typeface="Pretendard"/>
                <a:ea typeface="Pretendard"/>
                <a:cs typeface="Pretendard"/>
              </a:defRPr>
            </a:lvl5pPr>
            <a:lvl6pPr algn="l">
              <a:defRPr sz="3225" b="1">
                <a:solidFill>
                  <a:srgbClr val="57962F"/>
                </a:solidFill>
                <a:latin typeface="Pretendard"/>
                <a:ea typeface="Pretendard"/>
                <a:cs typeface="Pretendard"/>
              </a:defRPr>
            </a:lvl6pPr>
            <a:lvl7pPr algn="l">
              <a:defRPr sz="3225" b="1">
                <a:solidFill>
                  <a:srgbClr val="57962F"/>
                </a:solidFill>
                <a:latin typeface="Pretendard"/>
                <a:ea typeface="Pretendard"/>
                <a:cs typeface="Pretendard"/>
              </a:defRPr>
            </a:lvl7pPr>
            <a:lvl8pPr algn="l">
              <a:defRPr sz="3225" b="1">
                <a:solidFill>
                  <a:srgbClr val="57962F"/>
                </a:solidFill>
                <a:latin typeface="Pretendard"/>
                <a:ea typeface="Pretendard"/>
                <a:cs typeface="Pretendard"/>
              </a:defRPr>
            </a:lvl8pPr>
            <a:lvl9pPr algn="l">
              <a:defRPr sz="3225" b="1">
                <a:solidFill>
                  <a:srgbClr val="57962F"/>
                </a:solidFill>
                <a:latin typeface="Pretendard"/>
                <a:ea typeface="Pretendard"/>
                <a:cs typeface="Pretendard"/>
              </a:defRPr>
            </a:lvl9pPr>
          </a:lstStyle>
          <a:p xmlns:a="http://schemas.openxmlformats.org/drawingml/2006/main">
            <a:pPr algn="l">
              <a:defRPr sz="3225" b="1">
                <a:solidFill>
                  <a:srgbClr val="57962F"/>
                </a:solidFill>
                <a:latin typeface="Pretendard"/>
                <a:ea typeface="Pretendard"/>
                <a:cs typeface="Pretendard"/>
              </a:defRPr>
            </a:pPr>
            <a:r>
              <a:t>물의 기화</a:t>
            </a:r>
          </a:p>
        </p:txBody>
      </p:sp>
      <p:sp>
        <p:nvSpPr>
          <p:cNvPr id="18" name="rich">
            <a:extLst xmlns:a="http://schemas.openxmlformats.org/drawingml/2006/main">
              <a:ext uri="{FF2B5EF4-FFF2-40B4-BE49-F238E27FC236}">
                <a16:creationId xmlns:a16="http://schemas.microsoft.com/office/drawing/2014/main" id="{0FCA63F7-924F-4920-8845-2B7DC439E339}"/>
              </a:ext>
            </a:extLst>
          </p:cNvPr>
          <p:cNvSpPr>
            <a:spLocks xmlns:a="http://schemas.openxmlformats.org/drawingml/2006/main" noGrp="1"/>
          </p:cNvSpPr>
          <p:nvPr/>
        </p:nvSpPr>
        <p:spPr>
          <a:xfrm xmlns:a="http://schemas.openxmlformats.org/drawingml/2006/main">
            <a:off x="4762500" y="6934200"/>
            <a:ext cx="9410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Δ</a:t>
            </a:r>
            <a:r>
              <a:rPr i="1">
                <a:latin typeface="Pretendard"/>
                <a:ea typeface="Pretendard"/>
                <a:cs typeface="Pretendard"/>
              </a:rPr>
              <a:t>H</a:t>
            </a:r>
            <a:r>
              <a:t>의 부호를 근거와 함께 설명하시오.</a:t>
            </a:r>
          </a:p>
        </p:txBody>
      </p:sp>
      <p:sp>
        <p:nvSpPr>
          <p:cNvPr id="19" name="R03-38 확인 칸">
            <a:extLst xmlns:a="http://schemas.openxmlformats.org/drawingml/2006/main">
              <a:ext uri="{FF2B5EF4-FFF2-40B4-BE49-F238E27FC236}">
                <a16:creationId xmlns:a16="http://schemas.microsoft.com/office/drawing/2014/main" id="{A68B680F-03B1-4D65-BE80-93FAC43E0499}"/>
              </a:ext>
            </a:extLst>
          </p:cNvPr>
          <p:cNvSpPr>
            <a:spLocks xmlns:a="http://schemas.openxmlformats.org/drawingml/2006/main" noGrp="1"/>
          </p:cNvSpPr>
          <p:nvPr/>
        </p:nvSpPr>
        <p:spPr>
          <a:xfrm xmlns:a="http://schemas.openxmlformats.org/drawingml/2006/main">
            <a:off x="4114800" y="8048625"/>
            <a:ext cx="371475" cy="371475"/>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9050">
            <a:solidFill>
              <a:srgbClr val="898989"/>
            </a:solidFill>
          </a:ln>
        </p:spPr>
      </p:sp>
      <p:sp>
        <p:nvSpPr>
          <p:cNvPr id="20" name="rich">
            <a:extLst xmlns:a="http://schemas.openxmlformats.org/drawingml/2006/main">
              <a:ext uri="{FF2B5EF4-FFF2-40B4-BE49-F238E27FC236}">
                <a16:creationId xmlns:a16="http://schemas.microsoft.com/office/drawing/2014/main" id="{8A39452E-6E78-4D56-83D8-600B0B6CF50B}"/>
              </a:ext>
            </a:extLst>
          </p:cNvPr>
          <p:cNvSpPr>
            <a:spLocks xmlns:a="http://schemas.openxmlformats.org/drawingml/2006/main" noGrp="1"/>
          </p:cNvSpPr>
          <p:nvPr/>
        </p:nvSpPr>
        <p:spPr>
          <a:xfrm xmlns:a="http://schemas.openxmlformats.org/drawingml/2006/main">
            <a:off x="4762500" y="7934325"/>
            <a:ext cx="941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1">
                <a:solidFill>
                  <a:srgbClr val="57962F"/>
                </a:solidFill>
                <a:latin typeface="Pretendard"/>
                <a:ea typeface="Pretendard"/>
                <a:cs typeface="Pretendard"/>
              </a:defRPr>
            </a:defPPr>
            <a:lvl1pPr algn="l">
              <a:defRPr sz="3225" b="1">
                <a:solidFill>
                  <a:srgbClr val="57962F"/>
                </a:solidFill>
                <a:latin typeface="Pretendard"/>
                <a:ea typeface="Pretendard"/>
                <a:cs typeface="Pretendard"/>
              </a:defRPr>
            </a:lvl1pPr>
            <a:lvl2pPr algn="l">
              <a:defRPr sz="3225" b="1">
                <a:solidFill>
                  <a:srgbClr val="57962F"/>
                </a:solidFill>
                <a:latin typeface="Pretendard"/>
                <a:ea typeface="Pretendard"/>
                <a:cs typeface="Pretendard"/>
              </a:defRPr>
            </a:lvl2pPr>
            <a:lvl3pPr algn="l">
              <a:defRPr sz="3225" b="1">
                <a:solidFill>
                  <a:srgbClr val="57962F"/>
                </a:solidFill>
                <a:latin typeface="Pretendard"/>
                <a:ea typeface="Pretendard"/>
                <a:cs typeface="Pretendard"/>
              </a:defRPr>
            </a:lvl3pPr>
            <a:lvl4pPr algn="l">
              <a:defRPr sz="3225" b="1">
                <a:solidFill>
                  <a:srgbClr val="57962F"/>
                </a:solidFill>
                <a:latin typeface="Pretendard"/>
                <a:ea typeface="Pretendard"/>
                <a:cs typeface="Pretendard"/>
              </a:defRPr>
            </a:lvl4pPr>
            <a:lvl5pPr algn="l">
              <a:defRPr sz="3225" b="1">
                <a:solidFill>
                  <a:srgbClr val="57962F"/>
                </a:solidFill>
                <a:latin typeface="Pretendard"/>
                <a:ea typeface="Pretendard"/>
                <a:cs typeface="Pretendard"/>
              </a:defRPr>
            </a:lvl5pPr>
            <a:lvl6pPr algn="l">
              <a:defRPr sz="3225" b="1">
                <a:solidFill>
                  <a:srgbClr val="57962F"/>
                </a:solidFill>
                <a:latin typeface="Pretendard"/>
                <a:ea typeface="Pretendard"/>
                <a:cs typeface="Pretendard"/>
              </a:defRPr>
            </a:lvl6pPr>
            <a:lvl7pPr algn="l">
              <a:defRPr sz="3225" b="1">
                <a:solidFill>
                  <a:srgbClr val="57962F"/>
                </a:solidFill>
                <a:latin typeface="Pretendard"/>
                <a:ea typeface="Pretendard"/>
                <a:cs typeface="Pretendard"/>
              </a:defRPr>
            </a:lvl7pPr>
            <a:lvl8pPr algn="l">
              <a:defRPr sz="3225" b="1">
                <a:solidFill>
                  <a:srgbClr val="57962F"/>
                </a:solidFill>
                <a:latin typeface="Pretendard"/>
                <a:ea typeface="Pretendard"/>
                <a:cs typeface="Pretendard"/>
              </a:defRPr>
            </a:lvl8pPr>
            <a:lvl9pPr algn="l">
              <a:defRPr sz="3225" b="1">
                <a:solidFill>
                  <a:srgbClr val="57962F"/>
                </a:solidFill>
                <a:latin typeface="Pretendard"/>
                <a:ea typeface="Pretendard"/>
                <a:cs typeface="Pretendard"/>
              </a:defRPr>
            </a:lvl9pPr>
          </a:lstStyle>
          <a:p xmlns:a="http://schemas.openxmlformats.org/drawingml/2006/main">
            <a:pPr algn="l">
              <a:defRPr sz="3225" b="1">
                <a:solidFill>
                  <a:srgbClr val="57962F"/>
                </a:solidFill>
                <a:latin typeface="Pretendard"/>
                <a:ea typeface="Pretendard"/>
                <a:cs typeface="Pretendard"/>
              </a:defRPr>
            </a:pPr>
            <a:r>
              <a:t>실험값의 차이</a:t>
            </a:r>
          </a:p>
        </p:txBody>
      </p:sp>
      <p:sp>
        <p:nvSpPr>
          <p:cNvPr id="21" name="rich">
            <a:extLst xmlns:a="http://schemas.openxmlformats.org/drawingml/2006/main">
              <a:ext uri="{FF2B5EF4-FFF2-40B4-BE49-F238E27FC236}">
                <a16:creationId xmlns:a16="http://schemas.microsoft.com/office/drawing/2014/main" id="{42EFB61D-EE05-4AF9-B0F4-FEAD2436466D}"/>
              </a:ext>
            </a:extLst>
          </p:cNvPr>
          <p:cNvSpPr>
            <a:spLocks xmlns:a="http://schemas.openxmlformats.org/drawingml/2006/main" noGrp="1"/>
          </p:cNvSpPr>
          <p:nvPr/>
        </p:nvSpPr>
        <p:spPr>
          <a:xfrm xmlns:a="http://schemas.openxmlformats.org/drawingml/2006/main">
            <a:off x="4762500" y="8553450"/>
            <a:ext cx="9410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두 값이 정확히 같지 않을 수 있는 이유는?</a:t>
            </a:r>
          </a:p>
        </p:txBody>
      </p:sp>
      <p:sp>
        <p:nvSpPr>
          <p:cNvPr id="22" name="text">
            <a:extLst xmlns:a="http://schemas.openxmlformats.org/drawingml/2006/main">
              <a:ext uri="{FF2B5EF4-FFF2-40B4-BE49-F238E27FC236}">
                <a16:creationId xmlns:a16="http://schemas.microsoft.com/office/drawing/2014/main" id="{83F04BE0-41CC-4586-A61D-1E94E5B81924}"/>
              </a:ext>
            </a:extLst>
          </p:cNvPr>
          <p:cNvSpPr>
            <a:spLocks xmlns:a="http://schemas.openxmlformats.org/drawingml/2006/main" noGrp="1"/>
          </p:cNvSpPr>
          <p:nvPr/>
        </p:nvSpPr>
        <p:spPr>
          <a:xfrm xmlns:a="http://schemas.openxmlformats.org/drawingml/2006/main">
            <a:off x="2286000" y="368617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898989"/>
                </a:solidFill>
                <a:latin typeface="Pretendard"/>
                <a:ea typeface="Pretendard"/>
                <a:cs typeface="Pretendard"/>
              </a:defRPr>
            </a:defPPr>
            <a:lvl1pPr algn="ctr">
              <a:defRPr sz="2700" b="0">
                <a:solidFill>
                  <a:srgbClr val="898989"/>
                </a:solidFill>
                <a:latin typeface="Pretendard"/>
                <a:ea typeface="Pretendard"/>
                <a:cs typeface="Pretendard"/>
              </a:defRPr>
            </a:lvl1pPr>
            <a:lvl2pPr algn="ctr">
              <a:defRPr sz="2700" b="0">
                <a:solidFill>
                  <a:srgbClr val="898989"/>
                </a:solidFill>
                <a:latin typeface="Pretendard"/>
                <a:ea typeface="Pretendard"/>
                <a:cs typeface="Pretendard"/>
              </a:defRPr>
            </a:lvl2pPr>
            <a:lvl3pPr algn="ctr">
              <a:defRPr sz="2700" b="0">
                <a:solidFill>
                  <a:srgbClr val="898989"/>
                </a:solidFill>
                <a:latin typeface="Pretendard"/>
                <a:ea typeface="Pretendard"/>
                <a:cs typeface="Pretendard"/>
              </a:defRPr>
            </a:lvl3pPr>
            <a:lvl4pPr algn="ctr">
              <a:defRPr sz="2700" b="0">
                <a:solidFill>
                  <a:srgbClr val="898989"/>
                </a:solidFill>
                <a:latin typeface="Pretendard"/>
                <a:ea typeface="Pretendard"/>
                <a:cs typeface="Pretendard"/>
              </a:defRPr>
            </a:lvl4pPr>
            <a:lvl5pPr algn="ctr">
              <a:defRPr sz="2700" b="0">
                <a:solidFill>
                  <a:srgbClr val="898989"/>
                </a:solidFill>
                <a:latin typeface="Pretendard"/>
                <a:ea typeface="Pretendard"/>
                <a:cs typeface="Pretendard"/>
              </a:defRPr>
            </a:lvl5pPr>
            <a:lvl6pPr algn="ctr">
              <a:defRPr sz="2700" b="0">
                <a:solidFill>
                  <a:srgbClr val="898989"/>
                </a:solidFill>
                <a:latin typeface="Pretendard"/>
                <a:ea typeface="Pretendard"/>
                <a:cs typeface="Pretendard"/>
              </a:defRPr>
            </a:lvl6pPr>
            <a:lvl7pPr algn="ctr">
              <a:defRPr sz="2700" b="0">
                <a:solidFill>
                  <a:srgbClr val="898989"/>
                </a:solidFill>
                <a:latin typeface="Pretendard"/>
                <a:ea typeface="Pretendard"/>
                <a:cs typeface="Pretendard"/>
              </a:defRPr>
            </a:lvl7pPr>
            <a:lvl8pPr algn="ctr">
              <a:defRPr sz="2700" b="0">
                <a:solidFill>
                  <a:srgbClr val="898989"/>
                </a:solidFill>
                <a:latin typeface="Pretendard"/>
                <a:ea typeface="Pretendard"/>
                <a:cs typeface="Pretendard"/>
              </a:defRPr>
            </a:lvl8pPr>
            <a:lvl9pPr algn="ctr">
              <a:defRPr sz="2700" b="0">
                <a:solidFill>
                  <a:srgbClr val="898989"/>
                </a:solidFill>
                <a:latin typeface="Pretendard"/>
                <a:ea typeface="Pretendard"/>
                <a:cs typeface="Pretendard"/>
              </a:defRPr>
            </a:lvl9pPr>
          </a:lstStyle>
          <a:p xmlns:a="http://schemas.openxmlformats.org/drawingml/2006/main">
            <a:pPr algn="ctr">
              <a:defRPr sz="2700" b="0">
                <a:solidFill>
                  <a:srgbClr val="898989"/>
                </a:solidFill>
                <a:latin typeface="Pretendard"/>
                <a:ea typeface="Pretendard"/>
                <a:cs typeface="Pretendard"/>
              </a:defRPr>
            </a:pPr>
            <a:r>
              <a:rPr sz="2700" b="0">
                <a:solidFill>
                  <a:srgbClr val="898989"/>
                </a:solidFill>
                <a:latin typeface="Pretendard"/>
                <a:ea typeface="Pretendard"/>
                <a:cs typeface="Pretendard"/>
              </a:rPr>
              <a:t>식과 그래프를 근거로 이유를 설명해 보자.</a:t>
            </a:r>
          </a:p>
        </p:txBody>
      </p:sp>
    </p:spTree>
    <p:extLst>
      <p:ext uri="{BB962C8B-B14F-4D97-AF65-F5344CB8AC3E}">
        <p14:creationId xmlns:p14="http://schemas.microsoft.com/office/powerpoint/2010/main" val="7646541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2026-10-28T08:45:53.2990000Z</dcterms:created>
  <dcterms:modified xsi:type="dcterms:W3CDTF">2026-10-28T08:45:53.2990000Z</dcterms:modified>
</coreProperties>
</file>