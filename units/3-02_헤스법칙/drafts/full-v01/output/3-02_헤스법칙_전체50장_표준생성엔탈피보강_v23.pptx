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13c26a39c44a0b" /><Relationship Type="http://schemas.openxmlformats.org/officeDocument/2006/relationships/extended-properties" Target="/docProps/app.xml" Id="R2d3068b7fefd48b6" /><Relationship Type="http://schemas.openxmlformats.org/officeDocument/2006/relationships/officeDocument" Target="/ppt/presentation.xml" Id="R46e85bc3e9c94bee" /></Relationships>
</file>

<file path=ppt/presentation.xml><?xml version="1.0" encoding="utf-8"?>
<p:presentation xmlns:p="http://schemas.openxmlformats.org/presentationml/2006/main">
  <p:sldMasterIdLst>
    <p:sldMasterId xmlns:r="http://schemas.openxmlformats.org/officeDocument/2006/relationships" id="2147483648" r:id="Rd8105beb6dca4862"/>
  </p:sldMasterIdLst>
  <p:notesMasterIdLst>
    <p:notesMasterId xmlns:r="http://schemas.openxmlformats.org/officeDocument/2006/relationships" r:id="R2895f8f69f184598"/>
  </p:notesMasterIdLst>
  <p:sldIdLst>
    <p:sldId xmlns:r="http://schemas.openxmlformats.org/officeDocument/2006/relationships" id="256" r:id="R805429e653cd4760"/>
    <p:sldId xmlns:r="http://schemas.openxmlformats.org/officeDocument/2006/relationships" id="257" r:id="R82f17fc297f24d1c"/>
    <p:sldId xmlns:r="http://schemas.openxmlformats.org/officeDocument/2006/relationships" id="258" r:id="R4280cda950e94934"/>
    <p:sldId xmlns:r="http://schemas.openxmlformats.org/officeDocument/2006/relationships" id="259" r:id="R85a40f4abcf7482f"/>
    <p:sldId xmlns:r="http://schemas.openxmlformats.org/officeDocument/2006/relationships" id="260" r:id="R49a2b3025afb4e20"/>
    <p:sldId xmlns:r="http://schemas.openxmlformats.org/officeDocument/2006/relationships" id="261" r:id="Rbb9d6c3c3f4b4cf4"/>
    <p:sldId xmlns:r="http://schemas.openxmlformats.org/officeDocument/2006/relationships" id="262" r:id="R01d4ac6451d448a0"/>
    <p:sldId xmlns:r="http://schemas.openxmlformats.org/officeDocument/2006/relationships" id="263" r:id="R25a7ca41418247a3"/>
    <p:sldId xmlns:r="http://schemas.openxmlformats.org/officeDocument/2006/relationships" id="264" r:id="Redbceb6582de44b5"/>
    <p:sldId xmlns:r="http://schemas.openxmlformats.org/officeDocument/2006/relationships" id="265" r:id="R5b57c1de10b54d34"/>
    <p:sldId xmlns:r="http://schemas.openxmlformats.org/officeDocument/2006/relationships" id="266" r:id="Ra894cb4f086f4141"/>
    <p:sldId xmlns:r="http://schemas.openxmlformats.org/officeDocument/2006/relationships" id="267" r:id="R551196359cec4629"/>
    <p:sldId xmlns:r="http://schemas.openxmlformats.org/officeDocument/2006/relationships" id="268" r:id="Rd9993c4745534d30"/>
    <p:sldId xmlns:r="http://schemas.openxmlformats.org/officeDocument/2006/relationships" id="269" r:id="R9a8f8824e5f74388"/>
    <p:sldId xmlns:r="http://schemas.openxmlformats.org/officeDocument/2006/relationships" id="270" r:id="R0728fa1531954fe9"/>
    <p:sldId xmlns:r="http://schemas.openxmlformats.org/officeDocument/2006/relationships" id="271" r:id="Rd1c4fda6839c4d36"/>
    <p:sldId xmlns:r="http://schemas.openxmlformats.org/officeDocument/2006/relationships" id="272" r:id="Rdd6250252e2d407b"/>
    <p:sldId xmlns:r="http://schemas.openxmlformats.org/officeDocument/2006/relationships" id="273" r:id="Rdfdd1c352e7a4329"/>
    <p:sldId xmlns:r="http://schemas.openxmlformats.org/officeDocument/2006/relationships" id="274" r:id="Rae0a3e526d92498a"/>
    <p:sldId xmlns:r="http://schemas.openxmlformats.org/officeDocument/2006/relationships" id="275" r:id="Rf4fbce9993a94dfc"/>
    <p:sldId xmlns:r="http://schemas.openxmlformats.org/officeDocument/2006/relationships" id="276" r:id="Ra29f0d54f7b14488"/>
    <p:sldId xmlns:r="http://schemas.openxmlformats.org/officeDocument/2006/relationships" id="277" r:id="Rd40bf3e2de0e417f"/>
    <p:sldId xmlns:r="http://schemas.openxmlformats.org/officeDocument/2006/relationships" id="278" r:id="R8bf4f2559a2c47aa"/>
    <p:sldId xmlns:r="http://schemas.openxmlformats.org/officeDocument/2006/relationships" id="279" r:id="Rf92ace072a5b41e8"/>
    <p:sldId xmlns:r="http://schemas.openxmlformats.org/officeDocument/2006/relationships" id="280" r:id="R5fc9fb9d41ef49c5"/>
    <p:sldId xmlns:r="http://schemas.openxmlformats.org/officeDocument/2006/relationships" id="281" r:id="Rce79400d84fd4165"/>
    <p:sldId xmlns:r="http://schemas.openxmlformats.org/officeDocument/2006/relationships" id="282" r:id="Rf49332d769494395"/>
    <p:sldId xmlns:r="http://schemas.openxmlformats.org/officeDocument/2006/relationships" id="283" r:id="R459fdfd2f98648a3"/>
    <p:sldId xmlns:r="http://schemas.openxmlformats.org/officeDocument/2006/relationships" id="284" r:id="R7218ca9be6e84419"/>
    <p:sldId xmlns:r="http://schemas.openxmlformats.org/officeDocument/2006/relationships" id="285" r:id="R67a42e2e10394e89"/>
    <p:sldId xmlns:r="http://schemas.openxmlformats.org/officeDocument/2006/relationships" id="286" r:id="R13cf4131c7944577"/>
    <p:sldId xmlns:r="http://schemas.openxmlformats.org/officeDocument/2006/relationships" id="287" r:id="R89f178f7c3154e7a"/>
    <p:sldId xmlns:r="http://schemas.openxmlformats.org/officeDocument/2006/relationships" id="288" r:id="R6764f2da7c8843fc"/>
    <p:sldId xmlns:r="http://schemas.openxmlformats.org/officeDocument/2006/relationships" id="289" r:id="R32c645f68f874143"/>
    <p:sldId xmlns:r="http://schemas.openxmlformats.org/officeDocument/2006/relationships" id="290" r:id="R029254b593994b9e"/>
    <p:sldId xmlns:r="http://schemas.openxmlformats.org/officeDocument/2006/relationships" id="291" r:id="Rf698720b98d94c30"/>
    <p:sldId xmlns:r="http://schemas.openxmlformats.org/officeDocument/2006/relationships" id="292" r:id="R3a69f0f16aca408f"/>
    <p:sldId xmlns:r="http://schemas.openxmlformats.org/officeDocument/2006/relationships" id="293" r:id="R1ebd26ded6ab4045"/>
    <p:sldId xmlns:r="http://schemas.openxmlformats.org/officeDocument/2006/relationships" id="294" r:id="Ra1c3ea9ce4494230"/>
    <p:sldId xmlns:r="http://schemas.openxmlformats.org/officeDocument/2006/relationships" id="295" r:id="Ra6c969b78e89499d"/>
    <p:sldId xmlns:r="http://schemas.openxmlformats.org/officeDocument/2006/relationships" id="296" r:id="R77bc98da9e474893"/>
    <p:sldId xmlns:r="http://schemas.openxmlformats.org/officeDocument/2006/relationships" id="297" r:id="R28f2dd38f0274d6d"/>
    <p:sldId xmlns:r="http://schemas.openxmlformats.org/officeDocument/2006/relationships" id="298" r:id="R3fc16aa75e454ee3"/>
    <p:sldId xmlns:r="http://schemas.openxmlformats.org/officeDocument/2006/relationships" id="299" r:id="R887124846a674e74"/>
    <p:sldId xmlns:r="http://schemas.openxmlformats.org/officeDocument/2006/relationships" id="300" r:id="R0c9c733f2e304805"/>
    <p:sldId xmlns:r="http://schemas.openxmlformats.org/officeDocument/2006/relationships" id="301" r:id="R4de5ff77d53347c7"/>
    <p:sldId xmlns:r="http://schemas.openxmlformats.org/officeDocument/2006/relationships" id="302" r:id="R6bbd081527054e28"/>
    <p:sldId xmlns:r="http://schemas.openxmlformats.org/officeDocument/2006/relationships" id="303" r:id="Rebc0b4331f97454f"/>
    <p:sldId xmlns:r="http://schemas.openxmlformats.org/officeDocument/2006/relationships" id="304" r:id="Rd470c1738b2b4bf9"/>
    <p:sldId xmlns:r="http://schemas.openxmlformats.org/officeDocument/2006/relationships" id="305" r:id="R34a9068209d1426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017a551c504701" /><Relationship Type="http://schemas.openxmlformats.org/officeDocument/2006/relationships/slideMaster" Target="/ppt/slideMasters/slideMaster1.xml" Id="Rd8105beb6dca4862" /><Relationship Type="http://schemas.openxmlformats.org/officeDocument/2006/relationships/notesMaster" Target="/ppt/notesMasters/notesMaster1.xml" Id="R2895f8f69f184598" /><Relationship Type="http://schemas.openxmlformats.org/officeDocument/2006/relationships/presProps" Target="/ppt/presProps.xml" Id="R5f8d6e43529044da" /><Relationship Type="http://schemas.openxmlformats.org/officeDocument/2006/relationships/tableStyles" Target="/ppt/tableStyles.xml" Id="Ra5c5cbbb704b4ab5" /><Relationship Type="http://schemas.openxmlformats.org/officeDocument/2006/relationships/slide" Target="/ppt/slides/slide1.xml" Id="R805429e653cd4760" /><Relationship Type="http://schemas.openxmlformats.org/officeDocument/2006/relationships/slide" Target="/ppt/slides/slide2.xml" Id="R82f17fc297f24d1c" /><Relationship Type="http://schemas.openxmlformats.org/officeDocument/2006/relationships/slide" Target="/ppt/slides/slide3.xml" Id="R4280cda950e94934" /><Relationship Type="http://schemas.openxmlformats.org/officeDocument/2006/relationships/slide" Target="/ppt/slides/slide4.xml" Id="R85a40f4abcf7482f" /><Relationship Type="http://schemas.openxmlformats.org/officeDocument/2006/relationships/slide" Target="/ppt/slides/slide5.xml" Id="R49a2b3025afb4e20" /><Relationship Type="http://schemas.openxmlformats.org/officeDocument/2006/relationships/slide" Target="/ppt/slides/slide6.xml" Id="Rbb9d6c3c3f4b4cf4" /><Relationship Type="http://schemas.openxmlformats.org/officeDocument/2006/relationships/slide" Target="/ppt/slides/slide7.xml" Id="R01d4ac6451d448a0" /><Relationship Type="http://schemas.openxmlformats.org/officeDocument/2006/relationships/slide" Target="/ppt/slides/slide8.xml" Id="R25a7ca41418247a3" /><Relationship Type="http://schemas.openxmlformats.org/officeDocument/2006/relationships/slide" Target="/ppt/slides/slide9.xml" Id="Redbceb6582de44b5" /><Relationship Type="http://schemas.openxmlformats.org/officeDocument/2006/relationships/slide" Target="/ppt/slides/slide10.xml" Id="R5b57c1de10b54d34" /><Relationship Type="http://schemas.openxmlformats.org/officeDocument/2006/relationships/slide" Target="/ppt/slides/slide11.xml" Id="Ra894cb4f086f4141" /><Relationship Type="http://schemas.openxmlformats.org/officeDocument/2006/relationships/slide" Target="/ppt/slides/slide12.xml" Id="R551196359cec4629" /><Relationship Type="http://schemas.openxmlformats.org/officeDocument/2006/relationships/slide" Target="/ppt/slides/slide13.xml" Id="Rd9993c4745534d30" /><Relationship Type="http://schemas.openxmlformats.org/officeDocument/2006/relationships/slide" Target="/ppt/slides/slide14.xml" Id="R9a8f8824e5f74388" /><Relationship Type="http://schemas.openxmlformats.org/officeDocument/2006/relationships/slide" Target="/ppt/slides/slide15.xml" Id="R0728fa1531954fe9" /><Relationship Type="http://schemas.openxmlformats.org/officeDocument/2006/relationships/slide" Target="/ppt/slides/slide16.xml" Id="Rd1c4fda6839c4d36" /><Relationship Type="http://schemas.openxmlformats.org/officeDocument/2006/relationships/slide" Target="/ppt/slides/slide17.xml" Id="Rdd6250252e2d407b" /><Relationship Type="http://schemas.openxmlformats.org/officeDocument/2006/relationships/slide" Target="/ppt/slides/slide18.xml" Id="Rdfdd1c352e7a4329" /><Relationship Type="http://schemas.openxmlformats.org/officeDocument/2006/relationships/slide" Target="/ppt/slides/slide19.xml" Id="Rae0a3e526d92498a" /><Relationship Type="http://schemas.openxmlformats.org/officeDocument/2006/relationships/slide" Target="/ppt/slides/slide20.xml" Id="Rf4fbce9993a94dfc" /><Relationship Type="http://schemas.openxmlformats.org/officeDocument/2006/relationships/slide" Target="/ppt/slides/slide21.xml" Id="Ra29f0d54f7b14488" /><Relationship Type="http://schemas.openxmlformats.org/officeDocument/2006/relationships/slide" Target="/ppt/slides/slide22.xml" Id="Rd40bf3e2de0e417f" /><Relationship Type="http://schemas.openxmlformats.org/officeDocument/2006/relationships/slide" Target="/ppt/slides/slide23.xml" Id="R8bf4f2559a2c47aa" /><Relationship Type="http://schemas.openxmlformats.org/officeDocument/2006/relationships/slide" Target="/ppt/slides/slide24.xml" Id="Rf92ace072a5b41e8" /><Relationship Type="http://schemas.openxmlformats.org/officeDocument/2006/relationships/slide" Target="/ppt/slides/slide25.xml" Id="R5fc9fb9d41ef49c5" /><Relationship Type="http://schemas.openxmlformats.org/officeDocument/2006/relationships/slide" Target="/ppt/slides/slide26.xml" Id="Rce79400d84fd4165" /><Relationship Type="http://schemas.openxmlformats.org/officeDocument/2006/relationships/slide" Target="/ppt/slides/slide27.xml" Id="Rf49332d769494395" /><Relationship Type="http://schemas.openxmlformats.org/officeDocument/2006/relationships/slide" Target="/ppt/slides/slide28.xml" Id="R459fdfd2f98648a3" /><Relationship Type="http://schemas.openxmlformats.org/officeDocument/2006/relationships/slide" Target="/ppt/slides/slide29.xml" Id="R7218ca9be6e84419" /><Relationship Type="http://schemas.openxmlformats.org/officeDocument/2006/relationships/slide" Target="/ppt/slides/slide30.xml" Id="R67a42e2e10394e89" /><Relationship Type="http://schemas.openxmlformats.org/officeDocument/2006/relationships/slide" Target="/ppt/slides/slide31.xml" Id="R13cf4131c7944577" /><Relationship Type="http://schemas.openxmlformats.org/officeDocument/2006/relationships/slide" Target="/ppt/slides/slide32.xml" Id="R89f178f7c3154e7a" /><Relationship Type="http://schemas.openxmlformats.org/officeDocument/2006/relationships/slide" Target="/ppt/slides/slide33.xml" Id="R6764f2da7c8843fc" /><Relationship Type="http://schemas.openxmlformats.org/officeDocument/2006/relationships/slide" Target="/ppt/slides/slide34.xml" Id="R32c645f68f874143" /><Relationship Type="http://schemas.openxmlformats.org/officeDocument/2006/relationships/slide" Target="/ppt/slides/slide35.xml" Id="R029254b593994b9e" /><Relationship Type="http://schemas.openxmlformats.org/officeDocument/2006/relationships/slide" Target="/ppt/slides/slide36.xml" Id="Rf698720b98d94c30" /><Relationship Type="http://schemas.openxmlformats.org/officeDocument/2006/relationships/slide" Target="/ppt/slides/slide37.xml" Id="R3a69f0f16aca408f" /><Relationship Type="http://schemas.openxmlformats.org/officeDocument/2006/relationships/slide" Target="/ppt/slides/slide38.xml" Id="R1ebd26ded6ab4045" /><Relationship Type="http://schemas.openxmlformats.org/officeDocument/2006/relationships/slide" Target="/ppt/slides/slide39.xml" Id="Ra1c3ea9ce4494230" /><Relationship Type="http://schemas.openxmlformats.org/officeDocument/2006/relationships/slide" Target="/ppt/slides/slide40.xml" Id="Ra6c969b78e89499d" /><Relationship Type="http://schemas.openxmlformats.org/officeDocument/2006/relationships/slide" Target="/ppt/slides/slide41.xml" Id="R77bc98da9e474893" /><Relationship Type="http://schemas.openxmlformats.org/officeDocument/2006/relationships/slide" Target="/ppt/slides/slide42.xml" Id="R28f2dd38f0274d6d" /><Relationship Type="http://schemas.openxmlformats.org/officeDocument/2006/relationships/slide" Target="/ppt/slides/slide43.xml" Id="R3fc16aa75e454ee3" /><Relationship Type="http://schemas.openxmlformats.org/officeDocument/2006/relationships/slide" Target="/ppt/slides/slide44.xml" Id="R887124846a674e74" /><Relationship Type="http://schemas.openxmlformats.org/officeDocument/2006/relationships/slide" Target="/ppt/slides/slide45.xml" Id="R0c9c733f2e304805" /><Relationship Type="http://schemas.openxmlformats.org/officeDocument/2006/relationships/slide" Target="/ppt/slides/slide46.xml" Id="R4de5ff77d53347c7" /><Relationship Type="http://schemas.openxmlformats.org/officeDocument/2006/relationships/slide" Target="/ppt/slides/slide47.xml" Id="R6bbd081527054e28" /><Relationship Type="http://schemas.openxmlformats.org/officeDocument/2006/relationships/slide" Target="/ppt/slides/slide48.xml" Id="Rebc0b4331f97454f" /><Relationship Type="http://schemas.openxmlformats.org/officeDocument/2006/relationships/slide" Target="/ppt/slides/slide49.xml" Id="Rd470c1738b2b4bf9" /><Relationship Type="http://schemas.openxmlformats.org/officeDocument/2006/relationships/slide" Target="/ppt/slides/slide50.xml" Id="R34a9068209d142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069ad001664b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85b9a369bb46cd" /><Relationship Type="http://schemas.openxmlformats.org/officeDocument/2006/relationships/notesMaster" Target="/ppt/notesMasters/notesMaster1.xml" Id="Rb4ccfaf2163241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cbfa94e3254cbc" /><Relationship Type="http://schemas.openxmlformats.org/officeDocument/2006/relationships/notesMaster" Target="/ppt/notesMasters/notesMaster1.xml" Id="R9166d27e138240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43dac756154047" /><Relationship Type="http://schemas.openxmlformats.org/officeDocument/2006/relationships/notesMaster" Target="/ppt/notesMasters/notesMaster1.xml" Id="Rcf4c71b9ad7548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9af41aca5f450e" /><Relationship Type="http://schemas.openxmlformats.org/officeDocument/2006/relationships/notesMaster" Target="/ppt/notesMasters/notesMaster1.xml" Id="Rd4412eed660848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9fb13faa6a476a" /><Relationship Type="http://schemas.openxmlformats.org/officeDocument/2006/relationships/notesMaster" Target="/ppt/notesMasters/notesMaster1.xml" Id="Rb6c1c06c1e3141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ccfdf45be2474d" /><Relationship Type="http://schemas.openxmlformats.org/officeDocument/2006/relationships/notesMaster" Target="/ppt/notesMasters/notesMaster1.xml" Id="Rc13f0271ff274e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f6ff9538934d6e" /><Relationship Type="http://schemas.openxmlformats.org/officeDocument/2006/relationships/notesMaster" Target="/ppt/notesMasters/notesMaster1.xml" Id="R098996bda61c49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bad8656c7c424c" /><Relationship Type="http://schemas.openxmlformats.org/officeDocument/2006/relationships/notesMaster" Target="/ppt/notesMasters/notesMaster1.xml" Id="Rd7f78d71e7214f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fc93c74c6449d6" /><Relationship Type="http://schemas.openxmlformats.org/officeDocument/2006/relationships/notesMaster" Target="/ppt/notesMasters/notesMaster1.xml" Id="R74bfc5a7850242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e265d8a1194c2c" /><Relationship Type="http://schemas.openxmlformats.org/officeDocument/2006/relationships/notesMaster" Target="/ppt/notesMasters/notesMaster1.xml" Id="R6a0e7a7598614a3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5fe6d1179d42d2" /><Relationship Type="http://schemas.openxmlformats.org/officeDocument/2006/relationships/notesMaster" Target="/ppt/notesMasters/notesMaster1.xml" Id="Rf2942a30da5640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d3ef1c07f84711" /><Relationship Type="http://schemas.openxmlformats.org/officeDocument/2006/relationships/notesMaster" Target="/ppt/notesMasters/notesMaster1.xml" Id="R5b6208d1957843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7520c291944136" /><Relationship Type="http://schemas.openxmlformats.org/officeDocument/2006/relationships/notesMaster" Target="/ppt/notesMasters/notesMaster1.xml" Id="Rd48286234605484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d12addaa674e22" /><Relationship Type="http://schemas.openxmlformats.org/officeDocument/2006/relationships/notesMaster" Target="/ppt/notesMasters/notesMaster1.xml" Id="Rd747614cc1bd42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0a3998f7834b8c" /><Relationship Type="http://schemas.openxmlformats.org/officeDocument/2006/relationships/notesMaster" Target="/ppt/notesMasters/notesMaster1.xml" Id="R16d0ebd883704a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d4d8c7e7bc4911" /><Relationship Type="http://schemas.openxmlformats.org/officeDocument/2006/relationships/notesMaster" Target="/ppt/notesMasters/notesMaster1.xml" Id="R8fe50f632f7245b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da4528f627a4e07" /><Relationship Type="http://schemas.openxmlformats.org/officeDocument/2006/relationships/notesMaster" Target="/ppt/notesMasters/notesMaster1.xml" Id="R6fd09dc166284cd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7276b4fdf84b95" /><Relationship Type="http://schemas.openxmlformats.org/officeDocument/2006/relationships/notesMaster" Target="/ppt/notesMasters/notesMaster1.xml" Id="R905b436627434e2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2a68896c8a64517" /><Relationship Type="http://schemas.openxmlformats.org/officeDocument/2006/relationships/notesMaster" Target="/ppt/notesMasters/notesMaster1.xml" Id="Rd6b278b00a1a40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1c548befa44f21" /><Relationship Type="http://schemas.openxmlformats.org/officeDocument/2006/relationships/notesMaster" Target="/ppt/notesMasters/notesMaster1.xml" Id="Rd04d5e9bf9674d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583108233f3430f" /><Relationship Type="http://schemas.openxmlformats.org/officeDocument/2006/relationships/notesMaster" Target="/ppt/notesMasters/notesMaster1.xml" Id="R652bd211960842b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8d46087a7114a68" /><Relationship Type="http://schemas.openxmlformats.org/officeDocument/2006/relationships/notesMaster" Target="/ppt/notesMasters/notesMaster1.xml" Id="Rab2cbed7b4cc4b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2736e7dd3c4bac" /><Relationship Type="http://schemas.openxmlformats.org/officeDocument/2006/relationships/notesMaster" Target="/ppt/notesMasters/notesMaster1.xml" Id="R318e42cac22547a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b6acd251a941b3" /><Relationship Type="http://schemas.openxmlformats.org/officeDocument/2006/relationships/notesMaster" Target="/ppt/notesMasters/notesMaster1.xml" Id="R6834da4c3ecb482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d66012881ca49e0" /><Relationship Type="http://schemas.openxmlformats.org/officeDocument/2006/relationships/notesMaster" Target="/ppt/notesMasters/notesMaster1.xml" Id="R952f452761a14d7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5f7a61d98cd419e" /><Relationship Type="http://schemas.openxmlformats.org/officeDocument/2006/relationships/notesMaster" Target="/ppt/notesMasters/notesMaster1.xml" Id="R967917ecc2ad494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5df83d1a5f24e39" /><Relationship Type="http://schemas.openxmlformats.org/officeDocument/2006/relationships/notesMaster" Target="/ppt/notesMasters/notesMaster1.xml" Id="R4af5f0ebd54b48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c5e21f880ff425d" /><Relationship Type="http://schemas.openxmlformats.org/officeDocument/2006/relationships/notesMaster" Target="/ppt/notesMasters/notesMaster1.xml" Id="R0ee6b37cbea840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81a7ece03bd4427" /><Relationship Type="http://schemas.openxmlformats.org/officeDocument/2006/relationships/notesMaster" Target="/ppt/notesMasters/notesMaster1.xml" Id="R2860839b80d9435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893d69b54954a20" /><Relationship Type="http://schemas.openxmlformats.org/officeDocument/2006/relationships/notesMaster" Target="/ppt/notesMasters/notesMaster1.xml" Id="Rac28de4d7746433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1157e451ca4483" /><Relationship Type="http://schemas.openxmlformats.org/officeDocument/2006/relationships/notesMaster" Target="/ppt/notesMasters/notesMaster1.xml" Id="R87125d6ae7f948e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b3e77f8a13b432a" /><Relationship Type="http://schemas.openxmlformats.org/officeDocument/2006/relationships/notesMaster" Target="/ppt/notesMasters/notesMaster1.xml" Id="R6fa70b48b79845e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102a7a68e5450d" /><Relationship Type="http://schemas.openxmlformats.org/officeDocument/2006/relationships/notesMaster" Target="/ppt/notesMasters/notesMaster1.xml" Id="R67349f5ffa13464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556846f379540c5" /><Relationship Type="http://schemas.openxmlformats.org/officeDocument/2006/relationships/notesMaster" Target="/ppt/notesMasters/notesMaster1.xml" Id="R4ba0e4bc6401420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b97163b4f7b4660" /><Relationship Type="http://schemas.openxmlformats.org/officeDocument/2006/relationships/notesMaster" Target="/ppt/notesMasters/notesMaster1.xml" Id="R6093fc93682d448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1eb9283aecb4ac2" /><Relationship Type="http://schemas.openxmlformats.org/officeDocument/2006/relationships/notesMaster" Target="/ppt/notesMasters/notesMaster1.xml" Id="Rf4ec39dfebb7477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4e5223d5b804e67" /><Relationship Type="http://schemas.openxmlformats.org/officeDocument/2006/relationships/notesMaster" Target="/ppt/notesMasters/notesMaster1.xml" Id="R0774f6adb724485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71ed6fde97e4217" /><Relationship Type="http://schemas.openxmlformats.org/officeDocument/2006/relationships/notesMaster" Target="/ppt/notesMasters/notesMaster1.xml" Id="R7738043226b34ab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5e0780ab92d429f" /><Relationship Type="http://schemas.openxmlformats.org/officeDocument/2006/relationships/notesMaster" Target="/ppt/notesMasters/notesMaster1.xml" Id="Rd1d7b40ae82e4a9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66c8fad75264466" /><Relationship Type="http://schemas.openxmlformats.org/officeDocument/2006/relationships/notesMaster" Target="/ppt/notesMasters/notesMaster1.xml" Id="Rc169dbd1a5e843d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4008dfb175f4256" /><Relationship Type="http://schemas.openxmlformats.org/officeDocument/2006/relationships/notesMaster" Target="/ppt/notesMasters/notesMaster1.xml" Id="R668d1f13b5f044b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76c846dc0374514" /><Relationship Type="http://schemas.openxmlformats.org/officeDocument/2006/relationships/notesMaster" Target="/ppt/notesMasters/notesMaster1.xml" Id="R385314329860494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53111e61e9244d6" /><Relationship Type="http://schemas.openxmlformats.org/officeDocument/2006/relationships/notesMaster" Target="/ppt/notesMasters/notesMaster1.xml" Id="R4208f4de69984a0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d3b9d65e7fb43ca" /><Relationship Type="http://schemas.openxmlformats.org/officeDocument/2006/relationships/notesMaster" Target="/ppt/notesMasters/notesMaster1.xml" Id="Rbda3c7e577ad4c7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1ba3d7422434320" /><Relationship Type="http://schemas.openxmlformats.org/officeDocument/2006/relationships/notesMaster" Target="/ppt/notesMasters/notesMaster1.xml" Id="R28f7fa8f5342484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d775c3479024dc1" /><Relationship Type="http://schemas.openxmlformats.org/officeDocument/2006/relationships/notesMaster" Target="/ppt/notesMasters/notesMaster1.xml" Id="R74f589e65aa4454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a92fdc08e02c4007" /><Relationship Type="http://schemas.openxmlformats.org/officeDocument/2006/relationships/notesMaster" Target="/ppt/notesMasters/notesMaster1.xml" Id="Raebcc01b352946e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74d6f5ab83d4ecd" /><Relationship Type="http://schemas.openxmlformats.org/officeDocument/2006/relationships/notesMaster" Target="/ppt/notesMasters/notesMaster1.xml" Id="R10c6041aa4414fc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ab3234013474e06" /><Relationship Type="http://schemas.openxmlformats.org/officeDocument/2006/relationships/notesMaster" Target="/ppt/notesMasters/notesMaster1.xml" Id="R7be58100badc4c1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9de279b5f464dbf" /><Relationship Type="http://schemas.openxmlformats.org/officeDocument/2006/relationships/notesMaster" Target="/ppt/notesMasters/notesMaster1.xml" Id="R71316b272a6548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완자121쪽오른쪽탄소동소체설명·구조그림. 같은탄소지만결합구조가다르며표준생성엔탈피도다르다.25°C교재조건에서흑연0,다이아몬드+1.88kJ/mol. 앞Part2의완자127쪽반올림자료+1.9kJ와구분한다. 구조원본은assets/formation-v23/provenance.json참조.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생성물과 반응물의 합을 따로 구한다</a:t>
            </a:r>
          </a:p>
          <a:p xmlns:a="http://schemas.openxmlformats.org/drawingml/2006/main">
            <a:r>
              <a:t>발화·지도: 원본반응식천재86쪽,수치완자121쪽표·메테인예제. 계수1,2,1,2확인. 생성물합-965.1,반응물합-74.8kJ. O2는기준원소라0이며물은l상태의-285.8을써야한다. 반응식원본이보여주는ΔH빈칸은원본을보존한다.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두 합의 차이로 연소열을 구한다</a:t>
            </a:r>
          </a:p>
          <a:p xmlns:a="http://schemas.openxmlformats.org/drawingml/2006/main">
            <a:r>
              <a:t>발화·지도: 완자121쪽예제. -965.1-(-74.8)=-890.3. 괄호앞의빼기와음수부호를구분한다. 주어진열화학반응식에대응하는ΔH=-890.3kJ이고메테인1mol기준연소엔탈피로표현하면-890.3kJ/mol이다. 상태·계수나반응방향을바꾸면ΔH도달라진다.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88239c27ec49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c40879d169b4c9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2fafca4ab745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1d587466b94e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054417d2744e9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17725e602e4d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D0FE7-CC25-4BC7-ADD7-2E1D30F46A4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E7E86E-425A-41E5-9D1B-359BBE40F6F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F74C10-7166-43F1-8DC0-5181DB0BC0E0}"/>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39F796-2B25-41B4-ABD9-44AB8CE08CD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8502A8-CD28-40CF-AC6A-FADA535B6BB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91A90F-4411-4D0E-AADE-B321869086E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3BF31C-76C1-40B5-BD17-114E6FBAD40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51487D-FAA5-4BA4-95AD-E4F7656E75D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C8F5EF-608F-449E-9F45-6D2051F247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94AE04-0426-48AA-922B-F5E260A0E68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22de73e0414482" /><Relationship Type="http://schemas.openxmlformats.org/officeDocument/2006/relationships/slideLayout" Target="/ppt/slideLayouts/slideLayout1.xml" Id="Rabe4906f2fa24e8a" /><Relationship Type="http://schemas.openxmlformats.org/officeDocument/2006/relationships/slideLayout" Target="/ppt/slideLayouts/slideLayout2.xml" Id="R8c8ece7bbe194998" /><Relationship Type="http://schemas.openxmlformats.org/officeDocument/2006/relationships/slideLayout" Target="/ppt/slideLayouts/slideLayout3.xml" Id="R3bd8c75bbbbe4ddf" /><Relationship Type="http://schemas.openxmlformats.org/officeDocument/2006/relationships/slideLayout" Target="/ppt/slideLayouts/slideLayout4.xml" Id="R2e8224e07eac41fa" /><Relationship Type="http://schemas.openxmlformats.org/officeDocument/2006/relationships/slideLayout" Target="/ppt/slideLayouts/slideLayout5.xml" Id="Rc0dd005622ba431b" /><Relationship Type="http://schemas.openxmlformats.org/officeDocument/2006/relationships/slideLayout" Target="/ppt/slideLayouts/slideLayout6.xml" Id="R1faffbe5955b40f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e4906f2fa24e8a"/>
    <p:sldLayoutId xmlns:r="http://schemas.openxmlformats.org/officeDocument/2006/relationships" id="2147483650" r:id="R8c8ece7bbe194998"/>
    <p:sldLayoutId xmlns:r="http://schemas.openxmlformats.org/officeDocument/2006/relationships" id="2147483651" r:id="R3bd8c75bbbbe4ddf"/>
    <p:sldLayoutId xmlns:r="http://schemas.openxmlformats.org/officeDocument/2006/relationships" id="2147483652" r:id="R2e8224e07eac41fa"/>
    <p:sldLayoutId xmlns:r="http://schemas.openxmlformats.org/officeDocument/2006/relationships" id="2147483653" r:id="Rc0dd005622ba431b"/>
    <p:sldLayoutId xmlns:r="http://schemas.openxmlformats.org/officeDocument/2006/relationships" id="2147483654" r:id="R1faffbe5955b40f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50b9b5cb1c4f36" /><Relationship Type="http://schemas.openxmlformats.org/officeDocument/2006/relationships/image" Target="/ppt/media/image.png" Id="R056a1896a07e4af1" /><Relationship Type="http://schemas.openxmlformats.org/officeDocument/2006/relationships/image" Target="/ppt/media/image2.png" Id="R794c1870e4564271" /><Relationship Type="http://schemas.openxmlformats.org/officeDocument/2006/relationships/image" Target="/ppt/media/image3.png" Id="R82c64f78fc944570" /><Relationship Type="http://schemas.openxmlformats.org/officeDocument/2006/relationships/notesSlide" Target="/ppt/notesSlides/notesSlide1.xml" Id="R7deb32b47aa949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29c00b51b07420c" /><Relationship Type="http://schemas.openxmlformats.org/officeDocument/2006/relationships/image" Target="/ppt/media/image4.png" Id="Ra22a64b3da7e4ab7" /><Relationship Type="http://schemas.openxmlformats.org/officeDocument/2006/relationships/image" Target="/ppt/media/image5.png" Id="R37bfa80cff5c4afa" /><Relationship Type="http://schemas.openxmlformats.org/officeDocument/2006/relationships/notesSlide" Target="/ppt/notesSlides/notesSlide2.xml" Id="R2e321f46e86142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a618cb650e49b1" /><Relationship Type="http://schemas.openxmlformats.org/officeDocument/2006/relationships/image" Target="/ppt/media/image6.png" Id="R68523e9b7d3847f6" /><Relationship Type="http://schemas.openxmlformats.org/officeDocument/2006/relationships/notesSlide" Target="/ppt/notesSlides/notesSlide3.xml" Id="R2dd863759efd42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e875a5770f4284" /><Relationship Type="http://schemas.openxmlformats.org/officeDocument/2006/relationships/image" Target="/ppt/media/image7.png" Id="Rdd3265c74d5d4e06" /><Relationship Type="http://schemas.openxmlformats.org/officeDocument/2006/relationships/image" Target="/ppt/media/image8.png" Id="R1fd3009a03d14774" /><Relationship Type="http://schemas.openxmlformats.org/officeDocument/2006/relationships/notesSlide" Target="/ppt/notesSlides/notesSlide4.xml" Id="R1cedb0979fc94f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524ff9ee0647ef" /><Relationship Type="http://schemas.openxmlformats.org/officeDocument/2006/relationships/image" Target="/ppt/media/image9.png" Id="Rc8ec27f5b1aa4bbb" /><Relationship Type="http://schemas.openxmlformats.org/officeDocument/2006/relationships/image" Target="/ppt/media/image10.png" Id="R10f3aaff48ea4581" /><Relationship Type="http://schemas.openxmlformats.org/officeDocument/2006/relationships/notesSlide" Target="/ppt/notesSlides/notesSlide5.xml" Id="Rd2ecf78bc62a4e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72b6b81dee450d" /><Relationship Type="http://schemas.openxmlformats.org/officeDocument/2006/relationships/image" Target="/ppt/media/image11.png" Id="R2a7988ffa6bf4043" /><Relationship Type="http://schemas.openxmlformats.org/officeDocument/2006/relationships/notesSlide" Target="/ppt/notesSlides/notesSlide6.xml" Id="R229d0f2a57174d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1f8919091c44afd" /><Relationship Type="http://schemas.openxmlformats.org/officeDocument/2006/relationships/image" Target="/ppt/media/image12.png" Id="Reee92781a1484523" /><Relationship Type="http://schemas.openxmlformats.org/officeDocument/2006/relationships/image" Target="/ppt/media/image13.png" Id="R225a91ef88dc4dd8" /><Relationship Type="http://schemas.openxmlformats.org/officeDocument/2006/relationships/image" Target="/ppt/media/image14.png" Id="R37a8adc9542c4f48" /><Relationship Type="http://schemas.openxmlformats.org/officeDocument/2006/relationships/image" Target="/ppt/media/image15.png" Id="R3b809dd3ec4e472f" /><Relationship Type="http://schemas.openxmlformats.org/officeDocument/2006/relationships/notesSlide" Target="/ppt/notesSlides/notesSlide7.xml" Id="Rfc79de4dc9ea48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5c4752fed34f58" /><Relationship Type="http://schemas.openxmlformats.org/officeDocument/2006/relationships/image" Target="/ppt/media/image16.png" Id="Rfa447093605d4c39" /><Relationship Type="http://schemas.openxmlformats.org/officeDocument/2006/relationships/image" Target="/ppt/media/image17.png" Id="Rc98cda82fdaa4a2f" /><Relationship Type="http://schemas.openxmlformats.org/officeDocument/2006/relationships/notesSlide" Target="/ppt/notesSlides/notesSlide8.xml" Id="Ra7d16a820adb42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c6b838e8114e48" /><Relationship Type="http://schemas.openxmlformats.org/officeDocument/2006/relationships/image" Target="/ppt/media/image18.png" Id="R760ca31c3af24e3e" /><Relationship Type="http://schemas.openxmlformats.org/officeDocument/2006/relationships/image" Target="/ppt/media/image19.png" Id="Rfd79b273e8e94dc6" /><Relationship Type="http://schemas.openxmlformats.org/officeDocument/2006/relationships/image" Target="/ppt/media/image20.png" Id="Rf1db87392b894ac8" /><Relationship Type="http://schemas.openxmlformats.org/officeDocument/2006/relationships/image" Target="/ppt/media/image21.png" Id="Rfcbf22375559400f" /><Relationship Type="http://schemas.openxmlformats.org/officeDocument/2006/relationships/notesSlide" Target="/ppt/notesSlides/notesSlide9.xml" Id="Rba8f9ae6e25d46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e8dfc59b1bd4798" /><Relationship Type="http://schemas.openxmlformats.org/officeDocument/2006/relationships/image" Target="/ppt/media/image22.png" Id="Rcbd8cfc02d5c4e6f" /><Relationship Type="http://schemas.openxmlformats.org/officeDocument/2006/relationships/image" Target="/ppt/media/image23.png" Id="Rab7dbafb0faa4ee7" /><Relationship Type="http://schemas.openxmlformats.org/officeDocument/2006/relationships/image" Target="/ppt/media/image24.png" Id="Rdeebac38e330475a" /><Relationship Type="http://schemas.openxmlformats.org/officeDocument/2006/relationships/notesSlide" Target="/ppt/notesSlides/notesSlide10.xml" Id="R2454e852d0f34fc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b401b69788648a2" /><Relationship Type="http://schemas.openxmlformats.org/officeDocument/2006/relationships/image" Target="/ppt/media/image25.png" Id="Rfcf48abad7974325" /><Relationship Type="http://schemas.openxmlformats.org/officeDocument/2006/relationships/image" Target="/ppt/media/image26.png" Id="Re1deaace9f7645a6" /><Relationship Type="http://schemas.openxmlformats.org/officeDocument/2006/relationships/image" Target="/ppt/media/image27.png" Id="Rf0178892d86c4a65" /><Relationship Type="http://schemas.openxmlformats.org/officeDocument/2006/relationships/notesSlide" Target="/ppt/notesSlides/notesSlide11.xml" Id="R8bf4e6c5b20d4c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2d7a389740c4cf3" /><Relationship Type="http://schemas.openxmlformats.org/officeDocument/2006/relationships/image" Target="/ppt/media/image28.png" Id="R6254a966a48e4079" /><Relationship Type="http://schemas.openxmlformats.org/officeDocument/2006/relationships/notesSlide" Target="/ppt/notesSlides/notesSlide12.xml" Id="Rcbb9b2f9a8504c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c37df6802f4bd9" /><Relationship Type="http://schemas.openxmlformats.org/officeDocument/2006/relationships/image" Target="/ppt/media/image29.png" Id="R4306e30413ba4606" /><Relationship Type="http://schemas.openxmlformats.org/officeDocument/2006/relationships/image" Target="/ppt/media/image30.png" Id="Rbcbda65681fb4ba3" /><Relationship Type="http://schemas.openxmlformats.org/officeDocument/2006/relationships/notesSlide" Target="/ppt/notesSlides/notesSlide13.xml" Id="Ra4a2d3b3ec524f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55e69e42a14ba1" /><Relationship Type="http://schemas.openxmlformats.org/officeDocument/2006/relationships/image" Target="/ppt/media/image31.png" Id="R107f0b40eac049c1" /><Relationship Type="http://schemas.openxmlformats.org/officeDocument/2006/relationships/image" Target="/ppt/media/image32.png" Id="R9ed3aa4571da4b9b" /><Relationship Type="http://schemas.openxmlformats.org/officeDocument/2006/relationships/notesSlide" Target="/ppt/notesSlides/notesSlide14.xml" Id="Raf1445f896d043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094ab9bfd6a408e" /><Relationship Type="http://schemas.openxmlformats.org/officeDocument/2006/relationships/image" Target="/ppt/media/image33.png" Id="R5a4973b802ad4636" /><Relationship Type="http://schemas.openxmlformats.org/officeDocument/2006/relationships/image" Target="/ppt/media/image34.png" Id="R0f20c86b43de40f7" /><Relationship Type="http://schemas.openxmlformats.org/officeDocument/2006/relationships/image" Target="/ppt/media/image35.png" Id="Raeb5ce036225469b" /><Relationship Type="http://schemas.openxmlformats.org/officeDocument/2006/relationships/image" Target="/ppt/media/image36.png" Id="R9ddc995c7bad42db" /><Relationship Type="http://schemas.openxmlformats.org/officeDocument/2006/relationships/notesSlide" Target="/ppt/notesSlides/notesSlide15.xml" Id="R3a2b902e71eb4e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49b2eb89f7f47d4" /><Relationship Type="http://schemas.openxmlformats.org/officeDocument/2006/relationships/image" Target="/ppt/media/image37.png" Id="Re43122ea9cec4bd2" /><Relationship Type="http://schemas.openxmlformats.org/officeDocument/2006/relationships/image" Target="/ppt/media/image38.png" Id="R2d047a511c6f47d7" /><Relationship Type="http://schemas.openxmlformats.org/officeDocument/2006/relationships/notesSlide" Target="/ppt/notesSlides/notesSlide16.xml" Id="R3bd538bf7e1e488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3ce8b1615a0449c" /><Relationship Type="http://schemas.openxmlformats.org/officeDocument/2006/relationships/image" Target="/ppt/media/image39.png" Id="R9f91b8cef8f54395" /><Relationship Type="http://schemas.openxmlformats.org/officeDocument/2006/relationships/image" Target="/ppt/media/image40.png" Id="R235334e67d784ecb" /><Relationship Type="http://schemas.openxmlformats.org/officeDocument/2006/relationships/image" Target="/ppt/media/image41.png" Id="Re71cbc869a5d4aa6" /><Relationship Type="http://schemas.openxmlformats.org/officeDocument/2006/relationships/notesSlide" Target="/ppt/notesSlides/notesSlide17.xml" Id="Rb0028ac6838647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f9e409d43024cf4" /><Relationship Type="http://schemas.openxmlformats.org/officeDocument/2006/relationships/image" Target="/ppt/media/image42.png" Id="R370238f772384242" /><Relationship Type="http://schemas.openxmlformats.org/officeDocument/2006/relationships/image" Target="/ppt/media/image43.png" Id="R5110272e448d4308" /><Relationship Type="http://schemas.openxmlformats.org/officeDocument/2006/relationships/image" Target="/ppt/media/image44.png" Id="Rc92e49874b5c4fb0" /><Relationship Type="http://schemas.openxmlformats.org/officeDocument/2006/relationships/notesSlide" Target="/ppt/notesSlides/notesSlide18.xml" Id="R77547af9c5a843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16d41079bc04431" /><Relationship Type="http://schemas.openxmlformats.org/officeDocument/2006/relationships/image" Target="/ppt/media/image45.png" Id="Re2a847373c294159" /><Relationship Type="http://schemas.openxmlformats.org/officeDocument/2006/relationships/image" Target="/ppt/media/image46.png" Id="R072c17a55c8b434f" /><Relationship Type="http://schemas.openxmlformats.org/officeDocument/2006/relationships/image" Target="/ppt/media/image47.png" Id="Re7342ea398a349cc" /><Relationship Type="http://schemas.openxmlformats.org/officeDocument/2006/relationships/notesSlide" Target="/ppt/notesSlides/notesSlide19.xml" Id="R7b8e4982157e45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1cd8c6c82394634" /><Relationship Type="http://schemas.openxmlformats.org/officeDocument/2006/relationships/image" Target="/ppt/media/image48.png" Id="Rfc2d31fecc244ce6" /><Relationship Type="http://schemas.openxmlformats.org/officeDocument/2006/relationships/notesSlide" Target="/ppt/notesSlides/notesSlide20.xml" Id="Rd0b1405cfbb744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0c64eb974554a2e" /><Relationship Type="http://schemas.openxmlformats.org/officeDocument/2006/relationships/image" Target="/ppt/media/image49.png" Id="Rd9ff61b4df944eb6" /><Relationship Type="http://schemas.openxmlformats.org/officeDocument/2006/relationships/image" Target="/ppt/media/image50.png" Id="Rb4cac3157e08435a" /><Relationship Type="http://schemas.openxmlformats.org/officeDocument/2006/relationships/image" Target="/ppt/media/image51.png" Id="Rdd2f19ea478d413b" /><Relationship Type="http://schemas.openxmlformats.org/officeDocument/2006/relationships/notesSlide" Target="/ppt/notesSlides/notesSlide21.xml" Id="Rf20dd8b3482a46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86548380a6a4efd" /><Relationship Type="http://schemas.openxmlformats.org/officeDocument/2006/relationships/image" Target="/ppt/media/image52.png" Id="R6fea39f26d3849c7" /><Relationship Type="http://schemas.openxmlformats.org/officeDocument/2006/relationships/image" Target="/ppt/media/image53.png" Id="R09f5369c098b4d33" /><Relationship Type="http://schemas.openxmlformats.org/officeDocument/2006/relationships/image" Target="/ppt/media/image54.png" Id="Re83ce0da151f4a97" /><Relationship Type="http://schemas.openxmlformats.org/officeDocument/2006/relationships/notesSlide" Target="/ppt/notesSlides/notesSlide22.xml" Id="R9af3812d921a4d2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e0b63246d1a4460" /><Relationship Type="http://schemas.openxmlformats.org/officeDocument/2006/relationships/image" Target="/ppt/media/image55.png" Id="R5f96e79776994f65" /><Relationship Type="http://schemas.openxmlformats.org/officeDocument/2006/relationships/image" Target="/ppt/media/image56.png" Id="R0101a1ef5cf54afd" /><Relationship Type="http://schemas.openxmlformats.org/officeDocument/2006/relationships/notesSlide" Target="/ppt/notesSlides/notesSlide23.xml" Id="R5b6f46b8c6674ce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ef1069f58a24032" /><Relationship Type="http://schemas.openxmlformats.org/officeDocument/2006/relationships/image" Target="/ppt/media/image57.png" Id="R4130a93e85dc4ed0" /><Relationship Type="http://schemas.openxmlformats.org/officeDocument/2006/relationships/image" Target="/ppt/media/image58.png" Id="R40727a2848c24def" /><Relationship Type="http://schemas.openxmlformats.org/officeDocument/2006/relationships/notesSlide" Target="/ppt/notesSlides/notesSlide24.xml" Id="R5b6de4feed3d414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51866cdd5ab4fe5" /><Relationship Type="http://schemas.openxmlformats.org/officeDocument/2006/relationships/image" Target="/ppt/media/image59.png" Id="Rdade0cbda0af4456" /><Relationship Type="http://schemas.openxmlformats.org/officeDocument/2006/relationships/image" Target="/ppt/media/image60.png" Id="Re7c5f2c21f244ee5" /><Relationship Type="http://schemas.openxmlformats.org/officeDocument/2006/relationships/notesSlide" Target="/ppt/notesSlides/notesSlide25.xml" Id="Re7e261e90e234f4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44f579355f1e4aa4" /><Relationship Type="http://schemas.openxmlformats.org/officeDocument/2006/relationships/image" Target="/ppt/media/image61.png" Id="Rdcb8ac52e1394426" /><Relationship Type="http://schemas.openxmlformats.org/officeDocument/2006/relationships/notesSlide" Target="/ppt/notesSlides/notesSlide26.xml" Id="Rd6f0599366004db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4a8a9b2c5424948" /><Relationship Type="http://schemas.openxmlformats.org/officeDocument/2006/relationships/image" Target="/ppt/media/image62.png" Id="Re0b7f4acbd1040ce" /><Relationship Type="http://schemas.openxmlformats.org/officeDocument/2006/relationships/notesSlide" Target="/ppt/notesSlides/notesSlide27.xml" Id="R675ecee7fb154d2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f61cf0efd024327" /><Relationship Type="http://schemas.openxmlformats.org/officeDocument/2006/relationships/image" Target="/ppt/media/image63.png" Id="R7fdbedf499c4440b" /><Relationship Type="http://schemas.openxmlformats.org/officeDocument/2006/relationships/notesSlide" Target="/ppt/notesSlides/notesSlide28.xml" Id="R45ab79770e804b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c6a3379128c48b1" /><Relationship Type="http://schemas.openxmlformats.org/officeDocument/2006/relationships/image" Target="/ppt/media/image64.png" Id="R083a0891c94748bf" /><Relationship Type="http://schemas.openxmlformats.org/officeDocument/2006/relationships/notesSlide" Target="/ppt/notesSlides/notesSlide29.xml" Id="R21777a16e13c4d8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edc509668d0453a" /><Relationship Type="http://schemas.openxmlformats.org/officeDocument/2006/relationships/image" Target="/ppt/media/image65.png" Id="R89c937be791e4043" /><Relationship Type="http://schemas.openxmlformats.org/officeDocument/2006/relationships/notesSlide" Target="/ppt/notesSlides/notesSlide30.xml" Id="R795d290949f348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a486910d4164ef3" /><Relationship Type="http://schemas.openxmlformats.org/officeDocument/2006/relationships/image" Target="/ppt/media/image66.png" Id="Rc1e98990905b4f64" /><Relationship Type="http://schemas.openxmlformats.org/officeDocument/2006/relationships/image" Target="/ppt/media/image67.png" Id="Rf5ce34a3fed64acf" /><Relationship Type="http://schemas.openxmlformats.org/officeDocument/2006/relationships/notesSlide" Target="/ppt/notesSlides/notesSlide31.xml" Id="R48334f228888439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cb2989f4b48431f" /><Relationship Type="http://schemas.openxmlformats.org/officeDocument/2006/relationships/image" Target="/ppt/media/image68.png" Id="Rf51ab13d5b7947d3" /><Relationship Type="http://schemas.openxmlformats.org/officeDocument/2006/relationships/image" Target="/ppt/media/image69.png" Id="R75668e4eecf54633" /><Relationship Type="http://schemas.openxmlformats.org/officeDocument/2006/relationships/image" Target="/ppt/media/image70.png" Id="Rece67532102c4024" /><Relationship Type="http://schemas.openxmlformats.org/officeDocument/2006/relationships/image" Target="/ppt/media/image71.png" Id="R983a8ac9200a40d4" /><Relationship Type="http://schemas.openxmlformats.org/officeDocument/2006/relationships/image" Target="/ppt/media/image72.png" Id="R3e1090eb0e1a4032" /><Relationship Type="http://schemas.openxmlformats.org/officeDocument/2006/relationships/notesSlide" Target="/ppt/notesSlides/notesSlide32.xml" Id="R7438d86d9d53468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fb0806962af4bb6" /><Relationship Type="http://schemas.openxmlformats.org/officeDocument/2006/relationships/image" Target="/ppt/media/image73.png" Id="R5ac4e0fcf00a47f0" /><Relationship Type="http://schemas.openxmlformats.org/officeDocument/2006/relationships/image" Target="/ppt/media/image74.png" Id="R573b9dbf1e194c58" /><Relationship Type="http://schemas.openxmlformats.org/officeDocument/2006/relationships/notesSlide" Target="/ppt/notesSlides/notesSlide33.xml" Id="Rff9e22a0c569417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f1fba38f51de43f6" /><Relationship Type="http://schemas.openxmlformats.org/officeDocument/2006/relationships/image" Target="/ppt/media/image75.png" Id="R2d518fe134514873" /><Relationship Type="http://schemas.openxmlformats.org/officeDocument/2006/relationships/notesSlide" Target="/ppt/notesSlides/notesSlide34.xml" Id="R223642136e704e7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640576940f64b76" /><Relationship Type="http://schemas.openxmlformats.org/officeDocument/2006/relationships/image" Target="/ppt/media/image76.png" Id="R4bf62f1b7de44f43" /><Relationship Type="http://schemas.openxmlformats.org/officeDocument/2006/relationships/notesSlide" Target="/ppt/notesSlides/notesSlide35.xml" Id="Raac6a7328f66467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291f4cb3d724e73" /><Relationship Type="http://schemas.openxmlformats.org/officeDocument/2006/relationships/image" Target="/ppt/media/image77.png" Id="R1a02178376434ee4" /><Relationship Type="http://schemas.openxmlformats.org/officeDocument/2006/relationships/image" Target="/ppt/media/image78.png" Id="R974b5c9dfd004189" /><Relationship Type="http://schemas.openxmlformats.org/officeDocument/2006/relationships/notesSlide" Target="/ppt/notesSlides/notesSlide36.xml" Id="R6c0e249600324ba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fe6b6c5056c453c" /><Relationship Type="http://schemas.openxmlformats.org/officeDocument/2006/relationships/image" Target="/ppt/media/image79.png" Id="Rb7cb158e5a164bea" /><Relationship Type="http://schemas.openxmlformats.org/officeDocument/2006/relationships/image" Target="/ppt/media/image80.png" Id="R709a341509494412" /><Relationship Type="http://schemas.openxmlformats.org/officeDocument/2006/relationships/notesSlide" Target="/ppt/notesSlides/notesSlide37.xml" Id="R4e6b37033bda463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8d5ee57bdd64723" /><Relationship Type="http://schemas.openxmlformats.org/officeDocument/2006/relationships/image" Target="/ppt/media/image81.png" Id="R5238962e610d402a" /><Relationship Type="http://schemas.openxmlformats.org/officeDocument/2006/relationships/image" Target="/ppt/media/image82.png" Id="R9dfda63157c14ea3" /><Relationship Type="http://schemas.openxmlformats.org/officeDocument/2006/relationships/notesSlide" Target="/ppt/notesSlides/notesSlide38.xml" Id="R0ddb205003224e4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f9346e21d9a48d0" /><Relationship Type="http://schemas.openxmlformats.org/officeDocument/2006/relationships/image" Target="/ppt/media/image83.png" Id="R390e9ad5d3f944f2" /><Relationship Type="http://schemas.openxmlformats.org/officeDocument/2006/relationships/image" Target="/ppt/media/image84.png" Id="Rc760ea8ce24240f8" /><Relationship Type="http://schemas.openxmlformats.org/officeDocument/2006/relationships/image" Target="/ppt/media/image85.png" Id="R6b19a19b93d84316" /><Relationship Type="http://schemas.openxmlformats.org/officeDocument/2006/relationships/notesSlide" Target="/ppt/notesSlides/notesSlide39.xml" Id="R9ec258a734344e9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a0dd3bd69f284a16" /><Relationship Type="http://schemas.openxmlformats.org/officeDocument/2006/relationships/image" Target="/ppt/media/image86.png" Id="R1cddc73103b54daf" /><Relationship Type="http://schemas.openxmlformats.org/officeDocument/2006/relationships/notesSlide" Target="/ppt/notesSlides/notesSlide40.xml" Id="Re4ffbb8d48ee4c8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b692bedfdda34b71" /><Relationship Type="http://schemas.openxmlformats.org/officeDocument/2006/relationships/image" Target="/ppt/media/image87.png" Id="Re98fcc89726e4504" /><Relationship Type="http://schemas.openxmlformats.org/officeDocument/2006/relationships/image" Target="/ppt/media/image88.png" Id="Ra15c74cbf7d9460b" /><Relationship Type="http://schemas.openxmlformats.org/officeDocument/2006/relationships/notesSlide" Target="/ppt/notesSlides/notesSlide41.xml" Id="R74a0c36954c8491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c096ed4b12c47c2" /><Relationship Type="http://schemas.openxmlformats.org/officeDocument/2006/relationships/image" Target="/ppt/media/image89.png" Id="R20debbb90e814f11" /><Relationship Type="http://schemas.openxmlformats.org/officeDocument/2006/relationships/image" Target="/ppt/media/image90.png" Id="Ra222156d23084c2e" /><Relationship Type="http://schemas.openxmlformats.org/officeDocument/2006/relationships/image" Target="/ppt/media/image91.png" Id="R9602db0badee4533" /><Relationship Type="http://schemas.openxmlformats.org/officeDocument/2006/relationships/image" Target="/ppt/media/image92.png" Id="Rddb5e184251244a9" /><Relationship Type="http://schemas.openxmlformats.org/officeDocument/2006/relationships/image" Target="/ppt/media/image93.png" Id="Rf9ab202ca0424d65" /><Relationship Type="http://schemas.openxmlformats.org/officeDocument/2006/relationships/notesSlide" Target="/ppt/notesSlides/notesSlide42.xml" Id="R793f894c89c14c8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364d0c44d63459a" /><Relationship Type="http://schemas.openxmlformats.org/officeDocument/2006/relationships/image" Target="/ppt/media/image94.png" Id="R6eb8491b7c884717" /><Relationship Type="http://schemas.openxmlformats.org/officeDocument/2006/relationships/image" Target="/ppt/media/image95.png" Id="Ra5589bc58ab64a79" /><Relationship Type="http://schemas.openxmlformats.org/officeDocument/2006/relationships/image" Target="/ppt/media/image96.png" Id="R6a834726b3624b7b" /><Relationship Type="http://schemas.openxmlformats.org/officeDocument/2006/relationships/notesSlide" Target="/ppt/notesSlides/notesSlide43.xml" Id="R38066402eaf845c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61b8f220b154f2e" /><Relationship Type="http://schemas.openxmlformats.org/officeDocument/2006/relationships/image" Target="/ppt/media/image97.png" Id="R8a4f8de817bb4526" /><Relationship Type="http://schemas.openxmlformats.org/officeDocument/2006/relationships/notesSlide" Target="/ppt/notesSlides/notesSlide44.xml" Id="Rfc8c64bf1682421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8732e252250b4577" /><Relationship Type="http://schemas.openxmlformats.org/officeDocument/2006/relationships/image" Target="/ppt/media/image98.png" Id="Ra781f75aa7744f4f" /><Relationship Type="http://schemas.openxmlformats.org/officeDocument/2006/relationships/notesSlide" Target="/ppt/notesSlides/notesSlide45.xml" Id="Refb5c74701f04cd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3b8c1feafd5442a" /><Relationship Type="http://schemas.openxmlformats.org/officeDocument/2006/relationships/image" Target="/ppt/media/image99.png" Id="Rb15fe066c7064d2d" /><Relationship Type="http://schemas.openxmlformats.org/officeDocument/2006/relationships/notesSlide" Target="/ppt/notesSlides/notesSlide46.xml" Id="R891ab7cce4a4494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6a1e4d94b3584d34" /><Relationship Type="http://schemas.openxmlformats.org/officeDocument/2006/relationships/image" Target="/ppt/media/image100.png" Id="R9df7435717694f53" /><Relationship Type="http://schemas.openxmlformats.org/officeDocument/2006/relationships/notesSlide" Target="/ppt/notesSlides/notesSlide47.xml" Id="R10bf1f09b8934e1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ea3b041bcf648a9" /><Relationship Type="http://schemas.openxmlformats.org/officeDocument/2006/relationships/image" Target="/ppt/media/image101.png" Id="R8762376659d6407f" /><Relationship Type="http://schemas.openxmlformats.org/officeDocument/2006/relationships/notesSlide" Target="/ppt/notesSlides/notesSlide48.xml" Id="R8059046dbd5644a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e2d58edae23d4199" /><Relationship Type="http://schemas.openxmlformats.org/officeDocument/2006/relationships/image" Target="/ppt/media/image102.png" Id="R9f0084d58b2d46c4" /><Relationship Type="http://schemas.openxmlformats.org/officeDocument/2006/relationships/image" Target="/ppt/media/image103.png" Id="Rc214aff7e8b7468f" /><Relationship Type="http://schemas.openxmlformats.org/officeDocument/2006/relationships/image" Target="/ppt/media/image104.png" Id="Rc85926094a8a4541" /><Relationship Type="http://schemas.openxmlformats.org/officeDocument/2006/relationships/image" Target="/ppt/media/image105.png" Id="R1593bf424bc04703" /><Relationship Type="http://schemas.openxmlformats.org/officeDocument/2006/relationships/notesSlide" Target="/ppt/notesSlides/notesSlide49.xml" Id="R80b5f09a6f8543a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3c25ee7f88c14524" /><Relationship Type="http://schemas.openxmlformats.org/officeDocument/2006/relationships/image" Target="/ppt/media/image106.png" Id="Rf645ad3e6dc643c5" /><Relationship Type="http://schemas.openxmlformats.org/officeDocument/2006/relationships/notesSlide" Target="/ppt/notesSlides/notesSlide50.xml" Id="R9322191d4995401a"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A1F8092-4C08-4C51-9665-528E1AA055A4}"/>
              </a:ext>
            </a:extLst>
          </p:cNvPr>
          <p:cNvPicPr>
            <a:picLocks xmlns:a="http://schemas.openxmlformats.org/drawingml/2006/main" noChangeAspect="1"/>
          </p:cNvPicPr>
          <p:nvPr/>
        </p:nvPicPr>
        <p:blipFill>
          <a:blip xmlns:r="http://schemas.openxmlformats.org/officeDocument/2006/relationships" xmlns:a="http://schemas.openxmlformats.org/drawingml/2006/main" r:embed="R056a1896a07e4af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931058A4-F283-47E9-BA3F-EAFD6C2FF5C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9CC1CDE5-7068-4618-B1CD-453DEF9C3BE4}"/>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8DF38DBC-F087-407A-B33F-53E15746F4D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5BE16C26-903D-4AA3-B311-4185E1BC76E8}"/>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2107B3F7-93EB-4DFF-827E-AC831ED6C26F}"/>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2FF7BCF0-2A39-41D4-ABBE-30992087E5FB}"/>
              </a:ext>
            </a:extLst>
          </p:cNvPr>
          <p:cNvPicPr>
            <a:picLocks xmlns:a="http://schemas.openxmlformats.org/drawingml/2006/main" noChangeAspect="1"/>
          </p:cNvPicPr>
          <p:nvPr/>
        </p:nvPicPr>
        <p:blipFill>
          <a:blip xmlns:r="http://schemas.openxmlformats.org/officeDocument/2006/relationships" xmlns:a="http://schemas.openxmlformats.org/drawingml/2006/main" r:embed="R794c1870e456427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3FD3CD4-155E-4255-91A7-7891EC787185}"/>
              </a:ext>
            </a:extLst>
          </p:cNvPr>
          <p:cNvPicPr>
            <a:picLocks xmlns:a="http://schemas.openxmlformats.org/drawingml/2006/main" noChangeAspect="1"/>
          </p:cNvPicPr>
          <p:nvPr/>
        </p:nvPicPr>
        <p:blipFill>
          <a:blip xmlns:r="http://schemas.openxmlformats.org/officeDocument/2006/relationships" xmlns:a="http://schemas.openxmlformats.org/drawingml/2006/main" r:embed="R82c64f78fc944570"/>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1846A65D-0E41-4ADE-B235-347072B446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9909900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45020BC-36F3-4173-AAE2-C4C61FBD910A}"/>
              </a:ext>
            </a:extLst>
          </p:cNvPr>
          <p:cNvPicPr>
            <a:picLocks xmlns:a="http://schemas.openxmlformats.org/drawingml/2006/main" noChangeAspect="1"/>
          </p:cNvPicPr>
          <p:nvPr/>
        </p:nvPicPr>
        <p:blipFill>
          <a:blip xmlns:r="http://schemas.openxmlformats.org/officeDocument/2006/relationships" xmlns:a="http://schemas.openxmlformats.org/drawingml/2006/main" r:embed="Ra22a64b3da7e4ab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D7315B-0B9B-481F-A516-BB03CD3310D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015C7D-6C2F-4FE6-B601-B62C3C0FA49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D390007E-17DF-40B5-9A7D-0741561BF55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76A5ED0-C1C9-495A-9BA7-C84E98CA8D2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ADF1D357-ABCA-4903-BBB2-6414DB9A5C7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DD332906-E977-431E-A1A1-C24928D921DA}"/>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32F2498A-D49F-4178-8E36-CF6CA3BB9DA4}"/>
              </a:ext>
            </a:extLst>
          </p:cNvPr>
          <p:cNvPicPr>
            <a:picLocks xmlns:a="http://schemas.openxmlformats.org/drawingml/2006/main" noChangeAspect="1"/>
          </p:cNvPicPr>
          <p:nvPr/>
        </p:nvPicPr>
        <p:blipFill>
          <a:blip xmlns:r="http://schemas.openxmlformats.org/officeDocument/2006/relationships" xmlns:a="http://schemas.openxmlformats.org/drawingml/2006/main" r:embed="R37bfa80cff5c4afa"/>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9311039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6334810-3995-4C1E-9FCA-03527EF59BA3}"/>
              </a:ext>
            </a:extLst>
          </p:cNvPr>
          <p:cNvPicPr>
            <a:picLocks xmlns:a="http://schemas.openxmlformats.org/drawingml/2006/main" noChangeAspect="1"/>
          </p:cNvPicPr>
          <p:nvPr/>
        </p:nvPicPr>
        <p:blipFill>
          <a:blip xmlns:r="http://schemas.openxmlformats.org/officeDocument/2006/relationships" xmlns:a="http://schemas.openxmlformats.org/drawingml/2006/main" r:embed="R68523e9b7d3847f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4FBF83-DA1B-4AEA-AF6B-DC5FF6A9E8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3ECF97F-3740-40D9-89D4-BCBC59B6668C}"/>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BF4849AB-A5A3-407F-BDEA-D799F0B08F16}"/>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63AC15CB-B67C-44E3-8F64-743CA43E1BCD}"/>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CACB6230-6F31-47DD-8563-C0C9EC2B03DF}"/>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D0A87C39-A8FA-4969-8444-2835E18F34C7}"/>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C51BF84-BB19-43BD-B150-16B22F2F0D1A}"/>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612FF05B-C96E-4DD4-B810-31836AF6807A}"/>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91C10E7-172D-4ABD-A263-34B56B634131}"/>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1811C29-31FC-4C2C-903F-D5CB6F8C4A2A}"/>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98C0F7F4-9BD3-4357-84A9-1C036713F0E7}"/>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08D0A4EC-773F-42F0-BE1F-C9B4D0469EAD}"/>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0509C9A-EECE-408F-9845-046CE54A8462}"/>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2A1CA61D-6028-44F1-89AB-6D69B12060D3}"/>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8601478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41FB4A2-132A-407B-8730-1DE3260617DF}"/>
              </a:ext>
            </a:extLst>
          </p:cNvPr>
          <p:cNvPicPr>
            <a:picLocks xmlns:a="http://schemas.openxmlformats.org/drawingml/2006/main" noChangeAspect="1"/>
          </p:cNvPicPr>
          <p:nvPr/>
        </p:nvPicPr>
        <p:blipFill>
          <a:blip xmlns:r="http://schemas.openxmlformats.org/officeDocument/2006/relationships" xmlns:a="http://schemas.openxmlformats.org/drawingml/2006/main" r:embed="Rdd3265c74d5d4e0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1F2D115-1B06-4255-A950-443AE9B942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A48EED8-9A3F-4CD5-99AF-433B1F1BCBCB}"/>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2181E99D-C3C3-430D-A2A3-54465D7D21B2}"/>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44099AB-32C2-4BD7-B617-4BD29DBD7939}"/>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13250F6-76B2-49B0-878E-9F7BCB874228}"/>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F05EAA48-52B1-4B8D-B64B-73FB70E031D6}"/>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7F40D082-9EC3-4130-9948-34988BA7728A}"/>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B7B3CECF-2727-4E35-9800-24A8C484B857}"/>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48F42DAC-38EA-46D1-A4D2-76107A71DB7F}"/>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734C26DD-60EA-4F3A-BAE3-74E8C08CF281}"/>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92B5436-8F98-44FF-AA49-3B9CA416DFC2}"/>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C0DBB79A-E0E4-4982-9BC4-C6F7C2731118}"/>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647F2E28-FE65-4842-9DA5-89A9A9E8941C}"/>
              </a:ext>
            </a:extLst>
          </p:cNvPr>
          <p:cNvPicPr>
            <a:picLocks xmlns:a="http://schemas.openxmlformats.org/drawingml/2006/main" noChangeAspect="1"/>
          </p:cNvPicPr>
          <p:nvPr/>
        </p:nvPicPr>
        <p:blipFill>
          <a:blip xmlns:r="http://schemas.openxmlformats.org/officeDocument/2006/relationships" xmlns:a="http://schemas.openxmlformats.org/drawingml/2006/main" r:embed="R1fd3009a03d14774"/>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78760925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F453FE3-634D-44D9-B23E-E951F7A0253A}"/>
              </a:ext>
            </a:extLst>
          </p:cNvPr>
          <p:cNvPicPr>
            <a:picLocks xmlns:a="http://schemas.openxmlformats.org/drawingml/2006/main" noChangeAspect="1"/>
          </p:cNvPicPr>
          <p:nvPr/>
        </p:nvPicPr>
        <p:blipFill>
          <a:blip xmlns:r="http://schemas.openxmlformats.org/officeDocument/2006/relationships" xmlns:a="http://schemas.openxmlformats.org/drawingml/2006/main" r:embed="Rc8ec27f5b1aa4bb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D6F3C6E-D150-483E-983C-92725AFE30D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C359575F-D7BA-4675-9B41-E9778710441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14F801E6-4653-40F6-BB95-20C7BDDDFA6C}"/>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AB361820-091E-4426-BADF-7C9BD12C1229}"/>
              </a:ext>
            </a:extLst>
          </p:cNvPr>
          <p:cNvPicPr>
            <a:picLocks xmlns:a="http://schemas.openxmlformats.org/drawingml/2006/main" noChangeAspect="1"/>
          </p:cNvPicPr>
          <p:nvPr/>
        </p:nvPicPr>
        <p:blipFill>
          <a:blip xmlns:r="http://schemas.openxmlformats.org/officeDocument/2006/relationships" xmlns:a="http://schemas.openxmlformats.org/drawingml/2006/main" r:embed="R10f3aaff48ea458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C53E0B8E-9720-44E3-B9E1-D6451F0323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C655AC9B-216A-4284-8326-C85547E1CAA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B9685D3F-1C61-4DC8-8739-19955FD39E4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AF20C1F1-12B2-4C2E-9DF0-094F023C747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2500889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D251567-BC82-4648-9A27-558E52FDF083}"/>
              </a:ext>
            </a:extLst>
          </p:cNvPr>
          <p:cNvPicPr>
            <a:picLocks xmlns:a="http://schemas.openxmlformats.org/drawingml/2006/main" noChangeAspect="1"/>
          </p:cNvPicPr>
          <p:nvPr/>
        </p:nvPicPr>
        <p:blipFill>
          <a:blip xmlns:r="http://schemas.openxmlformats.org/officeDocument/2006/relationships" xmlns:a="http://schemas.openxmlformats.org/drawingml/2006/main" r:embed="R2a7988ffa6bf40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923FA4-3D9B-43EF-8451-42FED34F282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49510B-3EAA-4FDF-8E7E-6DD0F9E2D81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D2E86C9-A20D-4D89-9043-7E306FFC22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6B5214B-A480-457A-8FC0-89D05A4FD43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99AC22FA-FCBD-4931-BC80-B9DCF365BCFE}"/>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FCF53096-D7CB-4814-8E82-923CA997A21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4CA8A5E4-ACB0-4EF0-BF6F-7CE239DF349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FB8E3470-7546-4C19-B11B-D5329668038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EBD1A997-B61D-486C-AB83-80BC8CE96B5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8D7867EF-2969-4F6B-9EBC-6EB4196D0B7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5B3C0A3E-A0CD-4C9F-A4FB-FD9100BEBD8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8475585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8E9FF98F-E508-4471-9AE4-05C5F0BB0981}"/>
              </a:ext>
            </a:extLst>
          </p:cNvPr>
          <p:cNvPicPr>
            <a:picLocks xmlns:a="http://schemas.openxmlformats.org/drawingml/2006/main" noChangeAspect="1"/>
          </p:cNvPicPr>
          <p:nvPr/>
        </p:nvPicPr>
        <p:blipFill>
          <a:blip xmlns:r="http://schemas.openxmlformats.org/officeDocument/2006/relationships" xmlns:a="http://schemas.openxmlformats.org/drawingml/2006/main" r:embed="Reee92781a148452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5635BC-CB9E-40D9-8776-653EA8A9AD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7810EF5-6E7A-4CE6-A2D1-C397386F59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A4143F6-8A0A-4B0D-BD70-AE06DCC8FE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878B2A0-CF5F-4881-BB33-C56F9C3CDC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E9DD9249-598D-4155-A70E-2EE5762850BB}"/>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DB7214FD-BBF8-48B1-B11F-5058F598B20F}"/>
              </a:ext>
            </a:extLst>
          </p:cNvPr>
          <p:cNvPicPr>
            <a:picLocks xmlns:a="http://schemas.openxmlformats.org/drawingml/2006/main" noChangeAspect="1"/>
          </p:cNvPicPr>
          <p:nvPr/>
        </p:nvPicPr>
        <p:blipFill>
          <a:blip xmlns:r="http://schemas.openxmlformats.org/officeDocument/2006/relationships" xmlns:a="http://schemas.openxmlformats.org/drawingml/2006/main" r:embed="R225a91ef88dc4dd8"/>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DEFE7EB-FF0E-433A-9158-6E71EB075DB0}"/>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510E0E02-CBBC-4540-BB06-48D05335EB83}"/>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51DCFE3A-2DD6-403F-8E0E-6DB8A26202ED}"/>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9C9AFC14-8786-4E6D-BBE1-5385E97AB360}"/>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8DDFC0C5-D124-4D06-BD07-2D0E94775D40}"/>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F4428CDC-1DF8-4EFA-8346-AF255BB91CE8}"/>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12F97E83-7204-4C66-B24E-A1AFD9FF3337}"/>
              </a:ext>
            </a:extLst>
          </p:cNvPr>
          <p:cNvPicPr>
            <a:picLocks xmlns:a="http://schemas.openxmlformats.org/drawingml/2006/main" noChangeAspect="1"/>
          </p:cNvPicPr>
          <p:nvPr/>
        </p:nvPicPr>
        <p:blipFill>
          <a:blip xmlns:r="http://schemas.openxmlformats.org/officeDocument/2006/relationships" xmlns:a="http://schemas.openxmlformats.org/drawingml/2006/main" r:embed="R37a8adc9542c4f48"/>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4075BA4E-5B57-4266-8D64-2EADBDAABAAE}"/>
              </a:ext>
            </a:extLst>
          </p:cNvPr>
          <p:cNvPicPr>
            <a:picLocks xmlns:a="http://schemas.openxmlformats.org/drawingml/2006/main" noChangeAspect="1"/>
          </p:cNvPicPr>
          <p:nvPr/>
        </p:nvPicPr>
        <p:blipFill>
          <a:blip xmlns:r="http://schemas.openxmlformats.org/officeDocument/2006/relationships" xmlns:a="http://schemas.openxmlformats.org/drawingml/2006/main" r:embed="R3b809dd3ec4e472f"/>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B327F635-32B9-4624-BD10-D944F949BD1F}"/>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B326129-343D-4D83-859C-C06D69B26170}"/>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26172979-FA34-4C7C-AC21-32DF3F087A0D}"/>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D7ACDEB3-3B63-401E-9788-EC4924BB09F2}"/>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A5B8D0F6-3D0F-4A9C-A7BF-9A093D2B441E}"/>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15FF4A8-9E0E-41B8-B642-B7A9DF63021B}"/>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47EEA0FD-2813-4099-8ECC-F4F7324E63C8}"/>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C9B39D7C-EA70-4185-80B2-C0DDA173E274}"/>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205642041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60096BD-87A2-472B-BDC4-A11B74436404}"/>
              </a:ext>
            </a:extLst>
          </p:cNvPr>
          <p:cNvPicPr>
            <a:picLocks xmlns:a="http://schemas.openxmlformats.org/drawingml/2006/main" noChangeAspect="1"/>
          </p:cNvPicPr>
          <p:nvPr/>
        </p:nvPicPr>
        <p:blipFill>
          <a:blip xmlns:r="http://schemas.openxmlformats.org/officeDocument/2006/relationships" xmlns:a="http://schemas.openxmlformats.org/drawingml/2006/main" r:embed="Rfa447093605d4c3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FFF263-18F5-4E4F-A3FA-B547C1329D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FA63FC-2647-46A2-8118-ADCB50640F1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92463DD-A93C-4D14-8278-5CD4739020F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0B15CEE-02D5-4C04-AFCD-910B0B46058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DC1A49EF-7554-4770-8730-12FEDAE1BA3B}"/>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03C10B8A-DD5F-400D-96D3-38935B2B334D}"/>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D1619339-9290-4221-AB15-367E84B5001A}"/>
              </a:ext>
            </a:extLst>
          </p:cNvPr>
          <p:cNvPicPr>
            <a:picLocks xmlns:a="http://schemas.openxmlformats.org/drawingml/2006/main" noChangeAspect="1"/>
          </p:cNvPicPr>
          <p:nvPr/>
        </p:nvPicPr>
        <p:blipFill>
          <a:blip xmlns:r="http://schemas.openxmlformats.org/officeDocument/2006/relationships" xmlns:a="http://schemas.openxmlformats.org/drawingml/2006/main" r:embed="Rc98cda82fdaa4a2f"/>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CEE8A79-A73D-4F1E-9F52-E791B5BC1490}"/>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C8609962-CBFD-4136-B26E-006EC3A1B04D}"/>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₁ = −189.3 kJ</a:t>
            </a:r>
          </a:p>
        </p:txBody>
      </p:sp>
      <p:sp>
        <p:nvSpPr>
          <p:cNvPr id="11" name="text">
            <a:extLst xmlns:a="http://schemas.openxmlformats.org/drawingml/2006/main">
              <a:ext uri="{FF2B5EF4-FFF2-40B4-BE49-F238E27FC236}">
                <a16:creationId xmlns:a16="http://schemas.microsoft.com/office/drawing/2014/main" id="{AEF2BA95-3DC7-4D05-A053-88E31D9DF47F}"/>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006FD7E0-9806-4364-B3C9-FDB6C3D9BA6E}"/>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
        <p:nvSpPr>
          <p:cNvPr id="13" name="text">
            <a:extLst xmlns:a="http://schemas.openxmlformats.org/drawingml/2006/main">
              <a:ext uri="{FF2B5EF4-FFF2-40B4-BE49-F238E27FC236}">
                <a16:creationId xmlns:a16="http://schemas.microsoft.com/office/drawing/2014/main" id="{EB4E7B81-113E-4625-B54B-82A5966761C3}"/>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5E26A8E5-E1A9-4F63-ABFC-E814ED765B91}"/>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57962F"/>
                </a:solidFill>
                <a:latin typeface="Pretendard"/>
                <a:ea typeface="Pretendard"/>
                <a:cs typeface="Pretendard"/>
              </a:defRPr>
            </a:defPPr>
            <a:lvl1pPr algn="l">
              <a:defRPr sz="3600" b="1">
                <a:solidFill>
                  <a:srgbClr val="57962F"/>
                </a:solidFill>
                <a:latin typeface="Pretendard"/>
                <a:ea typeface="Pretendard"/>
                <a:cs typeface="Pretendard"/>
              </a:defRPr>
            </a:lvl1pPr>
            <a:lvl2pPr algn="l">
              <a:defRPr sz="3600" b="1">
                <a:solidFill>
                  <a:srgbClr val="57962F"/>
                </a:solidFill>
                <a:latin typeface="Pretendard"/>
                <a:ea typeface="Pretendard"/>
                <a:cs typeface="Pretendard"/>
              </a:defRPr>
            </a:lvl2pPr>
            <a:lvl3pPr algn="l">
              <a:defRPr sz="3600" b="1">
                <a:solidFill>
                  <a:srgbClr val="57962F"/>
                </a:solidFill>
                <a:latin typeface="Pretendard"/>
                <a:ea typeface="Pretendard"/>
                <a:cs typeface="Pretendard"/>
              </a:defRPr>
            </a:lvl3pPr>
            <a:lvl4pPr algn="l">
              <a:defRPr sz="3600" b="1">
                <a:solidFill>
                  <a:srgbClr val="57962F"/>
                </a:solidFill>
                <a:latin typeface="Pretendard"/>
                <a:ea typeface="Pretendard"/>
                <a:cs typeface="Pretendard"/>
              </a:defRPr>
            </a:lvl4pPr>
            <a:lvl5pPr algn="l">
              <a:defRPr sz="3600" b="1">
                <a:solidFill>
                  <a:srgbClr val="57962F"/>
                </a:solidFill>
                <a:latin typeface="Pretendard"/>
                <a:ea typeface="Pretendard"/>
                <a:cs typeface="Pretendard"/>
              </a:defRPr>
            </a:lvl5pPr>
            <a:lvl6pPr algn="l">
              <a:defRPr sz="3600" b="1">
                <a:solidFill>
                  <a:srgbClr val="57962F"/>
                </a:solidFill>
                <a:latin typeface="Pretendard"/>
                <a:ea typeface="Pretendard"/>
                <a:cs typeface="Pretendard"/>
              </a:defRPr>
            </a:lvl6pPr>
            <a:lvl7pPr algn="l">
              <a:defRPr sz="3600" b="1">
                <a:solidFill>
                  <a:srgbClr val="57962F"/>
                </a:solidFill>
                <a:latin typeface="Pretendard"/>
                <a:ea typeface="Pretendard"/>
                <a:cs typeface="Pretendard"/>
              </a:defRPr>
            </a:lvl7pPr>
            <a:lvl8pPr algn="l">
              <a:defRPr sz="3600" b="1">
                <a:solidFill>
                  <a:srgbClr val="57962F"/>
                </a:solidFill>
                <a:latin typeface="Pretendard"/>
                <a:ea typeface="Pretendard"/>
                <a:cs typeface="Pretendard"/>
              </a:defRPr>
            </a:lvl8pPr>
            <a:lvl9pPr algn="l">
              <a:defRPr sz="3600" b="1">
                <a:solidFill>
                  <a:srgbClr val="57962F"/>
                </a:solidFill>
                <a:latin typeface="Pretendard"/>
                <a:ea typeface="Pretendard"/>
                <a:cs typeface="Pretendard"/>
              </a:defRPr>
            </a:lvl9pPr>
          </a:lstStyle>
          <a:p xmlns:a="http://schemas.openxmlformats.org/drawingml/2006/main">
            <a:pPr algn="l">
              <a:defRPr sz="3600" b="1">
                <a:solidFill>
                  <a:srgbClr val="57962F"/>
                </a:solidFill>
                <a:latin typeface="Pretendard"/>
                <a:ea typeface="Pretendard"/>
                <a:cs typeface="Pretendard"/>
              </a:defRPr>
            </a:pPr>
            <a:r>
              <a:rPr sz="360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CF7C9F99-3D57-441C-AFC5-5BC0C5A41A42}"/>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7E8E611E-7098-4417-9A34-38726A7FA075}"/>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rPr sz="3600"/>
              <a:t>Δ</a:t>
            </a:r>
            <a:r>
              <a:rPr sz="3600" i="1">
                <a:latin typeface="Pretendard"/>
                <a:ea typeface="Pretendard"/>
                <a:cs typeface="Pretendard"/>
              </a:rPr>
              <a:t>H</a:t>
            </a:r>
            <a:r>
              <a:rPr sz="3600"/>
              <a:t>₁ = </a:t>
            </a:r>
            <a:r>
              <a:rPr sz="3600"/>
              <a:t>Δ</a:t>
            </a:r>
            <a:r>
              <a:rPr sz="3600" i="1">
                <a:latin typeface="Pretendard"/>
                <a:ea typeface="Pretendard"/>
                <a:cs typeface="Pretendard"/>
              </a:rPr>
              <a:t>H</a:t>
            </a:r>
            <a:r>
              <a:rPr sz="3600"/>
              <a:t>₂ + </a:t>
            </a:r>
            <a:r>
              <a:rPr sz="3600"/>
              <a:t>Δ</a:t>
            </a:r>
            <a:r>
              <a:rPr sz="3600" i="1">
                <a:latin typeface="Pretendard"/>
                <a:ea typeface="Pretendard"/>
                <a:cs typeface="Pretendard"/>
              </a:rPr>
              <a:t>H</a:t>
            </a:r>
            <a:r>
              <a:rPr sz="3600"/>
              <a:t>₃</a:t>
            </a:r>
          </a:p>
        </p:txBody>
      </p:sp>
    </p:spTree>
    <p:extLst>
      <p:ext uri="{BB962C8B-B14F-4D97-AF65-F5344CB8AC3E}">
        <p14:creationId xmlns:p14="http://schemas.microsoft.com/office/powerpoint/2010/main" val="9328054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021EC76-0234-4A9A-8AA4-DC8DC4ACCC3E}"/>
              </a:ext>
            </a:extLst>
          </p:cNvPr>
          <p:cNvPicPr>
            <a:picLocks xmlns:a="http://schemas.openxmlformats.org/drawingml/2006/main" noChangeAspect="1"/>
          </p:cNvPicPr>
          <p:nvPr/>
        </p:nvPicPr>
        <p:blipFill>
          <a:blip xmlns:r="http://schemas.openxmlformats.org/officeDocument/2006/relationships" xmlns:a="http://schemas.openxmlformats.org/drawingml/2006/main" r:embed="R760ca31c3af24e3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EB0C65-D213-4173-A39F-72352E86062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44A28A-E785-422F-BCE0-59CB72815F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0EABF8A-8DFF-4C68-859F-790F56BBD33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F811AEF-0DA6-4849-A448-EFF913BCC3B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8E41BE43-70A6-480D-9E3A-028F99548E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6D80EB6-7FB3-4E91-BF67-F26FD8A96211}"/>
              </a:ext>
            </a:extLst>
          </p:cNvPr>
          <p:cNvPicPr>
            <a:picLocks xmlns:a="http://schemas.openxmlformats.org/drawingml/2006/main" noChangeAspect="1"/>
          </p:cNvPicPr>
          <p:nvPr/>
        </p:nvPicPr>
        <p:blipFill>
          <a:blip xmlns:r="http://schemas.openxmlformats.org/officeDocument/2006/relationships" xmlns:a="http://schemas.openxmlformats.org/drawingml/2006/main" r:embed="Rfd79b273e8e94dc6"/>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DC8C604-4E18-408C-A903-3E6EE46BFBE8}"/>
              </a:ext>
            </a:extLst>
          </p:cNvPr>
          <p:cNvPicPr>
            <a:picLocks xmlns:a="http://schemas.openxmlformats.org/drawingml/2006/main" noChangeAspect="1"/>
          </p:cNvPicPr>
          <p:nvPr/>
        </p:nvPicPr>
        <p:blipFill>
          <a:blip xmlns:r="http://schemas.openxmlformats.org/officeDocument/2006/relationships" xmlns:a="http://schemas.openxmlformats.org/drawingml/2006/main" r:embed="Rf1db87392b894ac8"/>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E4DC1E49-2843-494F-AF27-2D298CF3EFD6}"/>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0515ED1B-0F1C-4D72-8289-B0DF8DF1CE30}"/>
              </a:ext>
            </a:extLst>
          </p:cNvPr>
          <p:cNvPicPr>
            <a:picLocks xmlns:a="http://schemas.openxmlformats.org/drawingml/2006/main" noChangeAspect="1"/>
          </p:cNvPicPr>
          <p:nvPr/>
        </p:nvPicPr>
        <p:blipFill>
          <a:blip xmlns:r="http://schemas.openxmlformats.org/officeDocument/2006/relationships" xmlns:a="http://schemas.openxmlformats.org/drawingml/2006/main" r:embed="Rfcbf22375559400f"/>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CE79597E-AECC-4B52-977A-2574971B0FEE}"/>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4BF473F-9434-4529-AE0D-0214C94AB2A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63211951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65F996E-283C-412C-9D9C-1E5F4914A744}"/>
              </a:ext>
            </a:extLst>
          </p:cNvPr>
          <p:cNvPicPr>
            <a:picLocks xmlns:a="http://schemas.openxmlformats.org/drawingml/2006/main" noChangeAspect="1"/>
          </p:cNvPicPr>
          <p:nvPr/>
        </p:nvPicPr>
        <p:blipFill>
          <a:blip xmlns:r="http://schemas.openxmlformats.org/officeDocument/2006/relationships" xmlns:a="http://schemas.openxmlformats.org/drawingml/2006/main" r:embed="Rcbd8cfc02d5c4e6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A53B65-41FB-4E7D-9509-FF314927B1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7B764B0-03D5-47A2-8541-F5CC8B011A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299EA45-2F49-4058-B616-813D6AF8D74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EF62D58-64D9-419E-AC14-E39A7641DF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72E94A4-B8BD-42E2-84BF-8AB31E39CA7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EDEE460B-EA6A-424C-843E-EC79A3D82F3D}"/>
              </a:ext>
            </a:extLst>
          </p:cNvPr>
          <p:cNvPicPr>
            <a:picLocks xmlns:a="http://schemas.openxmlformats.org/drawingml/2006/main" noChangeAspect="1"/>
          </p:cNvPicPr>
          <p:nvPr/>
        </p:nvPicPr>
        <p:blipFill>
          <a:blip xmlns:r="http://schemas.openxmlformats.org/officeDocument/2006/relationships" xmlns:a="http://schemas.openxmlformats.org/drawingml/2006/main" r:embed="Rab7dbafb0faa4ee7"/>
          <a:stretch xmlns:a="http://schemas.openxmlformats.org/drawingml/2006/main"/>
        </p:blipFill>
        <p:spPr>
          <a:xfrm xmlns:a="http://schemas.openxmlformats.org/drawingml/2006/main">
            <a:off x="2247900" y="4866477"/>
            <a:ext cx="13811250" cy="1313499"/>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50964BB-323B-4E12-BC44-0D3476D7F819}"/>
              </a:ext>
            </a:extLst>
          </p:cNvPr>
          <p:cNvPicPr>
            <a:picLocks xmlns:a="http://schemas.openxmlformats.org/drawingml/2006/main" noChangeAspect="1"/>
          </p:cNvPicPr>
          <p:nvPr/>
        </p:nvPicPr>
        <p:blipFill>
          <a:blip xmlns:r="http://schemas.openxmlformats.org/officeDocument/2006/relationships" xmlns:a="http://schemas.openxmlformats.org/drawingml/2006/main" r:embed="Rdeebac38e330475a"/>
          <a:stretch xmlns:a="http://schemas.openxmlformats.org/drawingml/2006/main"/>
        </p:blipFill>
        <p:spPr>
          <a:xfrm xmlns:a="http://schemas.openxmlformats.org/drawingml/2006/main">
            <a:off x="2247900" y="6033818"/>
            <a:ext cx="13811250" cy="131349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84EAF569-3D76-429E-A72A-CAD32B5EA14F}"/>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E998702-26CF-44B5-B58C-7C88557EF45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D413D538-7F69-4F42-A3DD-47FB1E82A002}"/>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793CBAF2-FB28-4999-A52E-D5A6D45C7B28}"/>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22548220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FC602EA-9C4B-4AFF-A3D3-BA4042CE0E87}"/>
              </a:ext>
            </a:extLst>
          </p:cNvPr>
          <p:cNvPicPr>
            <a:picLocks xmlns:a="http://schemas.openxmlformats.org/drawingml/2006/main" noChangeAspect="1"/>
          </p:cNvPicPr>
          <p:nvPr/>
        </p:nvPicPr>
        <p:blipFill>
          <a:blip xmlns:r="http://schemas.openxmlformats.org/officeDocument/2006/relationships" xmlns:a="http://schemas.openxmlformats.org/drawingml/2006/main" r:embed="Rfcf48abad79743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05F5EE2-219F-492D-BBEC-F31648E687E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58D872-3442-461D-A23D-29ACB0B598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709E5C7-8053-4695-9289-299A9C32C0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439C4D7-74D1-4678-A17F-064DD12D97D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D1665A2-E9A3-46AA-B465-86A7DD5C4E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0C791F8B-D4DA-4E47-A5E0-41712B8C4DB7}"/>
              </a:ext>
            </a:extLst>
          </p:cNvPr>
          <p:cNvPicPr>
            <a:picLocks xmlns:a="http://schemas.openxmlformats.org/drawingml/2006/main" noChangeAspect="1"/>
          </p:cNvPicPr>
          <p:nvPr/>
        </p:nvPicPr>
        <p:blipFill>
          <a:blip xmlns:r="http://schemas.openxmlformats.org/officeDocument/2006/relationships" xmlns:a="http://schemas.openxmlformats.org/drawingml/2006/main" r:embed="Re1deaace9f7645a6"/>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A8B2710-8EE6-469F-A942-93FF95CFDE29}"/>
              </a:ext>
            </a:extLst>
          </p:cNvPr>
          <p:cNvPicPr>
            <a:picLocks xmlns:a="http://schemas.openxmlformats.org/drawingml/2006/main" noChangeAspect="1"/>
          </p:cNvPicPr>
          <p:nvPr/>
        </p:nvPicPr>
        <p:blipFill>
          <a:blip xmlns:r="http://schemas.openxmlformats.org/officeDocument/2006/relationships" xmlns:a="http://schemas.openxmlformats.org/drawingml/2006/main" r:embed="Rf0178892d86c4a65"/>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9303DB5-4A48-46F2-9A73-1C21DCEDFE6B}"/>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2E72E30-72ED-43BB-8C63-7F409FC1FDD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44DF5E66-D7FA-4185-9092-FC13CAABFD34}"/>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092178D9-2DFB-44C6-A121-3B561736E819}"/>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1405122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33031CE-773E-4A88-A065-C7E769C1DE40}"/>
              </a:ext>
            </a:extLst>
          </p:cNvPr>
          <p:cNvPicPr>
            <a:picLocks xmlns:a="http://schemas.openxmlformats.org/drawingml/2006/main" noChangeAspect="1"/>
          </p:cNvPicPr>
          <p:nvPr/>
        </p:nvPicPr>
        <p:blipFill>
          <a:blip xmlns:r="http://schemas.openxmlformats.org/officeDocument/2006/relationships" xmlns:a="http://schemas.openxmlformats.org/drawingml/2006/main" r:embed="R6254a966a48e407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3C76D4-A544-420A-A4D3-21E698D3DF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0AB861-D95D-4CF6-8EC2-A10C15EFD21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075D812-28DC-400B-AE1A-A3604C9F2E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5D67DBF-227B-4018-924A-4E4119C84A3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F30380C-6294-434F-9296-1C10CCEC73B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7545D279-93CA-42F3-9D63-A172EB11D3AB}"/>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580AB93-2458-4695-A78E-2343D6942BEA}"/>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BF0042B-9D22-4D0A-B8B2-6E3D2D551011}"/>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A1635FC-84A0-4861-B7BE-BB2E0B07BD2C}"/>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69C110F-1D13-47BE-80E7-5FA027CB13AB}"/>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29992095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E8324B2-9B2F-46F8-9F5B-803A28C3D755}"/>
              </a:ext>
            </a:extLst>
          </p:cNvPr>
          <p:cNvPicPr>
            <a:picLocks xmlns:a="http://schemas.openxmlformats.org/drawingml/2006/main" noChangeAspect="1"/>
          </p:cNvPicPr>
          <p:nvPr/>
        </p:nvPicPr>
        <p:blipFill>
          <a:blip xmlns:r="http://schemas.openxmlformats.org/officeDocument/2006/relationships" xmlns:a="http://schemas.openxmlformats.org/drawingml/2006/main" r:embed="R4306e30413ba460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DDB8CEE-CDF5-4217-8D4B-021F69DE694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5ECF2884-6BB3-4EC0-9123-1EB7BAD051B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E95F55BD-93A7-4CCE-885F-1B7C8935683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4A9082C-DABD-4539-ABEB-D758162670C1}"/>
              </a:ext>
            </a:extLst>
          </p:cNvPr>
          <p:cNvPicPr>
            <a:picLocks xmlns:a="http://schemas.openxmlformats.org/drawingml/2006/main" noChangeAspect="1"/>
          </p:cNvPicPr>
          <p:nvPr/>
        </p:nvPicPr>
        <p:blipFill>
          <a:blip xmlns:r="http://schemas.openxmlformats.org/officeDocument/2006/relationships" xmlns:a="http://schemas.openxmlformats.org/drawingml/2006/main" r:embed="Rbcbda65681fb4b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C957F583-44B4-4CE3-8823-BB638D38541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CA92AB92-BEDD-4998-B91F-9B9B19D6D28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6B9385B8-D0BE-40BD-90C7-FD396EC4E7F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14F350EF-C694-4B15-AD89-386BE44F736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2829231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D0A0862B-D0FC-4090-8CCB-F1D8B8C968A6}"/>
              </a:ext>
            </a:extLst>
          </p:cNvPr>
          <p:cNvPicPr>
            <a:picLocks xmlns:a="http://schemas.openxmlformats.org/drawingml/2006/main" noChangeAspect="1"/>
          </p:cNvPicPr>
          <p:nvPr/>
        </p:nvPicPr>
        <p:blipFill>
          <a:blip xmlns:r="http://schemas.openxmlformats.org/officeDocument/2006/relationships" xmlns:a="http://schemas.openxmlformats.org/drawingml/2006/main" r:embed="R107f0b40eac049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4D1F381-A877-427C-81BB-5D464CCCB4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C2D178-899A-4922-9CFA-D9A889AC672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134A753-D182-4BEB-97E6-5CC1229A6CE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63C0ED0-4763-453D-96A5-8D90B8C9A51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D003DD4-AA24-4676-8E6C-0A03AB7DC7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A9ABD38E-0A43-4E78-A300-5B4F8E16369D}"/>
              </a:ext>
            </a:extLst>
          </p:cNvPr>
          <p:cNvPicPr>
            <a:picLocks xmlns:a="http://schemas.openxmlformats.org/drawingml/2006/main" noChangeAspect="1"/>
          </p:cNvPicPr>
          <p:nvPr/>
        </p:nvPicPr>
        <p:blipFill>
          <a:blip xmlns:r="http://schemas.openxmlformats.org/officeDocument/2006/relationships" xmlns:a="http://schemas.openxmlformats.org/drawingml/2006/main" r:embed="R9ed3aa4571da4b9b"/>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DFF1F5B4-263F-41DD-9222-5AC8951DEA26}"/>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D06424AA-F10B-49BB-B801-07CC99FCBD3B}"/>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914F2467-3D8E-4486-8F2A-8F8E4E5B9ACD}"/>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A4094FFA-F956-41CE-9A62-F147E9FE50F3}"/>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1F1B0CAC-1D5F-4F7C-ACD5-637ABF7FA127}"/>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C252FD0B-C288-4CE0-824A-130A44460E33}"/>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7812B1A1-DF98-4B89-B7AB-1DB86F5D84A4}"/>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417A0A8D-6D92-4C81-AC52-1E6D2105D756}"/>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4DB7F8E7-01C1-4D56-A403-C6FBA12D9647}"/>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CCA124EA-CA19-4A24-B8E9-224A73C40E2F}"/>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DE76B63D-A719-4890-8F78-39952345462E}"/>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CFA3D045-45AA-40AE-986E-D303F633FE0D}"/>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4E7D052F-862E-4918-8E97-9165C8E93592}"/>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49447650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6157BEB-7DB2-4404-AA0C-3A8A5DF569E3}"/>
              </a:ext>
            </a:extLst>
          </p:cNvPr>
          <p:cNvPicPr>
            <a:picLocks xmlns:a="http://schemas.openxmlformats.org/drawingml/2006/main" noChangeAspect="1"/>
          </p:cNvPicPr>
          <p:nvPr/>
        </p:nvPicPr>
        <p:blipFill>
          <a:blip xmlns:r="http://schemas.openxmlformats.org/officeDocument/2006/relationships" xmlns:a="http://schemas.openxmlformats.org/drawingml/2006/main" r:embed="R5a4973b802ad463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43F9CE-5E9E-401A-90C8-2774AD3D401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514C72-D938-4D70-9FE2-263A518DEA2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D0FD4E3-764A-474F-B8E3-C64D1077ED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258D59-92E6-496E-9CAA-BCA60BD4F4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88861DC-54E3-4D73-879A-8F71F065D0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B0C6E069-E186-44AE-9CB7-1D0A69C0C931}"/>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9A5704DB-E933-4861-AA6F-098302121904}"/>
              </a:ext>
            </a:extLst>
          </p:cNvPr>
          <p:cNvPicPr>
            <a:picLocks xmlns:a="http://schemas.openxmlformats.org/drawingml/2006/main" noChangeAspect="1"/>
          </p:cNvPicPr>
          <p:nvPr/>
        </p:nvPicPr>
        <p:blipFill>
          <a:blip xmlns:r="http://schemas.openxmlformats.org/officeDocument/2006/relationships" xmlns:a="http://schemas.openxmlformats.org/drawingml/2006/main" r:embed="R0f20c86b43de40f7"/>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FD0C041-E0ED-407A-83E6-E752B4A48D81}"/>
              </a:ext>
            </a:extLst>
          </p:cNvPr>
          <p:cNvPicPr>
            <a:picLocks xmlns:a="http://schemas.openxmlformats.org/drawingml/2006/main" noChangeAspect="1"/>
          </p:cNvPicPr>
          <p:nvPr/>
        </p:nvPicPr>
        <p:blipFill>
          <a:blip xmlns:r="http://schemas.openxmlformats.org/officeDocument/2006/relationships" xmlns:a="http://schemas.openxmlformats.org/drawingml/2006/main" r:embed="Raeb5ce036225469b"/>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DBF8482-4D23-44C7-8990-D20E0C91291A}"/>
              </a:ext>
            </a:extLst>
          </p:cNvPr>
          <p:cNvPicPr>
            <a:picLocks xmlns:a="http://schemas.openxmlformats.org/drawingml/2006/main" noChangeAspect="1"/>
          </p:cNvPicPr>
          <p:nvPr/>
        </p:nvPicPr>
        <p:blipFill>
          <a:blip xmlns:r="http://schemas.openxmlformats.org/officeDocument/2006/relationships" xmlns:a="http://schemas.openxmlformats.org/drawingml/2006/main" r:embed="R9ddc995c7bad42db"/>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117064561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386B592-A735-420D-BA5B-2B19E473CEDC}"/>
              </a:ext>
            </a:extLst>
          </p:cNvPr>
          <p:cNvPicPr>
            <a:picLocks xmlns:a="http://schemas.openxmlformats.org/drawingml/2006/main" noChangeAspect="1"/>
          </p:cNvPicPr>
          <p:nvPr/>
        </p:nvPicPr>
        <p:blipFill>
          <a:blip xmlns:r="http://schemas.openxmlformats.org/officeDocument/2006/relationships" xmlns:a="http://schemas.openxmlformats.org/drawingml/2006/main" r:embed="Re43122ea9cec4bd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E11A0C-7B78-4C99-AF0E-1A31044CFD4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051787D-58A8-4348-AB2F-46993142266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E0AFF40-EBD6-4D6A-B017-4873E375BC4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156A31F-BF54-4E93-9320-5846BC538E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746AA5B-6F0A-46D7-BDDC-E03EA83A8BA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EC8A84C9-9999-4BA1-B85E-961C0593EC73}"/>
              </a:ext>
            </a:extLst>
          </p:cNvPr>
          <p:cNvPicPr>
            <a:picLocks xmlns:a="http://schemas.openxmlformats.org/drawingml/2006/main" noChangeAspect="1"/>
          </p:cNvPicPr>
          <p:nvPr/>
        </p:nvPicPr>
        <p:blipFill>
          <a:blip xmlns:r="http://schemas.openxmlformats.org/officeDocument/2006/relationships" xmlns:a="http://schemas.openxmlformats.org/drawingml/2006/main" r:embed="R2d047a511c6f47d7"/>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EB976E46-CE47-4EDA-ACB7-2AE1679133FE}"/>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041D7412-5E54-4EC8-84D9-7872DB33A4B5}"/>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FEA00962-70AA-4C6C-8B1A-0BE031DDF9E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52723979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9DBCC4E-11A8-4E4D-B1AA-88D97512CC30}"/>
              </a:ext>
            </a:extLst>
          </p:cNvPr>
          <p:cNvPicPr>
            <a:picLocks xmlns:a="http://schemas.openxmlformats.org/drawingml/2006/main" noChangeAspect="1"/>
          </p:cNvPicPr>
          <p:nvPr/>
        </p:nvPicPr>
        <p:blipFill>
          <a:blip xmlns:r="http://schemas.openxmlformats.org/officeDocument/2006/relationships" xmlns:a="http://schemas.openxmlformats.org/drawingml/2006/main" r:embed="R9f91b8cef8f543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391389-6937-452F-B8D4-88B51C842C5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D191B8-914D-4B02-BDF5-743FC93F956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1785FD7-E249-4B88-9695-33F04A91752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5491B03-6E18-496A-9ABC-8416D91F49C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94121B48-ECD5-4811-938B-F48F04CDFE2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C7C6A548-2AF5-405A-A47F-323CE512254B}"/>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5F2E39AC-CF87-448C-85BC-36C3F489A2FC}"/>
              </a:ext>
            </a:extLst>
          </p:cNvPr>
          <p:cNvPicPr>
            <a:picLocks xmlns:a="http://schemas.openxmlformats.org/drawingml/2006/main" noChangeAspect="1"/>
          </p:cNvPicPr>
          <p:nvPr/>
        </p:nvPicPr>
        <p:blipFill>
          <a:blip xmlns:r="http://schemas.openxmlformats.org/officeDocument/2006/relationships" xmlns:a="http://schemas.openxmlformats.org/drawingml/2006/main" r:embed="R235334e67d784ecb"/>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DB2B6EC-409E-4CA8-AD30-B3F12F5068D5}"/>
              </a:ext>
            </a:extLst>
          </p:cNvPr>
          <p:cNvPicPr>
            <a:picLocks xmlns:a="http://schemas.openxmlformats.org/drawingml/2006/main" noChangeAspect="1"/>
          </p:cNvPicPr>
          <p:nvPr/>
        </p:nvPicPr>
        <p:blipFill>
          <a:blip xmlns:r="http://schemas.openxmlformats.org/officeDocument/2006/relationships" xmlns:a="http://schemas.openxmlformats.org/drawingml/2006/main" r:embed="Re71cbc869a5d4aa6"/>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C3235EDE-F7B1-47D4-80CA-33863CF1D441}"/>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ADC4C79E-DD68-459E-A077-1CBAF058D830}"/>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31545502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A2BD088-C147-4DEB-AFE2-6C67A20FAFA9}"/>
              </a:ext>
            </a:extLst>
          </p:cNvPr>
          <p:cNvPicPr>
            <a:picLocks xmlns:a="http://schemas.openxmlformats.org/drawingml/2006/main" noChangeAspect="1"/>
          </p:cNvPicPr>
          <p:nvPr/>
        </p:nvPicPr>
        <p:blipFill>
          <a:blip xmlns:r="http://schemas.openxmlformats.org/officeDocument/2006/relationships" xmlns:a="http://schemas.openxmlformats.org/drawingml/2006/main" r:embed="R370238f77238424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937950-1D02-4AEB-A526-15781BB980C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3D2D4C4-D313-4E68-BE28-D4AC6AB9DE3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158C198-02E6-4D75-AA27-826656AE40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A441C51-80B4-4863-B341-476058B3DF3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D392CEE-CF3F-4A9A-8621-CC13D8F19DC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DD327AD2-5744-40CB-8A06-3CCD6ED64CAF}"/>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1417AEB4-7F76-4D5F-AFD9-6A3CD935364B}"/>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31378DF3-9A30-43DB-BA28-F3A793E0F558}"/>
              </a:ext>
            </a:extLst>
          </p:cNvPr>
          <p:cNvPicPr>
            <a:picLocks xmlns:a="http://schemas.openxmlformats.org/drawingml/2006/main" noChangeAspect="1"/>
          </p:cNvPicPr>
          <p:nvPr/>
        </p:nvPicPr>
        <p:blipFill>
          <a:blip xmlns:r="http://schemas.openxmlformats.org/officeDocument/2006/relationships" xmlns:a="http://schemas.openxmlformats.org/drawingml/2006/main" r:embed="R5110272e448d4308"/>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DAD3B583-F08B-4721-AE69-C5BBFF0DB20D}"/>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4A57AD11-4467-4567-B9FE-0E23DA4D1158}"/>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A1E7B256-4035-4B39-A3EC-7421E1DB8686}"/>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24F73EA4-8CFF-43A5-ABFC-6DEF134F8A88}"/>
              </a:ext>
            </a:extLst>
          </p:cNvPr>
          <p:cNvPicPr>
            <a:picLocks xmlns:a="http://schemas.openxmlformats.org/drawingml/2006/main" noChangeAspect="1"/>
          </p:cNvPicPr>
          <p:nvPr/>
        </p:nvPicPr>
        <p:blipFill>
          <a:blip xmlns:r="http://schemas.openxmlformats.org/officeDocument/2006/relationships" xmlns:a="http://schemas.openxmlformats.org/drawingml/2006/main" r:embed="Rc92e49874b5c4fb0"/>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40340758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F41D2FB-6968-418F-B9AA-ABDCB7AF18DF}"/>
              </a:ext>
            </a:extLst>
          </p:cNvPr>
          <p:cNvPicPr>
            <a:picLocks xmlns:a="http://schemas.openxmlformats.org/drawingml/2006/main" noChangeAspect="1"/>
          </p:cNvPicPr>
          <p:nvPr/>
        </p:nvPicPr>
        <p:blipFill>
          <a:blip xmlns:r="http://schemas.openxmlformats.org/officeDocument/2006/relationships" xmlns:a="http://schemas.openxmlformats.org/drawingml/2006/main" r:embed="Re2a847373c29415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18E438-81EA-4EDA-A718-61337F72423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0196FE-6BA6-48BA-8E40-F1344BBBDBF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A22578A-682F-423F-9790-B898961F23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FC55FD8-3400-4BB1-9DB6-10A72AB65B9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D8BD9367-A349-44E5-9FDD-82FE805664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C1FBA5B7-08AC-4FB1-803A-A26BF66D589F}"/>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36325260-292F-4932-9349-2D79DF9F0E9B}"/>
              </a:ext>
            </a:extLst>
          </p:cNvPr>
          <p:cNvPicPr>
            <a:picLocks xmlns:a="http://schemas.openxmlformats.org/drawingml/2006/main" noChangeAspect="1"/>
          </p:cNvPicPr>
          <p:nvPr/>
        </p:nvPicPr>
        <p:blipFill>
          <a:blip xmlns:r="http://schemas.openxmlformats.org/officeDocument/2006/relationships" xmlns:a="http://schemas.openxmlformats.org/drawingml/2006/main" r:embed="R072c17a55c8b434f"/>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4233294-D729-4D5A-BC9E-72D8CC37E6AB}"/>
              </a:ext>
            </a:extLst>
          </p:cNvPr>
          <p:cNvPicPr>
            <a:picLocks xmlns:a="http://schemas.openxmlformats.org/drawingml/2006/main" noChangeAspect="1"/>
          </p:cNvPicPr>
          <p:nvPr/>
        </p:nvPicPr>
        <p:blipFill>
          <a:blip xmlns:r="http://schemas.openxmlformats.org/officeDocument/2006/relationships" xmlns:a="http://schemas.openxmlformats.org/drawingml/2006/main" r:embed="Re7342ea398a349cc"/>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6DF8062D-6469-497E-AD96-61940B99501C}"/>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36EA1A69-FA81-46F6-A231-3128EE389DB6}"/>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5E98FC0B-C927-4651-A6B0-81213F81845F}"/>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638601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04F7ECB5-4E82-45A4-8AC2-E39E6BB31A3B}"/>
              </a:ext>
            </a:extLst>
          </p:cNvPr>
          <p:cNvPicPr>
            <a:picLocks xmlns:a="http://schemas.openxmlformats.org/drawingml/2006/main" noChangeAspect="1"/>
          </p:cNvPicPr>
          <p:nvPr/>
        </p:nvPicPr>
        <p:blipFill>
          <a:blip xmlns:r="http://schemas.openxmlformats.org/officeDocument/2006/relationships" xmlns:a="http://schemas.openxmlformats.org/drawingml/2006/main" r:embed="Rfc2d31fecc244ce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261184-0612-46A3-BBC0-A780EB85D8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53C354-A72D-46CA-A6A0-5F46076F3FC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5E1FA41-7CC7-4706-9B3C-053274545DA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B3F9C2F-062C-4DB6-9F17-C1C3442B17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032BEC4-636E-4AA2-9B33-14EEA4DEA26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DB316A00-8325-4CB0-8AB2-41525CEEA8AC}"/>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F7567DAE-7EA6-45D6-94D3-A33F298FF8B3}"/>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C8350090-9E0D-49BA-B9B1-3259A68B19E7}"/>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46DF02F0-D84C-45D3-9F55-EEE8D1C50D2E}"/>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6D8F7F47-6563-4597-BAEC-6FB5109245AA}"/>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D15F264E-3BDC-4C1C-AA4D-F91991353947}"/>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5BCB2C20-8B64-4F62-8DBD-6FA35BD7D401}"/>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F4E11278-FA50-4EE6-9731-7AD612F289B5}"/>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7A29ED62-C7C4-4944-8AE1-EEB351DB4BAB}"/>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9A8870F7-CF22-47BF-8E5E-CCC3D95E6B03}"/>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F7C34A86-3DCB-4C56-9E35-6C99174AF6CF}"/>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C04D3319-F302-403F-AD5C-A1E842E0BCFE}"/>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46F2403E-293E-418A-A8C5-D891330F684F}"/>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D34C547A-80B8-4880-8814-B88325AB9DAF}"/>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4208AD15-2B9A-4571-BBFA-F1D72868E6CE}"/>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EA91E80E-1FA3-4552-9044-F43B3B8D7F9E}"/>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DD396481-79E3-4BC8-BF83-C911FA4B4070}"/>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FA77C841-FF55-480D-94AA-F55FEC3D94C2}"/>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34A8615D-8A35-44CF-930C-3B46B080D821}"/>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CC0FA527-7463-4814-8F7B-7EF2CD68F4DA}"/>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7940947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06992DC-32A4-4E37-9F8B-FF10CBBC3F7D}"/>
              </a:ext>
            </a:extLst>
          </p:cNvPr>
          <p:cNvPicPr>
            <a:picLocks xmlns:a="http://schemas.openxmlformats.org/drawingml/2006/main" noChangeAspect="1"/>
          </p:cNvPicPr>
          <p:nvPr/>
        </p:nvPicPr>
        <p:blipFill>
          <a:blip xmlns:r="http://schemas.openxmlformats.org/officeDocument/2006/relationships" xmlns:a="http://schemas.openxmlformats.org/drawingml/2006/main" r:embed="Rd9ff61b4df944eb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B63D08-CA08-43C7-BEA6-B812CC529AD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5F894B-1CF8-4AA7-B32E-8683E60EC1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75C8CAA-5922-414A-86C9-ABBD13111BA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18BE4C8-29D5-4ED6-94F6-ACF4AA27DC9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DE87B60-16A7-400A-8BD4-8A14F5CFDAA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C212C8E9-CF57-48E0-86D0-CBD4B712C01A}"/>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FC0432B4-42AE-416D-9B3E-D78F497F4276}"/>
              </a:ext>
            </a:extLst>
          </p:cNvPr>
          <p:cNvPicPr>
            <a:picLocks xmlns:a="http://schemas.openxmlformats.org/drawingml/2006/main" noChangeAspect="1"/>
          </p:cNvPicPr>
          <p:nvPr/>
        </p:nvPicPr>
        <p:blipFill>
          <a:blip xmlns:r="http://schemas.openxmlformats.org/officeDocument/2006/relationships" xmlns:a="http://schemas.openxmlformats.org/drawingml/2006/main" r:embed="Rb4cac3157e08435a"/>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83E174A8-3540-43EC-9FF4-47AE8C6521EF}"/>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3720449E-0F53-4C33-A98E-F702D915FD0A}"/>
              </a:ext>
            </a:extLst>
          </p:cNvPr>
          <p:cNvPicPr>
            <a:picLocks xmlns:a="http://schemas.openxmlformats.org/drawingml/2006/main" noChangeAspect="1"/>
          </p:cNvPicPr>
          <p:nvPr/>
        </p:nvPicPr>
        <p:blipFill>
          <a:blip xmlns:r="http://schemas.openxmlformats.org/officeDocument/2006/relationships" xmlns:a="http://schemas.openxmlformats.org/drawingml/2006/main" r:embed="Rdd2f19ea478d413b"/>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385807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7F7DDF3-EE45-4672-B836-AB734BED7E77}"/>
              </a:ext>
            </a:extLst>
          </p:cNvPr>
          <p:cNvPicPr>
            <a:picLocks xmlns:a="http://schemas.openxmlformats.org/drawingml/2006/main" noChangeAspect="1"/>
          </p:cNvPicPr>
          <p:nvPr/>
        </p:nvPicPr>
        <p:blipFill>
          <a:blip xmlns:r="http://schemas.openxmlformats.org/officeDocument/2006/relationships" xmlns:a="http://schemas.openxmlformats.org/drawingml/2006/main" r:embed="R6fea39f26d3849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E775845-97C2-40D9-B6BA-045C3CFB0E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05FD90-C5A2-49D3-B36D-AE597B75244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804054C-B6C3-436E-9C6C-3AD670848C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8DCAA22-463C-4E67-BD17-5E1C3F73D0C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775DFE3-A1D4-47D2-81C6-F9ED3C1BA2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16133F52-E840-40D9-9A53-525D0DB62DDF}"/>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8E58722F-0F75-4700-B067-CC947DF88AF1}"/>
              </a:ext>
            </a:extLst>
          </p:cNvPr>
          <p:cNvPicPr>
            <a:picLocks xmlns:a="http://schemas.openxmlformats.org/drawingml/2006/main" noChangeAspect="1"/>
          </p:cNvPicPr>
          <p:nvPr/>
        </p:nvPicPr>
        <p:blipFill>
          <a:blip xmlns:r="http://schemas.openxmlformats.org/officeDocument/2006/relationships" xmlns:a="http://schemas.openxmlformats.org/drawingml/2006/main" r:embed="R09f5369c098b4d33"/>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CA1379E-D933-47A0-B444-CDA0CD8132F1}"/>
              </a:ext>
            </a:extLst>
          </p:cNvPr>
          <p:cNvPicPr>
            <a:picLocks xmlns:a="http://schemas.openxmlformats.org/drawingml/2006/main" noChangeAspect="1"/>
          </p:cNvPicPr>
          <p:nvPr/>
        </p:nvPicPr>
        <p:blipFill>
          <a:blip xmlns:r="http://schemas.openxmlformats.org/officeDocument/2006/relationships" xmlns:a="http://schemas.openxmlformats.org/drawingml/2006/main" r:embed="Re83ce0da151f4a97"/>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EE6EA2E8-95E4-4328-AE36-9B1F635AE60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17CFA317-3F94-4FDC-86E7-27C4B797998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20464690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D75AD65-F00E-425D-B076-5DC36915970E}"/>
              </a:ext>
            </a:extLst>
          </p:cNvPr>
          <p:cNvPicPr>
            <a:picLocks xmlns:a="http://schemas.openxmlformats.org/drawingml/2006/main" noChangeAspect="1"/>
          </p:cNvPicPr>
          <p:nvPr/>
        </p:nvPicPr>
        <p:blipFill>
          <a:blip xmlns:r="http://schemas.openxmlformats.org/officeDocument/2006/relationships" xmlns:a="http://schemas.openxmlformats.org/drawingml/2006/main" r:embed="R5f96e79776994f6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CF9094-C673-454F-A83C-74F1405BBCC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88E435A-BBC1-4031-97DB-4462C22F802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D3A5D85-8C0C-4EF5-9BD7-EC1AB5AF2D1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C0CBDE5-B78F-4F69-977A-F7122EE6119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756B462-8623-4F39-8DD1-109E6A5F98C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B02FA803-A590-4414-B4B0-8644A6462E0D}"/>
              </a:ext>
            </a:extLst>
          </p:cNvPr>
          <p:cNvPicPr>
            <a:picLocks xmlns:a="http://schemas.openxmlformats.org/drawingml/2006/main" noChangeAspect="1"/>
          </p:cNvPicPr>
          <p:nvPr/>
        </p:nvPicPr>
        <p:blipFill>
          <a:blip xmlns:r="http://schemas.openxmlformats.org/officeDocument/2006/relationships" xmlns:a="http://schemas.openxmlformats.org/drawingml/2006/main" r:embed="R0101a1ef5cf54afd"/>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3F91AEC-1718-449E-A95E-4A9D8EDC639D}"/>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52695100-3F19-4D2A-AC72-0E4304E78086}"/>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5E84267A-51CE-41E4-A9E7-146C0BADA868}"/>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C5493926-EC38-49D6-A84E-F6F30ACD4419}"/>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198766620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3BB64A3-5B6B-427F-A2A8-736A89626E02}"/>
              </a:ext>
            </a:extLst>
          </p:cNvPr>
          <p:cNvPicPr>
            <a:picLocks xmlns:a="http://schemas.openxmlformats.org/drawingml/2006/main" noChangeAspect="1"/>
          </p:cNvPicPr>
          <p:nvPr/>
        </p:nvPicPr>
        <p:blipFill>
          <a:blip xmlns:r="http://schemas.openxmlformats.org/officeDocument/2006/relationships" xmlns:a="http://schemas.openxmlformats.org/drawingml/2006/main" r:embed="R4130a93e85dc4ed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268A1A98-2FD6-4206-A51E-1C4F2A2C496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EF9C952C-EF89-432E-90F8-C8786A6F77E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08734288-3C2B-436D-9040-65AE329FCE3B}"/>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E8758425-CE35-42AB-92BD-1104BB947A4D}"/>
              </a:ext>
            </a:extLst>
          </p:cNvPr>
          <p:cNvPicPr>
            <a:picLocks xmlns:a="http://schemas.openxmlformats.org/drawingml/2006/main" noChangeAspect="1"/>
          </p:cNvPicPr>
          <p:nvPr/>
        </p:nvPicPr>
        <p:blipFill>
          <a:blip xmlns:r="http://schemas.openxmlformats.org/officeDocument/2006/relationships" xmlns:a="http://schemas.openxmlformats.org/drawingml/2006/main" r:embed="R40727a2848c24de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53F997D8-D28E-4FF9-9229-CBDDE59F1F7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04489465-46BE-46FE-ACA1-245731884D73}"/>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0CF6490F-5232-42AB-A9BA-DF6F9CCA4B9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75B0F168-80F1-4D09-99E2-9BF55F4A4325}"/>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9981683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F3A744E-F117-4C6D-B7A8-B86661DF301B}"/>
              </a:ext>
            </a:extLst>
          </p:cNvPr>
          <p:cNvPicPr>
            <a:picLocks xmlns:a="http://schemas.openxmlformats.org/drawingml/2006/main" noChangeAspect="1"/>
          </p:cNvPicPr>
          <p:nvPr/>
        </p:nvPicPr>
        <p:blipFill>
          <a:blip xmlns:r="http://schemas.openxmlformats.org/officeDocument/2006/relationships" xmlns:a="http://schemas.openxmlformats.org/drawingml/2006/main" r:embed="Rdade0cbda0af44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05400EC-273C-439E-9CA7-E4D054CF5C4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2B68DD-EF83-4AE3-A1F5-AFC617B4D05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A35617C-D155-4983-8B31-5BC738F0645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9406DF0-E651-47B0-BCD0-DBABA1D0557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7DCB4E0-BCF7-4853-B6BF-DD71E064003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4507ED42-57FA-4AE0-8D7F-AF488EC1FD06}"/>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777777"/>
                </a:solidFill>
                <a:latin typeface="Pretendard"/>
                <a:ea typeface="Pretendard"/>
                <a:cs typeface="Pretendard"/>
              </a:defRPr>
            </a:defPPr>
            <a:lvl1pPr algn="ctr">
              <a:defRPr sz="2550" b="0">
                <a:solidFill>
                  <a:srgbClr val="777777"/>
                </a:solidFill>
                <a:latin typeface="Pretendard"/>
                <a:ea typeface="Pretendard"/>
                <a:cs typeface="Pretendard"/>
              </a:defRPr>
            </a:lvl1pPr>
            <a:lvl2pPr algn="ctr">
              <a:defRPr sz="2550" b="0">
                <a:solidFill>
                  <a:srgbClr val="777777"/>
                </a:solidFill>
                <a:latin typeface="Pretendard"/>
                <a:ea typeface="Pretendard"/>
                <a:cs typeface="Pretendard"/>
              </a:defRPr>
            </a:lvl2pPr>
            <a:lvl3pPr algn="ctr">
              <a:defRPr sz="2550" b="0">
                <a:solidFill>
                  <a:srgbClr val="777777"/>
                </a:solidFill>
                <a:latin typeface="Pretendard"/>
                <a:ea typeface="Pretendard"/>
                <a:cs typeface="Pretendard"/>
              </a:defRPr>
            </a:lvl3pPr>
            <a:lvl4pPr algn="ctr">
              <a:defRPr sz="2550" b="0">
                <a:solidFill>
                  <a:srgbClr val="777777"/>
                </a:solidFill>
                <a:latin typeface="Pretendard"/>
                <a:ea typeface="Pretendard"/>
                <a:cs typeface="Pretendard"/>
              </a:defRPr>
            </a:lvl4pPr>
            <a:lvl5pPr algn="ctr">
              <a:defRPr sz="2550" b="0">
                <a:solidFill>
                  <a:srgbClr val="777777"/>
                </a:solidFill>
                <a:latin typeface="Pretendard"/>
                <a:ea typeface="Pretendard"/>
                <a:cs typeface="Pretendard"/>
              </a:defRPr>
            </a:lvl5pPr>
            <a:lvl6pPr algn="ctr">
              <a:defRPr sz="2550" b="0">
                <a:solidFill>
                  <a:srgbClr val="777777"/>
                </a:solidFill>
                <a:latin typeface="Pretendard"/>
                <a:ea typeface="Pretendard"/>
                <a:cs typeface="Pretendard"/>
              </a:defRPr>
            </a:lvl6pPr>
            <a:lvl7pPr algn="ctr">
              <a:defRPr sz="2550" b="0">
                <a:solidFill>
                  <a:srgbClr val="777777"/>
                </a:solidFill>
                <a:latin typeface="Pretendard"/>
                <a:ea typeface="Pretendard"/>
                <a:cs typeface="Pretendard"/>
              </a:defRPr>
            </a:lvl7pPr>
            <a:lvl8pPr algn="ctr">
              <a:defRPr sz="2550" b="0">
                <a:solidFill>
                  <a:srgbClr val="777777"/>
                </a:solidFill>
                <a:latin typeface="Pretendard"/>
                <a:ea typeface="Pretendard"/>
                <a:cs typeface="Pretendard"/>
              </a:defRPr>
            </a:lvl8pPr>
            <a:lvl9pPr algn="ctr">
              <a:defRPr sz="2550" b="0">
                <a:solidFill>
                  <a:srgbClr val="777777"/>
                </a:solidFill>
                <a:latin typeface="Pretendard"/>
                <a:ea typeface="Pretendard"/>
                <a:cs typeface="Pretendard"/>
              </a:defRPr>
            </a:lvl9pPr>
          </a:lstStyle>
          <a:p xmlns:a="http://schemas.openxmlformats.org/drawingml/2006/main">
            <a:pPr algn="ctr">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표준 상태에서 가장 안정한 원소 물질로부터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E1D18D69-DCDB-430C-BC14-B6F906567A24}"/>
              </a:ext>
            </a:extLst>
          </p:cNvPr>
          <p:cNvPicPr>
            <a:picLocks xmlns:a="http://schemas.openxmlformats.org/drawingml/2006/main" noChangeAspect="1"/>
          </p:cNvPicPr>
          <p:nvPr/>
        </p:nvPicPr>
        <p:blipFill>
          <a:blip xmlns:r="http://schemas.openxmlformats.org/officeDocument/2006/relationships" xmlns:a="http://schemas.openxmlformats.org/drawingml/2006/main" r:embed="Re7c5f2c21f244ee5"/>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73E8C7C9-EE48-442C-9F69-420D3F4BA41B}"/>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E786728B-C320-47D2-A6A2-5375A2BCA851}"/>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C477FEE6-BDD1-461B-85B2-C606FC147D7B}"/>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70274652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9F1B5D85-AC03-4F79-980E-BEC15D560312}"/>
              </a:ext>
            </a:extLst>
          </p:cNvPr>
          <p:cNvPicPr>
            <a:picLocks xmlns:a="http://schemas.openxmlformats.org/drawingml/2006/main" noChangeAspect="1"/>
          </p:cNvPicPr>
          <p:nvPr/>
        </p:nvPicPr>
        <p:blipFill>
          <a:blip xmlns:r="http://schemas.openxmlformats.org/officeDocument/2006/relationships" xmlns:a="http://schemas.openxmlformats.org/drawingml/2006/main" r:embed="Rdcb8ac52e13944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99938F-1A48-4762-96B1-1400FA5A6A3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69EA735-EDE1-460C-B766-36334A7C5F6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C0F7E4B-D59D-4505-9AFC-1AA015E105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368B6CE-1A25-4A83-9ED2-3978A6EBD5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924729E5-993C-4775-A0DE-C87BC55893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아래첨자 f와 윗첨자 °의 뜻</a:t>
            </a:r>
          </a:p>
        </p:txBody>
      </p:sp>
      <p:sp>
        <p:nvSpPr>
          <p:cNvPr id="7" name="text">
            <a:extLst xmlns:a="http://schemas.openxmlformats.org/drawingml/2006/main">
              <a:ext uri="{FF2B5EF4-FFF2-40B4-BE49-F238E27FC236}">
                <a16:creationId xmlns:a16="http://schemas.microsoft.com/office/drawing/2014/main" id="{218D74E6-9540-4704-960B-D3ADE88732C4}"/>
              </a:ext>
            </a:extLst>
          </p:cNvPr>
          <p:cNvSpPr>
            <a:spLocks xmlns:a="http://schemas.openxmlformats.org/drawingml/2006/main" noGrp="1"/>
          </p:cNvSpPr>
          <p:nvPr/>
        </p:nvSpPr>
        <p:spPr>
          <a:xfrm xmlns:a="http://schemas.openxmlformats.org/drawingml/2006/main">
            <a:off x="2905125" y="4191000"/>
            <a:ext cx="114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sz="10875" b="1">
                <a:solidFill>
                  <a:srgbClr val="57962F"/>
                </a:solidFill>
                <a:latin typeface="Pretendard"/>
                <a:ea typeface="Pretendard"/>
                <a:cs typeface="Pretendard"/>
              </a:rPr>
              <a:t>Δ</a:t>
            </a:r>
          </a:p>
        </p:txBody>
      </p:sp>
      <p:sp>
        <p:nvSpPr>
          <p:cNvPr id="8" name="rich">
            <a:extLst xmlns:a="http://schemas.openxmlformats.org/drawingml/2006/main">
              <a:ext uri="{FF2B5EF4-FFF2-40B4-BE49-F238E27FC236}">
                <a16:creationId xmlns:a16="http://schemas.microsoft.com/office/drawing/2014/main" id="{41AD8A7E-FC4A-40B5-89ED-523BE5A8F8D7}"/>
              </a:ext>
            </a:extLst>
          </p:cNvPr>
          <p:cNvSpPr>
            <a:spLocks xmlns:a="http://schemas.openxmlformats.org/drawingml/2006/main" noGrp="1"/>
          </p:cNvSpPr>
          <p:nvPr/>
        </p:nvSpPr>
        <p:spPr>
          <a:xfrm xmlns:a="http://schemas.openxmlformats.org/drawingml/2006/main">
            <a:off x="3857625" y="4191000"/>
            <a:ext cx="13811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875" b="1">
                <a:solidFill>
                  <a:srgbClr val="57962F"/>
                </a:solidFill>
                <a:latin typeface="Pretendard"/>
                <a:ea typeface="Pretendard"/>
                <a:cs typeface="Pretendard"/>
              </a:defRPr>
            </a:defPPr>
            <a:lvl1pPr algn="l">
              <a:defRPr sz="10875" b="1">
                <a:solidFill>
                  <a:srgbClr val="57962F"/>
                </a:solidFill>
                <a:latin typeface="Pretendard"/>
                <a:ea typeface="Pretendard"/>
                <a:cs typeface="Pretendard"/>
              </a:defRPr>
            </a:lvl1pPr>
            <a:lvl2pPr algn="l">
              <a:defRPr sz="10875" b="1">
                <a:solidFill>
                  <a:srgbClr val="57962F"/>
                </a:solidFill>
                <a:latin typeface="Pretendard"/>
                <a:ea typeface="Pretendard"/>
                <a:cs typeface="Pretendard"/>
              </a:defRPr>
            </a:lvl2pPr>
            <a:lvl3pPr algn="l">
              <a:defRPr sz="10875" b="1">
                <a:solidFill>
                  <a:srgbClr val="57962F"/>
                </a:solidFill>
                <a:latin typeface="Pretendard"/>
                <a:ea typeface="Pretendard"/>
                <a:cs typeface="Pretendard"/>
              </a:defRPr>
            </a:lvl3pPr>
            <a:lvl4pPr algn="l">
              <a:defRPr sz="10875" b="1">
                <a:solidFill>
                  <a:srgbClr val="57962F"/>
                </a:solidFill>
                <a:latin typeface="Pretendard"/>
                <a:ea typeface="Pretendard"/>
                <a:cs typeface="Pretendard"/>
              </a:defRPr>
            </a:lvl4pPr>
            <a:lvl5pPr algn="l">
              <a:defRPr sz="10875" b="1">
                <a:solidFill>
                  <a:srgbClr val="57962F"/>
                </a:solidFill>
                <a:latin typeface="Pretendard"/>
                <a:ea typeface="Pretendard"/>
                <a:cs typeface="Pretendard"/>
              </a:defRPr>
            </a:lvl5pPr>
            <a:lvl6pPr algn="l">
              <a:defRPr sz="10875" b="1">
                <a:solidFill>
                  <a:srgbClr val="57962F"/>
                </a:solidFill>
                <a:latin typeface="Pretendard"/>
                <a:ea typeface="Pretendard"/>
                <a:cs typeface="Pretendard"/>
              </a:defRPr>
            </a:lvl6pPr>
            <a:lvl7pPr algn="l">
              <a:defRPr sz="10875" b="1">
                <a:solidFill>
                  <a:srgbClr val="57962F"/>
                </a:solidFill>
                <a:latin typeface="Pretendard"/>
                <a:ea typeface="Pretendard"/>
                <a:cs typeface="Pretendard"/>
              </a:defRPr>
            </a:lvl7pPr>
            <a:lvl8pPr algn="l">
              <a:defRPr sz="10875" b="1">
                <a:solidFill>
                  <a:srgbClr val="57962F"/>
                </a:solidFill>
                <a:latin typeface="Pretendard"/>
                <a:ea typeface="Pretendard"/>
                <a:cs typeface="Pretendard"/>
              </a:defRPr>
            </a:lvl8pPr>
            <a:lvl9pPr algn="l">
              <a:defRPr sz="10875" b="1">
                <a:solidFill>
                  <a:srgbClr val="57962F"/>
                </a:solidFill>
                <a:latin typeface="Pretendard"/>
                <a:ea typeface="Pretendard"/>
                <a:cs typeface="Pretendard"/>
              </a:defRPr>
            </a:lvl9pPr>
          </a:lstStyle>
          <a:p xmlns:a="http://schemas.openxmlformats.org/drawingml/2006/main">
            <a:pPr algn="l">
              <a:defRPr sz="10875" b="1">
                <a:solidFill>
                  <a:srgbClr val="57962F"/>
                </a:solidFill>
                <a:latin typeface="Pretendard"/>
                <a:ea typeface="Pretendard"/>
                <a:cs typeface="Pretendard"/>
              </a:defRPr>
            </a:pPr>
            <a:r>
              <a:rPr i="1">
                <a:latin typeface="Pretendard"/>
                <a:ea typeface="Pretendard"/>
                <a:cs typeface="Pretendard"/>
              </a:rPr>
              <a:t>H</a:t>
            </a:r>
          </a:p>
        </p:txBody>
      </p:sp>
      <p:sp>
        <p:nvSpPr>
          <p:cNvPr id="9" name="text">
            <a:extLst xmlns:a="http://schemas.openxmlformats.org/drawingml/2006/main">
              <a:ext uri="{FF2B5EF4-FFF2-40B4-BE49-F238E27FC236}">
                <a16:creationId xmlns:a16="http://schemas.microsoft.com/office/drawing/2014/main" id="{360B93F8-F2CA-4883-BE8D-ECCF28E74497}"/>
              </a:ext>
            </a:extLst>
          </p:cNvPr>
          <p:cNvSpPr>
            <a:spLocks xmlns:a="http://schemas.openxmlformats.org/drawingml/2006/main" noGrp="1"/>
          </p:cNvSpPr>
          <p:nvPr/>
        </p:nvSpPr>
        <p:spPr>
          <a:xfrm xmlns:a="http://schemas.openxmlformats.org/drawingml/2006/main">
            <a:off x="5019675" y="5314950"/>
            <a:ext cx="57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75" b="0">
                <a:solidFill>
                  <a:srgbClr val="57962F"/>
                </a:solidFill>
                <a:latin typeface="Pretendard"/>
                <a:ea typeface="Pretendard"/>
                <a:cs typeface="Pretendard"/>
              </a:defRPr>
            </a:defPPr>
            <a:lvl1pPr algn="l">
              <a:defRPr sz="3975" b="0">
                <a:solidFill>
                  <a:srgbClr val="57962F"/>
                </a:solidFill>
                <a:latin typeface="Pretendard"/>
                <a:ea typeface="Pretendard"/>
                <a:cs typeface="Pretendard"/>
              </a:defRPr>
            </a:lvl1pPr>
            <a:lvl2pPr algn="l">
              <a:defRPr sz="3975" b="0">
                <a:solidFill>
                  <a:srgbClr val="57962F"/>
                </a:solidFill>
                <a:latin typeface="Pretendard"/>
                <a:ea typeface="Pretendard"/>
                <a:cs typeface="Pretendard"/>
              </a:defRPr>
            </a:lvl2pPr>
            <a:lvl3pPr algn="l">
              <a:defRPr sz="3975" b="0">
                <a:solidFill>
                  <a:srgbClr val="57962F"/>
                </a:solidFill>
                <a:latin typeface="Pretendard"/>
                <a:ea typeface="Pretendard"/>
                <a:cs typeface="Pretendard"/>
              </a:defRPr>
            </a:lvl3pPr>
            <a:lvl4pPr algn="l">
              <a:defRPr sz="3975" b="0">
                <a:solidFill>
                  <a:srgbClr val="57962F"/>
                </a:solidFill>
                <a:latin typeface="Pretendard"/>
                <a:ea typeface="Pretendard"/>
                <a:cs typeface="Pretendard"/>
              </a:defRPr>
            </a:lvl4pPr>
            <a:lvl5pPr algn="l">
              <a:defRPr sz="3975" b="0">
                <a:solidFill>
                  <a:srgbClr val="57962F"/>
                </a:solidFill>
                <a:latin typeface="Pretendard"/>
                <a:ea typeface="Pretendard"/>
                <a:cs typeface="Pretendard"/>
              </a:defRPr>
            </a:lvl5pPr>
            <a:lvl6pPr algn="l">
              <a:defRPr sz="3975" b="0">
                <a:solidFill>
                  <a:srgbClr val="57962F"/>
                </a:solidFill>
                <a:latin typeface="Pretendard"/>
                <a:ea typeface="Pretendard"/>
                <a:cs typeface="Pretendard"/>
              </a:defRPr>
            </a:lvl6pPr>
            <a:lvl7pPr algn="l">
              <a:defRPr sz="3975" b="0">
                <a:solidFill>
                  <a:srgbClr val="57962F"/>
                </a:solidFill>
                <a:latin typeface="Pretendard"/>
                <a:ea typeface="Pretendard"/>
                <a:cs typeface="Pretendard"/>
              </a:defRPr>
            </a:lvl7pPr>
            <a:lvl8pPr algn="l">
              <a:defRPr sz="3975" b="0">
                <a:solidFill>
                  <a:srgbClr val="57962F"/>
                </a:solidFill>
                <a:latin typeface="Pretendard"/>
                <a:ea typeface="Pretendard"/>
                <a:cs typeface="Pretendard"/>
              </a:defRPr>
            </a:lvl8pPr>
            <a:lvl9pPr algn="l">
              <a:defRPr sz="3975" b="0">
                <a:solidFill>
                  <a:srgbClr val="57962F"/>
                </a:solidFill>
                <a:latin typeface="Pretendard"/>
                <a:ea typeface="Pretendard"/>
                <a:cs typeface="Pretendard"/>
              </a:defRPr>
            </a:lvl9pPr>
          </a:lstStyle>
          <a:p xmlns:a="http://schemas.openxmlformats.org/drawingml/2006/main">
            <a:pPr algn="l">
              <a:defRPr sz="3975" b="0">
                <a:solidFill>
                  <a:srgbClr val="57962F"/>
                </a:solidFill>
                <a:latin typeface="Pretendard"/>
                <a:ea typeface="Pretendard"/>
                <a:cs typeface="Pretendard"/>
              </a:defRPr>
            </a:pPr>
            <a:r>
              <a:rPr sz="3975" b="0">
                <a:solidFill>
                  <a:srgbClr val="57962F"/>
                </a:solidFill>
                <a:latin typeface="Pretendard"/>
                <a:ea typeface="Pretendard"/>
                <a:cs typeface="Pretendard"/>
              </a:rPr>
              <a:t>f</a:t>
            </a:r>
          </a:p>
        </p:txBody>
      </p:sp>
      <p:sp>
        <p:nvSpPr>
          <p:cNvPr id="10" name="text">
            <a:extLst xmlns:a="http://schemas.openxmlformats.org/drawingml/2006/main">
              <a:ext uri="{FF2B5EF4-FFF2-40B4-BE49-F238E27FC236}">
                <a16:creationId xmlns:a16="http://schemas.microsoft.com/office/drawing/2014/main" id="{45845CA3-5787-4986-A83A-3F3BC386A2F8}"/>
              </a:ext>
            </a:extLst>
          </p:cNvPr>
          <p:cNvSpPr>
            <a:spLocks xmlns:a="http://schemas.openxmlformats.org/drawingml/2006/main" noGrp="1"/>
          </p:cNvSpPr>
          <p:nvPr/>
        </p:nvSpPr>
        <p:spPr>
          <a:xfrm xmlns:a="http://schemas.openxmlformats.org/drawingml/2006/main">
            <a:off x="5019675" y="4286250"/>
            <a:ext cx="619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250" b="0">
                <a:solidFill>
                  <a:srgbClr val="57962F"/>
                </a:solidFill>
                <a:latin typeface="Pretendard"/>
                <a:ea typeface="Pretendard"/>
                <a:cs typeface="Pretendard"/>
              </a:defRPr>
            </a:defPPr>
            <a:lvl1pPr algn="l">
              <a:defRPr sz="5250" b="0">
                <a:solidFill>
                  <a:srgbClr val="57962F"/>
                </a:solidFill>
                <a:latin typeface="Pretendard"/>
                <a:ea typeface="Pretendard"/>
                <a:cs typeface="Pretendard"/>
              </a:defRPr>
            </a:lvl1pPr>
            <a:lvl2pPr algn="l">
              <a:defRPr sz="5250" b="0">
                <a:solidFill>
                  <a:srgbClr val="57962F"/>
                </a:solidFill>
                <a:latin typeface="Pretendard"/>
                <a:ea typeface="Pretendard"/>
                <a:cs typeface="Pretendard"/>
              </a:defRPr>
            </a:lvl2pPr>
            <a:lvl3pPr algn="l">
              <a:defRPr sz="5250" b="0">
                <a:solidFill>
                  <a:srgbClr val="57962F"/>
                </a:solidFill>
                <a:latin typeface="Pretendard"/>
                <a:ea typeface="Pretendard"/>
                <a:cs typeface="Pretendard"/>
              </a:defRPr>
            </a:lvl3pPr>
            <a:lvl4pPr algn="l">
              <a:defRPr sz="5250" b="0">
                <a:solidFill>
                  <a:srgbClr val="57962F"/>
                </a:solidFill>
                <a:latin typeface="Pretendard"/>
                <a:ea typeface="Pretendard"/>
                <a:cs typeface="Pretendard"/>
              </a:defRPr>
            </a:lvl4pPr>
            <a:lvl5pPr algn="l">
              <a:defRPr sz="5250" b="0">
                <a:solidFill>
                  <a:srgbClr val="57962F"/>
                </a:solidFill>
                <a:latin typeface="Pretendard"/>
                <a:ea typeface="Pretendard"/>
                <a:cs typeface="Pretendard"/>
              </a:defRPr>
            </a:lvl5pPr>
            <a:lvl6pPr algn="l">
              <a:defRPr sz="5250" b="0">
                <a:solidFill>
                  <a:srgbClr val="57962F"/>
                </a:solidFill>
                <a:latin typeface="Pretendard"/>
                <a:ea typeface="Pretendard"/>
                <a:cs typeface="Pretendard"/>
              </a:defRPr>
            </a:lvl6pPr>
            <a:lvl7pPr algn="l">
              <a:defRPr sz="5250" b="0">
                <a:solidFill>
                  <a:srgbClr val="57962F"/>
                </a:solidFill>
                <a:latin typeface="Pretendard"/>
                <a:ea typeface="Pretendard"/>
                <a:cs typeface="Pretendard"/>
              </a:defRPr>
            </a:lvl7pPr>
            <a:lvl8pPr algn="l">
              <a:defRPr sz="5250" b="0">
                <a:solidFill>
                  <a:srgbClr val="57962F"/>
                </a:solidFill>
                <a:latin typeface="Pretendard"/>
                <a:ea typeface="Pretendard"/>
                <a:cs typeface="Pretendard"/>
              </a:defRPr>
            </a:lvl8pPr>
            <a:lvl9pPr algn="l">
              <a:defRPr sz="5250" b="0">
                <a:solidFill>
                  <a:srgbClr val="57962F"/>
                </a:solidFill>
                <a:latin typeface="Pretendard"/>
                <a:ea typeface="Pretendard"/>
                <a:cs typeface="Pretendard"/>
              </a:defRPr>
            </a:lvl9pPr>
          </a:lstStyle>
          <a:p xmlns:a="http://schemas.openxmlformats.org/drawingml/2006/main">
            <a:pPr algn="l">
              <a:defRPr sz="5250" b="0">
                <a:solidFill>
                  <a:srgbClr val="57962F"/>
                </a:solidFill>
                <a:latin typeface="Pretendard"/>
                <a:ea typeface="Pretendard"/>
                <a:cs typeface="Pretendard"/>
              </a:defRPr>
            </a:pPr>
            <a:r>
              <a:rPr sz="5250" b="0">
                <a:solidFill>
                  <a:srgbClr val="57962F"/>
                </a:solidFill>
                <a:latin typeface="Pretendard"/>
                <a:ea typeface="Pretendard"/>
                <a:cs typeface="Pretendard"/>
              </a:rPr>
              <a:t>°</a:t>
            </a:r>
          </a:p>
        </p:txBody>
      </p:sp>
      <p:sp>
        <p:nvSpPr>
          <p:cNvPr id="11" name="R04-33 표제와 해석 영역">
            <a:extLst xmlns:a="http://schemas.openxmlformats.org/drawingml/2006/main">
              <a:ext uri="{FF2B5EF4-FFF2-40B4-BE49-F238E27FC236}">
                <a16:creationId xmlns:a16="http://schemas.microsoft.com/office/drawing/2014/main" id="{771EE2DD-6C1A-44F3-B7B5-3F00DAD5455F}"/>
              </a:ext>
            </a:extLst>
          </p:cNvPr>
          <p:cNvSpPr>
            <a:spLocks xmlns:a="http://schemas.openxmlformats.org/drawingml/2006/main" noGrp="1"/>
          </p:cNvSpPr>
          <p:nvPr/>
        </p:nvSpPr>
        <p:spPr>
          <a:xfrm xmlns:a="http://schemas.openxmlformats.org/drawingml/2006/main">
            <a:off x="7143750" y="4048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2" name="rich">
            <a:extLst xmlns:a="http://schemas.openxmlformats.org/drawingml/2006/main">
              <a:ext uri="{FF2B5EF4-FFF2-40B4-BE49-F238E27FC236}">
                <a16:creationId xmlns:a16="http://schemas.microsoft.com/office/drawing/2014/main" id="{63522D59-33BD-4EC4-B3F5-5BF5662FEC9A}"/>
              </a:ext>
            </a:extLst>
          </p:cNvPr>
          <p:cNvSpPr>
            <a:spLocks xmlns:a="http://schemas.openxmlformats.org/drawingml/2006/main" noGrp="1"/>
          </p:cNvSpPr>
          <p:nvPr/>
        </p:nvSpPr>
        <p:spPr>
          <a:xfrm xmlns:a="http://schemas.openxmlformats.org/drawingml/2006/main">
            <a:off x="7448550" y="4210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f : formation, 생성</a:t>
            </a:r>
          </a:p>
        </p:txBody>
      </p:sp>
      <p:sp>
        <p:nvSpPr>
          <p:cNvPr id="13" name="rich">
            <a:extLst xmlns:a="http://schemas.openxmlformats.org/drawingml/2006/main">
              <a:ext uri="{FF2B5EF4-FFF2-40B4-BE49-F238E27FC236}">
                <a16:creationId xmlns:a16="http://schemas.microsoft.com/office/drawing/2014/main" id="{88FCE871-9154-407D-BCF4-E766A9E0A6F7}"/>
              </a:ext>
            </a:extLst>
          </p:cNvPr>
          <p:cNvSpPr>
            <a:spLocks xmlns:a="http://schemas.openxmlformats.org/drawingml/2006/main" noGrp="1"/>
          </p:cNvSpPr>
          <p:nvPr/>
        </p:nvSpPr>
        <p:spPr>
          <a:xfrm xmlns:a="http://schemas.openxmlformats.org/drawingml/2006/main">
            <a:off x="7448550" y="4838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원소 물질로부터 생성되는 반응임을 나타낸다.</a:t>
            </a:r>
          </a:p>
        </p:txBody>
      </p:sp>
      <p:sp>
        <p:nvSpPr>
          <p:cNvPr id="14" name="R04-33 표제와 해석 영역">
            <a:extLst xmlns:a="http://schemas.openxmlformats.org/drawingml/2006/main">
              <a:ext uri="{FF2B5EF4-FFF2-40B4-BE49-F238E27FC236}">
                <a16:creationId xmlns:a16="http://schemas.microsoft.com/office/drawing/2014/main" id="{D5EDAB16-0D3C-467D-98D7-A0A8C52420EC}"/>
              </a:ext>
            </a:extLst>
          </p:cNvPr>
          <p:cNvSpPr>
            <a:spLocks xmlns:a="http://schemas.openxmlformats.org/drawingml/2006/main" noGrp="1"/>
          </p:cNvSpPr>
          <p:nvPr/>
        </p:nvSpPr>
        <p:spPr>
          <a:xfrm xmlns:a="http://schemas.openxmlformats.org/drawingml/2006/main">
            <a:off x="7143750" y="5953125"/>
            <a:ext cx="9715500" cy="1638300"/>
          </a:xfrm>
          <a:prstGeom xmlns:a="http://schemas.openxmlformats.org/drawingml/2006/main" prst="roundRect">
            <a:avLst>
              <a:gd name="adj" fmla="val 11628"/>
            </a:avLst>
          </a:prstGeom>
          <a:solidFill xmlns:a="http://schemas.openxmlformats.org/drawingml/2006/main">
            <a:srgbClr val="F5F5F5"/>
          </a:solidFill>
          <a:ln xmlns:a="http://schemas.openxmlformats.org/drawingml/2006/main" w="0">
            <a:noFill/>
          </a:ln>
        </p:spPr>
      </p:sp>
      <p:sp>
        <p:nvSpPr>
          <p:cNvPr id="15" name="rich">
            <a:extLst xmlns:a="http://schemas.openxmlformats.org/drawingml/2006/main">
              <a:ext uri="{FF2B5EF4-FFF2-40B4-BE49-F238E27FC236}">
                <a16:creationId xmlns:a16="http://schemas.microsoft.com/office/drawing/2014/main" id="{DBC32318-4FB8-472A-9ED8-CAB7D932BCAE}"/>
              </a:ext>
            </a:extLst>
          </p:cNvPr>
          <p:cNvSpPr>
            <a:spLocks xmlns:a="http://schemas.openxmlformats.org/drawingml/2006/main" noGrp="1"/>
          </p:cNvSpPr>
          <p:nvPr/>
        </p:nvSpPr>
        <p:spPr>
          <a:xfrm xmlns:a="http://schemas.openxmlformats.org/drawingml/2006/main">
            <a:off x="7448550" y="6115050"/>
            <a:ext cx="9105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 : 표준 상태</a:t>
            </a:r>
          </a:p>
        </p:txBody>
      </p:sp>
      <p:sp>
        <p:nvSpPr>
          <p:cNvPr id="16" name="rich">
            <a:extLst xmlns:a="http://schemas.openxmlformats.org/drawingml/2006/main">
              <a:ext uri="{FF2B5EF4-FFF2-40B4-BE49-F238E27FC236}">
                <a16:creationId xmlns:a16="http://schemas.microsoft.com/office/drawing/2014/main" id="{A66E0D7D-8C44-49E1-8133-203FEA2B41F9}"/>
              </a:ext>
            </a:extLst>
          </p:cNvPr>
          <p:cNvSpPr>
            <a:spLocks xmlns:a="http://schemas.openxmlformats.org/drawingml/2006/main" noGrp="1"/>
          </p:cNvSpPr>
          <p:nvPr/>
        </p:nvSpPr>
        <p:spPr>
          <a:xfrm xmlns:a="http://schemas.openxmlformats.org/drawingml/2006/main">
            <a:off x="7448550" y="6743700"/>
            <a:ext cx="9105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반응 물질이 표준 상태에 있음을 나타낸다.</a:t>
            </a:r>
          </a:p>
        </p:txBody>
      </p:sp>
      <p:sp>
        <p:nvSpPr>
          <p:cNvPr id="17" name="text">
            <a:extLst xmlns:a="http://schemas.openxmlformats.org/drawingml/2006/main">
              <a:ext uri="{FF2B5EF4-FFF2-40B4-BE49-F238E27FC236}">
                <a16:creationId xmlns:a16="http://schemas.microsoft.com/office/drawing/2014/main" id="{2B986561-EB40-47E9-9027-9ABBFC10B696}"/>
              </a:ext>
            </a:extLst>
          </p:cNvPr>
          <p:cNvSpPr>
            <a:spLocks xmlns:a="http://schemas.openxmlformats.org/drawingml/2006/main" noGrp="1"/>
          </p:cNvSpPr>
          <p:nvPr/>
        </p:nvSpPr>
        <p:spPr>
          <a:xfrm xmlns:a="http://schemas.openxmlformats.org/drawingml/2006/main">
            <a:off x="2286000" y="6410325"/>
            <a:ext cx="3905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898989"/>
                </a:solidFill>
                <a:latin typeface="Pretendard"/>
                <a:ea typeface="Pretendard"/>
                <a:cs typeface="Pretendard"/>
              </a:defRPr>
            </a:defPPr>
            <a:lvl1pPr algn="ctr">
              <a:defRPr sz="2550" b="0">
                <a:solidFill>
                  <a:srgbClr val="898989"/>
                </a:solidFill>
                <a:latin typeface="Pretendard"/>
                <a:ea typeface="Pretendard"/>
                <a:cs typeface="Pretendard"/>
              </a:defRPr>
            </a:lvl1pPr>
            <a:lvl2pPr algn="ctr">
              <a:defRPr sz="2550" b="0">
                <a:solidFill>
                  <a:srgbClr val="898989"/>
                </a:solidFill>
                <a:latin typeface="Pretendard"/>
                <a:ea typeface="Pretendard"/>
                <a:cs typeface="Pretendard"/>
              </a:defRPr>
            </a:lvl2pPr>
            <a:lvl3pPr algn="ctr">
              <a:defRPr sz="2550" b="0">
                <a:solidFill>
                  <a:srgbClr val="898989"/>
                </a:solidFill>
                <a:latin typeface="Pretendard"/>
                <a:ea typeface="Pretendard"/>
                <a:cs typeface="Pretendard"/>
              </a:defRPr>
            </a:lvl3pPr>
            <a:lvl4pPr algn="ctr">
              <a:defRPr sz="2550" b="0">
                <a:solidFill>
                  <a:srgbClr val="898989"/>
                </a:solidFill>
                <a:latin typeface="Pretendard"/>
                <a:ea typeface="Pretendard"/>
                <a:cs typeface="Pretendard"/>
              </a:defRPr>
            </a:lvl4pPr>
            <a:lvl5pPr algn="ctr">
              <a:defRPr sz="2550" b="0">
                <a:solidFill>
                  <a:srgbClr val="898989"/>
                </a:solidFill>
                <a:latin typeface="Pretendard"/>
                <a:ea typeface="Pretendard"/>
                <a:cs typeface="Pretendard"/>
              </a:defRPr>
            </a:lvl5pPr>
            <a:lvl6pPr algn="ctr">
              <a:defRPr sz="2550" b="0">
                <a:solidFill>
                  <a:srgbClr val="898989"/>
                </a:solidFill>
                <a:latin typeface="Pretendard"/>
                <a:ea typeface="Pretendard"/>
                <a:cs typeface="Pretendard"/>
              </a:defRPr>
            </a:lvl6pPr>
            <a:lvl7pPr algn="ctr">
              <a:defRPr sz="2550" b="0">
                <a:solidFill>
                  <a:srgbClr val="898989"/>
                </a:solidFill>
                <a:latin typeface="Pretendard"/>
                <a:ea typeface="Pretendard"/>
                <a:cs typeface="Pretendard"/>
              </a:defRPr>
            </a:lvl7pPr>
            <a:lvl8pPr algn="ctr">
              <a:defRPr sz="2550" b="0">
                <a:solidFill>
                  <a:srgbClr val="898989"/>
                </a:solidFill>
                <a:latin typeface="Pretendard"/>
                <a:ea typeface="Pretendard"/>
                <a:cs typeface="Pretendard"/>
              </a:defRPr>
            </a:lvl8pPr>
            <a:lvl9pPr algn="ctr">
              <a:defRPr sz="2550" b="0">
                <a:solidFill>
                  <a:srgbClr val="898989"/>
                </a:solidFill>
                <a:latin typeface="Pretendard"/>
                <a:ea typeface="Pretendard"/>
                <a:cs typeface="Pretendard"/>
              </a:defRPr>
            </a:lvl9pPr>
          </a:lstStyle>
          <a:p xmlns:a="http://schemas.openxmlformats.org/drawingml/2006/main">
            <a:pPr algn="ctr">
              <a:defRPr sz="2550" b="0">
                <a:solidFill>
                  <a:srgbClr val="898989"/>
                </a:solidFill>
                <a:latin typeface="Pretendard"/>
                <a:ea typeface="Pretendard"/>
                <a:cs typeface="Pretendard"/>
              </a:defRPr>
            </a:pPr>
            <a:r>
              <a:rPr sz="2550" b="0">
                <a:solidFill>
                  <a:srgbClr val="898989"/>
                </a:solidFill>
                <a:latin typeface="Pretendard"/>
                <a:ea typeface="Pretendard"/>
                <a:cs typeface="Pretendard"/>
              </a:rPr>
              <a:t>아래첨자·윗첨자도 기호의 일부</a:t>
            </a:r>
          </a:p>
        </p:txBody>
      </p:sp>
      <p:sp>
        <p:nvSpPr>
          <p:cNvPr id="18" name="해석·결론">
            <a:extLst xmlns:a="http://schemas.openxmlformats.org/drawingml/2006/main">
              <a:ext uri="{FF2B5EF4-FFF2-40B4-BE49-F238E27FC236}">
                <a16:creationId xmlns:a16="http://schemas.microsoft.com/office/drawing/2014/main" id="{990AD865-CC18-4827-BEF3-174F6A06DA4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9" name="반응식·수식">
            <a:extLst xmlns:a="http://schemas.openxmlformats.org/drawingml/2006/main">
              <a:ext uri="{FF2B5EF4-FFF2-40B4-BE49-F238E27FC236}">
                <a16:creationId xmlns:a16="http://schemas.microsoft.com/office/drawing/2014/main" id="{856861F6-EF8F-4468-A039-C87272DE0F2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 1 mol을 기준으로 하므로 단위는 kJ/mol</a:t>
            </a:r>
          </a:p>
        </p:txBody>
      </p:sp>
    </p:spTree>
    <p:extLst>
      <p:ext uri="{BB962C8B-B14F-4D97-AF65-F5344CB8AC3E}">
        <p14:creationId xmlns:p14="http://schemas.microsoft.com/office/powerpoint/2010/main" val="20063645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EB57E1D6-F5B8-4FF3-86D3-C49DE9B65945}"/>
              </a:ext>
            </a:extLst>
          </p:cNvPr>
          <p:cNvPicPr>
            <a:picLocks xmlns:a="http://schemas.openxmlformats.org/drawingml/2006/main" noChangeAspect="1"/>
          </p:cNvPicPr>
          <p:nvPr/>
        </p:nvPicPr>
        <p:blipFill>
          <a:blip xmlns:r="http://schemas.openxmlformats.org/officeDocument/2006/relationships" xmlns:a="http://schemas.openxmlformats.org/drawingml/2006/main" r:embed="Re0b7f4acbd1040c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F47266-F0D5-45B7-BE83-50C98BA17F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27D208-FB24-4251-A0C6-13AFE87750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CD35FC8-C82B-44A2-B743-127DFC6C485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78FDACA-9470-4BDD-99FA-86573CA034A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23E8560-2B3A-4708-BD72-361BA4762E2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072B90E8-FDD3-4F5C-AD52-B8830B47FAE6}"/>
              </a:ext>
            </a:extLst>
          </p:cNvPr>
          <p:cNvSpPr>
            <a:spLocks xmlns:a="http://schemas.openxmlformats.org/drawingml/2006/main" noGrp="1"/>
          </p:cNvSpPr>
          <p:nvPr/>
        </p:nvSpPr>
        <p:spPr>
          <a:xfrm xmlns:a="http://schemas.openxmlformats.org/drawingml/2006/main">
            <a:off x="1428750" y="36671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898989"/>
                </a:solidFill>
                <a:latin typeface="Pretendard"/>
                <a:ea typeface="Pretendard"/>
                <a:cs typeface="Pretendard"/>
              </a:defRPr>
            </a:defPPr>
            <a:lvl1pPr algn="ctr">
              <a:defRPr sz="2850" b="0">
                <a:solidFill>
                  <a:srgbClr val="898989"/>
                </a:solidFill>
                <a:latin typeface="Pretendard"/>
                <a:ea typeface="Pretendard"/>
                <a:cs typeface="Pretendard"/>
              </a:defRPr>
            </a:lvl1pPr>
            <a:lvl2pPr algn="ctr">
              <a:defRPr sz="2850" b="0">
                <a:solidFill>
                  <a:srgbClr val="898989"/>
                </a:solidFill>
                <a:latin typeface="Pretendard"/>
                <a:ea typeface="Pretendard"/>
                <a:cs typeface="Pretendard"/>
              </a:defRPr>
            </a:lvl2pPr>
            <a:lvl3pPr algn="ctr">
              <a:defRPr sz="2850" b="0">
                <a:solidFill>
                  <a:srgbClr val="898989"/>
                </a:solidFill>
                <a:latin typeface="Pretendard"/>
                <a:ea typeface="Pretendard"/>
                <a:cs typeface="Pretendard"/>
              </a:defRPr>
            </a:lvl3pPr>
            <a:lvl4pPr algn="ctr">
              <a:defRPr sz="2850" b="0">
                <a:solidFill>
                  <a:srgbClr val="898989"/>
                </a:solidFill>
                <a:latin typeface="Pretendard"/>
                <a:ea typeface="Pretendard"/>
                <a:cs typeface="Pretendard"/>
              </a:defRPr>
            </a:lvl4pPr>
            <a:lvl5pPr algn="ctr">
              <a:defRPr sz="2850" b="0">
                <a:solidFill>
                  <a:srgbClr val="898989"/>
                </a:solidFill>
                <a:latin typeface="Pretendard"/>
                <a:ea typeface="Pretendard"/>
                <a:cs typeface="Pretendard"/>
              </a:defRPr>
            </a:lvl5pPr>
            <a:lvl6pPr algn="ctr">
              <a:defRPr sz="2850" b="0">
                <a:solidFill>
                  <a:srgbClr val="898989"/>
                </a:solidFill>
                <a:latin typeface="Pretendard"/>
                <a:ea typeface="Pretendard"/>
                <a:cs typeface="Pretendard"/>
              </a:defRPr>
            </a:lvl6pPr>
            <a:lvl7pPr algn="ctr">
              <a:defRPr sz="2850" b="0">
                <a:solidFill>
                  <a:srgbClr val="898989"/>
                </a:solidFill>
                <a:latin typeface="Pretendard"/>
                <a:ea typeface="Pretendard"/>
                <a:cs typeface="Pretendard"/>
              </a:defRPr>
            </a:lvl7pPr>
            <a:lvl8pPr algn="ctr">
              <a:defRPr sz="2850" b="0">
                <a:solidFill>
                  <a:srgbClr val="898989"/>
                </a:solidFill>
                <a:latin typeface="Pretendard"/>
                <a:ea typeface="Pretendard"/>
                <a:cs typeface="Pretendard"/>
              </a:defRPr>
            </a:lvl8pPr>
            <a:lvl9pPr algn="ctr">
              <a:defRPr sz="2850" b="0">
                <a:solidFill>
                  <a:srgbClr val="898989"/>
                </a:solidFill>
                <a:latin typeface="Pretendard"/>
                <a:ea typeface="Pretendard"/>
                <a:cs typeface="Pretendard"/>
              </a:defRPr>
            </a:lvl9pPr>
          </a:lstStyle>
          <a:p xmlns:a="http://schemas.openxmlformats.org/drawingml/2006/main">
            <a:pPr algn="ctr">
              <a:defRPr sz="2850" b="0">
                <a:solidFill>
                  <a:srgbClr val="898989"/>
                </a:solidFill>
                <a:latin typeface="Pretendard"/>
                <a:ea typeface="Pretendard"/>
                <a:cs typeface="Pretendard"/>
              </a:defRPr>
            </a:pPr>
            <a:r>
              <a:rPr sz="2850" b="0">
                <a:solidFill>
                  <a:srgbClr val="898989"/>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AAAB9C0B-CE9C-4D73-935B-1574708E8576}"/>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0D3A4AD-D397-44DE-A106-30C58B40439B}"/>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41B1380-2D5C-4E90-9065-3B6F70D032C0}"/>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4A8E2FC-AA6E-400B-A85E-ABAC76B62DB3}"/>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B3D815D-04DF-4A5A-A464-F70D3A72F2E2}"/>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E1F9AB34-A139-4A8C-9C55-C843C4B6AB40}"/>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1 M = 용액 1 L에 용질 1 mol이 들어 있는 농도</a:t>
            </a:r>
          </a:p>
        </p:txBody>
      </p:sp>
    </p:spTree>
    <p:extLst>
      <p:ext uri="{BB962C8B-B14F-4D97-AF65-F5344CB8AC3E}">
        <p14:creationId xmlns:p14="http://schemas.microsoft.com/office/powerpoint/2010/main" val="50365498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6314181A-3448-4645-A0A4-B436FED1195F}"/>
              </a:ext>
            </a:extLst>
          </p:cNvPr>
          <p:cNvPicPr>
            <a:picLocks xmlns:a="http://schemas.openxmlformats.org/drawingml/2006/main" noChangeAspect="1"/>
          </p:cNvPicPr>
          <p:nvPr/>
        </p:nvPicPr>
        <p:blipFill>
          <a:blip xmlns:r="http://schemas.openxmlformats.org/officeDocument/2006/relationships" xmlns:a="http://schemas.openxmlformats.org/drawingml/2006/main" r:embed="R7fdbedf499c444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2A68D2-86E1-4062-B5EF-ED78A2649A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535F21D-5F0A-4256-B9D2-732AA4B465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E81CF79-9D59-4C0D-996B-7CBA5E4A7F6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9FE5FCE-B811-49E7-AF88-10A7239F68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0CDB6490-DE60-4BC5-806C-D96293FA68C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상태가 곧 25°C인 것은 아니다</a:t>
            </a:r>
          </a:p>
        </p:txBody>
      </p:sp>
      <p:sp>
        <p:nvSpPr>
          <p:cNvPr id="7" name="R04-33 표제와 해석 영역">
            <a:extLst xmlns:a="http://schemas.openxmlformats.org/drawingml/2006/main">
              <a:ext uri="{FF2B5EF4-FFF2-40B4-BE49-F238E27FC236}">
                <a16:creationId xmlns:a16="http://schemas.microsoft.com/office/drawing/2014/main" id="{6B8B90C3-A5B5-4802-901E-14DB0A2DD9E5}"/>
              </a:ext>
            </a:extLst>
          </p:cNvPr>
          <p:cNvSpPr>
            <a:spLocks xmlns:a="http://schemas.openxmlformats.org/drawingml/2006/main" noGrp="1"/>
          </p:cNvSpPr>
          <p:nvPr/>
        </p:nvSpPr>
        <p:spPr>
          <a:xfrm xmlns:a="http://schemas.openxmlformats.org/drawingml/2006/main">
            <a:off x="2190750" y="4095750"/>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A7706FEA-C302-43FC-A82F-FACEA599588D}"/>
              </a:ext>
            </a:extLst>
          </p:cNvPr>
          <p:cNvSpPr>
            <a:spLocks xmlns:a="http://schemas.openxmlformats.org/drawingml/2006/main" noGrp="1"/>
          </p:cNvSpPr>
          <p:nvPr/>
        </p:nvSpPr>
        <p:spPr>
          <a:xfrm xmlns:a="http://schemas.openxmlformats.org/drawingml/2006/main">
            <a:off x="2495550" y="4257675"/>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표준 상태의 표시 °</a:t>
            </a:r>
          </a:p>
        </p:txBody>
      </p:sp>
      <p:sp>
        <p:nvSpPr>
          <p:cNvPr id="9" name="rich">
            <a:extLst xmlns:a="http://schemas.openxmlformats.org/drawingml/2006/main">
              <a:ext uri="{FF2B5EF4-FFF2-40B4-BE49-F238E27FC236}">
                <a16:creationId xmlns:a16="http://schemas.microsoft.com/office/drawing/2014/main" id="{F2CA0687-928F-4950-80FF-952BB42E0438}"/>
              </a:ext>
            </a:extLst>
          </p:cNvPr>
          <p:cNvSpPr>
            <a:spLocks xmlns:a="http://schemas.openxmlformats.org/drawingml/2006/main" noGrp="1"/>
          </p:cNvSpPr>
          <p:nvPr/>
        </p:nvSpPr>
        <p:spPr>
          <a:xfrm xmlns:a="http://schemas.openxmlformats.org/drawingml/2006/main">
            <a:off x="2495550" y="4886325"/>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°는 특정한 온도를 뜻하는 기호가 아니다.</a:t>
            </a:r>
          </a:p>
        </p:txBody>
      </p:sp>
      <p:sp>
        <p:nvSpPr>
          <p:cNvPr id="10" name="R04-33 표제와 해석 영역">
            <a:extLst xmlns:a="http://schemas.openxmlformats.org/drawingml/2006/main">
              <a:ext uri="{FF2B5EF4-FFF2-40B4-BE49-F238E27FC236}">
                <a16:creationId xmlns:a16="http://schemas.microsoft.com/office/drawing/2014/main" id="{150D475F-4961-4486-AEC7-DFE9D14569CF}"/>
              </a:ext>
            </a:extLst>
          </p:cNvPr>
          <p:cNvSpPr>
            <a:spLocks xmlns:a="http://schemas.openxmlformats.org/drawingml/2006/main" noGrp="1"/>
          </p:cNvSpPr>
          <p:nvPr/>
        </p:nvSpPr>
        <p:spPr>
          <a:xfrm xmlns:a="http://schemas.openxmlformats.org/drawingml/2006/main">
            <a:off x="2190750" y="6048375"/>
            <a:ext cx="13906500" cy="1666875"/>
          </a:xfrm>
          <a:prstGeom xmlns:a="http://schemas.openxmlformats.org/drawingml/2006/main" prst="roundRect">
            <a:avLst>
              <a:gd name="adj" fmla="val 11429"/>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EBFF9E81-8027-40C7-83D8-49728068B237}"/>
              </a:ext>
            </a:extLst>
          </p:cNvPr>
          <p:cNvSpPr>
            <a:spLocks xmlns:a="http://schemas.openxmlformats.org/drawingml/2006/main" noGrp="1"/>
          </p:cNvSpPr>
          <p:nvPr/>
        </p:nvSpPr>
        <p:spPr>
          <a:xfrm xmlns:a="http://schemas.openxmlformats.org/drawingml/2006/main">
            <a:off x="2495550" y="6210300"/>
            <a:ext cx="13296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온도는 자료와 함께 확인</a:t>
            </a:r>
          </a:p>
        </p:txBody>
      </p:sp>
      <p:sp>
        <p:nvSpPr>
          <p:cNvPr id="12" name="rich">
            <a:extLst xmlns:a="http://schemas.openxmlformats.org/drawingml/2006/main">
              <a:ext uri="{FF2B5EF4-FFF2-40B4-BE49-F238E27FC236}">
                <a16:creationId xmlns:a16="http://schemas.microsoft.com/office/drawing/2014/main" id="{FA69E194-AB67-4789-9802-BB6D3B2B016F}"/>
              </a:ext>
            </a:extLst>
          </p:cNvPr>
          <p:cNvSpPr>
            <a:spLocks xmlns:a="http://schemas.openxmlformats.org/drawingml/2006/main" noGrp="1"/>
          </p:cNvSpPr>
          <p:nvPr/>
        </p:nvSpPr>
        <p:spPr>
          <a:xfrm xmlns:a="http://schemas.openxmlformats.org/drawingml/2006/main">
            <a:off x="2495550" y="6838950"/>
            <a:ext cx="132969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생성 엔탈피 값은 온도에 따라 달라질 수 있다.</a:t>
            </a:r>
          </a:p>
        </p:txBody>
      </p:sp>
      <p:sp>
        <p:nvSpPr>
          <p:cNvPr id="13" name="해석·결론">
            <a:extLst xmlns:a="http://schemas.openxmlformats.org/drawingml/2006/main">
              <a:ext uri="{FF2B5EF4-FFF2-40B4-BE49-F238E27FC236}">
                <a16:creationId xmlns:a16="http://schemas.microsoft.com/office/drawing/2014/main" id="{82F64457-5E85-4A87-BACD-687D63BF62FB}"/>
              </a:ext>
            </a:extLst>
          </p:cNvPr>
          <p:cNvSpPr>
            <a:spLocks xmlns:a="http://schemas.openxmlformats.org/drawingml/2006/main" noGrp="1"/>
          </p:cNvSpPr>
          <p:nvPr/>
        </p:nvSpPr>
        <p:spPr>
          <a:xfrm xmlns:a="http://schemas.openxmlformats.org/drawingml/2006/main">
            <a:off x="1828800" y="82391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78C894A5-AD2A-4342-A000-EB812B912C4C}"/>
              </a:ext>
            </a:extLst>
          </p:cNvPr>
          <p:cNvSpPr>
            <a:spLocks xmlns:a="http://schemas.openxmlformats.org/drawingml/2006/main" noGrp="1"/>
          </p:cNvSpPr>
          <p:nvPr/>
        </p:nvSpPr>
        <p:spPr>
          <a:xfrm xmlns:a="http://schemas.openxmlformats.org/drawingml/2006/main">
            <a:off x="2143125" y="83153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이 수업의 완자 예제: 25°C, 1기압에서의 자료</a:t>
            </a:r>
          </a:p>
        </p:txBody>
      </p:sp>
    </p:spTree>
    <p:extLst>
      <p:ext uri="{BB962C8B-B14F-4D97-AF65-F5344CB8AC3E}">
        <p14:creationId xmlns:p14="http://schemas.microsoft.com/office/powerpoint/2010/main" val="18227402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228E5B7-C501-4920-A279-260548F1E64C}"/>
              </a:ext>
            </a:extLst>
          </p:cNvPr>
          <p:cNvPicPr>
            <a:picLocks xmlns:a="http://schemas.openxmlformats.org/drawingml/2006/main" noChangeAspect="1"/>
          </p:cNvPicPr>
          <p:nvPr/>
        </p:nvPicPr>
        <p:blipFill>
          <a:blip xmlns:r="http://schemas.openxmlformats.org/officeDocument/2006/relationships" xmlns:a="http://schemas.openxmlformats.org/drawingml/2006/main" r:embed="R083a0891c94748b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0517D6-A37E-4D9A-A133-B3CAFDD4C9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3FE3357-B570-49F1-A5CB-1D288B8508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17B7153-239E-4A1D-9B07-FDA14EB64D4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90CF1ED-D4D1-4AE1-A5A2-76D7314771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AE5D78B-DE31-41AB-ADBA-43B50941FEB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27F1081F-A184-4C29-81FA-96D020B22BEB}"/>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90979B79-3A38-413F-9945-392CA3DDE4FB}"/>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2EB911F-1C2D-49A9-BDA5-998C690A9850}"/>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3A0FF31-3354-4700-861A-EF79207E4CDC}"/>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463158C-7C43-4F3D-980F-BC03AB13FFF4}"/>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1FCC5EE2-C21B-4E88-A515-8998ABF90989}"/>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3FEE6A2C-E863-46BC-9EB5-374A09451F2E}"/>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80834145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F58EE89-313E-4FA7-86B5-641B27835674}"/>
              </a:ext>
            </a:extLst>
          </p:cNvPr>
          <p:cNvPicPr>
            <a:picLocks xmlns:a="http://schemas.openxmlformats.org/drawingml/2006/main" noChangeAspect="1"/>
          </p:cNvPicPr>
          <p:nvPr/>
        </p:nvPicPr>
        <p:blipFill>
          <a:blip xmlns:r="http://schemas.openxmlformats.org/officeDocument/2006/relationships" xmlns:a="http://schemas.openxmlformats.org/drawingml/2006/main" r:embed="R89c937be791e40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FD6488-DD1F-4279-A663-EA85559C25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34E7FA-E589-4E81-9144-39D88A5A4C2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BA11F3-F495-4EAB-B22F-39A1D1A67DB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A00E139-5F9B-4C85-B89C-ADC5C01F116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C165073-3A2A-4BCC-A72A-2FD1B7FFF6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원소의 생성 엔탈피는 왜 0일까?</a:t>
            </a:r>
          </a:p>
        </p:txBody>
      </p:sp>
      <p:sp>
        <p:nvSpPr>
          <p:cNvPr id="7" name="R04-33 표제와 해석 영역">
            <a:extLst xmlns:a="http://schemas.openxmlformats.org/drawingml/2006/main">
              <a:ext uri="{FF2B5EF4-FFF2-40B4-BE49-F238E27FC236}">
                <a16:creationId xmlns:a16="http://schemas.microsoft.com/office/drawing/2014/main" id="{B323015A-3C24-4F10-90B6-3503FB85963D}"/>
              </a:ext>
            </a:extLst>
          </p:cNvPr>
          <p:cNvSpPr>
            <a:spLocks xmlns:a="http://schemas.openxmlformats.org/drawingml/2006/main" noGrp="1"/>
          </p:cNvSpPr>
          <p:nvPr/>
        </p:nvSpPr>
        <p:spPr>
          <a:xfrm xmlns:a="http://schemas.openxmlformats.org/drawingml/2006/main">
            <a:off x="1828800" y="40005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D3D99046-4DB8-41EB-8133-41D42F262EDD}"/>
              </a:ext>
            </a:extLst>
          </p:cNvPr>
          <p:cNvSpPr>
            <a:spLocks xmlns:a="http://schemas.openxmlformats.org/drawingml/2006/main" noGrp="1"/>
          </p:cNvSpPr>
          <p:nvPr/>
        </p:nvSpPr>
        <p:spPr>
          <a:xfrm xmlns:a="http://schemas.openxmlformats.org/drawingml/2006/main">
            <a:off x="2133600" y="41624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가장 안정한 원소 물질을 기준으로</a:t>
            </a:r>
          </a:p>
        </p:txBody>
      </p:sp>
      <p:sp>
        <p:nvSpPr>
          <p:cNvPr id="9" name="rich">
            <a:extLst xmlns:a="http://schemas.openxmlformats.org/drawingml/2006/main">
              <a:ext uri="{FF2B5EF4-FFF2-40B4-BE49-F238E27FC236}">
                <a16:creationId xmlns:a16="http://schemas.microsoft.com/office/drawing/2014/main" id="{73E498C0-9E2E-44AB-A568-C52BA4F3D32C}"/>
              </a:ext>
            </a:extLst>
          </p:cNvPr>
          <p:cNvSpPr>
            <a:spLocks xmlns:a="http://schemas.openxmlformats.org/drawingml/2006/main" noGrp="1"/>
          </p:cNvSpPr>
          <p:nvPr/>
        </p:nvSpPr>
        <p:spPr>
          <a:xfrm xmlns:a="http://schemas.openxmlformats.org/drawingml/2006/main">
            <a:off x="2133600" y="47910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같은 온도·압력에서 가장 안정한 형태를 기준 원소 물질로 정한다.</a:t>
            </a:r>
          </a:p>
        </p:txBody>
      </p:sp>
      <p:sp>
        <p:nvSpPr>
          <p:cNvPr id="10" name="R04-33 표제와 해석 영역">
            <a:extLst xmlns:a="http://schemas.openxmlformats.org/drawingml/2006/main">
              <a:ext uri="{FF2B5EF4-FFF2-40B4-BE49-F238E27FC236}">
                <a16:creationId xmlns:a16="http://schemas.microsoft.com/office/drawing/2014/main" id="{6508F6A0-B138-4988-8F88-A5E02E851D1E}"/>
              </a:ext>
            </a:extLst>
          </p:cNvPr>
          <p:cNvSpPr>
            <a:spLocks xmlns:a="http://schemas.openxmlformats.org/drawingml/2006/main" noGrp="1"/>
          </p:cNvSpPr>
          <p:nvPr/>
        </p:nvSpPr>
        <p:spPr>
          <a:xfrm xmlns:a="http://schemas.openxmlformats.org/drawingml/2006/main">
            <a:off x="1828800" y="5791200"/>
            <a:ext cx="1463992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AC27082F-670D-4296-96A8-6CD8E2868ACD}"/>
              </a:ext>
            </a:extLst>
          </p:cNvPr>
          <p:cNvSpPr>
            <a:spLocks xmlns:a="http://schemas.openxmlformats.org/drawingml/2006/main" noGrp="1"/>
          </p:cNvSpPr>
          <p:nvPr/>
        </p:nvSpPr>
        <p:spPr>
          <a:xfrm xmlns:a="http://schemas.openxmlformats.org/drawingml/2006/main">
            <a:off x="2133600" y="5953125"/>
            <a:ext cx="140303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기준 물질에서 같은 물질로</a:t>
            </a:r>
          </a:p>
        </p:txBody>
      </p:sp>
      <p:sp>
        <p:nvSpPr>
          <p:cNvPr id="12" name="rich">
            <a:extLst xmlns:a="http://schemas.openxmlformats.org/drawingml/2006/main">
              <a:ext uri="{FF2B5EF4-FFF2-40B4-BE49-F238E27FC236}">
                <a16:creationId xmlns:a16="http://schemas.microsoft.com/office/drawing/2014/main" id="{5DA108D2-0B0D-4DDD-8073-64EE491C3EF7}"/>
              </a:ext>
            </a:extLst>
          </p:cNvPr>
          <p:cNvSpPr>
            <a:spLocks xmlns:a="http://schemas.openxmlformats.org/drawingml/2006/main" noGrp="1"/>
          </p:cNvSpPr>
          <p:nvPr/>
        </p:nvSpPr>
        <p:spPr>
          <a:xfrm xmlns:a="http://schemas.openxmlformats.org/drawingml/2006/main">
            <a:off x="2133600" y="6581775"/>
            <a:ext cx="140303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처음과 나중 상태가 같으므로 생성 과정의 엔탈피 변화는 0이다.</a:t>
            </a:r>
          </a:p>
        </p:txBody>
      </p:sp>
      <p:sp>
        <p:nvSpPr>
          <p:cNvPr id="13" name="기준값과 절대값 구분">
            <a:extLst xmlns:a="http://schemas.openxmlformats.org/drawingml/2006/main">
              <a:ext uri="{FF2B5EF4-FFF2-40B4-BE49-F238E27FC236}">
                <a16:creationId xmlns:a16="http://schemas.microsoft.com/office/drawing/2014/main" id="{E26DE475-1E10-4352-8343-8FD82B9C5309}"/>
              </a:ext>
            </a:extLst>
          </p:cNvPr>
          <p:cNvSpPr>
            <a:spLocks xmlns:a="http://schemas.openxmlformats.org/drawingml/2006/main" noGrp="1"/>
          </p:cNvSpPr>
          <p:nvPr/>
        </p:nvSpPr>
        <p:spPr>
          <a:xfrm xmlns:a="http://schemas.openxmlformats.org/drawingml/2006/main">
            <a:off x="1828800" y="7753350"/>
            <a:ext cx="14639925" cy="1409700"/>
          </a:xfrm>
          <a:prstGeom xmlns:a="http://schemas.openxmlformats.org/drawingml/2006/main" prst="roundRect">
            <a:avLst>
              <a:gd name="adj" fmla="val 13514"/>
            </a:avLst>
          </a:prstGeom>
          <a:solidFill xmlns:a="http://schemas.openxmlformats.org/drawingml/2006/main">
            <a:srgbClr val="303030"/>
          </a:solidFill>
          <a:ln xmlns:a="http://schemas.openxmlformats.org/drawingml/2006/main" w="0">
            <a:noFill/>
          </a:ln>
        </p:spPr>
      </p:sp>
      <p:sp>
        <p:nvSpPr>
          <p:cNvPr id="14" name="rich">
            <a:extLst xmlns:a="http://schemas.openxmlformats.org/drawingml/2006/main">
              <a:ext uri="{FF2B5EF4-FFF2-40B4-BE49-F238E27FC236}">
                <a16:creationId xmlns:a16="http://schemas.microsoft.com/office/drawing/2014/main" id="{00204A1C-3357-446C-B8B8-00AD618F5FF4}"/>
              </a:ext>
            </a:extLst>
          </p:cNvPr>
          <p:cNvSpPr>
            <a:spLocks xmlns:a="http://schemas.openxmlformats.org/drawingml/2006/main" noGrp="1"/>
          </p:cNvSpPr>
          <p:nvPr/>
        </p:nvSpPr>
        <p:spPr>
          <a:xfrm xmlns:a="http://schemas.openxmlformats.org/drawingml/2006/main">
            <a:off x="2286000" y="79057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0">
                <a:solidFill>
                  <a:srgbClr val="FFFFFF"/>
                </a:solidFill>
                <a:latin typeface="Pretendard"/>
                <a:ea typeface="Pretendard"/>
                <a:cs typeface="Pretendard"/>
              </a:defRPr>
            </a:defPPr>
            <a:lvl1pPr algn="ctr">
              <a:defRPr sz="3450" b="0">
                <a:solidFill>
                  <a:srgbClr val="FFFFFF"/>
                </a:solidFill>
                <a:latin typeface="Pretendard"/>
                <a:ea typeface="Pretendard"/>
                <a:cs typeface="Pretendard"/>
              </a:defRPr>
            </a:lvl1pPr>
            <a:lvl2pPr algn="ctr">
              <a:defRPr sz="3450" b="0">
                <a:solidFill>
                  <a:srgbClr val="FFFFFF"/>
                </a:solidFill>
                <a:latin typeface="Pretendard"/>
                <a:ea typeface="Pretendard"/>
                <a:cs typeface="Pretendard"/>
              </a:defRPr>
            </a:lvl2pPr>
            <a:lvl3pPr algn="ctr">
              <a:defRPr sz="3450" b="0">
                <a:solidFill>
                  <a:srgbClr val="FFFFFF"/>
                </a:solidFill>
                <a:latin typeface="Pretendard"/>
                <a:ea typeface="Pretendard"/>
                <a:cs typeface="Pretendard"/>
              </a:defRPr>
            </a:lvl3pPr>
            <a:lvl4pPr algn="ctr">
              <a:defRPr sz="3450" b="0">
                <a:solidFill>
                  <a:srgbClr val="FFFFFF"/>
                </a:solidFill>
                <a:latin typeface="Pretendard"/>
                <a:ea typeface="Pretendard"/>
                <a:cs typeface="Pretendard"/>
              </a:defRPr>
            </a:lvl4pPr>
            <a:lvl5pPr algn="ctr">
              <a:defRPr sz="3450" b="0">
                <a:solidFill>
                  <a:srgbClr val="FFFFFF"/>
                </a:solidFill>
                <a:latin typeface="Pretendard"/>
                <a:ea typeface="Pretendard"/>
                <a:cs typeface="Pretendard"/>
              </a:defRPr>
            </a:lvl5pPr>
            <a:lvl6pPr algn="ctr">
              <a:defRPr sz="3450" b="0">
                <a:solidFill>
                  <a:srgbClr val="FFFFFF"/>
                </a:solidFill>
                <a:latin typeface="Pretendard"/>
                <a:ea typeface="Pretendard"/>
                <a:cs typeface="Pretendard"/>
              </a:defRPr>
            </a:lvl6pPr>
            <a:lvl7pPr algn="ctr">
              <a:defRPr sz="3450" b="0">
                <a:solidFill>
                  <a:srgbClr val="FFFFFF"/>
                </a:solidFill>
                <a:latin typeface="Pretendard"/>
                <a:ea typeface="Pretendard"/>
                <a:cs typeface="Pretendard"/>
              </a:defRPr>
            </a:lvl7pPr>
            <a:lvl8pPr algn="ctr">
              <a:defRPr sz="3450" b="0">
                <a:solidFill>
                  <a:srgbClr val="FFFFFF"/>
                </a:solidFill>
                <a:latin typeface="Pretendard"/>
                <a:ea typeface="Pretendard"/>
                <a:cs typeface="Pretendard"/>
              </a:defRPr>
            </a:lvl8pPr>
            <a:lvl9pPr algn="ctr">
              <a:defRPr sz="3450" b="0">
                <a:solidFill>
                  <a:srgbClr val="FFFFFF"/>
                </a:solidFill>
                <a:latin typeface="Pretendard"/>
                <a:ea typeface="Pretendard"/>
                <a:cs typeface="Pretendard"/>
              </a:defRPr>
            </a:lvl9pPr>
          </a:lstStyle>
          <a:p xmlns:a="http://schemas.openxmlformats.org/drawingml/2006/main">
            <a:pPr algn="ctr">
              <a:defRPr sz="3450" b="0">
                <a:solidFill>
                  <a:srgbClr val="FFFFFF"/>
                </a:solidFill>
                <a:latin typeface="Pretendard"/>
                <a:ea typeface="Pretendard"/>
                <a:cs typeface="Pretendard"/>
              </a:defRPr>
            </a:pPr>
            <a:r>
              <a:t>0은 </a:t>
            </a:r>
            <a:r>
              <a:rPr b="1">
                <a:solidFill>
                  <a:srgbClr val="9FFF68"/>
                </a:solidFill>
              </a:rPr>
              <a:t>생성 엔탈피의 기준값</a:t>
            </a:r>
            <a:r>
              <a:t>이다.</a:t>
            </a:r>
          </a:p>
        </p:txBody>
      </p:sp>
      <p:sp>
        <p:nvSpPr>
          <p:cNvPr id="15" name="text">
            <a:extLst xmlns:a="http://schemas.openxmlformats.org/drawingml/2006/main">
              <a:ext uri="{FF2B5EF4-FFF2-40B4-BE49-F238E27FC236}">
                <a16:creationId xmlns:a16="http://schemas.microsoft.com/office/drawing/2014/main" id="{E9C90617-8D29-407B-B165-26D243E938A6}"/>
              </a:ext>
            </a:extLst>
          </p:cNvPr>
          <p:cNvSpPr>
            <a:spLocks xmlns:a="http://schemas.openxmlformats.org/drawingml/2006/main" noGrp="1"/>
          </p:cNvSpPr>
          <p:nvPr/>
        </p:nvSpPr>
        <p:spPr>
          <a:xfrm xmlns:a="http://schemas.openxmlformats.org/drawingml/2006/main">
            <a:off x="2286000" y="8515350"/>
            <a:ext cx="13716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FFFFFF"/>
                </a:solidFill>
                <a:latin typeface="Pretendard"/>
                <a:ea typeface="Pretendard"/>
                <a:cs typeface="Pretendard"/>
              </a:defRPr>
            </a:defPPr>
            <a:lvl1pPr algn="ctr">
              <a:defRPr sz="2850" b="0">
                <a:solidFill>
                  <a:srgbClr val="FFFFFF"/>
                </a:solidFill>
                <a:latin typeface="Pretendard"/>
                <a:ea typeface="Pretendard"/>
                <a:cs typeface="Pretendard"/>
              </a:defRPr>
            </a:lvl1pPr>
            <a:lvl2pPr algn="ctr">
              <a:defRPr sz="2850" b="0">
                <a:solidFill>
                  <a:srgbClr val="FFFFFF"/>
                </a:solidFill>
                <a:latin typeface="Pretendard"/>
                <a:ea typeface="Pretendard"/>
                <a:cs typeface="Pretendard"/>
              </a:defRPr>
            </a:lvl2pPr>
            <a:lvl3pPr algn="ctr">
              <a:defRPr sz="2850" b="0">
                <a:solidFill>
                  <a:srgbClr val="FFFFFF"/>
                </a:solidFill>
                <a:latin typeface="Pretendard"/>
                <a:ea typeface="Pretendard"/>
                <a:cs typeface="Pretendard"/>
              </a:defRPr>
            </a:lvl3pPr>
            <a:lvl4pPr algn="ctr">
              <a:defRPr sz="2850" b="0">
                <a:solidFill>
                  <a:srgbClr val="FFFFFF"/>
                </a:solidFill>
                <a:latin typeface="Pretendard"/>
                <a:ea typeface="Pretendard"/>
                <a:cs typeface="Pretendard"/>
              </a:defRPr>
            </a:lvl4pPr>
            <a:lvl5pPr algn="ctr">
              <a:defRPr sz="2850" b="0">
                <a:solidFill>
                  <a:srgbClr val="FFFFFF"/>
                </a:solidFill>
                <a:latin typeface="Pretendard"/>
                <a:ea typeface="Pretendard"/>
                <a:cs typeface="Pretendard"/>
              </a:defRPr>
            </a:lvl5pPr>
            <a:lvl6pPr algn="ctr">
              <a:defRPr sz="2850" b="0">
                <a:solidFill>
                  <a:srgbClr val="FFFFFF"/>
                </a:solidFill>
                <a:latin typeface="Pretendard"/>
                <a:ea typeface="Pretendard"/>
                <a:cs typeface="Pretendard"/>
              </a:defRPr>
            </a:lvl6pPr>
            <a:lvl7pPr algn="ctr">
              <a:defRPr sz="2850" b="0">
                <a:solidFill>
                  <a:srgbClr val="FFFFFF"/>
                </a:solidFill>
                <a:latin typeface="Pretendard"/>
                <a:ea typeface="Pretendard"/>
                <a:cs typeface="Pretendard"/>
              </a:defRPr>
            </a:lvl7pPr>
            <a:lvl8pPr algn="ctr">
              <a:defRPr sz="2850" b="0">
                <a:solidFill>
                  <a:srgbClr val="FFFFFF"/>
                </a:solidFill>
                <a:latin typeface="Pretendard"/>
                <a:ea typeface="Pretendard"/>
                <a:cs typeface="Pretendard"/>
              </a:defRPr>
            </a:lvl8pPr>
            <a:lvl9pPr algn="ctr">
              <a:defRPr sz="2850" b="0">
                <a:solidFill>
                  <a:srgbClr val="FFFFFF"/>
                </a:solidFill>
                <a:latin typeface="Pretendard"/>
                <a:ea typeface="Pretendard"/>
                <a:cs typeface="Pretendard"/>
              </a:defRPr>
            </a:lvl9pPr>
          </a:lstStyle>
          <a:p xmlns:a="http://schemas.openxmlformats.org/drawingml/2006/main">
            <a:pPr algn="ctr">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그 물질 자체의 엔탈피가 없다는 뜻은 아니다.</a:t>
            </a:r>
          </a:p>
        </p:txBody>
      </p:sp>
    </p:spTree>
    <p:extLst>
      <p:ext uri="{BB962C8B-B14F-4D97-AF65-F5344CB8AC3E}">
        <p14:creationId xmlns:p14="http://schemas.microsoft.com/office/powerpoint/2010/main" val="121599602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6D55165-943F-4A17-B20D-484FFE8DAF37}"/>
              </a:ext>
            </a:extLst>
          </p:cNvPr>
          <p:cNvPicPr>
            <a:picLocks xmlns:a="http://schemas.openxmlformats.org/drawingml/2006/main" noChangeAspect="1"/>
          </p:cNvPicPr>
          <p:nvPr/>
        </p:nvPicPr>
        <p:blipFill>
          <a:blip xmlns:r="http://schemas.openxmlformats.org/officeDocument/2006/relationships" xmlns:a="http://schemas.openxmlformats.org/drawingml/2006/main" r:embed="Rc1e98990905b4f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4398FF-2F4F-4DA5-8C79-3C667E9E26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BF5A692-6DD7-43DF-AB31-FCA5DC00A4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E7EF822-2172-483A-B4EE-E00DC77A62B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F6BE169-8DF6-4BA2-8B79-2A067658C49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B5C9F719-E253-4180-9FFE-DE5BFF5288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탄소라도 기준값은 다르다</a:t>
            </a:r>
          </a:p>
        </p:txBody>
      </p:sp>
      <p:pic>
        <p:nvPicPr>
          <p:cNvPr id="7" name="">
            <a:extLst xmlns:a="http://schemas.openxmlformats.org/drawingml/2006/main">
              <a:ext uri="{FF2B5EF4-FFF2-40B4-BE49-F238E27FC236}">
                <a16:creationId xmlns:a16="http://schemas.microsoft.com/office/drawing/2014/main" id="{34A9B2B7-A975-4EDB-B546-87DD70A37735}"/>
              </a:ext>
            </a:extLst>
          </p:cNvPr>
          <p:cNvPicPr>
            <a:picLocks xmlns:a="http://schemas.openxmlformats.org/drawingml/2006/main" noChangeAspect="1"/>
          </p:cNvPicPr>
          <p:nvPr/>
        </p:nvPicPr>
        <p:blipFill>
          <a:blip xmlns:r="http://schemas.openxmlformats.org/officeDocument/2006/relationships" xmlns:a="http://schemas.openxmlformats.org/drawingml/2006/main" r:embed="Rf5ce34a3fed64acf"/>
          <a:stretch xmlns:a="http://schemas.openxmlformats.org/drawingml/2006/main"/>
        </p:blipFill>
        <p:spPr>
          <a:xfrm xmlns:a="http://schemas.openxmlformats.org/drawingml/2006/main">
            <a:off x="1571625" y="4340118"/>
            <a:ext cx="5715000" cy="322601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2099D502-4F68-46D5-B08F-6D0D41B043DD}"/>
              </a:ext>
            </a:extLst>
          </p:cNvPr>
          <p:cNvGraphicFramePr/>
          <p:nvPr/>
        </p:nvGraphicFramePr>
        <p:xfrm>
          <a:off xmlns:a="http://schemas.openxmlformats.org/drawingml/2006/main" x="7810500" y="4191000"/>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DC91E1B9-F1F2-46E7-8A82-2D9571C13CD3}"/>
              </a:ext>
            </a:extLst>
          </p:cNvPr>
          <p:cNvSpPr>
            <a:spLocks xmlns:a="http://schemas.openxmlformats.org/drawingml/2006/main" noGrp="1"/>
          </p:cNvSpPr>
          <p:nvPr/>
        </p:nvSpPr>
        <p:spPr>
          <a:xfrm xmlns:a="http://schemas.openxmlformats.org/drawingml/2006/main" rot="0">
            <a:off x="781050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B7F013A-F463-40BE-B96B-D77F61ED206A}"/>
              </a:ext>
            </a:extLst>
          </p:cNvPr>
          <p:cNvSpPr>
            <a:spLocks xmlns:a="http://schemas.openxmlformats.org/drawingml/2006/main" noGrp="1"/>
          </p:cNvSpPr>
          <p:nvPr/>
        </p:nvSpPr>
        <p:spPr>
          <a:xfrm xmlns:a="http://schemas.openxmlformats.org/drawingml/2006/main" rot="5400000">
            <a:off x="16478250" y="41910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4091410-4DEA-4AEC-A972-6C58CE34B478}"/>
              </a:ext>
            </a:extLst>
          </p:cNvPr>
          <p:cNvSpPr>
            <a:spLocks xmlns:a="http://schemas.openxmlformats.org/drawingml/2006/main" noGrp="1"/>
          </p:cNvSpPr>
          <p:nvPr/>
        </p:nvSpPr>
        <p:spPr>
          <a:xfrm xmlns:a="http://schemas.openxmlformats.org/drawingml/2006/main" rot="10800000">
            <a:off x="1647825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98647080-F38D-4B24-B7C2-B59D39F23438}"/>
              </a:ext>
            </a:extLst>
          </p:cNvPr>
          <p:cNvSpPr>
            <a:spLocks xmlns:a="http://schemas.openxmlformats.org/drawingml/2006/main" noGrp="1"/>
          </p:cNvSpPr>
          <p:nvPr/>
        </p:nvSpPr>
        <p:spPr>
          <a:xfrm xmlns:a="http://schemas.openxmlformats.org/drawingml/2006/main" rot="16200000">
            <a:off x="7810500" y="7143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C20E899-DF15-4BA2-AF11-305F5E3B5F94}"/>
              </a:ext>
            </a:extLst>
          </p:cNvPr>
          <p:cNvSpPr>
            <a:spLocks xmlns:a="http://schemas.openxmlformats.org/drawingml/2006/main" noGrp="1"/>
          </p:cNvSpPr>
          <p:nvPr/>
        </p:nvSpPr>
        <p:spPr>
          <a:xfrm xmlns:a="http://schemas.openxmlformats.org/drawingml/2006/main">
            <a:off x="7810500" y="7572375"/>
            <a:ext cx="904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흑연은 이 조건에서 더 안정한 기준 원소 물질이다.</a:t>
            </a:r>
          </a:p>
        </p:txBody>
      </p:sp>
      <p:sp>
        <p:nvSpPr>
          <p:cNvPr id="14" name="해석·결론">
            <a:extLst xmlns:a="http://schemas.openxmlformats.org/drawingml/2006/main">
              <a:ext uri="{FF2B5EF4-FFF2-40B4-BE49-F238E27FC236}">
                <a16:creationId xmlns:a16="http://schemas.microsoft.com/office/drawing/2014/main" id="{7ABCA663-C338-401B-BC42-14E22CB0AFE7}"/>
              </a:ext>
            </a:extLst>
          </p:cNvPr>
          <p:cNvSpPr>
            <a:spLocks xmlns:a="http://schemas.openxmlformats.org/drawingml/2006/main" noGrp="1"/>
          </p:cNvSpPr>
          <p:nvPr/>
        </p:nvSpPr>
        <p:spPr>
          <a:xfrm xmlns:a="http://schemas.openxmlformats.org/drawingml/2006/main">
            <a:off x="1828800" y="87153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5" name="반응식·수식">
            <a:extLst xmlns:a="http://schemas.openxmlformats.org/drawingml/2006/main">
              <a:ext uri="{FF2B5EF4-FFF2-40B4-BE49-F238E27FC236}">
                <a16:creationId xmlns:a16="http://schemas.microsoft.com/office/drawing/2014/main" id="{F3053658-0698-4C69-B665-52CDEFDF4E8D}"/>
              </a:ext>
            </a:extLst>
          </p:cNvPr>
          <p:cNvSpPr>
            <a:spLocks xmlns:a="http://schemas.openxmlformats.org/drawingml/2006/main" noGrp="1"/>
          </p:cNvSpPr>
          <p:nvPr/>
        </p:nvSpPr>
        <p:spPr>
          <a:xfrm xmlns:a="http://schemas.openxmlformats.org/drawingml/2006/main">
            <a:off x="2143125" y="87915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원소 물질이어도, 다른 동소체의 값까지 0은 아니다.</a:t>
            </a:r>
          </a:p>
        </p:txBody>
      </p:sp>
    </p:spTree>
    <p:extLst>
      <p:ext uri="{BB962C8B-B14F-4D97-AF65-F5344CB8AC3E}">
        <p14:creationId xmlns:p14="http://schemas.microsoft.com/office/powerpoint/2010/main" val="178303734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5B94802-52DB-4CF6-8421-FFADDB9418E2}"/>
              </a:ext>
            </a:extLst>
          </p:cNvPr>
          <p:cNvPicPr>
            <a:picLocks xmlns:a="http://schemas.openxmlformats.org/drawingml/2006/main" noChangeAspect="1"/>
          </p:cNvPicPr>
          <p:nvPr/>
        </p:nvPicPr>
        <p:blipFill>
          <a:blip xmlns:r="http://schemas.openxmlformats.org/officeDocument/2006/relationships" xmlns:a="http://schemas.openxmlformats.org/drawingml/2006/main" r:embed="Rf51ab13d5b7947d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339397-AD9A-4D1B-84F8-AE1DF5FE59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2889F7B-F0C7-4D3E-8B60-C8BE91E2269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28868D-2DD6-4834-86BB-3DD2B2B59B4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9114573-5263-466F-929A-869B068BB3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18164A3-5BDB-41BD-86EE-9EADA1EEC61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FED00C9B-FEA8-4E90-B6C7-2F5EF3CD7302}"/>
              </a:ext>
            </a:extLst>
          </p:cNvPr>
          <p:cNvPicPr>
            <a:picLocks xmlns:a="http://schemas.openxmlformats.org/drawingml/2006/main" noChangeAspect="1"/>
          </p:cNvPicPr>
          <p:nvPr/>
        </p:nvPicPr>
        <p:blipFill>
          <a:blip xmlns:r="http://schemas.openxmlformats.org/officeDocument/2006/relationships" xmlns:a="http://schemas.openxmlformats.org/drawingml/2006/main" r:embed="R75668e4eecf54633"/>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55B6B288-7290-4086-A6CF-FF1EEAD5816C}"/>
              </a:ext>
            </a:extLst>
          </p:cNvPr>
          <p:cNvPicPr>
            <a:picLocks xmlns:a="http://schemas.openxmlformats.org/drawingml/2006/main" noChangeAspect="1"/>
          </p:cNvPicPr>
          <p:nvPr/>
        </p:nvPicPr>
        <p:blipFill>
          <a:blip xmlns:r="http://schemas.openxmlformats.org/officeDocument/2006/relationships" xmlns:a="http://schemas.openxmlformats.org/drawingml/2006/main" r:embed="Rece67532102c4024"/>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F8B04BA7-7F01-4D7F-8A59-92981EEFC9C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D375A779-7BD4-4471-A24D-A65F879853E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4F97DC57-0676-4903-90E6-81E0FF49087A}"/>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EEC687E2-8425-4FB7-8A33-2A13348D4B04}"/>
              </a:ext>
            </a:extLst>
          </p:cNvPr>
          <p:cNvPicPr>
            <a:picLocks xmlns:a="http://schemas.openxmlformats.org/drawingml/2006/main" noChangeAspect="1"/>
          </p:cNvPicPr>
          <p:nvPr/>
        </p:nvPicPr>
        <p:blipFill>
          <a:blip xmlns:r="http://schemas.openxmlformats.org/officeDocument/2006/relationships" xmlns:a="http://schemas.openxmlformats.org/drawingml/2006/main" r:embed="R983a8ac9200a40d4"/>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A003BA4E-B03F-4BC8-B2E6-F08CB4A76644}"/>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60EA1B38-1AF4-4265-9FD1-90C27208C93F}"/>
              </a:ext>
            </a:extLst>
          </p:cNvPr>
          <p:cNvPicPr>
            <a:picLocks xmlns:a="http://schemas.openxmlformats.org/drawingml/2006/main" noChangeAspect="1"/>
          </p:cNvPicPr>
          <p:nvPr/>
        </p:nvPicPr>
        <p:blipFill>
          <a:blip xmlns:r="http://schemas.openxmlformats.org/officeDocument/2006/relationships" xmlns:a="http://schemas.openxmlformats.org/drawingml/2006/main" r:embed="R3e1090eb0e1a4032"/>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195029397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FF70AF8-5736-40A1-AAF5-14FFC11B91DA}"/>
              </a:ext>
            </a:extLst>
          </p:cNvPr>
          <p:cNvPicPr>
            <a:picLocks xmlns:a="http://schemas.openxmlformats.org/drawingml/2006/main" noChangeAspect="1"/>
          </p:cNvPicPr>
          <p:nvPr/>
        </p:nvPicPr>
        <p:blipFill>
          <a:blip xmlns:r="http://schemas.openxmlformats.org/officeDocument/2006/relationships" xmlns:a="http://schemas.openxmlformats.org/drawingml/2006/main" r:embed="R5ac4e0fcf00a47f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2FC7AB-3783-464A-82B3-3691E5CDB81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F8DB2A-BFBF-4A76-8541-CF7605BDBA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88361F7-FFD5-4084-BD3B-D64202E78C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9802C8D-7C89-4BB0-895F-5AA1E399A1A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8113450-075D-4913-9928-23F24BF35D1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1B8DD6D3-3741-421A-8923-4A4CC9104FB8}"/>
              </a:ext>
            </a:extLst>
          </p:cNvPr>
          <p:cNvPicPr>
            <a:picLocks xmlns:a="http://schemas.openxmlformats.org/drawingml/2006/main" noChangeAspect="1"/>
          </p:cNvPicPr>
          <p:nvPr/>
        </p:nvPicPr>
        <p:blipFill>
          <a:blip xmlns:r="http://schemas.openxmlformats.org/officeDocument/2006/relationships" xmlns:a="http://schemas.openxmlformats.org/drawingml/2006/main" r:embed="R573b9dbf1e194c58"/>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51D84A0A-6E87-4EDD-88C6-C7A15B17B38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F195CCFC-9CB1-4FB1-B9DE-4C33AD08B09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07040851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F3192F2-4043-4D14-8583-8D6F6077B450}"/>
              </a:ext>
            </a:extLst>
          </p:cNvPr>
          <p:cNvPicPr>
            <a:picLocks xmlns:a="http://schemas.openxmlformats.org/drawingml/2006/main" noChangeAspect="1"/>
          </p:cNvPicPr>
          <p:nvPr/>
        </p:nvPicPr>
        <p:blipFill>
          <a:blip xmlns:r="http://schemas.openxmlformats.org/officeDocument/2006/relationships" xmlns:a="http://schemas.openxmlformats.org/drawingml/2006/main" r:embed="R2d518fe1345148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BC040F-56F1-4E5F-B4AE-52BAAACE43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347FCA-F760-47B4-9CC5-F5A6713AB1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DDB5330-8CC0-4FF0-B8A2-B00CEA1FAD1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FC8A459-D13F-4F42-9806-1A1F14891A4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55DF4C0-38FD-4F57-80C7-6D09685DB7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231AB3B0-6F4A-46B1-BA70-1B6D0A53C59C}"/>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BD4358B8-A190-4945-A211-734D9F79A286}"/>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2CFEC23E-08F8-400F-BC92-E9C20609BEB7}"/>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F5D36DE9-5C7B-4C75-A704-09C0906A7442}"/>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2F7399F5-8078-4806-BD79-3A646E2B3A22}"/>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FC7A5C5E-FB83-4CDF-9ECD-3D31850FBD6F}"/>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8659D0BD-1FEF-4433-A852-6A6B01B1E6E4}"/>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47429281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A7D638F-695E-4B15-A63D-3C2C03C4051C}"/>
              </a:ext>
            </a:extLst>
          </p:cNvPr>
          <p:cNvPicPr>
            <a:picLocks xmlns:a="http://schemas.openxmlformats.org/drawingml/2006/main" noChangeAspect="1"/>
          </p:cNvPicPr>
          <p:nvPr/>
        </p:nvPicPr>
        <p:blipFill>
          <a:blip xmlns:r="http://schemas.openxmlformats.org/officeDocument/2006/relationships" xmlns:a="http://schemas.openxmlformats.org/drawingml/2006/main" r:embed="R4bf62f1b7de44f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0EF42F-327A-491A-811D-DF8157827D3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6DC6A9D-FA70-4774-93F4-3FAC3AE2519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5B2C96B-B8D5-4DCC-B3E9-5DD8046D1E9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1DCF8FE-86D0-40AB-8C3B-C87204A0B1E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678EE13-0205-445F-A2A9-83DC57FFE2E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표의 값에 반응 계수를 곱한다</a:t>
            </a:r>
          </a:p>
        </p:txBody>
      </p:sp>
      <p:sp>
        <p:nvSpPr>
          <p:cNvPr id="7" name="text">
            <a:extLst xmlns:a="http://schemas.openxmlformats.org/drawingml/2006/main">
              <a:ext uri="{FF2B5EF4-FFF2-40B4-BE49-F238E27FC236}">
                <a16:creationId xmlns:a16="http://schemas.microsoft.com/office/drawing/2014/main" id="{B51E5C3F-C8A4-4C9F-88E5-8DD3045B1C42}"/>
              </a:ext>
            </a:extLst>
          </p:cNvPr>
          <p:cNvSpPr>
            <a:spLocks xmlns:a="http://schemas.openxmlformats.org/drawingml/2006/main" noGrp="1"/>
          </p:cNvSpPr>
          <p:nvPr/>
        </p:nvSpPr>
        <p:spPr>
          <a:xfrm xmlns:a="http://schemas.openxmlformats.org/drawingml/2006/main">
            <a:off x="1714500" y="367665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25" b="0">
                <a:solidFill>
                  <a:srgbClr val="898989"/>
                </a:solidFill>
                <a:latin typeface="Pretendard"/>
                <a:ea typeface="Pretendard"/>
                <a:cs typeface="Pretendard"/>
              </a:defRPr>
            </a:defPPr>
            <a:lvl1pPr algn="ctr">
              <a:defRPr sz="2925" b="0">
                <a:solidFill>
                  <a:srgbClr val="898989"/>
                </a:solidFill>
                <a:latin typeface="Pretendard"/>
                <a:ea typeface="Pretendard"/>
                <a:cs typeface="Pretendard"/>
              </a:defRPr>
            </a:lvl1pPr>
            <a:lvl2pPr algn="ctr">
              <a:defRPr sz="2925" b="0">
                <a:solidFill>
                  <a:srgbClr val="898989"/>
                </a:solidFill>
                <a:latin typeface="Pretendard"/>
                <a:ea typeface="Pretendard"/>
                <a:cs typeface="Pretendard"/>
              </a:defRPr>
            </a:lvl2pPr>
            <a:lvl3pPr algn="ctr">
              <a:defRPr sz="2925" b="0">
                <a:solidFill>
                  <a:srgbClr val="898989"/>
                </a:solidFill>
                <a:latin typeface="Pretendard"/>
                <a:ea typeface="Pretendard"/>
                <a:cs typeface="Pretendard"/>
              </a:defRPr>
            </a:lvl3pPr>
            <a:lvl4pPr algn="ctr">
              <a:defRPr sz="2925" b="0">
                <a:solidFill>
                  <a:srgbClr val="898989"/>
                </a:solidFill>
                <a:latin typeface="Pretendard"/>
                <a:ea typeface="Pretendard"/>
                <a:cs typeface="Pretendard"/>
              </a:defRPr>
            </a:lvl4pPr>
            <a:lvl5pPr algn="ctr">
              <a:defRPr sz="2925" b="0">
                <a:solidFill>
                  <a:srgbClr val="898989"/>
                </a:solidFill>
                <a:latin typeface="Pretendard"/>
                <a:ea typeface="Pretendard"/>
                <a:cs typeface="Pretendard"/>
              </a:defRPr>
            </a:lvl5pPr>
            <a:lvl6pPr algn="ctr">
              <a:defRPr sz="2925" b="0">
                <a:solidFill>
                  <a:srgbClr val="898989"/>
                </a:solidFill>
                <a:latin typeface="Pretendard"/>
                <a:ea typeface="Pretendard"/>
                <a:cs typeface="Pretendard"/>
              </a:defRPr>
            </a:lvl6pPr>
            <a:lvl7pPr algn="ctr">
              <a:defRPr sz="2925" b="0">
                <a:solidFill>
                  <a:srgbClr val="898989"/>
                </a:solidFill>
                <a:latin typeface="Pretendard"/>
                <a:ea typeface="Pretendard"/>
                <a:cs typeface="Pretendard"/>
              </a:defRPr>
            </a:lvl7pPr>
            <a:lvl8pPr algn="ctr">
              <a:defRPr sz="2925" b="0">
                <a:solidFill>
                  <a:srgbClr val="898989"/>
                </a:solidFill>
                <a:latin typeface="Pretendard"/>
                <a:ea typeface="Pretendard"/>
                <a:cs typeface="Pretendard"/>
              </a:defRPr>
            </a:lvl8pPr>
            <a:lvl9pPr algn="ctr">
              <a:defRPr sz="2925" b="0">
                <a:solidFill>
                  <a:srgbClr val="898989"/>
                </a:solidFill>
                <a:latin typeface="Pretendard"/>
                <a:ea typeface="Pretendard"/>
                <a:cs typeface="Pretendard"/>
              </a:defRPr>
            </a:lvl9pPr>
          </a:lstStyle>
          <a:p xmlns:a="http://schemas.openxmlformats.org/drawingml/2006/main">
            <a:pPr algn="ctr">
              <a:defRPr sz="2925" b="0">
                <a:solidFill>
                  <a:srgbClr val="898989"/>
                </a:solidFill>
                <a:latin typeface="Pretendard"/>
                <a:ea typeface="Pretendard"/>
                <a:cs typeface="Pretendard"/>
              </a:defRPr>
            </a:pPr>
            <a:r>
              <a:rPr sz="2925" b="0">
                <a:solidFill>
                  <a:srgbClr val="898989"/>
                </a:solidFill>
                <a:latin typeface="Pretendard"/>
                <a:ea typeface="Pretendard"/>
                <a:cs typeface="Pretendard"/>
              </a:rPr>
              <a:t>표의 생성 엔탈피 값은 물질 1 mol을 기준으로 한다.</a:t>
            </a:r>
          </a:p>
        </p:txBody>
      </p:sp>
      <p:sp>
        <p:nvSpPr>
          <p:cNvPr id="8" name="계수를 포함한 계산 관계">
            <a:extLst xmlns:a="http://schemas.openxmlformats.org/drawingml/2006/main">
              <a:ext uri="{FF2B5EF4-FFF2-40B4-BE49-F238E27FC236}">
                <a16:creationId xmlns:a16="http://schemas.microsoft.com/office/drawing/2014/main" id="{35D9803A-839A-4989-9EAB-9F77042FB6AE}"/>
              </a:ext>
            </a:extLst>
          </p:cNvPr>
          <p:cNvSpPr>
            <a:spLocks xmlns:a="http://schemas.openxmlformats.org/drawingml/2006/main" noGrp="1"/>
          </p:cNvSpPr>
          <p:nvPr/>
        </p:nvSpPr>
        <p:spPr>
          <a:xfrm xmlns:a="http://schemas.openxmlformats.org/drawingml/2006/main">
            <a:off x="1828800" y="4686300"/>
            <a:ext cx="14639925" cy="1962150"/>
          </a:xfrm>
          <a:prstGeom xmlns:a="http://schemas.openxmlformats.org/drawingml/2006/main" prst="roundRect">
            <a:avLst>
              <a:gd name="adj" fmla="val 10680"/>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B15445FB-59D5-434A-92E9-7F1016F2EC20}"/>
              </a:ext>
            </a:extLst>
          </p:cNvPr>
          <p:cNvSpPr>
            <a:spLocks xmlns:a="http://schemas.openxmlformats.org/drawingml/2006/main" noGrp="1"/>
          </p:cNvSpPr>
          <p:nvPr/>
        </p:nvSpPr>
        <p:spPr>
          <a:xfrm xmlns:a="http://schemas.openxmlformats.org/drawingml/2006/main">
            <a:off x="2286000" y="487680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9FFF68"/>
                </a:solidFill>
                <a:latin typeface="Pretendard"/>
                <a:ea typeface="Pretendard"/>
                <a:cs typeface="Pretendard"/>
              </a:defRPr>
            </a:defPPr>
            <a:lvl1pPr algn="l">
              <a:defRPr sz="3750" b="1">
                <a:solidFill>
                  <a:srgbClr val="9FFF68"/>
                </a:solidFill>
                <a:latin typeface="Pretendard"/>
                <a:ea typeface="Pretendard"/>
                <a:cs typeface="Pretendard"/>
              </a:defRPr>
            </a:lvl1pPr>
            <a:lvl2pPr algn="l">
              <a:defRPr sz="3750" b="1">
                <a:solidFill>
                  <a:srgbClr val="9FFF68"/>
                </a:solidFill>
                <a:latin typeface="Pretendard"/>
                <a:ea typeface="Pretendard"/>
                <a:cs typeface="Pretendard"/>
              </a:defRPr>
            </a:lvl2pPr>
            <a:lvl3pPr algn="l">
              <a:defRPr sz="3750" b="1">
                <a:solidFill>
                  <a:srgbClr val="9FFF68"/>
                </a:solidFill>
                <a:latin typeface="Pretendard"/>
                <a:ea typeface="Pretendard"/>
                <a:cs typeface="Pretendard"/>
              </a:defRPr>
            </a:lvl3pPr>
            <a:lvl4pPr algn="l">
              <a:defRPr sz="3750" b="1">
                <a:solidFill>
                  <a:srgbClr val="9FFF68"/>
                </a:solidFill>
                <a:latin typeface="Pretendard"/>
                <a:ea typeface="Pretendard"/>
                <a:cs typeface="Pretendard"/>
              </a:defRPr>
            </a:lvl4pPr>
            <a:lvl5pPr algn="l">
              <a:defRPr sz="3750" b="1">
                <a:solidFill>
                  <a:srgbClr val="9FFF68"/>
                </a:solidFill>
                <a:latin typeface="Pretendard"/>
                <a:ea typeface="Pretendard"/>
                <a:cs typeface="Pretendard"/>
              </a:defRPr>
            </a:lvl5pPr>
            <a:lvl6pPr algn="l">
              <a:defRPr sz="3750" b="1">
                <a:solidFill>
                  <a:srgbClr val="9FFF68"/>
                </a:solidFill>
                <a:latin typeface="Pretendard"/>
                <a:ea typeface="Pretendard"/>
                <a:cs typeface="Pretendard"/>
              </a:defRPr>
            </a:lvl6pPr>
            <a:lvl7pPr algn="l">
              <a:defRPr sz="3750" b="1">
                <a:solidFill>
                  <a:srgbClr val="9FFF68"/>
                </a:solidFill>
                <a:latin typeface="Pretendard"/>
                <a:ea typeface="Pretendard"/>
                <a:cs typeface="Pretendard"/>
              </a:defRPr>
            </a:lvl7pPr>
            <a:lvl8pPr algn="l">
              <a:defRPr sz="3750" b="1">
                <a:solidFill>
                  <a:srgbClr val="9FFF68"/>
                </a:solidFill>
                <a:latin typeface="Pretendard"/>
                <a:ea typeface="Pretendard"/>
                <a:cs typeface="Pretendard"/>
              </a:defRPr>
            </a:lvl8pPr>
            <a:lvl9pPr algn="l">
              <a:defRPr sz="3750" b="1">
                <a:solidFill>
                  <a:srgbClr val="9FFF68"/>
                </a:solidFill>
                <a:latin typeface="Pretendard"/>
                <a:ea typeface="Pretendard"/>
                <a:cs typeface="Pretendard"/>
              </a:defRPr>
            </a:lvl9pPr>
          </a:lstStyle>
          <a:p xmlns:a="http://schemas.openxmlformats.org/drawingml/2006/main">
            <a:pPr algn="l">
              <a:defRPr sz="3750" b="1">
                <a:solidFill>
                  <a:srgbClr val="9FFF68"/>
                </a:solidFill>
                <a:latin typeface="Pretendard"/>
                <a:ea typeface="Pretendard"/>
                <a:cs typeface="Pretendard"/>
              </a:defRPr>
            </a:pPr>
            <a:r>
              <a:t>Δ</a:t>
            </a:r>
            <a:r>
              <a:rPr i="1">
                <a:latin typeface="Pretendard"/>
                <a:ea typeface="Pretendard"/>
                <a:cs typeface="Pretendard"/>
              </a:rPr>
              <a:t>H</a:t>
            </a:r>
            <a:r>
              <a:t> = Σ(생성물의 계수 × 표준 생성 엔탈피)</a:t>
            </a:r>
          </a:p>
        </p:txBody>
      </p:sp>
      <p:sp>
        <p:nvSpPr>
          <p:cNvPr id="10" name="text">
            <a:extLst xmlns:a="http://schemas.openxmlformats.org/drawingml/2006/main">
              <a:ext uri="{FF2B5EF4-FFF2-40B4-BE49-F238E27FC236}">
                <a16:creationId xmlns:a16="http://schemas.microsoft.com/office/drawing/2014/main" id="{5825213F-D31A-4885-9834-5FDA9BFDDE21}"/>
              </a:ext>
            </a:extLst>
          </p:cNvPr>
          <p:cNvSpPr>
            <a:spLocks xmlns:a="http://schemas.openxmlformats.org/drawingml/2006/main" noGrp="1"/>
          </p:cNvSpPr>
          <p:nvPr/>
        </p:nvSpPr>
        <p:spPr>
          <a:xfrm xmlns:a="http://schemas.openxmlformats.org/drawingml/2006/main">
            <a:off x="3743325" y="5743575"/>
            <a:ext cx="1219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FFFFFF"/>
                </a:solidFill>
                <a:latin typeface="Pretendard"/>
                <a:ea typeface="Pretendard"/>
                <a:cs typeface="Pretendard"/>
              </a:defRPr>
            </a:defPPr>
            <a:lvl1pPr algn="l">
              <a:defRPr sz="3750" b="1">
                <a:solidFill>
                  <a:srgbClr val="FFFFFF"/>
                </a:solidFill>
                <a:latin typeface="Pretendard"/>
                <a:ea typeface="Pretendard"/>
                <a:cs typeface="Pretendard"/>
              </a:defRPr>
            </a:lvl1pPr>
            <a:lvl2pPr algn="l">
              <a:defRPr sz="3750" b="1">
                <a:solidFill>
                  <a:srgbClr val="FFFFFF"/>
                </a:solidFill>
                <a:latin typeface="Pretendard"/>
                <a:ea typeface="Pretendard"/>
                <a:cs typeface="Pretendard"/>
              </a:defRPr>
            </a:lvl2pPr>
            <a:lvl3pPr algn="l">
              <a:defRPr sz="3750" b="1">
                <a:solidFill>
                  <a:srgbClr val="FFFFFF"/>
                </a:solidFill>
                <a:latin typeface="Pretendard"/>
                <a:ea typeface="Pretendard"/>
                <a:cs typeface="Pretendard"/>
              </a:defRPr>
            </a:lvl3pPr>
            <a:lvl4pPr algn="l">
              <a:defRPr sz="3750" b="1">
                <a:solidFill>
                  <a:srgbClr val="FFFFFF"/>
                </a:solidFill>
                <a:latin typeface="Pretendard"/>
                <a:ea typeface="Pretendard"/>
                <a:cs typeface="Pretendard"/>
              </a:defRPr>
            </a:lvl4pPr>
            <a:lvl5pPr algn="l">
              <a:defRPr sz="3750" b="1">
                <a:solidFill>
                  <a:srgbClr val="FFFFFF"/>
                </a:solidFill>
                <a:latin typeface="Pretendard"/>
                <a:ea typeface="Pretendard"/>
                <a:cs typeface="Pretendard"/>
              </a:defRPr>
            </a:lvl5pPr>
            <a:lvl6pPr algn="l">
              <a:defRPr sz="3750" b="1">
                <a:solidFill>
                  <a:srgbClr val="FFFFFF"/>
                </a:solidFill>
                <a:latin typeface="Pretendard"/>
                <a:ea typeface="Pretendard"/>
                <a:cs typeface="Pretendard"/>
              </a:defRPr>
            </a:lvl6pPr>
            <a:lvl7pPr algn="l">
              <a:defRPr sz="3750" b="1">
                <a:solidFill>
                  <a:srgbClr val="FFFFFF"/>
                </a:solidFill>
                <a:latin typeface="Pretendard"/>
                <a:ea typeface="Pretendard"/>
                <a:cs typeface="Pretendard"/>
              </a:defRPr>
            </a:lvl7pPr>
            <a:lvl8pPr algn="l">
              <a:defRPr sz="3750" b="1">
                <a:solidFill>
                  <a:srgbClr val="FFFFFF"/>
                </a:solidFill>
                <a:latin typeface="Pretendard"/>
                <a:ea typeface="Pretendard"/>
                <a:cs typeface="Pretendard"/>
              </a:defRPr>
            </a:lvl8pPr>
            <a:lvl9pPr algn="l">
              <a:defRPr sz="3750" b="1">
                <a:solidFill>
                  <a:srgbClr val="FFFFFF"/>
                </a:solidFill>
                <a:latin typeface="Pretendard"/>
                <a:ea typeface="Pretendard"/>
                <a:cs typeface="Pretendard"/>
              </a:defRPr>
            </a:lvl9pPr>
          </a:lstStyle>
          <a:p xmlns:a="http://schemas.openxmlformats.org/drawingml/2006/main">
            <a:pPr algn="l">
              <a:defRPr sz="3750" b="1">
                <a:solidFill>
                  <a:srgbClr val="FFFFFF"/>
                </a:solidFill>
                <a:latin typeface="Pretendard"/>
                <a:ea typeface="Pretendard"/>
                <a:cs typeface="Pretendard"/>
              </a:defRPr>
            </a:pPr>
            <a:r>
              <a:rPr sz="3750" b="1">
                <a:solidFill>
                  <a:srgbClr val="FFFFFF"/>
                </a:solidFill>
                <a:latin typeface="Pretendard"/>
                <a:ea typeface="Pretendard"/>
                <a:cs typeface="Pretendard"/>
              </a:rPr>
              <a:t>− Σ(반응물의 계수 × 표준 생성 엔탈피)</a:t>
            </a:r>
          </a:p>
        </p:txBody>
      </p:sp>
      <p:sp>
        <p:nvSpPr>
          <p:cNvPr id="11" name="text">
            <a:extLst xmlns:a="http://schemas.openxmlformats.org/drawingml/2006/main">
              <a:ext uri="{FF2B5EF4-FFF2-40B4-BE49-F238E27FC236}">
                <a16:creationId xmlns:a16="http://schemas.microsoft.com/office/drawing/2014/main" id="{4B1A0AA1-34E7-4B9A-A433-3A79C684C074}"/>
              </a:ext>
            </a:extLst>
          </p:cNvPr>
          <p:cNvSpPr>
            <a:spLocks xmlns:a="http://schemas.openxmlformats.org/drawingml/2006/main" noGrp="1"/>
          </p:cNvSpPr>
          <p:nvPr/>
        </p:nvSpPr>
        <p:spPr>
          <a:xfrm xmlns:a="http://schemas.openxmlformats.org/drawingml/2006/main">
            <a:off x="2286000" y="708660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0">
                <a:solidFill>
                  <a:srgbClr val="898989"/>
                </a:solidFill>
                <a:latin typeface="Pretendard"/>
                <a:ea typeface="Pretendard"/>
                <a:cs typeface="Pretendard"/>
              </a:defRPr>
            </a:defPPr>
            <a:lvl1pPr algn="ctr">
              <a:defRPr sz="3000" b="0">
                <a:solidFill>
                  <a:srgbClr val="898989"/>
                </a:solidFill>
                <a:latin typeface="Pretendard"/>
                <a:ea typeface="Pretendard"/>
                <a:cs typeface="Pretendard"/>
              </a:defRPr>
            </a:lvl1pPr>
            <a:lvl2pPr algn="ctr">
              <a:defRPr sz="3000" b="0">
                <a:solidFill>
                  <a:srgbClr val="898989"/>
                </a:solidFill>
                <a:latin typeface="Pretendard"/>
                <a:ea typeface="Pretendard"/>
                <a:cs typeface="Pretendard"/>
              </a:defRPr>
            </a:lvl2pPr>
            <a:lvl3pPr algn="ctr">
              <a:defRPr sz="3000" b="0">
                <a:solidFill>
                  <a:srgbClr val="898989"/>
                </a:solidFill>
                <a:latin typeface="Pretendard"/>
                <a:ea typeface="Pretendard"/>
                <a:cs typeface="Pretendard"/>
              </a:defRPr>
            </a:lvl3pPr>
            <a:lvl4pPr algn="ctr">
              <a:defRPr sz="3000" b="0">
                <a:solidFill>
                  <a:srgbClr val="898989"/>
                </a:solidFill>
                <a:latin typeface="Pretendard"/>
                <a:ea typeface="Pretendard"/>
                <a:cs typeface="Pretendard"/>
              </a:defRPr>
            </a:lvl4pPr>
            <a:lvl5pPr algn="ctr">
              <a:defRPr sz="3000" b="0">
                <a:solidFill>
                  <a:srgbClr val="898989"/>
                </a:solidFill>
                <a:latin typeface="Pretendard"/>
                <a:ea typeface="Pretendard"/>
                <a:cs typeface="Pretendard"/>
              </a:defRPr>
            </a:lvl5pPr>
            <a:lvl6pPr algn="ctr">
              <a:defRPr sz="3000" b="0">
                <a:solidFill>
                  <a:srgbClr val="898989"/>
                </a:solidFill>
                <a:latin typeface="Pretendard"/>
                <a:ea typeface="Pretendard"/>
                <a:cs typeface="Pretendard"/>
              </a:defRPr>
            </a:lvl6pPr>
            <a:lvl7pPr algn="ctr">
              <a:defRPr sz="3000" b="0">
                <a:solidFill>
                  <a:srgbClr val="898989"/>
                </a:solidFill>
                <a:latin typeface="Pretendard"/>
                <a:ea typeface="Pretendard"/>
                <a:cs typeface="Pretendard"/>
              </a:defRPr>
            </a:lvl7pPr>
            <a:lvl8pPr algn="ctr">
              <a:defRPr sz="3000" b="0">
                <a:solidFill>
                  <a:srgbClr val="898989"/>
                </a:solidFill>
                <a:latin typeface="Pretendard"/>
                <a:ea typeface="Pretendard"/>
                <a:cs typeface="Pretendard"/>
              </a:defRPr>
            </a:lvl8pPr>
            <a:lvl9pPr algn="ctr">
              <a:defRPr sz="3000" b="0">
                <a:solidFill>
                  <a:srgbClr val="898989"/>
                </a:solidFill>
                <a:latin typeface="Pretendard"/>
                <a:ea typeface="Pretendard"/>
                <a:cs typeface="Pretendard"/>
              </a:defRPr>
            </a:lvl9pPr>
          </a:lstStyle>
          <a:p xmlns:a="http://schemas.openxmlformats.org/drawingml/2006/main">
            <a:pPr algn="ctr">
              <a:defRPr sz="3000" b="0">
                <a:solidFill>
                  <a:srgbClr val="898989"/>
                </a:solidFill>
                <a:latin typeface="Pretendard"/>
                <a:ea typeface="Pretendard"/>
                <a:cs typeface="Pretendard"/>
              </a:defRPr>
            </a:pPr>
            <a:r>
              <a:rPr sz="3000" b="0">
                <a:solidFill>
                  <a:srgbClr val="898989"/>
                </a:solidFill>
                <a:latin typeface="Pretendard"/>
                <a:ea typeface="Pretendard"/>
                <a:cs typeface="Pretendard"/>
              </a:rPr>
              <a:t>Σ : 각 물질의 값을 모두 더한다는 뜻</a:t>
            </a:r>
          </a:p>
        </p:txBody>
      </p:sp>
      <p:sp>
        <p:nvSpPr>
          <p:cNvPr id="12" name="설명·계산 행 1">
            <a:extLst xmlns:a="http://schemas.openxmlformats.org/drawingml/2006/main">
              <a:ext uri="{FF2B5EF4-FFF2-40B4-BE49-F238E27FC236}">
                <a16:creationId xmlns:a16="http://schemas.microsoft.com/office/drawing/2014/main" id="{C7F5B7BE-D4EB-43AE-AC25-607607AD5F3C}"/>
              </a:ext>
            </a:extLst>
          </p:cNvPr>
          <p:cNvSpPr>
            <a:spLocks xmlns:a="http://schemas.openxmlformats.org/drawingml/2006/main" noGrp="1"/>
          </p:cNvSpPr>
          <p:nvPr/>
        </p:nvSpPr>
        <p:spPr>
          <a:xfrm xmlns:a="http://schemas.openxmlformats.org/drawingml/2006/main">
            <a:off x="1828800" y="80105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1">
            <a:extLst xmlns:a="http://schemas.openxmlformats.org/drawingml/2006/main">
              <a:ext uri="{FF2B5EF4-FFF2-40B4-BE49-F238E27FC236}">
                <a16:creationId xmlns:a16="http://schemas.microsoft.com/office/drawing/2014/main" id="{F7B5EF2A-6AE1-455A-BD4D-791885413529}"/>
              </a:ext>
            </a:extLst>
          </p:cNvPr>
          <p:cNvSpPr>
            <a:spLocks xmlns:a="http://schemas.openxmlformats.org/drawingml/2006/main" noGrp="1"/>
          </p:cNvSpPr>
          <p:nvPr/>
        </p:nvSpPr>
        <p:spPr>
          <a:xfrm xmlns:a="http://schemas.openxmlformats.org/drawingml/2006/main">
            <a:off x="2476500" y="82581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209044806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664D798-9A8D-4308-9CB9-6C554413F8EE}"/>
              </a:ext>
            </a:extLst>
          </p:cNvPr>
          <p:cNvPicPr>
            <a:picLocks xmlns:a="http://schemas.openxmlformats.org/drawingml/2006/main" noChangeAspect="1"/>
          </p:cNvPicPr>
          <p:nvPr/>
        </p:nvPicPr>
        <p:blipFill>
          <a:blip xmlns:r="http://schemas.openxmlformats.org/officeDocument/2006/relationships" xmlns:a="http://schemas.openxmlformats.org/drawingml/2006/main" r:embed="R1a02178376434ee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CF69AB-4C42-48BA-ABEA-C33466A58CB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510315-C032-4B54-B58B-3DEB71E3D4E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1E91EAC-A4BF-4B5D-89ED-0B157425863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1B463B7-3FE0-4BB5-BC82-3DB0AD6B43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36382D7-9618-4C2B-84B1-49DF7DABEF6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21501184-A9FB-4B7E-A624-56A0D830E80B}"/>
              </a:ext>
            </a:extLst>
          </p:cNvPr>
          <p:cNvPicPr>
            <a:picLocks xmlns:a="http://schemas.openxmlformats.org/drawingml/2006/main" noChangeAspect="1"/>
          </p:cNvPicPr>
          <p:nvPr/>
        </p:nvPicPr>
        <p:blipFill>
          <a:blip xmlns:r="http://schemas.openxmlformats.org/officeDocument/2006/relationships" xmlns:a="http://schemas.openxmlformats.org/drawingml/2006/main" r:embed="R974b5c9dfd004189"/>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00616CEB-15BA-4A46-BC2C-C566B47A2CE3}"/>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F35A499-052B-4EA4-B5BB-26E24B25D04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F1D050D-F877-4C32-B5C8-20D1DB0238E0}"/>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F005E15-3A56-4FF9-B4B5-9720BB1CE93C}"/>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7E246B1E-6E5E-440D-93A1-62177829A4D1}"/>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B6C1F402-3C25-444D-96F1-F2A629E664C7}"/>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522BF563-7810-435B-B9C2-F3E7AA555604}"/>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7CF645B6-FCA2-40BD-848E-2A755CAF3532}"/>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2A78F45E-F8D5-40B0-836E-381CD49FBC98}"/>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3803598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0488E21-44E0-4573-83BE-2C0C671285DD}"/>
              </a:ext>
            </a:extLst>
          </p:cNvPr>
          <p:cNvPicPr>
            <a:picLocks xmlns:a="http://schemas.openxmlformats.org/drawingml/2006/main" noChangeAspect="1"/>
          </p:cNvPicPr>
          <p:nvPr/>
        </p:nvPicPr>
        <p:blipFill>
          <a:blip xmlns:r="http://schemas.openxmlformats.org/officeDocument/2006/relationships" xmlns:a="http://schemas.openxmlformats.org/drawingml/2006/main" r:embed="Rb7cb158e5a164be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7BCAC04-2B0C-4E77-9105-6A12A6BB1E1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EB4A6BC-DB6D-483E-83EE-DCCD025155D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AA09D08-4F0E-4F1F-A085-36C62B353B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07DA847-53FB-46D1-9155-7CA627D703A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A0D54FB-693C-4A57-A4E5-EA36398D8AF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생성물과 반응물의 합을 따로 구한다</a:t>
            </a:r>
          </a:p>
        </p:txBody>
      </p:sp>
      <p:pic>
        <p:nvPicPr>
          <p:cNvPr id="7" name="">
            <a:extLst xmlns:a="http://schemas.openxmlformats.org/drawingml/2006/main">
              <a:ext uri="{FF2B5EF4-FFF2-40B4-BE49-F238E27FC236}">
                <a16:creationId xmlns:a16="http://schemas.microsoft.com/office/drawing/2014/main" id="{18E8EDFB-9E7B-44D6-A53F-DD51FCBE3828}"/>
              </a:ext>
            </a:extLst>
          </p:cNvPr>
          <p:cNvPicPr>
            <a:picLocks xmlns:a="http://schemas.openxmlformats.org/drawingml/2006/main" noChangeAspect="1"/>
          </p:cNvPicPr>
          <p:nvPr/>
        </p:nvPicPr>
        <p:blipFill>
          <a:blip xmlns:r="http://schemas.openxmlformats.org/officeDocument/2006/relationships" xmlns:a="http://schemas.openxmlformats.org/drawingml/2006/main" r:embed="R709a341509494412"/>
          <a:stretch xmlns:a="http://schemas.openxmlformats.org/drawingml/2006/main"/>
        </p:blipFill>
        <p:spPr>
          <a:xfrm xmlns:a="http://schemas.openxmlformats.org/drawingml/2006/main">
            <a:off x="4000500" y="4000500"/>
            <a:ext cx="10287000" cy="872338"/>
          </a:xfrm>
          <a:prstGeom xmlns:a="http://schemas.openxmlformats.org/drawingml/2006/main" prst="rect">
            <a:avLst/>
          </a:prstGeom>
        </p:spPr>
      </p:pic>
      <p:sp>
        <p:nvSpPr>
          <p:cNvPr id="8" name="R05-29 계산 행 01">
            <a:extLst xmlns:a="http://schemas.openxmlformats.org/drawingml/2006/main">
              <a:ext uri="{FF2B5EF4-FFF2-40B4-BE49-F238E27FC236}">
                <a16:creationId xmlns:a16="http://schemas.microsoft.com/office/drawing/2014/main" id="{4D511F4F-2BD2-4B12-BD42-A84F110F6E6E}"/>
              </a:ext>
            </a:extLst>
          </p:cNvPr>
          <p:cNvSpPr>
            <a:spLocks xmlns:a="http://schemas.openxmlformats.org/drawingml/2006/main" noGrp="1"/>
          </p:cNvSpPr>
          <p:nvPr/>
        </p:nvSpPr>
        <p:spPr>
          <a:xfrm xmlns:a="http://schemas.openxmlformats.org/drawingml/2006/main">
            <a:off x="1828800" y="5476875"/>
            <a:ext cx="14639925" cy="1562100"/>
          </a:xfrm>
          <a:prstGeom xmlns:a="http://schemas.openxmlformats.org/drawingml/2006/main" prst="roundRect">
            <a:avLst>
              <a:gd name="adj" fmla="val 10976"/>
            </a:avLst>
          </a:prstGeom>
          <a:solidFill xmlns:a="http://schemas.openxmlformats.org/drawingml/2006/main">
            <a:srgbClr val="F5F5F5"/>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AD29E36E-AA34-4382-BB51-FE928ADC8464}"/>
              </a:ext>
            </a:extLst>
          </p:cNvPr>
          <p:cNvSpPr>
            <a:spLocks xmlns:a="http://schemas.openxmlformats.org/drawingml/2006/main" noGrp="1"/>
          </p:cNvSpPr>
          <p:nvPr/>
        </p:nvSpPr>
        <p:spPr>
          <a:xfrm xmlns:a="http://schemas.openxmlformats.org/drawingml/2006/main">
            <a:off x="2057400" y="59055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10" name="rich">
            <a:extLst xmlns:a="http://schemas.openxmlformats.org/drawingml/2006/main">
              <a:ext uri="{FF2B5EF4-FFF2-40B4-BE49-F238E27FC236}">
                <a16:creationId xmlns:a16="http://schemas.microsoft.com/office/drawing/2014/main" id="{D5FF136C-966B-4CD7-8E1C-25E13C8C0D8C}"/>
              </a:ext>
            </a:extLst>
          </p:cNvPr>
          <p:cNvSpPr>
            <a:spLocks xmlns:a="http://schemas.openxmlformats.org/drawingml/2006/main" noGrp="1"/>
          </p:cNvSpPr>
          <p:nvPr/>
        </p:nvSpPr>
        <p:spPr>
          <a:xfrm xmlns:a="http://schemas.openxmlformats.org/drawingml/2006/main">
            <a:off x="3086100" y="5629275"/>
            <a:ext cx="1307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생성물: CO₂ 1 mol과 H₂O</a:t>
            </a:r>
            <a:r>
              <a:t>(</a:t>
            </a:r>
            <a:r>
              <a:rPr i="1">
                <a:latin typeface="Pretendard"/>
                <a:ea typeface="Pretendard"/>
                <a:cs typeface="Pretendard"/>
              </a:rPr>
              <a:t>l</a:t>
            </a:r>
            <a:r>
              <a:t>) 2 mol</a:t>
            </a:r>
          </a:p>
        </p:txBody>
      </p:sp>
      <p:sp>
        <p:nvSpPr>
          <p:cNvPr id="11" name="rich">
            <a:extLst xmlns:a="http://schemas.openxmlformats.org/drawingml/2006/main">
              <a:ext uri="{FF2B5EF4-FFF2-40B4-BE49-F238E27FC236}">
                <a16:creationId xmlns:a16="http://schemas.microsoft.com/office/drawing/2014/main" id="{899D4F88-BF5E-48D2-9E60-F2E768F35C0E}"/>
              </a:ext>
            </a:extLst>
          </p:cNvPr>
          <p:cNvSpPr>
            <a:spLocks xmlns:a="http://schemas.openxmlformats.org/drawingml/2006/main" noGrp="1"/>
          </p:cNvSpPr>
          <p:nvPr/>
        </p:nvSpPr>
        <p:spPr>
          <a:xfrm xmlns:a="http://schemas.openxmlformats.org/drawingml/2006/main">
            <a:off x="3086100" y="6191250"/>
            <a:ext cx="1307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(−393.5) + 2 × (−285.8) = −965.1 kJ</a:t>
            </a:r>
          </a:p>
        </p:txBody>
      </p:sp>
      <p:sp>
        <p:nvSpPr>
          <p:cNvPr id="12" name="R05-29 계산 행 02">
            <a:extLst xmlns:a="http://schemas.openxmlformats.org/drawingml/2006/main">
              <a:ext uri="{FF2B5EF4-FFF2-40B4-BE49-F238E27FC236}">
                <a16:creationId xmlns:a16="http://schemas.microsoft.com/office/drawing/2014/main" id="{259C14DA-D89F-4165-8A72-C2AAEB4140AE}"/>
              </a:ext>
            </a:extLst>
          </p:cNvPr>
          <p:cNvSpPr>
            <a:spLocks xmlns:a="http://schemas.openxmlformats.org/drawingml/2006/main" noGrp="1"/>
          </p:cNvSpPr>
          <p:nvPr/>
        </p:nvSpPr>
        <p:spPr>
          <a:xfrm xmlns:a="http://schemas.openxmlformats.org/drawingml/2006/main">
            <a:off x="1828800" y="7334250"/>
            <a:ext cx="14639925" cy="1562100"/>
          </a:xfrm>
          <a:prstGeom xmlns:a="http://schemas.openxmlformats.org/drawingml/2006/main" prst="roundRect">
            <a:avLst>
              <a:gd name="adj" fmla="val 10976"/>
            </a:avLst>
          </a:prstGeom>
          <a:solidFill xmlns:a="http://schemas.openxmlformats.org/drawingml/2006/main">
            <a:srgbClr val="F5F5F5"/>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09444D4-4CD1-41D1-AC1E-F479776F315E}"/>
              </a:ext>
            </a:extLst>
          </p:cNvPr>
          <p:cNvSpPr>
            <a:spLocks xmlns:a="http://schemas.openxmlformats.org/drawingml/2006/main" noGrp="1"/>
          </p:cNvSpPr>
          <p:nvPr/>
        </p:nvSpPr>
        <p:spPr>
          <a:xfrm xmlns:a="http://schemas.openxmlformats.org/drawingml/2006/main">
            <a:off x="2057400" y="77628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3E5A1DFB-80F5-4CF7-8D1A-C459D03045C9}"/>
              </a:ext>
            </a:extLst>
          </p:cNvPr>
          <p:cNvSpPr>
            <a:spLocks xmlns:a="http://schemas.openxmlformats.org/drawingml/2006/main" noGrp="1"/>
          </p:cNvSpPr>
          <p:nvPr/>
        </p:nvSpPr>
        <p:spPr>
          <a:xfrm xmlns:a="http://schemas.openxmlformats.org/drawingml/2006/main">
            <a:off x="3086100" y="7486650"/>
            <a:ext cx="1307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반응물: CH₄ 1 mol과 O₂ 2 mol</a:t>
            </a:r>
          </a:p>
        </p:txBody>
      </p:sp>
      <p:sp>
        <p:nvSpPr>
          <p:cNvPr id="15" name="rich">
            <a:extLst xmlns:a="http://schemas.openxmlformats.org/drawingml/2006/main">
              <a:ext uri="{FF2B5EF4-FFF2-40B4-BE49-F238E27FC236}">
                <a16:creationId xmlns:a16="http://schemas.microsoft.com/office/drawing/2014/main" id="{1FD61C2F-F9B2-4A42-A030-3BBBFDB8EA1D}"/>
              </a:ext>
            </a:extLst>
          </p:cNvPr>
          <p:cNvSpPr>
            <a:spLocks xmlns:a="http://schemas.openxmlformats.org/drawingml/2006/main" noGrp="1"/>
          </p:cNvSpPr>
          <p:nvPr/>
        </p:nvSpPr>
        <p:spPr>
          <a:xfrm xmlns:a="http://schemas.openxmlformats.org/drawingml/2006/main">
            <a:off x="3086100" y="8048625"/>
            <a:ext cx="1307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(−74.8) + 2 × 0 = −74.8 kJ</a:t>
            </a:r>
          </a:p>
        </p:txBody>
      </p:sp>
    </p:spTree>
    <p:extLst>
      <p:ext uri="{BB962C8B-B14F-4D97-AF65-F5344CB8AC3E}">
        <p14:creationId xmlns:p14="http://schemas.microsoft.com/office/powerpoint/2010/main" val="191215866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81793FC-2112-40E4-B412-8E5B2214E2C0}"/>
              </a:ext>
            </a:extLst>
          </p:cNvPr>
          <p:cNvPicPr>
            <a:picLocks xmlns:a="http://schemas.openxmlformats.org/drawingml/2006/main" noChangeAspect="1"/>
          </p:cNvPicPr>
          <p:nvPr/>
        </p:nvPicPr>
        <p:blipFill>
          <a:blip xmlns:r="http://schemas.openxmlformats.org/officeDocument/2006/relationships" xmlns:a="http://schemas.openxmlformats.org/drawingml/2006/main" r:embed="R5238962e610d402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2DED072-31CD-43A5-8D25-254E7BAD554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6DDA1C-005B-49F2-BDA6-A3400AAA37D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9C99160-FD2A-4D10-949D-03F0C57537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44A52FE-5E5A-4A5D-B315-C25341EA3E5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7D5AEBD6-CDAC-4CD5-AB6B-EAF3D850D4F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합의 차이로 연소열을 구한다</a:t>
            </a:r>
          </a:p>
        </p:txBody>
      </p:sp>
      <p:pic>
        <p:nvPicPr>
          <p:cNvPr id="7" name="">
            <a:extLst xmlns:a="http://schemas.openxmlformats.org/drawingml/2006/main">
              <a:ext uri="{FF2B5EF4-FFF2-40B4-BE49-F238E27FC236}">
                <a16:creationId xmlns:a16="http://schemas.microsoft.com/office/drawing/2014/main" id="{B1DF949E-6564-4343-87B4-FF0DBF833072}"/>
              </a:ext>
            </a:extLst>
          </p:cNvPr>
          <p:cNvPicPr>
            <a:picLocks xmlns:a="http://schemas.openxmlformats.org/drawingml/2006/main" noChangeAspect="1"/>
          </p:cNvPicPr>
          <p:nvPr/>
        </p:nvPicPr>
        <p:blipFill>
          <a:blip xmlns:r="http://schemas.openxmlformats.org/officeDocument/2006/relationships" xmlns:a="http://schemas.openxmlformats.org/drawingml/2006/main" r:embed="R9dfda63157c14ea3"/>
          <a:stretch xmlns:a="http://schemas.openxmlformats.org/drawingml/2006/main"/>
        </p:blipFill>
        <p:spPr>
          <a:xfrm xmlns:a="http://schemas.openxmlformats.org/drawingml/2006/main">
            <a:off x="4000500" y="4000500"/>
            <a:ext cx="10287000" cy="872338"/>
          </a:xfrm>
          <a:prstGeom xmlns:a="http://schemas.openxmlformats.org/drawingml/2006/main" prst="rect">
            <a:avLst/>
          </a:prstGeom>
        </p:spPr>
      </p:pic>
      <p:sp>
        <p:nvSpPr>
          <p:cNvPr id="8" name="R05-29 계산 행 01">
            <a:extLst xmlns:a="http://schemas.openxmlformats.org/drawingml/2006/main">
              <a:ext uri="{FF2B5EF4-FFF2-40B4-BE49-F238E27FC236}">
                <a16:creationId xmlns:a16="http://schemas.microsoft.com/office/drawing/2014/main" id="{1F21F355-9DCA-4146-90BB-8B13E6B9F39E}"/>
              </a:ext>
            </a:extLst>
          </p:cNvPr>
          <p:cNvSpPr>
            <a:spLocks xmlns:a="http://schemas.openxmlformats.org/drawingml/2006/main" noGrp="1"/>
          </p:cNvSpPr>
          <p:nvPr/>
        </p:nvSpPr>
        <p:spPr>
          <a:xfrm xmlns:a="http://schemas.openxmlformats.org/drawingml/2006/main">
            <a:off x="1828800" y="5476875"/>
            <a:ext cx="14639925" cy="1562100"/>
          </a:xfrm>
          <a:prstGeom xmlns:a="http://schemas.openxmlformats.org/drawingml/2006/main" prst="roundRect">
            <a:avLst>
              <a:gd name="adj" fmla="val 10976"/>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2B4A20C-4518-4F5A-9C81-168BAD4EC059}"/>
              </a:ext>
            </a:extLst>
          </p:cNvPr>
          <p:cNvSpPr>
            <a:spLocks xmlns:a="http://schemas.openxmlformats.org/drawingml/2006/main" noGrp="1"/>
          </p:cNvSpPr>
          <p:nvPr/>
        </p:nvSpPr>
        <p:spPr>
          <a:xfrm xmlns:a="http://schemas.openxmlformats.org/drawingml/2006/main">
            <a:off x="2057400" y="59055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01</a:t>
            </a:r>
          </a:p>
        </p:txBody>
      </p:sp>
      <p:sp>
        <p:nvSpPr>
          <p:cNvPr id="10" name="rich">
            <a:extLst xmlns:a="http://schemas.openxmlformats.org/drawingml/2006/main">
              <a:ext uri="{FF2B5EF4-FFF2-40B4-BE49-F238E27FC236}">
                <a16:creationId xmlns:a16="http://schemas.microsoft.com/office/drawing/2014/main" id="{49E56019-4484-4B04-AB68-4C4966232986}"/>
              </a:ext>
            </a:extLst>
          </p:cNvPr>
          <p:cNvSpPr>
            <a:spLocks xmlns:a="http://schemas.openxmlformats.org/drawingml/2006/main" noGrp="1"/>
          </p:cNvSpPr>
          <p:nvPr/>
        </p:nvSpPr>
        <p:spPr>
          <a:xfrm xmlns:a="http://schemas.openxmlformats.org/drawingml/2006/main">
            <a:off x="3086100" y="5629275"/>
            <a:ext cx="1307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생성물 합 − 반응물 합</a:t>
            </a:r>
          </a:p>
        </p:txBody>
      </p:sp>
      <p:sp>
        <p:nvSpPr>
          <p:cNvPr id="11" name="rich">
            <a:extLst xmlns:a="http://schemas.openxmlformats.org/drawingml/2006/main">
              <a:ext uri="{FF2B5EF4-FFF2-40B4-BE49-F238E27FC236}">
                <a16:creationId xmlns:a16="http://schemas.microsoft.com/office/drawing/2014/main" id="{EEAB9491-DA8F-4D5C-AA6D-4B3BB16DDD85}"/>
              </a:ext>
            </a:extLst>
          </p:cNvPr>
          <p:cNvSpPr>
            <a:spLocks xmlns:a="http://schemas.openxmlformats.org/drawingml/2006/main" noGrp="1"/>
          </p:cNvSpPr>
          <p:nvPr/>
        </p:nvSpPr>
        <p:spPr>
          <a:xfrm xmlns:a="http://schemas.openxmlformats.org/drawingml/2006/main">
            <a:off x="3086100" y="6191250"/>
            <a:ext cx="130778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 = (−965.1) − (−74.8) = −890.3 kJ</a:t>
            </a:r>
          </a:p>
        </p:txBody>
      </p:sp>
      <p:sp>
        <p:nvSpPr>
          <p:cNvPr id="12" name="text">
            <a:extLst xmlns:a="http://schemas.openxmlformats.org/drawingml/2006/main">
              <a:ext uri="{FF2B5EF4-FFF2-40B4-BE49-F238E27FC236}">
                <a16:creationId xmlns:a16="http://schemas.microsoft.com/office/drawing/2014/main" id="{5049AC84-4741-4C8F-AFC7-79FFCB37BCEC}"/>
              </a:ext>
            </a:extLst>
          </p:cNvPr>
          <p:cNvSpPr>
            <a:spLocks xmlns:a="http://schemas.openxmlformats.org/drawingml/2006/main" noGrp="1"/>
          </p:cNvSpPr>
          <p:nvPr/>
        </p:nvSpPr>
        <p:spPr>
          <a:xfrm xmlns:a="http://schemas.openxmlformats.org/drawingml/2006/main">
            <a:off x="2381250" y="7505700"/>
            <a:ext cx="1333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57962F"/>
                </a:solidFill>
                <a:latin typeface="Pretendard"/>
                <a:ea typeface="Pretendard"/>
                <a:cs typeface="Pretendard"/>
              </a:defRPr>
            </a:defPPr>
            <a:lvl1pPr algn="ctr">
              <a:defRPr sz="3450" b="1">
                <a:solidFill>
                  <a:srgbClr val="57962F"/>
                </a:solidFill>
                <a:latin typeface="Pretendard"/>
                <a:ea typeface="Pretendard"/>
                <a:cs typeface="Pretendard"/>
              </a:defRPr>
            </a:lvl1pPr>
            <a:lvl2pPr algn="ctr">
              <a:defRPr sz="3450" b="1">
                <a:solidFill>
                  <a:srgbClr val="57962F"/>
                </a:solidFill>
                <a:latin typeface="Pretendard"/>
                <a:ea typeface="Pretendard"/>
                <a:cs typeface="Pretendard"/>
              </a:defRPr>
            </a:lvl2pPr>
            <a:lvl3pPr algn="ctr">
              <a:defRPr sz="3450" b="1">
                <a:solidFill>
                  <a:srgbClr val="57962F"/>
                </a:solidFill>
                <a:latin typeface="Pretendard"/>
                <a:ea typeface="Pretendard"/>
                <a:cs typeface="Pretendard"/>
              </a:defRPr>
            </a:lvl3pPr>
            <a:lvl4pPr algn="ctr">
              <a:defRPr sz="3450" b="1">
                <a:solidFill>
                  <a:srgbClr val="57962F"/>
                </a:solidFill>
                <a:latin typeface="Pretendard"/>
                <a:ea typeface="Pretendard"/>
                <a:cs typeface="Pretendard"/>
              </a:defRPr>
            </a:lvl4pPr>
            <a:lvl5pPr algn="ctr">
              <a:defRPr sz="3450" b="1">
                <a:solidFill>
                  <a:srgbClr val="57962F"/>
                </a:solidFill>
                <a:latin typeface="Pretendard"/>
                <a:ea typeface="Pretendard"/>
                <a:cs typeface="Pretendard"/>
              </a:defRPr>
            </a:lvl5pPr>
            <a:lvl6pPr algn="ctr">
              <a:defRPr sz="3450" b="1">
                <a:solidFill>
                  <a:srgbClr val="57962F"/>
                </a:solidFill>
                <a:latin typeface="Pretendard"/>
                <a:ea typeface="Pretendard"/>
                <a:cs typeface="Pretendard"/>
              </a:defRPr>
            </a:lvl6pPr>
            <a:lvl7pPr algn="ctr">
              <a:defRPr sz="3450" b="1">
                <a:solidFill>
                  <a:srgbClr val="57962F"/>
                </a:solidFill>
                <a:latin typeface="Pretendard"/>
                <a:ea typeface="Pretendard"/>
                <a:cs typeface="Pretendard"/>
              </a:defRPr>
            </a:lvl7pPr>
            <a:lvl8pPr algn="ctr">
              <a:defRPr sz="3450" b="1">
                <a:solidFill>
                  <a:srgbClr val="57962F"/>
                </a:solidFill>
                <a:latin typeface="Pretendard"/>
                <a:ea typeface="Pretendard"/>
                <a:cs typeface="Pretendard"/>
              </a:defRPr>
            </a:lvl8pPr>
            <a:lvl9pPr algn="ctr">
              <a:defRPr sz="3450" b="1">
                <a:solidFill>
                  <a:srgbClr val="57962F"/>
                </a:solidFill>
                <a:latin typeface="Pretendard"/>
                <a:ea typeface="Pretendard"/>
                <a:cs typeface="Pretendard"/>
              </a:defRPr>
            </a:lvl9pPr>
          </a:lstStyle>
          <a:p xmlns:a="http://schemas.openxmlformats.org/drawingml/2006/main">
            <a:pPr algn="ctr">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음수이므로 발열 반응이다.</a:t>
            </a:r>
          </a:p>
        </p:txBody>
      </p:sp>
      <p:sp>
        <p:nvSpPr>
          <p:cNvPr id="13" name="text">
            <a:extLst xmlns:a="http://schemas.openxmlformats.org/drawingml/2006/main">
              <a:ext uri="{FF2B5EF4-FFF2-40B4-BE49-F238E27FC236}">
                <a16:creationId xmlns:a16="http://schemas.microsoft.com/office/drawing/2014/main" id="{B1202040-8467-4AB2-BE05-C47ABCBC8A77}"/>
              </a:ext>
            </a:extLst>
          </p:cNvPr>
          <p:cNvSpPr>
            <a:spLocks xmlns:a="http://schemas.openxmlformats.org/drawingml/2006/main" noGrp="1"/>
          </p:cNvSpPr>
          <p:nvPr/>
        </p:nvSpPr>
        <p:spPr>
          <a:xfrm xmlns:a="http://schemas.openxmlformats.org/drawingml/2006/main">
            <a:off x="2190750" y="8334375"/>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225" b="0">
                <a:solidFill>
                  <a:srgbClr val="000000"/>
                </a:solidFill>
                <a:latin typeface="Pretendard"/>
                <a:ea typeface="Pretendard"/>
                <a:cs typeface="Pretendard"/>
              </a:defRPr>
            </a:defPPr>
            <a:lvl1pPr algn="ctr">
              <a:defRPr sz="3225" b="0">
                <a:solidFill>
                  <a:srgbClr val="000000"/>
                </a:solidFill>
                <a:latin typeface="Pretendard"/>
                <a:ea typeface="Pretendard"/>
                <a:cs typeface="Pretendard"/>
              </a:defRPr>
            </a:lvl1pPr>
            <a:lvl2pPr algn="ctr">
              <a:defRPr sz="3225" b="0">
                <a:solidFill>
                  <a:srgbClr val="000000"/>
                </a:solidFill>
                <a:latin typeface="Pretendard"/>
                <a:ea typeface="Pretendard"/>
                <a:cs typeface="Pretendard"/>
              </a:defRPr>
            </a:lvl2pPr>
            <a:lvl3pPr algn="ctr">
              <a:defRPr sz="3225" b="0">
                <a:solidFill>
                  <a:srgbClr val="000000"/>
                </a:solidFill>
                <a:latin typeface="Pretendard"/>
                <a:ea typeface="Pretendard"/>
                <a:cs typeface="Pretendard"/>
              </a:defRPr>
            </a:lvl3pPr>
            <a:lvl4pPr algn="ctr">
              <a:defRPr sz="3225" b="0">
                <a:solidFill>
                  <a:srgbClr val="000000"/>
                </a:solidFill>
                <a:latin typeface="Pretendard"/>
                <a:ea typeface="Pretendard"/>
                <a:cs typeface="Pretendard"/>
              </a:defRPr>
            </a:lvl4pPr>
            <a:lvl5pPr algn="ctr">
              <a:defRPr sz="3225" b="0">
                <a:solidFill>
                  <a:srgbClr val="000000"/>
                </a:solidFill>
                <a:latin typeface="Pretendard"/>
                <a:ea typeface="Pretendard"/>
                <a:cs typeface="Pretendard"/>
              </a:defRPr>
            </a:lvl5pPr>
            <a:lvl6pPr algn="ctr">
              <a:defRPr sz="3225" b="0">
                <a:solidFill>
                  <a:srgbClr val="000000"/>
                </a:solidFill>
                <a:latin typeface="Pretendard"/>
                <a:ea typeface="Pretendard"/>
                <a:cs typeface="Pretendard"/>
              </a:defRPr>
            </a:lvl6pPr>
            <a:lvl7pPr algn="ctr">
              <a:defRPr sz="3225" b="0">
                <a:solidFill>
                  <a:srgbClr val="000000"/>
                </a:solidFill>
                <a:latin typeface="Pretendard"/>
                <a:ea typeface="Pretendard"/>
                <a:cs typeface="Pretendard"/>
              </a:defRPr>
            </a:lvl7pPr>
            <a:lvl8pPr algn="ctr">
              <a:defRPr sz="3225" b="0">
                <a:solidFill>
                  <a:srgbClr val="000000"/>
                </a:solidFill>
                <a:latin typeface="Pretendard"/>
                <a:ea typeface="Pretendard"/>
                <a:cs typeface="Pretendard"/>
              </a:defRPr>
            </a:lvl8pPr>
            <a:lvl9pPr algn="ctr">
              <a:defRPr sz="3225" b="0">
                <a:solidFill>
                  <a:srgbClr val="000000"/>
                </a:solidFill>
                <a:latin typeface="Pretendard"/>
                <a:ea typeface="Pretendard"/>
                <a:cs typeface="Pretendard"/>
              </a:defRPr>
            </a:lvl9pPr>
          </a:lstStyle>
          <a:p xmlns:a="http://schemas.openxmlformats.org/drawingml/2006/main">
            <a:pPr algn="ctr">
              <a:defRPr sz="3225" b="0">
                <a:solidFill>
                  <a:srgbClr val="000000"/>
                </a:solidFill>
                <a:latin typeface="Pretendard"/>
                <a:ea typeface="Pretendard"/>
                <a:cs typeface="Pretendard"/>
              </a:defRPr>
            </a:pPr>
            <a:r>
              <a:rPr sz="3225" b="0">
                <a:solidFill>
                  <a:srgbClr val="000000"/>
                </a:solidFill>
                <a:latin typeface="Pretendard"/>
                <a:ea typeface="Pretendard"/>
                <a:cs typeface="Pretendard"/>
              </a:rPr>
              <a:t>CH₄ 1 mol이 연소할 때 890.3 kJ의 열을 방출한다.</a:t>
            </a:r>
          </a:p>
        </p:txBody>
      </p:sp>
    </p:spTree>
    <p:extLst>
      <p:ext uri="{BB962C8B-B14F-4D97-AF65-F5344CB8AC3E}">
        <p14:creationId xmlns:p14="http://schemas.microsoft.com/office/powerpoint/2010/main" val="212098070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4FC2D3A-9763-422C-AAC6-8207B77FF63F}"/>
              </a:ext>
            </a:extLst>
          </p:cNvPr>
          <p:cNvPicPr>
            <a:picLocks xmlns:a="http://schemas.openxmlformats.org/drawingml/2006/main" noChangeAspect="1"/>
          </p:cNvPicPr>
          <p:nvPr/>
        </p:nvPicPr>
        <p:blipFill>
          <a:blip xmlns:r="http://schemas.openxmlformats.org/officeDocument/2006/relationships" xmlns:a="http://schemas.openxmlformats.org/drawingml/2006/main" r:embed="R390e9ad5d3f944f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30BE062-FBAB-49A0-BD90-FF9511C3303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C24556E-3BAD-4099-BD4D-5E0E7F3B51F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831E880-F867-43E9-953A-755E4AF8667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06EAF7A-B67A-4534-B008-0BC3CA7130F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2A7FDF7-5BB6-46F7-BCC1-2F43F835BAE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DB0D6294-BF4D-4550-872F-7607C7FBC4FB}"/>
              </a:ext>
            </a:extLst>
          </p:cNvPr>
          <p:cNvPicPr>
            <a:picLocks xmlns:a="http://schemas.openxmlformats.org/drawingml/2006/main" noChangeAspect="1"/>
          </p:cNvPicPr>
          <p:nvPr/>
        </p:nvPicPr>
        <p:blipFill>
          <a:blip xmlns:r="http://schemas.openxmlformats.org/officeDocument/2006/relationships" xmlns:a="http://schemas.openxmlformats.org/drawingml/2006/main" r:embed="Rc760ea8ce24240f8"/>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41B36794-D756-4A37-84FE-9E9F978AA840}"/>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335FB732-7410-4BA3-96C9-EC435EBD8F6E}"/>
              </a:ext>
            </a:extLst>
          </p:cNvPr>
          <p:cNvPicPr>
            <a:picLocks xmlns:a="http://schemas.openxmlformats.org/drawingml/2006/main" noChangeAspect="1"/>
          </p:cNvPicPr>
          <p:nvPr/>
        </p:nvPicPr>
        <p:blipFill>
          <a:blip xmlns:r="http://schemas.openxmlformats.org/officeDocument/2006/relationships" xmlns:a="http://schemas.openxmlformats.org/drawingml/2006/main" r:embed="R6b19a19b93d84316"/>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D325CC9A-AEB9-4404-8107-2D2DC05EC3E9}"/>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a:t>Δ</a:t>
            </a:r>
            <a:r>
              <a:rPr sz="3450" i="1">
                <a:latin typeface="Pretendard"/>
                <a:ea typeface="Pretendard"/>
                <a:cs typeface="Pretendard"/>
              </a:rPr>
              <a:t>H</a:t>
            </a:r>
            <a:r>
              <a:rPr sz="3450"/>
              <a:t> = −241.8 − (−285.8)</a:t>
            </a:r>
          </a:p>
        </p:txBody>
      </p:sp>
      <p:sp>
        <p:nvSpPr>
          <p:cNvPr id="11" name="반응식·수식">
            <a:extLst xmlns:a="http://schemas.openxmlformats.org/drawingml/2006/main">
              <a:ext uri="{FF2B5EF4-FFF2-40B4-BE49-F238E27FC236}">
                <a16:creationId xmlns:a16="http://schemas.microsoft.com/office/drawing/2014/main" id="{5C93A93C-0A93-48E3-9F3B-9E6C3B793642}"/>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a:t>= +44.0 kJ</a:t>
            </a:r>
          </a:p>
        </p:txBody>
      </p:sp>
      <p:sp>
        <p:nvSpPr>
          <p:cNvPr id="12" name="해석·결론">
            <a:extLst xmlns:a="http://schemas.openxmlformats.org/drawingml/2006/main">
              <a:ext uri="{FF2B5EF4-FFF2-40B4-BE49-F238E27FC236}">
                <a16:creationId xmlns:a16="http://schemas.microsoft.com/office/drawing/2014/main" id="{BAD1673C-E29D-40D8-B03A-DE1F952F129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925DC2F0-719F-450F-B558-5761C09349A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213024346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49D84C8-9BC2-450C-8646-B4E0BA8440EA}"/>
              </a:ext>
            </a:extLst>
          </p:cNvPr>
          <p:cNvPicPr>
            <a:picLocks xmlns:a="http://schemas.openxmlformats.org/drawingml/2006/main" noChangeAspect="1"/>
          </p:cNvPicPr>
          <p:nvPr/>
        </p:nvPicPr>
        <p:blipFill>
          <a:blip xmlns:r="http://schemas.openxmlformats.org/officeDocument/2006/relationships" xmlns:a="http://schemas.openxmlformats.org/drawingml/2006/main" r:embed="R1cddc73103b54da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6CC46AC-E863-4381-8B76-FF244CC722E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044B796-E2AA-4BB6-A709-DFC854CAB3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7E9063C-446C-468C-8387-D0BF02DE346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F1AA0C0-18FB-4013-9E47-CADFEBE8CF4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CE5C88F-0A22-41DA-A3FD-984AEBFDAFC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E139570C-08AE-4681-A0F9-7875D4FB8E3F}"/>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731CD35-A299-4A7F-9345-7D08804BF8B9}"/>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8B23A9C-7386-4E55-90C5-5FE725602AD5}"/>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119A1CC-FFAF-43EF-B371-228335CB0A3A}"/>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2811EB6-DD30-4D4E-995D-B5BF31393B97}"/>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392727767"/>
      </p:ext>
    </p:extLst>
  </p:cSld>
</p:sld>
</file>

<file path=ppt/slides/slide4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8168577-E712-49DC-9F22-F237DA808E6A}"/>
              </a:ext>
            </a:extLst>
          </p:cNvPr>
          <p:cNvPicPr>
            <a:picLocks xmlns:a="http://schemas.openxmlformats.org/drawingml/2006/main" noChangeAspect="1"/>
          </p:cNvPicPr>
          <p:nvPr/>
        </p:nvPicPr>
        <p:blipFill>
          <a:blip xmlns:r="http://schemas.openxmlformats.org/officeDocument/2006/relationships" xmlns:a="http://schemas.openxmlformats.org/drawingml/2006/main" r:embed="Re98fcc89726e4504"/>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9E6CD109-0814-416A-A430-32EACDCB5E1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7481D88-E399-46E9-9D88-EA3652C843B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0D594C37-3E47-409A-B5EE-FB176B27BD6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C5DBD1C-0299-4DBF-9A7C-780E30C02809}"/>
              </a:ext>
            </a:extLst>
          </p:cNvPr>
          <p:cNvPicPr>
            <a:picLocks xmlns:a="http://schemas.openxmlformats.org/drawingml/2006/main" noChangeAspect="1"/>
          </p:cNvPicPr>
          <p:nvPr/>
        </p:nvPicPr>
        <p:blipFill>
          <a:blip xmlns:r="http://schemas.openxmlformats.org/officeDocument/2006/relationships" xmlns:a="http://schemas.openxmlformats.org/drawingml/2006/main" r:embed="Ra15c74cbf7d946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6A3E3467-5DC0-4C8E-994B-5239F3768E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85601CFC-C01D-4DE9-90B4-E236A2C1FCF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54211F34-16D0-4F77-80AD-B98FAB28E914}"/>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84386BCA-CC90-495A-B463-DF8E8564904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55252878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37713DB-DF4F-4834-A877-5EC4C71E5B46}"/>
              </a:ext>
            </a:extLst>
          </p:cNvPr>
          <p:cNvPicPr>
            <a:picLocks xmlns:a="http://schemas.openxmlformats.org/drawingml/2006/main" noChangeAspect="1"/>
          </p:cNvPicPr>
          <p:nvPr/>
        </p:nvPicPr>
        <p:blipFill>
          <a:blip xmlns:r="http://schemas.openxmlformats.org/officeDocument/2006/relationships" xmlns:a="http://schemas.openxmlformats.org/drawingml/2006/main" r:embed="R20debbb90e814f1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E4BBECD-FFCF-4623-A34D-5472B5C9E9D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E4EB0E-8619-4F21-A598-BBA72401FE0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EF0056E-EA12-4B15-BE50-A8D530D0B8B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32E551F-9515-49EE-A683-ABD81AB105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EEFC5B17-C746-4D73-920A-98CDFD7A685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493F9D95-9D3B-4EA7-969D-DD990BE275EA}"/>
              </a:ext>
            </a:extLst>
          </p:cNvPr>
          <p:cNvPicPr>
            <a:picLocks xmlns:a="http://schemas.openxmlformats.org/drawingml/2006/main" noChangeAspect="1"/>
          </p:cNvPicPr>
          <p:nvPr/>
        </p:nvPicPr>
        <p:blipFill>
          <a:blip xmlns:r="http://schemas.openxmlformats.org/officeDocument/2006/relationships" xmlns:a="http://schemas.openxmlformats.org/drawingml/2006/main" r:embed="Ra222156d23084c2e"/>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BB218D0-A834-44FD-BE14-13463957A8A3}"/>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98D8E4FF-DAC2-47C0-A20E-D4704C8D9084}"/>
              </a:ext>
            </a:extLst>
          </p:cNvPr>
          <p:cNvPicPr>
            <a:picLocks xmlns:a="http://schemas.openxmlformats.org/drawingml/2006/main" noChangeAspect="1"/>
          </p:cNvPicPr>
          <p:nvPr/>
        </p:nvPicPr>
        <p:blipFill>
          <a:blip xmlns:r="http://schemas.openxmlformats.org/officeDocument/2006/relationships" xmlns:a="http://schemas.openxmlformats.org/drawingml/2006/main" r:embed="R9602db0badee4533"/>
          <a:stretch xmlns:a="http://schemas.openxmlformats.org/drawingml/2006/main"/>
        </p:blipFill>
        <p:spPr>
          <a:xfrm xmlns:a="http://schemas.openxmlformats.org/drawingml/2006/main">
            <a:off x="7524750" y="5125056"/>
            <a:ext cx="6310738" cy="60838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3078814-8920-4A73-8477-A30129DC6830}"/>
              </a:ext>
            </a:extLst>
          </p:cNvPr>
          <p:cNvPicPr>
            <a:picLocks xmlns:a="http://schemas.openxmlformats.org/drawingml/2006/main" noChangeAspect="1"/>
          </p:cNvPicPr>
          <p:nvPr/>
        </p:nvPicPr>
        <p:blipFill>
          <a:blip xmlns:r="http://schemas.openxmlformats.org/officeDocument/2006/relationships" xmlns:a="http://schemas.openxmlformats.org/drawingml/2006/main" r:embed="Rddb5e184251244a9"/>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8C78023-9C21-48EA-B1AF-BBD97DC6663E}"/>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EEA4E9B0-60A2-446C-9F00-C05A983B91ED}"/>
              </a:ext>
            </a:extLst>
          </p:cNvPr>
          <p:cNvPicPr>
            <a:picLocks xmlns:a="http://schemas.openxmlformats.org/drawingml/2006/main" noChangeAspect="1"/>
          </p:cNvPicPr>
          <p:nvPr/>
        </p:nvPicPr>
        <p:blipFill>
          <a:blip xmlns:r="http://schemas.openxmlformats.org/officeDocument/2006/relationships" xmlns:a="http://schemas.openxmlformats.org/drawingml/2006/main" r:embed="Rf9ab202ca0424d65"/>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20032754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8248AE3-E15D-438A-9C61-84E0E58A7D90}"/>
              </a:ext>
            </a:extLst>
          </p:cNvPr>
          <p:cNvPicPr>
            <a:picLocks xmlns:a="http://schemas.openxmlformats.org/drawingml/2006/main" noChangeAspect="1"/>
          </p:cNvPicPr>
          <p:nvPr/>
        </p:nvPicPr>
        <p:blipFill>
          <a:blip xmlns:r="http://schemas.openxmlformats.org/officeDocument/2006/relationships" xmlns:a="http://schemas.openxmlformats.org/drawingml/2006/main" r:embed="R6eb8491b7c8847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BA94352-767C-4F81-A5FF-5E3A96181D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EF2579-9F3C-42B7-A2C7-6A559E8EDD8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FB87E25-82EA-4C2A-A9F7-2FDD370D144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485E12C-3AD2-4325-A06F-937237C8EA2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538971B8-8601-48D5-AF82-D999BB96ADA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61F30E67-50F2-4A7D-9EEC-4FD43AC8073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573A48BE-2E26-4B9A-A6C6-861EC85DCFC8}"/>
              </a:ext>
            </a:extLst>
          </p:cNvPr>
          <p:cNvPicPr>
            <a:picLocks xmlns:a="http://schemas.openxmlformats.org/drawingml/2006/main" noChangeAspect="1"/>
          </p:cNvPicPr>
          <p:nvPr/>
        </p:nvPicPr>
        <p:blipFill>
          <a:blip xmlns:r="http://schemas.openxmlformats.org/officeDocument/2006/relationships" xmlns:a="http://schemas.openxmlformats.org/drawingml/2006/main" r:embed="Ra5589bc58ab64a79"/>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850CB7A-7228-404B-9D56-892A6C860356}"/>
              </a:ext>
            </a:extLst>
          </p:cNvPr>
          <p:cNvPicPr>
            <a:picLocks xmlns:a="http://schemas.openxmlformats.org/drawingml/2006/main" noChangeAspect="1"/>
          </p:cNvPicPr>
          <p:nvPr/>
        </p:nvPicPr>
        <p:blipFill>
          <a:blip xmlns:r="http://schemas.openxmlformats.org/officeDocument/2006/relationships" xmlns:a="http://schemas.openxmlformats.org/drawingml/2006/main" r:embed="R6a834726b3624b7b"/>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2C8FEAAC-10A4-46FC-8548-C65786B14623}"/>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E694F520-1A8D-4B1A-9CB0-7311D66A2605}"/>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641EC224-18B2-421B-B562-ECD3DD45C39E}"/>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451FD91-07D8-4E1D-9D14-819AA1BC2E09}"/>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3812512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EC61ADCA-75EB-4792-95D0-37EFC94CDA65}"/>
              </a:ext>
            </a:extLst>
          </p:cNvPr>
          <p:cNvPicPr>
            <a:picLocks xmlns:a="http://schemas.openxmlformats.org/drawingml/2006/main" noChangeAspect="1"/>
          </p:cNvPicPr>
          <p:nvPr/>
        </p:nvPicPr>
        <p:blipFill>
          <a:blip xmlns:r="http://schemas.openxmlformats.org/officeDocument/2006/relationships" xmlns:a="http://schemas.openxmlformats.org/drawingml/2006/main" r:embed="R8a4f8de817bb452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C8513D-A14D-45F9-8AE7-88CB1994A95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001F80-5C49-45AA-97DC-E855770088F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FC1B982-6125-4AE0-8B72-3CD7DA1D74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BBA6C1B-2AF0-4795-BDAC-AE4AE2E5B5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6278672-D59C-4C21-AF95-25B4D9DA57B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7516782F-50D9-457B-862C-A86F63141918}"/>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575FEEC0-DEDB-4DCC-A429-CBF98267E1C0}"/>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7B7DE25A-0759-436F-BDDD-C4CA0DB75B04}"/>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1854F668-55E6-4BB5-8AEF-5C0FE4079550}"/>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20FB743-1D07-444E-A1BF-00FCD7A28B3E}"/>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49366011-D0E5-4157-A9F9-CBA50F2545BA}"/>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AA2C935D-6FAD-4D8A-A5A4-028F655EFE6C}"/>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C8C53B10-97A2-42E8-BEF1-90CF75701115}"/>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26883BA2-269C-4375-9C7B-E042F221D846}"/>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C8FACD7F-D547-4B14-A614-A435F770411C}"/>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1081000-EC11-4EC6-BF32-78FA8BE2DFEF}"/>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12EF9BEA-8505-42BD-A73D-C0CC2E58D752}"/>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D1AD342-A596-4F23-8F63-B9D00994CB03}"/>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58CA3209-B78D-40A9-9BF9-C9C2F6F2E83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DD1B007E-F099-42C7-971D-7D6E83AB1B79}"/>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204682102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B04EC58-E510-4496-93E0-38484B8FD799}"/>
              </a:ext>
            </a:extLst>
          </p:cNvPr>
          <p:cNvPicPr>
            <a:picLocks xmlns:a="http://schemas.openxmlformats.org/drawingml/2006/main" noChangeAspect="1"/>
          </p:cNvPicPr>
          <p:nvPr/>
        </p:nvPicPr>
        <p:blipFill>
          <a:blip xmlns:r="http://schemas.openxmlformats.org/officeDocument/2006/relationships" xmlns:a="http://schemas.openxmlformats.org/drawingml/2006/main" r:embed="Ra781f75aa7744f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C9D1BA-1213-40F3-AC36-3498C1DA42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8D46C89-21D2-400D-B8EE-CE0FE859024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BC464CF-B80A-47F6-B96E-2317B4FDBE4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9D57D4B-4603-4AC2-AAFE-8373C1E754F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952A89A-4040-46A5-A162-E7F695273AC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49F27F08-447F-4AC5-AE29-8458766A66B0}"/>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CCFC824-6EBC-485D-B3E1-B5389C3BE85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80074C0F-6B6C-4890-A920-03E1B008DEF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AC68325-2B36-49E0-BD90-56A9E2DAA398}"/>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06B8669-F74B-4EE3-90F9-D61207D2811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328D980-98ED-4061-BE03-86AADC7D11FB}"/>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99921033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3137D94-B2EA-4C16-827B-87E0DAAF7387}"/>
              </a:ext>
            </a:extLst>
          </p:cNvPr>
          <p:cNvPicPr>
            <a:picLocks xmlns:a="http://schemas.openxmlformats.org/drawingml/2006/main" noChangeAspect="1"/>
          </p:cNvPicPr>
          <p:nvPr/>
        </p:nvPicPr>
        <p:blipFill>
          <a:blip xmlns:r="http://schemas.openxmlformats.org/officeDocument/2006/relationships" xmlns:a="http://schemas.openxmlformats.org/drawingml/2006/main" r:embed="Rb15fe066c7064d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FDEF03-82DB-4090-8DD3-E47FA6BFFE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760413-6DED-4869-91EB-47B9702492F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109F55E-5DF4-44F8-8300-591D9D90666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DFAA803-BB2E-4B06-898C-8EED9B6420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D514943-0B49-4128-8BE5-F464FCB3C1E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B33862BF-FF6A-4E41-85B6-8D63EDB0500D}"/>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8B1F2D0-37FA-477C-ADEA-3AFB1753C717}"/>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FC05D213-05BA-4ADF-850C-5B794F3D0037}"/>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61A732F3-C149-47BA-B218-0AC4CDC7523F}"/>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B83814CC-9896-4DD3-A7D1-10508E4ECBEA}"/>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8B50DAD-7C1A-48FF-9D6D-3CA2DD07F926}"/>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715A5261-9680-41DB-A58F-1789BB18220E}"/>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85D864C4-17DE-4192-9B0E-3540D9D2A7FE}"/>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B6870B1E-0567-450C-85AF-2C7C882330B3}"/>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CD11BC27-996E-4E69-9FC7-3A8AD7E03362}"/>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4482383F-3BBA-47C9-ACF1-4E80267C1735}"/>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E6C695BA-0A48-49FE-AAF9-0DDE376D989D}"/>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93032473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A42021B-81FF-44CB-BE8C-C5CF0990A3C8}"/>
              </a:ext>
            </a:extLst>
          </p:cNvPr>
          <p:cNvPicPr>
            <a:picLocks xmlns:a="http://schemas.openxmlformats.org/drawingml/2006/main" noChangeAspect="1"/>
          </p:cNvPicPr>
          <p:nvPr/>
        </p:nvPicPr>
        <p:blipFill>
          <a:blip xmlns:r="http://schemas.openxmlformats.org/officeDocument/2006/relationships" xmlns:a="http://schemas.openxmlformats.org/drawingml/2006/main" r:embed="R9df7435717694f5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CFEB02-1E94-4665-A1DB-B773FE2071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F9D4421-C15F-43A4-9337-9865E91AC5C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B332CD5-9137-4804-855D-FD2F95CEB2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FFC5AEA-D4FB-4DBF-82C0-44B2B66CFCA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6F5E539-26A7-41FC-8974-41D1F2B39D9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A1A88066-A3BB-4C4D-B991-53AD8B239C05}"/>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7311F3C-9CEB-4CD1-81AE-267B2B3E4E99}"/>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F8A1374-1AD7-4601-84ED-8752214C2A08}"/>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859F2BE-A0F2-4470-960A-B34D77B14EFD}"/>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1D0AD9D-04D7-4A15-B533-C4B2E3E5B02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4E00081-5CF2-45F9-BB5E-D094662EB1D0}"/>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47404620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DBB432F-953B-4A71-80AB-B3D35A42BA24}"/>
              </a:ext>
            </a:extLst>
          </p:cNvPr>
          <p:cNvPicPr>
            <a:picLocks xmlns:a="http://schemas.openxmlformats.org/drawingml/2006/main" noChangeAspect="1"/>
          </p:cNvPicPr>
          <p:nvPr/>
        </p:nvPicPr>
        <p:blipFill>
          <a:blip xmlns:r="http://schemas.openxmlformats.org/officeDocument/2006/relationships" xmlns:a="http://schemas.openxmlformats.org/drawingml/2006/main" r:embed="R8762376659d640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07CCA4-FE59-491F-8AC1-CCFAA2F4F09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B6AEDB-016B-4477-87B1-1FC3F0EBBDB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4661D7B-C735-4F89-B1BE-979ED5556E9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B6F1CFF-CF3D-4646-B72A-63845815A93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DAA3B3C-6DCD-4C3C-A6C8-FC74C6C6E0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52E391DA-1BC6-401E-857C-F63374D4333B}"/>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A6758581-0C18-4AF8-933C-D5B2758BDB25}"/>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rPr sz="4275"/>
              <a:t>−41.50 + (−52.25)</a:t>
            </a:r>
          </a:p>
        </p:txBody>
      </p:sp>
      <p:sp>
        <p:nvSpPr>
          <p:cNvPr id="9" name="text">
            <a:extLst xmlns:a="http://schemas.openxmlformats.org/drawingml/2006/main">
              <a:ext uri="{FF2B5EF4-FFF2-40B4-BE49-F238E27FC236}">
                <a16:creationId xmlns:a16="http://schemas.microsoft.com/office/drawing/2014/main" id="{1866428C-6974-45C8-A0F0-CFB6C439029A}"/>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57962F"/>
                </a:solidFill>
                <a:latin typeface="Pretendard"/>
                <a:ea typeface="Pretendard"/>
                <a:cs typeface="Pretendard"/>
              </a:defRPr>
            </a:defPPr>
            <a:lvl1pPr algn="l">
              <a:defRPr sz="4275" b="1">
                <a:solidFill>
                  <a:srgbClr val="57962F"/>
                </a:solidFill>
                <a:latin typeface="Pretendard"/>
                <a:ea typeface="Pretendard"/>
                <a:cs typeface="Pretendard"/>
              </a:defRPr>
            </a:lvl1pPr>
            <a:lvl2pPr algn="l">
              <a:defRPr sz="4275" b="1">
                <a:solidFill>
                  <a:srgbClr val="57962F"/>
                </a:solidFill>
                <a:latin typeface="Pretendard"/>
                <a:ea typeface="Pretendard"/>
                <a:cs typeface="Pretendard"/>
              </a:defRPr>
            </a:lvl2pPr>
            <a:lvl3pPr algn="l">
              <a:defRPr sz="4275" b="1">
                <a:solidFill>
                  <a:srgbClr val="57962F"/>
                </a:solidFill>
                <a:latin typeface="Pretendard"/>
                <a:ea typeface="Pretendard"/>
                <a:cs typeface="Pretendard"/>
              </a:defRPr>
            </a:lvl3pPr>
            <a:lvl4pPr algn="l">
              <a:defRPr sz="4275" b="1">
                <a:solidFill>
                  <a:srgbClr val="57962F"/>
                </a:solidFill>
                <a:latin typeface="Pretendard"/>
                <a:ea typeface="Pretendard"/>
                <a:cs typeface="Pretendard"/>
              </a:defRPr>
            </a:lvl4pPr>
            <a:lvl5pPr algn="l">
              <a:defRPr sz="4275" b="1">
                <a:solidFill>
                  <a:srgbClr val="57962F"/>
                </a:solidFill>
                <a:latin typeface="Pretendard"/>
                <a:ea typeface="Pretendard"/>
                <a:cs typeface="Pretendard"/>
              </a:defRPr>
            </a:lvl5pPr>
            <a:lvl6pPr algn="l">
              <a:defRPr sz="4275" b="1">
                <a:solidFill>
                  <a:srgbClr val="57962F"/>
                </a:solidFill>
                <a:latin typeface="Pretendard"/>
                <a:ea typeface="Pretendard"/>
                <a:cs typeface="Pretendard"/>
              </a:defRPr>
            </a:lvl6pPr>
            <a:lvl7pPr algn="l">
              <a:defRPr sz="4275" b="1">
                <a:solidFill>
                  <a:srgbClr val="57962F"/>
                </a:solidFill>
                <a:latin typeface="Pretendard"/>
                <a:ea typeface="Pretendard"/>
                <a:cs typeface="Pretendard"/>
              </a:defRPr>
            </a:lvl7pPr>
            <a:lvl8pPr algn="l">
              <a:defRPr sz="4275" b="1">
                <a:solidFill>
                  <a:srgbClr val="57962F"/>
                </a:solidFill>
                <a:latin typeface="Pretendard"/>
                <a:ea typeface="Pretendard"/>
                <a:cs typeface="Pretendard"/>
              </a:defRPr>
            </a:lvl8pPr>
            <a:lvl9pPr algn="l">
              <a:defRPr sz="4275" b="1">
                <a:solidFill>
                  <a:srgbClr val="57962F"/>
                </a:solidFill>
                <a:latin typeface="Pretendard"/>
                <a:ea typeface="Pretendard"/>
                <a:cs typeface="Pretendard"/>
              </a:defRPr>
            </a:lvl9pPr>
          </a:lstStyle>
          <a:p xmlns:a="http://schemas.openxmlformats.org/drawingml/2006/main">
            <a:pPr algn="l">
              <a:defRPr sz="4275" b="1">
                <a:solidFill>
                  <a:srgbClr val="57962F"/>
                </a:solidFill>
                <a:latin typeface="Pretendard"/>
                <a:ea typeface="Pretendard"/>
                <a:cs typeface="Pretendard"/>
              </a:defRPr>
            </a:pPr>
            <a:r>
              <a:rPr sz="4275"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FF44C518-87B3-4EFF-A652-3DF91DFF0FBF}"/>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884AB53F-DC08-4E09-84D5-131F49FBFD0B}"/>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1">
                <a:solidFill>
                  <a:srgbClr val="000000"/>
                </a:solidFill>
                <a:latin typeface="Pretendard"/>
                <a:ea typeface="Pretendard"/>
                <a:cs typeface="Pretendard"/>
              </a:defRPr>
            </a:defPPr>
            <a:lvl1pPr algn="l">
              <a:defRPr sz="4275" b="1">
                <a:solidFill>
                  <a:srgbClr val="000000"/>
                </a:solidFill>
                <a:latin typeface="Pretendard"/>
                <a:ea typeface="Pretendard"/>
                <a:cs typeface="Pretendard"/>
              </a:defRPr>
            </a:lvl1pPr>
            <a:lvl2pPr algn="l">
              <a:defRPr sz="4275" b="1">
                <a:solidFill>
                  <a:srgbClr val="000000"/>
                </a:solidFill>
                <a:latin typeface="Pretendard"/>
                <a:ea typeface="Pretendard"/>
                <a:cs typeface="Pretendard"/>
              </a:defRPr>
            </a:lvl2pPr>
            <a:lvl3pPr algn="l">
              <a:defRPr sz="4275" b="1">
                <a:solidFill>
                  <a:srgbClr val="000000"/>
                </a:solidFill>
                <a:latin typeface="Pretendard"/>
                <a:ea typeface="Pretendard"/>
                <a:cs typeface="Pretendard"/>
              </a:defRPr>
            </a:lvl3pPr>
            <a:lvl4pPr algn="l">
              <a:defRPr sz="4275" b="1">
                <a:solidFill>
                  <a:srgbClr val="000000"/>
                </a:solidFill>
                <a:latin typeface="Pretendard"/>
                <a:ea typeface="Pretendard"/>
                <a:cs typeface="Pretendard"/>
              </a:defRPr>
            </a:lvl4pPr>
            <a:lvl5pPr algn="l">
              <a:defRPr sz="4275" b="1">
                <a:solidFill>
                  <a:srgbClr val="000000"/>
                </a:solidFill>
                <a:latin typeface="Pretendard"/>
                <a:ea typeface="Pretendard"/>
                <a:cs typeface="Pretendard"/>
              </a:defRPr>
            </a:lvl5pPr>
            <a:lvl6pPr algn="l">
              <a:defRPr sz="4275" b="1">
                <a:solidFill>
                  <a:srgbClr val="000000"/>
                </a:solidFill>
                <a:latin typeface="Pretendard"/>
                <a:ea typeface="Pretendard"/>
                <a:cs typeface="Pretendard"/>
              </a:defRPr>
            </a:lvl6pPr>
            <a:lvl7pPr algn="l">
              <a:defRPr sz="4275" b="1">
                <a:solidFill>
                  <a:srgbClr val="000000"/>
                </a:solidFill>
                <a:latin typeface="Pretendard"/>
                <a:ea typeface="Pretendard"/>
                <a:cs typeface="Pretendard"/>
              </a:defRPr>
            </a:lvl7pPr>
            <a:lvl8pPr algn="l">
              <a:defRPr sz="4275" b="1">
                <a:solidFill>
                  <a:srgbClr val="000000"/>
                </a:solidFill>
                <a:latin typeface="Pretendard"/>
                <a:ea typeface="Pretendard"/>
                <a:cs typeface="Pretendard"/>
              </a:defRPr>
            </a:lvl8pPr>
            <a:lvl9pPr algn="l">
              <a:defRPr sz="4275" b="1">
                <a:solidFill>
                  <a:srgbClr val="000000"/>
                </a:solidFill>
                <a:latin typeface="Pretendard"/>
                <a:ea typeface="Pretendard"/>
                <a:cs typeface="Pretendard"/>
              </a:defRPr>
            </a:lvl9pPr>
          </a:lstStyle>
          <a:p xmlns:a="http://schemas.openxmlformats.org/drawingml/2006/main">
            <a:pPr algn="l">
              <a:defRPr sz="4275" b="1">
                <a:solidFill>
                  <a:srgbClr val="000000"/>
                </a:solidFill>
                <a:latin typeface="Pretendard"/>
                <a:ea typeface="Pretendard"/>
                <a:cs typeface="Pretendard"/>
              </a:defRPr>
            </a:pPr>
            <a:r>
              <a:rPr sz="4275"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4487E68D-2B12-42EC-AF4F-23564C1C8A48}"/>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5EA69D4D-BA72-4998-A466-35AA476E5092}"/>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2561275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12DC012B-4D50-4814-9B7D-DE1A5BCCCD7B}"/>
              </a:ext>
            </a:extLst>
          </p:cNvPr>
          <p:cNvPicPr>
            <a:picLocks xmlns:a="http://schemas.openxmlformats.org/drawingml/2006/main" noChangeAspect="1"/>
          </p:cNvPicPr>
          <p:nvPr/>
        </p:nvPicPr>
        <p:blipFill>
          <a:blip xmlns:r="http://schemas.openxmlformats.org/officeDocument/2006/relationships" xmlns:a="http://schemas.openxmlformats.org/drawingml/2006/main" r:embed="R9f0084d58b2d46c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96BCB3C-D260-4177-B683-E35FA3A1B2D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7CE03BB-E36E-46DE-90E0-81E8226F63E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75ACAC6-A5D9-4F17-A863-87D78E72E1B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1E460CBF-08DA-43AE-A5C3-F7CD6CE3BFC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0FDB395B-5227-4C2D-8287-CA94D2131E81}"/>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0BB88BFF-9124-441D-97D2-F4BABEBDFB90}"/>
              </a:ext>
            </a:extLst>
          </p:cNvPr>
          <p:cNvPicPr>
            <a:picLocks xmlns:a="http://schemas.openxmlformats.org/drawingml/2006/main" noChangeAspect="1"/>
          </p:cNvPicPr>
          <p:nvPr/>
        </p:nvPicPr>
        <p:blipFill>
          <a:blip xmlns:r="http://schemas.openxmlformats.org/officeDocument/2006/relationships" xmlns:a="http://schemas.openxmlformats.org/drawingml/2006/main" r:embed="Rc214aff7e8b7468f"/>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CAFBD1D-0B71-4A3B-8D29-9E089052A9A0}"/>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9F362FC8-3B65-433F-B3D8-CAD188B85119}"/>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AE5E9727-F781-4C1D-A013-3458CD88B31E}"/>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AF675621-196E-44FC-8B84-722ABEA26131}"/>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65EB8F88-63F2-4CE4-987F-8CD80630E36E}"/>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245419"/>
                </a:solidFill>
                <a:latin typeface="Pretendard"/>
                <a:ea typeface="Pretendard"/>
                <a:cs typeface="Pretendard"/>
              </a:defRPr>
            </a:defPPr>
            <a:lvl1pPr algn="l">
              <a:defRPr sz="3300" b="1">
                <a:solidFill>
                  <a:srgbClr val="245419"/>
                </a:solidFill>
                <a:latin typeface="Pretendard"/>
                <a:ea typeface="Pretendard"/>
                <a:cs typeface="Pretendard"/>
              </a:defRPr>
            </a:lvl1pPr>
            <a:lvl2pPr algn="l">
              <a:defRPr sz="3300" b="1">
                <a:solidFill>
                  <a:srgbClr val="245419"/>
                </a:solidFill>
                <a:latin typeface="Pretendard"/>
                <a:ea typeface="Pretendard"/>
                <a:cs typeface="Pretendard"/>
              </a:defRPr>
            </a:lvl2pPr>
            <a:lvl3pPr algn="l">
              <a:defRPr sz="3300" b="1">
                <a:solidFill>
                  <a:srgbClr val="245419"/>
                </a:solidFill>
                <a:latin typeface="Pretendard"/>
                <a:ea typeface="Pretendard"/>
                <a:cs typeface="Pretendard"/>
              </a:defRPr>
            </a:lvl3pPr>
            <a:lvl4pPr algn="l">
              <a:defRPr sz="3300" b="1">
                <a:solidFill>
                  <a:srgbClr val="245419"/>
                </a:solidFill>
                <a:latin typeface="Pretendard"/>
                <a:ea typeface="Pretendard"/>
                <a:cs typeface="Pretendard"/>
              </a:defRPr>
            </a:lvl4pPr>
            <a:lvl5pPr algn="l">
              <a:defRPr sz="3300" b="1">
                <a:solidFill>
                  <a:srgbClr val="245419"/>
                </a:solidFill>
                <a:latin typeface="Pretendard"/>
                <a:ea typeface="Pretendard"/>
                <a:cs typeface="Pretendard"/>
              </a:defRPr>
            </a:lvl5pPr>
            <a:lvl6pPr algn="l">
              <a:defRPr sz="3300" b="1">
                <a:solidFill>
                  <a:srgbClr val="245419"/>
                </a:solidFill>
                <a:latin typeface="Pretendard"/>
                <a:ea typeface="Pretendard"/>
                <a:cs typeface="Pretendard"/>
              </a:defRPr>
            </a:lvl6pPr>
            <a:lvl7pPr algn="l">
              <a:defRPr sz="3300" b="1">
                <a:solidFill>
                  <a:srgbClr val="245419"/>
                </a:solidFill>
                <a:latin typeface="Pretendard"/>
                <a:ea typeface="Pretendard"/>
                <a:cs typeface="Pretendard"/>
              </a:defRPr>
            </a:lvl7pPr>
            <a:lvl8pPr algn="l">
              <a:defRPr sz="3300" b="1">
                <a:solidFill>
                  <a:srgbClr val="245419"/>
                </a:solidFill>
                <a:latin typeface="Pretendard"/>
                <a:ea typeface="Pretendard"/>
                <a:cs typeface="Pretendard"/>
              </a:defRPr>
            </a:lvl8pPr>
            <a:lvl9pPr algn="l">
              <a:defRPr sz="3300" b="1">
                <a:solidFill>
                  <a:srgbClr val="245419"/>
                </a:solidFill>
                <a:latin typeface="Pretendard"/>
                <a:ea typeface="Pretendard"/>
                <a:cs typeface="Pretendard"/>
              </a:defRPr>
            </a:lvl9pPr>
          </a:lstStyle>
          <a:p xmlns:a="http://schemas.openxmlformats.org/drawingml/2006/main">
            <a:pPr algn="l">
              <a:defRPr sz="3300" b="1">
                <a:solidFill>
                  <a:srgbClr val="245419"/>
                </a:solidFill>
                <a:latin typeface="Pretendard"/>
                <a:ea typeface="Pretendard"/>
                <a:cs typeface="Pretendard"/>
              </a:defRPr>
            </a:pPr>
            <a:r>
              <a:rPr sz="33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2B22B12C-B985-4B02-BB7A-C0CBB43BA84F}"/>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759937CF-E731-4C45-93E3-5D8785A913C6}"/>
              </a:ext>
            </a:extLst>
          </p:cNvPr>
          <p:cNvPicPr>
            <a:picLocks xmlns:a="http://schemas.openxmlformats.org/drawingml/2006/main" noChangeAspect="1"/>
          </p:cNvPicPr>
          <p:nvPr/>
        </p:nvPicPr>
        <p:blipFill>
          <a:blip xmlns:r="http://schemas.openxmlformats.org/officeDocument/2006/relationships" xmlns:a="http://schemas.openxmlformats.org/drawingml/2006/main" r:embed="Rc85926094a8a4541"/>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A5A6A90D-3997-4D05-97CC-3654698CFEF4}"/>
              </a:ext>
            </a:extLst>
          </p:cNvPr>
          <p:cNvPicPr>
            <a:picLocks xmlns:a="http://schemas.openxmlformats.org/drawingml/2006/main" noChangeAspect="1"/>
          </p:cNvPicPr>
          <p:nvPr/>
        </p:nvPicPr>
        <p:blipFill>
          <a:blip xmlns:r="http://schemas.openxmlformats.org/officeDocument/2006/relationships" xmlns:a="http://schemas.openxmlformats.org/drawingml/2006/main" r:embed="R1593bf424bc04703"/>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3FC9CD76-A458-4D23-9254-2A500A278954}"/>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16794FA-D06E-4693-B626-3D9B4181DAC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D25349FF-ED22-484A-BE16-481824B6F66A}"/>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DCCB20C9-8CF7-41BB-9132-C8E0BACE2E29}"/>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29752B75-BA5D-4584-910D-ADC46D8D9E7E}"/>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38F79B78-409E-4D2B-8EB4-E9774DCFF612}"/>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9ADD95A4-698B-4B75-B85A-C174150CABA2}"/>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E6828DED-9DEE-4297-B317-AE8C83B51B90}"/>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5048906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A757ED5-2831-4763-85E5-643C27B9FE85}"/>
              </a:ext>
            </a:extLst>
          </p:cNvPr>
          <p:cNvPicPr>
            <a:picLocks xmlns:a="http://schemas.openxmlformats.org/drawingml/2006/main" noChangeAspect="1"/>
          </p:cNvPicPr>
          <p:nvPr/>
        </p:nvPicPr>
        <p:blipFill>
          <a:blip xmlns:r="http://schemas.openxmlformats.org/officeDocument/2006/relationships" xmlns:a="http://schemas.openxmlformats.org/drawingml/2006/main" r:embed="Rf645ad3e6dc643c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BD959F-9B35-4583-96B9-DDF5BF87E3D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74A3DB-09D0-4A8A-852F-55C6FE7C4D7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E2613DF-255A-4D28-BCE4-2888D64BC7A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3255392D-C83E-4024-A7C9-D4D339AF330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A0D59A4A-2548-4540-9C72-B8D18F6BBB0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0ADAAE97-7DCE-4E4C-87D7-112A4FCEAB5D}"/>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8DC86129-E817-453D-BB47-B671DE477938}"/>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2EDC6BB9-F7FB-4625-9FC0-7A2C743DF535}"/>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E7D9D53B-3EBE-47A7-B573-517B9A332A22}"/>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39550A94-87C6-4034-886D-C01AC1F6F218}"/>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C400B6C6-C7BB-43F3-9E50-322A778B15FA}"/>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2B56393B-0A36-46A9-9BDE-38FB0BEF2438}"/>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6DA65093-7011-4CEC-8577-B14C16211590}"/>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67155E7B-D148-4DAD-BF0D-1410BAC855F1}"/>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CDC58592-B7EF-48BE-8FF8-B650EB1E509E}"/>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41B882BC-C88E-4AFE-8D40-52867DF9D883}"/>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4115794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2026-10-28T06:54:29.6750000Z</dcterms:created>
  <dcterms:modified xsi:type="dcterms:W3CDTF">2026-10-28T06:54:29.6750000Z</dcterms:modified>
</coreProperties>
</file>