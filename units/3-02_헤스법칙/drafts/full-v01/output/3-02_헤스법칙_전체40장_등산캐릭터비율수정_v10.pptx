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e1a2abf68045c9" /><Relationship Type="http://schemas.openxmlformats.org/officeDocument/2006/relationships/extended-properties" Target="/docProps/app.xml" Id="R5d32e94eaeb74645" /><Relationship Type="http://schemas.openxmlformats.org/officeDocument/2006/relationships/officeDocument" Target="/ppt/presentation.xml" Id="R196dbcc21fad405a" /></Relationships>
</file>

<file path=ppt/presentation.xml><?xml version="1.0" encoding="utf-8"?>
<p:presentation xmlns:p="http://schemas.openxmlformats.org/presentationml/2006/main">
  <p:sldMasterIdLst>
    <p:sldMasterId xmlns:r="http://schemas.openxmlformats.org/officeDocument/2006/relationships" id="2147483648" r:id="Rf6d0e6c34a754812"/>
  </p:sldMasterIdLst>
  <p:notesMasterIdLst>
    <p:notesMasterId xmlns:r="http://schemas.openxmlformats.org/officeDocument/2006/relationships" r:id="R7f52f7e8b40c4db0"/>
  </p:notesMasterIdLst>
  <p:sldIdLst>
    <p:sldId xmlns:r="http://schemas.openxmlformats.org/officeDocument/2006/relationships" id="256" r:id="Rb3cb4253cc034e39"/>
    <p:sldId xmlns:r="http://schemas.openxmlformats.org/officeDocument/2006/relationships" id="257" r:id="R69ff5147d7214e0c"/>
    <p:sldId xmlns:r="http://schemas.openxmlformats.org/officeDocument/2006/relationships" id="258" r:id="R78376f7e4257448b"/>
    <p:sldId xmlns:r="http://schemas.openxmlformats.org/officeDocument/2006/relationships" id="259" r:id="Rac16e8e4b1cc4fed"/>
    <p:sldId xmlns:r="http://schemas.openxmlformats.org/officeDocument/2006/relationships" id="260" r:id="R2a2320f6f6e74690"/>
    <p:sldId xmlns:r="http://schemas.openxmlformats.org/officeDocument/2006/relationships" id="261" r:id="Rbb773a1aeb1e45b0"/>
    <p:sldId xmlns:r="http://schemas.openxmlformats.org/officeDocument/2006/relationships" id="262" r:id="R5c731fa16ef14a68"/>
    <p:sldId xmlns:r="http://schemas.openxmlformats.org/officeDocument/2006/relationships" id="263" r:id="R931fb2cde2aa4741"/>
    <p:sldId xmlns:r="http://schemas.openxmlformats.org/officeDocument/2006/relationships" id="264" r:id="R159ef9b380114867"/>
    <p:sldId xmlns:r="http://schemas.openxmlformats.org/officeDocument/2006/relationships" id="265" r:id="R45f1b1fba5ff402c"/>
    <p:sldId xmlns:r="http://schemas.openxmlformats.org/officeDocument/2006/relationships" id="266" r:id="Rc5cc2b21d02d4b6e"/>
    <p:sldId xmlns:r="http://schemas.openxmlformats.org/officeDocument/2006/relationships" id="267" r:id="R4868e2bdbcd44780"/>
    <p:sldId xmlns:r="http://schemas.openxmlformats.org/officeDocument/2006/relationships" id="268" r:id="Rc3c825bd43d84262"/>
    <p:sldId xmlns:r="http://schemas.openxmlformats.org/officeDocument/2006/relationships" id="269" r:id="R0f429c45958e4671"/>
    <p:sldId xmlns:r="http://schemas.openxmlformats.org/officeDocument/2006/relationships" id="270" r:id="R3d8952a58b3e4a29"/>
    <p:sldId xmlns:r="http://schemas.openxmlformats.org/officeDocument/2006/relationships" id="271" r:id="R0c3c8b50a8c54b3e"/>
    <p:sldId xmlns:r="http://schemas.openxmlformats.org/officeDocument/2006/relationships" id="272" r:id="R206119dd02354c91"/>
    <p:sldId xmlns:r="http://schemas.openxmlformats.org/officeDocument/2006/relationships" id="273" r:id="R6786cab0f5d0422f"/>
    <p:sldId xmlns:r="http://schemas.openxmlformats.org/officeDocument/2006/relationships" id="274" r:id="R4e67996c279542d8"/>
    <p:sldId xmlns:r="http://schemas.openxmlformats.org/officeDocument/2006/relationships" id="275" r:id="R48b5fd668ce64ddb"/>
    <p:sldId xmlns:r="http://schemas.openxmlformats.org/officeDocument/2006/relationships" id="276" r:id="R5ee5cac925d64e0e"/>
    <p:sldId xmlns:r="http://schemas.openxmlformats.org/officeDocument/2006/relationships" id="277" r:id="R45473977c3ce428c"/>
    <p:sldId xmlns:r="http://schemas.openxmlformats.org/officeDocument/2006/relationships" id="278" r:id="Re3c2f81e7a95458b"/>
    <p:sldId xmlns:r="http://schemas.openxmlformats.org/officeDocument/2006/relationships" id="279" r:id="R39744e0db9b24cdd"/>
    <p:sldId xmlns:r="http://schemas.openxmlformats.org/officeDocument/2006/relationships" id="280" r:id="R8ab00749a62c4f34"/>
    <p:sldId xmlns:r="http://schemas.openxmlformats.org/officeDocument/2006/relationships" id="281" r:id="R40385620de1045af"/>
    <p:sldId xmlns:r="http://schemas.openxmlformats.org/officeDocument/2006/relationships" id="282" r:id="R5eed8cf4da324d0f"/>
    <p:sldId xmlns:r="http://schemas.openxmlformats.org/officeDocument/2006/relationships" id="283" r:id="Rba8e43128b2d4cf8"/>
    <p:sldId xmlns:r="http://schemas.openxmlformats.org/officeDocument/2006/relationships" id="284" r:id="R62d28684889a4be5"/>
    <p:sldId xmlns:r="http://schemas.openxmlformats.org/officeDocument/2006/relationships" id="285" r:id="R4266234b2d944e3f"/>
    <p:sldId xmlns:r="http://schemas.openxmlformats.org/officeDocument/2006/relationships" id="286" r:id="Rf42cf74776834122"/>
    <p:sldId xmlns:r="http://schemas.openxmlformats.org/officeDocument/2006/relationships" id="287" r:id="Rbfd645514f5b4eeb"/>
    <p:sldId xmlns:r="http://schemas.openxmlformats.org/officeDocument/2006/relationships" id="288" r:id="Rf9d452b139a74d18"/>
    <p:sldId xmlns:r="http://schemas.openxmlformats.org/officeDocument/2006/relationships" id="289" r:id="Rf6348f35faa342ef"/>
    <p:sldId xmlns:r="http://schemas.openxmlformats.org/officeDocument/2006/relationships" id="290" r:id="Rff6cc06c89f743f1"/>
    <p:sldId xmlns:r="http://schemas.openxmlformats.org/officeDocument/2006/relationships" id="291" r:id="Rea9d73ee10e64825"/>
    <p:sldId xmlns:r="http://schemas.openxmlformats.org/officeDocument/2006/relationships" id="292" r:id="R7ced9a0486a4486f"/>
    <p:sldId xmlns:r="http://schemas.openxmlformats.org/officeDocument/2006/relationships" id="293" r:id="R547fdf57782f4639"/>
    <p:sldId xmlns:r="http://schemas.openxmlformats.org/officeDocument/2006/relationships" id="294" r:id="Re0ec43dce05d41b0"/>
    <p:sldId xmlns:r="http://schemas.openxmlformats.org/officeDocument/2006/relationships" id="295" r:id="Rc2126ccfa9294b7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c9dc29c8594265" /><Relationship Type="http://schemas.openxmlformats.org/officeDocument/2006/relationships/slideMaster" Target="/ppt/slideMasters/slideMaster1.xml" Id="Rf6d0e6c34a754812" /><Relationship Type="http://schemas.openxmlformats.org/officeDocument/2006/relationships/notesMaster" Target="/ppt/notesMasters/notesMaster1.xml" Id="R7f52f7e8b40c4db0" /><Relationship Type="http://schemas.openxmlformats.org/officeDocument/2006/relationships/presProps" Target="/ppt/presProps.xml" Id="R333456e3903b48a6" /><Relationship Type="http://schemas.openxmlformats.org/officeDocument/2006/relationships/tableStyles" Target="/ppt/tableStyles.xml" Id="R137b7a843519493d" /><Relationship Type="http://schemas.openxmlformats.org/officeDocument/2006/relationships/slide" Target="/ppt/slides/slide1.xml" Id="Rb3cb4253cc034e39" /><Relationship Type="http://schemas.openxmlformats.org/officeDocument/2006/relationships/slide" Target="/ppt/slides/slide2.xml" Id="R69ff5147d7214e0c" /><Relationship Type="http://schemas.openxmlformats.org/officeDocument/2006/relationships/slide" Target="/ppt/slides/slide3.xml" Id="R78376f7e4257448b" /><Relationship Type="http://schemas.openxmlformats.org/officeDocument/2006/relationships/slide" Target="/ppt/slides/slide4.xml" Id="Rac16e8e4b1cc4fed" /><Relationship Type="http://schemas.openxmlformats.org/officeDocument/2006/relationships/slide" Target="/ppt/slides/slide5.xml" Id="R2a2320f6f6e74690" /><Relationship Type="http://schemas.openxmlformats.org/officeDocument/2006/relationships/slide" Target="/ppt/slides/slide6.xml" Id="Rbb773a1aeb1e45b0" /><Relationship Type="http://schemas.openxmlformats.org/officeDocument/2006/relationships/slide" Target="/ppt/slides/slide7.xml" Id="R5c731fa16ef14a68" /><Relationship Type="http://schemas.openxmlformats.org/officeDocument/2006/relationships/slide" Target="/ppt/slides/slide8.xml" Id="R931fb2cde2aa4741" /><Relationship Type="http://schemas.openxmlformats.org/officeDocument/2006/relationships/slide" Target="/ppt/slides/slide9.xml" Id="R159ef9b380114867" /><Relationship Type="http://schemas.openxmlformats.org/officeDocument/2006/relationships/slide" Target="/ppt/slides/slide10.xml" Id="R45f1b1fba5ff402c" /><Relationship Type="http://schemas.openxmlformats.org/officeDocument/2006/relationships/slide" Target="/ppt/slides/slide11.xml" Id="Rc5cc2b21d02d4b6e" /><Relationship Type="http://schemas.openxmlformats.org/officeDocument/2006/relationships/slide" Target="/ppt/slides/slide12.xml" Id="R4868e2bdbcd44780" /><Relationship Type="http://schemas.openxmlformats.org/officeDocument/2006/relationships/slide" Target="/ppt/slides/slide13.xml" Id="Rc3c825bd43d84262" /><Relationship Type="http://schemas.openxmlformats.org/officeDocument/2006/relationships/slide" Target="/ppt/slides/slide14.xml" Id="R0f429c45958e4671" /><Relationship Type="http://schemas.openxmlformats.org/officeDocument/2006/relationships/slide" Target="/ppt/slides/slide15.xml" Id="R3d8952a58b3e4a29" /><Relationship Type="http://schemas.openxmlformats.org/officeDocument/2006/relationships/slide" Target="/ppt/slides/slide16.xml" Id="R0c3c8b50a8c54b3e" /><Relationship Type="http://schemas.openxmlformats.org/officeDocument/2006/relationships/slide" Target="/ppt/slides/slide17.xml" Id="R206119dd02354c91" /><Relationship Type="http://schemas.openxmlformats.org/officeDocument/2006/relationships/slide" Target="/ppt/slides/slide18.xml" Id="R6786cab0f5d0422f" /><Relationship Type="http://schemas.openxmlformats.org/officeDocument/2006/relationships/slide" Target="/ppt/slides/slide19.xml" Id="R4e67996c279542d8" /><Relationship Type="http://schemas.openxmlformats.org/officeDocument/2006/relationships/slide" Target="/ppt/slides/slide20.xml" Id="R48b5fd668ce64ddb" /><Relationship Type="http://schemas.openxmlformats.org/officeDocument/2006/relationships/slide" Target="/ppt/slides/slide21.xml" Id="R5ee5cac925d64e0e" /><Relationship Type="http://schemas.openxmlformats.org/officeDocument/2006/relationships/slide" Target="/ppt/slides/slide22.xml" Id="R45473977c3ce428c" /><Relationship Type="http://schemas.openxmlformats.org/officeDocument/2006/relationships/slide" Target="/ppt/slides/slide23.xml" Id="Re3c2f81e7a95458b" /><Relationship Type="http://schemas.openxmlformats.org/officeDocument/2006/relationships/slide" Target="/ppt/slides/slide24.xml" Id="R39744e0db9b24cdd" /><Relationship Type="http://schemas.openxmlformats.org/officeDocument/2006/relationships/slide" Target="/ppt/slides/slide25.xml" Id="R8ab00749a62c4f34" /><Relationship Type="http://schemas.openxmlformats.org/officeDocument/2006/relationships/slide" Target="/ppt/slides/slide26.xml" Id="R40385620de1045af" /><Relationship Type="http://schemas.openxmlformats.org/officeDocument/2006/relationships/slide" Target="/ppt/slides/slide27.xml" Id="R5eed8cf4da324d0f" /><Relationship Type="http://schemas.openxmlformats.org/officeDocument/2006/relationships/slide" Target="/ppt/slides/slide28.xml" Id="Rba8e43128b2d4cf8" /><Relationship Type="http://schemas.openxmlformats.org/officeDocument/2006/relationships/slide" Target="/ppt/slides/slide29.xml" Id="R62d28684889a4be5" /><Relationship Type="http://schemas.openxmlformats.org/officeDocument/2006/relationships/slide" Target="/ppt/slides/slide30.xml" Id="R4266234b2d944e3f" /><Relationship Type="http://schemas.openxmlformats.org/officeDocument/2006/relationships/slide" Target="/ppt/slides/slide31.xml" Id="Rf42cf74776834122" /><Relationship Type="http://schemas.openxmlformats.org/officeDocument/2006/relationships/slide" Target="/ppt/slides/slide32.xml" Id="Rbfd645514f5b4eeb" /><Relationship Type="http://schemas.openxmlformats.org/officeDocument/2006/relationships/slide" Target="/ppt/slides/slide33.xml" Id="Rf9d452b139a74d18" /><Relationship Type="http://schemas.openxmlformats.org/officeDocument/2006/relationships/slide" Target="/ppt/slides/slide34.xml" Id="Rf6348f35faa342ef" /><Relationship Type="http://schemas.openxmlformats.org/officeDocument/2006/relationships/slide" Target="/ppt/slides/slide35.xml" Id="Rff6cc06c89f743f1" /><Relationship Type="http://schemas.openxmlformats.org/officeDocument/2006/relationships/slide" Target="/ppt/slides/slide36.xml" Id="Rea9d73ee10e64825" /><Relationship Type="http://schemas.openxmlformats.org/officeDocument/2006/relationships/slide" Target="/ppt/slides/slide37.xml" Id="R7ced9a0486a4486f" /><Relationship Type="http://schemas.openxmlformats.org/officeDocument/2006/relationships/slide" Target="/ppt/slides/slide38.xml" Id="R547fdf57782f4639" /><Relationship Type="http://schemas.openxmlformats.org/officeDocument/2006/relationships/slide" Target="/ppt/slides/slide39.xml" Id="Re0ec43dce05d41b0" /><Relationship Type="http://schemas.openxmlformats.org/officeDocument/2006/relationships/slide" Target="/ppt/slides/slide40.xml" Id="Rc2126ccfa9294b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e75760894e4a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d482fffd744147" /><Relationship Type="http://schemas.openxmlformats.org/officeDocument/2006/relationships/notesMaster" Target="/ppt/notesMasters/notesMaster1.xml" Id="Rce981fa5006545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7492901b7e4e92" /><Relationship Type="http://schemas.openxmlformats.org/officeDocument/2006/relationships/notesMaster" Target="/ppt/notesMasters/notesMaster1.xml" Id="R56598806c40f4d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6242e626bb401a" /><Relationship Type="http://schemas.openxmlformats.org/officeDocument/2006/relationships/notesMaster" Target="/ppt/notesMasters/notesMaster1.xml" Id="R351bd93fcbbd49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07b2b6babb46e4" /><Relationship Type="http://schemas.openxmlformats.org/officeDocument/2006/relationships/notesMaster" Target="/ppt/notesMasters/notesMaster1.xml" Id="R5917736519b648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0ec6c0d2294159" /><Relationship Type="http://schemas.openxmlformats.org/officeDocument/2006/relationships/notesMaster" Target="/ppt/notesMasters/notesMaster1.xml" Id="R6f971a52fd9440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7f3fec8e1845ea" /><Relationship Type="http://schemas.openxmlformats.org/officeDocument/2006/relationships/notesMaster" Target="/ppt/notesMasters/notesMaster1.xml" Id="R4809848bcc0649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29082f266a4d5c" /><Relationship Type="http://schemas.openxmlformats.org/officeDocument/2006/relationships/notesMaster" Target="/ppt/notesMasters/notesMaster1.xml" Id="Rc8580596fbe147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bba0aab5594103" /><Relationship Type="http://schemas.openxmlformats.org/officeDocument/2006/relationships/notesMaster" Target="/ppt/notesMasters/notesMaster1.xml" Id="Ra60288d582e342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1c55d2fa274194" /><Relationship Type="http://schemas.openxmlformats.org/officeDocument/2006/relationships/notesMaster" Target="/ppt/notesMasters/notesMaster1.xml" Id="Re586417d2bf249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e59771b3594145" /><Relationship Type="http://schemas.openxmlformats.org/officeDocument/2006/relationships/notesMaster" Target="/ppt/notesMasters/notesMaster1.xml" Id="R286b01a5003c4d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8ed1e6ba8b4d57" /><Relationship Type="http://schemas.openxmlformats.org/officeDocument/2006/relationships/notesMaster" Target="/ppt/notesMasters/notesMaster1.xml" Id="R0637a960d2304d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1729afe1da49d0" /><Relationship Type="http://schemas.openxmlformats.org/officeDocument/2006/relationships/notesMaster" Target="/ppt/notesMasters/notesMaster1.xml" Id="R8deb26e6ed1b4e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8d959637fc41c9" /><Relationship Type="http://schemas.openxmlformats.org/officeDocument/2006/relationships/notesMaster" Target="/ppt/notesMasters/notesMaster1.xml" Id="R2ca027df49bf41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8cec8fc61f47a8" /><Relationship Type="http://schemas.openxmlformats.org/officeDocument/2006/relationships/notesMaster" Target="/ppt/notesMasters/notesMaster1.xml" Id="R041461d43153443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6f312dc2184c2b" /><Relationship Type="http://schemas.openxmlformats.org/officeDocument/2006/relationships/notesMaster" Target="/ppt/notesMasters/notesMaster1.xml" Id="R0c4886d190b446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7c6f5635404f0f" /><Relationship Type="http://schemas.openxmlformats.org/officeDocument/2006/relationships/notesMaster" Target="/ppt/notesMasters/notesMaster1.xml" Id="Rb3d5c9c1d04a4e1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912c337e4df4a0e" /><Relationship Type="http://schemas.openxmlformats.org/officeDocument/2006/relationships/notesMaster" Target="/ppt/notesMasters/notesMaster1.xml" Id="R885bc6142a5c4e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25a026b1ca4b3b" /><Relationship Type="http://schemas.openxmlformats.org/officeDocument/2006/relationships/notesMaster" Target="/ppt/notesMasters/notesMaster1.xml" Id="Rd17941dd0f4845f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6ed215def5545ad" /><Relationship Type="http://schemas.openxmlformats.org/officeDocument/2006/relationships/notesMaster" Target="/ppt/notesMasters/notesMaster1.xml" Id="R026e3fb6fda345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6c9a761d42a456f" /><Relationship Type="http://schemas.openxmlformats.org/officeDocument/2006/relationships/notesMaster" Target="/ppt/notesMasters/notesMaster1.xml" Id="R27f2daca743640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d41b25bd0f74ae0" /><Relationship Type="http://schemas.openxmlformats.org/officeDocument/2006/relationships/notesMaster" Target="/ppt/notesMasters/notesMaster1.xml" Id="Rb7871cadcac14a5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4d4e314345440c" /><Relationship Type="http://schemas.openxmlformats.org/officeDocument/2006/relationships/notesMaster" Target="/ppt/notesMasters/notesMaster1.xml" Id="R6273fc04506d4d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8a97e9432c40f9" /><Relationship Type="http://schemas.openxmlformats.org/officeDocument/2006/relationships/notesMaster" Target="/ppt/notesMasters/notesMaster1.xml" Id="R1c6f8a437624466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407602a5144c49" /><Relationship Type="http://schemas.openxmlformats.org/officeDocument/2006/relationships/notesMaster" Target="/ppt/notesMasters/notesMaster1.xml" Id="Rae4fc54e611a4eb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208f0934ea943e6" /><Relationship Type="http://schemas.openxmlformats.org/officeDocument/2006/relationships/notesMaster" Target="/ppt/notesMasters/notesMaster1.xml" Id="Rfa6916bf751e4fc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9749d5ac1154ad7" /><Relationship Type="http://schemas.openxmlformats.org/officeDocument/2006/relationships/notesMaster" Target="/ppt/notesMasters/notesMaster1.xml" Id="Rf42b9c7ca13e4a3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219fc0a68c44799" /><Relationship Type="http://schemas.openxmlformats.org/officeDocument/2006/relationships/notesMaster" Target="/ppt/notesMasters/notesMaster1.xml" Id="R61765801b28f4db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211933e09cf47e9" /><Relationship Type="http://schemas.openxmlformats.org/officeDocument/2006/relationships/notesMaster" Target="/ppt/notesMasters/notesMaster1.xml" Id="R1ce43f5ca0cf44d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6de267a243f43c5" /><Relationship Type="http://schemas.openxmlformats.org/officeDocument/2006/relationships/notesMaster" Target="/ppt/notesMasters/notesMaster1.xml" Id="Rf618de288ff044e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e59581849c54587" /><Relationship Type="http://schemas.openxmlformats.org/officeDocument/2006/relationships/notesMaster" Target="/ppt/notesMasters/notesMaster1.xml" Id="Ra0a853fde5964cf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3bf45deeabc4dd2" /><Relationship Type="http://schemas.openxmlformats.org/officeDocument/2006/relationships/notesMaster" Target="/ppt/notesMasters/notesMaster1.xml" Id="R34af005354cc4a2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c6cc2dbbe3342c8" /><Relationship Type="http://schemas.openxmlformats.org/officeDocument/2006/relationships/notesMaster" Target="/ppt/notesMasters/notesMaster1.xml" Id="R7b44d18c1bb3481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7ddacc413e44b48" /><Relationship Type="http://schemas.openxmlformats.org/officeDocument/2006/relationships/notesMaster" Target="/ppt/notesMasters/notesMaster1.xml" Id="R7f3ae48a98cb43f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6908a101fb74be7" /><Relationship Type="http://schemas.openxmlformats.org/officeDocument/2006/relationships/notesMaster" Target="/ppt/notesMasters/notesMaster1.xml" Id="R295ef4a2810c4f6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c394933043d4a05" /><Relationship Type="http://schemas.openxmlformats.org/officeDocument/2006/relationships/notesMaster" Target="/ppt/notesMasters/notesMaster1.xml" Id="R7962638f39854ec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1097d318ae446f0" /><Relationship Type="http://schemas.openxmlformats.org/officeDocument/2006/relationships/notesMaster" Target="/ppt/notesMasters/notesMaster1.xml" Id="R61dc8cfd508c4a4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839708b2ef14f1b" /><Relationship Type="http://schemas.openxmlformats.org/officeDocument/2006/relationships/notesMaster" Target="/ppt/notesMasters/notesMaster1.xml" Id="R25e0707113fb4c2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b27c236844e42ab" /><Relationship Type="http://schemas.openxmlformats.org/officeDocument/2006/relationships/notesMaster" Target="/ppt/notesMasters/notesMaster1.xml" Id="Rd1e44b1acc8941b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c0790fdadab44d1" /><Relationship Type="http://schemas.openxmlformats.org/officeDocument/2006/relationships/notesMaster" Target="/ppt/notesMasters/notesMaster1.xml" Id="R2d99eceb32b94d9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88ab2ea9cb74181" /><Relationship Type="http://schemas.openxmlformats.org/officeDocument/2006/relationships/notesMaster" Target="/ppt/notesMasters/notesMaster1.xml" Id="Recf9e3239cdc41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07122f4d304e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d6cbce520c47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326cea97544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a808b0aaf849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fe810e522e4b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39ee2089f3243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904CF7-4A35-48F5-B1DE-00F53569D55A}"/>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239C1F-2077-4941-8863-80A1BFCE01A5}"/>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5233EF-689A-49EB-A5B2-1A1EF00FC75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0E2A8E-A37F-43CB-9DDD-796E8704E62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28A818F-2D92-4700-80A8-37815D8D7F4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BF2725-702E-4095-97DE-AC2084CD611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962E27-EDA7-4B0B-896B-34DCAE2AD27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048F203-F1A0-4B08-9DCC-C2B415A5552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BC889B-68A0-4143-A223-D7BF67AB708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E3EA57-98A9-4574-9B34-1A5C31DE3C8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099716b8b24eda" /><Relationship Type="http://schemas.openxmlformats.org/officeDocument/2006/relationships/slideLayout" Target="/ppt/slideLayouts/slideLayout1.xml" Id="R298349aeca914074" /><Relationship Type="http://schemas.openxmlformats.org/officeDocument/2006/relationships/slideLayout" Target="/ppt/slideLayouts/slideLayout2.xml" Id="R2da9c8b465444976" /><Relationship Type="http://schemas.openxmlformats.org/officeDocument/2006/relationships/slideLayout" Target="/ppt/slideLayouts/slideLayout3.xml" Id="Rb7ee1dcb18144b01" /><Relationship Type="http://schemas.openxmlformats.org/officeDocument/2006/relationships/slideLayout" Target="/ppt/slideLayouts/slideLayout4.xml" Id="Rdf87e9bb15b642b4" /><Relationship Type="http://schemas.openxmlformats.org/officeDocument/2006/relationships/slideLayout" Target="/ppt/slideLayouts/slideLayout5.xml" Id="R2a73991571ce4acb" /><Relationship Type="http://schemas.openxmlformats.org/officeDocument/2006/relationships/slideLayout" Target="/ppt/slideLayouts/slideLayout6.xml" Id="Rca05581c47b847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8349aeca914074"/>
    <p:sldLayoutId xmlns:r="http://schemas.openxmlformats.org/officeDocument/2006/relationships" id="2147483650" r:id="R2da9c8b465444976"/>
    <p:sldLayoutId xmlns:r="http://schemas.openxmlformats.org/officeDocument/2006/relationships" id="2147483651" r:id="Rb7ee1dcb18144b01"/>
    <p:sldLayoutId xmlns:r="http://schemas.openxmlformats.org/officeDocument/2006/relationships" id="2147483652" r:id="Rdf87e9bb15b642b4"/>
    <p:sldLayoutId xmlns:r="http://schemas.openxmlformats.org/officeDocument/2006/relationships" id="2147483653" r:id="R2a73991571ce4acb"/>
    <p:sldLayoutId xmlns:r="http://schemas.openxmlformats.org/officeDocument/2006/relationships" id="2147483654" r:id="Rca05581c47b847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9e8d5140ea4b14" /><Relationship Type="http://schemas.openxmlformats.org/officeDocument/2006/relationships/image" Target="/ppt/media/image.png" Id="R2e1516b2f97e4bb5" /><Relationship Type="http://schemas.openxmlformats.org/officeDocument/2006/relationships/image" Target="/ppt/media/image2.png" Id="Ra0024100476f4d61" /><Relationship Type="http://schemas.openxmlformats.org/officeDocument/2006/relationships/notesSlide" Target="/ppt/notesSlides/notesSlide1.xml" Id="Ra28580828a0347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f25b31351f45eb" /><Relationship Type="http://schemas.openxmlformats.org/officeDocument/2006/relationships/image" Target="/ppt/media/image3.png" Id="R92ef6417a51b4ed8" /><Relationship Type="http://schemas.openxmlformats.org/officeDocument/2006/relationships/image" Target="/ppt/media/image4.png" Id="Rb059b0a3b0934b25" /><Relationship Type="http://schemas.openxmlformats.org/officeDocument/2006/relationships/notesSlide" Target="/ppt/notesSlides/notesSlide2.xml" Id="R8803dfcd94cd4d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70480612f9418b" /><Relationship Type="http://schemas.openxmlformats.org/officeDocument/2006/relationships/image" Target="/ppt/media/image5.png" Id="R4399dbf7c4ab4324" /><Relationship Type="http://schemas.openxmlformats.org/officeDocument/2006/relationships/notesSlide" Target="/ppt/notesSlides/notesSlide3.xml" Id="R5a8c462e00a04f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f7f02a5b6fa4eb6" /><Relationship Type="http://schemas.openxmlformats.org/officeDocument/2006/relationships/image" Target="/ppt/media/image6.png" Id="R0e13759a315e43c2" /><Relationship Type="http://schemas.openxmlformats.org/officeDocument/2006/relationships/image" Target="/ppt/media/image7.png" Id="Rdee76743e3e546ec" /><Relationship Type="http://schemas.openxmlformats.org/officeDocument/2006/relationships/notesSlide" Target="/ppt/notesSlides/notesSlide4.xml" Id="R4ffc2512a8094b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5bc0f4decb41a6" /><Relationship Type="http://schemas.openxmlformats.org/officeDocument/2006/relationships/image" Target="/ppt/media/image8.png" Id="R25af8857bf434cb3" /><Relationship Type="http://schemas.openxmlformats.org/officeDocument/2006/relationships/notesSlide" Target="/ppt/notesSlides/notesSlide5.xml" Id="R09e7d381cab745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949dc1377624cdd" /><Relationship Type="http://schemas.openxmlformats.org/officeDocument/2006/relationships/image" Target="/ppt/media/image9.png" Id="Rd3e7e87058a7459b" /><Relationship Type="http://schemas.openxmlformats.org/officeDocument/2006/relationships/notesSlide" Target="/ppt/notesSlides/notesSlide6.xml" Id="R387e23a4591b4d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ebeb6b024124c81" /><Relationship Type="http://schemas.openxmlformats.org/officeDocument/2006/relationships/image" Target="/ppt/media/image10.png" Id="R3d68f11a4d554247" /><Relationship Type="http://schemas.openxmlformats.org/officeDocument/2006/relationships/notesSlide" Target="/ppt/notesSlides/notesSlide7.xml" Id="R5650cf2051ab47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9e3c5baf214c4d" /><Relationship Type="http://schemas.openxmlformats.org/officeDocument/2006/relationships/image" Target="/ppt/media/image11.png" Id="Rc2a61ce64d514259" /><Relationship Type="http://schemas.openxmlformats.org/officeDocument/2006/relationships/image" Target="/ppt/media/image12.png" Id="Reac0b90968f34e71" /><Relationship Type="http://schemas.openxmlformats.org/officeDocument/2006/relationships/notesSlide" Target="/ppt/notesSlides/notesSlide8.xml" Id="R396bac9c29714d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8181fd7bf44140" /><Relationship Type="http://schemas.openxmlformats.org/officeDocument/2006/relationships/image" Target="/ppt/media/image13.png" Id="R22a1f5d19f6f4aff" /><Relationship Type="http://schemas.openxmlformats.org/officeDocument/2006/relationships/image" Target="/ppt/media/image14.png" Id="R377dc6f524eb456b" /><Relationship Type="http://schemas.openxmlformats.org/officeDocument/2006/relationships/image" Target="/ppt/media/image15.png" Id="R1b7d203e27184502" /><Relationship Type="http://schemas.openxmlformats.org/officeDocument/2006/relationships/image" Target="/ppt/media/image16.png" Id="Rf7b357070bf04d24" /><Relationship Type="http://schemas.openxmlformats.org/officeDocument/2006/relationships/notesSlide" Target="/ppt/notesSlides/notesSlide9.xml" Id="R65ebd699ea6847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f809e88ce36434b" /><Relationship Type="http://schemas.openxmlformats.org/officeDocument/2006/relationships/image" Target="/ppt/media/image17.png" Id="R061c8a2f418d450b" /><Relationship Type="http://schemas.openxmlformats.org/officeDocument/2006/relationships/image" Target="/ppt/media/image18.png" Id="Raebc1973d9a846f1" /><Relationship Type="http://schemas.openxmlformats.org/officeDocument/2006/relationships/image" Target="/ppt/media/image19.png" Id="Rbc14cdd7627f44b5" /><Relationship Type="http://schemas.openxmlformats.org/officeDocument/2006/relationships/notesSlide" Target="/ppt/notesSlides/notesSlide10.xml" Id="Rc556d8d6b0294b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1536c3f85c44acf" /><Relationship Type="http://schemas.openxmlformats.org/officeDocument/2006/relationships/image" Target="/ppt/media/image20.png" Id="Rd618681c17d74203" /><Relationship Type="http://schemas.openxmlformats.org/officeDocument/2006/relationships/image" Target="/ppt/media/image21.png" Id="R9eb6fc4918704244" /><Relationship Type="http://schemas.openxmlformats.org/officeDocument/2006/relationships/image" Target="/ppt/media/image22.png" Id="Ra2d496cc24064554" /><Relationship Type="http://schemas.openxmlformats.org/officeDocument/2006/relationships/notesSlide" Target="/ppt/notesSlides/notesSlide11.xml" Id="R35fa1914877c48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9c715bbfbc64644" /><Relationship Type="http://schemas.openxmlformats.org/officeDocument/2006/relationships/image" Target="/ppt/media/image23.png" Id="R6cbdcf0f42b843f6" /><Relationship Type="http://schemas.openxmlformats.org/officeDocument/2006/relationships/notesSlide" Target="/ppt/notesSlides/notesSlide12.xml" Id="R43a5adf40c7545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e145e41ac04fea" /><Relationship Type="http://schemas.openxmlformats.org/officeDocument/2006/relationships/image" Target="/ppt/media/image24.png" Id="R063166318c9a4848" /><Relationship Type="http://schemas.openxmlformats.org/officeDocument/2006/relationships/notesSlide" Target="/ppt/notesSlides/notesSlide13.xml" Id="Rdb8304ad7de84c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16f41857a90459e" /><Relationship Type="http://schemas.openxmlformats.org/officeDocument/2006/relationships/image" Target="/ppt/media/image25.png" Id="R9fcfc650e2fe4d63" /><Relationship Type="http://schemas.openxmlformats.org/officeDocument/2006/relationships/notesSlide" Target="/ppt/notesSlides/notesSlide14.xml" Id="Rd2e7b479edb945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056d22184d9482f" /><Relationship Type="http://schemas.openxmlformats.org/officeDocument/2006/relationships/image" Target="/ppt/media/image26.png" Id="R4a9932f410584f95" /><Relationship Type="http://schemas.openxmlformats.org/officeDocument/2006/relationships/image" Target="/ppt/media/image27.png" Id="R3bb43df714df431f" /><Relationship Type="http://schemas.openxmlformats.org/officeDocument/2006/relationships/image" Target="/ppt/media/image28.png" Id="Rf34bca7b9c944689" /><Relationship Type="http://schemas.openxmlformats.org/officeDocument/2006/relationships/image" Target="/ppt/media/image29.png" Id="Ra0638aa23375484f" /><Relationship Type="http://schemas.openxmlformats.org/officeDocument/2006/relationships/notesSlide" Target="/ppt/notesSlides/notesSlide15.xml" Id="Rf28f97118e3745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36f70ac00664780" /><Relationship Type="http://schemas.openxmlformats.org/officeDocument/2006/relationships/image" Target="/ppt/media/image30.png" Id="Rc1869a8fc8b3443e" /><Relationship Type="http://schemas.openxmlformats.org/officeDocument/2006/relationships/image" Target="/ppt/media/image31.png" Id="R2797f3f5a9e543d4" /><Relationship Type="http://schemas.openxmlformats.org/officeDocument/2006/relationships/notesSlide" Target="/ppt/notesSlides/notesSlide16.xml" Id="R8863934ca32647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1f338d77fc84ce7" /><Relationship Type="http://schemas.openxmlformats.org/officeDocument/2006/relationships/image" Target="/ppt/media/image32.png" Id="R788d5dc0a7e346c1" /><Relationship Type="http://schemas.openxmlformats.org/officeDocument/2006/relationships/image" Target="/ppt/media/image33.png" Id="Rf0dfaaa2f6e24ce8" /><Relationship Type="http://schemas.openxmlformats.org/officeDocument/2006/relationships/image" Target="/ppt/media/image34.png" Id="R8358245debbf4bca" /><Relationship Type="http://schemas.openxmlformats.org/officeDocument/2006/relationships/notesSlide" Target="/ppt/notesSlides/notesSlide17.xml" Id="R63d2c7591e0b49a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ba2d94779e54f54" /><Relationship Type="http://schemas.openxmlformats.org/officeDocument/2006/relationships/image" Target="/ppt/media/image35.png" Id="R9bac8a60922a48a5" /><Relationship Type="http://schemas.openxmlformats.org/officeDocument/2006/relationships/notesSlide" Target="/ppt/notesSlides/notesSlide18.xml" Id="R76fc41c1576f466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b3f638108c14da7" /><Relationship Type="http://schemas.openxmlformats.org/officeDocument/2006/relationships/image" Target="/ppt/media/image36.png" Id="R6bdadfb961aa4e38" /><Relationship Type="http://schemas.openxmlformats.org/officeDocument/2006/relationships/image" Target="/ppt/media/image37.png" Id="R52274bb964544251" /><Relationship Type="http://schemas.openxmlformats.org/officeDocument/2006/relationships/image" Target="/ppt/media/image38.png" Id="Ra035da942247459e" /><Relationship Type="http://schemas.openxmlformats.org/officeDocument/2006/relationships/notesSlide" Target="/ppt/notesSlides/notesSlide19.xml" Id="Rc7ebf429b47341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eb60cffccc044bd" /><Relationship Type="http://schemas.openxmlformats.org/officeDocument/2006/relationships/image" Target="/ppt/media/image39.png" Id="Rb47306122755426b" /><Relationship Type="http://schemas.openxmlformats.org/officeDocument/2006/relationships/image" Target="/ppt/media/image40.png" Id="Rca2fa9d3165345e0" /><Relationship Type="http://schemas.openxmlformats.org/officeDocument/2006/relationships/image" Target="/ppt/media/image41.png" Id="R6505714d293143d7" /><Relationship Type="http://schemas.openxmlformats.org/officeDocument/2006/relationships/notesSlide" Target="/ppt/notesSlides/notesSlide20.xml" Id="Rf983c212be9745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0f39d107b764dd6" /><Relationship Type="http://schemas.openxmlformats.org/officeDocument/2006/relationships/image" Target="/ppt/media/image42.png" Id="R1a93335de00747e3" /><Relationship Type="http://schemas.openxmlformats.org/officeDocument/2006/relationships/image" Target="/ppt/media/image43.png" Id="R791e9b9ee4f94dd1" /><Relationship Type="http://schemas.openxmlformats.org/officeDocument/2006/relationships/notesSlide" Target="/ppt/notesSlides/notesSlide21.xml" Id="R00b470163898427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ecd2736eeed43f5" /><Relationship Type="http://schemas.openxmlformats.org/officeDocument/2006/relationships/image" Target="/ppt/media/image44.png" Id="R24e21bc480694c12" /><Relationship Type="http://schemas.openxmlformats.org/officeDocument/2006/relationships/notesSlide" Target="/ppt/notesSlides/notesSlide22.xml" Id="Rd82a18bd862a412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20535d454064869" /><Relationship Type="http://schemas.openxmlformats.org/officeDocument/2006/relationships/image" Target="/ppt/media/image45.png" Id="R76ebc7c023544856" /><Relationship Type="http://schemas.openxmlformats.org/officeDocument/2006/relationships/image" Target="/ppt/media/image46.png" Id="R37ac4beecd2243bb" /><Relationship Type="http://schemas.openxmlformats.org/officeDocument/2006/relationships/notesSlide" Target="/ppt/notesSlides/notesSlide23.xml" Id="R4511de00074f4b6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bae577ddbef4c8e" /><Relationship Type="http://schemas.openxmlformats.org/officeDocument/2006/relationships/image" Target="/ppt/media/image47.png" Id="R4101190487c34284" /><Relationship Type="http://schemas.openxmlformats.org/officeDocument/2006/relationships/notesSlide" Target="/ppt/notesSlides/notesSlide24.xml" Id="R85cc459f72bb4d6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60b6bdb85154a6d" /><Relationship Type="http://schemas.openxmlformats.org/officeDocument/2006/relationships/image" Target="/ppt/media/image48.png" Id="Rc4e379c9e16647b9" /><Relationship Type="http://schemas.openxmlformats.org/officeDocument/2006/relationships/image" Target="/ppt/media/image49.png" Id="R9747e6b843f741f5" /><Relationship Type="http://schemas.openxmlformats.org/officeDocument/2006/relationships/image" Target="/ppt/media/image50.png" Id="Rba89099b23c24646" /><Relationship Type="http://schemas.openxmlformats.org/officeDocument/2006/relationships/notesSlide" Target="/ppt/notesSlides/notesSlide25.xml" Id="R685672cde6cd4b0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ba1433a80bb4714" /><Relationship Type="http://schemas.openxmlformats.org/officeDocument/2006/relationships/image" Target="/ppt/media/image51.png" Id="R869dd4154ddc4752" /><Relationship Type="http://schemas.openxmlformats.org/officeDocument/2006/relationships/image" Target="/ppt/media/image52.png" Id="R9f182037a5b24ab2" /><Relationship Type="http://schemas.openxmlformats.org/officeDocument/2006/relationships/notesSlide" Target="/ppt/notesSlides/notesSlide26.xml" Id="Re771d1e84d7f450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33904aba73b4538" /><Relationship Type="http://schemas.openxmlformats.org/officeDocument/2006/relationships/image" Target="/ppt/media/image53.png" Id="Refa0103752cc4ade" /><Relationship Type="http://schemas.openxmlformats.org/officeDocument/2006/relationships/notesSlide" Target="/ppt/notesSlides/notesSlide27.xml" Id="R317531d7b22d47f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36f1a1331734bb3" /><Relationship Type="http://schemas.openxmlformats.org/officeDocument/2006/relationships/image" Target="/ppt/media/image54.png" Id="R39e3edb9294f41f3" /><Relationship Type="http://schemas.openxmlformats.org/officeDocument/2006/relationships/image" Target="/ppt/media/image55.png" Id="R0a20044625974ac8" /><Relationship Type="http://schemas.openxmlformats.org/officeDocument/2006/relationships/notesSlide" Target="/ppt/notesSlides/notesSlide28.xml" Id="R727a57bc1adf4ea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68eb92c5b564667" /><Relationship Type="http://schemas.openxmlformats.org/officeDocument/2006/relationships/image" Target="/ppt/media/image56.png" Id="Re240ed0a695a4482" /><Relationship Type="http://schemas.openxmlformats.org/officeDocument/2006/relationships/image" Target="/ppt/media/image57.png" Id="Rc3db84bae9ae4e9d" /><Relationship Type="http://schemas.openxmlformats.org/officeDocument/2006/relationships/image" Target="/ppt/media/image58.png" Id="Re70ad1eca3e54f8a" /><Relationship Type="http://schemas.openxmlformats.org/officeDocument/2006/relationships/notesSlide" Target="/ppt/notesSlides/notesSlide29.xml" Id="Rc40613a02c52453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34234d5430e493b" /><Relationship Type="http://schemas.openxmlformats.org/officeDocument/2006/relationships/image" Target="/ppt/media/image59.png" Id="R0903fe0b40934fd0" /><Relationship Type="http://schemas.openxmlformats.org/officeDocument/2006/relationships/notesSlide" Target="/ppt/notesSlides/notesSlide30.xml" Id="Rc1fba08e57ae43e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1472c206be447d1" /><Relationship Type="http://schemas.openxmlformats.org/officeDocument/2006/relationships/image" Target="/ppt/media/image60.png" Id="R916ad852c8ec4012" /><Relationship Type="http://schemas.openxmlformats.org/officeDocument/2006/relationships/notesSlide" Target="/ppt/notesSlides/notesSlide31.xml" Id="R7b154955c0154b3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c92d3e838e94832" /><Relationship Type="http://schemas.openxmlformats.org/officeDocument/2006/relationships/image" Target="/ppt/media/image61.png" Id="Rffd67e6674414099" /><Relationship Type="http://schemas.openxmlformats.org/officeDocument/2006/relationships/image" Target="/ppt/media/image62.png" Id="R20222bd2ed3a43a6" /><Relationship Type="http://schemas.openxmlformats.org/officeDocument/2006/relationships/image" Target="/ppt/media/image63.png" Id="R34d4ada644f944b3" /><Relationship Type="http://schemas.openxmlformats.org/officeDocument/2006/relationships/image" Target="/ppt/media/image64.png" Id="Rf0ce0c872fff4287" /><Relationship Type="http://schemas.openxmlformats.org/officeDocument/2006/relationships/image" Target="/ppt/media/image65.png" Id="R3ddedd648a064f07" /><Relationship Type="http://schemas.openxmlformats.org/officeDocument/2006/relationships/notesSlide" Target="/ppt/notesSlides/notesSlide32.xml" Id="Rb9fe8412a7304e1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1c7a01789cb4a6d" /><Relationship Type="http://schemas.openxmlformats.org/officeDocument/2006/relationships/image" Target="/ppt/media/image66.png" Id="Re64ba925bcb144ae" /><Relationship Type="http://schemas.openxmlformats.org/officeDocument/2006/relationships/image" Target="/ppt/media/image67.png" Id="R12728273d7e84ca3" /><Relationship Type="http://schemas.openxmlformats.org/officeDocument/2006/relationships/image" Target="/ppt/media/image68.png" Id="Race0657dda5e4cb2" /><Relationship Type="http://schemas.openxmlformats.org/officeDocument/2006/relationships/notesSlide" Target="/ppt/notesSlides/notesSlide33.xml" Id="R16147ab4c6be4f9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9d86442cc934776" /><Relationship Type="http://schemas.openxmlformats.org/officeDocument/2006/relationships/image" Target="/ppt/media/image69.png" Id="Rfe6f08b6c2ee4e10" /><Relationship Type="http://schemas.openxmlformats.org/officeDocument/2006/relationships/notesSlide" Target="/ppt/notesSlides/notesSlide34.xml" Id="Ra151b2d8d3a442b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d0cc10aada04f01" /><Relationship Type="http://schemas.openxmlformats.org/officeDocument/2006/relationships/image" Target="/ppt/media/image70.png" Id="Rae1279cedb5b40d6" /><Relationship Type="http://schemas.openxmlformats.org/officeDocument/2006/relationships/notesSlide" Target="/ppt/notesSlides/notesSlide35.xml" Id="R68d9aec30abd41c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327af8b481145a6" /><Relationship Type="http://schemas.openxmlformats.org/officeDocument/2006/relationships/image" Target="/ppt/media/image71.png" Id="R1c8809057b0a4984" /><Relationship Type="http://schemas.openxmlformats.org/officeDocument/2006/relationships/notesSlide" Target="/ppt/notesSlides/notesSlide36.xml" Id="Re317c17c40474e9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aed1b71732e4c33" /><Relationship Type="http://schemas.openxmlformats.org/officeDocument/2006/relationships/image" Target="/ppt/media/image72.png" Id="R762fb754e59a421b" /><Relationship Type="http://schemas.openxmlformats.org/officeDocument/2006/relationships/notesSlide" Target="/ppt/notesSlides/notesSlide37.xml" Id="R28db8a919f644d6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a6eb22e5c254e32" /><Relationship Type="http://schemas.openxmlformats.org/officeDocument/2006/relationships/image" Target="/ppt/media/image73.png" Id="Rfaf0aa41bd35480d" /><Relationship Type="http://schemas.openxmlformats.org/officeDocument/2006/relationships/notesSlide" Target="/ppt/notesSlides/notesSlide38.xml" Id="Rf70ff06d2b124a2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499ff94487042e3" /><Relationship Type="http://schemas.openxmlformats.org/officeDocument/2006/relationships/image" Target="/ppt/media/image74.png" Id="R39872969084b4958" /><Relationship Type="http://schemas.openxmlformats.org/officeDocument/2006/relationships/notesSlide" Target="/ppt/notesSlides/notesSlide39.xml" Id="R3de8ec55215345d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62e0f1400a054cb9" /><Relationship Type="http://schemas.openxmlformats.org/officeDocument/2006/relationships/image" Target="/ppt/media/image75.png" Id="R515039572c0f4e93" /><Relationship Type="http://schemas.openxmlformats.org/officeDocument/2006/relationships/notesSlide" Target="/ppt/notesSlides/notesSlide40.xml" Id="R710e64ab922a4fbb"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852E636A-1A51-4893-9E7A-439338B4505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C4A1DB50-DD61-4277-8448-0CFB50F49061}"/>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8A3AB351-C648-4238-879A-B9E132A1716E}"/>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62294EC3-4440-47CF-861A-6CBA996BAF7F}"/>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17800BDA-DBC4-482D-8AF1-9C2A96D7E50F}"/>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2839B262-9185-4211-B463-D2BCC7CA6419}"/>
              </a:ext>
            </a:extLst>
          </p:cNvPr>
          <p:cNvPicPr>
            <a:picLocks xmlns:a="http://schemas.openxmlformats.org/drawingml/2006/main" noChangeAspect="1"/>
          </p:cNvPicPr>
          <p:nvPr/>
        </p:nvPicPr>
        <p:blipFill>
          <a:blip xmlns:r="http://schemas.openxmlformats.org/officeDocument/2006/relationships" xmlns:a="http://schemas.openxmlformats.org/drawingml/2006/main" r:embed="R2e1516b2f97e4bb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202A9C6E-9F7B-45BF-9BA8-ECD49A297E41}"/>
              </a:ext>
            </a:extLst>
          </p:cNvPr>
          <p:cNvPicPr>
            <a:picLocks xmlns:a="http://schemas.openxmlformats.org/drawingml/2006/main" noChangeAspect="1"/>
          </p:cNvPicPr>
          <p:nvPr/>
        </p:nvPicPr>
        <p:blipFill>
          <a:blip xmlns:r="http://schemas.openxmlformats.org/officeDocument/2006/relationships" xmlns:a="http://schemas.openxmlformats.org/drawingml/2006/main" r:embed="Ra0024100476f4d61"/>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4BE1832C-7FAF-42B8-B77C-405B6166CDC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4786784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C159C1F-7415-46B6-B8E6-B7595BFA1097}"/>
              </a:ext>
            </a:extLst>
          </p:cNvPr>
          <p:cNvPicPr>
            <a:picLocks xmlns:a="http://schemas.openxmlformats.org/drawingml/2006/main" noChangeAspect="1"/>
          </p:cNvPicPr>
          <p:nvPr/>
        </p:nvPicPr>
        <p:blipFill>
          <a:blip xmlns:r="http://schemas.openxmlformats.org/officeDocument/2006/relationships" xmlns:a="http://schemas.openxmlformats.org/drawingml/2006/main" r:embed="R92ef6417a51b4e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82AF61-F9A4-4DFC-8C6A-97AFED44240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7AE1BF4-25B3-42F4-821B-417DEC6345F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B59E9282-4222-408B-BE04-BCEF5612B0B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D643BDD-3659-44F6-9A06-80BBF021469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FDDD4C55-1026-49C5-81E9-CC65EF6981E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CA1C01BF-EEA4-4F25-9BB3-6CAF75632207}"/>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BCBD8B8C-6629-4341-88B1-2082A7816C96}"/>
              </a:ext>
            </a:extLst>
          </p:cNvPr>
          <p:cNvPicPr>
            <a:picLocks xmlns:a="http://schemas.openxmlformats.org/drawingml/2006/main" noChangeAspect="1"/>
          </p:cNvPicPr>
          <p:nvPr/>
        </p:nvPicPr>
        <p:blipFill>
          <a:blip xmlns:r="http://schemas.openxmlformats.org/officeDocument/2006/relationships" xmlns:a="http://schemas.openxmlformats.org/drawingml/2006/main" r:embed="Rb059b0a3b0934b25"/>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4716498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B761CE0-6B3F-4FF0-B66B-1B27D69884D5}"/>
              </a:ext>
            </a:extLst>
          </p:cNvPr>
          <p:cNvPicPr>
            <a:picLocks xmlns:a="http://schemas.openxmlformats.org/drawingml/2006/main" noChangeAspect="1"/>
          </p:cNvPicPr>
          <p:nvPr/>
        </p:nvPicPr>
        <p:blipFill>
          <a:blip xmlns:r="http://schemas.openxmlformats.org/officeDocument/2006/relationships" xmlns:a="http://schemas.openxmlformats.org/drawingml/2006/main" r:embed="R4399dbf7c4ab432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25D6F7E-019E-437E-A788-AA079CD5A90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CD490A-D818-4297-A87E-CAC15368DB32}"/>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BF224EDD-F8E0-4AC4-8272-99749351ACFF}"/>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D648A7CC-A504-41EA-86FE-D613FD2A451B}"/>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4E14DFAA-434F-4CD4-ADF7-DE8D1CCE8B73}"/>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AA431359-D161-4E12-9716-26BEF2170A5D}"/>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5DEE167B-F00F-4D87-8634-8E8A36F1EF88}"/>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8CCFC590-D2D3-4F78-9E15-0B29F74F1A4E}"/>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BF610A92-85A8-4A91-9F29-6D3EC556BF19}"/>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205F54D-3621-4187-9B14-0F90BB06E92F}"/>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F3D1BCA0-A65F-4851-A63B-9C26269FDF97}"/>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0F54A210-B68C-4A5B-AA16-625997BE5DDF}"/>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C10A85D-1FA5-4858-AAB7-98E32A94D11A}"/>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0F47ACBF-D621-47BD-80E1-1DA25FC9D193}"/>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1650476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5917407-3F4A-4DC5-9E3A-1BBD69EB4E41}"/>
              </a:ext>
            </a:extLst>
          </p:cNvPr>
          <p:cNvPicPr>
            <a:picLocks xmlns:a="http://schemas.openxmlformats.org/drawingml/2006/main" noChangeAspect="1"/>
          </p:cNvPicPr>
          <p:nvPr/>
        </p:nvPicPr>
        <p:blipFill>
          <a:blip xmlns:r="http://schemas.openxmlformats.org/officeDocument/2006/relationships" xmlns:a="http://schemas.openxmlformats.org/drawingml/2006/main" r:embed="R0e13759a315e43c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23C52F2-B11D-417F-BDF3-685A63A76DF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FC628E-8C82-4055-96C1-493C222A4FA7}"/>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E92B8E72-D90B-4443-8E9F-B83F33033C8D}"/>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C75359-09E3-43B1-9453-7972E36677FB}"/>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9FA2310A-3D9F-4828-BEF3-9A2241461D66}"/>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0372D427-23AF-40D4-B54B-F2D2220493DD}"/>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296A06B9-D429-4267-B802-1DD7B4B06A9E}"/>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3455B15-03F2-47E3-9A57-5845E11E7F8B}"/>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54E9F107-8580-4B6D-97B7-2F5EF4E16CF9}"/>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8271F4FC-C4BE-4474-8BFB-E15D9D93B6AD}"/>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74B7637-F8ED-4DE5-BC5B-B72CCAF750DF}"/>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219B00D6-835B-4B3D-B99B-7FC0BBDB2902}"/>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CEF82A20-B0A7-415B-9CF5-BE86504BE150}"/>
              </a:ext>
            </a:extLst>
          </p:cNvPr>
          <p:cNvPicPr>
            <a:picLocks xmlns:a="http://schemas.openxmlformats.org/drawingml/2006/main" noChangeAspect="1"/>
          </p:cNvPicPr>
          <p:nvPr/>
        </p:nvPicPr>
        <p:blipFill>
          <a:blip xmlns:r="http://schemas.openxmlformats.org/officeDocument/2006/relationships" xmlns:a="http://schemas.openxmlformats.org/drawingml/2006/main" r:embed="Rdee76743e3e546ec"/>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129655439"/>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B9BFDD65-9115-4EBB-B84B-FAC8501D54FF}"/>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2415A71F-B79F-4E1E-A4D7-0555B8513595}"/>
              </a:ext>
            </a:extLst>
          </p:cNvPr>
          <p:cNvPicPr>
            <a:picLocks xmlns:a="http://schemas.openxmlformats.org/drawingml/2006/main" noChangeAspect="1"/>
          </p:cNvPicPr>
          <p:nvPr/>
        </p:nvPicPr>
        <p:blipFill>
          <a:blip xmlns:r="http://schemas.openxmlformats.org/officeDocument/2006/relationships" xmlns:a="http://schemas.openxmlformats.org/drawingml/2006/main" r:embed="R25af8857bf434cb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F7897A07-15CD-49BA-B455-05D8ACCDB4A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0C220316-F167-468F-8B9C-173887AF9AC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E36FDF29-B045-4948-9DFA-5E8725E7548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C4CCC614-2628-411E-B359-1BE19E2E384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8025042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CCB3AB7-4F5B-4CD4-8EC3-476809118E74}"/>
              </a:ext>
            </a:extLst>
          </p:cNvPr>
          <p:cNvPicPr>
            <a:picLocks xmlns:a="http://schemas.openxmlformats.org/drawingml/2006/main" noChangeAspect="1"/>
          </p:cNvPicPr>
          <p:nvPr/>
        </p:nvPicPr>
        <p:blipFill>
          <a:blip xmlns:r="http://schemas.openxmlformats.org/officeDocument/2006/relationships" xmlns:a="http://schemas.openxmlformats.org/drawingml/2006/main" r:embed="Rd3e7e87058a7459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64BF83-D0F7-47E3-80AA-91C10A94323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0BEC32-B1C3-4FE3-8CA4-69342763D56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73DD196-255E-4003-A8AD-6FD52B1A897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0696A69-50E2-40DF-811A-26DD0AD3393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D7C768F-49DC-4245-B623-1DBC8DC8D5A9}"/>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30082B14-F9A3-4A24-9D97-4B51BD1F1D22}"/>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B529562E-FEFE-4FA5-ACC8-1F94A1AB85BC}"/>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D50EA2B4-1ECB-4E73-80B9-55ACD883CFE3}"/>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A6A939B1-20D4-473F-BD80-4E7C5DFDCCA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785A2C82-CF6D-4ECE-B4D0-1A0DF852C5A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AFBDD151-4F87-47F1-8B92-9C924D13AE0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8468896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BC20D93-4CD2-4B87-9DE7-B6B658BC5238}"/>
              </a:ext>
            </a:extLst>
          </p:cNvPr>
          <p:cNvPicPr>
            <a:picLocks xmlns:a="http://schemas.openxmlformats.org/drawingml/2006/main" noChangeAspect="1"/>
          </p:cNvPicPr>
          <p:nvPr/>
        </p:nvPicPr>
        <p:blipFill>
          <a:blip xmlns:r="http://schemas.openxmlformats.org/officeDocument/2006/relationships" xmlns:a="http://schemas.openxmlformats.org/drawingml/2006/main" r:embed="R3d68f11a4d55424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28990B-DB83-4DB2-823C-BCE6432D7F4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62D648-B557-4D0A-B846-A4C2EB140C0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2043835-6B00-4096-BCE4-A69CCE98059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D466ACD-A53B-4647-A49D-016ABF709F4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E1A3BAF-3E69-4E5E-8D2C-D2EDF9654E0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D1A22DF4-8264-4826-94E5-2CBFD5441C78}"/>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05CAD175-1F40-43FC-A125-C78C5CB1736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BC6732E4-4822-414B-80A6-CBE4675ECABD}"/>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0810F17E-7B45-41D5-90A8-BE80A73D443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27C8CC38-6026-40F2-BE13-64578C7C35E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E035DBBB-3BC4-4718-BA16-CD099425EFA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DB0D057B-ADAE-4883-9E18-730B7AA86AE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9319110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68261BA-A4CA-4EA5-9D23-33CE70D2D033}"/>
              </a:ext>
            </a:extLst>
          </p:cNvPr>
          <p:cNvPicPr>
            <a:picLocks xmlns:a="http://schemas.openxmlformats.org/drawingml/2006/main" noChangeAspect="1"/>
          </p:cNvPicPr>
          <p:nvPr/>
        </p:nvPicPr>
        <p:blipFill>
          <a:blip xmlns:r="http://schemas.openxmlformats.org/officeDocument/2006/relationships" xmlns:a="http://schemas.openxmlformats.org/drawingml/2006/main" r:embed="Rc2a61ce64d51425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260B41-0395-4822-8C8B-0B1DFBCDB4B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BA7AC4-7E7B-48E3-8EF2-779F89AD0B9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9890E54-37A9-4825-813F-787D09D6C4E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3BD4CA0-1014-4517-9B92-8107E39B333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51E186E8-EECB-460D-A1E0-1ADB17B4048E}"/>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9D5BADBF-6C77-40C3-88AE-34D0E7146DAF}"/>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41E4AF4B-D696-4307-8B68-203A8A584986}"/>
              </a:ext>
            </a:extLst>
          </p:cNvPr>
          <p:cNvPicPr>
            <a:picLocks xmlns:a="http://schemas.openxmlformats.org/drawingml/2006/main" noChangeAspect="1"/>
          </p:cNvPicPr>
          <p:nvPr/>
        </p:nvPicPr>
        <p:blipFill>
          <a:blip xmlns:r="http://schemas.openxmlformats.org/officeDocument/2006/relationships" xmlns:a="http://schemas.openxmlformats.org/drawingml/2006/main" r:embed="Reac0b90968f34e71"/>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191494A3-35AB-425A-A6CC-DA0752A1C6E2}"/>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2B90D85C-71BE-4789-8B6A-DE81F831FB20}"/>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6F24E631-0B5D-4B2E-8641-950BE7FB9880}"/>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90FEEFA0-2BA7-4482-BBB2-02FD03CD212E}"/>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7A1C041A-644F-440B-979C-C011CDD93F7B}"/>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BC3A2D76-B1AD-43E6-AEA8-71D21461C4D8}"/>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3097323A-6505-46EF-8EFF-BE47E0C4AFDA}"/>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67BB0DC9-F1F2-4C04-9BCD-ED22EFEC36FC}"/>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8025815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8D3789D-12A1-4B70-A06D-8235211FD4D4}"/>
              </a:ext>
            </a:extLst>
          </p:cNvPr>
          <p:cNvPicPr>
            <a:picLocks xmlns:a="http://schemas.openxmlformats.org/drawingml/2006/main" noChangeAspect="1"/>
          </p:cNvPicPr>
          <p:nvPr/>
        </p:nvPicPr>
        <p:blipFill>
          <a:blip xmlns:r="http://schemas.openxmlformats.org/officeDocument/2006/relationships" xmlns:a="http://schemas.openxmlformats.org/drawingml/2006/main" r:embed="R22a1f5d19f6f4af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E8ECE3-BD2E-4EA2-93F2-B9E4DC66332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3CE0ED-4EE3-4A2F-86C9-5753A960402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D95D3FF-B618-427D-B8B4-B641EC571E5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6BCAFFE-F21D-40E3-A5A5-A756E3DB986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B99FBD6-B74E-417E-8CE4-0D332C33EB7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D0B944AF-CB34-4C8A-904D-4F3CF829ECCE}"/>
              </a:ext>
            </a:extLst>
          </p:cNvPr>
          <p:cNvPicPr>
            <a:picLocks xmlns:a="http://schemas.openxmlformats.org/drawingml/2006/main" noChangeAspect="1"/>
          </p:cNvPicPr>
          <p:nvPr/>
        </p:nvPicPr>
        <p:blipFill>
          <a:blip xmlns:r="http://schemas.openxmlformats.org/officeDocument/2006/relationships" xmlns:a="http://schemas.openxmlformats.org/drawingml/2006/main" r:embed="R377dc6f524eb456b"/>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B8EA49A-F7C3-46AB-88F3-205A1E0A51C6}"/>
              </a:ext>
            </a:extLst>
          </p:cNvPr>
          <p:cNvPicPr>
            <a:picLocks xmlns:a="http://schemas.openxmlformats.org/drawingml/2006/main" noChangeAspect="1"/>
          </p:cNvPicPr>
          <p:nvPr/>
        </p:nvPicPr>
        <p:blipFill>
          <a:blip xmlns:r="http://schemas.openxmlformats.org/officeDocument/2006/relationships" xmlns:a="http://schemas.openxmlformats.org/drawingml/2006/main" r:embed="R1b7d203e27184502"/>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FD8AEC95-28B2-4211-9D24-F1C0C266C2B5}"/>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35D57FE1-8FAB-4701-8DAD-A69D4AEA8154}"/>
              </a:ext>
            </a:extLst>
          </p:cNvPr>
          <p:cNvPicPr>
            <a:picLocks xmlns:a="http://schemas.openxmlformats.org/drawingml/2006/main" noChangeAspect="1"/>
          </p:cNvPicPr>
          <p:nvPr/>
        </p:nvPicPr>
        <p:blipFill>
          <a:blip xmlns:r="http://schemas.openxmlformats.org/officeDocument/2006/relationships" xmlns:a="http://schemas.openxmlformats.org/drawingml/2006/main" r:embed="Rf7b357070bf04d24"/>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8AC16067-ADC9-453F-A43B-5855039F0629}"/>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699BEEEB-B16B-4C42-8693-16C208DA340E}"/>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3889958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44D2F57-1F38-49A4-84C2-3DB7AA0E629B}"/>
              </a:ext>
            </a:extLst>
          </p:cNvPr>
          <p:cNvPicPr>
            <a:picLocks xmlns:a="http://schemas.openxmlformats.org/drawingml/2006/main" noChangeAspect="1"/>
          </p:cNvPicPr>
          <p:nvPr/>
        </p:nvPicPr>
        <p:blipFill>
          <a:blip xmlns:r="http://schemas.openxmlformats.org/officeDocument/2006/relationships" xmlns:a="http://schemas.openxmlformats.org/drawingml/2006/main" r:embed="R061c8a2f418d45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39EC947-E09F-4E18-A5B8-6F9BD6E0E9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15C78E3-8DD3-4584-AAEF-7BAF4AC2B34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FF8A849-0FDD-4370-8B10-C2CDBAB85B0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A8B5298-3C29-49FA-93E5-80E5E2C7B48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B67EE49-128A-4FB1-A279-925D95CDA13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516BEC37-4F82-4E24-AD51-0E0A5D458379}"/>
              </a:ext>
            </a:extLst>
          </p:cNvPr>
          <p:cNvPicPr>
            <a:picLocks xmlns:a="http://schemas.openxmlformats.org/drawingml/2006/main" noChangeAspect="1"/>
          </p:cNvPicPr>
          <p:nvPr/>
        </p:nvPicPr>
        <p:blipFill>
          <a:blip xmlns:r="http://schemas.openxmlformats.org/officeDocument/2006/relationships" xmlns:a="http://schemas.openxmlformats.org/drawingml/2006/main" r:embed="Raebc1973d9a846f1"/>
          <a:stretch xmlns:a="http://schemas.openxmlformats.org/drawingml/2006/main"/>
        </p:blipFill>
        <p:spPr>
          <a:xfrm xmlns:a="http://schemas.openxmlformats.org/drawingml/2006/main">
            <a:off x="2247900" y="4401025"/>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7E68594-306D-4BBF-8C00-AAE69CA9ADDA}"/>
              </a:ext>
            </a:extLst>
          </p:cNvPr>
          <p:cNvPicPr>
            <a:picLocks xmlns:a="http://schemas.openxmlformats.org/drawingml/2006/main" noChangeAspect="1"/>
          </p:cNvPicPr>
          <p:nvPr/>
        </p:nvPicPr>
        <p:blipFill>
          <a:blip xmlns:r="http://schemas.openxmlformats.org/officeDocument/2006/relationships" xmlns:a="http://schemas.openxmlformats.org/drawingml/2006/main" r:embed="Rbc14cdd7627f44b5"/>
          <a:stretch xmlns:a="http://schemas.openxmlformats.org/drawingml/2006/main"/>
        </p:blipFill>
        <p:spPr>
          <a:xfrm xmlns:a="http://schemas.openxmlformats.org/drawingml/2006/main">
            <a:off x="2269578" y="6096000"/>
            <a:ext cx="8529145" cy="182880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86E4C3B0-F625-46FC-9AC3-AD7B82CC4F7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AEB2C577-C028-49A2-9639-02EFAF29FFD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21324430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701F98F-E651-4CFF-89CE-D117E6CE3E61}"/>
              </a:ext>
            </a:extLst>
          </p:cNvPr>
          <p:cNvPicPr>
            <a:picLocks xmlns:a="http://schemas.openxmlformats.org/drawingml/2006/main" noChangeAspect="1"/>
          </p:cNvPicPr>
          <p:nvPr/>
        </p:nvPicPr>
        <p:blipFill>
          <a:blip xmlns:r="http://schemas.openxmlformats.org/officeDocument/2006/relationships" xmlns:a="http://schemas.openxmlformats.org/drawingml/2006/main" r:embed="Rd618681c17d7420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54D4682-39A0-49CD-944D-17B4E9B235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F2EEC8C-6FDA-45CD-8D06-EC04985A10C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64E6B8A-4E50-4C41-800C-834196CDB05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4839EAE-0420-4360-A7E7-57537462499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9D5AC11-2070-472B-8426-A73166D468E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2BCF65B5-65F1-4C18-9501-D47814735BB2}"/>
              </a:ext>
            </a:extLst>
          </p:cNvPr>
          <p:cNvPicPr>
            <a:picLocks xmlns:a="http://schemas.openxmlformats.org/drawingml/2006/main" noChangeAspect="1"/>
          </p:cNvPicPr>
          <p:nvPr/>
        </p:nvPicPr>
        <p:blipFill>
          <a:blip xmlns:r="http://schemas.openxmlformats.org/officeDocument/2006/relationships" xmlns:a="http://schemas.openxmlformats.org/drawingml/2006/main" r:embed="R9eb6fc4918704244"/>
          <a:stretch xmlns:a="http://schemas.openxmlformats.org/drawingml/2006/main"/>
        </p:blipFill>
        <p:spPr>
          <a:xfrm xmlns:a="http://schemas.openxmlformats.org/drawingml/2006/main">
            <a:off x="2247900" y="4402701"/>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2D64EB2-D77E-4760-B2F5-74B6ADB09955}"/>
              </a:ext>
            </a:extLst>
          </p:cNvPr>
          <p:cNvPicPr>
            <a:picLocks xmlns:a="http://schemas.openxmlformats.org/drawingml/2006/main" noChangeAspect="1"/>
          </p:cNvPicPr>
          <p:nvPr/>
        </p:nvPicPr>
        <p:blipFill>
          <a:blip xmlns:r="http://schemas.openxmlformats.org/officeDocument/2006/relationships" xmlns:a="http://schemas.openxmlformats.org/drawingml/2006/main" r:embed="Ra2d496cc24064554"/>
          <a:stretch xmlns:a="http://schemas.openxmlformats.org/drawingml/2006/main"/>
        </p:blipFill>
        <p:spPr>
          <a:xfrm xmlns:a="http://schemas.openxmlformats.org/drawingml/2006/main">
            <a:off x="2247900" y="6074707"/>
            <a:ext cx="13811250" cy="1585636"/>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81D63193-0F4B-435B-80B9-BD64A3F118C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0A22CFBF-4AB1-4A9C-910D-74F44F34F20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4593530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E08E1B2-67F1-473C-A50D-19B72E6C849E}"/>
              </a:ext>
            </a:extLst>
          </p:cNvPr>
          <p:cNvPicPr>
            <a:picLocks xmlns:a="http://schemas.openxmlformats.org/drawingml/2006/main" noChangeAspect="1"/>
          </p:cNvPicPr>
          <p:nvPr/>
        </p:nvPicPr>
        <p:blipFill>
          <a:blip xmlns:r="http://schemas.openxmlformats.org/officeDocument/2006/relationships" xmlns:a="http://schemas.openxmlformats.org/drawingml/2006/main" r:embed="R6cbdcf0f42b843f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9A67B9-467C-45C8-8986-A4B2E7867D9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AE4924F-98BC-40C7-B368-B28637E4A93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5DFC971-B45A-4F18-9C70-74A707C0FF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6D46526-E9C9-49CA-9F28-5B80BC7D7CD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9FED60A-6C3E-449E-8506-AA91C041765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9B8E8C23-D652-4DA4-93FF-933E8D2E5281}"/>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9A4B868-9788-440E-B72F-5BB6AA6F83DE}"/>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340DDA4E-A4D8-43C7-A878-45574B996205}"/>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A60E25E-8216-4C0E-9019-EA863CF247C5}"/>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09B3C8A-5383-4CA2-9592-6DA88C3B5D3D}"/>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034764723"/>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E82F3BD5-2CC4-4F5C-94B3-0BCF36F0662F}"/>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9920CA7F-9D2F-45DD-81DF-28F8CECE9383}"/>
              </a:ext>
            </a:extLst>
          </p:cNvPr>
          <p:cNvPicPr>
            <a:picLocks xmlns:a="http://schemas.openxmlformats.org/drawingml/2006/main" noChangeAspect="1"/>
          </p:cNvPicPr>
          <p:nvPr/>
        </p:nvPicPr>
        <p:blipFill>
          <a:blip xmlns:r="http://schemas.openxmlformats.org/officeDocument/2006/relationships" xmlns:a="http://schemas.openxmlformats.org/drawingml/2006/main" r:embed="R063166318c9a484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B9A80574-A0F4-42F3-B7F1-7BEF9031E89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29714989-17AB-4BC0-A087-3A0B82861AB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4691FE87-1861-4AE1-8D7F-110F608D433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B126310D-87E3-483B-A151-E912BFC77B68}"/>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6119814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E77A185-2F7A-4AB8-BF14-876E6E21D5E3}"/>
              </a:ext>
            </a:extLst>
          </p:cNvPr>
          <p:cNvPicPr>
            <a:picLocks xmlns:a="http://schemas.openxmlformats.org/drawingml/2006/main" noChangeAspect="1"/>
          </p:cNvPicPr>
          <p:nvPr/>
        </p:nvPicPr>
        <p:blipFill>
          <a:blip xmlns:r="http://schemas.openxmlformats.org/officeDocument/2006/relationships" xmlns:a="http://schemas.openxmlformats.org/drawingml/2006/main" r:embed="R9fcfc650e2fe4d6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C2ADAA-A91A-439F-A439-858A467E10F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CCFC34A-A70F-4045-A043-44B836A356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041CD03-CABF-4B75-8A21-DACE5C5AF38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E796D95-B6B9-4840-890C-63C7268AB90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768C474-A63D-41FA-8FBC-A3EC0807720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70FD5680-CDE1-4E40-8863-62142413756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7C65D2F1-8145-463F-B77E-AFE4AEA1DC2C}"/>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84CE3528-27C4-4AC9-8642-1CD6573F6C60}"/>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087AF5E1-4358-4B6F-B6D7-EF2644D39D27}"/>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FF6EE830-EF5F-42C0-B2E6-448D88E5B0E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F9C17B8C-8A15-40AD-88C2-2C4DF5D2028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6715989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BDAD44F-6554-49CF-9702-E07A7DFC9ACB}"/>
              </a:ext>
            </a:extLst>
          </p:cNvPr>
          <p:cNvPicPr>
            <a:picLocks xmlns:a="http://schemas.openxmlformats.org/drawingml/2006/main" noChangeAspect="1"/>
          </p:cNvPicPr>
          <p:nvPr/>
        </p:nvPicPr>
        <p:blipFill>
          <a:blip xmlns:r="http://schemas.openxmlformats.org/officeDocument/2006/relationships" xmlns:a="http://schemas.openxmlformats.org/drawingml/2006/main" r:embed="R4a9932f410584f9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0BB3B66-AC39-4D2F-A588-AB16DFC9EEE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8C3198D-A04D-464C-8AA7-C82B96F4788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63D2DFC-D6BD-48A4-8EA3-881D8D83BF5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8180DA2-BF5B-454B-9C17-A35265186CE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E9DA504-6C3B-4985-AFAE-E3F45C5401F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843F9BAC-47AE-40E5-BE68-F8CD2C4A4546}"/>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4306359D-DAC7-48B7-B79C-2796AF80FDE7}"/>
              </a:ext>
            </a:extLst>
          </p:cNvPr>
          <p:cNvPicPr>
            <a:picLocks xmlns:a="http://schemas.openxmlformats.org/drawingml/2006/main" noChangeAspect="1"/>
          </p:cNvPicPr>
          <p:nvPr/>
        </p:nvPicPr>
        <p:blipFill>
          <a:blip xmlns:r="http://schemas.openxmlformats.org/officeDocument/2006/relationships" xmlns:a="http://schemas.openxmlformats.org/drawingml/2006/main" r:embed="R3bb43df714df431f"/>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55C633A-7416-4726-86EC-AC62B7731099}"/>
              </a:ext>
            </a:extLst>
          </p:cNvPr>
          <p:cNvPicPr>
            <a:picLocks xmlns:a="http://schemas.openxmlformats.org/drawingml/2006/main" noChangeAspect="1"/>
          </p:cNvPicPr>
          <p:nvPr/>
        </p:nvPicPr>
        <p:blipFill>
          <a:blip xmlns:r="http://schemas.openxmlformats.org/officeDocument/2006/relationships" xmlns:a="http://schemas.openxmlformats.org/drawingml/2006/main" r:embed="Rf34bca7b9c944689"/>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CE95BDA-7DD9-41D2-AB9F-2EE2D20FA23E}"/>
              </a:ext>
            </a:extLst>
          </p:cNvPr>
          <p:cNvPicPr>
            <a:picLocks xmlns:a="http://schemas.openxmlformats.org/drawingml/2006/main" noChangeAspect="1"/>
          </p:cNvPicPr>
          <p:nvPr/>
        </p:nvPicPr>
        <p:blipFill>
          <a:blip xmlns:r="http://schemas.openxmlformats.org/officeDocument/2006/relationships" xmlns:a="http://schemas.openxmlformats.org/drawingml/2006/main" r:embed="Ra0638aa23375484f"/>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5090538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5CA706B-25A0-4480-BAA5-A5D61772A62B}"/>
              </a:ext>
            </a:extLst>
          </p:cNvPr>
          <p:cNvPicPr>
            <a:picLocks xmlns:a="http://schemas.openxmlformats.org/drawingml/2006/main" noChangeAspect="1"/>
          </p:cNvPicPr>
          <p:nvPr/>
        </p:nvPicPr>
        <p:blipFill>
          <a:blip xmlns:r="http://schemas.openxmlformats.org/officeDocument/2006/relationships" xmlns:a="http://schemas.openxmlformats.org/drawingml/2006/main" r:embed="Rc1869a8fc8b3443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7F68BA-1C22-4E19-8A06-83E35A7246A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0CEBEEA-0114-4266-8B0D-25582A07FCF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3F76752-96B4-463A-BB73-1C0FB604530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3AC71B9-D650-4DE1-B90A-ADB36D531C3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89F839D-15A4-4453-ADDE-60667ABB074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62A4AA8E-2A9A-4E18-80CE-EC03238CBCD1}"/>
              </a:ext>
            </a:extLst>
          </p:cNvPr>
          <p:cNvPicPr>
            <a:picLocks xmlns:a="http://schemas.openxmlformats.org/drawingml/2006/main" noChangeAspect="1"/>
          </p:cNvPicPr>
          <p:nvPr/>
        </p:nvPicPr>
        <p:blipFill>
          <a:blip xmlns:r="http://schemas.openxmlformats.org/officeDocument/2006/relationships" xmlns:a="http://schemas.openxmlformats.org/drawingml/2006/main" r:embed="R2797f3f5a9e543d4"/>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1D2A67D-BD6C-4CEC-81CF-475C45FE7F02}"/>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AEE04D7C-D4ED-4B46-8791-3EF90D3ABC97}"/>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B6285BAB-3C43-4F3E-808E-787FD31E26AF}"/>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6468419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177862F-05B2-4860-951A-7818FBD15CB3}"/>
              </a:ext>
            </a:extLst>
          </p:cNvPr>
          <p:cNvPicPr>
            <a:picLocks xmlns:a="http://schemas.openxmlformats.org/drawingml/2006/main" noChangeAspect="1"/>
          </p:cNvPicPr>
          <p:nvPr/>
        </p:nvPicPr>
        <p:blipFill>
          <a:blip xmlns:r="http://schemas.openxmlformats.org/officeDocument/2006/relationships" xmlns:a="http://schemas.openxmlformats.org/drawingml/2006/main" r:embed="R788d5dc0a7e346c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2E6409E-97B4-4DF0-AB4B-B79F96636F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66C4A9C-F7A9-4A9D-8FE8-2300B022E5D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F558F6E-98FF-49AA-AC48-BAC44D3FE29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0A026A0-E517-4E9A-8953-02C66E18F57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4DCA98F-3834-43B6-BBA8-0ECD742495C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60F6FA06-E5D6-4C28-AF82-7F4124EF54AA}"/>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C83D1090-E1C1-423A-8BF3-141D42779985}"/>
              </a:ext>
            </a:extLst>
          </p:cNvPr>
          <p:cNvPicPr>
            <a:picLocks xmlns:a="http://schemas.openxmlformats.org/drawingml/2006/main" noChangeAspect="1"/>
          </p:cNvPicPr>
          <p:nvPr/>
        </p:nvPicPr>
        <p:blipFill>
          <a:blip xmlns:r="http://schemas.openxmlformats.org/officeDocument/2006/relationships" xmlns:a="http://schemas.openxmlformats.org/drawingml/2006/main" r:embed="Rf0dfaaa2f6e24ce8"/>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AA56DA5-57D0-431D-A367-E2B62FF57EC9}"/>
              </a:ext>
            </a:extLst>
          </p:cNvPr>
          <p:cNvPicPr>
            <a:picLocks xmlns:a="http://schemas.openxmlformats.org/drawingml/2006/main" noChangeAspect="1"/>
          </p:cNvPicPr>
          <p:nvPr/>
        </p:nvPicPr>
        <p:blipFill>
          <a:blip xmlns:r="http://schemas.openxmlformats.org/officeDocument/2006/relationships" xmlns:a="http://schemas.openxmlformats.org/drawingml/2006/main" r:embed="R8358245debbf4bca"/>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5CB30AF6-374C-4D7F-B9F6-34CF077E764A}"/>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C82FD00E-532B-46BD-8E7E-BE7FF97B2332}"/>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30907651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BD4397B1-554B-4CDF-AD9B-EF7785247BE9}"/>
              </a:ext>
            </a:extLst>
          </p:cNvPr>
          <p:cNvPicPr>
            <a:picLocks xmlns:a="http://schemas.openxmlformats.org/drawingml/2006/main" noChangeAspect="1"/>
          </p:cNvPicPr>
          <p:nvPr/>
        </p:nvPicPr>
        <p:blipFill>
          <a:blip xmlns:r="http://schemas.openxmlformats.org/officeDocument/2006/relationships" xmlns:a="http://schemas.openxmlformats.org/drawingml/2006/main" r:embed="R9bac8a60922a48a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E12A13-D6A7-4999-828E-500E3CC5DC5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CE9C210-E671-4EA2-AAAF-144B5531424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FB2FD5A-F159-4B7A-B9C7-F68DA98287C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2A0550B-5D13-4E2D-9E5B-5ECBCA16B40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644A2B9-0498-49FF-B376-70EEA8359D8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67B8610A-FF50-42F1-9825-4E8591EE05D1}"/>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1F979A9-CECF-4B7D-894B-2AAD8632D62E}"/>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1CD3C73-3D12-4F15-AD7A-B5A03255C2DB}"/>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EC48DC64-EAD6-49AE-B053-AE4FF6694EA3}"/>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9F06E1B2-31F4-49EB-B414-229651514D38}"/>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B444F3F3-B9AD-463D-A968-2C22C4BCF4D4}"/>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20A4A8C-0C21-4C95-BE2A-C13958459735}"/>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F9C6E084-1194-4209-A1CA-7483209865B7}"/>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20471CAC-80E0-4271-A96D-488FF9811266}"/>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3B38C6F2-27E1-4603-A1FA-63F710A7FA3F}"/>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796B01DB-0FEF-40E7-91E3-4610B09169A0}"/>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8DF5084-F7DC-44C9-BB69-62D5299B8A52}"/>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7ACE1731-C464-4877-AB27-11598B870E31}"/>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6A460F14-CD1A-47E8-BD43-E41CF838A3D8}"/>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31E88B19-468C-4037-B262-075622BD756A}"/>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9FD3A12A-0BCE-49D5-A782-C20E408562D8}"/>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62A044D-0D0E-4493-ABAE-095758CF4F52}"/>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59438F76-FC08-4745-9368-60B8EFD55E4A}"/>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287A5CFF-9A9F-4D22-A051-9542EC6E7B3D}"/>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164D00C1-60DC-4C72-A3A3-46466FE1DD8D}"/>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0804313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F410281-6EF7-4217-9D80-BD7E36FAB9ED}"/>
              </a:ext>
            </a:extLst>
          </p:cNvPr>
          <p:cNvPicPr>
            <a:picLocks xmlns:a="http://schemas.openxmlformats.org/drawingml/2006/main" noChangeAspect="1"/>
          </p:cNvPicPr>
          <p:nvPr/>
        </p:nvPicPr>
        <p:blipFill>
          <a:blip xmlns:r="http://schemas.openxmlformats.org/officeDocument/2006/relationships" xmlns:a="http://schemas.openxmlformats.org/drawingml/2006/main" r:embed="R6bdadfb961aa4e3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5DEDD5E-1924-4A4F-9C6F-D6FAB25162A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5A2F57-BA7C-4858-865E-8F17400FAFB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66660A1-5081-4395-ADA2-969440DBB4A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477E6B0-887E-4C6F-9769-260ACD367CD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CE2A64E-EA79-4469-BE0E-5FC9C650A61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96B6872A-0F03-45BB-8A5E-5C8D0AA4B077}"/>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F099A797-1AF3-49AC-9BF8-13BCDE5EF576}"/>
              </a:ext>
            </a:extLst>
          </p:cNvPr>
          <p:cNvPicPr>
            <a:picLocks xmlns:a="http://schemas.openxmlformats.org/drawingml/2006/main" noChangeAspect="1"/>
          </p:cNvPicPr>
          <p:nvPr/>
        </p:nvPicPr>
        <p:blipFill>
          <a:blip xmlns:r="http://schemas.openxmlformats.org/officeDocument/2006/relationships" xmlns:a="http://schemas.openxmlformats.org/drawingml/2006/main" r:embed="R52274bb964544251"/>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2462ADCE-A2C3-4F07-98FC-3CF90D812059}"/>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ABB3B1D5-EBB4-4967-9FCB-34D5DCE26EE7}"/>
              </a:ext>
            </a:extLst>
          </p:cNvPr>
          <p:cNvPicPr>
            <a:picLocks xmlns:a="http://schemas.openxmlformats.org/drawingml/2006/main" noChangeAspect="1"/>
          </p:cNvPicPr>
          <p:nvPr/>
        </p:nvPicPr>
        <p:blipFill>
          <a:blip xmlns:r="http://schemas.openxmlformats.org/officeDocument/2006/relationships" xmlns:a="http://schemas.openxmlformats.org/drawingml/2006/main" r:embed="Ra035da942247459e"/>
          <a:stretch xmlns:a="http://schemas.openxmlformats.org/drawingml/2006/main"/>
        </p:blipFill>
        <p:spPr>
          <a:xfrm xmlns:a="http://schemas.openxmlformats.org/drawingml/2006/main">
            <a:off x="6961890" y="7362825"/>
            <a:ext cx="7602720" cy="1000125"/>
          </a:xfrm>
          <a:prstGeom xmlns:a="http://schemas.openxmlformats.org/drawingml/2006/main" prst="rect">
            <a:avLst/>
          </a:prstGeom>
        </p:spPr>
      </p:pic>
    </p:spTree>
    <p:extLst>
      <p:ext uri="{BB962C8B-B14F-4D97-AF65-F5344CB8AC3E}">
        <p14:creationId xmlns:p14="http://schemas.microsoft.com/office/powerpoint/2010/main" val="190107459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AC31B54-6B62-4912-BEBA-4AA45E29F04A}"/>
              </a:ext>
            </a:extLst>
          </p:cNvPr>
          <p:cNvPicPr>
            <a:picLocks xmlns:a="http://schemas.openxmlformats.org/drawingml/2006/main" noChangeAspect="1"/>
          </p:cNvPicPr>
          <p:nvPr/>
        </p:nvPicPr>
        <p:blipFill>
          <a:blip xmlns:r="http://schemas.openxmlformats.org/officeDocument/2006/relationships" xmlns:a="http://schemas.openxmlformats.org/drawingml/2006/main" r:embed="Rb47306122755426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6317846-73BD-4634-91D3-025BCF88BA7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1152696-E21B-45C4-9E9F-E4F4112CB26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CF9FA57-9E2E-4E3D-9EC9-01ED9A57E81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BF8BCD3-673B-4683-8F1B-C9549E3EB6E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6866C68-6CC4-497E-B4D3-E2DC1C21874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9628DA38-7EFA-47C1-9134-EA4A3CD269CC}"/>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C80DC1DB-C60B-473F-8D4C-C176631A3EA7}"/>
              </a:ext>
            </a:extLst>
          </p:cNvPr>
          <p:cNvPicPr>
            <a:picLocks xmlns:a="http://schemas.openxmlformats.org/drawingml/2006/main" noChangeAspect="1"/>
          </p:cNvPicPr>
          <p:nvPr/>
        </p:nvPicPr>
        <p:blipFill>
          <a:blip xmlns:r="http://schemas.openxmlformats.org/officeDocument/2006/relationships" xmlns:a="http://schemas.openxmlformats.org/drawingml/2006/main" r:embed="Rca2fa9d3165345e0"/>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36A48C7-49FE-4AA9-8564-266BC88A3F7B}"/>
              </a:ext>
            </a:extLst>
          </p:cNvPr>
          <p:cNvPicPr>
            <a:picLocks xmlns:a="http://schemas.openxmlformats.org/drawingml/2006/main" noChangeAspect="1"/>
          </p:cNvPicPr>
          <p:nvPr/>
        </p:nvPicPr>
        <p:blipFill>
          <a:blip xmlns:r="http://schemas.openxmlformats.org/officeDocument/2006/relationships" xmlns:a="http://schemas.openxmlformats.org/drawingml/2006/main" r:embed="R6505714d293143d7"/>
          <a:stretch xmlns:a="http://schemas.openxmlformats.org/drawingml/2006/main"/>
        </p:blipFill>
        <p:spPr>
          <a:xfrm xmlns:a="http://schemas.openxmlformats.org/drawingml/2006/main">
            <a:off x="4628096" y="7048500"/>
            <a:ext cx="9050857" cy="1190625"/>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6D9554AA-9462-4D42-9790-501E5175E24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92CD549C-A0AD-495C-A5CC-69438BEE40F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26589208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F81A02F-2E00-4E2B-8E92-F530599D6C7B}"/>
              </a:ext>
            </a:extLst>
          </p:cNvPr>
          <p:cNvPicPr>
            <a:picLocks xmlns:a="http://schemas.openxmlformats.org/drawingml/2006/main" noChangeAspect="1"/>
          </p:cNvPicPr>
          <p:nvPr/>
        </p:nvPicPr>
        <p:blipFill>
          <a:blip xmlns:r="http://schemas.openxmlformats.org/officeDocument/2006/relationships" xmlns:a="http://schemas.openxmlformats.org/drawingml/2006/main" r:embed="R1a93335de00747e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2E8ADB-1A81-4EAF-B097-D16C6105F9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E01789-884D-4005-86B0-FF6372DA51A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6EA55D9-976A-49F5-B988-9D3AFB60FAD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0FE0C3C-B3C0-4631-8ED5-D3B90AF24DF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1DD4C4D-08A6-47F3-85C8-B7B04B9E2A3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76F01869-8800-41B9-B9DA-EC305F13DA66}"/>
              </a:ext>
            </a:extLst>
          </p:cNvPr>
          <p:cNvPicPr>
            <a:picLocks xmlns:a="http://schemas.openxmlformats.org/drawingml/2006/main" noChangeAspect="1"/>
          </p:cNvPicPr>
          <p:nvPr/>
        </p:nvPicPr>
        <p:blipFill>
          <a:blip xmlns:r="http://schemas.openxmlformats.org/officeDocument/2006/relationships" xmlns:a="http://schemas.openxmlformats.org/drawingml/2006/main" r:embed="R791e9b9ee4f94dd1"/>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8447ED7-6B2E-4ACC-843C-9294E437D353}"/>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AC73733F-CDEC-4F6E-B4A2-4B140F7D0C6B}"/>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F4740894-177B-4B2E-A25E-C589BCDA32B1}"/>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59705203-BBB7-4CD0-896C-E66874E8393E}"/>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44558840"/>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051732BE-BC56-4B86-A447-5B5DFC4D7DF8}"/>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40C5F141-1C9F-4444-B2E1-F6498AFE3986}"/>
              </a:ext>
            </a:extLst>
          </p:cNvPr>
          <p:cNvPicPr>
            <a:picLocks xmlns:a="http://schemas.openxmlformats.org/drawingml/2006/main" noChangeAspect="1"/>
          </p:cNvPicPr>
          <p:nvPr/>
        </p:nvPicPr>
        <p:blipFill>
          <a:blip xmlns:r="http://schemas.openxmlformats.org/officeDocument/2006/relationships" xmlns:a="http://schemas.openxmlformats.org/drawingml/2006/main" r:embed="R24e21bc480694c1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804BA5AB-343F-44ED-BF03-764558B722E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0DBDCCDC-0BBB-466F-8AB4-63E7BACD613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FA2E119F-29F0-426B-917F-2F448FE91F3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1199C1BC-ECB1-4970-960E-0896E798B68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60265916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7CF8C68-7E60-4848-8B4C-3FBE7F3EBA8D}"/>
              </a:ext>
            </a:extLst>
          </p:cNvPr>
          <p:cNvPicPr>
            <a:picLocks xmlns:a="http://schemas.openxmlformats.org/drawingml/2006/main" noChangeAspect="1"/>
          </p:cNvPicPr>
          <p:nvPr/>
        </p:nvPicPr>
        <p:blipFill>
          <a:blip xmlns:r="http://schemas.openxmlformats.org/officeDocument/2006/relationships" xmlns:a="http://schemas.openxmlformats.org/drawingml/2006/main" r:embed="R76ebc7c02354485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1EF3FC3-D562-4194-8E29-EF5AB0E6D1B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AC7AA74-A907-47D7-8173-BA3B54539EC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96A0A6C-1AD1-4A5C-B598-ED8CAFC95EB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C625A57-C618-423D-9A6B-D86DCB18AB7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CFA9741-0CDB-410E-AA7F-9C26DCA6CC3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8D8E41DA-3419-4526-8D1A-FF72883CF913}"/>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63DA19BE-585D-4914-BD31-C2C50AE93980}"/>
              </a:ext>
            </a:extLst>
          </p:cNvPr>
          <p:cNvPicPr>
            <a:picLocks xmlns:a="http://schemas.openxmlformats.org/drawingml/2006/main" noChangeAspect="1"/>
          </p:cNvPicPr>
          <p:nvPr/>
        </p:nvPicPr>
        <p:blipFill>
          <a:blip xmlns:r="http://schemas.openxmlformats.org/officeDocument/2006/relationships" xmlns:a="http://schemas.openxmlformats.org/drawingml/2006/main" r:embed="R37ac4beecd2243bb"/>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E3BDF195-F88A-4005-861A-34E1EEBFA40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ADF1CBFA-13D1-4C23-9982-DF220A49922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361AC7B6-8D92-4D5B-AE62-7D1D9335875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538670AC-0C79-49B8-A6AB-75FEE5E2038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10034988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D90280B-D3D3-43EC-88B6-982260BDF0C8}"/>
              </a:ext>
            </a:extLst>
          </p:cNvPr>
          <p:cNvPicPr>
            <a:picLocks xmlns:a="http://schemas.openxmlformats.org/drawingml/2006/main" noChangeAspect="1"/>
          </p:cNvPicPr>
          <p:nvPr/>
        </p:nvPicPr>
        <p:blipFill>
          <a:blip xmlns:r="http://schemas.openxmlformats.org/officeDocument/2006/relationships" xmlns:a="http://schemas.openxmlformats.org/drawingml/2006/main" r:embed="R4101190487c3428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3146CD6-C18C-408B-990F-059D58D7C54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DBCC637-C925-4E7B-89BC-3BBFBEBD125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00094EC-9260-4258-BC2C-C825C9AEA4D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EB23B5E-D09C-4D4F-ABB5-D6D8374C230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589A57B-7B52-4C6E-9D05-F6D62165344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503188DC-AC02-4097-9302-BA829191EB24}"/>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550C164-B69F-494B-937C-2A6903EECDCB}"/>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C69F058-A0D1-480C-B316-0E0DCBD90E1A}"/>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EDCF807-E354-4E28-B7EA-1469D15524DB}"/>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9209E4B-59C5-4DC2-B1B1-30CF42352A72}"/>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10A3B86B-6013-4277-B58F-5D9812A70457}"/>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07B99D0C-E0FB-4ED3-A947-1688DD32CE36}"/>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98325098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2665A60-B248-46D4-83E6-DCD9017133F1}"/>
              </a:ext>
            </a:extLst>
          </p:cNvPr>
          <p:cNvPicPr>
            <a:picLocks xmlns:a="http://schemas.openxmlformats.org/drawingml/2006/main" noChangeAspect="1"/>
          </p:cNvPicPr>
          <p:nvPr/>
        </p:nvPicPr>
        <p:blipFill>
          <a:blip xmlns:r="http://schemas.openxmlformats.org/officeDocument/2006/relationships" xmlns:a="http://schemas.openxmlformats.org/drawingml/2006/main" r:embed="Rc4e379c9e16647b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39DC74A-9F1D-4BB4-B3CC-46AEDFE65F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0449A5-2971-409E-9071-FFEA4544825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D10C848-D066-4249-9008-65633702FE4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A545991-F7A5-44CE-8B64-3F4DBC2C339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ECE9E6D-FE1B-44C1-92C6-EE563A73346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48D88331-AD2C-489B-BCD2-3931B3D194D0}"/>
              </a:ext>
            </a:extLst>
          </p:cNvPr>
          <p:cNvPicPr>
            <a:picLocks xmlns:a="http://schemas.openxmlformats.org/drawingml/2006/main" noChangeAspect="1"/>
          </p:cNvPicPr>
          <p:nvPr/>
        </p:nvPicPr>
        <p:blipFill>
          <a:blip xmlns:r="http://schemas.openxmlformats.org/officeDocument/2006/relationships" xmlns:a="http://schemas.openxmlformats.org/drawingml/2006/main" r:embed="R9747e6b843f741f5"/>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43E070E-7E9F-4E22-BDA5-1D65AA44D6B6}"/>
              </a:ext>
            </a:extLst>
          </p:cNvPr>
          <p:cNvPicPr>
            <a:picLocks xmlns:a="http://schemas.openxmlformats.org/drawingml/2006/main" noChangeAspect="1"/>
          </p:cNvPicPr>
          <p:nvPr/>
        </p:nvPicPr>
        <p:blipFill>
          <a:blip xmlns:r="http://schemas.openxmlformats.org/officeDocument/2006/relationships" xmlns:a="http://schemas.openxmlformats.org/drawingml/2006/main" r:embed="Rba89099b23c24646"/>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39BBE298-1998-439B-B51E-3F39E0F4443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1F86919F-A163-4B5A-8437-39E816D9306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99617871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FAFB56F-1B2F-4DB4-AA16-A2EB2B1BA65B}"/>
              </a:ext>
            </a:extLst>
          </p:cNvPr>
          <p:cNvPicPr>
            <a:picLocks xmlns:a="http://schemas.openxmlformats.org/drawingml/2006/main" noChangeAspect="1"/>
          </p:cNvPicPr>
          <p:nvPr/>
        </p:nvPicPr>
        <p:blipFill>
          <a:blip xmlns:r="http://schemas.openxmlformats.org/officeDocument/2006/relationships" xmlns:a="http://schemas.openxmlformats.org/drawingml/2006/main" r:embed="R869dd4154ddc475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613CC1-0512-45A9-8AD0-EB09DBE93DE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093BFC5-2C40-44E6-8121-E4758837717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D95F06A-34E7-4B75-871E-C9E2D355FA1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AEC58C8-CC53-4C4F-BA66-A83A46050D5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835D625-E694-4074-83CB-8DC990F9FA2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68AC30F9-31DF-4D60-BF84-A828BD498466}"/>
              </a:ext>
            </a:extLst>
          </p:cNvPr>
          <p:cNvPicPr>
            <a:picLocks xmlns:a="http://schemas.openxmlformats.org/drawingml/2006/main" noChangeAspect="1"/>
          </p:cNvPicPr>
          <p:nvPr/>
        </p:nvPicPr>
        <p:blipFill>
          <a:blip xmlns:r="http://schemas.openxmlformats.org/officeDocument/2006/relationships" xmlns:a="http://schemas.openxmlformats.org/drawingml/2006/main" r:embed="R9f182037a5b24ab2"/>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D47AE1E3-2018-47C9-B84D-176F92A7B63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B15BD5BB-169F-4628-9971-B20CF906DED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203814435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6A48885-F221-453E-AE22-08FDC458A5B7}"/>
              </a:ext>
            </a:extLst>
          </p:cNvPr>
          <p:cNvPicPr>
            <a:picLocks xmlns:a="http://schemas.openxmlformats.org/drawingml/2006/main" noChangeAspect="1"/>
          </p:cNvPicPr>
          <p:nvPr/>
        </p:nvPicPr>
        <p:blipFill>
          <a:blip xmlns:r="http://schemas.openxmlformats.org/officeDocument/2006/relationships" xmlns:a="http://schemas.openxmlformats.org/drawingml/2006/main" r:embed="Refa0103752cc4ad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3886D29-454F-46F4-8AA5-094CDDD290B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D76AF2-91AA-4963-8404-F9FADF94E91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454FE53-B254-4C68-85C5-367D3C3079F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D90F8B4-CAB6-4629-A678-27817A8FD5E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0A4F333-2AE5-47E1-B613-0C006305F37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E3BD8F05-28D0-443C-BF7B-8100E7E3B564}"/>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A1347341-CC75-4E10-A9D3-6D5454B399F6}"/>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4BF063FF-DDD7-4688-A0A2-84F23E6CF7C3}"/>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FB0D0EBB-4309-4CCB-B630-CF5867C81A66}"/>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15424B0F-E5C8-4612-B3DB-D2C7AB31DF3C}"/>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91B7F8E3-0723-4422-806C-9A68373F1A5A}"/>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6168079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542940E-B78D-464A-A119-E86D5CC1BCAC}"/>
              </a:ext>
            </a:extLst>
          </p:cNvPr>
          <p:cNvPicPr>
            <a:picLocks xmlns:a="http://schemas.openxmlformats.org/drawingml/2006/main" noChangeAspect="1"/>
          </p:cNvPicPr>
          <p:nvPr/>
        </p:nvPicPr>
        <p:blipFill>
          <a:blip xmlns:r="http://schemas.openxmlformats.org/officeDocument/2006/relationships" xmlns:a="http://schemas.openxmlformats.org/drawingml/2006/main" r:embed="R39e3edb9294f41f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05E23D1-75F0-4A7B-9B66-014CF04B9B1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52D04EA-06BD-4CB9-AA8B-FF8E5D1E532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C4D077C-E452-475C-B5E7-A70EEB333B5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07F56C2-2CB4-43D6-B364-64323386665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FA06BCA-8EA2-424F-A626-A1510BEEC83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110A05C2-99AB-4567-A432-FEBC93E23A6E}"/>
              </a:ext>
            </a:extLst>
          </p:cNvPr>
          <p:cNvPicPr>
            <a:picLocks xmlns:a="http://schemas.openxmlformats.org/drawingml/2006/main" noChangeAspect="1"/>
          </p:cNvPicPr>
          <p:nvPr/>
        </p:nvPicPr>
        <p:blipFill>
          <a:blip xmlns:r="http://schemas.openxmlformats.org/officeDocument/2006/relationships" xmlns:a="http://schemas.openxmlformats.org/drawingml/2006/main" r:embed="R0a20044625974ac8"/>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6B6D3A9F-AB16-4C63-9359-75458D3548BD}"/>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15CC747-525D-4677-8511-3DD0CC6E8438}"/>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F8595FA-CDE2-4254-A69A-5643395B424C}"/>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4947856-ABDF-4544-9020-E2697F0FD96D}"/>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499CEAEE-1E77-4E16-8A9F-6FD96E665616}"/>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B85EE435-6D91-4A40-950C-B78270DA9CBF}"/>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D67A5060-C8FF-4A61-9AF7-4ED6FF8829DB}"/>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15EE7D80-7EA9-46A5-B654-41A5C4EE42F0}"/>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257FF2AF-02EA-4133-8608-52C6ECFD200E}"/>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19340375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623156C-5263-4060-951B-5CEF9EBEB1FF}"/>
              </a:ext>
            </a:extLst>
          </p:cNvPr>
          <p:cNvPicPr>
            <a:picLocks xmlns:a="http://schemas.openxmlformats.org/drawingml/2006/main" noChangeAspect="1"/>
          </p:cNvPicPr>
          <p:nvPr/>
        </p:nvPicPr>
        <p:blipFill>
          <a:blip xmlns:r="http://schemas.openxmlformats.org/officeDocument/2006/relationships" xmlns:a="http://schemas.openxmlformats.org/drawingml/2006/main" r:embed="Re240ed0a695a448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F7DA575-A010-47B9-865B-ABEF50832A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9597D9-12CC-4452-A863-DCC9A1473F5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A3117A5-A435-4E51-859F-65E7EB89C5B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2619681-30CC-4D5D-9820-D4500C35CEF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1B65470-59DD-4DDC-B711-51DC88FCB41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1357505B-0940-4004-B3C7-3F1E34BF15CB}"/>
              </a:ext>
            </a:extLst>
          </p:cNvPr>
          <p:cNvPicPr>
            <a:picLocks xmlns:a="http://schemas.openxmlformats.org/drawingml/2006/main" noChangeAspect="1"/>
          </p:cNvPicPr>
          <p:nvPr/>
        </p:nvPicPr>
        <p:blipFill>
          <a:blip xmlns:r="http://schemas.openxmlformats.org/officeDocument/2006/relationships" xmlns:a="http://schemas.openxmlformats.org/drawingml/2006/main" r:embed="Rc3db84bae9ae4e9d"/>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A1992F1-D02F-4921-BD45-341D0EBF32FE}"/>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D9E39C6A-5B1A-4247-AA52-0D821B99E12F}"/>
              </a:ext>
            </a:extLst>
          </p:cNvPr>
          <p:cNvPicPr>
            <a:picLocks xmlns:a="http://schemas.openxmlformats.org/drawingml/2006/main" noChangeAspect="1"/>
          </p:cNvPicPr>
          <p:nvPr/>
        </p:nvPicPr>
        <p:blipFill>
          <a:blip xmlns:r="http://schemas.openxmlformats.org/officeDocument/2006/relationships" xmlns:a="http://schemas.openxmlformats.org/drawingml/2006/main" r:embed="Re70ad1eca3e54f8a"/>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FA7059D7-50AD-4DA3-BE8B-C2DCA62CE28E}"/>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0F8EBAE0-69EB-47C0-9D70-B87265B5CE09}"/>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C103AE5F-AC41-456D-A8C1-7BD430DECE0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E59B46B8-BEAB-49AF-9DCF-9DD55DC2B28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27546931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D5133DC-1F97-4550-B212-4B07E5B96706}"/>
              </a:ext>
            </a:extLst>
          </p:cNvPr>
          <p:cNvPicPr>
            <a:picLocks xmlns:a="http://schemas.openxmlformats.org/drawingml/2006/main" noChangeAspect="1"/>
          </p:cNvPicPr>
          <p:nvPr/>
        </p:nvPicPr>
        <p:blipFill>
          <a:blip xmlns:r="http://schemas.openxmlformats.org/officeDocument/2006/relationships" xmlns:a="http://schemas.openxmlformats.org/drawingml/2006/main" r:embed="R0903fe0b40934fd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8F8137-79F1-49A2-8280-9EE97C2AE7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10A12C5-B1BE-4E77-9138-4C364F230FC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DFB8F80-8E57-4ABC-A171-DC19DADC77C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01FB0E4-5C59-49D2-B8A8-A26A964022D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9C086CE-3A1F-42DD-B050-1BB812151D4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397640AD-447A-4649-A49B-66BB1CA49B5C}"/>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98F74BE-0663-4CF3-9259-156A1F5101B8}"/>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F2A3C4E-A87B-4505-A724-3121D48F96C6}"/>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704BC5E-CF2A-4DF1-8070-B218E86AD05B}"/>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20A914E-13A9-4D4C-8FEA-D2E9B1576C6C}"/>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999395831"/>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3396BB57-6112-4A55-93D5-7FE40A788F2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E45CBB45-5D9A-461F-913F-095CE2BF694C}"/>
              </a:ext>
            </a:extLst>
          </p:cNvPr>
          <p:cNvPicPr>
            <a:picLocks xmlns:a="http://schemas.openxmlformats.org/drawingml/2006/main" noChangeAspect="1"/>
          </p:cNvPicPr>
          <p:nvPr/>
        </p:nvPicPr>
        <p:blipFill>
          <a:blip xmlns:r="http://schemas.openxmlformats.org/officeDocument/2006/relationships" xmlns:a="http://schemas.openxmlformats.org/drawingml/2006/main" r:embed="R916ad852c8ec401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1BCB50CB-6F53-4845-A3EA-ADB5767DE34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1369F100-AEE5-4D4C-91D6-146FDC34DFF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85EF04A5-F5A6-48AC-8B01-4375C746167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71BE620E-45A0-4589-8EE2-DA881F3B383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59309690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5007C29-2104-4F9F-925D-1321C7A5651B}"/>
              </a:ext>
            </a:extLst>
          </p:cNvPr>
          <p:cNvPicPr>
            <a:picLocks xmlns:a="http://schemas.openxmlformats.org/drawingml/2006/main" noChangeAspect="1"/>
          </p:cNvPicPr>
          <p:nvPr/>
        </p:nvPicPr>
        <p:blipFill>
          <a:blip xmlns:r="http://schemas.openxmlformats.org/officeDocument/2006/relationships" xmlns:a="http://schemas.openxmlformats.org/drawingml/2006/main" r:embed="Rffd67e667441409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E62854F-66E7-483B-9E26-5606F8C105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F438CF1-4335-4950-8C1D-036F9FC1571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E8D8CDD-3C87-48B0-ACCD-D7644BC6A5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19178F9-DAE0-4090-AA76-C9088E826E3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9E0649A8-BE92-4178-A944-427E327D372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CD168106-3722-4018-B820-DE44A32B10AE}"/>
              </a:ext>
            </a:extLst>
          </p:cNvPr>
          <p:cNvPicPr>
            <a:picLocks xmlns:a="http://schemas.openxmlformats.org/drawingml/2006/main" noChangeAspect="1"/>
          </p:cNvPicPr>
          <p:nvPr/>
        </p:nvPicPr>
        <p:blipFill>
          <a:blip xmlns:r="http://schemas.openxmlformats.org/officeDocument/2006/relationships" xmlns:a="http://schemas.openxmlformats.org/drawingml/2006/main" r:embed="R20222bd2ed3a43a6"/>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1187B848-CB85-41BA-8467-EF7055D8AB1E}"/>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F841F95F-2392-461E-844A-1C1E290DE1F2}"/>
              </a:ext>
            </a:extLst>
          </p:cNvPr>
          <p:cNvPicPr>
            <a:picLocks xmlns:a="http://schemas.openxmlformats.org/drawingml/2006/main" noChangeAspect="1"/>
          </p:cNvPicPr>
          <p:nvPr/>
        </p:nvPicPr>
        <p:blipFill>
          <a:blip xmlns:r="http://schemas.openxmlformats.org/officeDocument/2006/relationships" xmlns:a="http://schemas.openxmlformats.org/drawingml/2006/main" r:embed="R34d4ada644f944b3"/>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545DDEE-C72F-4BE8-84BD-8ED23F3F5D29}"/>
              </a:ext>
            </a:extLst>
          </p:cNvPr>
          <p:cNvPicPr>
            <a:picLocks xmlns:a="http://schemas.openxmlformats.org/drawingml/2006/main" noChangeAspect="1"/>
          </p:cNvPicPr>
          <p:nvPr/>
        </p:nvPicPr>
        <p:blipFill>
          <a:blip xmlns:r="http://schemas.openxmlformats.org/officeDocument/2006/relationships" xmlns:a="http://schemas.openxmlformats.org/drawingml/2006/main" r:embed="Rf0ce0c872fff4287"/>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A6D0AF17-EC2B-46FB-B19A-B1207BBA261F}"/>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00D67BE9-7CF9-4098-AC03-74F07F064640}"/>
              </a:ext>
            </a:extLst>
          </p:cNvPr>
          <p:cNvPicPr>
            <a:picLocks xmlns:a="http://schemas.openxmlformats.org/drawingml/2006/main" noChangeAspect="1"/>
          </p:cNvPicPr>
          <p:nvPr/>
        </p:nvPicPr>
        <p:blipFill>
          <a:blip xmlns:r="http://schemas.openxmlformats.org/officeDocument/2006/relationships" xmlns:a="http://schemas.openxmlformats.org/drawingml/2006/main" r:embed="R3ddedd648a064f07"/>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98713373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472C64D-60A0-4EDC-93BC-50E76AAD015B}"/>
              </a:ext>
            </a:extLst>
          </p:cNvPr>
          <p:cNvPicPr>
            <a:picLocks xmlns:a="http://schemas.openxmlformats.org/drawingml/2006/main" noChangeAspect="1"/>
          </p:cNvPicPr>
          <p:nvPr/>
        </p:nvPicPr>
        <p:blipFill>
          <a:blip xmlns:r="http://schemas.openxmlformats.org/officeDocument/2006/relationships" xmlns:a="http://schemas.openxmlformats.org/drawingml/2006/main" r:embed="Re64ba925bcb144a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1664D0D-8599-4425-AF26-05BEED5EEE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A607F45-35D8-43DC-AB3A-3D68F8FD939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7686A28-1ACF-4CA6-83A7-55FAA8EBC40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F09C1C0-7228-48B5-B04A-36B679186E3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E7826C3B-204F-49A9-88EA-676FE20E3A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1FA39BE0-647A-4BDA-9527-8357261BDAA2}"/>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6C04E006-3775-4A85-A3CC-B9D440FFA572}"/>
              </a:ext>
            </a:extLst>
          </p:cNvPr>
          <p:cNvPicPr>
            <a:picLocks xmlns:a="http://schemas.openxmlformats.org/drawingml/2006/main" noChangeAspect="1"/>
          </p:cNvPicPr>
          <p:nvPr/>
        </p:nvPicPr>
        <p:blipFill>
          <a:blip xmlns:r="http://schemas.openxmlformats.org/officeDocument/2006/relationships" xmlns:a="http://schemas.openxmlformats.org/drawingml/2006/main" r:embed="R12728273d7e84ca3"/>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E124B3B-76BD-45A0-A6EB-772335927D50}"/>
              </a:ext>
            </a:extLst>
          </p:cNvPr>
          <p:cNvPicPr>
            <a:picLocks xmlns:a="http://schemas.openxmlformats.org/drawingml/2006/main" noChangeAspect="1"/>
          </p:cNvPicPr>
          <p:nvPr/>
        </p:nvPicPr>
        <p:blipFill>
          <a:blip xmlns:r="http://schemas.openxmlformats.org/officeDocument/2006/relationships" xmlns:a="http://schemas.openxmlformats.org/drawingml/2006/main" r:embed="Race0657dda5e4cb2"/>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E1C44205-5CE3-4D7B-9611-F361F1B6378B}"/>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25FFB67-FA55-41A1-8193-76C77B9993D8}"/>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78BEE5D6-C3B5-498C-9656-C87868CA9764}"/>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F92F287-91B4-4CFB-A78E-A2A6D5D22863}"/>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7149487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1473FD8-1C53-45F4-9AF1-2680B7332C52}"/>
              </a:ext>
            </a:extLst>
          </p:cNvPr>
          <p:cNvPicPr>
            <a:picLocks xmlns:a="http://schemas.openxmlformats.org/drawingml/2006/main" noChangeAspect="1"/>
          </p:cNvPicPr>
          <p:nvPr/>
        </p:nvPicPr>
        <p:blipFill>
          <a:blip xmlns:r="http://schemas.openxmlformats.org/officeDocument/2006/relationships" xmlns:a="http://schemas.openxmlformats.org/drawingml/2006/main" r:embed="Rfe6f08b6c2ee4e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C04A5F-2BCD-452B-BEDE-B1FE4DEB8C7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0CC3379-6F2F-4727-92B2-642A545E88E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1379C43-2B34-4411-A594-0C38EC057D5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20CEF1B-6191-4F02-BFDB-F5D1FEACBB4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1CF3BDD-91B8-4F56-B0DD-0D283E261AF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EC1F1738-380F-4BAA-9FB4-90621236CF9C}"/>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7714B8BE-5AA6-44D2-8130-17DA89DFE480}"/>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F5187E6D-57E2-48C0-9759-452AA21EBE09}"/>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BF7E828B-5F06-4FA4-ABC6-9DAFD1E22143}"/>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6AFB24A6-3BC1-4EDE-9F0E-05D50E5AB0CC}"/>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B45096A8-55B2-4928-BB53-616EA3BB26F8}"/>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F0204E20-FEF8-4250-9894-E2C44F06405E}"/>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87261389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69FD855-A1D2-4AF4-886D-2AD0CC68F6D8}"/>
              </a:ext>
            </a:extLst>
          </p:cNvPr>
          <p:cNvPicPr>
            <a:picLocks xmlns:a="http://schemas.openxmlformats.org/drawingml/2006/main" noChangeAspect="1"/>
          </p:cNvPicPr>
          <p:nvPr/>
        </p:nvPicPr>
        <p:blipFill>
          <a:blip xmlns:r="http://schemas.openxmlformats.org/officeDocument/2006/relationships" xmlns:a="http://schemas.openxmlformats.org/drawingml/2006/main" r:embed="Rae1279cedb5b40d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0F53FE2-EB40-487D-A6A2-429468B4942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8ACB13-A73A-488A-8067-5046DB86004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6BD3134-2BCB-4806-A4A5-D53BAD3F01D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320EAEF-E5D2-41B4-BFB6-DE4172D496D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0C2FE6E-D733-4DE3-A3A1-E916E53148B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5A2F40D4-6E32-455C-97ED-29425E256709}"/>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C41BDF6-E03E-4B78-9108-BF1EEFF41292}"/>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FB1AE3D-C14C-4D35-9CB1-04300E3B9378}"/>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869165C-47A4-4DEB-B875-262A545A3DC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91DADF8-86F7-46D6-862B-C6FAEBA06FDE}"/>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89CD49B-40EB-4551-99A3-0641E27DA593}"/>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67612318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AC4DD46-5AE6-4917-863F-6B7B6BAB1DE7}"/>
              </a:ext>
            </a:extLst>
          </p:cNvPr>
          <p:cNvPicPr>
            <a:picLocks xmlns:a="http://schemas.openxmlformats.org/drawingml/2006/main" noChangeAspect="1"/>
          </p:cNvPicPr>
          <p:nvPr/>
        </p:nvPicPr>
        <p:blipFill>
          <a:blip xmlns:r="http://schemas.openxmlformats.org/officeDocument/2006/relationships" xmlns:a="http://schemas.openxmlformats.org/drawingml/2006/main" r:embed="R1c8809057b0a498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A6AF69E-E149-467D-B66C-FF4E294E709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CCB2245-ABF3-477E-8BFD-7B07FC6AC5B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6B44467-CA44-4DC5-A30C-F02DF7426FB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582B526-8637-4CC9-864A-C638FDA34D4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A2FA2B0-5C3D-408D-81E9-5DB0BFDF3A4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225170A8-ACBF-4A58-8930-AC348222BEC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8E439C5-DD68-45F5-B7B9-97AFF311A64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7EDD1B92-F70A-4DDF-B62A-EC78948917F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516C0ABF-CFDD-487A-9756-A0C5227C354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01E24404-2627-46C4-8D65-E724996E385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3B1C7E3-C767-4751-8DAA-4444AAC97ED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34455092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B63CBA3-B86B-44DA-8EEE-B76EC9034004}"/>
              </a:ext>
            </a:extLst>
          </p:cNvPr>
          <p:cNvPicPr>
            <a:picLocks xmlns:a="http://schemas.openxmlformats.org/drawingml/2006/main" noChangeAspect="1"/>
          </p:cNvPicPr>
          <p:nvPr/>
        </p:nvPicPr>
        <p:blipFill>
          <a:blip xmlns:r="http://schemas.openxmlformats.org/officeDocument/2006/relationships" xmlns:a="http://schemas.openxmlformats.org/drawingml/2006/main" r:embed="R762fb754e59a421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391333-6536-4F43-A5FC-0D6EF4C613D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D9725B-46F4-421D-A1F0-AF422B5C6AB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DFC3290-7B1D-417F-A204-2E655B04861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F8EDE9C-282E-4FAB-B3EC-7442C95DAFD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2369832-7587-4270-84CC-E074B3F4542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8C87EF5B-B892-4245-81FA-EF2E9E661D38}"/>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8F6E508-96E6-4822-8B11-E9BD5E1E3A2E}"/>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01F846A-4685-4CA3-BBE6-1D2328D5758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E5F97FF-619E-49E5-A14C-739F3B7BB91A}"/>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1CFAE07-0801-47D9-9CF9-56DE6BA6D523}"/>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D5B4D37-974D-4BAD-9C16-75050C56E39F}"/>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52265005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810BDC2-081C-48E4-9243-605E3167B4E2}"/>
              </a:ext>
            </a:extLst>
          </p:cNvPr>
          <p:cNvPicPr>
            <a:picLocks xmlns:a="http://schemas.openxmlformats.org/drawingml/2006/main" noChangeAspect="1"/>
          </p:cNvPicPr>
          <p:nvPr/>
        </p:nvPicPr>
        <p:blipFill>
          <a:blip xmlns:r="http://schemas.openxmlformats.org/officeDocument/2006/relationships" xmlns:a="http://schemas.openxmlformats.org/drawingml/2006/main" r:embed="Rfaf0aa41bd35480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18294B-AD06-4A07-A991-59D381B55A6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8E2E5C-FAD1-4304-B2D9-DF340262992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62A8A72-B6A3-4114-83DF-5C53FBEEF19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4E9A584-B6B4-42AD-9724-E15160F15F0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351FD83-9A48-481F-BC49-BF56BD6634F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2099291A-E491-43A8-AAA0-3F90C22B3088}"/>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EBDDCD4-DE1F-44F8-A57A-31865B155FAC}"/>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0579C9DD-9937-4958-808F-98E60F694EDD}"/>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6A830CEF-E38D-4BFE-920E-AF07218BACA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C33E785A-CD4A-4BB9-8D94-741CA681ED32}"/>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07B41CDD-2239-4FEA-83EC-EC899BC75B8B}"/>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74310957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0DC6D92-4475-4F10-9D7C-1B5530084ADF}"/>
              </a:ext>
            </a:extLst>
          </p:cNvPr>
          <p:cNvPicPr>
            <a:picLocks xmlns:a="http://schemas.openxmlformats.org/drawingml/2006/main" noChangeAspect="1"/>
          </p:cNvPicPr>
          <p:nvPr/>
        </p:nvPicPr>
        <p:blipFill>
          <a:blip xmlns:r="http://schemas.openxmlformats.org/officeDocument/2006/relationships" xmlns:a="http://schemas.openxmlformats.org/drawingml/2006/main" r:embed="R39872969084b495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0E7947C-B618-44E8-B706-AB6A99CCAC9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EE1C52A-335E-4AAD-9F33-59D9C403106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25295C7-50DB-4B44-85FD-B7DF95A7289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5E737306-8A59-4FAD-ACC8-F5A15C2DCDF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0F541BEC-F5A0-48B8-9381-96C05BECBEB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BCE192BA-A4C8-40C1-858A-EDB5A62A9DC1}"/>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093A3F91-2932-4C16-AE2F-D09FC8EE6EA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29EBD018-21BA-45BA-A946-6DEDDBC48AE3}"/>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2FF9759F-804C-407B-9A47-2575434B24E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B4FB02EC-3130-4EEF-ACC1-BE14B41B2E7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5C3269F7-0E67-4154-97F4-6FD6817BA01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68750800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2D1ACE9-538D-499E-B397-10DA5ECA94CB}"/>
              </a:ext>
            </a:extLst>
          </p:cNvPr>
          <p:cNvPicPr>
            <a:picLocks xmlns:a="http://schemas.openxmlformats.org/drawingml/2006/main" noChangeAspect="1"/>
          </p:cNvPicPr>
          <p:nvPr/>
        </p:nvPicPr>
        <p:blipFill>
          <a:blip xmlns:r="http://schemas.openxmlformats.org/officeDocument/2006/relationships" xmlns:a="http://schemas.openxmlformats.org/drawingml/2006/main" r:embed="R515039572c0f4e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4682A2C-EFB3-4CE1-9DBE-7500C144FD1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FC021F6-EFF0-47C5-A81A-2DDF3150B4A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2BB87A0-9CAA-41C5-BC9D-80F85E1F528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5A7EEB08-A920-40BF-9268-ABFB96253CA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C7CD12C6-BCEF-4552-95F1-7CF6494C108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C231E8BD-D06C-4922-B23D-89404112526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8941266-56D9-4E04-96C8-E95FE2525486}"/>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0CF62211-7065-441B-8EAB-6D6F9E5DCBD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4D350648-74B6-452C-B971-6059F868A61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8018D09E-3466-4497-8719-F87CC6F4CF52}"/>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8ECB6A36-A6C9-48C2-8263-5AB92459B89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0486771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2026-10-27T13:59:47.0890000Z</dcterms:created>
  <dcterms:modified xsi:type="dcterms:W3CDTF">2026-10-27T13:59:47.0890000Z</dcterms:modified>
</coreProperties>
</file>