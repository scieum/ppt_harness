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abf75c91d04b82" /><Relationship Type="http://schemas.openxmlformats.org/officeDocument/2006/relationships/extended-properties" Target="/docProps/app.xml" Id="R49eedf862c994454" /><Relationship Type="http://schemas.openxmlformats.org/officeDocument/2006/relationships/officeDocument" Target="/ppt/presentation.xml" Id="Rd09b2259b85c4677" /></Relationships>
</file>

<file path=ppt/presentation.xml><?xml version="1.0" encoding="utf-8"?>
<p:presentation xmlns:p="http://schemas.openxmlformats.org/presentationml/2006/main">
  <p:sldMasterIdLst>
    <p:sldMasterId xmlns:r="http://schemas.openxmlformats.org/officeDocument/2006/relationships" id="2147483648" r:id="Rc136c66facd649ce"/>
  </p:sldMasterIdLst>
  <p:notesMasterIdLst>
    <p:notesMasterId xmlns:r="http://schemas.openxmlformats.org/officeDocument/2006/relationships" r:id="R5d835e894f124fef"/>
  </p:notesMasterIdLst>
  <p:sldIdLst>
    <p:sldId xmlns:r="http://schemas.openxmlformats.org/officeDocument/2006/relationships" id="256" r:id="R11d1b1bfdf2a415f"/>
    <p:sldId xmlns:r="http://schemas.openxmlformats.org/officeDocument/2006/relationships" id="257" r:id="Rc1872e9d4177415f"/>
    <p:sldId xmlns:r="http://schemas.openxmlformats.org/officeDocument/2006/relationships" id="258" r:id="R7da4c0366ca34cac"/>
    <p:sldId xmlns:r="http://schemas.openxmlformats.org/officeDocument/2006/relationships" id="259" r:id="R6dba213ac9fe494f"/>
    <p:sldId xmlns:r="http://schemas.openxmlformats.org/officeDocument/2006/relationships" id="260" r:id="R4d93062b166143dc"/>
    <p:sldId xmlns:r="http://schemas.openxmlformats.org/officeDocument/2006/relationships" id="261" r:id="R2fbd9805d0be45a7"/>
    <p:sldId xmlns:r="http://schemas.openxmlformats.org/officeDocument/2006/relationships" id="262" r:id="R680564392fcd4bf2"/>
    <p:sldId xmlns:r="http://schemas.openxmlformats.org/officeDocument/2006/relationships" id="263" r:id="R7965ef08c86d41d7"/>
    <p:sldId xmlns:r="http://schemas.openxmlformats.org/officeDocument/2006/relationships" id="264" r:id="R6ef8877cd7424c85"/>
    <p:sldId xmlns:r="http://schemas.openxmlformats.org/officeDocument/2006/relationships" id="265" r:id="Rf2d4cd6426ff4852"/>
    <p:sldId xmlns:r="http://schemas.openxmlformats.org/officeDocument/2006/relationships" id="266" r:id="Rcc67325fa4244b72"/>
    <p:sldId xmlns:r="http://schemas.openxmlformats.org/officeDocument/2006/relationships" id="267" r:id="Rc0fc10acebaf4471"/>
    <p:sldId xmlns:r="http://schemas.openxmlformats.org/officeDocument/2006/relationships" id="268" r:id="R9d503a4dc8324f71"/>
    <p:sldId xmlns:r="http://schemas.openxmlformats.org/officeDocument/2006/relationships" id="269" r:id="R85c9a93915494ae1"/>
    <p:sldId xmlns:r="http://schemas.openxmlformats.org/officeDocument/2006/relationships" id="270" r:id="R609b72a2b98e457d"/>
    <p:sldId xmlns:r="http://schemas.openxmlformats.org/officeDocument/2006/relationships" id="271" r:id="Rd748a1a74f8948df"/>
    <p:sldId xmlns:r="http://schemas.openxmlformats.org/officeDocument/2006/relationships" id="272" r:id="Rd959cb1fb6b44a38"/>
    <p:sldId xmlns:r="http://schemas.openxmlformats.org/officeDocument/2006/relationships" id="273" r:id="Rfc989d9c9c234616"/>
    <p:sldId xmlns:r="http://schemas.openxmlformats.org/officeDocument/2006/relationships" id="274" r:id="Re9a51fec64d24afd"/>
    <p:sldId xmlns:r="http://schemas.openxmlformats.org/officeDocument/2006/relationships" id="275" r:id="R7f85bc598c794ee1"/>
    <p:sldId xmlns:r="http://schemas.openxmlformats.org/officeDocument/2006/relationships" id="276" r:id="R9b80535c562f4b29"/>
    <p:sldId xmlns:r="http://schemas.openxmlformats.org/officeDocument/2006/relationships" id="277" r:id="Ree4827fdcb0941bf"/>
    <p:sldId xmlns:r="http://schemas.openxmlformats.org/officeDocument/2006/relationships" id="278" r:id="R315756a8fb2b4a5a"/>
    <p:sldId xmlns:r="http://schemas.openxmlformats.org/officeDocument/2006/relationships" id="279" r:id="R27d53443e0624d5c"/>
    <p:sldId xmlns:r="http://schemas.openxmlformats.org/officeDocument/2006/relationships" id="280" r:id="R1d21a42865b04d86"/>
    <p:sldId xmlns:r="http://schemas.openxmlformats.org/officeDocument/2006/relationships" id="281" r:id="R226267fdb92741ab"/>
    <p:sldId xmlns:r="http://schemas.openxmlformats.org/officeDocument/2006/relationships" id="282" r:id="Rf5c9c2e4427f463e"/>
    <p:sldId xmlns:r="http://schemas.openxmlformats.org/officeDocument/2006/relationships" id="283" r:id="Re9b510cb22e84fa8"/>
    <p:sldId xmlns:r="http://schemas.openxmlformats.org/officeDocument/2006/relationships" id="284" r:id="Re7bef5d9738e49f1"/>
    <p:sldId xmlns:r="http://schemas.openxmlformats.org/officeDocument/2006/relationships" id="285" r:id="Racbb2d9c9f8f4ed8"/>
    <p:sldId xmlns:r="http://schemas.openxmlformats.org/officeDocument/2006/relationships" id="286" r:id="Rd9b3764e9af74db9"/>
    <p:sldId xmlns:r="http://schemas.openxmlformats.org/officeDocument/2006/relationships" id="287" r:id="R3d8c9cb90d524070"/>
    <p:sldId xmlns:r="http://schemas.openxmlformats.org/officeDocument/2006/relationships" id="288" r:id="Rc19df329e2154015"/>
    <p:sldId xmlns:r="http://schemas.openxmlformats.org/officeDocument/2006/relationships" id="289" r:id="Rc3f4fa68f62a4a7c"/>
    <p:sldId xmlns:r="http://schemas.openxmlformats.org/officeDocument/2006/relationships" id="290" r:id="Re01585c6ccd24527"/>
    <p:sldId xmlns:r="http://schemas.openxmlformats.org/officeDocument/2006/relationships" id="291" r:id="R634e084803ec4164"/>
    <p:sldId xmlns:r="http://schemas.openxmlformats.org/officeDocument/2006/relationships" id="292" r:id="R5657d521dbfa4c96"/>
    <p:sldId xmlns:r="http://schemas.openxmlformats.org/officeDocument/2006/relationships" id="293" r:id="R8f43ccca08c64435"/>
    <p:sldId xmlns:r="http://schemas.openxmlformats.org/officeDocument/2006/relationships" id="294" r:id="R432dd4c6c0434815"/>
    <p:sldId xmlns:r="http://schemas.openxmlformats.org/officeDocument/2006/relationships" id="295" r:id="Re9125e9c19974858"/>
    <p:sldId xmlns:r="http://schemas.openxmlformats.org/officeDocument/2006/relationships" id="296" r:id="R16a0417c06564caf"/>
    <p:sldId xmlns:r="http://schemas.openxmlformats.org/officeDocument/2006/relationships" id="297" r:id="Rc3e0c6f11c7540b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c37369cf12448f" /><Relationship Type="http://schemas.openxmlformats.org/officeDocument/2006/relationships/slideMaster" Target="/ppt/slideMasters/slideMaster1.xml" Id="Rc136c66facd649ce" /><Relationship Type="http://schemas.openxmlformats.org/officeDocument/2006/relationships/notesMaster" Target="/ppt/notesMasters/notesMaster1.xml" Id="R5d835e894f124fef" /><Relationship Type="http://schemas.openxmlformats.org/officeDocument/2006/relationships/presProps" Target="/ppt/presProps.xml" Id="R05494c413cb94e2d" /><Relationship Type="http://schemas.openxmlformats.org/officeDocument/2006/relationships/tableStyles" Target="/ppt/tableStyles.xml" Id="Rf1e25904bc7845b0" /><Relationship Type="http://schemas.openxmlformats.org/officeDocument/2006/relationships/slide" Target="/ppt/slides/slide1.xml" Id="R11d1b1bfdf2a415f" /><Relationship Type="http://schemas.openxmlformats.org/officeDocument/2006/relationships/slide" Target="/ppt/slides/slide2.xml" Id="Rc1872e9d4177415f" /><Relationship Type="http://schemas.openxmlformats.org/officeDocument/2006/relationships/slide" Target="/ppt/slides/slide3.xml" Id="R7da4c0366ca34cac" /><Relationship Type="http://schemas.openxmlformats.org/officeDocument/2006/relationships/slide" Target="/ppt/slides/slide4.xml" Id="R6dba213ac9fe494f" /><Relationship Type="http://schemas.openxmlformats.org/officeDocument/2006/relationships/slide" Target="/ppt/slides/slide5.xml" Id="R4d93062b166143dc" /><Relationship Type="http://schemas.openxmlformats.org/officeDocument/2006/relationships/slide" Target="/ppt/slides/slide6.xml" Id="R2fbd9805d0be45a7" /><Relationship Type="http://schemas.openxmlformats.org/officeDocument/2006/relationships/slide" Target="/ppt/slides/slide7.xml" Id="R680564392fcd4bf2" /><Relationship Type="http://schemas.openxmlformats.org/officeDocument/2006/relationships/slide" Target="/ppt/slides/slide8.xml" Id="R7965ef08c86d41d7" /><Relationship Type="http://schemas.openxmlformats.org/officeDocument/2006/relationships/slide" Target="/ppt/slides/slide9.xml" Id="R6ef8877cd7424c85" /><Relationship Type="http://schemas.openxmlformats.org/officeDocument/2006/relationships/slide" Target="/ppt/slides/slide10.xml" Id="Rf2d4cd6426ff4852" /><Relationship Type="http://schemas.openxmlformats.org/officeDocument/2006/relationships/slide" Target="/ppt/slides/slide11.xml" Id="Rcc67325fa4244b72" /><Relationship Type="http://schemas.openxmlformats.org/officeDocument/2006/relationships/slide" Target="/ppt/slides/slide12.xml" Id="Rc0fc10acebaf4471" /><Relationship Type="http://schemas.openxmlformats.org/officeDocument/2006/relationships/slide" Target="/ppt/slides/slide13.xml" Id="R9d503a4dc8324f71" /><Relationship Type="http://schemas.openxmlformats.org/officeDocument/2006/relationships/slide" Target="/ppt/slides/slide14.xml" Id="R85c9a93915494ae1" /><Relationship Type="http://schemas.openxmlformats.org/officeDocument/2006/relationships/slide" Target="/ppt/slides/slide15.xml" Id="R609b72a2b98e457d" /><Relationship Type="http://schemas.openxmlformats.org/officeDocument/2006/relationships/slide" Target="/ppt/slides/slide16.xml" Id="Rd748a1a74f8948df" /><Relationship Type="http://schemas.openxmlformats.org/officeDocument/2006/relationships/slide" Target="/ppt/slides/slide17.xml" Id="Rd959cb1fb6b44a38" /><Relationship Type="http://schemas.openxmlformats.org/officeDocument/2006/relationships/slide" Target="/ppt/slides/slide18.xml" Id="Rfc989d9c9c234616" /><Relationship Type="http://schemas.openxmlformats.org/officeDocument/2006/relationships/slide" Target="/ppt/slides/slide19.xml" Id="Re9a51fec64d24afd" /><Relationship Type="http://schemas.openxmlformats.org/officeDocument/2006/relationships/slide" Target="/ppt/slides/slide20.xml" Id="R7f85bc598c794ee1" /><Relationship Type="http://schemas.openxmlformats.org/officeDocument/2006/relationships/slide" Target="/ppt/slides/slide21.xml" Id="R9b80535c562f4b29" /><Relationship Type="http://schemas.openxmlformats.org/officeDocument/2006/relationships/slide" Target="/ppt/slides/slide22.xml" Id="Ree4827fdcb0941bf" /><Relationship Type="http://schemas.openxmlformats.org/officeDocument/2006/relationships/slide" Target="/ppt/slides/slide23.xml" Id="R315756a8fb2b4a5a" /><Relationship Type="http://schemas.openxmlformats.org/officeDocument/2006/relationships/slide" Target="/ppt/slides/slide24.xml" Id="R27d53443e0624d5c" /><Relationship Type="http://schemas.openxmlformats.org/officeDocument/2006/relationships/slide" Target="/ppt/slides/slide25.xml" Id="R1d21a42865b04d86" /><Relationship Type="http://schemas.openxmlformats.org/officeDocument/2006/relationships/slide" Target="/ppt/slides/slide26.xml" Id="R226267fdb92741ab" /><Relationship Type="http://schemas.openxmlformats.org/officeDocument/2006/relationships/slide" Target="/ppt/slides/slide27.xml" Id="Rf5c9c2e4427f463e" /><Relationship Type="http://schemas.openxmlformats.org/officeDocument/2006/relationships/slide" Target="/ppt/slides/slide28.xml" Id="Re9b510cb22e84fa8" /><Relationship Type="http://schemas.openxmlformats.org/officeDocument/2006/relationships/slide" Target="/ppt/slides/slide29.xml" Id="Re7bef5d9738e49f1" /><Relationship Type="http://schemas.openxmlformats.org/officeDocument/2006/relationships/slide" Target="/ppt/slides/slide30.xml" Id="Racbb2d9c9f8f4ed8" /><Relationship Type="http://schemas.openxmlformats.org/officeDocument/2006/relationships/slide" Target="/ppt/slides/slide31.xml" Id="Rd9b3764e9af74db9" /><Relationship Type="http://schemas.openxmlformats.org/officeDocument/2006/relationships/slide" Target="/ppt/slides/slide32.xml" Id="R3d8c9cb90d524070" /><Relationship Type="http://schemas.openxmlformats.org/officeDocument/2006/relationships/slide" Target="/ppt/slides/slide33.xml" Id="Rc19df329e2154015" /><Relationship Type="http://schemas.openxmlformats.org/officeDocument/2006/relationships/slide" Target="/ppt/slides/slide34.xml" Id="Rc3f4fa68f62a4a7c" /><Relationship Type="http://schemas.openxmlformats.org/officeDocument/2006/relationships/slide" Target="/ppt/slides/slide35.xml" Id="Re01585c6ccd24527" /><Relationship Type="http://schemas.openxmlformats.org/officeDocument/2006/relationships/slide" Target="/ppt/slides/slide36.xml" Id="R634e084803ec4164" /><Relationship Type="http://schemas.openxmlformats.org/officeDocument/2006/relationships/slide" Target="/ppt/slides/slide37.xml" Id="R5657d521dbfa4c96" /><Relationship Type="http://schemas.openxmlformats.org/officeDocument/2006/relationships/slide" Target="/ppt/slides/slide38.xml" Id="R8f43ccca08c64435" /><Relationship Type="http://schemas.openxmlformats.org/officeDocument/2006/relationships/slide" Target="/ppt/slides/slide39.xml" Id="R432dd4c6c0434815" /><Relationship Type="http://schemas.openxmlformats.org/officeDocument/2006/relationships/slide" Target="/ppt/slides/slide40.xml" Id="Re9125e9c19974858" /><Relationship Type="http://schemas.openxmlformats.org/officeDocument/2006/relationships/slide" Target="/ppt/slides/slide41.xml" Id="R16a0417c06564caf" /><Relationship Type="http://schemas.openxmlformats.org/officeDocument/2006/relationships/slide" Target="/ppt/slides/slide42.xml" Id="Rc3e0c6f11c7540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9db0c86a2648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a03fbee4c34407" /><Relationship Type="http://schemas.openxmlformats.org/officeDocument/2006/relationships/notesMaster" Target="/ppt/notesMasters/notesMaster1.xml" Id="R2967453067e042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76381c31034516" /><Relationship Type="http://schemas.openxmlformats.org/officeDocument/2006/relationships/notesMaster" Target="/ppt/notesMasters/notesMaster1.xml" Id="Rfe4ddd43465e45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2cf0ee0a374c26" /><Relationship Type="http://schemas.openxmlformats.org/officeDocument/2006/relationships/notesMaster" Target="/ppt/notesMasters/notesMaster1.xml" Id="R1d5b0dbd499440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15fcbea7414e4c" /><Relationship Type="http://schemas.openxmlformats.org/officeDocument/2006/relationships/notesMaster" Target="/ppt/notesMasters/notesMaster1.xml" Id="R6a32b30985a24b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87954782044b1b" /><Relationship Type="http://schemas.openxmlformats.org/officeDocument/2006/relationships/notesMaster" Target="/ppt/notesMasters/notesMaster1.xml" Id="R4d4f4a655a724de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872f5ea52d4f3e" /><Relationship Type="http://schemas.openxmlformats.org/officeDocument/2006/relationships/notesMaster" Target="/ppt/notesMasters/notesMaster1.xml" Id="Ra44a0648af174a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f045913e45481e" /><Relationship Type="http://schemas.openxmlformats.org/officeDocument/2006/relationships/notesMaster" Target="/ppt/notesMasters/notesMaster1.xml" Id="R126fb8e54c754b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d706c402294d6b" /><Relationship Type="http://schemas.openxmlformats.org/officeDocument/2006/relationships/notesMaster" Target="/ppt/notesMasters/notesMaster1.xml" Id="Rbebc70264c0b4d7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efba3d8c3d40ac" /><Relationship Type="http://schemas.openxmlformats.org/officeDocument/2006/relationships/notesMaster" Target="/ppt/notesMasters/notesMaster1.xml" Id="R8cfadc08b04548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5c5a3fbf01454c" /><Relationship Type="http://schemas.openxmlformats.org/officeDocument/2006/relationships/notesMaster" Target="/ppt/notesMasters/notesMaster1.xml" Id="Re792012e21b64fc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3c15aacaec4fea" /><Relationship Type="http://schemas.openxmlformats.org/officeDocument/2006/relationships/notesMaster" Target="/ppt/notesMasters/notesMaster1.xml" Id="R2a70dbd0c80c4d4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cea13f0490f41ad" /><Relationship Type="http://schemas.openxmlformats.org/officeDocument/2006/relationships/notesMaster" Target="/ppt/notesMasters/notesMaster1.xml" Id="R9e99e5c1140f4ed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5a00db3bd0d42aa" /><Relationship Type="http://schemas.openxmlformats.org/officeDocument/2006/relationships/notesMaster" Target="/ppt/notesMasters/notesMaster1.xml" Id="R36582d636361413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01466c984834eab" /><Relationship Type="http://schemas.openxmlformats.org/officeDocument/2006/relationships/notesMaster" Target="/ppt/notesMasters/notesMaster1.xml" Id="R15f2af401a15455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476b76eaf454ad1" /><Relationship Type="http://schemas.openxmlformats.org/officeDocument/2006/relationships/notesMaster" Target="/ppt/notesMasters/notesMaster1.xml" Id="R23033bc3ca644e8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172fcc6ec2f4629" /><Relationship Type="http://schemas.openxmlformats.org/officeDocument/2006/relationships/notesMaster" Target="/ppt/notesMasters/notesMaster1.xml" Id="R49627fe14cf548d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23b62851f254f26" /><Relationship Type="http://schemas.openxmlformats.org/officeDocument/2006/relationships/notesMaster" Target="/ppt/notesMasters/notesMaster1.xml" Id="R5782eb13b94b48a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bab4013a80c4fb2" /><Relationship Type="http://schemas.openxmlformats.org/officeDocument/2006/relationships/notesMaster" Target="/ppt/notesMasters/notesMaster1.xml" Id="R911a5439c6d44a3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81c20c2e9f044d9" /><Relationship Type="http://schemas.openxmlformats.org/officeDocument/2006/relationships/notesMaster" Target="/ppt/notesMasters/notesMaster1.xml" Id="Rbc166d80dfa34f5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6707e6d3d754f2a" /><Relationship Type="http://schemas.openxmlformats.org/officeDocument/2006/relationships/notesMaster" Target="/ppt/notesMasters/notesMaster1.xml" Id="Rab66cad63a21424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cfa94fb4e554933" /><Relationship Type="http://schemas.openxmlformats.org/officeDocument/2006/relationships/notesMaster" Target="/ppt/notesMasters/notesMaster1.xml" Id="R961f407f68db46d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e820183979d419f" /><Relationship Type="http://schemas.openxmlformats.org/officeDocument/2006/relationships/notesMaster" Target="/ppt/notesMasters/notesMaster1.xml" Id="R6c22f1b8b0114b6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4573c0c27b04517" /><Relationship Type="http://schemas.openxmlformats.org/officeDocument/2006/relationships/notesMaster" Target="/ppt/notesMasters/notesMaster1.xml" Id="Radcd59fb8389457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c2b18190f234fc9" /><Relationship Type="http://schemas.openxmlformats.org/officeDocument/2006/relationships/notesMaster" Target="/ppt/notesMasters/notesMaster1.xml" Id="Rcad6f6b8210c48c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a87b4c2cf064929" /><Relationship Type="http://schemas.openxmlformats.org/officeDocument/2006/relationships/notesMaster" Target="/ppt/notesMasters/notesMaster1.xml" Id="Rdd43e86c21ce4f1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8987807545545cd" /><Relationship Type="http://schemas.openxmlformats.org/officeDocument/2006/relationships/notesMaster" Target="/ppt/notesMasters/notesMaster1.xml" Id="R4ebf4acedd2c47f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620f2eb10b64e3a" /><Relationship Type="http://schemas.openxmlformats.org/officeDocument/2006/relationships/notesMaster" Target="/ppt/notesMasters/notesMaster1.xml" Id="R001a47ed281e49b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504fadf6bdb492c" /><Relationship Type="http://schemas.openxmlformats.org/officeDocument/2006/relationships/notesMaster" Target="/ppt/notesMasters/notesMaster1.xml" Id="R24451b570f3d455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8cc07e1f5f94d98" /><Relationship Type="http://schemas.openxmlformats.org/officeDocument/2006/relationships/notesMaster" Target="/ppt/notesMasters/notesMaster1.xml" Id="R4f7669820fa842b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1ec52f6063142e5" /><Relationship Type="http://schemas.openxmlformats.org/officeDocument/2006/relationships/notesMaster" Target="/ppt/notesMasters/notesMaster1.xml" Id="R4babfe955a2d448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50bd2715e3640f9" /><Relationship Type="http://schemas.openxmlformats.org/officeDocument/2006/relationships/notesMaster" Target="/ppt/notesMasters/notesMaster1.xml" Id="Rd8de8d8c17f84f8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63f8cddc5d24273" /><Relationship Type="http://schemas.openxmlformats.org/officeDocument/2006/relationships/notesMaster" Target="/ppt/notesMasters/notesMaster1.xml" Id="R4405c760af964e6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37a0616bb4248b6" /><Relationship Type="http://schemas.openxmlformats.org/officeDocument/2006/relationships/notesMaster" Target="/ppt/notesMasters/notesMaster1.xml" Id="R62d0239bda21457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593a5c1e123445f" /><Relationship Type="http://schemas.openxmlformats.org/officeDocument/2006/relationships/notesMaster" Target="/ppt/notesMasters/notesMaster1.xml" Id="R64381d7b029543c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ec15377ce2747a9" /><Relationship Type="http://schemas.openxmlformats.org/officeDocument/2006/relationships/notesMaster" Target="/ppt/notesMasters/notesMaster1.xml" Id="R7c310b02aed34fa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ca5b5aec73a469a" /><Relationship Type="http://schemas.openxmlformats.org/officeDocument/2006/relationships/notesMaster" Target="/ppt/notesMasters/notesMaster1.xml" Id="R31b216af840b4ef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41300a857d64a2d" /><Relationship Type="http://schemas.openxmlformats.org/officeDocument/2006/relationships/notesMaster" Target="/ppt/notesMasters/notesMaster1.xml" Id="R8356cfa3088a473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b3579a8ff33499e" /><Relationship Type="http://schemas.openxmlformats.org/officeDocument/2006/relationships/notesMaster" Target="/ppt/notesMasters/notesMaster1.xml" Id="R74a752f5e5674c4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5d1fa3543354766" /><Relationship Type="http://schemas.openxmlformats.org/officeDocument/2006/relationships/notesMaster" Target="/ppt/notesMasters/notesMaster1.xml" Id="R814a69551e81478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7c5f1b86ca948f7" /><Relationship Type="http://schemas.openxmlformats.org/officeDocument/2006/relationships/notesMaster" Target="/ppt/notesMasters/notesMaster1.xml" Id="Rb7626cd45372486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99a718f6247438d" /><Relationship Type="http://schemas.openxmlformats.org/officeDocument/2006/relationships/notesMaster" Target="/ppt/notesMasters/notesMaster1.xml" Id="R9135d95a62cc426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6684eff91cc47ac" /><Relationship Type="http://schemas.openxmlformats.org/officeDocument/2006/relationships/notesMaster" Target="/ppt/notesMasters/notesMaster1.xml" Id="R937b9325dc5e48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1/42.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2/42.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3/42.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4/42.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5/42.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6/42.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7/42.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8/42.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9/42.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10/42.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11/42.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12/42.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13/42.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14/42.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15/42.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16/42.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17/42.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18/42.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19/42.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20/42.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21/42.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22/42.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23/42.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24/42.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25/42.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26/42.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27/42.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28/42.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29/42.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30/42.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31/42.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32/42.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33/42.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34/42.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35/42.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36/42.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37/42.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38/42.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39/42.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40/42.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41/42.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42/42.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a48c3ee11e40b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8f38e141924d5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e56c79056b24b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d3c66c4ea0747d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b5c62f58e224f3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e0441378c1d43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4AF5CC-B103-4225-8023-BC200EC77CEF}"/>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4A9A01A-D4BA-4106-97EE-AD0B2BFF2314}"/>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0954F65-FDBB-461E-9EB1-68CC6D0102F9}"/>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8FF2B8-D968-433F-ABF6-2BD49962144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3A00C8B-6667-4FDF-B234-A898C3AFD927}"/>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194D8D7-F443-4B98-B881-61E6A6246AC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204596-88C5-4EBC-A581-9D562E666A58}"/>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52A965B-5C91-42CE-B01D-D52D4D5ED7DB}"/>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CE3484-CD10-42EF-BB4F-B5203ABB0F9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1E0868-2998-45C1-94DE-F0F77C7F2C1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b0f41cfb43f4f37" /><Relationship Type="http://schemas.openxmlformats.org/officeDocument/2006/relationships/slideLayout" Target="/ppt/slideLayouts/slideLayout1.xml" Id="R5911869598634c87" /><Relationship Type="http://schemas.openxmlformats.org/officeDocument/2006/relationships/slideLayout" Target="/ppt/slideLayouts/slideLayout2.xml" Id="R13f962f9e70d4b20" /><Relationship Type="http://schemas.openxmlformats.org/officeDocument/2006/relationships/slideLayout" Target="/ppt/slideLayouts/slideLayout3.xml" Id="Rf7ba96b3fc834ab3" /><Relationship Type="http://schemas.openxmlformats.org/officeDocument/2006/relationships/slideLayout" Target="/ppt/slideLayouts/slideLayout4.xml" Id="R35e7014ba5284bf8" /><Relationship Type="http://schemas.openxmlformats.org/officeDocument/2006/relationships/slideLayout" Target="/ppt/slideLayouts/slideLayout5.xml" Id="Re4c54914f8ed4b9b" /><Relationship Type="http://schemas.openxmlformats.org/officeDocument/2006/relationships/slideLayout" Target="/ppt/slideLayouts/slideLayout6.xml" Id="R1c2ad42951054c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11869598634c87"/>
    <p:sldLayoutId xmlns:r="http://schemas.openxmlformats.org/officeDocument/2006/relationships" id="2147483650" r:id="R13f962f9e70d4b20"/>
    <p:sldLayoutId xmlns:r="http://schemas.openxmlformats.org/officeDocument/2006/relationships" id="2147483651" r:id="Rf7ba96b3fc834ab3"/>
    <p:sldLayoutId xmlns:r="http://schemas.openxmlformats.org/officeDocument/2006/relationships" id="2147483652" r:id="R35e7014ba5284bf8"/>
    <p:sldLayoutId xmlns:r="http://schemas.openxmlformats.org/officeDocument/2006/relationships" id="2147483653" r:id="Re4c54914f8ed4b9b"/>
    <p:sldLayoutId xmlns:r="http://schemas.openxmlformats.org/officeDocument/2006/relationships" id="2147483654" r:id="R1c2ad42951054c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cbcd7e76aa04a42" /><Relationship Type="http://schemas.openxmlformats.org/officeDocument/2006/relationships/image" Target="/ppt/media/image.png" Id="Rbda47b8fe2d541f0" /><Relationship Type="http://schemas.openxmlformats.org/officeDocument/2006/relationships/image" Target="/ppt/media/image2.png" Id="Re65bfd269f88441d" /><Relationship Type="http://schemas.openxmlformats.org/officeDocument/2006/relationships/image" Target="/ppt/media/image3.png" Id="R57df274e1c7b424a" /><Relationship Type="http://schemas.openxmlformats.org/officeDocument/2006/relationships/notesSlide" Target="/ppt/notesSlides/notesSlide1.xml" Id="R3a36cf7036ee4d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af200aaa6334f80" /><Relationship Type="http://schemas.openxmlformats.org/officeDocument/2006/relationships/image" Target="/ppt/media/image4.png" Id="R616c6df353134d4a" /><Relationship Type="http://schemas.openxmlformats.org/officeDocument/2006/relationships/image" Target="/ppt/media/image5.png" Id="Red879da3b2644b1a" /><Relationship Type="http://schemas.openxmlformats.org/officeDocument/2006/relationships/notesSlide" Target="/ppt/notesSlides/notesSlide2.xml" Id="R3c3b9bb2e23741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83b381393c94a28" /><Relationship Type="http://schemas.openxmlformats.org/officeDocument/2006/relationships/image" Target="/ppt/media/image6.png" Id="Rd9a21cf4a8024bae" /><Relationship Type="http://schemas.openxmlformats.org/officeDocument/2006/relationships/notesSlide" Target="/ppt/notesSlides/notesSlide3.xml" Id="R43676bdd97694e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c8683a61b9d4499" /><Relationship Type="http://schemas.openxmlformats.org/officeDocument/2006/relationships/image" Target="/ppt/media/image7.png" Id="R11df9c77274045c0" /><Relationship Type="http://schemas.openxmlformats.org/officeDocument/2006/relationships/image" Target="/ppt/media/image8.png" Id="R02cd92bc63824c02" /><Relationship Type="http://schemas.openxmlformats.org/officeDocument/2006/relationships/notesSlide" Target="/ppt/notesSlides/notesSlide4.xml" Id="Ra5e31b1947ca4b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631e1faea446d7" /><Relationship Type="http://schemas.openxmlformats.org/officeDocument/2006/relationships/image" Target="/ppt/media/image9.png" Id="R35a2316240db4447" /><Relationship Type="http://schemas.openxmlformats.org/officeDocument/2006/relationships/image" Target="/ppt/media/image10.png" Id="R164fc7e2ce7e470e" /><Relationship Type="http://schemas.openxmlformats.org/officeDocument/2006/relationships/notesSlide" Target="/ppt/notesSlides/notesSlide5.xml" Id="Re6b47ccd84774f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4c3571d040e4c9f" /><Relationship Type="http://schemas.openxmlformats.org/officeDocument/2006/relationships/image" Target="/ppt/media/image11.png" Id="R39da3d41bef54f9e" /><Relationship Type="http://schemas.openxmlformats.org/officeDocument/2006/relationships/notesSlide" Target="/ppt/notesSlides/notesSlide6.xml" Id="R152c149401914a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735dd05e91b449e" /><Relationship Type="http://schemas.openxmlformats.org/officeDocument/2006/relationships/image" Target="/ppt/media/image12.png" Id="R148aa8d2fd674a12" /><Relationship Type="http://schemas.openxmlformats.org/officeDocument/2006/relationships/image" Target="/ppt/media/image13.png" Id="Re241648bf8944873" /><Relationship Type="http://schemas.openxmlformats.org/officeDocument/2006/relationships/image" Target="/ppt/media/image14.png" Id="Rc33dd1c80aaf4c9e" /><Relationship Type="http://schemas.openxmlformats.org/officeDocument/2006/relationships/image" Target="/ppt/media/image15.png" Id="R809c96f86e8044b0" /><Relationship Type="http://schemas.openxmlformats.org/officeDocument/2006/relationships/notesSlide" Target="/ppt/notesSlides/notesSlide7.xml" Id="Rb4c91a6a6c2a45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bc2e852bc964aaf" /><Relationship Type="http://schemas.openxmlformats.org/officeDocument/2006/relationships/image" Target="/ppt/media/image16.png" Id="R2adeefce623c4ccc" /><Relationship Type="http://schemas.openxmlformats.org/officeDocument/2006/relationships/image" Target="/ppt/media/image17.png" Id="R2bdd259811bc4a7e" /><Relationship Type="http://schemas.openxmlformats.org/officeDocument/2006/relationships/notesSlide" Target="/ppt/notesSlides/notesSlide8.xml" Id="R92fb156592384b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817703e4c77415d" /><Relationship Type="http://schemas.openxmlformats.org/officeDocument/2006/relationships/image" Target="/ppt/media/image18.png" Id="R0e2bec7b3201465d" /><Relationship Type="http://schemas.openxmlformats.org/officeDocument/2006/relationships/image" Target="/ppt/media/image19.png" Id="Rf3a1f999a5c74fda" /><Relationship Type="http://schemas.openxmlformats.org/officeDocument/2006/relationships/image" Target="/ppt/media/image20.png" Id="Rf5ad1cfae7cd4a4c" /><Relationship Type="http://schemas.openxmlformats.org/officeDocument/2006/relationships/image" Target="/ppt/media/image21.png" Id="R5472be7790014ea3" /><Relationship Type="http://schemas.openxmlformats.org/officeDocument/2006/relationships/notesSlide" Target="/ppt/notesSlides/notesSlide9.xml" Id="Rd4027a3381f345a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18536b0f80b4082" /><Relationship Type="http://schemas.openxmlformats.org/officeDocument/2006/relationships/image" Target="/ppt/media/image22.png" Id="Rf5f2031cf2d949a6" /><Relationship Type="http://schemas.openxmlformats.org/officeDocument/2006/relationships/image" Target="/ppt/media/image23.png" Id="R19d94203c9a8498e" /><Relationship Type="http://schemas.openxmlformats.org/officeDocument/2006/relationships/image" Target="/ppt/media/image24.png" Id="R8751aacfda6f49cb" /><Relationship Type="http://schemas.openxmlformats.org/officeDocument/2006/relationships/notesSlide" Target="/ppt/notesSlides/notesSlide10.xml" Id="R2212f7ad75384e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9abe49902c44d10" /><Relationship Type="http://schemas.openxmlformats.org/officeDocument/2006/relationships/image" Target="/ppt/media/image25.png" Id="Rcfc83a3b34f148ef" /><Relationship Type="http://schemas.openxmlformats.org/officeDocument/2006/relationships/image" Target="/ppt/media/image26.png" Id="R9657bada917448bc" /><Relationship Type="http://schemas.openxmlformats.org/officeDocument/2006/relationships/image" Target="/ppt/media/image27.png" Id="R355e0a4907a0491a" /><Relationship Type="http://schemas.openxmlformats.org/officeDocument/2006/relationships/notesSlide" Target="/ppt/notesSlides/notesSlide11.xml" Id="R809f9e053dd34af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f62bd88662d42bb" /><Relationship Type="http://schemas.openxmlformats.org/officeDocument/2006/relationships/image" Target="/ppt/media/image28.png" Id="R8c8136ea007448cb" /><Relationship Type="http://schemas.openxmlformats.org/officeDocument/2006/relationships/notesSlide" Target="/ppt/notesSlides/notesSlide12.xml" Id="Rfc4e39524451474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2dc4a53b639434f" /><Relationship Type="http://schemas.openxmlformats.org/officeDocument/2006/relationships/image" Target="/ppt/media/image29.png" Id="Rf54878a6f8c6486f" /><Relationship Type="http://schemas.openxmlformats.org/officeDocument/2006/relationships/image" Target="/ppt/media/image30.png" Id="R03f99d0ebaef468c" /><Relationship Type="http://schemas.openxmlformats.org/officeDocument/2006/relationships/notesSlide" Target="/ppt/notesSlides/notesSlide13.xml" Id="R2ee068ef0a494e2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75c3437e1424b19" /><Relationship Type="http://schemas.openxmlformats.org/officeDocument/2006/relationships/image" Target="/ppt/media/image31.png" Id="Reab191c4180449a0" /><Relationship Type="http://schemas.openxmlformats.org/officeDocument/2006/relationships/image" Target="/ppt/media/image32.png" Id="R3fe8cc7a5b2d4ba6" /><Relationship Type="http://schemas.openxmlformats.org/officeDocument/2006/relationships/notesSlide" Target="/ppt/notesSlides/notesSlide14.xml" Id="R9988b0c9b4b94f0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7f6552cee3e4303" /><Relationship Type="http://schemas.openxmlformats.org/officeDocument/2006/relationships/image" Target="/ppt/media/image33.png" Id="R1baec56665c54038" /><Relationship Type="http://schemas.openxmlformats.org/officeDocument/2006/relationships/image" Target="/ppt/media/image34.png" Id="Rdadb2cbc7d5348ee" /><Relationship Type="http://schemas.openxmlformats.org/officeDocument/2006/relationships/image" Target="/ppt/media/image35.png" Id="Rf1c1909f86ef4bf9" /><Relationship Type="http://schemas.openxmlformats.org/officeDocument/2006/relationships/image" Target="/ppt/media/image36.png" Id="R6e38836c6d634337" /><Relationship Type="http://schemas.openxmlformats.org/officeDocument/2006/relationships/notesSlide" Target="/ppt/notesSlides/notesSlide15.xml" Id="Re9a3a113e88c4e6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b5184b590d84700" /><Relationship Type="http://schemas.openxmlformats.org/officeDocument/2006/relationships/image" Target="/ppt/media/image37.png" Id="R4e6dbf4ef5ae408c" /><Relationship Type="http://schemas.openxmlformats.org/officeDocument/2006/relationships/image" Target="/ppt/media/image38.png" Id="R8828a9a906874c54" /><Relationship Type="http://schemas.openxmlformats.org/officeDocument/2006/relationships/notesSlide" Target="/ppt/notesSlides/notesSlide16.xml" Id="R7ce942ba39f9476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eae6479adfd46a9" /><Relationship Type="http://schemas.openxmlformats.org/officeDocument/2006/relationships/image" Target="/ppt/media/image39.png" Id="Rb26f8320f7ed441b" /><Relationship Type="http://schemas.openxmlformats.org/officeDocument/2006/relationships/image" Target="/ppt/media/image40.png" Id="Rb4099b9380074bd9" /><Relationship Type="http://schemas.openxmlformats.org/officeDocument/2006/relationships/image" Target="/ppt/media/image41.png" Id="Rf5e3c3429e2c4f6f" /><Relationship Type="http://schemas.openxmlformats.org/officeDocument/2006/relationships/notesSlide" Target="/ppt/notesSlides/notesSlide17.xml" Id="R75a81da87494446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45f12ef16244780" /><Relationship Type="http://schemas.openxmlformats.org/officeDocument/2006/relationships/image" Target="/ppt/media/image42.png" Id="R79760375e491460c" /><Relationship Type="http://schemas.openxmlformats.org/officeDocument/2006/relationships/image" Target="/ppt/media/image43.png" Id="R843475ac99b3425b" /><Relationship Type="http://schemas.openxmlformats.org/officeDocument/2006/relationships/image" Target="/ppt/media/image44.png" Id="R4dcfb4b197654222" /><Relationship Type="http://schemas.openxmlformats.org/officeDocument/2006/relationships/notesSlide" Target="/ppt/notesSlides/notesSlide18.xml" Id="Rb5e6b1e5eb3147b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6efc80e48684399" /><Relationship Type="http://schemas.openxmlformats.org/officeDocument/2006/relationships/image" Target="/ppt/media/image45.png" Id="R708d6ee44826455f" /><Relationship Type="http://schemas.openxmlformats.org/officeDocument/2006/relationships/image" Target="/ppt/media/image46.png" Id="R334d394e4462491f" /><Relationship Type="http://schemas.openxmlformats.org/officeDocument/2006/relationships/image" Target="/ppt/media/image47.png" Id="R97cae0d8d13f45db" /><Relationship Type="http://schemas.openxmlformats.org/officeDocument/2006/relationships/notesSlide" Target="/ppt/notesSlides/notesSlide19.xml" Id="R736ac5245df8486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b90a68607ba4531" /><Relationship Type="http://schemas.openxmlformats.org/officeDocument/2006/relationships/image" Target="/ppt/media/image48.png" Id="R484f10de03364dd5" /><Relationship Type="http://schemas.openxmlformats.org/officeDocument/2006/relationships/notesSlide" Target="/ppt/notesSlides/notesSlide20.xml" Id="R87ec4fa1ab144a9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f834c83ef4a4c65" /><Relationship Type="http://schemas.openxmlformats.org/officeDocument/2006/relationships/image" Target="/ppt/media/image49.png" Id="Rb566107cf69b46fc" /><Relationship Type="http://schemas.openxmlformats.org/officeDocument/2006/relationships/image" Target="/ppt/media/image50.png" Id="Rf0397d768adc4317" /><Relationship Type="http://schemas.openxmlformats.org/officeDocument/2006/relationships/image" Target="/ppt/media/image51.png" Id="R0eaa214d45aa4175" /><Relationship Type="http://schemas.openxmlformats.org/officeDocument/2006/relationships/notesSlide" Target="/ppt/notesSlides/notesSlide21.xml" Id="R8e50d91961e1435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7e9313fa8214984" /><Relationship Type="http://schemas.openxmlformats.org/officeDocument/2006/relationships/image" Target="/ppt/media/image52.png" Id="R71d1d38a34474d39" /><Relationship Type="http://schemas.openxmlformats.org/officeDocument/2006/relationships/image" Target="/ppt/media/image53.png" Id="R1bb4c2522c344084" /><Relationship Type="http://schemas.openxmlformats.org/officeDocument/2006/relationships/image" Target="/ppt/media/image54.png" Id="R28d1bfd9339d4308" /><Relationship Type="http://schemas.openxmlformats.org/officeDocument/2006/relationships/notesSlide" Target="/ppt/notesSlides/notesSlide22.xml" Id="R28d8e8e947a0450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3df4eb405984b5a" /><Relationship Type="http://schemas.openxmlformats.org/officeDocument/2006/relationships/image" Target="/ppt/media/image55.png" Id="R681f8bf0faea4061" /><Relationship Type="http://schemas.openxmlformats.org/officeDocument/2006/relationships/image" Target="/ppt/media/image56.png" Id="R68bea809d7bd4bbc" /><Relationship Type="http://schemas.openxmlformats.org/officeDocument/2006/relationships/notesSlide" Target="/ppt/notesSlides/notesSlide23.xml" Id="Racde97a72d4d4d2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5dc79703e4d4439" /><Relationship Type="http://schemas.openxmlformats.org/officeDocument/2006/relationships/image" Target="/ppt/media/image57.png" Id="R414351e55d6a4173" /><Relationship Type="http://schemas.openxmlformats.org/officeDocument/2006/relationships/image" Target="/ppt/media/image58.png" Id="R5e4e31d8773a4e1b" /><Relationship Type="http://schemas.openxmlformats.org/officeDocument/2006/relationships/notesSlide" Target="/ppt/notesSlides/notesSlide24.xml" Id="Rf148c1421a7c410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82bf1c7585a4120" /><Relationship Type="http://schemas.openxmlformats.org/officeDocument/2006/relationships/image" Target="/ppt/media/image59.png" Id="R7818de398d8f438a" /><Relationship Type="http://schemas.openxmlformats.org/officeDocument/2006/relationships/image" Target="/ppt/media/image60.png" Id="R3d4098b5e9c94d0c" /><Relationship Type="http://schemas.openxmlformats.org/officeDocument/2006/relationships/notesSlide" Target="/ppt/notesSlides/notesSlide25.xml" Id="R916bc167acc849b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eb1fddbdfc84489" /><Relationship Type="http://schemas.openxmlformats.org/officeDocument/2006/relationships/image" Target="/ppt/media/image61.png" Id="Raa15ae47b5ac45b7" /><Relationship Type="http://schemas.openxmlformats.org/officeDocument/2006/relationships/notesSlide" Target="/ppt/notesSlides/notesSlide26.xml" Id="Rcbc573b8419e42f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219314f94954b89" /><Relationship Type="http://schemas.openxmlformats.org/officeDocument/2006/relationships/image" Target="/ppt/media/image62.png" Id="R2da4e89dfa4f44b9" /><Relationship Type="http://schemas.openxmlformats.org/officeDocument/2006/relationships/image" Target="/ppt/media/image63.png" Id="Rd7f64406ece5439c" /><Relationship Type="http://schemas.openxmlformats.org/officeDocument/2006/relationships/image" Target="/ppt/media/image64.png" Id="R47e541e14b6441be" /><Relationship Type="http://schemas.openxmlformats.org/officeDocument/2006/relationships/image" Target="/ppt/media/image65.png" Id="R02ba78693bc34c91" /><Relationship Type="http://schemas.openxmlformats.org/officeDocument/2006/relationships/image" Target="/ppt/media/image66.png" Id="Ra971721778e04e4f" /><Relationship Type="http://schemas.openxmlformats.org/officeDocument/2006/relationships/notesSlide" Target="/ppt/notesSlides/notesSlide27.xml" Id="R8ee67c2994d749d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a973a926eba4921" /><Relationship Type="http://schemas.openxmlformats.org/officeDocument/2006/relationships/image" Target="/ppt/media/image67.png" Id="Rdec5d910c8c2494e" /><Relationship Type="http://schemas.openxmlformats.org/officeDocument/2006/relationships/image" Target="/ppt/media/image68.png" Id="R5f651f41beca4ac4" /><Relationship Type="http://schemas.openxmlformats.org/officeDocument/2006/relationships/notesSlide" Target="/ppt/notesSlides/notesSlide28.xml" Id="Raf6ad10acd7c4e7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fee6c918f924a7a" /><Relationship Type="http://schemas.openxmlformats.org/officeDocument/2006/relationships/image" Target="/ppt/media/image69.png" Id="Rf8964bb2fa224c58" /><Relationship Type="http://schemas.openxmlformats.org/officeDocument/2006/relationships/notesSlide" Target="/ppt/notesSlides/notesSlide29.xml" Id="R7145810dd7184d8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5aef9f26fac342ce" /><Relationship Type="http://schemas.openxmlformats.org/officeDocument/2006/relationships/image" Target="/ppt/media/image70.png" Id="Rb5c13fa73a774df8" /><Relationship Type="http://schemas.openxmlformats.org/officeDocument/2006/relationships/image" Target="/ppt/media/image71.png" Id="R3085ef67f53e4d02" /><Relationship Type="http://schemas.openxmlformats.org/officeDocument/2006/relationships/notesSlide" Target="/ppt/notesSlides/notesSlide30.xml" Id="R1dc7c317edae4c1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ee4e140c1344e19" /><Relationship Type="http://schemas.openxmlformats.org/officeDocument/2006/relationships/image" Target="/ppt/media/image72.png" Id="Rcdb91b93f1d34131" /><Relationship Type="http://schemas.openxmlformats.org/officeDocument/2006/relationships/image" Target="/ppt/media/image73.png" Id="R10b2b715f88545da" /><Relationship Type="http://schemas.openxmlformats.org/officeDocument/2006/relationships/image" Target="/ppt/media/image74.png" Id="R29a4e15c62d0455c" /><Relationship Type="http://schemas.openxmlformats.org/officeDocument/2006/relationships/notesSlide" Target="/ppt/notesSlides/notesSlide31.xml" Id="R38ea77d177b9496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0bae0075c4f45c6" /><Relationship Type="http://schemas.openxmlformats.org/officeDocument/2006/relationships/image" Target="/ppt/media/image75.png" Id="R836d17588c6f4392" /><Relationship Type="http://schemas.openxmlformats.org/officeDocument/2006/relationships/notesSlide" Target="/ppt/notesSlides/notesSlide32.xml" Id="Rb26fea0fa33a4d4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b03ba9e4e3f4835" /><Relationship Type="http://schemas.openxmlformats.org/officeDocument/2006/relationships/image" Target="/ppt/media/image76.png" Id="R863d94a24d784dd8" /><Relationship Type="http://schemas.openxmlformats.org/officeDocument/2006/relationships/image" Target="/ppt/media/image77.png" Id="R47b42dd9b8244331" /><Relationship Type="http://schemas.openxmlformats.org/officeDocument/2006/relationships/notesSlide" Target="/ppt/notesSlides/notesSlide33.xml" Id="R33873ed19646461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61a8d0620e074e00" /><Relationship Type="http://schemas.openxmlformats.org/officeDocument/2006/relationships/image" Target="/ppt/media/image78.png" Id="R1dd3718d86f24a17" /><Relationship Type="http://schemas.openxmlformats.org/officeDocument/2006/relationships/image" Target="/ppt/media/image79.png" Id="Rd00be340247f49f2" /><Relationship Type="http://schemas.openxmlformats.org/officeDocument/2006/relationships/image" Target="/ppt/media/image80.png" Id="Rce0b19741b794fe8" /><Relationship Type="http://schemas.openxmlformats.org/officeDocument/2006/relationships/image" Target="/ppt/media/image81.png" Id="Rc42c6d8e7c334af6" /><Relationship Type="http://schemas.openxmlformats.org/officeDocument/2006/relationships/image" Target="/ppt/media/image82.png" Id="Rb07cbe6b7cdb4526" /><Relationship Type="http://schemas.openxmlformats.org/officeDocument/2006/relationships/notesSlide" Target="/ppt/notesSlides/notesSlide34.xml" Id="R4d675d2b25a24bb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31f4116b8e40428c" /><Relationship Type="http://schemas.openxmlformats.org/officeDocument/2006/relationships/image" Target="/ppt/media/image83.png" Id="R3815f973fbf14de1" /><Relationship Type="http://schemas.openxmlformats.org/officeDocument/2006/relationships/image" Target="/ppt/media/image84.png" Id="R9210358bdc23414f" /><Relationship Type="http://schemas.openxmlformats.org/officeDocument/2006/relationships/image" Target="/ppt/media/image85.png" Id="R6f7d3a3d1ccd477a" /><Relationship Type="http://schemas.openxmlformats.org/officeDocument/2006/relationships/notesSlide" Target="/ppt/notesSlides/notesSlide35.xml" Id="R277783cbc9a94b3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6bb94d6b13c44234" /><Relationship Type="http://schemas.openxmlformats.org/officeDocument/2006/relationships/image" Target="/ppt/media/image86.png" Id="R70f5ac36a9d34875" /><Relationship Type="http://schemas.openxmlformats.org/officeDocument/2006/relationships/notesSlide" Target="/ppt/notesSlides/notesSlide36.xml" Id="Rfde7f5bd708f484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e3c23943ca644852" /><Relationship Type="http://schemas.openxmlformats.org/officeDocument/2006/relationships/image" Target="/ppt/media/image87.png" Id="R26cc4688ab5c4c9d" /><Relationship Type="http://schemas.openxmlformats.org/officeDocument/2006/relationships/notesSlide" Target="/ppt/notesSlides/notesSlide37.xml" Id="Rf27f760e78f0468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1a24527e445f4964" /><Relationship Type="http://schemas.openxmlformats.org/officeDocument/2006/relationships/image" Target="/ppt/media/image88.png" Id="R8906607ec735439a" /><Relationship Type="http://schemas.openxmlformats.org/officeDocument/2006/relationships/notesSlide" Target="/ppt/notesSlides/notesSlide38.xml" Id="R8b80aefe22ea438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408cb485cf2d41e9" /><Relationship Type="http://schemas.openxmlformats.org/officeDocument/2006/relationships/image" Target="/ppt/media/image89.png" Id="R4551ef5b1d204e68" /><Relationship Type="http://schemas.openxmlformats.org/officeDocument/2006/relationships/notesSlide" Target="/ppt/notesSlides/notesSlide39.xml" Id="R9eacd0619a664ed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ecd25bdc26264d8c" /><Relationship Type="http://schemas.openxmlformats.org/officeDocument/2006/relationships/image" Target="/ppt/media/image90.png" Id="R028f8c16d2164a8b" /><Relationship Type="http://schemas.openxmlformats.org/officeDocument/2006/relationships/notesSlide" Target="/ppt/notesSlides/notesSlide40.xml" Id="Rab9327cfa798475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1915459c497d4e65" /><Relationship Type="http://schemas.openxmlformats.org/officeDocument/2006/relationships/image" Target="/ppt/media/image91.png" Id="R5a366da1cb1a461a" /><Relationship Type="http://schemas.openxmlformats.org/officeDocument/2006/relationships/image" Target="/ppt/media/image92.png" Id="R18fd02cf069841d6" /><Relationship Type="http://schemas.openxmlformats.org/officeDocument/2006/relationships/image" Target="/ppt/media/image93.png" Id="Rb46c5af161fe463e" /><Relationship Type="http://schemas.openxmlformats.org/officeDocument/2006/relationships/image" Target="/ppt/media/image94.png" Id="R721473b016f94043" /><Relationship Type="http://schemas.openxmlformats.org/officeDocument/2006/relationships/notesSlide" Target="/ppt/notesSlides/notesSlide41.xml" Id="Re457c18730dc43c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34410adbd97b4c9b" /><Relationship Type="http://schemas.openxmlformats.org/officeDocument/2006/relationships/image" Target="/ppt/media/image95.png" Id="Rc6c28ca4bc654e16" /><Relationship Type="http://schemas.openxmlformats.org/officeDocument/2006/relationships/notesSlide" Target="/ppt/notesSlides/notesSlide42.xml" Id="Ra909aff700ca47b6"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DA73546-C124-4D06-B883-D878D3AC13E0}"/>
              </a:ext>
            </a:extLst>
          </p:cNvPr>
          <p:cNvPicPr>
            <a:picLocks xmlns:a="http://schemas.openxmlformats.org/drawingml/2006/main" noChangeAspect="1"/>
          </p:cNvPicPr>
          <p:nvPr/>
        </p:nvPicPr>
        <p:blipFill>
          <a:blip xmlns:r="http://schemas.openxmlformats.org/officeDocument/2006/relationships" xmlns:a="http://schemas.openxmlformats.org/drawingml/2006/main" r:embed="Rbda47b8fe2d541f0"/>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4B956951-05DB-4DB6-869D-831769ADC28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2396F9B7-728C-4F94-AFFB-D6420C459201}"/>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4C74C1FE-CC7D-424D-9DCE-AA1DDEE1B21A}"/>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2F535489-A9AA-4631-A434-7EDCAE7E7FED}"/>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E2E3A449-2E8B-4A1B-A6E7-04C33F8DDF52}"/>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9E3C3656-4E40-44BB-AFDB-3BD3306C5134}"/>
              </a:ext>
            </a:extLst>
          </p:cNvPr>
          <p:cNvPicPr>
            <a:picLocks xmlns:a="http://schemas.openxmlformats.org/drawingml/2006/main" noChangeAspect="1"/>
          </p:cNvPicPr>
          <p:nvPr/>
        </p:nvPicPr>
        <p:blipFill>
          <a:blip xmlns:r="http://schemas.openxmlformats.org/officeDocument/2006/relationships" xmlns:a="http://schemas.openxmlformats.org/drawingml/2006/main" r:embed="Re65bfd269f88441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CD5DC29A-5922-46D7-8671-C72BA13C37F3}"/>
              </a:ext>
            </a:extLst>
          </p:cNvPr>
          <p:cNvPicPr>
            <a:picLocks xmlns:a="http://schemas.openxmlformats.org/drawingml/2006/main" noChangeAspect="1"/>
          </p:cNvPicPr>
          <p:nvPr/>
        </p:nvPicPr>
        <p:blipFill>
          <a:blip xmlns:r="http://schemas.openxmlformats.org/officeDocument/2006/relationships" xmlns:a="http://schemas.openxmlformats.org/drawingml/2006/main" r:embed="R57df274e1c7b424a"/>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BF85CAEB-2771-4604-A8B4-EB0ED6C3E60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45132461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2EA0DB7-0E0A-47DA-A673-26CA3BDAC4F1}"/>
              </a:ext>
            </a:extLst>
          </p:cNvPr>
          <p:cNvPicPr>
            <a:picLocks xmlns:a="http://schemas.openxmlformats.org/drawingml/2006/main" noChangeAspect="1"/>
          </p:cNvPicPr>
          <p:nvPr/>
        </p:nvPicPr>
        <p:blipFill>
          <a:blip xmlns:r="http://schemas.openxmlformats.org/officeDocument/2006/relationships" xmlns:a="http://schemas.openxmlformats.org/drawingml/2006/main" r:embed="R616c6df353134d4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673F993-5D4E-46E2-8A97-D307E4FB85F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6C5B926-5934-4737-B24E-C75B05B2ED7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F3A49139-39D3-4E50-B159-3403955F22E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11F237F-FF22-43F2-84DD-F65B868227B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43BCDC25-F166-4F3B-9B91-73F3052E252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32716DB4-9DE4-4A18-BB3D-3836191D0D9C}"/>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4B4D87F9-B2F4-464E-9ABE-A8360F92130A}"/>
              </a:ext>
            </a:extLst>
          </p:cNvPr>
          <p:cNvPicPr>
            <a:picLocks xmlns:a="http://schemas.openxmlformats.org/drawingml/2006/main" noChangeAspect="1"/>
          </p:cNvPicPr>
          <p:nvPr/>
        </p:nvPicPr>
        <p:blipFill>
          <a:blip xmlns:r="http://schemas.openxmlformats.org/officeDocument/2006/relationships" xmlns:a="http://schemas.openxmlformats.org/drawingml/2006/main" r:embed="Red879da3b2644b1a"/>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5654063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5ABF14AF-EE7D-4105-8E20-A3DFD6E2630E}"/>
              </a:ext>
            </a:extLst>
          </p:cNvPr>
          <p:cNvPicPr>
            <a:picLocks xmlns:a="http://schemas.openxmlformats.org/drawingml/2006/main" noChangeAspect="1"/>
          </p:cNvPicPr>
          <p:nvPr/>
        </p:nvPicPr>
        <p:blipFill>
          <a:blip xmlns:r="http://schemas.openxmlformats.org/officeDocument/2006/relationships" xmlns:a="http://schemas.openxmlformats.org/drawingml/2006/main" r:embed="Rd9a21cf4a8024ba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84AB904-521C-4955-A966-30E7D2ACFF7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CBCFF81-92A8-4B4B-AD35-23DED2E7CCFC}"/>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2A2B802A-9646-42D1-983C-B73914EEFA99}"/>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2B264AC1-E5C6-4E1E-AA64-A644D7DEED40}"/>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4FB0F61D-302C-465A-BA47-37BFDFFCDDEF}"/>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3C82347E-AE00-4B9F-A13C-E3D2DAC403EF}"/>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84A4F447-199F-479B-B069-584617C0D974}"/>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34F0B4EB-9A42-46D4-83F3-E8234A028D2F}"/>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B42308ED-F545-4E60-B491-9A30C91FC1F9}"/>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D391F754-2EA9-4F82-859C-4C3BA464351A}"/>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3E81E8A7-E2FE-4B4B-8831-CB5DBF1D97C9}"/>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E4672D3F-2BD9-4B34-82D0-630FC2A7F70F}"/>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FCB33693-91E6-4CB6-B7C3-0EA5D6C6DE71}"/>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40509D2B-4DEE-41F4-BD30-F2958C3E7716}"/>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2861668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DA279389-6C71-40DC-9372-75E91E6A17D4}"/>
              </a:ext>
            </a:extLst>
          </p:cNvPr>
          <p:cNvPicPr>
            <a:picLocks xmlns:a="http://schemas.openxmlformats.org/drawingml/2006/main" noChangeAspect="1"/>
          </p:cNvPicPr>
          <p:nvPr/>
        </p:nvPicPr>
        <p:blipFill>
          <a:blip xmlns:r="http://schemas.openxmlformats.org/officeDocument/2006/relationships" xmlns:a="http://schemas.openxmlformats.org/drawingml/2006/main" r:embed="R11df9c77274045c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9587777-037A-46ED-8223-14B79EFD2DD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DDC6008-1A3C-4136-BA2B-445024B9315D}"/>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5609E6A5-6C4A-4E19-AD49-99E1173B8546}"/>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892B57B-722B-438E-B549-64E4975515F8}"/>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AA8719FB-BE91-47F5-911C-93236A5A0978}"/>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8B34896E-3FFC-45D8-8657-5FA8F5D87DCA}"/>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A2EB9D75-5D9B-4CA7-A057-161F50274563}"/>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DC390054-2A99-4A28-B881-F2AA3FB424BC}"/>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6BFDFD83-1F4D-4255-A9AE-304DAF57C860}"/>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55D9BA07-392D-435F-8DF9-83F2F269AD38}"/>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22C7162B-8AE6-44CA-BBD2-A96252CF2F95}"/>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78FF561B-4E04-4CCF-A8E0-A3DE213B53DB}"/>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1141D11F-0436-47D8-A87C-9AAECD98CBED}"/>
              </a:ext>
            </a:extLst>
          </p:cNvPr>
          <p:cNvPicPr>
            <a:picLocks xmlns:a="http://schemas.openxmlformats.org/drawingml/2006/main" noChangeAspect="1"/>
          </p:cNvPicPr>
          <p:nvPr/>
        </p:nvPicPr>
        <p:blipFill>
          <a:blip xmlns:r="http://schemas.openxmlformats.org/officeDocument/2006/relationships" xmlns:a="http://schemas.openxmlformats.org/drawingml/2006/main" r:embed="R02cd92bc63824c02"/>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434461367"/>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A116F6C-E9A5-4B81-BC17-9F949B856A71}"/>
              </a:ext>
            </a:extLst>
          </p:cNvPr>
          <p:cNvPicPr>
            <a:picLocks xmlns:a="http://schemas.openxmlformats.org/drawingml/2006/main" noChangeAspect="1"/>
          </p:cNvPicPr>
          <p:nvPr/>
        </p:nvPicPr>
        <p:blipFill>
          <a:blip xmlns:r="http://schemas.openxmlformats.org/officeDocument/2006/relationships" xmlns:a="http://schemas.openxmlformats.org/drawingml/2006/main" r:embed="R35a2316240db444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E633EC02-73D5-466B-B443-245E76FE761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6192F19E-2C19-4CA2-AAB1-E7A8CFD6F9E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7F6A9E10-B45D-4BD9-8CE1-D2E2C2E6D0BA}"/>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1327D201-629A-4573-8FD4-E42B6763A295}"/>
              </a:ext>
            </a:extLst>
          </p:cNvPr>
          <p:cNvPicPr>
            <a:picLocks xmlns:a="http://schemas.openxmlformats.org/drawingml/2006/main" noChangeAspect="1"/>
          </p:cNvPicPr>
          <p:nvPr/>
        </p:nvPicPr>
        <p:blipFill>
          <a:blip xmlns:r="http://schemas.openxmlformats.org/officeDocument/2006/relationships" xmlns:a="http://schemas.openxmlformats.org/drawingml/2006/main" r:embed="R164fc7e2ce7e470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A5E6F054-464E-4753-9FDD-A0796F023FB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3AF04620-7087-46CF-BB91-5797AD5CF0FF}"/>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8" name="text">
            <a:extLst xmlns:a="http://schemas.openxmlformats.org/drawingml/2006/main">
              <a:ext uri="{FF2B5EF4-FFF2-40B4-BE49-F238E27FC236}">
                <a16:creationId xmlns:a16="http://schemas.microsoft.com/office/drawing/2014/main" id="{DD29EFC8-1043-4570-A350-52B780FE106A}"/>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9" name="text">
            <a:extLst xmlns:a="http://schemas.openxmlformats.org/drawingml/2006/main">
              <a:ext uri="{FF2B5EF4-FFF2-40B4-BE49-F238E27FC236}">
                <a16:creationId xmlns:a16="http://schemas.microsoft.com/office/drawing/2014/main" id="{2E3038FE-B1B7-4F60-BBD2-F548E0E4BDD8}"/>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4130835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85B1558-BB3A-4AD8-B5A6-5BDA164DFBF3}"/>
              </a:ext>
            </a:extLst>
          </p:cNvPr>
          <p:cNvPicPr>
            <a:picLocks xmlns:a="http://schemas.openxmlformats.org/drawingml/2006/main" noChangeAspect="1"/>
          </p:cNvPicPr>
          <p:nvPr/>
        </p:nvPicPr>
        <p:blipFill>
          <a:blip xmlns:r="http://schemas.openxmlformats.org/officeDocument/2006/relationships" xmlns:a="http://schemas.openxmlformats.org/drawingml/2006/main" r:embed="R39da3d41bef54f9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0A3F73E-47B6-45D5-A516-EC4452DD192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C8445BD-AA72-4A5A-A456-834914F79A6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04E54D9-1FE9-47BA-A287-6C50888941F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981840A-E143-4F82-8EE5-BE4B5D3DEEE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AB964A40-09DA-48D5-90C6-8A41B2B82D52}"/>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5D182C28-2C94-4670-BD5D-4CC13D10593F}"/>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39A4BCB3-EA26-4B4C-9052-4ACBFBA1F549}"/>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B1FBA905-4F77-4CAA-A16A-3272D38CDA17}"/>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E8E18C12-FB28-40EA-81CE-288A249B811E}"/>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BFF310EA-B27B-4286-BE38-281EDB81C911}"/>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69897A22-66DE-4139-8AC1-C4035A483A85}"/>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703522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DF0386D5-89B7-41A2-8A0C-7834FE8FE1DE}"/>
              </a:ext>
            </a:extLst>
          </p:cNvPr>
          <p:cNvPicPr>
            <a:picLocks xmlns:a="http://schemas.openxmlformats.org/drawingml/2006/main" noChangeAspect="1"/>
          </p:cNvPicPr>
          <p:nvPr/>
        </p:nvPicPr>
        <p:blipFill>
          <a:blip xmlns:r="http://schemas.openxmlformats.org/officeDocument/2006/relationships" xmlns:a="http://schemas.openxmlformats.org/drawingml/2006/main" r:embed="R148aa8d2fd674a1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7296BA9-138E-4435-9BDC-65943D48491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3B3F39F-82EA-4597-BF46-2A10D1BE770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21614FD-DF49-45C9-8E78-96B1582F166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F30C9F4-4615-4BAC-A4B1-7F6C63EA902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F39806FF-6D87-4254-85C0-9E2D6C1BC438}"/>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69E5D426-AA31-4F15-90DD-5058136FA1DD}"/>
              </a:ext>
            </a:extLst>
          </p:cNvPr>
          <p:cNvPicPr>
            <a:picLocks xmlns:a="http://schemas.openxmlformats.org/drawingml/2006/main" noChangeAspect="1"/>
          </p:cNvPicPr>
          <p:nvPr/>
        </p:nvPicPr>
        <p:blipFill>
          <a:blip xmlns:r="http://schemas.openxmlformats.org/officeDocument/2006/relationships" xmlns:a="http://schemas.openxmlformats.org/drawingml/2006/main" r:embed="Re241648bf8944873"/>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F03C8B4D-F17C-43C3-AF8E-25688DADA1C4}"/>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23B7B652-B2A7-422B-BB70-796BAF825D21}"/>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반응 전후의 종류와 상태를 같게 한다.</a:t>
            </a:r>
          </a:p>
        </p:txBody>
      </p:sp>
      <p:sp>
        <p:nvSpPr>
          <p:cNvPr id="10" name="text">
            <a:extLst xmlns:a="http://schemas.openxmlformats.org/drawingml/2006/main">
              <a:ext uri="{FF2B5EF4-FFF2-40B4-BE49-F238E27FC236}">
                <a16:creationId xmlns:a16="http://schemas.microsoft.com/office/drawing/2014/main" id="{2A2281D0-74C8-4D32-B030-F0D38A1111D4}"/>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1C58EA5E-FBB0-4AB5-AA54-D5C3E567BEB3}"/>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물질의 양을 같게 한다.</a:t>
            </a:r>
          </a:p>
        </p:txBody>
      </p:sp>
      <p:sp>
        <p:nvSpPr>
          <p:cNvPr id="12" name="text">
            <a:extLst xmlns:a="http://schemas.openxmlformats.org/drawingml/2006/main">
              <a:ext uri="{FF2B5EF4-FFF2-40B4-BE49-F238E27FC236}">
                <a16:creationId xmlns:a16="http://schemas.microsoft.com/office/drawing/2014/main" id="{989EE5F1-B48B-4AC1-9915-A45C18660C31}"/>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FAE0BCC8-8AF3-41F0-8461-53BB74000B47}"/>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온도와 압력 조건을 같게 한다.</a:t>
            </a:r>
          </a:p>
        </p:txBody>
      </p:sp>
      <p:pic>
        <p:nvPicPr>
          <p:cNvPr id="14" name="">
            <a:extLst xmlns:a="http://schemas.openxmlformats.org/drawingml/2006/main">
              <a:ext uri="{FF2B5EF4-FFF2-40B4-BE49-F238E27FC236}">
                <a16:creationId xmlns:a16="http://schemas.microsoft.com/office/drawing/2014/main" id="{DA5033EE-EA21-4A60-A5B9-1605DE99224D}"/>
              </a:ext>
            </a:extLst>
          </p:cNvPr>
          <p:cNvPicPr>
            <a:picLocks xmlns:a="http://schemas.openxmlformats.org/drawingml/2006/main" noChangeAspect="1"/>
          </p:cNvPicPr>
          <p:nvPr/>
        </p:nvPicPr>
        <p:blipFill>
          <a:blip xmlns:r="http://schemas.openxmlformats.org/officeDocument/2006/relationships" xmlns:a="http://schemas.openxmlformats.org/drawingml/2006/main" r:embed="Rc33dd1c80aaf4c9e"/>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61C3D636-1C13-4243-95A0-B8C1A99ECB07}"/>
              </a:ext>
            </a:extLst>
          </p:cNvPr>
          <p:cNvPicPr>
            <a:picLocks xmlns:a="http://schemas.openxmlformats.org/drawingml/2006/main" noChangeAspect="1"/>
          </p:cNvPicPr>
          <p:nvPr/>
        </p:nvPicPr>
        <p:blipFill>
          <a:blip xmlns:r="http://schemas.openxmlformats.org/officeDocument/2006/relationships" xmlns:a="http://schemas.openxmlformats.org/drawingml/2006/main" r:embed="R809c96f86e8044b0"/>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FB40AC4E-F81E-4260-8060-5B7CA309AE22}"/>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3601DE06-415D-4469-9419-ED74CE830B32}"/>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D8FCF032-97D6-4AB2-9FB1-573267E884C5}"/>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경로만 다르게</a:t>
            </a:r>
          </a:p>
        </p:txBody>
      </p:sp>
      <p:sp>
        <p:nvSpPr>
          <p:cNvPr id="19" name="캐릭터 질문 2">
            <a:extLst xmlns:a="http://schemas.openxmlformats.org/drawingml/2006/main">
              <a:ext uri="{FF2B5EF4-FFF2-40B4-BE49-F238E27FC236}">
                <a16:creationId xmlns:a16="http://schemas.microsoft.com/office/drawing/2014/main" id="{EE5CA850-477D-4FB3-BFE0-E36E06892B5F}"/>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비교해 볼까?</a:t>
            </a:r>
          </a:p>
        </p:txBody>
      </p:sp>
      <p:sp>
        <p:nvSpPr>
          <p:cNvPr id="20" name="참조 R03-22 여백 있는 말풍선">
            <a:extLst xmlns:a="http://schemas.openxmlformats.org/drawingml/2006/main">
              <a:ext uri="{FF2B5EF4-FFF2-40B4-BE49-F238E27FC236}">
                <a16:creationId xmlns:a16="http://schemas.microsoft.com/office/drawing/2014/main" id="{2FA33EEE-D1D1-47A0-AA5F-24F476F28AC3}"/>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540375BD-2AF3-4954-B676-6F2FD32FC238}"/>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E9B89FFA-057C-490E-813C-61AAA40B4924}"/>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나머지 조건은</a:t>
            </a:r>
          </a:p>
        </p:txBody>
      </p:sp>
      <p:sp>
        <p:nvSpPr>
          <p:cNvPr id="23" name="캐릭터 질문 2">
            <a:extLst xmlns:a="http://schemas.openxmlformats.org/drawingml/2006/main">
              <a:ext uri="{FF2B5EF4-FFF2-40B4-BE49-F238E27FC236}">
                <a16:creationId xmlns:a16="http://schemas.microsoft.com/office/drawing/2014/main" id="{C43045EE-B459-42C2-BB49-85E655BD12C7}"/>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모두 같게!</a:t>
            </a:r>
          </a:p>
        </p:txBody>
      </p:sp>
    </p:spTree>
    <p:extLst>
      <p:ext uri="{BB962C8B-B14F-4D97-AF65-F5344CB8AC3E}">
        <p14:creationId xmlns:p14="http://schemas.microsoft.com/office/powerpoint/2010/main" val="183276598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9B2CD567-8FAA-4F69-826F-64E3F0F9A3D7}"/>
              </a:ext>
            </a:extLst>
          </p:cNvPr>
          <p:cNvPicPr>
            <a:picLocks xmlns:a="http://schemas.openxmlformats.org/drawingml/2006/main" noChangeAspect="1"/>
          </p:cNvPicPr>
          <p:nvPr/>
        </p:nvPicPr>
        <p:blipFill>
          <a:blip xmlns:r="http://schemas.openxmlformats.org/officeDocument/2006/relationships" xmlns:a="http://schemas.openxmlformats.org/drawingml/2006/main" r:embed="R2adeefce623c4cc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FAAA976-1402-4F88-864B-5149EB172AC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D9F24A8-2EC3-4B40-8A5A-6DD32A351C7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4572775E-77A6-4F91-B40A-F5898FAAE84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14D5BBB-B0D4-40EF-9218-03636046761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A2CC789D-D6D8-4BDD-852C-83825D4FDAE4}"/>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531FA8CB-43B9-4C82-9D38-ED9780BD1CB6}"/>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267EDEFD-E77C-4AD7-B1C9-97D63916B81E}"/>
              </a:ext>
            </a:extLst>
          </p:cNvPr>
          <p:cNvPicPr>
            <a:picLocks xmlns:a="http://schemas.openxmlformats.org/drawingml/2006/main" noChangeAspect="1"/>
          </p:cNvPicPr>
          <p:nvPr/>
        </p:nvPicPr>
        <p:blipFill>
          <a:blip xmlns:r="http://schemas.openxmlformats.org/officeDocument/2006/relationships" xmlns:a="http://schemas.openxmlformats.org/drawingml/2006/main" r:embed="R2bdd259811bc4a7e"/>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52454607-079E-410E-99A2-F372B94BDF1B}"/>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C54E03D8-13D3-42DD-8C7F-6265C9898B44}"/>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a:t>Δ</a:t>
            </a:r>
            <a:r>
              <a:rPr sz="3600" i="1">
                <a:latin typeface="Pretendard"/>
                <a:ea typeface="Pretendard"/>
                <a:cs typeface="Pretendard"/>
              </a:rPr>
              <a:t>H</a:t>
            </a:r>
            <a:r>
              <a:rPr sz="3600"/>
              <a:t>₁ = −189.3 kJ</a:t>
            </a:r>
          </a:p>
        </p:txBody>
      </p:sp>
      <p:sp>
        <p:nvSpPr>
          <p:cNvPr id="11" name="text">
            <a:extLst xmlns:a="http://schemas.openxmlformats.org/drawingml/2006/main">
              <a:ext uri="{FF2B5EF4-FFF2-40B4-BE49-F238E27FC236}">
                <a16:creationId xmlns:a16="http://schemas.microsoft.com/office/drawing/2014/main" id="{E8196B74-0E59-4BE7-BE3F-A2163E3072A4}"/>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C56A3EB0-D6B0-4A88-9DE6-D6432BBE1B34}"/>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a:t>Δ</a:t>
            </a:r>
            <a:r>
              <a:rPr sz="3600" i="1">
                <a:latin typeface="Pretendard"/>
                <a:ea typeface="Pretendard"/>
                <a:cs typeface="Pretendard"/>
              </a:rPr>
              <a:t>H</a:t>
            </a:r>
            <a:r>
              <a:rPr sz="3600"/>
              <a:t>₂ + </a:t>
            </a:r>
            <a:r>
              <a:rPr sz="3600"/>
              <a:t>Δ</a:t>
            </a:r>
            <a:r>
              <a:rPr sz="3600" i="1">
                <a:latin typeface="Pretendard"/>
                <a:ea typeface="Pretendard"/>
                <a:cs typeface="Pretendard"/>
              </a:rPr>
              <a:t>H</a:t>
            </a:r>
            <a:r>
              <a:rPr sz="3600"/>
              <a:t>₃</a:t>
            </a:r>
          </a:p>
        </p:txBody>
      </p:sp>
      <p:sp>
        <p:nvSpPr>
          <p:cNvPr id="13" name="text">
            <a:extLst xmlns:a="http://schemas.openxmlformats.org/drawingml/2006/main">
              <a:ext uri="{FF2B5EF4-FFF2-40B4-BE49-F238E27FC236}">
                <a16:creationId xmlns:a16="http://schemas.microsoft.com/office/drawing/2014/main" id="{2A7C8D20-7C1C-4143-A414-490EE4782729}"/>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6E925C76-869C-4594-AFFD-6DBF305FAB1F}"/>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57962F"/>
                </a:solidFill>
                <a:latin typeface="Pretendard"/>
                <a:ea typeface="Pretendard"/>
                <a:cs typeface="Pretendard"/>
              </a:defRPr>
            </a:defPPr>
            <a:lvl1pPr algn="l">
              <a:defRPr sz="3600" b="1">
                <a:solidFill>
                  <a:srgbClr val="57962F"/>
                </a:solidFill>
                <a:latin typeface="Pretendard"/>
                <a:ea typeface="Pretendard"/>
                <a:cs typeface="Pretendard"/>
              </a:defRPr>
            </a:lvl1pPr>
            <a:lvl2pPr algn="l">
              <a:defRPr sz="3600" b="1">
                <a:solidFill>
                  <a:srgbClr val="57962F"/>
                </a:solidFill>
                <a:latin typeface="Pretendard"/>
                <a:ea typeface="Pretendard"/>
                <a:cs typeface="Pretendard"/>
              </a:defRPr>
            </a:lvl2pPr>
            <a:lvl3pPr algn="l">
              <a:defRPr sz="3600" b="1">
                <a:solidFill>
                  <a:srgbClr val="57962F"/>
                </a:solidFill>
                <a:latin typeface="Pretendard"/>
                <a:ea typeface="Pretendard"/>
                <a:cs typeface="Pretendard"/>
              </a:defRPr>
            </a:lvl3pPr>
            <a:lvl4pPr algn="l">
              <a:defRPr sz="3600" b="1">
                <a:solidFill>
                  <a:srgbClr val="57962F"/>
                </a:solidFill>
                <a:latin typeface="Pretendard"/>
                <a:ea typeface="Pretendard"/>
                <a:cs typeface="Pretendard"/>
              </a:defRPr>
            </a:lvl4pPr>
            <a:lvl5pPr algn="l">
              <a:defRPr sz="3600" b="1">
                <a:solidFill>
                  <a:srgbClr val="57962F"/>
                </a:solidFill>
                <a:latin typeface="Pretendard"/>
                <a:ea typeface="Pretendard"/>
                <a:cs typeface="Pretendard"/>
              </a:defRPr>
            </a:lvl5pPr>
            <a:lvl6pPr algn="l">
              <a:defRPr sz="3600" b="1">
                <a:solidFill>
                  <a:srgbClr val="57962F"/>
                </a:solidFill>
                <a:latin typeface="Pretendard"/>
                <a:ea typeface="Pretendard"/>
                <a:cs typeface="Pretendard"/>
              </a:defRPr>
            </a:lvl6pPr>
            <a:lvl7pPr algn="l">
              <a:defRPr sz="3600" b="1">
                <a:solidFill>
                  <a:srgbClr val="57962F"/>
                </a:solidFill>
                <a:latin typeface="Pretendard"/>
                <a:ea typeface="Pretendard"/>
                <a:cs typeface="Pretendard"/>
              </a:defRPr>
            </a:lvl7pPr>
            <a:lvl8pPr algn="l">
              <a:defRPr sz="3600" b="1">
                <a:solidFill>
                  <a:srgbClr val="57962F"/>
                </a:solidFill>
                <a:latin typeface="Pretendard"/>
                <a:ea typeface="Pretendard"/>
                <a:cs typeface="Pretendard"/>
              </a:defRPr>
            </a:lvl8pPr>
            <a:lvl9pPr algn="l">
              <a:defRPr sz="3600" b="1">
                <a:solidFill>
                  <a:srgbClr val="57962F"/>
                </a:solidFill>
                <a:latin typeface="Pretendard"/>
                <a:ea typeface="Pretendard"/>
                <a:cs typeface="Pretendard"/>
              </a:defRPr>
            </a:lvl9pPr>
          </a:lstStyle>
          <a:p xmlns:a="http://schemas.openxmlformats.org/drawingml/2006/main">
            <a:pPr algn="l">
              <a:defRPr sz="3600" b="1">
                <a:solidFill>
                  <a:srgbClr val="57962F"/>
                </a:solidFill>
                <a:latin typeface="Pretendard"/>
                <a:ea typeface="Pretendard"/>
                <a:cs typeface="Pretendard"/>
              </a:defRPr>
            </a:pPr>
            <a:r>
              <a:rPr sz="360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1B29D35E-2824-4322-AC7D-CACA364FB8B5}"/>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E46163A8-5167-4424-9E05-448B60FCA901}"/>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rPr sz="3600"/>
              <a:t>Δ</a:t>
            </a:r>
            <a:r>
              <a:rPr sz="3600" i="1">
                <a:latin typeface="Pretendard"/>
                <a:ea typeface="Pretendard"/>
                <a:cs typeface="Pretendard"/>
              </a:rPr>
              <a:t>H</a:t>
            </a:r>
            <a:r>
              <a:rPr sz="3600"/>
              <a:t>₁ = </a:t>
            </a:r>
            <a:r>
              <a:rPr sz="3600"/>
              <a:t>Δ</a:t>
            </a:r>
            <a:r>
              <a:rPr sz="3600" i="1">
                <a:latin typeface="Pretendard"/>
                <a:ea typeface="Pretendard"/>
                <a:cs typeface="Pretendard"/>
              </a:rPr>
              <a:t>H</a:t>
            </a:r>
            <a:r>
              <a:rPr sz="3600"/>
              <a:t>₂ + </a:t>
            </a:r>
            <a:r>
              <a:rPr sz="3600"/>
              <a:t>Δ</a:t>
            </a:r>
            <a:r>
              <a:rPr sz="3600" i="1">
                <a:latin typeface="Pretendard"/>
                <a:ea typeface="Pretendard"/>
                <a:cs typeface="Pretendard"/>
              </a:rPr>
              <a:t>H</a:t>
            </a:r>
            <a:r>
              <a:rPr sz="3600"/>
              <a:t>₃</a:t>
            </a:r>
          </a:p>
        </p:txBody>
      </p:sp>
    </p:spTree>
    <p:extLst>
      <p:ext uri="{BB962C8B-B14F-4D97-AF65-F5344CB8AC3E}">
        <p14:creationId xmlns:p14="http://schemas.microsoft.com/office/powerpoint/2010/main" val="197425500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2DF2A42-5C7E-4894-8911-B47BDD6B528D}"/>
              </a:ext>
            </a:extLst>
          </p:cNvPr>
          <p:cNvPicPr>
            <a:picLocks xmlns:a="http://schemas.openxmlformats.org/drawingml/2006/main" noChangeAspect="1"/>
          </p:cNvPicPr>
          <p:nvPr/>
        </p:nvPicPr>
        <p:blipFill>
          <a:blip xmlns:r="http://schemas.openxmlformats.org/officeDocument/2006/relationships" xmlns:a="http://schemas.openxmlformats.org/drawingml/2006/main" r:embed="R0e2bec7b3201465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BC65B87-C2A8-430B-B42B-2F8DCBC5690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498A42C-1E77-4A33-BEB1-88454CA315C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46AE4825-2448-4327-B123-E908361594A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7DC4D7A-3E22-4FF0-8239-31A5B2BEB3D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88B62E7F-B30B-4795-BEDD-0DA4278B309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889189EB-EDDB-4945-ABC5-3206DA4BFB98}"/>
              </a:ext>
            </a:extLst>
          </p:cNvPr>
          <p:cNvPicPr>
            <a:picLocks xmlns:a="http://schemas.openxmlformats.org/drawingml/2006/main" noChangeAspect="1"/>
          </p:cNvPicPr>
          <p:nvPr/>
        </p:nvPicPr>
        <p:blipFill>
          <a:blip xmlns:r="http://schemas.openxmlformats.org/officeDocument/2006/relationships" xmlns:a="http://schemas.openxmlformats.org/drawingml/2006/main" r:embed="Rf3a1f999a5c74fda"/>
          <a:stretch xmlns:a="http://schemas.openxmlformats.org/drawingml/2006/main"/>
        </p:blipFill>
        <p:spPr>
          <a:xfrm xmlns:a="http://schemas.openxmlformats.org/drawingml/2006/main">
            <a:off x="1905000" y="4922520"/>
            <a:ext cx="13844588" cy="81438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BF54710-70C4-42F7-B689-B438E7323B48}"/>
              </a:ext>
            </a:extLst>
          </p:cNvPr>
          <p:cNvPicPr>
            <a:picLocks xmlns:a="http://schemas.openxmlformats.org/drawingml/2006/main" noChangeAspect="1"/>
          </p:cNvPicPr>
          <p:nvPr/>
        </p:nvPicPr>
        <p:blipFill>
          <a:blip xmlns:r="http://schemas.openxmlformats.org/officeDocument/2006/relationships" xmlns:a="http://schemas.openxmlformats.org/drawingml/2006/main" r:embed="Rf5ad1cfae7cd4a4c"/>
          <a:stretch xmlns:a="http://schemas.openxmlformats.org/drawingml/2006/main"/>
        </p:blipFill>
        <p:spPr>
          <a:xfrm xmlns:a="http://schemas.openxmlformats.org/drawingml/2006/main">
            <a:off x="1905000" y="5631656"/>
            <a:ext cx="15066169" cy="814388"/>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F7943B06-91DB-45BC-A57B-45CEFB12C37A}"/>
              </a:ext>
            </a:extLst>
          </p:cNvPr>
          <p:cNvSpPr>
            <a:spLocks xmlns:a="http://schemas.openxmlformats.org/drawingml/2006/main" noGrp="1"/>
          </p:cNvSpPr>
          <p:nvPr/>
        </p:nvSpPr>
        <p:spPr>
          <a:xfrm xmlns:a="http://schemas.openxmlformats.org/drawingml/2006/main">
            <a:off x="2219325" y="6560344"/>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A7DA54CB-413D-4D1D-AB57-E795838E17F6}"/>
              </a:ext>
            </a:extLst>
          </p:cNvPr>
          <p:cNvPicPr>
            <a:picLocks xmlns:a="http://schemas.openxmlformats.org/drawingml/2006/main" noChangeAspect="1"/>
          </p:cNvPicPr>
          <p:nvPr/>
        </p:nvPicPr>
        <p:blipFill>
          <a:blip xmlns:r="http://schemas.openxmlformats.org/officeDocument/2006/relationships" xmlns:a="http://schemas.openxmlformats.org/drawingml/2006/main" r:embed="R5472be7790014ea3"/>
          <a:stretch xmlns:a="http://schemas.openxmlformats.org/drawingml/2006/main"/>
        </p:blipFill>
        <p:spPr>
          <a:xfrm xmlns:a="http://schemas.openxmlformats.org/drawingml/2006/main">
            <a:off x="1905000" y="6647498"/>
            <a:ext cx="13844588" cy="814388"/>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23CE6282-D3F0-412B-A3BA-9A1C65786B92}"/>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0DC769E3-EBC4-47B2-9178-82B5A7C0A17C}"/>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17216705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3BBF7F3-1331-4236-8B7B-03F12E1CC4F6}"/>
              </a:ext>
            </a:extLst>
          </p:cNvPr>
          <p:cNvPicPr>
            <a:picLocks xmlns:a="http://schemas.openxmlformats.org/drawingml/2006/main" noChangeAspect="1"/>
          </p:cNvPicPr>
          <p:nvPr/>
        </p:nvPicPr>
        <p:blipFill>
          <a:blip xmlns:r="http://schemas.openxmlformats.org/officeDocument/2006/relationships" xmlns:a="http://schemas.openxmlformats.org/drawingml/2006/main" r:embed="Rf5f2031cf2d949a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6F38B2A-639F-4CA0-B61E-2B7A17D0871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FE9BCD3-4579-4ABD-BF0E-497120465E1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D383974-CFFE-4A6A-B383-63B07CDD649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7998990-BC05-4D11-AFBE-D9C1DD40919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730F4886-4414-4FDA-873A-9DB9CF0A629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6C71BD32-FB2D-479C-BB74-BFB7512BAF95}"/>
              </a:ext>
            </a:extLst>
          </p:cNvPr>
          <p:cNvPicPr>
            <a:picLocks xmlns:a="http://schemas.openxmlformats.org/drawingml/2006/main" noChangeAspect="1"/>
          </p:cNvPicPr>
          <p:nvPr/>
        </p:nvPicPr>
        <p:blipFill>
          <a:blip xmlns:r="http://schemas.openxmlformats.org/officeDocument/2006/relationships" xmlns:a="http://schemas.openxmlformats.org/drawingml/2006/main" r:embed="R19d94203c9a8498e"/>
          <a:stretch xmlns:a="http://schemas.openxmlformats.org/drawingml/2006/main"/>
        </p:blipFill>
        <p:spPr>
          <a:xfrm xmlns:a="http://schemas.openxmlformats.org/drawingml/2006/main">
            <a:off x="2247900" y="4866477"/>
            <a:ext cx="13811250" cy="1313499"/>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18CA6B64-1A59-46DC-92F2-1436C88D1735}"/>
              </a:ext>
            </a:extLst>
          </p:cNvPr>
          <p:cNvPicPr>
            <a:picLocks xmlns:a="http://schemas.openxmlformats.org/drawingml/2006/main" noChangeAspect="1"/>
          </p:cNvPicPr>
          <p:nvPr/>
        </p:nvPicPr>
        <p:blipFill>
          <a:blip xmlns:r="http://schemas.openxmlformats.org/officeDocument/2006/relationships" xmlns:a="http://schemas.openxmlformats.org/drawingml/2006/main" r:embed="R8751aacfda6f49cb"/>
          <a:stretch xmlns:a="http://schemas.openxmlformats.org/drawingml/2006/main"/>
        </p:blipFill>
        <p:spPr>
          <a:xfrm xmlns:a="http://schemas.openxmlformats.org/drawingml/2006/main">
            <a:off x="2247900" y="6033818"/>
            <a:ext cx="13811250" cy="1313499"/>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22E7BA75-7896-4671-88C2-5BCDC5C0727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4B9D37AB-FDF8-4B53-9A44-FCEE1372B517}"/>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
        <p:nvSpPr>
          <p:cNvPr id="11" name="text">
            <a:extLst xmlns:a="http://schemas.openxmlformats.org/drawingml/2006/main">
              <a:ext uri="{FF2B5EF4-FFF2-40B4-BE49-F238E27FC236}">
                <a16:creationId xmlns:a16="http://schemas.microsoft.com/office/drawing/2014/main" id="{CA8C7664-643D-4457-995F-90EAE7948B7B}"/>
              </a:ext>
            </a:extLst>
          </p:cNvPr>
          <p:cNvSpPr>
            <a:spLocks xmlns:a="http://schemas.openxmlformats.org/drawingml/2006/main" noGrp="1"/>
          </p:cNvSpPr>
          <p:nvPr/>
        </p:nvSpPr>
        <p:spPr>
          <a:xfrm xmlns:a="http://schemas.openxmlformats.org/drawingml/2006/main">
            <a:off x="2286000" y="74866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계수 2배</a:t>
            </a:r>
          </a:p>
        </p:txBody>
      </p:sp>
      <p:sp>
        <p:nvSpPr>
          <p:cNvPr id="12" name="text">
            <a:extLst xmlns:a="http://schemas.openxmlformats.org/drawingml/2006/main">
              <a:ext uri="{FF2B5EF4-FFF2-40B4-BE49-F238E27FC236}">
                <a16:creationId xmlns:a16="http://schemas.microsoft.com/office/drawing/2014/main" id="{C2A94C3F-AD3A-464E-A61F-BB34CE23FE78}"/>
              </a:ext>
            </a:extLst>
          </p:cNvPr>
          <p:cNvSpPr>
            <a:spLocks xmlns:a="http://schemas.openxmlformats.org/drawingml/2006/main" noGrp="1"/>
          </p:cNvSpPr>
          <p:nvPr/>
        </p:nvSpPr>
        <p:spPr>
          <a:xfrm xmlns:a="http://schemas.openxmlformats.org/drawingml/2006/main">
            <a:off x="11477625" y="74866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t>Δ</a:t>
            </a:r>
            <a:r>
              <a:rPr i="1">
                <a:latin typeface="Pretendard"/>
                <a:ea typeface="Pretendard"/>
                <a:cs typeface="Pretendard"/>
              </a:rPr>
              <a:t>H</a:t>
            </a:r>
            <a:r>
              <a:t>도 2배</a:t>
            </a:r>
          </a:p>
        </p:txBody>
      </p:sp>
    </p:spTree>
    <p:extLst>
      <p:ext uri="{BB962C8B-B14F-4D97-AF65-F5344CB8AC3E}">
        <p14:creationId xmlns:p14="http://schemas.microsoft.com/office/powerpoint/2010/main" val="171805322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1AC5228-6B8F-443F-A177-80456CF12B00}"/>
              </a:ext>
            </a:extLst>
          </p:cNvPr>
          <p:cNvPicPr>
            <a:picLocks xmlns:a="http://schemas.openxmlformats.org/drawingml/2006/main" noChangeAspect="1"/>
          </p:cNvPicPr>
          <p:nvPr/>
        </p:nvPicPr>
        <p:blipFill>
          <a:blip xmlns:r="http://schemas.openxmlformats.org/officeDocument/2006/relationships" xmlns:a="http://schemas.openxmlformats.org/drawingml/2006/main" r:embed="Rcfc83a3b34f148e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006520E-5C51-4AC3-81E0-6516DF68006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C14991B-9DAA-4329-B2D6-D3EE4110AA0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242E2DA-905F-4E61-87FB-9B4498659AA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6D76BAD-DCE0-4548-A6E3-62BC1124763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6DCF0741-F601-44AA-84F0-00B77E9F765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C550BA26-4474-4291-BFB1-5505FEC1DDBB}"/>
              </a:ext>
            </a:extLst>
          </p:cNvPr>
          <p:cNvPicPr>
            <a:picLocks xmlns:a="http://schemas.openxmlformats.org/drawingml/2006/main" noChangeAspect="1"/>
          </p:cNvPicPr>
          <p:nvPr/>
        </p:nvPicPr>
        <p:blipFill>
          <a:blip xmlns:r="http://schemas.openxmlformats.org/officeDocument/2006/relationships" xmlns:a="http://schemas.openxmlformats.org/drawingml/2006/main" r:embed="R9657bada917448bc"/>
          <a:stretch xmlns:a="http://schemas.openxmlformats.org/drawingml/2006/main"/>
        </p:blipFill>
        <p:spPr>
          <a:xfrm xmlns:a="http://schemas.openxmlformats.org/drawingml/2006/main">
            <a:off x="2247929" y="5029187"/>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C76237A-E43B-4059-9D4E-00169473493B}"/>
              </a:ext>
            </a:extLst>
          </p:cNvPr>
          <p:cNvPicPr>
            <a:picLocks xmlns:a="http://schemas.openxmlformats.org/drawingml/2006/main" noChangeAspect="1"/>
          </p:cNvPicPr>
          <p:nvPr/>
        </p:nvPicPr>
        <p:blipFill>
          <a:blip xmlns:r="http://schemas.openxmlformats.org/officeDocument/2006/relationships" xmlns:a="http://schemas.openxmlformats.org/drawingml/2006/main" r:embed="R355e0a4907a0491a"/>
          <a:stretch xmlns:a="http://schemas.openxmlformats.org/drawingml/2006/main"/>
        </p:blipFill>
        <p:spPr>
          <a:xfrm xmlns:a="http://schemas.openxmlformats.org/drawingml/2006/main">
            <a:off x="1332671" y="5997033"/>
            <a:ext cx="15622658" cy="961394"/>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D3BF2CF5-BD01-42A9-A7F3-C06074921520}"/>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D28D19D6-5C9C-4F73-ABEB-23F705DC9835}"/>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
        <p:nvSpPr>
          <p:cNvPr id="11" name="text">
            <a:extLst xmlns:a="http://schemas.openxmlformats.org/drawingml/2006/main">
              <a:ext uri="{FF2B5EF4-FFF2-40B4-BE49-F238E27FC236}">
                <a16:creationId xmlns:a16="http://schemas.microsoft.com/office/drawing/2014/main" id="{0CC0199B-DF25-4838-9B01-C5FEF9C5CD7C}"/>
              </a:ext>
            </a:extLst>
          </p:cNvPr>
          <p:cNvSpPr>
            <a:spLocks xmlns:a="http://schemas.openxmlformats.org/drawingml/2006/main" noGrp="1"/>
          </p:cNvSpPr>
          <p:nvPr/>
        </p:nvSpPr>
        <p:spPr>
          <a:xfrm xmlns:a="http://schemas.openxmlformats.org/drawingml/2006/main">
            <a:off x="11430000" y="4593922"/>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발열 반응</a:t>
            </a:r>
          </a:p>
        </p:txBody>
      </p:sp>
      <p:sp>
        <p:nvSpPr>
          <p:cNvPr id="12" name="text">
            <a:extLst xmlns:a="http://schemas.openxmlformats.org/drawingml/2006/main">
              <a:ext uri="{FF2B5EF4-FFF2-40B4-BE49-F238E27FC236}">
                <a16:creationId xmlns:a16="http://schemas.microsoft.com/office/drawing/2014/main" id="{8AE140DF-ED59-41B7-B16A-384B3FDB01F5}"/>
              </a:ext>
            </a:extLst>
          </p:cNvPr>
          <p:cNvSpPr>
            <a:spLocks xmlns:a="http://schemas.openxmlformats.org/drawingml/2006/main" noGrp="1"/>
          </p:cNvSpPr>
          <p:nvPr/>
        </p:nvSpPr>
        <p:spPr>
          <a:xfrm xmlns:a="http://schemas.openxmlformats.org/drawingml/2006/main">
            <a:off x="11430000" y="6874178"/>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흡열 반응</a:t>
            </a:r>
          </a:p>
        </p:txBody>
      </p:sp>
    </p:spTree>
    <p:extLst>
      <p:ext uri="{BB962C8B-B14F-4D97-AF65-F5344CB8AC3E}">
        <p14:creationId xmlns:p14="http://schemas.microsoft.com/office/powerpoint/2010/main" val="96800984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E8BCFE1B-8164-4F3C-B379-5F72500D2C2D}"/>
              </a:ext>
            </a:extLst>
          </p:cNvPr>
          <p:cNvPicPr>
            <a:picLocks xmlns:a="http://schemas.openxmlformats.org/drawingml/2006/main" noChangeAspect="1"/>
          </p:cNvPicPr>
          <p:nvPr/>
        </p:nvPicPr>
        <p:blipFill>
          <a:blip xmlns:r="http://schemas.openxmlformats.org/officeDocument/2006/relationships" xmlns:a="http://schemas.openxmlformats.org/drawingml/2006/main" r:embed="R8c8136ea007448c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DC7AC76-5C63-4855-82E5-2FC2B67EB53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1DE50D4-8AFD-4FB8-B094-B726BA395B6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AE75139C-B954-4DDA-A815-070A8C01F4B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A4F0A29-35AA-473C-8ABE-2C32D5268DE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6A8D2768-0D0E-42C5-9D47-3F939F24041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94BF669D-B4C6-4223-9ACD-38C06774784B}"/>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5429250"/>
                <a:gridCol w="5905500"/>
              </a:tblGrid>
              <a:tr h="952500">
                <a:tc>
                  <a:txBody>
                    <a:bodyPr wrap="none" lIns="114300" tIns="114300" rIns="114300" bIns="114300"/>
                    <a:lstStyle/>
                    <a:p>
                      <a:pPr algn="ctr"/>
                      <a:r>
                        <a:rPr sz="315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각 </a:t>
                      </a: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9268461E-B52A-47C2-A97A-5241AA20DCC1}"/>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4B4134A2-530D-46C5-A746-BAC6D4A80180}"/>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C64925B-C7DF-4039-BC3F-1B3C4786C4B2}"/>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A2C0BF10-72FD-44D0-B375-47E7470DDB9F}"/>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294418213"/>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0D0AD85-168A-490A-B01B-916699924DF2}"/>
              </a:ext>
            </a:extLst>
          </p:cNvPr>
          <p:cNvPicPr>
            <a:picLocks xmlns:a="http://schemas.openxmlformats.org/drawingml/2006/main" noChangeAspect="1"/>
          </p:cNvPicPr>
          <p:nvPr/>
        </p:nvPicPr>
        <p:blipFill>
          <a:blip xmlns:r="http://schemas.openxmlformats.org/officeDocument/2006/relationships" xmlns:a="http://schemas.openxmlformats.org/drawingml/2006/main" r:embed="Rf54878a6f8c6486f"/>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80905C2C-B1A8-468B-8A7C-6AFC70F4638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659FFCB8-97D7-41CC-B5B9-CE9BCC48463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043B14C9-75A6-4900-B597-E77E6548E7CF}"/>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64654F9B-A31A-47B7-BC64-1612F49E2B63}"/>
              </a:ext>
            </a:extLst>
          </p:cNvPr>
          <p:cNvPicPr>
            <a:picLocks xmlns:a="http://schemas.openxmlformats.org/drawingml/2006/main" noChangeAspect="1"/>
          </p:cNvPicPr>
          <p:nvPr/>
        </p:nvPicPr>
        <p:blipFill>
          <a:blip xmlns:r="http://schemas.openxmlformats.org/officeDocument/2006/relationships" xmlns:a="http://schemas.openxmlformats.org/drawingml/2006/main" r:embed="R03f99d0ebaef468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ACC6BE1E-90AC-419A-8589-EC3AA664883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16C6BB02-943C-4F70-A4AD-8586663F351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8" name="text">
            <a:extLst xmlns:a="http://schemas.openxmlformats.org/drawingml/2006/main">
              <a:ext uri="{FF2B5EF4-FFF2-40B4-BE49-F238E27FC236}">
                <a16:creationId xmlns:a16="http://schemas.microsoft.com/office/drawing/2014/main" id="{3D39600E-F724-4920-844F-611C29122EF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9" name="text">
            <a:extLst xmlns:a="http://schemas.openxmlformats.org/drawingml/2006/main">
              <a:ext uri="{FF2B5EF4-FFF2-40B4-BE49-F238E27FC236}">
                <a16:creationId xmlns:a16="http://schemas.microsoft.com/office/drawing/2014/main" id="{02B3B5D8-9B60-436E-B418-3B34E97C3835}"/>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55891908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9DFF2B2F-E331-420A-9C64-D1E55A91591A}"/>
              </a:ext>
            </a:extLst>
          </p:cNvPr>
          <p:cNvPicPr>
            <a:picLocks xmlns:a="http://schemas.openxmlformats.org/drawingml/2006/main" noChangeAspect="1"/>
          </p:cNvPicPr>
          <p:nvPr/>
        </p:nvPicPr>
        <p:blipFill>
          <a:blip xmlns:r="http://schemas.openxmlformats.org/officeDocument/2006/relationships" xmlns:a="http://schemas.openxmlformats.org/drawingml/2006/main" r:embed="Reab191c4180449a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3EC7169-A052-4676-B833-DCA60693AC1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6237F19-0128-4EFF-9FD6-86EAA29E12C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85ED46E-2096-41FD-9AE4-D5B60F4AA72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5ACFAB5-88AD-47B9-AD43-3C405C388B5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1862645B-2538-4D50-B4C4-10345AC1257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pic>
        <p:nvPicPr>
          <p:cNvPr id="7" name="">
            <a:extLst xmlns:a="http://schemas.openxmlformats.org/drawingml/2006/main">
              <a:ext uri="{FF2B5EF4-FFF2-40B4-BE49-F238E27FC236}">
                <a16:creationId xmlns:a16="http://schemas.microsoft.com/office/drawing/2014/main" id="{A0A1779F-A94C-4A8A-BB64-EE0B995F38B4}"/>
              </a:ext>
            </a:extLst>
          </p:cNvPr>
          <p:cNvPicPr>
            <a:picLocks xmlns:a="http://schemas.openxmlformats.org/drawingml/2006/main" noChangeAspect="1"/>
          </p:cNvPicPr>
          <p:nvPr/>
        </p:nvPicPr>
        <p:blipFill>
          <a:blip xmlns:r="http://schemas.openxmlformats.org/officeDocument/2006/relationships" xmlns:a="http://schemas.openxmlformats.org/drawingml/2006/main" r:embed="R3fe8cc7a5b2d4ba6"/>
          <a:stretch xmlns:a="http://schemas.openxmlformats.org/drawingml/2006/main"/>
        </p:blipFill>
        <p:spPr>
          <a:xfrm xmlns:a="http://schemas.openxmlformats.org/drawingml/2006/main">
            <a:off x="2503792" y="5238750"/>
            <a:ext cx="2755292" cy="4238625"/>
          </a:xfrm>
          <a:prstGeom xmlns:a="http://schemas.openxmlformats.org/drawingml/2006/main" prst="rect">
            <a:avLst/>
          </a:prstGeom>
        </p:spPr>
      </p:pic>
      <p:sp>
        <p:nvSpPr>
          <p:cNvPr id="8" name="참조 R03-22 여백 있는 말풍선">
            <a:extLst xmlns:a="http://schemas.openxmlformats.org/drawingml/2006/main">
              <a:ext uri="{FF2B5EF4-FFF2-40B4-BE49-F238E27FC236}">
                <a16:creationId xmlns:a16="http://schemas.microsoft.com/office/drawing/2014/main" id="{CE7F463D-7052-4162-8A05-873EE007A7E5}"/>
              </a:ext>
            </a:extLst>
          </p:cNvPr>
          <p:cNvSpPr>
            <a:spLocks xmlns:a="http://schemas.openxmlformats.org/drawingml/2006/main" noGrp="1"/>
          </p:cNvSpPr>
          <p:nvPr/>
        </p:nvSpPr>
        <p:spPr>
          <a:xfrm xmlns:a="http://schemas.openxmlformats.org/drawingml/2006/main">
            <a:off x="1524000" y="3714750"/>
            <a:ext cx="4524375" cy="1390650"/>
          </a:xfrm>
          <a:prstGeom xmlns:a="http://schemas.openxmlformats.org/drawingml/2006/main" prst="roundRect">
            <a:avLst>
              <a:gd name="adj" fmla="val 17808"/>
            </a:avLst>
          </a:prstGeom>
          <a:solidFill xmlns:a="http://schemas.openxmlformats.org/drawingml/2006/main">
            <a:srgbClr val="F5F5F5"/>
          </a:solidFill>
          <a:ln xmlns:a="http://schemas.openxmlformats.org/drawingml/2006/main" w="0">
            <a:noFill/>
          </a:ln>
        </p:spPr>
      </p:sp>
      <p:sp>
        <p:nvSpPr>
          <p:cNvPr id="9" name="인물 발화 연결 꼬리">
            <a:extLst xmlns:a="http://schemas.openxmlformats.org/drawingml/2006/main">
              <a:ext uri="{FF2B5EF4-FFF2-40B4-BE49-F238E27FC236}">
                <a16:creationId xmlns:a16="http://schemas.microsoft.com/office/drawing/2014/main" id="{34735463-AE23-4BA4-8FD4-81CE1D3C65C8}"/>
              </a:ext>
            </a:extLst>
          </p:cNvPr>
          <p:cNvSpPr>
            <a:spLocks xmlns:a="http://schemas.openxmlformats.org/drawingml/2006/main" noGrp="1"/>
          </p:cNvSpPr>
          <p:nvPr/>
        </p:nvSpPr>
        <p:spPr>
          <a:xfrm xmlns:a="http://schemas.openxmlformats.org/drawingml/2006/main">
            <a:off x="3786188" y="50958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0" name="캐릭터 질문 1">
            <a:extLst xmlns:a="http://schemas.openxmlformats.org/drawingml/2006/main">
              <a:ext uri="{FF2B5EF4-FFF2-40B4-BE49-F238E27FC236}">
                <a16:creationId xmlns:a16="http://schemas.microsoft.com/office/drawing/2014/main" id="{BD3FAA88-4450-4992-AE3F-33E814B8F490}"/>
              </a:ext>
            </a:extLst>
          </p:cNvPr>
          <p:cNvSpPr>
            <a:spLocks xmlns:a="http://schemas.openxmlformats.org/drawingml/2006/main" noGrp="1"/>
          </p:cNvSpPr>
          <p:nvPr/>
        </p:nvSpPr>
        <p:spPr>
          <a:xfrm xmlns:a="http://schemas.openxmlformats.org/drawingml/2006/main">
            <a:off x="1752600" y="3943350"/>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CO만 생길 때의 열을</a:t>
            </a:r>
          </a:p>
        </p:txBody>
      </p:sp>
      <p:sp>
        <p:nvSpPr>
          <p:cNvPr id="11" name="캐릭터 질문 2">
            <a:extLst xmlns:a="http://schemas.openxmlformats.org/drawingml/2006/main">
              <a:ext uri="{FF2B5EF4-FFF2-40B4-BE49-F238E27FC236}">
                <a16:creationId xmlns:a16="http://schemas.microsoft.com/office/drawing/2014/main" id="{4151B449-2327-4C44-A962-F0855B147F33}"/>
              </a:ext>
            </a:extLst>
          </p:cNvPr>
          <p:cNvSpPr>
            <a:spLocks xmlns:a="http://schemas.openxmlformats.org/drawingml/2006/main" noGrp="1"/>
          </p:cNvSpPr>
          <p:nvPr/>
        </p:nvSpPr>
        <p:spPr>
          <a:xfrm xmlns:a="http://schemas.openxmlformats.org/drawingml/2006/main">
            <a:off x="1752600" y="4410075"/>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어떻게 구할까?</a:t>
            </a:r>
          </a:p>
        </p:txBody>
      </p:sp>
      <p:sp>
        <p:nvSpPr>
          <p:cNvPr id="12" name="R04-33 표제와 해석 영역">
            <a:extLst xmlns:a="http://schemas.openxmlformats.org/drawingml/2006/main">
              <a:ext uri="{FF2B5EF4-FFF2-40B4-BE49-F238E27FC236}">
                <a16:creationId xmlns:a16="http://schemas.microsoft.com/office/drawing/2014/main" id="{17560D84-9E19-4E9E-9F42-E9B31BCD60D1}"/>
              </a:ext>
            </a:extLst>
          </p:cNvPr>
          <p:cNvSpPr>
            <a:spLocks xmlns:a="http://schemas.openxmlformats.org/drawingml/2006/main" noGrp="1"/>
          </p:cNvSpPr>
          <p:nvPr/>
        </p:nvSpPr>
        <p:spPr>
          <a:xfrm xmlns:a="http://schemas.openxmlformats.org/drawingml/2006/main">
            <a:off x="6905625" y="390525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3" name="rich">
            <a:extLst xmlns:a="http://schemas.openxmlformats.org/drawingml/2006/main">
              <a:ext uri="{FF2B5EF4-FFF2-40B4-BE49-F238E27FC236}">
                <a16:creationId xmlns:a16="http://schemas.microsoft.com/office/drawing/2014/main" id="{64B7DE1C-8D7B-4E28-8B1B-9F4939455A4C}"/>
              </a:ext>
            </a:extLst>
          </p:cNvPr>
          <p:cNvSpPr>
            <a:spLocks xmlns:a="http://schemas.openxmlformats.org/drawingml/2006/main" noGrp="1"/>
          </p:cNvSpPr>
          <p:nvPr/>
        </p:nvSpPr>
        <p:spPr>
          <a:xfrm xmlns:a="http://schemas.openxmlformats.org/drawingml/2006/main">
            <a:off x="7210425" y="406717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함께 생성될 수 있는 CO₂</a:t>
            </a:r>
          </a:p>
        </p:txBody>
      </p:sp>
      <p:sp>
        <p:nvSpPr>
          <p:cNvPr id="14" name="rich">
            <a:extLst xmlns:a="http://schemas.openxmlformats.org/drawingml/2006/main">
              <a:ext uri="{FF2B5EF4-FFF2-40B4-BE49-F238E27FC236}">
                <a16:creationId xmlns:a16="http://schemas.microsoft.com/office/drawing/2014/main" id="{6808EE76-E67F-42CF-A3DE-31DB56AF699D}"/>
              </a:ext>
            </a:extLst>
          </p:cNvPr>
          <p:cNvSpPr>
            <a:spLocks xmlns:a="http://schemas.openxmlformats.org/drawingml/2006/main" noGrp="1"/>
          </p:cNvSpPr>
          <p:nvPr/>
        </p:nvSpPr>
        <p:spPr>
          <a:xfrm xmlns:a="http://schemas.openxmlformats.org/drawingml/2006/main">
            <a:off x="7210425" y="469582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탄소가 불완전 연소할 때 CO₂도 생성될 수 있다.</a:t>
            </a:r>
          </a:p>
        </p:txBody>
      </p:sp>
      <p:sp>
        <p:nvSpPr>
          <p:cNvPr id="15" name="R04-33 표제와 해석 영역">
            <a:extLst xmlns:a="http://schemas.openxmlformats.org/drawingml/2006/main">
              <a:ext uri="{FF2B5EF4-FFF2-40B4-BE49-F238E27FC236}">
                <a16:creationId xmlns:a16="http://schemas.microsoft.com/office/drawing/2014/main" id="{D38C72F9-BD48-43F1-AF2D-4107609216EE}"/>
              </a:ext>
            </a:extLst>
          </p:cNvPr>
          <p:cNvSpPr>
            <a:spLocks xmlns:a="http://schemas.openxmlformats.org/drawingml/2006/main" noGrp="1"/>
          </p:cNvSpPr>
          <p:nvPr/>
        </p:nvSpPr>
        <p:spPr>
          <a:xfrm xmlns:a="http://schemas.openxmlformats.org/drawingml/2006/main">
            <a:off x="6905625" y="5724525"/>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8DBB763E-59E7-4055-8F32-4F2B4C2174EB}"/>
              </a:ext>
            </a:extLst>
          </p:cNvPr>
          <p:cNvSpPr>
            <a:spLocks xmlns:a="http://schemas.openxmlformats.org/drawingml/2006/main" noGrp="1"/>
          </p:cNvSpPr>
          <p:nvPr/>
        </p:nvSpPr>
        <p:spPr>
          <a:xfrm xmlns:a="http://schemas.openxmlformats.org/drawingml/2006/main">
            <a:off x="7210425" y="5886450"/>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따로 측정하기 어려운 열</a:t>
            </a:r>
          </a:p>
        </p:txBody>
      </p:sp>
      <p:sp>
        <p:nvSpPr>
          <p:cNvPr id="17" name="rich">
            <a:extLst xmlns:a="http://schemas.openxmlformats.org/drawingml/2006/main">
              <a:ext uri="{FF2B5EF4-FFF2-40B4-BE49-F238E27FC236}">
                <a16:creationId xmlns:a16="http://schemas.microsoft.com/office/drawing/2014/main" id="{5CD6783A-55BE-4411-82BF-A438E4E5AA3E}"/>
              </a:ext>
            </a:extLst>
          </p:cNvPr>
          <p:cNvSpPr>
            <a:spLocks xmlns:a="http://schemas.openxmlformats.org/drawingml/2006/main" noGrp="1"/>
          </p:cNvSpPr>
          <p:nvPr/>
        </p:nvSpPr>
        <p:spPr>
          <a:xfrm xmlns:a="http://schemas.openxmlformats.org/drawingml/2006/main">
            <a:off x="7210425" y="6515100"/>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CO만 생성되는 반응의 열을 분리하기 어렵다.</a:t>
            </a:r>
          </a:p>
        </p:txBody>
      </p:sp>
      <p:sp>
        <p:nvSpPr>
          <p:cNvPr id="18" name="R04-33 표제와 해석 영역">
            <a:extLst xmlns:a="http://schemas.openxmlformats.org/drawingml/2006/main">
              <a:ext uri="{FF2B5EF4-FFF2-40B4-BE49-F238E27FC236}">
                <a16:creationId xmlns:a16="http://schemas.microsoft.com/office/drawing/2014/main" id="{233ED3C7-7CBB-4C07-8F9B-636A06CC3567}"/>
              </a:ext>
            </a:extLst>
          </p:cNvPr>
          <p:cNvSpPr>
            <a:spLocks xmlns:a="http://schemas.openxmlformats.org/drawingml/2006/main" noGrp="1"/>
          </p:cNvSpPr>
          <p:nvPr/>
        </p:nvSpPr>
        <p:spPr>
          <a:xfrm xmlns:a="http://schemas.openxmlformats.org/drawingml/2006/main">
            <a:off x="6905625" y="754380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9" name="rich">
            <a:extLst xmlns:a="http://schemas.openxmlformats.org/drawingml/2006/main">
              <a:ext uri="{FF2B5EF4-FFF2-40B4-BE49-F238E27FC236}">
                <a16:creationId xmlns:a16="http://schemas.microsoft.com/office/drawing/2014/main" id="{8C165957-2328-41EB-BDCB-21B734861240}"/>
              </a:ext>
            </a:extLst>
          </p:cNvPr>
          <p:cNvSpPr>
            <a:spLocks xmlns:a="http://schemas.openxmlformats.org/drawingml/2006/main" noGrp="1"/>
          </p:cNvSpPr>
          <p:nvPr/>
        </p:nvSpPr>
        <p:spPr>
          <a:xfrm xmlns:a="http://schemas.openxmlformats.org/drawingml/2006/main">
            <a:off x="7210425" y="770572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다른 반응을 이용한 간접 측정</a:t>
            </a:r>
          </a:p>
        </p:txBody>
      </p:sp>
      <p:sp>
        <p:nvSpPr>
          <p:cNvPr id="20" name="rich">
            <a:extLst xmlns:a="http://schemas.openxmlformats.org/drawingml/2006/main">
              <a:ext uri="{FF2B5EF4-FFF2-40B4-BE49-F238E27FC236}">
                <a16:creationId xmlns:a16="http://schemas.microsoft.com/office/drawing/2014/main" id="{A8EBD0DF-3C9A-4254-BC89-786843EB1D2B}"/>
              </a:ext>
            </a:extLst>
          </p:cNvPr>
          <p:cNvSpPr>
            <a:spLocks xmlns:a="http://schemas.openxmlformats.org/drawingml/2006/main" noGrp="1"/>
          </p:cNvSpPr>
          <p:nvPr/>
        </p:nvSpPr>
        <p:spPr>
          <a:xfrm xmlns:a="http://schemas.openxmlformats.org/drawingml/2006/main">
            <a:off x="7210425" y="833437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이미 알고 있는 반응의 </a:t>
            </a:r>
            <a:r>
              <a:t>Δ</a:t>
            </a:r>
            <a:r>
              <a:rPr i="1">
                <a:latin typeface="Pretendard"/>
                <a:ea typeface="Pretendard"/>
                <a:cs typeface="Pretendard"/>
              </a:rPr>
              <a:t>H</a:t>
            </a:r>
            <a:r>
              <a:t>로 구한다.</a:t>
            </a:r>
          </a:p>
        </p:txBody>
      </p:sp>
    </p:spTree>
    <p:extLst>
      <p:ext uri="{BB962C8B-B14F-4D97-AF65-F5344CB8AC3E}">
        <p14:creationId xmlns:p14="http://schemas.microsoft.com/office/powerpoint/2010/main" val="117000253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CEDD8DC0-56A3-46D6-B9D7-2B817D10769B}"/>
              </a:ext>
            </a:extLst>
          </p:cNvPr>
          <p:cNvPicPr>
            <a:picLocks xmlns:a="http://schemas.openxmlformats.org/drawingml/2006/main" noChangeAspect="1"/>
          </p:cNvPicPr>
          <p:nvPr/>
        </p:nvPicPr>
        <p:blipFill>
          <a:blip xmlns:r="http://schemas.openxmlformats.org/officeDocument/2006/relationships" xmlns:a="http://schemas.openxmlformats.org/drawingml/2006/main" r:embed="R1baec56665c5403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278042C-0FE0-4866-8F6F-187A9E50014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E7D34E2-D29B-40FB-80E4-B89485ABD7B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850ED10-8D8A-4CAA-A6FF-8ED07352D8A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A78AFDB-7CDE-4074-856E-D2AAAAF1A05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5B71F7E6-641D-4D4E-9E41-F8712F94DDD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55D0BE26-42C7-48A2-BBE4-10F513245A5C}"/>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207E5AE8-E194-4086-99F6-57B119BFC736}"/>
              </a:ext>
            </a:extLst>
          </p:cNvPr>
          <p:cNvPicPr>
            <a:picLocks xmlns:a="http://schemas.openxmlformats.org/drawingml/2006/main" noChangeAspect="1"/>
          </p:cNvPicPr>
          <p:nvPr/>
        </p:nvPicPr>
        <p:blipFill>
          <a:blip xmlns:r="http://schemas.openxmlformats.org/officeDocument/2006/relationships" xmlns:a="http://schemas.openxmlformats.org/drawingml/2006/main" r:embed="Rdadb2cbc7d5348ee"/>
          <a:stretch xmlns:a="http://schemas.openxmlformats.org/drawingml/2006/main"/>
        </p:blipFill>
        <p:spPr>
          <a:xfrm xmlns:a="http://schemas.openxmlformats.org/drawingml/2006/main">
            <a:off x="2505075" y="4423479"/>
            <a:ext cx="11577161" cy="1178576"/>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680E498D-8B6E-4369-A1EA-482C92D96AD3}"/>
              </a:ext>
            </a:extLst>
          </p:cNvPr>
          <p:cNvPicPr>
            <a:picLocks xmlns:a="http://schemas.openxmlformats.org/drawingml/2006/main" noChangeAspect="1"/>
          </p:cNvPicPr>
          <p:nvPr/>
        </p:nvPicPr>
        <p:blipFill>
          <a:blip xmlns:r="http://schemas.openxmlformats.org/officeDocument/2006/relationships" xmlns:a="http://schemas.openxmlformats.org/drawingml/2006/main" r:embed="Rf1c1909f86ef4bf9"/>
          <a:stretch xmlns:a="http://schemas.openxmlformats.org/drawingml/2006/main"/>
        </p:blipFill>
        <p:spPr>
          <a:xfrm xmlns:a="http://schemas.openxmlformats.org/drawingml/2006/main">
            <a:off x="2505415" y="5930080"/>
            <a:ext cx="13191445" cy="80295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B8051A3A-2CB8-4081-A60D-B47F17DCB466}"/>
              </a:ext>
            </a:extLst>
          </p:cNvPr>
          <p:cNvPicPr>
            <a:picLocks xmlns:a="http://schemas.openxmlformats.org/drawingml/2006/main" noChangeAspect="1"/>
          </p:cNvPicPr>
          <p:nvPr/>
        </p:nvPicPr>
        <p:blipFill>
          <a:blip xmlns:r="http://schemas.openxmlformats.org/officeDocument/2006/relationships" xmlns:a="http://schemas.openxmlformats.org/drawingml/2006/main" r:embed="R6e38836c6d634337"/>
          <a:stretch xmlns:a="http://schemas.openxmlformats.org/drawingml/2006/main"/>
        </p:blipFill>
        <p:spPr>
          <a:xfrm xmlns:a="http://schemas.openxmlformats.org/drawingml/2006/main">
            <a:off x="2506108" y="6853749"/>
            <a:ext cx="13190060" cy="1178243"/>
          </a:xfrm>
          <a:prstGeom xmlns:a="http://schemas.openxmlformats.org/drawingml/2006/main" prst="rect">
            <a:avLst/>
          </a:prstGeom>
        </p:spPr>
      </p:pic>
    </p:spTree>
    <p:extLst>
      <p:ext uri="{BB962C8B-B14F-4D97-AF65-F5344CB8AC3E}">
        <p14:creationId xmlns:p14="http://schemas.microsoft.com/office/powerpoint/2010/main" val="136646285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B75618F7-DB54-4CEA-BE50-8774647BCEBF}"/>
              </a:ext>
            </a:extLst>
          </p:cNvPr>
          <p:cNvPicPr>
            <a:picLocks xmlns:a="http://schemas.openxmlformats.org/drawingml/2006/main" noChangeAspect="1"/>
          </p:cNvPicPr>
          <p:nvPr/>
        </p:nvPicPr>
        <p:blipFill>
          <a:blip xmlns:r="http://schemas.openxmlformats.org/officeDocument/2006/relationships" xmlns:a="http://schemas.openxmlformats.org/drawingml/2006/main" r:embed="R4e6dbf4ef5ae408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DDEB2CA-9E8E-4FFF-B197-79B01A0268C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B002798-FCF9-48CE-BE71-9D53FB1EE0E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B405C18-E759-4725-8051-F81E1872CA3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3D8A2DD-F5D4-41E8-86C5-663A9366C0B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FC415F93-874D-4F64-B5D5-7950D89A43B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9DACC261-1F57-4C7F-B5BA-9B0A2014CE80}"/>
              </a:ext>
            </a:extLst>
          </p:cNvPr>
          <p:cNvPicPr>
            <a:picLocks xmlns:a="http://schemas.openxmlformats.org/drawingml/2006/main" noChangeAspect="1"/>
          </p:cNvPicPr>
          <p:nvPr/>
        </p:nvPicPr>
        <p:blipFill>
          <a:blip xmlns:r="http://schemas.openxmlformats.org/officeDocument/2006/relationships" xmlns:a="http://schemas.openxmlformats.org/drawingml/2006/main" r:embed="R8828a9a906874c54"/>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F2C8B254-F0CD-46A2-BF0D-FE694D420904}"/>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C8E75100-5739-48B3-84D9-A3E23DD59C91}"/>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B6F0BE4F-97DE-4612-A229-6C93F483D9F5}"/>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20348002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C07A498-6B30-43A3-92A8-8FCC3D131664}"/>
              </a:ext>
            </a:extLst>
          </p:cNvPr>
          <p:cNvPicPr>
            <a:picLocks xmlns:a="http://schemas.openxmlformats.org/drawingml/2006/main" noChangeAspect="1"/>
          </p:cNvPicPr>
          <p:nvPr/>
        </p:nvPicPr>
        <p:blipFill>
          <a:blip xmlns:r="http://schemas.openxmlformats.org/officeDocument/2006/relationships" xmlns:a="http://schemas.openxmlformats.org/drawingml/2006/main" r:embed="Rb26f8320f7ed441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03935A0-4554-42E8-B5B0-3C048EE06A9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5AD333C-FA62-41A0-B82E-7A704C8383F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3C2E545-1824-43CA-AF61-772BF037703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891DF27-0C21-478C-B044-B1B0B2D4B59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6B812A0-5881-436A-B16C-3A376970ED6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1BFC2DAA-E6A8-4414-BE4B-A6FE2DC2F1B5}"/>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89D13FB6-0418-494B-9D31-1111256FCDE8}"/>
              </a:ext>
            </a:extLst>
          </p:cNvPr>
          <p:cNvPicPr>
            <a:picLocks xmlns:a="http://schemas.openxmlformats.org/drawingml/2006/main" noChangeAspect="1"/>
          </p:cNvPicPr>
          <p:nvPr/>
        </p:nvPicPr>
        <p:blipFill>
          <a:blip xmlns:r="http://schemas.openxmlformats.org/officeDocument/2006/relationships" xmlns:a="http://schemas.openxmlformats.org/drawingml/2006/main" r:embed="Rb4099b9380074bd9"/>
          <a:stretch xmlns:a="http://schemas.openxmlformats.org/drawingml/2006/main"/>
        </p:blipFill>
        <p:spPr>
          <a:xfrm xmlns:a="http://schemas.openxmlformats.org/drawingml/2006/main">
            <a:off x="2505415" y="5309931"/>
            <a:ext cx="13191445" cy="802958"/>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0DACD665-F3F5-4F52-B20D-216AA87B77E1}"/>
              </a:ext>
            </a:extLst>
          </p:cNvPr>
          <p:cNvPicPr>
            <a:picLocks xmlns:a="http://schemas.openxmlformats.org/drawingml/2006/main" noChangeAspect="1"/>
          </p:cNvPicPr>
          <p:nvPr/>
        </p:nvPicPr>
        <p:blipFill>
          <a:blip xmlns:r="http://schemas.openxmlformats.org/officeDocument/2006/relationships" xmlns:a="http://schemas.openxmlformats.org/drawingml/2006/main" r:embed="Rf5e3c3429e2c4f6f"/>
          <a:stretch xmlns:a="http://schemas.openxmlformats.org/drawingml/2006/main"/>
        </p:blipFill>
        <p:spPr>
          <a:xfrm xmlns:a="http://schemas.openxmlformats.org/drawingml/2006/main">
            <a:off x="2506108" y="6233600"/>
            <a:ext cx="13190060" cy="1178243"/>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DDC15B51-CCBC-4377-95F2-6F93C0500569}"/>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7EF4696B-4E00-44C7-8E0B-64B5428CF008}"/>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15621041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674675C-C190-4E94-ADA5-47E2021824CC}"/>
              </a:ext>
            </a:extLst>
          </p:cNvPr>
          <p:cNvPicPr>
            <a:picLocks xmlns:a="http://schemas.openxmlformats.org/drawingml/2006/main" noChangeAspect="1"/>
          </p:cNvPicPr>
          <p:nvPr/>
        </p:nvPicPr>
        <p:blipFill>
          <a:blip xmlns:r="http://schemas.openxmlformats.org/officeDocument/2006/relationships" xmlns:a="http://schemas.openxmlformats.org/drawingml/2006/main" r:embed="R79760375e491460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3C94B94-ED27-4878-B207-46CB752A2AA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3A15A5C-D7D6-47C3-A347-F6E65B8DCF1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E69AAC7-286D-4344-836B-E1CEEE54863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503F6CC-5817-49A6-BBF2-E2F7B720AA2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AA4B2747-2374-40AA-A4D5-9F2864885C8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48710E4D-D52C-4602-82D5-27FD9FA5C152}"/>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6D648FC6-DE23-4CAD-88CD-0C3393514FD3}"/>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71731F22-868A-4699-A551-A1BA2EA6F916}"/>
              </a:ext>
            </a:extLst>
          </p:cNvPr>
          <p:cNvPicPr>
            <a:picLocks xmlns:a="http://schemas.openxmlformats.org/drawingml/2006/main" noChangeAspect="1"/>
          </p:cNvPicPr>
          <p:nvPr/>
        </p:nvPicPr>
        <p:blipFill>
          <a:blip xmlns:r="http://schemas.openxmlformats.org/officeDocument/2006/relationships" xmlns:a="http://schemas.openxmlformats.org/drawingml/2006/main" r:embed="R843475ac99b3425b"/>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7B35C36D-B92A-4D72-8970-6F57334C26BB}"/>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995DA943-83AD-4F99-96EA-4B9DEDA947EB}"/>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rPr sz="3150" b="0">
                <a:solidFill>
                  <a:srgbClr val="00000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B6104EDC-49B5-47EB-8AC1-CE14B4B0EC5C}"/>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259B20DC-A5D5-4DE3-95B2-C3A2297D5DA4}"/>
              </a:ext>
            </a:extLst>
          </p:cNvPr>
          <p:cNvPicPr>
            <a:picLocks xmlns:a="http://schemas.openxmlformats.org/drawingml/2006/main" noChangeAspect="1"/>
          </p:cNvPicPr>
          <p:nvPr/>
        </p:nvPicPr>
        <p:blipFill>
          <a:blip xmlns:r="http://schemas.openxmlformats.org/officeDocument/2006/relationships" xmlns:a="http://schemas.openxmlformats.org/drawingml/2006/main" r:embed="R4dcfb4b197654222"/>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164672906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CC40636-597F-403E-9B21-2B03F54AB2FD}"/>
              </a:ext>
            </a:extLst>
          </p:cNvPr>
          <p:cNvPicPr>
            <a:picLocks xmlns:a="http://schemas.openxmlformats.org/drawingml/2006/main" noChangeAspect="1"/>
          </p:cNvPicPr>
          <p:nvPr/>
        </p:nvPicPr>
        <p:blipFill>
          <a:blip xmlns:r="http://schemas.openxmlformats.org/officeDocument/2006/relationships" xmlns:a="http://schemas.openxmlformats.org/drawingml/2006/main" r:embed="R708d6ee44826455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505D23F-A591-44E7-8585-264D9E90B2F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116D53C-7CB3-4B4E-AAFE-2874B2D8CC3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7FDB0BC-EB33-4842-B5E5-8589173D197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3D03A03-11F2-4E81-AF5C-33C9B7B5FD2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ED0629F-9EC2-47EE-8858-DFC45C0B10C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연소열의 차이로 구한다</a:t>
            </a:r>
          </a:p>
        </p:txBody>
      </p:sp>
      <p:sp>
        <p:nvSpPr>
          <p:cNvPr id="7" name="text">
            <a:extLst xmlns:a="http://schemas.openxmlformats.org/drawingml/2006/main">
              <a:ext uri="{FF2B5EF4-FFF2-40B4-BE49-F238E27FC236}">
                <a16:creationId xmlns:a16="http://schemas.microsoft.com/office/drawing/2014/main" id="{C8C70233-CB5A-4484-B51F-C4A104F30917}"/>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25 °C, 1기압에서 같은 생성물 CO₂가 생기는 두 연소 반응을 비교한다.</a:t>
            </a:r>
          </a:p>
        </p:txBody>
      </p:sp>
      <p:pic>
        <p:nvPicPr>
          <p:cNvPr id="8" name="">
            <a:extLst xmlns:a="http://schemas.openxmlformats.org/drawingml/2006/main">
              <a:ext uri="{FF2B5EF4-FFF2-40B4-BE49-F238E27FC236}">
                <a16:creationId xmlns:a16="http://schemas.microsoft.com/office/drawing/2014/main" id="{3060AED0-74F5-4AC1-BBB0-EE9737D0BD1A}"/>
              </a:ext>
            </a:extLst>
          </p:cNvPr>
          <p:cNvPicPr>
            <a:picLocks xmlns:a="http://schemas.openxmlformats.org/drawingml/2006/main" noChangeAspect="1"/>
          </p:cNvPicPr>
          <p:nvPr/>
        </p:nvPicPr>
        <p:blipFill>
          <a:blip xmlns:r="http://schemas.openxmlformats.org/officeDocument/2006/relationships" xmlns:a="http://schemas.openxmlformats.org/drawingml/2006/main" r:embed="R334d394e4462491f"/>
          <a:stretch xmlns:a="http://schemas.openxmlformats.org/drawingml/2006/main"/>
        </p:blipFill>
        <p:spPr>
          <a:xfrm xmlns:a="http://schemas.openxmlformats.org/drawingml/2006/main">
            <a:off x="1905000" y="5220667"/>
            <a:ext cx="11858625" cy="90294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3626D2A-E03C-46C8-B9B7-D80E54C3E7AB}"/>
              </a:ext>
            </a:extLst>
          </p:cNvPr>
          <p:cNvPicPr>
            <a:picLocks xmlns:a="http://schemas.openxmlformats.org/drawingml/2006/main" noChangeAspect="1"/>
          </p:cNvPicPr>
          <p:nvPr/>
        </p:nvPicPr>
        <p:blipFill>
          <a:blip xmlns:r="http://schemas.openxmlformats.org/officeDocument/2006/relationships" xmlns:a="http://schemas.openxmlformats.org/drawingml/2006/main" r:embed="R97cae0d8d13f45db"/>
          <a:stretch xmlns:a="http://schemas.openxmlformats.org/drawingml/2006/main"/>
        </p:blipFill>
        <p:spPr>
          <a:xfrm xmlns:a="http://schemas.openxmlformats.org/drawingml/2006/main">
            <a:off x="1905000" y="6354068"/>
            <a:ext cx="14449425" cy="90308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42726520-C380-4A28-B180-EF1C5822A440}"/>
              </a:ext>
            </a:extLst>
          </p:cNvPr>
          <p:cNvSpPr>
            <a:spLocks xmlns:a="http://schemas.openxmlformats.org/drawingml/2006/main" noGrp="1"/>
          </p:cNvSpPr>
          <p:nvPr/>
        </p:nvSpPr>
        <p:spPr>
          <a:xfrm xmlns:a="http://schemas.openxmlformats.org/drawingml/2006/main">
            <a:off x="2000250" y="762000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위 식에서 아래 식을 빼면 흑연 → 다이아몬드 반응이 된다.</a:t>
            </a:r>
          </a:p>
        </p:txBody>
      </p:sp>
      <p:sp>
        <p:nvSpPr>
          <p:cNvPr id="11" name="해석·결론">
            <a:extLst xmlns:a="http://schemas.openxmlformats.org/drawingml/2006/main">
              <a:ext uri="{FF2B5EF4-FFF2-40B4-BE49-F238E27FC236}">
                <a16:creationId xmlns:a16="http://schemas.microsoft.com/office/drawing/2014/main" id="{218EC6E0-47F9-4408-B7D0-E849B3305BF1}"/>
              </a:ext>
            </a:extLst>
          </p:cNvPr>
          <p:cNvSpPr>
            <a:spLocks xmlns:a="http://schemas.openxmlformats.org/drawingml/2006/main" noGrp="1"/>
          </p:cNvSpPr>
          <p:nvPr/>
        </p:nvSpPr>
        <p:spPr>
          <a:xfrm xmlns:a="http://schemas.openxmlformats.org/drawingml/2006/main">
            <a:off x="1828800" y="85248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57A2F969-DE35-4A77-8506-851DA4E15AE4}"/>
              </a:ext>
            </a:extLst>
          </p:cNvPr>
          <p:cNvSpPr>
            <a:spLocks xmlns:a="http://schemas.openxmlformats.org/drawingml/2006/main" noGrp="1"/>
          </p:cNvSpPr>
          <p:nvPr/>
        </p:nvSpPr>
        <p:spPr>
          <a:xfrm xmlns:a="http://schemas.openxmlformats.org/drawingml/2006/main">
            <a:off x="2143125" y="86010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−393.5 − (−395.4) = +1.9 kJ</a:t>
            </a:r>
          </a:p>
        </p:txBody>
      </p:sp>
    </p:spTree>
    <p:extLst>
      <p:ext uri="{BB962C8B-B14F-4D97-AF65-F5344CB8AC3E}">
        <p14:creationId xmlns:p14="http://schemas.microsoft.com/office/powerpoint/2010/main" val="49190960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06379ABE-889D-4A30-8342-60D265C2781D}"/>
              </a:ext>
            </a:extLst>
          </p:cNvPr>
          <p:cNvPicPr>
            <a:picLocks xmlns:a="http://schemas.openxmlformats.org/drawingml/2006/main" noChangeAspect="1"/>
          </p:cNvPicPr>
          <p:nvPr/>
        </p:nvPicPr>
        <p:blipFill>
          <a:blip xmlns:r="http://schemas.openxmlformats.org/officeDocument/2006/relationships" xmlns:a="http://schemas.openxmlformats.org/drawingml/2006/main" r:embed="R484f10de03364dd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7382AEE-1ECD-4BEC-B3F0-BF0A45135A0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B30E42C-08F1-49FF-83FF-1E9D8389B68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C56E86C-F71C-4939-93DB-26C7BB81417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E0DD462-2D3C-413F-820C-A14E0F95048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9A742CCB-2B48-40F4-A7DC-236D185F2D0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R05-29 번호 표제 상자">
            <a:extLst xmlns:a="http://schemas.openxmlformats.org/drawingml/2006/main">
              <a:ext uri="{FF2B5EF4-FFF2-40B4-BE49-F238E27FC236}">
                <a16:creationId xmlns:a16="http://schemas.microsoft.com/office/drawing/2014/main" id="{BE165A81-1F34-4E9C-89CD-A13A7AEFDD47}"/>
              </a:ext>
            </a:extLst>
          </p:cNvPr>
          <p:cNvSpPr>
            <a:spLocks xmlns:a="http://schemas.openxmlformats.org/drawingml/2006/main" noGrp="1"/>
          </p:cNvSpPr>
          <p:nvPr/>
        </p:nvSpPr>
        <p:spPr>
          <a:xfrm xmlns:a="http://schemas.openxmlformats.org/drawingml/2006/main">
            <a:off x="1905000" y="41338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0CD8E8F9-6694-4A8C-90D9-189625B10A66}"/>
              </a:ext>
            </a:extLst>
          </p:cNvPr>
          <p:cNvSpPr>
            <a:spLocks xmlns:a="http://schemas.openxmlformats.org/drawingml/2006/main" noGrp="1"/>
          </p:cNvSpPr>
          <p:nvPr/>
        </p:nvSpPr>
        <p:spPr>
          <a:xfrm xmlns:a="http://schemas.openxmlformats.org/drawingml/2006/main">
            <a:off x="2133600" y="43624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0F330158-A163-4D32-AE48-701A9B7ECF17}"/>
              </a:ext>
            </a:extLst>
          </p:cNvPr>
          <p:cNvSpPr>
            <a:spLocks xmlns:a="http://schemas.openxmlformats.org/drawingml/2006/main" noGrp="1"/>
          </p:cNvSpPr>
          <p:nvPr/>
        </p:nvSpPr>
        <p:spPr>
          <a:xfrm xmlns:a="http://schemas.openxmlformats.org/drawingml/2006/main">
            <a:off x="2952750" y="43243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목표식 확인</a:t>
            </a:r>
          </a:p>
        </p:txBody>
      </p:sp>
      <p:sp>
        <p:nvSpPr>
          <p:cNvPr id="10" name="R05-29 대응 설명 상자">
            <a:extLst xmlns:a="http://schemas.openxmlformats.org/drawingml/2006/main">
              <a:ext uri="{FF2B5EF4-FFF2-40B4-BE49-F238E27FC236}">
                <a16:creationId xmlns:a16="http://schemas.microsoft.com/office/drawing/2014/main" id="{7330EE14-CD9C-4A2E-B74F-BA49AAB37D73}"/>
              </a:ext>
            </a:extLst>
          </p:cNvPr>
          <p:cNvSpPr>
            <a:spLocks xmlns:a="http://schemas.openxmlformats.org/drawingml/2006/main" noGrp="1"/>
          </p:cNvSpPr>
          <p:nvPr/>
        </p:nvSpPr>
        <p:spPr>
          <a:xfrm xmlns:a="http://schemas.openxmlformats.org/drawingml/2006/main">
            <a:off x="6581775" y="41338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C47F2A1A-42D0-4CBF-9D46-2EF4F8AF7B7C}"/>
              </a:ext>
            </a:extLst>
          </p:cNvPr>
          <p:cNvSpPr>
            <a:spLocks xmlns:a="http://schemas.openxmlformats.org/drawingml/2006/main" noGrp="1"/>
          </p:cNvSpPr>
          <p:nvPr/>
        </p:nvSpPr>
        <p:spPr>
          <a:xfrm xmlns:a="http://schemas.openxmlformats.org/drawingml/2006/main">
            <a:off x="6905625" y="43243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구하려는 반응의 물질·위치·계수를 확인한다.</a:t>
            </a:r>
          </a:p>
        </p:txBody>
      </p:sp>
      <p:sp>
        <p:nvSpPr>
          <p:cNvPr id="12" name="R05-29 번호 표제 상자">
            <a:extLst xmlns:a="http://schemas.openxmlformats.org/drawingml/2006/main">
              <a:ext uri="{FF2B5EF4-FFF2-40B4-BE49-F238E27FC236}">
                <a16:creationId xmlns:a16="http://schemas.microsoft.com/office/drawing/2014/main" id="{2501F0FA-A2BC-42F9-847D-883688507A76}"/>
              </a:ext>
            </a:extLst>
          </p:cNvPr>
          <p:cNvSpPr>
            <a:spLocks xmlns:a="http://schemas.openxmlformats.org/drawingml/2006/main" noGrp="1"/>
          </p:cNvSpPr>
          <p:nvPr/>
        </p:nvSpPr>
        <p:spPr>
          <a:xfrm xmlns:a="http://schemas.openxmlformats.org/drawingml/2006/main">
            <a:off x="1905000" y="54102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DCBE94B7-318A-4A07-8DAA-D1703378A2F2}"/>
              </a:ext>
            </a:extLst>
          </p:cNvPr>
          <p:cNvSpPr>
            <a:spLocks xmlns:a="http://schemas.openxmlformats.org/drawingml/2006/main" noGrp="1"/>
          </p:cNvSpPr>
          <p:nvPr/>
        </p:nvSpPr>
        <p:spPr>
          <a:xfrm xmlns:a="http://schemas.openxmlformats.org/drawingml/2006/main">
            <a:off x="2133600" y="56388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02</a:t>
            </a:r>
          </a:p>
        </p:txBody>
      </p:sp>
      <p:sp>
        <p:nvSpPr>
          <p:cNvPr id="14" name="rich">
            <a:extLst xmlns:a="http://schemas.openxmlformats.org/drawingml/2006/main">
              <a:ext uri="{FF2B5EF4-FFF2-40B4-BE49-F238E27FC236}">
                <a16:creationId xmlns:a16="http://schemas.microsoft.com/office/drawing/2014/main" id="{F5819414-69FD-4E97-A3DE-91D317AA95BC}"/>
              </a:ext>
            </a:extLst>
          </p:cNvPr>
          <p:cNvSpPr>
            <a:spLocks xmlns:a="http://schemas.openxmlformats.org/drawingml/2006/main" noGrp="1"/>
          </p:cNvSpPr>
          <p:nvPr/>
        </p:nvSpPr>
        <p:spPr>
          <a:xfrm xmlns:a="http://schemas.openxmlformats.org/drawingml/2006/main">
            <a:off x="2952750" y="56007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방향·계수 조절</a:t>
            </a:r>
          </a:p>
        </p:txBody>
      </p:sp>
      <p:sp>
        <p:nvSpPr>
          <p:cNvPr id="15" name="R05-29 대응 설명 상자">
            <a:extLst xmlns:a="http://schemas.openxmlformats.org/drawingml/2006/main">
              <a:ext uri="{FF2B5EF4-FFF2-40B4-BE49-F238E27FC236}">
                <a16:creationId xmlns:a16="http://schemas.microsoft.com/office/drawing/2014/main" id="{76166D17-A69A-4589-A952-C801075F3163}"/>
              </a:ext>
            </a:extLst>
          </p:cNvPr>
          <p:cNvSpPr>
            <a:spLocks xmlns:a="http://schemas.openxmlformats.org/drawingml/2006/main" noGrp="1"/>
          </p:cNvSpPr>
          <p:nvPr/>
        </p:nvSpPr>
        <p:spPr>
          <a:xfrm xmlns:a="http://schemas.openxmlformats.org/drawingml/2006/main">
            <a:off x="6581775" y="54102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8167C63E-DE0A-4DC4-9728-6F218BF424F6}"/>
              </a:ext>
            </a:extLst>
          </p:cNvPr>
          <p:cNvSpPr>
            <a:spLocks xmlns:a="http://schemas.openxmlformats.org/drawingml/2006/main" noGrp="1"/>
          </p:cNvSpPr>
          <p:nvPr/>
        </p:nvSpPr>
        <p:spPr>
          <a:xfrm xmlns:a="http://schemas.openxmlformats.org/drawingml/2006/main">
            <a:off x="6905625" y="56007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R05-29 번호 표제 상자">
            <a:extLst xmlns:a="http://schemas.openxmlformats.org/drawingml/2006/main">
              <a:ext uri="{FF2B5EF4-FFF2-40B4-BE49-F238E27FC236}">
                <a16:creationId xmlns:a16="http://schemas.microsoft.com/office/drawing/2014/main" id="{2CB05F86-A979-43A6-B2F9-5A6DC988177F}"/>
              </a:ext>
            </a:extLst>
          </p:cNvPr>
          <p:cNvSpPr>
            <a:spLocks xmlns:a="http://schemas.openxmlformats.org/drawingml/2006/main" noGrp="1"/>
          </p:cNvSpPr>
          <p:nvPr/>
        </p:nvSpPr>
        <p:spPr>
          <a:xfrm xmlns:a="http://schemas.openxmlformats.org/drawingml/2006/main">
            <a:off x="1905000" y="66865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79EA8D2F-6961-4F9C-BE09-A7E226A763BD}"/>
              </a:ext>
            </a:extLst>
          </p:cNvPr>
          <p:cNvSpPr>
            <a:spLocks xmlns:a="http://schemas.openxmlformats.org/drawingml/2006/main" noGrp="1"/>
          </p:cNvSpPr>
          <p:nvPr/>
        </p:nvSpPr>
        <p:spPr>
          <a:xfrm xmlns:a="http://schemas.openxmlformats.org/drawingml/2006/main">
            <a:off x="2133600" y="69151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03</a:t>
            </a:r>
          </a:p>
        </p:txBody>
      </p:sp>
      <p:sp>
        <p:nvSpPr>
          <p:cNvPr id="19" name="rich">
            <a:extLst xmlns:a="http://schemas.openxmlformats.org/drawingml/2006/main">
              <a:ext uri="{FF2B5EF4-FFF2-40B4-BE49-F238E27FC236}">
                <a16:creationId xmlns:a16="http://schemas.microsoft.com/office/drawing/2014/main" id="{EAC857E2-F9F2-449B-AC0B-5272F69B6F4D}"/>
              </a:ext>
            </a:extLst>
          </p:cNvPr>
          <p:cNvSpPr>
            <a:spLocks xmlns:a="http://schemas.openxmlformats.org/drawingml/2006/main" noGrp="1"/>
          </p:cNvSpPr>
          <p:nvPr/>
        </p:nvSpPr>
        <p:spPr>
          <a:xfrm xmlns:a="http://schemas.openxmlformats.org/drawingml/2006/main">
            <a:off x="2952750" y="68770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중간 물질 소거</a:t>
            </a:r>
          </a:p>
        </p:txBody>
      </p:sp>
      <p:sp>
        <p:nvSpPr>
          <p:cNvPr id="20" name="R05-29 대응 설명 상자">
            <a:extLst xmlns:a="http://schemas.openxmlformats.org/drawingml/2006/main">
              <a:ext uri="{FF2B5EF4-FFF2-40B4-BE49-F238E27FC236}">
                <a16:creationId xmlns:a16="http://schemas.microsoft.com/office/drawing/2014/main" id="{4784021A-3A27-4E10-B8DF-52F3FBD436A5}"/>
              </a:ext>
            </a:extLst>
          </p:cNvPr>
          <p:cNvSpPr>
            <a:spLocks xmlns:a="http://schemas.openxmlformats.org/drawingml/2006/main" noGrp="1"/>
          </p:cNvSpPr>
          <p:nvPr/>
        </p:nvSpPr>
        <p:spPr>
          <a:xfrm xmlns:a="http://schemas.openxmlformats.org/drawingml/2006/main">
            <a:off x="6581775" y="66865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1" name="rich">
            <a:extLst xmlns:a="http://schemas.openxmlformats.org/drawingml/2006/main">
              <a:ext uri="{FF2B5EF4-FFF2-40B4-BE49-F238E27FC236}">
                <a16:creationId xmlns:a16="http://schemas.microsoft.com/office/drawing/2014/main" id="{BEF2DAB3-3ECC-4A70-8F1B-025D60E9AEC0}"/>
              </a:ext>
            </a:extLst>
          </p:cNvPr>
          <p:cNvSpPr>
            <a:spLocks xmlns:a="http://schemas.openxmlformats.org/drawingml/2006/main" noGrp="1"/>
          </p:cNvSpPr>
          <p:nvPr/>
        </p:nvSpPr>
        <p:spPr>
          <a:xfrm xmlns:a="http://schemas.openxmlformats.org/drawingml/2006/main">
            <a:off x="6905625" y="68770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종류·상태·양이 같은 항을 소거한다.</a:t>
            </a:r>
          </a:p>
        </p:txBody>
      </p:sp>
      <p:sp>
        <p:nvSpPr>
          <p:cNvPr id="22" name="R05-29 번호 표제 상자">
            <a:extLst xmlns:a="http://schemas.openxmlformats.org/drawingml/2006/main">
              <a:ext uri="{FF2B5EF4-FFF2-40B4-BE49-F238E27FC236}">
                <a16:creationId xmlns:a16="http://schemas.microsoft.com/office/drawing/2014/main" id="{D50E5E41-0FDE-489C-BC48-F9CA00399225}"/>
              </a:ext>
            </a:extLst>
          </p:cNvPr>
          <p:cNvSpPr>
            <a:spLocks xmlns:a="http://schemas.openxmlformats.org/drawingml/2006/main" noGrp="1"/>
          </p:cNvSpPr>
          <p:nvPr/>
        </p:nvSpPr>
        <p:spPr>
          <a:xfrm xmlns:a="http://schemas.openxmlformats.org/drawingml/2006/main">
            <a:off x="1905000" y="79629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4F7691D3-D36C-497D-A44C-6F8D6F057166}"/>
              </a:ext>
            </a:extLst>
          </p:cNvPr>
          <p:cNvSpPr>
            <a:spLocks xmlns:a="http://schemas.openxmlformats.org/drawingml/2006/main" noGrp="1"/>
          </p:cNvSpPr>
          <p:nvPr/>
        </p:nvSpPr>
        <p:spPr>
          <a:xfrm xmlns:a="http://schemas.openxmlformats.org/drawingml/2006/main">
            <a:off x="2133600" y="81915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04</a:t>
            </a:r>
          </a:p>
        </p:txBody>
      </p:sp>
      <p:sp>
        <p:nvSpPr>
          <p:cNvPr id="24" name="rich">
            <a:extLst xmlns:a="http://schemas.openxmlformats.org/drawingml/2006/main">
              <a:ext uri="{FF2B5EF4-FFF2-40B4-BE49-F238E27FC236}">
                <a16:creationId xmlns:a16="http://schemas.microsoft.com/office/drawing/2014/main" id="{3B6CB8B9-43A7-4CE5-B8B6-FEA2D3890E83}"/>
              </a:ext>
            </a:extLst>
          </p:cNvPr>
          <p:cNvSpPr>
            <a:spLocks xmlns:a="http://schemas.openxmlformats.org/drawingml/2006/main" noGrp="1"/>
          </p:cNvSpPr>
          <p:nvPr/>
        </p:nvSpPr>
        <p:spPr>
          <a:xfrm xmlns:a="http://schemas.openxmlformats.org/drawingml/2006/main">
            <a:off x="2952750" y="81534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Δ</a:t>
            </a:r>
            <a:r>
              <a:rPr i="1">
                <a:latin typeface="Pretendard"/>
                <a:ea typeface="Pretendard"/>
                <a:cs typeface="Pretendard"/>
              </a:rPr>
              <a:t>H</a:t>
            </a:r>
            <a:r>
              <a:t> 계산·검산</a:t>
            </a:r>
          </a:p>
        </p:txBody>
      </p:sp>
      <p:sp>
        <p:nvSpPr>
          <p:cNvPr id="25" name="R05-29 대응 설명 상자">
            <a:extLst xmlns:a="http://schemas.openxmlformats.org/drawingml/2006/main">
              <a:ext uri="{FF2B5EF4-FFF2-40B4-BE49-F238E27FC236}">
                <a16:creationId xmlns:a16="http://schemas.microsoft.com/office/drawing/2014/main" id="{26F8D2C2-F414-4A9D-AF8C-631FBD396322}"/>
              </a:ext>
            </a:extLst>
          </p:cNvPr>
          <p:cNvSpPr>
            <a:spLocks xmlns:a="http://schemas.openxmlformats.org/drawingml/2006/main" noGrp="1"/>
          </p:cNvSpPr>
          <p:nvPr/>
        </p:nvSpPr>
        <p:spPr>
          <a:xfrm xmlns:a="http://schemas.openxmlformats.org/drawingml/2006/main">
            <a:off x="6581775" y="79629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6" name="rich">
            <a:extLst xmlns:a="http://schemas.openxmlformats.org/drawingml/2006/main">
              <a:ext uri="{FF2B5EF4-FFF2-40B4-BE49-F238E27FC236}">
                <a16:creationId xmlns:a16="http://schemas.microsoft.com/office/drawing/2014/main" id="{0FFBEE8C-6C5D-4296-BA82-E818F2ED615B}"/>
              </a:ext>
            </a:extLst>
          </p:cNvPr>
          <p:cNvSpPr>
            <a:spLocks xmlns:a="http://schemas.openxmlformats.org/drawingml/2006/main" noGrp="1"/>
          </p:cNvSpPr>
          <p:nvPr/>
        </p:nvSpPr>
        <p:spPr>
          <a:xfrm xmlns:a="http://schemas.openxmlformats.org/drawingml/2006/main">
            <a:off x="6905625" y="81534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남은 반응식과 부호·단위를 확인한다.</a:t>
            </a:r>
          </a:p>
        </p:txBody>
      </p:sp>
    </p:spTree>
    <p:extLst>
      <p:ext uri="{BB962C8B-B14F-4D97-AF65-F5344CB8AC3E}">
        <p14:creationId xmlns:p14="http://schemas.microsoft.com/office/powerpoint/2010/main" val="120617385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E5984A09-D8E9-412A-98CF-C628C4110987}"/>
              </a:ext>
            </a:extLst>
          </p:cNvPr>
          <p:cNvPicPr>
            <a:picLocks xmlns:a="http://schemas.openxmlformats.org/drawingml/2006/main" noChangeAspect="1"/>
          </p:cNvPicPr>
          <p:nvPr/>
        </p:nvPicPr>
        <p:blipFill>
          <a:blip xmlns:r="http://schemas.openxmlformats.org/officeDocument/2006/relationships" xmlns:a="http://schemas.openxmlformats.org/drawingml/2006/main" r:embed="Rb566107cf69b46f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14C60E8-68D1-4A38-9CD2-ED43DDF6423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F099401-84CE-43BD-8CB3-7FC7663A02B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59BEE63-7345-4B46-8979-FC5BBB29CAD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EAF50D9-DD60-4D5C-A8B1-2DBFD753A04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02E10A97-613F-464A-8544-FA298AF7E01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A4CBBE80-760D-494A-85FC-83CA91ECEC2B}"/>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b="0">
                <a:solidFill>
                  <a:srgbClr val="777777"/>
                </a:solidFill>
              </a:rPr>
              <a:t>다음 두 반응을 이용하여 목표 반응의 </a:t>
            </a:r>
            <a:r>
              <a:rPr b="0">
                <a:solidFill>
                  <a:srgbClr val="777777"/>
                </a:solidFill>
              </a:rPr>
              <a:t>Δ</a:t>
            </a:r>
            <a:r>
              <a:rPr b="0" i="1">
                <a:solidFill>
                  <a:srgbClr val="777777"/>
                </a:solidFill>
                <a:latin typeface="Pretendard"/>
                <a:ea typeface="Pretendard"/>
                <a:cs typeface="Pretendard"/>
              </a:rPr>
              <a:t>H</a:t>
            </a:r>
            <a:r>
              <a:rPr b="0">
                <a:solidFill>
                  <a:srgbClr val="777777"/>
                </a:solidFill>
              </a:rPr>
              <a:t>를 구하시오.</a:t>
            </a:r>
          </a:p>
        </p:txBody>
      </p:sp>
      <p:pic>
        <p:nvPicPr>
          <p:cNvPr id="8" name="">
            <a:extLst xmlns:a="http://schemas.openxmlformats.org/drawingml/2006/main">
              <a:ext uri="{FF2B5EF4-FFF2-40B4-BE49-F238E27FC236}">
                <a16:creationId xmlns:a16="http://schemas.microsoft.com/office/drawing/2014/main" id="{88751760-D334-4A6E-BE30-39345EEEC708}"/>
              </a:ext>
            </a:extLst>
          </p:cNvPr>
          <p:cNvPicPr>
            <a:picLocks xmlns:a="http://schemas.openxmlformats.org/drawingml/2006/main" noChangeAspect="1"/>
          </p:cNvPicPr>
          <p:nvPr/>
        </p:nvPicPr>
        <p:blipFill>
          <a:blip xmlns:r="http://schemas.openxmlformats.org/officeDocument/2006/relationships" xmlns:a="http://schemas.openxmlformats.org/drawingml/2006/main" r:embed="Rf0397d768adc4317"/>
          <a:stretch xmlns:a="http://schemas.openxmlformats.org/drawingml/2006/main"/>
        </p:blipFill>
        <p:spPr>
          <a:xfrm xmlns:a="http://schemas.openxmlformats.org/drawingml/2006/main">
            <a:off x="2395728" y="4546473"/>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156DE92C-C589-4BBC-9005-2383FF9A33AB}"/>
              </a:ext>
            </a:extLst>
          </p:cNvPr>
          <p:cNvSpPr>
            <a:spLocks xmlns:a="http://schemas.openxmlformats.org/drawingml/2006/main" noGrp="1"/>
          </p:cNvSpPr>
          <p:nvPr/>
        </p:nvSpPr>
        <p:spPr>
          <a:xfrm xmlns:a="http://schemas.openxmlformats.org/drawingml/2006/main">
            <a:off x="2247900" y="6957441"/>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5F08EBBB-723A-467A-A15F-C58467DE7868}"/>
              </a:ext>
            </a:extLst>
          </p:cNvPr>
          <p:cNvPicPr>
            <a:picLocks xmlns:a="http://schemas.openxmlformats.org/drawingml/2006/main" noChangeAspect="1"/>
          </p:cNvPicPr>
          <p:nvPr/>
        </p:nvPicPr>
        <p:blipFill>
          <a:blip xmlns:r="http://schemas.openxmlformats.org/officeDocument/2006/relationships" xmlns:a="http://schemas.openxmlformats.org/drawingml/2006/main" r:embed="R0eaa214d45aa4175"/>
          <a:stretch xmlns:a="http://schemas.openxmlformats.org/drawingml/2006/main"/>
        </p:blipFill>
        <p:spPr>
          <a:xfrm xmlns:a="http://schemas.openxmlformats.org/drawingml/2006/main">
            <a:off x="5619750" y="6627495"/>
            <a:ext cx="11782044" cy="1549908"/>
          </a:xfrm>
          <a:prstGeom xmlns:a="http://schemas.openxmlformats.org/drawingml/2006/main" prst="rect">
            <a:avLst/>
          </a:prstGeom>
        </p:spPr>
      </p:pic>
    </p:spTree>
    <p:extLst>
      <p:ext uri="{BB962C8B-B14F-4D97-AF65-F5344CB8AC3E}">
        <p14:creationId xmlns:p14="http://schemas.microsoft.com/office/powerpoint/2010/main" val="16359123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7B917EC-0D09-4656-8AE1-C7F2E507B4BB}"/>
              </a:ext>
            </a:extLst>
          </p:cNvPr>
          <p:cNvPicPr>
            <a:picLocks xmlns:a="http://schemas.openxmlformats.org/drawingml/2006/main" noChangeAspect="1"/>
          </p:cNvPicPr>
          <p:nvPr/>
        </p:nvPicPr>
        <p:blipFill>
          <a:blip xmlns:r="http://schemas.openxmlformats.org/officeDocument/2006/relationships" xmlns:a="http://schemas.openxmlformats.org/drawingml/2006/main" r:embed="R71d1d38a34474d3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C99EBF3-D757-4495-815A-885D1DF322A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A49BF0B-A1E0-4682-966D-45A0B3AB8F5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01F8662-2640-41A0-A506-1D3E0708AFD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D9AF05F-5DF1-4E04-B14C-6E49202D4BC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802134BD-FD78-4001-ABB4-C0D7577B0A3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6497A494-3E3C-4D01-8015-13E31E3F8365}"/>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50C64CDC-C2B5-4B52-AACB-F79347658188}"/>
              </a:ext>
            </a:extLst>
          </p:cNvPr>
          <p:cNvPicPr>
            <a:picLocks xmlns:a="http://schemas.openxmlformats.org/drawingml/2006/main" noChangeAspect="1"/>
          </p:cNvPicPr>
          <p:nvPr/>
        </p:nvPicPr>
        <p:blipFill>
          <a:blip xmlns:r="http://schemas.openxmlformats.org/officeDocument/2006/relationships" xmlns:a="http://schemas.openxmlformats.org/drawingml/2006/main" r:embed="R1bb4c2522c344084"/>
          <a:stretch xmlns:a="http://schemas.openxmlformats.org/drawingml/2006/main"/>
        </p:blipFill>
        <p:spPr>
          <a:xfrm xmlns:a="http://schemas.openxmlformats.org/drawingml/2006/main">
            <a:off x="2395728" y="4594098"/>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22CA3B62-8473-4037-AD0C-47E59441146D}"/>
              </a:ext>
            </a:extLst>
          </p:cNvPr>
          <p:cNvPicPr>
            <a:picLocks xmlns:a="http://schemas.openxmlformats.org/drawingml/2006/main" noChangeAspect="1"/>
          </p:cNvPicPr>
          <p:nvPr/>
        </p:nvPicPr>
        <p:blipFill>
          <a:blip xmlns:r="http://schemas.openxmlformats.org/officeDocument/2006/relationships" xmlns:a="http://schemas.openxmlformats.org/drawingml/2006/main" r:embed="R28d1bfd9339d4308"/>
          <a:stretch xmlns:a="http://schemas.openxmlformats.org/drawingml/2006/main"/>
        </p:blipFill>
        <p:spPr>
          <a:xfrm xmlns:a="http://schemas.openxmlformats.org/drawingml/2006/main">
            <a:off x="3252978" y="657987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D7BB9A39-FFFF-446D-84DD-F6A55D06507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D670CB5F-A4B0-46D9-805A-A57A914F7A6F}"/>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27426444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23DCF31-0092-4691-B826-AB0F59FEB214}"/>
              </a:ext>
            </a:extLst>
          </p:cNvPr>
          <p:cNvPicPr>
            <a:picLocks xmlns:a="http://schemas.openxmlformats.org/drawingml/2006/main" noChangeAspect="1"/>
          </p:cNvPicPr>
          <p:nvPr/>
        </p:nvPicPr>
        <p:blipFill>
          <a:blip xmlns:r="http://schemas.openxmlformats.org/officeDocument/2006/relationships" xmlns:a="http://schemas.openxmlformats.org/drawingml/2006/main" r:embed="R681f8bf0faea406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B5BF48C-8B13-4B61-8A75-A931B343037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8319617-5879-4492-9A14-0206339F187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50D8FF2-9A3C-4FBB-9A78-885C17B306F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388C236-BF42-4AE0-A46A-37399909F9A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7EC9DE4C-42CB-4375-8BE7-2471F04007D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245D48B7-A8E3-49DD-8942-990773F75378}"/>
              </a:ext>
            </a:extLst>
          </p:cNvPr>
          <p:cNvPicPr>
            <a:picLocks xmlns:a="http://schemas.openxmlformats.org/drawingml/2006/main" noChangeAspect="1"/>
          </p:cNvPicPr>
          <p:nvPr/>
        </p:nvPicPr>
        <p:blipFill>
          <a:blip xmlns:r="http://schemas.openxmlformats.org/officeDocument/2006/relationships" xmlns:a="http://schemas.openxmlformats.org/drawingml/2006/main" r:embed="R68bea809d7bd4bbc"/>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EC6EA831-D852-4F7E-BF61-6FB42B737867}"/>
              </a:ext>
            </a:extLst>
          </p:cNvPr>
          <p:cNvSpPr>
            <a:spLocks xmlns:a="http://schemas.openxmlformats.org/drawingml/2006/main" noGrp="1"/>
          </p:cNvSpPr>
          <p:nvPr/>
        </p:nvSpPr>
        <p:spPr>
          <a:xfrm xmlns:a="http://schemas.openxmlformats.org/drawingml/2006/main">
            <a:off x="10668000" y="485775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8F0AE304-C7A2-4F0E-A157-DA7A74FF985C}"/>
              </a:ext>
            </a:extLst>
          </p:cNvPr>
          <p:cNvSpPr>
            <a:spLocks xmlns:a="http://schemas.openxmlformats.org/drawingml/2006/main" noGrp="1"/>
          </p:cNvSpPr>
          <p:nvPr/>
        </p:nvSpPr>
        <p:spPr>
          <a:xfrm xmlns:a="http://schemas.openxmlformats.org/drawingml/2006/main">
            <a:off x="10668000" y="55435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B9DCE6A9-A209-4E06-8AAA-1D052CA00C5C}"/>
              </a:ext>
            </a:extLst>
          </p:cNvPr>
          <p:cNvSpPr>
            <a:spLocks xmlns:a="http://schemas.openxmlformats.org/drawingml/2006/main" noGrp="1"/>
          </p:cNvSpPr>
          <p:nvPr/>
        </p:nvSpPr>
        <p:spPr>
          <a:xfrm xmlns:a="http://schemas.openxmlformats.org/drawingml/2006/main">
            <a:off x="10668000" y="6838950"/>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BE19D14C-4C85-4BE5-A52D-97E414713825}"/>
              </a:ext>
            </a:extLst>
          </p:cNvPr>
          <p:cNvSpPr>
            <a:spLocks xmlns:a="http://schemas.openxmlformats.org/drawingml/2006/main" noGrp="1"/>
          </p:cNvSpPr>
          <p:nvPr/>
        </p:nvSpPr>
        <p:spPr>
          <a:xfrm xmlns:a="http://schemas.openxmlformats.org/drawingml/2006/main">
            <a:off x="10668000" y="75247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285088169"/>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F3CFD19-93B9-41A9-8ED2-BEAF41540703}"/>
              </a:ext>
            </a:extLst>
          </p:cNvPr>
          <p:cNvPicPr>
            <a:picLocks xmlns:a="http://schemas.openxmlformats.org/drawingml/2006/main" noChangeAspect="1"/>
          </p:cNvPicPr>
          <p:nvPr/>
        </p:nvPicPr>
        <p:blipFill>
          <a:blip xmlns:r="http://schemas.openxmlformats.org/officeDocument/2006/relationships" xmlns:a="http://schemas.openxmlformats.org/drawingml/2006/main" r:embed="R414351e55d6a4173"/>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2FDCB0CB-68CA-45D9-BA22-37C5C6A5772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BBFDA4F7-D4DC-4412-B926-42B6FBDE7E8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F34EDEA8-7371-4ACF-BA03-A512891DA11A}"/>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5BA10BE4-24EE-4C17-9590-676B941BFF8D}"/>
              </a:ext>
            </a:extLst>
          </p:cNvPr>
          <p:cNvPicPr>
            <a:picLocks xmlns:a="http://schemas.openxmlformats.org/drawingml/2006/main" noChangeAspect="1"/>
          </p:cNvPicPr>
          <p:nvPr/>
        </p:nvPicPr>
        <p:blipFill>
          <a:blip xmlns:r="http://schemas.openxmlformats.org/officeDocument/2006/relationships" xmlns:a="http://schemas.openxmlformats.org/drawingml/2006/main" r:embed="R5e4e31d8773a4e1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4EAEF498-46AE-41E1-A0B6-F4F36A2CEE2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76E85EF8-C5F8-46E5-B495-6D4503A3309C}"/>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8" name="text">
            <a:extLst xmlns:a="http://schemas.openxmlformats.org/drawingml/2006/main">
              <a:ext uri="{FF2B5EF4-FFF2-40B4-BE49-F238E27FC236}">
                <a16:creationId xmlns:a16="http://schemas.microsoft.com/office/drawing/2014/main" id="{7B4B2EEE-6A79-4591-AF3C-9AA4A93E2631}"/>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9" name="text">
            <a:extLst xmlns:a="http://schemas.openxmlformats.org/drawingml/2006/main">
              <a:ext uri="{FF2B5EF4-FFF2-40B4-BE49-F238E27FC236}">
                <a16:creationId xmlns:a16="http://schemas.microsoft.com/office/drawing/2014/main" id="{9B053295-3C27-4F97-A018-E0C0E9683A48}"/>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32618832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36F61782-8A58-47F0-A107-D18C4C7EA0C4}"/>
              </a:ext>
            </a:extLst>
          </p:cNvPr>
          <p:cNvPicPr>
            <a:picLocks xmlns:a="http://schemas.openxmlformats.org/drawingml/2006/main" noChangeAspect="1"/>
          </p:cNvPicPr>
          <p:nvPr/>
        </p:nvPicPr>
        <p:blipFill>
          <a:blip xmlns:r="http://schemas.openxmlformats.org/officeDocument/2006/relationships" xmlns:a="http://schemas.openxmlformats.org/drawingml/2006/main" r:embed="R7818de398d8f438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B018D44-E997-4270-BB6D-14F78BE6EFE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E694B90-46CE-4BE6-BDBB-63B6E5CCAEF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B001CE9-DFC0-440A-B758-1B0C4A527F3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3DA0DEA-FBEF-432A-B280-20B1608EF72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D0D7AC37-00F5-4365-80CB-5DD31D8F870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B62ECBF2-ED2B-448C-A5AC-2771A0F9C069}"/>
              </a:ext>
            </a:extLst>
          </p:cNvPr>
          <p:cNvSpPr>
            <a:spLocks xmlns:a="http://schemas.openxmlformats.org/drawingml/2006/main" noGrp="1"/>
          </p:cNvSpPr>
          <p:nvPr/>
        </p:nvSpPr>
        <p:spPr>
          <a:xfrm xmlns:a="http://schemas.openxmlformats.org/drawingml/2006/main">
            <a:off x="1524000" y="3667125"/>
            <a:ext cx="15240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777777"/>
                </a:solidFill>
                <a:latin typeface="Pretendard"/>
                <a:ea typeface="Pretendard"/>
                <a:cs typeface="Pretendard"/>
              </a:defRPr>
            </a:defPPr>
            <a:lvl1pPr algn="ctr">
              <a:defRPr sz="2850" b="0">
                <a:solidFill>
                  <a:srgbClr val="777777"/>
                </a:solidFill>
                <a:latin typeface="Pretendard"/>
                <a:ea typeface="Pretendard"/>
                <a:cs typeface="Pretendard"/>
              </a:defRPr>
            </a:lvl1pPr>
            <a:lvl2pPr algn="ctr">
              <a:defRPr sz="2850" b="0">
                <a:solidFill>
                  <a:srgbClr val="777777"/>
                </a:solidFill>
                <a:latin typeface="Pretendard"/>
                <a:ea typeface="Pretendard"/>
                <a:cs typeface="Pretendard"/>
              </a:defRPr>
            </a:lvl2pPr>
            <a:lvl3pPr algn="ctr">
              <a:defRPr sz="2850" b="0">
                <a:solidFill>
                  <a:srgbClr val="777777"/>
                </a:solidFill>
                <a:latin typeface="Pretendard"/>
                <a:ea typeface="Pretendard"/>
                <a:cs typeface="Pretendard"/>
              </a:defRPr>
            </a:lvl3pPr>
            <a:lvl4pPr algn="ctr">
              <a:defRPr sz="2850" b="0">
                <a:solidFill>
                  <a:srgbClr val="777777"/>
                </a:solidFill>
                <a:latin typeface="Pretendard"/>
                <a:ea typeface="Pretendard"/>
                <a:cs typeface="Pretendard"/>
              </a:defRPr>
            </a:lvl4pPr>
            <a:lvl5pPr algn="ctr">
              <a:defRPr sz="2850" b="0">
                <a:solidFill>
                  <a:srgbClr val="777777"/>
                </a:solidFill>
                <a:latin typeface="Pretendard"/>
                <a:ea typeface="Pretendard"/>
                <a:cs typeface="Pretendard"/>
              </a:defRPr>
            </a:lvl5pPr>
            <a:lvl6pPr algn="ctr">
              <a:defRPr sz="2850" b="0">
                <a:solidFill>
                  <a:srgbClr val="777777"/>
                </a:solidFill>
                <a:latin typeface="Pretendard"/>
                <a:ea typeface="Pretendard"/>
                <a:cs typeface="Pretendard"/>
              </a:defRPr>
            </a:lvl6pPr>
            <a:lvl7pPr algn="ctr">
              <a:defRPr sz="2850" b="0">
                <a:solidFill>
                  <a:srgbClr val="777777"/>
                </a:solidFill>
                <a:latin typeface="Pretendard"/>
                <a:ea typeface="Pretendard"/>
                <a:cs typeface="Pretendard"/>
              </a:defRPr>
            </a:lvl7pPr>
            <a:lvl8pPr algn="ctr">
              <a:defRPr sz="2850" b="0">
                <a:solidFill>
                  <a:srgbClr val="777777"/>
                </a:solidFill>
                <a:latin typeface="Pretendard"/>
                <a:ea typeface="Pretendard"/>
                <a:cs typeface="Pretendard"/>
              </a:defRPr>
            </a:lvl8pPr>
            <a:lvl9pPr algn="ctr">
              <a:defRPr sz="2850" b="0">
                <a:solidFill>
                  <a:srgbClr val="777777"/>
                </a:solidFill>
                <a:latin typeface="Pretendard"/>
                <a:ea typeface="Pretendard"/>
                <a:cs typeface="Pretendard"/>
              </a:defRPr>
            </a:lvl9pPr>
          </a:lstStyle>
          <a:p xmlns:a="http://schemas.openxmlformats.org/drawingml/2006/main">
            <a:pPr algn="ctr">
              <a:defRPr sz="2850" b="0">
                <a:solidFill>
                  <a:srgbClr val="777777"/>
                </a:solidFill>
                <a:latin typeface="Pretendard"/>
                <a:ea typeface="Pretendard"/>
                <a:cs typeface="Pretendard"/>
              </a:defRPr>
            </a:pPr>
            <a:r>
              <a:rPr sz="2850" b="0">
                <a:solidFill>
                  <a:srgbClr val="777777"/>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A43C38E4-1C1A-4F13-AE3C-21FED53D2DC9}"/>
              </a:ext>
            </a:extLst>
          </p:cNvPr>
          <p:cNvPicPr>
            <a:picLocks xmlns:a="http://schemas.openxmlformats.org/drawingml/2006/main" noChangeAspect="1"/>
          </p:cNvPicPr>
          <p:nvPr/>
        </p:nvPicPr>
        <p:blipFill>
          <a:blip xmlns:r="http://schemas.openxmlformats.org/officeDocument/2006/relationships" xmlns:a="http://schemas.openxmlformats.org/drawingml/2006/main" r:embed="R3d4098b5e9c94d0c"/>
          <a:stretch xmlns:a="http://schemas.openxmlformats.org/drawingml/2006/main"/>
        </p:blipFill>
        <p:spPr>
          <a:xfrm xmlns:a="http://schemas.openxmlformats.org/drawingml/2006/main">
            <a:off x="3476986" y="4733925"/>
            <a:ext cx="11334028" cy="1206818"/>
          </a:xfrm>
          <a:prstGeom xmlns:a="http://schemas.openxmlformats.org/drawingml/2006/main" prst="rect">
            <a:avLst/>
          </a:prstGeom>
        </p:spPr>
      </p:pic>
      <p:sp>
        <p:nvSpPr>
          <p:cNvPr id="9" name="rich">
            <a:extLst xmlns:a="http://schemas.openxmlformats.org/drawingml/2006/main">
              <a:ext uri="{FF2B5EF4-FFF2-40B4-BE49-F238E27FC236}">
                <a16:creationId xmlns:a16="http://schemas.microsoft.com/office/drawing/2014/main" id="{5DC74D1B-721F-4414-9A3F-8586133FB1D1}"/>
              </a:ext>
            </a:extLst>
          </p:cNvPr>
          <p:cNvSpPr>
            <a:spLocks xmlns:a="http://schemas.openxmlformats.org/drawingml/2006/main" noGrp="1"/>
          </p:cNvSpPr>
          <p:nvPr/>
        </p:nvSpPr>
        <p:spPr>
          <a:xfrm xmlns:a="http://schemas.openxmlformats.org/drawingml/2006/main">
            <a:off x="3790950" y="67151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생성되는 물질 </a:t>
            </a:r>
            <a:r>
              <a:rPr b="1">
                <a:solidFill>
                  <a:srgbClr val="57962F"/>
                </a:solidFill>
              </a:rPr>
              <a:t>1 mol</a:t>
            </a:r>
            <a:r>
              <a:t>을 기준으로 나타낸다.</a:t>
            </a:r>
          </a:p>
        </p:txBody>
      </p:sp>
      <p:sp>
        <p:nvSpPr>
          <p:cNvPr id="10" name="rich">
            <a:extLst xmlns:a="http://schemas.openxmlformats.org/drawingml/2006/main">
              <a:ext uri="{FF2B5EF4-FFF2-40B4-BE49-F238E27FC236}">
                <a16:creationId xmlns:a16="http://schemas.microsoft.com/office/drawing/2014/main" id="{10003CB2-E098-48C6-8D28-C27F2ED70390}"/>
              </a:ext>
            </a:extLst>
          </p:cNvPr>
          <p:cNvSpPr>
            <a:spLocks xmlns:a="http://schemas.openxmlformats.org/drawingml/2006/main" noGrp="1"/>
          </p:cNvSpPr>
          <p:nvPr/>
        </p:nvSpPr>
        <p:spPr>
          <a:xfrm xmlns:a="http://schemas.openxmlformats.org/drawingml/2006/main">
            <a:off x="3790950" y="77343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000000"/>
                </a:solidFill>
                <a:latin typeface="Pretendard"/>
                <a:ea typeface="Pretendard"/>
                <a:cs typeface="Pretendard"/>
              </a:defRPr>
            </a:defPPr>
            <a:lvl1pPr algn="l">
              <a:defRPr sz="3225" b="0">
                <a:solidFill>
                  <a:srgbClr val="000000"/>
                </a:solidFill>
                <a:latin typeface="Pretendard"/>
                <a:ea typeface="Pretendard"/>
                <a:cs typeface="Pretendard"/>
              </a:defRPr>
            </a:lvl1pPr>
            <a:lvl2pPr algn="l">
              <a:defRPr sz="3225" b="0">
                <a:solidFill>
                  <a:srgbClr val="000000"/>
                </a:solidFill>
                <a:latin typeface="Pretendard"/>
                <a:ea typeface="Pretendard"/>
                <a:cs typeface="Pretendard"/>
              </a:defRPr>
            </a:lvl2pPr>
            <a:lvl3pPr algn="l">
              <a:defRPr sz="3225" b="0">
                <a:solidFill>
                  <a:srgbClr val="000000"/>
                </a:solidFill>
                <a:latin typeface="Pretendard"/>
                <a:ea typeface="Pretendard"/>
                <a:cs typeface="Pretendard"/>
              </a:defRPr>
            </a:lvl3pPr>
            <a:lvl4pPr algn="l">
              <a:defRPr sz="3225" b="0">
                <a:solidFill>
                  <a:srgbClr val="000000"/>
                </a:solidFill>
                <a:latin typeface="Pretendard"/>
                <a:ea typeface="Pretendard"/>
                <a:cs typeface="Pretendard"/>
              </a:defRPr>
            </a:lvl4pPr>
            <a:lvl5pPr algn="l">
              <a:defRPr sz="3225" b="0">
                <a:solidFill>
                  <a:srgbClr val="000000"/>
                </a:solidFill>
                <a:latin typeface="Pretendard"/>
                <a:ea typeface="Pretendard"/>
                <a:cs typeface="Pretendard"/>
              </a:defRPr>
            </a:lvl5pPr>
            <a:lvl6pPr algn="l">
              <a:defRPr sz="3225" b="0">
                <a:solidFill>
                  <a:srgbClr val="000000"/>
                </a:solidFill>
                <a:latin typeface="Pretendard"/>
                <a:ea typeface="Pretendard"/>
                <a:cs typeface="Pretendard"/>
              </a:defRPr>
            </a:lvl6pPr>
            <a:lvl7pPr algn="l">
              <a:defRPr sz="3225" b="0">
                <a:solidFill>
                  <a:srgbClr val="000000"/>
                </a:solidFill>
                <a:latin typeface="Pretendard"/>
                <a:ea typeface="Pretendard"/>
                <a:cs typeface="Pretendard"/>
              </a:defRPr>
            </a:lvl7pPr>
            <a:lvl8pPr algn="l">
              <a:defRPr sz="3225" b="0">
                <a:solidFill>
                  <a:srgbClr val="000000"/>
                </a:solidFill>
                <a:latin typeface="Pretendard"/>
                <a:ea typeface="Pretendard"/>
                <a:cs typeface="Pretendard"/>
              </a:defRPr>
            </a:lvl8pPr>
            <a:lvl9pPr algn="l">
              <a:defRPr sz="3225" b="0">
                <a:solidFill>
                  <a:srgbClr val="000000"/>
                </a:solidFill>
                <a:latin typeface="Pretendard"/>
                <a:ea typeface="Pretendard"/>
                <a:cs typeface="Pretendard"/>
              </a:defRPr>
            </a:lvl9pPr>
          </a:lstStyle>
          <a:p xmlns:a="http://schemas.openxmlformats.org/drawingml/2006/main">
            <a:pPr algn="l">
              <a:defRPr sz="3225" b="0">
                <a:solidFill>
                  <a:srgbClr val="000000"/>
                </a:solidFill>
                <a:latin typeface="Pretendard"/>
                <a:ea typeface="Pretendard"/>
                <a:cs typeface="Pretendard"/>
              </a:defRPr>
            </a:pPr>
            <a:r>
              <a:t>H₂O</a:t>
            </a:r>
            <a:r>
              <a:t>(</a:t>
            </a:r>
            <a:r>
              <a:rPr i="1">
                <a:latin typeface="Pretendard"/>
                <a:ea typeface="Pretendard"/>
                <a:cs typeface="Pretendard"/>
              </a:rPr>
              <a:t>l</a:t>
            </a:r>
            <a:r>
              <a:t>)의 표준 생성 엔탈피는</a:t>
            </a:r>
          </a:p>
        </p:txBody>
      </p:sp>
      <p:sp>
        <p:nvSpPr>
          <p:cNvPr id="11" name="text">
            <a:extLst xmlns:a="http://schemas.openxmlformats.org/drawingml/2006/main">
              <a:ext uri="{FF2B5EF4-FFF2-40B4-BE49-F238E27FC236}">
                <a16:creationId xmlns:a16="http://schemas.microsoft.com/office/drawing/2014/main" id="{81F5CCD6-063E-4295-A227-63B1E7E19165}"/>
              </a:ext>
            </a:extLst>
          </p:cNvPr>
          <p:cNvSpPr>
            <a:spLocks xmlns:a="http://schemas.openxmlformats.org/drawingml/2006/main" noGrp="1"/>
          </p:cNvSpPr>
          <p:nvPr/>
        </p:nvSpPr>
        <p:spPr>
          <a:xfrm xmlns:a="http://schemas.openxmlformats.org/drawingml/2006/main">
            <a:off x="3790950" y="83820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650" b="1">
                <a:solidFill>
                  <a:srgbClr val="57962F"/>
                </a:solidFill>
                <a:latin typeface="Pretendard"/>
                <a:ea typeface="Pretendard"/>
                <a:cs typeface="Pretendard"/>
              </a:defRPr>
            </a:defPPr>
            <a:lvl1pPr algn="l">
              <a:defRPr sz="4650" b="1">
                <a:solidFill>
                  <a:srgbClr val="57962F"/>
                </a:solidFill>
                <a:latin typeface="Pretendard"/>
                <a:ea typeface="Pretendard"/>
                <a:cs typeface="Pretendard"/>
              </a:defRPr>
            </a:lvl1pPr>
            <a:lvl2pPr algn="l">
              <a:defRPr sz="4650" b="1">
                <a:solidFill>
                  <a:srgbClr val="57962F"/>
                </a:solidFill>
                <a:latin typeface="Pretendard"/>
                <a:ea typeface="Pretendard"/>
                <a:cs typeface="Pretendard"/>
              </a:defRPr>
            </a:lvl2pPr>
            <a:lvl3pPr algn="l">
              <a:defRPr sz="4650" b="1">
                <a:solidFill>
                  <a:srgbClr val="57962F"/>
                </a:solidFill>
                <a:latin typeface="Pretendard"/>
                <a:ea typeface="Pretendard"/>
                <a:cs typeface="Pretendard"/>
              </a:defRPr>
            </a:lvl3pPr>
            <a:lvl4pPr algn="l">
              <a:defRPr sz="4650" b="1">
                <a:solidFill>
                  <a:srgbClr val="57962F"/>
                </a:solidFill>
                <a:latin typeface="Pretendard"/>
                <a:ea typeface="Pretendard"/>
                <a:cs typeface="Pretendard"/>
              </a:defRPr>
            </a:lvl4pPr>
            <a:lvl5pPr algn="l">
              <a:defRPr sz="4650" b="1">
                <a:solidFill>
                  <a:srgbClr val="57962F"/>
                </a:solidFill>
                <a:latin typeface="Pretendard"/>
                <a:ea typeface="Pretendard"/>
                <a:cs typeface="Pretendard"/>
              </a:defRPr>
            </a:lvl5pPr>
            <a:lvl6pPr algn="l">
              <a:defRPr sz="4650" b="1">
                <a:solidFill>
                  <a:srgbClr val="57962F"/>
                </a:solidFill>
                <a:latin typeface="Pretendard"/>
                <a:ea typeface="Pretendard"/>
                <a:cs typeface="Pretendard"/>
              </a:defRPr>
            </a:lvl6pPr>
            <a:lvl7pPr algn="l">
              <a:defRPr sz="4650" b="1">
                <a:solidFill>
                  <a:srgbClr val="57962F"/>
                </a:solidFill>
                <a:latin typeface="Pretendard"/>
                <a:ea typeface="Pretendard"/>
                <a:cs typeface="Pretendard"/>
              </a:defRPr>
            </a:lvl7pPr>
            <a:lvl8pPr algn="l">
              <a:defRPr sz="4650" b="1">
                <a:solidFill>
                  <a:srgbClr val="57962F"/>
                </a:solidFill>
                <a:latin typeface="Pretendard"/>
                <a:ea typeface="Pretendard"/>
                <a:cs typeface="Pretendard"/>
              </a:defRPr>
            </a:lvl8pPr>
            <a:lvl9pPr algn="l">
              <a:defRPr sz="4650" b="1">
                <a:solidFill>
                  <a:srgbClr val="57962F"/>
                </a:solidFill>
                <a:latin typeface="Pretendard"/>
                <a:ea typeface="Pretendard"/>
                <a:cs typeface="Pretendard"/>
              </a:defRPr>
            </a:lvl9pPr>
          </a:lstStyle>
          <a:p xmlns:a="http://schemas.openxmlformats.org/drawingml/2006/main">
            <a:pPr algn="l">
              <a:defRPr sz="4650" b="1">
                <a:solidFill>
                  <a:srgbClr val="57962F"/>
                </a:solidFill>
                <a:latin typeface="Pretendard"/>
                <a:ea typeface="Pretendard"/>
                <a:cs typeface="Pretendard"/>
              </a:defRPr>
            </a:pPr>
            <a:r>
              <a:rPr sz="4650" b="1">
                <a:solidFill>
                  <a:srgbClr val="57962F"/>
                </a:solidFill>
                <a:latin typeface="Pretendard"/>
                <a:ea typeface="Pretendard"/>
                <a:cs typeface="Pretendard"/>
              </a:rPr>
              <a:t>−285.8 kJ/mol</a:t>
            </a:r>
          </a:p>
        </p:txBody>
      </p:sp>
    </p:spTree>
    <p:extLst>
      <p:ext uri="{BB962C8B-B14F-4D97-AF65-F5344CB8AC3E}">
        <p14:creationId xmlns:p14="http://schemas.microsoft.com/office/powerpoint/2010/main" val="33704844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2273E9D-45C0-475C-AEFD-E53C25DEC7AD}"/>
              </a:ext>
            </a:extLst>
          </p:cNvPr>
          <p:cNvPicPr>
            <a:picLocks xmlns:a="http://schemas.openxmlformats.org/drawingml/2006/main" noChangeAspect="1"/>
          </p:cNvPicPr>
          <p:nvPr/>
        </p:nvPicPr>
        <p:blipFill>
          <a:blip xmlns:r="http://schemas.openxmlformats.org/officeDocument/2006/relationships" xmlns:a="http://schemas.openxmlformats.org/drawingml/2006/main" r:embed="Raa15ae47b5ac45b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EE2044C-F4A2-4C3D-AE04-BC76C1EC768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5F4D9B2-42E7-4C08-886E-AA401AAB3DC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AA49A85-80BE-4323-8970-012EBF3F261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1728781-6233-46BD-BC20-CADAB414CB4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C3B07416-EDD1-4FC1-A5E6-81823FEBAF8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87E6514B-24FB-4E15-B551-CA8174600C05}"/>
              </a:ext>
            </a:extLst>
          </p:cNvPr>
          <p:cNvGraphicFramePr/>
          <p:nvPr/>
        </p:nvGraphicFramePr>
        <p:xfrm>
          <a:off xmlns:a="http://schemas.openxmlformats.org/drawingml/2006/main" x="3476625" y="4238625"/>
          <a:ext xmlns:a="http://schemas.openxmlformats.org/drawingml/2006/main" cx="11334750" cy="3810000"/>
        </p:xfrm>
        <a:graphic xmlns:a="http://schemas.openxmlformats.org/drawingml/2006/main">
          <a:graphicData uri="http://schemas.openxmlformats.org/drawingml/2006/table">
            <a:tbl>
              <a:tblPr/>
              <a:tblGrid>
                <a:gridCol w="4762500"/>
                <a:gridCol w="6572250"/>
              </a:tblGrid>
              <a:tr h="952500">
                <a:tc>
                  <a:txBody>
                    <a:bodyPr wrap="none" lIns="114300" tIns="114300" rIns="114300" bIns="114300"/>
                    <a:lstStyle/>
                    <a:p>
                      <a:pPr algn="ctr"/>
                      <a:r>
                        <a:rPr sz="315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C</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s</a:t>
                      </a:r>
                      <a:r>
                        <a:rPr sz="315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H₂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O₂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303F9AD1-1F09-421E-B793-5408518A6F62}"/>
              </a:ext>
            </a:extLst>
          </p:cNvPr>
          <p:cNvSpPr>
            <a:spLocks xmlns:a="http://schemas.openxmlformats.org/drawingml/2006/main" noGrp="1"/>
          </p:cNvSpPr>
          <p:nvPr/>
        </p:nvSpPr>
        <p:spPr>
          <a:xfrm xmlns:a="http://schemas.openxmlformats.org/drawingml/2006/main" rot="0">
            <a:off x="34766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686CB242-A808-49D9-B84A-16B0B67FE285}"/>
              </a:ext>
            </a:extLst>
          </p:cNvPr>
          <p:cNvSpPr>
            <a:spLocks xmlns:a="http://schemas.openxmlformats.org/drawingml/2006/main" noGrp="1"/>
          </p:cNvSpPr>
          <p:nvPr/>
        </p:nvSpPr>
        <p:spPr>
          <a:xfrm xmlns:a="http://schemas.openxmlformats.org/drawingml/2006/main" rot="5400000">
            <a:off x="1462087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852569E8-E8A6-434E-86EF-030C739130AF}"/>
              </a:ext>
            </a:extLst>
          </p:cNvPr>
          <p:cNvSpPr>
            <a:spLocks xmlns:a="http://schemas.openxmlformats.org/drawingml/2006/main" noGrp="1"/>
          </p:cNvSpPr>
          <p:nvPr/>
        </p:nvSpPr>
        <p:spPr>
          <a:xfrm xmlns:a="http://schemas.openxmlformats.org/drawingml/2006/main" rot="10800000">
            <a:off x="14620875"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D693D42-B788-4A94-852A-CB74F4B82072}"/>
              </a:ext>
            </a:extLst>
          </p:cNvPr>
          <p:cNvSpPr>
            <a:spLocks xmlns:a="http://schemas.openxmlformats.org/drawingml/2006/main" noGrp="1"/>
          </p:cNvSpPr>
          <p:nvPr/>
        </p:nvSpPr>
        <p:spPr>
          <a:xfrm xmlns:a="http://schemas.openxmlformats.org/drawingml/2006/main" rot="16200000">
            <a:off x="3476625"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4F035E95-BD15-4569-BA3B-190395CD7BCA}"/>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D2EB2556-D97A-421F-8920-447A16B1D3CD}"/>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49529875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AC099CAE-30F1-4A3A-8884-8A37566B4008}"/>
              </a:ext>
            </a:extLst>
          </p:cNvPr>
          <p:cNvPicPr>
            <a:picLocks xmlns:a="http://schemas.openxmlformats.org/drawingml/2006/main" noChangeAspect="1"/>
          </p:cNvPicPr>
          <p:nvPr/>
        </p:nvPicPr>
        <p:blipFill>
          <a:blip xmlns:r="http://schemas.openxmlformats.org/officeDocument/2006/relationships" xmlns:a="http://schemas.openxmlformats.org/drawingml/2006/main" r:embed="R2da4e89dfa4f44b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B33D9B1-0B61-4927-B8CF-7D8AC02A4E0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D3EA149-F390-40BD-B28C-9CC05BF38E3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A3B8E80-9CD6-41D8-BA4B-369B99C2AB2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E2A0352-6555-4701-8F1D-C0512F84592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C3D85959-E1DB-4FA0-ADAF-ADA3F4B1267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A62C42E9-149C-40AB-9D74-E7F198506263}"/>
              </a:ext>
            </a:extLst>
          </p:cNvPr>
          <p:cNvPicPr>
            <a:picLocks xmlns:a="http://schemas.openxmlformats.org/drawingml/2006/main" noChangeAspect="1"/>
          </p:cNvPicPr>
          <p:nvPr/>
        </p:nvPicPr>
        <p:blipFill>
          <a:blip xmlns:r="http://schemas.openxmlformats.org/officeDocument/2006/relationships" xmlns:a="http://schemas.openxmlformats.org/drawingml/2006/main" r:embed="Rd7f64406ece5439c"/>
          <a:stretch xmlns:a="http://schemas.openxmlformats.org/drawingml/2006/main"/>
        </p:blipFill>
        <p:spPr>
          <a:xfrm xmlns:a="http://schemas.openxmlformats.org/drawingml/2006/main">
            <a:off x="2444353" y="4574381"/>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8BCDD9CB-9C86-4C0A-A97D-69B7866F4173}"/>
              </a:ext>
            </a:extLst>
          </p:cNvPr>
          <p:cNvPicPr>
            <a:picLocks xmlns:a="http://schemas.openxmlformats.org/drawingml/2006/main" noChangeAspect="1"/>
          </p:cNvPicPr>
          <p:nvPr/>
        </p:nvPicPr>
        <p:blipFill>
          <a:blip xmlns:r="http://schemas.openxmlformats.org/officeDocument/2006/relationships" xmlns:a="http://schemas.openxmlformats.org/drawingml/2006/main" r:embed="R47e541e14b6441be"/>
          <a:stretch xmlns:a="http://schemas.openxmlformats.org/drawingml/2006/main"/>
        </p:blipFill>
        <p:spPr>
          <a:xfrm xmlns:a="http://schemas.openxmlformats.org/drawingml/2006/main">
            <a:off x="2444353" y="6165056"/>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9856018F-58B8-44DB-B273-7821D2B5BD00}"/>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C0A06391-9E4E-46A0-9414-1FD7126C7A5F}"/>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
        <p:nvSpPr>
          <p:cNvPr id="11" name="text">
            <a:extLst xmlns:a="http://schemas.openxmlformats.org/drawingml/2006/main">
              <a:ext uri="{FF2B5EF4-FFF2-40B4-BE49-F238E27FC236}">
                <a16:creationId xmlns:a16="http://schemas.microsoft.com/office/drawing/2014/main" id="{6139022C-450D-4065-8E60-6567EBB06317}"/>
              </a:ext>
            </a:extLst>
          </p:cNvPr>
          <p:cNvSpPr>
            <a:spLocks xmlns:a="http://schemas.openxmlformats.org/drawingml/2006/main" noGrp="1"/>
          </p:cNvSpPr>
          <p:nvPr/>
        </p:nvSpPr>
        <p:spPr>
          <a:xfrm xmlns:a="http://schemas.openxmlformats.org/drawingml/2006/main">
            <a:off x="10572750" y="4236244"/>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액체 물</a:t>
            </a:r>
          </a:p>
        </p:txBody>
      </p:sp>
      <p:pic>
        <p:nvPicPr>
          <p:cNvPr id="12" name="">
            <a:extLst xmlns:a="http://schemas.openxmlformats.org/drawingml/2006/main">
              <a:ext uri="{FF2B5EF4-FFF2-40B4-BE49-F238E27FC236}">
                <a16:creationId xmlns:a16="http://schemas.microsoft.com/office/drawing/2014/main" id="{0A94D642-DA8E-4715-9A21-8741A55E4202}"/>
              </a:ext>
            </a:extLst>
          </p:cNvPr>
          <p:cNvPicPr>
            <a:picLocks xmlns:a="http://schemas.openxmlformats.org/drawingml/2006/main" noChangeAspect="1"/>
          </p:cNvPicPr>
          <p:nvPr/>
        </p:nvPicPr>
        <p:blipFill>
          <a:blip xmlns:r="http://schemas.openxmlformats.org/officeDocument/2006/relationships" xmlns:a="http://schemas.openxmlformats.org/drawingml/2006/main" r:embed="R02ba78693bc34c91"/>
          <a:stretch xmlns:a="http://schemas.openxmlformats.org/drawingml/2006/main"/>
        </p:blipFill>
        <p:spPr>
          <a:xfrm xmlns:a="http://schemas.openxmlformats.org/drawingml/2006/main">
            <a:off x="9486900" y="4617244"/>
            <a:ext cx="1085850" cy="57150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CA245515-20EC-4A94-975F-B8396C1778DD}"/>
              </a:ext>
            </a:extLst>
          </p:cNvPr>
          <p:cNvSpPr>
            <a:spLocks xmlns:a="http://schemas.openxmlformats.org/drawingml/2006/main" noGrp="1"/>
          </p:cNvSpPr>
          <p:nvPr/>
        </p:nvSpPr>
        <p:spPr>
          <a:xfrm xmlns:a="http://schemas.openxmlformats.org/drawingml/2006/main">
            <a:off x="10572750" y="57912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수증기</a:t>
            </a:r>
          </a:p>
        </p:txBody>
      </p:sp>
      <p:pic>
        <p:nvPicPr>
          <p:cNvPr id="14" name="">
            <a:extLst xmlns:a="http://schemas.openxmlformats.org/drawingml/2006/main">
              <a:ext uri="{FF2B5EF4-FFF2-40B4-BE49-F238E27FC236}">
                <a16:creationId xmlns:a16="http://schemas.microsoft.com/office/drawing/2014/main" id="{A1723DB8-B61B-4BEF-BC2A-BCED1D989481}"/>
              </a:ext>
            </a:extLst>
          </p:cNvPr>
          <p:cNvPicPr>
            <a:picLocks xmlns:a="http://schemas.openxmlformats.org/drawingml/2006/main" noChangeAspect="1"/>
          </p:cNvPicPr>
          <p:nvPr/>
        </p:nvPicPr>
        <p:blipFill>
          <a:blip xmlns:r="http://schemas.openxmlformats.org/officeDocument/2006/relationships" xmlns:a="http://schemas.openxmlformats.org/drawingml/2006/main" r:embed="Ra971721778e04e4f"/>
          <a:stretch xmlns:a="http://schemas.openxmlformats.org/drawingml/2006/main"/>
        </p:blipFill>
        <p:spPr>
          <a:xfrm xmlns:a="http://schemas.openxmlformats.org/drawingml/2006/main">
            <a:off x="9486900" y="6172200"/>
            <a:ext cx="1085850" cy="571500"/>
          </a:xfrm>
          <a:prstGeom xmlns:a="http://schemas.openxmlformats.org/drawingml/2006/main" prst="rect">
            <a:avLst/>
          </a:prstGeom>
        </p:spPr>
      </p:pic>
    </p:spTree>
    <p:extLst>
      <p:ext uri="{BB962C8B-B14F-4D97-AF65-F5344CB8AC3E}">
        <p14:creationId xmlns:p14="http://schemas.microsoft.com/office/powerpoint/2010/main" val="165779215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24B8CD4-D266-4B25-9211-9751D912BBD6}"/>
              </a:ext>
            </a:extLst>
          </p:cNvPr>
          <p:cNvPicPr>
            <a:picLocks xmlns:a="http://schemas.openxmlformats.org/drawingml/2006/main" noChangeAspect="1"/>
          </p:cNvPicPr>
          <p:nvPr/>
        </p:nvPicPr>
        <p:blipFill>
          <a:blip xmlns:r="http://schemas.openxmlformats.org/officeDocument/2006/relationships" xmlns:a="http://schemas.openxmlformats.org/drawingml/2006/main" r:embed="Rdec5d910c8c2494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16411C2-FBD4-4783-A49A-0E581F25FAB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A2E66E0-B3B3-4C45-9B29-0E5EFD4CB42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C57F9D5-EDC8-4ABE-876B-DDB87FC858F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EE18ED2-26B4-488F-BB16-12656052448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5A60B3C-C1BC-4865-AD36-AC747C09F3A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E5A1DD12-34D0-45EE-B70A-380062F3E99F}"/>
              </a:ext>
            </a:extLst>
          </p:cNvPr>
          <p:cNvPicPr>
            <a:picLocks xmlns:a="http://schemas.openxmlformats.org/drawingml/2006/main" noChangeAspect="1"/>
          </p:cNvPicPr>
          <p:nvPr/>
        </p:nvPicPr>
        <p:blipFill>
          <a:blip xmlns:r="http://schemas.openxmlformats.org/officeDocument/2006/relationships" xmlns:a="http://schemas.openxmlformats.org/drawingml/2006/main" r:embed="R5f651f41beca4ac4"/>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AD6DED70-9DA4-4872-91F9-261FBA15184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E398977C-EACA-4C42-AE6A-2591824C655A}"/>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160016697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2594D81-FA2F-4586-B3D6-7C8EFC12DA65}"/>
              </a:ext>
            </a:extLst>
          </p:cNvPr>
          <p:cNvPicPr>
            <a:picLocks xmlns:a="http://schemas.openxmlformats.org/drawingml/2006/main" noChangeAspect="1"/>
          </p:cNvPicPr>
          <p:nvPr/>
        </p:nvPicPr>
        <p:blipFill>
          <a:blip xmlns:r="http://schemas.openxmlformats.org/officeDocument/2006/relationships" xmlns:a="http://schemas.openxmlformats.org/drawingml/2006/main" r:embed="Rf8964bb2fa224c5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7D62740-47C5-41D4-86CC-51B856B30CA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194F5E4-F11D-4449-8B1E-D87DEB6F224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72C0463-A6B4-4A37-AD66-ADE576D87DA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156F99C-9AC5-4C3F-BDFA-C7EA0911315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BF6B4C07-5F68-4FBE-9489-5FC46CB8466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04-33 관계식 강조 상자">
            <a:extLst xmlns:a="http://schemas.openxmlformats.org/drawingml/2006/main">
              <a:ext uri="{FF2B5EF4-FFF2-40B4-BE49-F238E27FC236}">
                <a16:creationId xmlns:a16="http://schemas.microsoft.com/office/drawing/2014/main" id="{96CC7347-207A-428A-8314-DC7D4465CADE}"/>
              </a:ext>
            </a:extLst>
          </p:cNvPr>
          <p:cNvSpPr>
            <a:spLocks xmlns:a="http://schemas.openxmlformats.org/drawingml/2006/main" noGrp="1"/>
          </p:cNvSpPr>
          <p:nvPr/>
        </p:nvSpPr>
        <p:spPr>
          <a:xfrm xmlns:a="http://schemas.openxmlformats.org/drawingml/2006/main">
            <a:off x="3448050" y="3914775"/>
            <a:ext cx="11382375" cy="2162175"/>
          </a:xfrm>
          <a:prstGeom xmlns:a="http://schemas.openxmlformats.org/drawingml/2006/main" prst="roundRect">
            <a:avLst>
              <a:gd name="adj" fmla="val 10573"/>
            </a:avLst>
          </a:prstGeom>
          <a:solidFill xmlns:a="http://schemas.openxmlformats.org/drawingml/2006/main">
            <a:srgbClr val="303030"/>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0E9FBF72-FA47-40C2-90CA-FA6848412F6E}"/>
              </a:ext>
            </a:extLst>
          </p:cNvPr>
          <p:cNvSpPr>
            <a:spLocks xmlns:a="http://schemas.openxmlformats.org/drawingml/2006/main" noGrp="1"/>
          </p:cNvSpPr>
          <p:nvPr/>
        </p:nvSpPr>
        <p:spPr>
          <a:xfrm xmlns:a="http://schemas.openxmlformats.org/drawingml/2006/main">
            <a:off x="3829050" y="41243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9FFF68"/>
                </a:solidFill>
                <a:latin typeface="Pretendard"/>
                <a:ea typeface="Pretendard"/>
                <a:cs typeface="Pretendard"/>
              </a:defRPr>
            </a:defPPr>
            <a:lvl1pPr algn="l">
              <a:defRPr sz="4200" b="1">
                <a:solidFill>
                  <a:srgbClr val="9FFF68"/>
                </a:solidFill>
                <a:latin typeface="Pretendard"/>
                <a:ea typeface="Pretendard"/>
                <a:cs typeface="Pretendard"/>
              </a:defRPr>
            </a:lvl1pPr>
            <a:lvl2pPr algn="l">
              <a:defRPr sz="4200" b="1">
                <a:solidFill>
                  <a:srgbClr val="9FFF68"/>
                </a:solidFill>
                <a:latin typeface="Pretendard"/>
                <a:ea typeface="Pretendard"/>
                <a:cs typeface="Pretendard"/>
              </a:defRPr>
            </a:lvl2pPr>
            <a:lvl3pPr algn="l">
              <a:defRPr sz="4200" b="1">
                <a:solidFill>
                  <a:srgbClr val="9FFF68"/>
                </a:solidFill>
                <a:latin typeface="Pretendard"/>
                <a:ea typeface="Pretendard"/>
                <a:cs typeface="Pretendard"/>
              </a:defRPr>
            </a:lvl3pPr>
            <a:lvl4pPr algn="l">
              <a:defRPr sz="4200" b="1">
                <a:solidFill>
                  <a:srgbClr val="9FFF68"/>
                </a:solidFill>
                <a:latin typeface="Pretendard"/>
                <a:ea typeface="Pretendard"/>
                <a:cs typeface="Pretendard"/>
              </a:defRPr>
            </a:lvl4pPr>
            <a:lvl5pPr algn="l">
              <a:defRPr sz="4200" b="1">
                <a:solidFill>
                  <a:srgbClr val="9FFF68"/>
                </a:solidFill>
                <a:latin typeface="Pretendard"/>
                <a:ea typeface="Pretendard"/>
                <a:cs typeface="Pretendard"/>
              </a:defRPr>
            </a:lvl5pPr>
            <a:lvl6pPr algn="l">
              <a:defRPr sz="4200" b="1">
                <a:solidFill>
                  <a:srgbClr val="9FFF68"/>
                </a:solidFill>
                <a:latin typeface="Pretendard"/>
                <a:ea typeface="Pretendard"/>
                <a:cs typeface="Pretendard"/>
              </a:defRPr>
            </a:lvl6pPr>
            <a:lvl7pPr algn="l">
              <a:defRPr sz="4200" b="1">
                <a:solidFill>
                  <a:srgbClr val="9FFF68"/>
                </a:solidFill>
                <a:latin typeface="Pretendard"/>
                <a:ea typeface="Pretendard"/>
                <a:cs typeface="Pretendard"/>
              </a:defRPr>
            </a:lvl7pPr>
            <a:lvl8pPr algn="l">
              <a:defRPr sz="4200" b="1">
                <a:solidFill>
                  <a:srgbClr val="9FFF68"/>
                </a:solidFill>
                <a:latin typeface="Pretendard"/>
                <a:ea typeface="Pretendard"/>
                <a:cs typeface="Pretendard"/>
              </a:defRPr>
            </a:lvl8pPr>
            <a:lvl9pPr algn="l">
              <a:defRPr sz="4200" b="1">
                <a:solidFill>
                  <a:srgbClr val="9FFF68"/>
                </a:solidFill>
                <a:latin typeface="Pretendard"/>
                <a:ea typeface="Pretendard"/>
                <a:cs typeface="Pretendard"/>
              </a:defRPr>
            </a:lvl9pPr>
          </a:lstStyle>
          <a:p xmlns:a="http://schemas.openxmlformats.org/drawingml/2006/main">
            <a:pPr algn="l">
              <a:defRPr sz="4200" b="1">
                <a:solidFill>
                  <a:srgbClr val="9FFF68"/>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9" name="text">
            <a:extLst xmlns:a="http://schemas.openxmlformats.org/drawingml/2006/main">
              <a:ext uri="{FF2B5EF4-FFF2-40B4-BE49-F238E27FC236}">
                <a16:creationId xmlns:a16="http://schemas.microsoft.com/office/drawing/2014/main" id="{FE8674B0-AAA4-428F-8132-BA08274C81EC}"/>
              </a:ext>
            </a:extLst>
          </p:cNvPr>
          <p:cNvSpPr>
            <a:spLocks xmlns:a="http://schemas.openxmlformats.org/drawingml/2006/main" noGrp="1"/>
          </p:cNvSpPr>
          <p:nvPr/>
        </p:nvSpPr>
        <p:spPr>
          <a:xfrm xmlns:a="http://schemas.openxmlformats.org/drawingml/2006/main">
            <a:off x="5143500" y="5029200"/>
            <a:ext cx="923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FFFFFF"/>
                </a:solidFill>
                <a:latin typeface="Pretendard"/>
                <a:ea typeface="Pretendard"/>
                <a:cs typeface="Pretendard"/>
              </a:defRPr>
            </a:defPPr>
            <a:lvl1pPr algn="l">
              <a:defRPr sz="4200" b="1">
                <a:solidFill>
                  <a:srgbClr val="FFFFFF"/>
                </a:solidFill>
                <a:latin typeface="Pretendard"/>
                <a:ea typeface="Pretendard"/>
                <a:cs typeface="Pretendard"/>
              </a:defRPr>
            </a:lvl1pPr>
            <a:lvl2pPr algn="l">
              <a:defRPr sz="4200" b="1">
                <a:solidFill>
                  <a:srgbClr val="FFFFFF"/>
                </a:solidFill>
                <a:latin typeface="Pretendard"/>
                <a:ea typeface="Pretendard"/>
                <a:cs typeface="Pretendard"/>
              </a:defRPr>
            </a:lvl2pPr>
            <a:lvl3pPr algn="l">
              <a:defRPr sz="4200" b="1">
                <a:solidFill>
                  <a:srgbClr val="FFFFFF"/>
                </a:solidFill>
                <a:latin typeface="Pretendard"/>
                <a:ea typeface="Pretendard"/>
                <a:cs typeface="Pretendard"/>
              </a:defRPr>
            </a:lvl3pPr>
            <a:lvl4pPr algn="l">
              <a:defRPr sz="4200" b="1">
                <a:solidFill>
                  <a:srgbClr val="FFFFFF"/>
                </a:solidFill>
                <a:latin typeface="Pretendard"/>
                <a:ea typeface="Pretendard"/>
                <a:cs typeface="Pretendard"/>
              </a:defRPr>
            </a:lvl4pPr>
            <a:lvl5pPr algn="l">
              <a:defRPr sz="4200" b="1">
                <a:solidFill>
                  <a:srgbClr val="FFFFFF"/>
                </a:solidFill>
                <a:latin typeface="Pretendard"/>
                <a:ea typeface="Pretendard"/>
                <a:cs typeface="Pretendard"/>
              </a:defRPr>
            </a:lvl5pPr>
            <a:lvl6pPr algn="l">
              <a:defRPr sz="4200" b="1">
                <a:solidFill>
                  <a:srgbClr val="FFFFFF"/>
                </a:solidFill>
                <a:latin typeface="Pretendard"/>
                <a:ea typeface="Pretendard"/>
                <a:cs typeface="Pretendard"/>
              </a:defRPr>
            </a:lvl6pPr>
            <a:lvl7pPr algn="l">
              <a:defRPr sz="4200" b="1">
                <a:solidFill>
                  <a:srgbClr val="FFFFFF"/>
                </a:solidFill>
                <a:latin typeface="Pretendard"/>
                <a:ea typeface="Pretendard"/>
                <a:cs typeface="Pretendard"/>
              </a:defRPr>
            </a:lvl7pPr>
            <a:lvl8pPr algn="l">
              <a:defRPr sz="4200" b="1">
                <a:solidFill>
                  <a:srgbClr val="FFFFFF"/>
                </a:solidFill>
                <a:latin typeface="Pretendard"/>
                <a:ea typeface="Pretendard"/>
                <a:cs typeface="Pretendard"/>
              </a:defRPr>
            </a:lvl8pPr>
            <a:lvl9pPr algn="l">
              <a:defRPr sz="4200" b="1">
                <a:solidFill>
                  <a:srgbClr val="FFFFFF"/>
                </a:solidFill>
                <a:latin typeface="Pretendard"/>
                <a:ea typeface="Pretendard"/>
                <a:cs typeface="Pretendard"/>
              </a:defRPr>
            </a:lvl9pPr>
          </a:lstStyle>
          <a:p xmlns:a="http://schemas.openxmlformats.org/drawingml/2006/main">
            <a:pPr algn="l">
              <a:defRPr sz="4200" b="1">
                <a:solidFill>
                  <a:srgbClr val="FFFFFF"/>
                </a:solidFill>
                <a:latin typeface="Pretendard"/>
                <a:ea typeface="Pretendard"/>
                <a:cs typeface="Pretendard"/>
              </a:defRPr>
            </a:pPr>
            <a:r>
              <a:rPr sz="4200" b="1">
                <a:solidFill>
                  <a:srgbClr val="FFFFFF"/>
                </a:solidFill>
                <a:latin typeface="Pretendard"/>
                <a:ea typeface="Pretendard"/>
                <a:cs typeface="Pretendard"/>
              </a:rPr>
              <a:t>− 반응물의 표준 생성 엔탈피 합</a:t>
            </a:r>
          </a:p>
        </p:txBody>
      </p:sp>
      <p:sp>
        <p:nvSpPr>
          <p:cNvPr id="10" name="R04-33 표제와 해석 영역">
            <a:extLst xmlns:a="http://schemas.openxmlformats.org/drawingml/2006/main">
              <a:ext uri="{FF2B5EF4-FFF2-40B4-BE49-F238E27FC236}">
                <a16:creationId xmlns:a16="http://schemas.microsoft.com/office/drawing/2014/main" id="{10D15BA8-0D83-4002-8709-0EF64B08384D}"/>
              </a:ext>
            </a:extLst>
          </p:cNvPr>
          <p:cNvSpPr>
            <a:spLocks xmlns:a="http://schemas.openxmlformats.org/drawingml/2006/main" noGrp="1"/>
          </p:cNvSpPr>
          <p:nvPr/>
        </p:nvSpPr>
        <p:spPr>
          <a:xfrm xmlns:a="http://schemas.openxmlformats.org/drawingml/2006/main">
            <a:off x="3448050" y="6496050"/>
            <a:ext cx="1138237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D080876D-745E-45B9-AF98-042E9FAA6C65}"/>
              </a:ext>
            </a:extLst>
          </p:cNvPr>
          <p:cNvSpPr>
            <a:spLocks xmlns:a="http://schemas.openxmlformats.org/drawingml/2006/main" noGrp="1"/>
          </p:cNvSpPr>
          <p:nvPr/>
        </p:nvSpPr>
        <p:spPr>
          <a:xfrm xmlns:a="http://schemas.openxmlformats.org/drawingml/2006/main">
            <a:off x="3752850" y="6657975"/>
            <a:ext cx="10772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각 물질의 반응 계수</a:t>
            </a:r>
          </a:p>
        </p:txBody>
      </p:sp>
      <p:sp>
        <p:nvSpPr>
          <p:cNvPr id="12" name="rich">
            <a:extLst xmlns:a="http://schemas.openxmlformats.org/drawingml/2006/main">
              <a:ext uri="{FF2B5EF4-FFF2-40B4-BE49-F238E27FC236}">
                <a16:creationId xmlns:a16="http://schemas.microsoft.com/office/drawing/2014/main" id="{EC87724B-7CE6-4ABE-8020-BA75E862AA28}"/>
              </a:ext>
            </a:extLst>
          </p:cNvPr>
          <p:cNvSpPr>
            <a:spLocks xmlns:a="http://schemas.openxmlformats.org/drawingml/2006/main" noGrp="1"/>
          </p:cNvSpPr>
          <p:nvPr/>
        </p:nvSpPr>
        <p:spPr>
          <a:xfrm xmlns:a="http://schemas.openxmlformats.org/drawingml/2006/main">
            <a:off x="3752850" y="7286625"/>
            <a:ext cx="1077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표의 값에 반응 계수를 곱한다.</a:t>
            </a:r>
          </a:p>
        </p:txBody>
      </p:sp>
      <p:sp>
        <p:nvSpPr>
          <p:cNvPr id="13" name="text">
            <a:extLst xmlns:a="http://schemas.openxmlformats.org/drawingml/2006/main">
              <a:ext uri="{FF2B5EF4-FFF2-40B4-BE49-F238E27FC236}">
                <a16:creationId xmlns:a16="http://schemas.microsoft.com/office/drawing/2014/main" id="{AE986E5F-9C4D-4713-8654-A925D55B86AD}"/>
              </a:ext>
            </a:extLst>
          </p:cNvPr>
          <p:cNvSpPr>
            <a:spLocks xmlns:a="http://schemas.openxmlformats.org/drawingml/2006/main" noGrp="1"/>
          </p:cNvSpPr>
          <p:nvPr/>
        </p:nvSpPr>
        <p:spPr>
          <a:xfrm xmlns:a="http://schemas.openxmlformats.org/drawingml/2006/main">
            <a:off x="3971925" y="86772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63365373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73FEA652-A41A-43B0-A179-396A882BD2C2}"/>
              </a:ext>
            </a:extLst>
          </p:cNvPr>
          <p:cNvPicPr>
            <a:picLocks xmlns:a="http://schemas.openxmlformats.org/drawingml/2006/main" noChangeAspect="1"/>
          </p:cNvPicPr>
          <p:nvPr/>
        </p:nvPicPr>
        <p:blipFill>
          <a:blip xmlns:r="http://schemas.openxmlformats.org/officeDocument/2006/relationships" xmlns:a="http://schemas.openxmlformats.org/drawingml/2006/main" r:embed="Rb5c13fa73a774df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DD92053-B0C7-44F4-8950-E23C75AF932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D0F0D2E-AEE8-4ADA-9645-3F45580833C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D967225-D6DC-41F0-85FA-1814F6167F4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8374E44-CB81-4995-A47F-897C39FD558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4370455-A5CB-4649-8253-C66519F20FD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52C3DC2E-C2B1-4A81-84B1-9CC2716E1A22}"/>
              </a:ext>
            </a:extLst>
          </p:cNvPr>
          <p:cNvPicPr>
            <a:picLocks xmlns:a="http://schemas.openxmlformats.org/drawingml/2006/main" noChangeAspect="1"/>
          </p:cNvPicPr>
          <p:nvPr/>
        </p:nvPicPr>
        <p:blipFill>
          <a:blip xmlns:r="http://schemas.openxmlformats.org/officeDocument/2006/relationships" xmlns:a="http://schemas.openxmlformats.org/drawingml/2006/main" r:embed="R3085ef67f53e4d02"/>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B2314D70-2C99-43A6-860D-C6AC817D54A0}"/>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EE999D56-1D0F-4616-B8F0-B4E640D1C1B6}"/>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2497CBCD-5054-4EFE-95DE-6B9F5EE18E8B}"/>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0DC696F-E9EB-4169-A690-B9D50C950F9D}"/>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149FDEDB-8146-4BD4-9CA1-D3032FF004D9}"/>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AE7D9A17-6404-4235-92E3-F3EBF6C048CC}"/>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4C5B87CB-EC06-49E9-8218-63B0541D3562}"/>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DB7509DE-FB90-46BF-B1CC-0ACC08E7A633}"/>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67B1C24A-1024-418E-AF3F-806653D24C79}"/>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22600569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8D9AE0F-B081-4268-BC27-5D3EF487F3B5}"/>
              </a:ext>
            </a:extLst>
          </p:cNvPr>
          <p:cNvPicPr>
            <a:picLocks xmlns:a="http://schemas.openxmlformats.org/drawingml/2006/main" noChangeAspect="1"/>
          </p:cNvPicPr>
          <p:nvPr/>
        </p:nvPicPr>
        <p:blipFill>
          <a:blip xmlns:r="http://schemas.openxmlformats.org/officeDocument/2006/relationships" xmlns:a="http://schemas.openxmlformats.org/drawingml/2006/main" r:embed="Rcdb91b93f1d3413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78F44A0-697D-464B-A212-DF499635F3B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406EAD7-45F9-45B8-B2F2-A3EE0CF291C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672D59B-1046-405D-8B63-D21FF58CDE6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9B5EC29-2534-40DE-9277-7870BC85B32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7FC4447-C738-432E-9F1C-CE1A6774B6E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24E6F5D5-61AF-40CE-A112-34B39DF2EA6E}"/>
              </a:ext>
            </a:extLst>
          </p:cNvPr>
          <p:cNvPicPr>
            <a:picLocks xmlns:a="http://schemas.openxmlformats.org/drawingml/2006/main" noChangeAspect="1"/>
          </p:cNvPicPr>
          <p:nvPr/>
        </p:nvPicPr>
        <p:blipFill>
          <a:blip xmlns:r="http://schemas.openxmlformats.org/officeDocument/2006/relationships" xmlns:a="http://schemas.openxmlformats.org/drawingml/2006/main" r:embed="R10b2b715f88545da"/>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43B6DD56-4FA6-43C6-B442-60B855A80092}"/>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9FC6C981-20E0-44B0-B93E-AB5E245268B4}"/>
              </a:ext>
            </a:extLst>
          </p:cNvPr>
          <p:cNvPicPr>
            <a:picLocks xmlns:a="http://schemas.openxmlformats.org/drawingml/2006/main" noChangeAspect="1"/>
          </p:cNvPicPr>
          <p:nvPr/>
        </p:nvPicPr>
        <p:blipFill>
          <a:blip xmlns:r="http://schemas.openxmlformats.org/officeDocument/2006/relationships" xmlns:a="http://schemas.openxmlformats.org/drawingml/2006/main" r:embed="R29a4e15c62d0455c"/>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82BCC1FE-DFB2-46E8-BEE6-6A48D84D5FE0}"/>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a:t>Δ</a:t>
            </a:r>
            <a:r>
              <a:rPr sz="3450" i="1">
                <a:latin typeface="Pretendard"/>
                <a:ea typeface="Pretendard"/>
                <a:cs typeface="Pretendard"/>
              </a:rPr>
              <a:t>H</a:t>
            </a:r>
            <a:r>
              <a:rPr sz="3450"/>
              <a:t> = −241.8 − (−285.8)</a:t>
            </a:r>
          </a:p>
        </p:txBody>
      </p:sp>
      <p:sp>
        <p:nvSpPr>
          <p:cNvPr id="11" name="반응식·수식">
            <a:extLst xmlns:a="http://schemas.openxmlformats.org/drawingml/2006/main">
              <a:ext uri="{FF2B5EF4-FFF2-40B4-BE49-F238E27FC236}">
                <a16:creationId xmlns:a16="http://schemas.microsoft.com/office/drawing/2014/main" id="{6A25651A-2105-4ABC-BBD1-0D68371B5A55}"/>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57962F"/>
                </a:solidFill>
                <a:latin typeface="Pretendard"/>
                <a:ea typeface="Pretendard"/>
                <a:cs typeface="Pretendard"/>
              </a:defRPr>
            </a:defPPr>
            <a:lvl1pPr algn="l">
              <a:defRPr sz="3450" b="1">
                <a:solidFill>
                  <a:srgbClr val="57962F"/>
                </a:solidFill>
                <a:latin typeface="Pretendard"/>
                <a:ea typeface="Pretendard"/>
                <a:cs typeface="Pretendard"/>
              </a:defRPr>
            </a:lvl1pPr>
            <a:lvl2pPr algn="l">
              <a:defRPr sz="3450" b="1">
                <a:solidFill>
                  <a:srgbClr val="57962F"/>
                </a:solidFill>
                <a:latin typeface="Pretendard"/>
                <a:ea typeface="Pretendard"/>
                <a:cs typeface="Pretendard"/>
              </a:defRPr>
            </a:lvl2pPr>
            <a:lvl3pPr algn="l">
              <a:defRPr sz="3450" b="1">
                <a:solidFill>
                  <a:srgbClr val="57962F"/>
                </a:solidFill>
                <a:latin typeface="Pretendard"/>
                <a:ea typeface="Pretendard"/>
                <a:cs typeface="Pretendard"/>
              </a:defRPr>
            </a:lvl3pPr>
            <a:lvl4pPr algn="l">
              <a:defRPr sz="3450" b="1">
                <a:solidFill>
                  <a:srgbClr val="57962F"/>
                </a:solidFill>
                <a:latin typeface="Pretendard"/>
                <a:ea typeface="Pretendard"/>
                <a:cs typeface="Pretendard"/>
              </a:defRPr>
            </a:lvl4pPr>
            <a:lvl5pPr algn="l">
              <a:defRPr sz="3450" b="1">
                <a:solidFill>
                  <a:srgbClr val="57962F"/>
                </a:solidFill>
                <a:latin typeface="Pretendard"/>
                <a:ea typeface="Pretendard"/>
                <a:cs typeface="Pretendard"/>
              </a:defRPr>
            </a:lvl5pPr>
            <a:lvl6pPr algn="l">
              <a:defRPr sz="3450" b="1">
                <a:solidFill>
                  <a:srgbClr val="57962F"/>
                </a:solidFill>
                <a:latin typeface="Pretendard"/>
                <a:ea typeface="Pretendard"/>
                <a:cs typeface="Pretendard"/>
              </a:defRPr>
            </a:lvl6pPr>
            <a:lvl7pPr algn="l">
              <a:defRPr sz="3450" b="1">
                <a:solidFill>
                  <a:srgbClr val="57962F"/>
                </a:solidFill>
                <a:latin typeface="Pretendard"/>
                <a:ea typeface="Pretendard"/>
                <a:cs typeface="Pretendard"/>
              </a:defRPr>
            </a:lvl7pPr>
            <a:lvl8pPr algn="l">
              <a:defRPr sz="3450" b="1">
                <a:solidFill>
                  <a:srgbClr val="57962F"/>
                </a:solidFill>
                <a:latin typeface="Pretendard"/>
                <a:ea typeface="Pretendard"/>
                <a:cs typeface="Pretendard"/>
              </a:defRPr>
            </a:lvl8pPr>
            <a:lvl9pPr algn="l">
              <a:defRPr sz="3450" b="1">
                <a:solidFill>
                  <a:srgbClr val="57962F"/>
                </a:solidFill>
                <a:latin typeface="Pretendard"/>
                <a:ea typeface="Pretendard"/>
                <a:cs typeface="Pretendard"/>
              </a:defRPr>
            </a:lvl9pPr>
          </a:lstStyle>
          <a:p xmlns:a="http://schemas.openxmlformats.org/drawingml/2006/main">
            <a:pPr algn="l">
              <a:defRPr sz="3450" b="1">
                <a:solidFill>
                  <a:srgbClr val="57962F"/>
                </a:solidFill>
                <a:latin typeface="Pretendard"/>
                <a:ea typeface="Pretendard"/>
                <a:cs typeface="Pretendard"/>
              </a:defRPr>
            </a:pPr>
            <a:r>
              <a:rPr sz="3450"/>
              <a:t>= +44.0 kJ</a:t>
            </a:r>
          </a:p>
        </p:txBody>
      </p:sp>
      <p:sp>
        <p:nvSpPr>
          <p:cNvPr id="12" name="해석·결론">
            <a:extLst xmlns:a="http://schemas.openxmlformats.org/drawingml/2006/main">
              <a:ext uri="{FF2B5EF4-FFF2-40B4-BE49-F238E27FC236}">
                <a16:creationId xmlns:a16="http://schemas.microsoft.com/office/drawing/2014/main" id="{8A814D19-BF19-4F74-A9E2-A86010F101A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B1A0F97D-0E3A-4F23-8796-13A4A53548AD}"/>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18870914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614AF21D-7AB8-4CB7-AA7D-15B1CD42D2A2}"/>
              </a:ext>
            </a:extLst>
          </p:cNvPr>
          <p:cNvPicPr>
            <a:picLocks xmlns:a="http://schemas.openxmlformats.org/drawingml/2006/main" noChangeAspect="1"/>
          </p:cNvPicPr>
          <p:nvPr/>
        </p:nvPicPr>
        <p:blipFill>
          <a:blip xmlns:r="http://schemas.openxmlformats.org/officeDocument/2006/relationships" xmlns:a="http://schemas.openxmlformats.org/drawingml/2006/main" r:embed="R836d17588c6f439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74BC9AA-42B9-45CB-8E25-9745CB34A8E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C548DA9-757E-4D82-B87C-99DEDC1D459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D69BB31-0A53-42A6-A15A-56EA5D171E0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1FB608A-EE0A-4B66-8648-B8C266AB694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C4CF282-EA16-438F-9574-559DF4DB059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84CE7D9C-9BF0-42B0-82A5-F15D824D1446}"/>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2857500"/>
                <a:gridCol w="8477250"/>
              </a:tblGrid>
              <a:tr h="952500">
                <a:tc>
                  <a:txBody>
                    <a:bodyPr wrap="none" lIns="114300" tIns="114300" rIns="114300" bIns="114300"/>
                    <a:lstStyle/>
                    <a:p>
                      <a:pPr algn="ctr"/>
                      <a:r>
                        <a:rPr sz="30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0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3E8CD5B0-D237-44EE-A0CB-B5C479B353B0}"/>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1DA46AC3-528F-47D4-A855-E69781A9A6F3}"/>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9D084902-E427-487A-BB6F-B4A390757366}"/>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9716754-4DBD-403D-9356-A82FB644588F}"/>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328925074"/>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B6203E3-C385-4DB7-84B2-CC02012AAED5}"/>
              </a:ext>
            </a:extLst>
          </p:cNvPr>
          <p:cNvPicPr>
            <a:picLocks xmlns:a="http://schemas.openxmlformats.org/drawingml/2006/main" noChangeAspect="1"/>
          </p:cNvPicPr>
          <p:nvPr/>
        </p:nvPicPr>
        <p:blipFill>
          <a:blip xmlns:r="http://schemas.openxmlformats.org/officeDocument/2006/relationships" xmlns:a="http://schemas.openxmlformats.org/drawingml/2006/main" r:embed="R863d94a24d784dd8"/>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50753A48-96E3-47D7-B55E-BFA64BF55C6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290A52B4-8545-4985-B0E3-951FD324BC0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14C8597E-4956-49D3-B3DF-74FB8A84F643}"/>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96E757B5-FCDC-4A62-AABC-D455BAB1D6AC}"/>
              </a:ext>
            </a:extLst>
          </p:cNvPr>
          <p:cNvPicPr>
            <a:picLocks xmlns:a="http://schemas.openxmlformats.org/drawingml/2006/main" noChangeAspect="1"/>
          </p:cNvPicPr>
          <p:nvPr/>
        </p:nvPicPr>
        <p:blipFill>
          <a:blip xmlns:r="http://schemas.openxmlformats.org/officeDocument/2006/relationships" xmlns:a="http://schemas.openxmlformats.org/drawingml/2006/main" r:embed="R47b42dd9b824433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F44B7A3E-6999-4445-A64A-5877D3506C0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0C0E30C0-1E88-4D01-9A52-FEE167BEB64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8" name="text">
            <a:extLst xmlns:a="http://schemas.openxmlformats.org/drawingml/2006/main">
              <a:ext uri="{FF2B5EF4-FFF2-40B4-BE49-F238E27FC236}">
                <a16:creationId xmlns:a16="http://schemas.microsoft.com/office/drawing/2014/main" id="{ABF75CFA-FB62-4CD1-853A-4EA13C48A498}"/>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9" name="text">
            <a:extLst xmlns:a="http://schemas.openxmlformats.org/drawingml/2006/main">
              <a:ext uri="{FF2B5EF4-FFF2-40B4-BE49-F238E27FC236}">
                <a16:creationId xmlns:a16="http://schemas.microsoft.com/office/drawing/2014/main" id="{C568787B-6525-4670-9F9F-58225F9BB951}"/>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06415768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BE6B002-72FB-462A-9089-A6253797424D}"/>
              </a:ext>
            </a:extLst>
          </p:cNvPr>
          <p:cNvPicPr>
            <a:picLocks xmlns:a="http://schemas.openxmlformats.org/drawingml/2006/main" noChangeAspect="1"/>
          </p:cNvPicPr>
          <p:nvPr/>
        </p:nvPicPr>
        <p:blipFill>
          <a:blip xmlns:r="http://schemas.openxmlformats.org/officeDocument/2006/relationships" xmlns:a="http://schemas.openxmlformats.org/drawingml/2006/main" r:embed="R1dd3718d86f24a1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36814F7-FF79-430E-9E7E-868C313B47B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FD5523E-197B-47F1-82C8-873BA966DC1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03E5E8C-0352-4B10-8504-56383084BE1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DC860E4-E5B8-4AA0-944A-9E546224767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B0868E23-3ED8-435C-89C5-07481B19B1A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5B98AC77-5196-4C70-88B4-03F734934C6A}"/>
              </a:ext>
            </a:extLst>
          </p:cNvPr>
          <p:cNvPicPr>
            <a:picLocks xmlns:a="http://schemas.openxmlformats.org/drawingml/2006/main" noChangeAspect="1"/>
          </p:cNvPicPr>
          <p:nvPr/>
        </p:nvPicPr>
        <p:blipFill>
          <a:blip xmlns:r="http://schemas.openxmlformats.org/officeDocument/2006/relationships" xmlns:a="http://schemas.openxmlformats.org/drawingml/2006/main" r:embed="Rd00be340247f49f2"/>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B874D9D4-A44F-4D2A-92B0-E94C60C9FCAA}"/>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379021D1-8DAE-4C23-AE2E-8AC3644547D8}"/>
              </a:ext>
            </a:extLst>
          </p:cNvPr>
          <p:cNvPicPr>
            <a:picLocks xmlns:a="http://schemas.openxmlformats.org/drawingml/2006/main" noChangeAspect="1"/>
          </p:cNvPicPr>
          <p:nvPr/>
        </p:nvPicPr>
        <p:blipFill>
          <a:blip xmlns:r="http://schemas.openxmlformats.org/officeDocument/2006/relationships" xmlns:a="http://schemas.openxmlformats.org/drawingml/2006/main" r:embed="Rce0b19741b794fe8"/>
          <a:stretch xmlns:a="http://schemas.openxmlformats.org/drawingml/2006/main"/>
        </p:blipFill>
        <p:spPr>
          <a:xfrm xmlns:a="http://schemas.openxmlformats.org/drawingml/2006/main">
            <a:off x="7524750" y="5125056"/>
            <a:ext cx="6310738" cy="60838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4FD2D35-4365-4602-9971-6D92EC4AA68C}"/>
              </a:ext>
            </a:extLst>
          </p:cNvPr>
          <p:cNvPicPr>
            <a:picLocks xmlns:a="http://schemas.openxmlformats.org/drawingml/2006/main" noChangeAspect="1"/>
          </p:cNvPicPr>
          <p:nvPr/>
        </p:nvPicPr>
        <p:blipFill>
          <a:blip xmlns:r="http://schemas.openxmlformats.org/officeDocument/2006/relationships" xmlns:a="http://schemas.openxmlformats.org/drawingml/2006/main" r:embed="Rc42c6d8e7c334af6"/>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960A9310-D006-4C1F-87A3-8E16C262F376}"/>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1749C89C-3A3F-4D37-93E6-E607ED183259}"/>
              </a:ext>
            </a:extLst>
          </p:cNvPr>
          <p:cNvPicPr>
            <a:picLocks xmlns:a="http://schemas.openxmlformats.org/drawingml/2006/main" noChangeAspect="1"/>
          </p:cNvPicPr>
          <p:nvPr/>
        </p:nvPicPr>
        <p:blipFill>
          <a:blip xmlns:r="http://schemas.openxmlformats.org/officeDocument/2006/relationships" xmlns:a="http://schemas.openxmlformats.org/drawingml/2006/main" r:embed="Rb07cbe6b7cdb4526"/>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25828863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70227D6-71C8-4B6C-ADD0-01ED2126B0F4}"/>
              </a:ext>
            </a:extLst>
          </p:cNvPr>
          <p:cNvPicPr>
            <a:picLocks xmlns:a="http://schemas.openxmlformats.org/drawingml/2006/main" noChangeAspect="1"/>
          </p:cNvPicPr>
          <p:nvPr/>
        </p:nvPicPr>
        <p:blipFill>
          <a:blip xmlns:r="http://schemas.openxmlformats.org/officeDocument/2006/relationships" xmlns:a="http://schemas.openxmlformats.org/drawingml/2006/main" r:embed="R3815f973fbf14de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B60DD62-A21E-42C3-9327-1DFF0DC59C8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969FEED-3C38-406F-BEF6-7C334BB41DF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D6F6574-E1D4-484C-BBCE-96FEC82A770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8F661A9-7798-4A68-92EE-EBD2DA98004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C0739127-18BC-474B-9946-42F9FE9823D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836FEF6B-5CE3-4CFC-8283-70ED7311ACC2}"/>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777777"/>
                </a:solidFill>
                <a:latin typeface="Pretendard"/>
                <a:ea typeface="Pretendard"/>
                <a:cs typeface="Pretendard"/>
              </a:defRPr>
            </a:defPPr>
            <a:lvl1pPr algn="ctr">
              <a:defRPr sz="2850" b="0">
                <a:solidFill>
                  <a:srgbClr val="777777"/>
                </a:solidFill>
                <a:latin typeface="Pretendard"/>
                <a:ea typeface="Pretendard"/>
                <a:cs typeface="Pretendard"/>
              </a:defRPr>
            </a:lvl1pPr>
            <a:lvl2pPr algn="ctr">
              <a:defRPr sz="2850" b="0">
                <a:solidFill>
                  <a:srgbClr val="777777"/>
                </a:solidFill>
                <a:latin typeface="Pretendard"/>
                <a:ea typeface="Pretendard"/>
                <a:cs typeface="Pretendard"/>
              </a:defRPr>
            </a:lvl2pPr>
            <a:lvl3pPr algn="ctr">
              <a:defRPr sz="2850" b="0">
                <a:solidFill>
                  <a:srgbClr val="777777"/>
                </a:solidFill>
                <a:latin typeface="Pretendard"/>
                <a:ea typeface="Pretendard"/>
                <a:cs typeface="Pretendard"/>
              </a:defRPr>
            </a:lvl3pPr>
            <a:lvl4pPr algn="ctr">
              <a:defRPr sz="2850" b="0">
                <a:solidFill>
                  <a:srgbClr val="777777"/>
                </a:solidFill>
                <a:latin typeface="Pretendard"/>
                <a:ea typeface="Pretendard"/>
                <a:cs typeface="Pretendard"/>
              </a:defRPr>
            </a:lvl4pPr>
            <a:lvl5pPr algn="ctr">
              <a:defRPr sz="2850" b="0">
                <a:solidFill>
                  <a:srgbClr val="777777"/>
                </a:solidFill>
                <a:latin typeface="Pretendard"/>
                <a:ea typeface="Pretendard"/>
                <a:cs typeface="Pretendard"/>
              </a:defRPr>
            </a:lvl5pPr>
            <a:lvl6pPr algn="ctr">
              <a:defRPr sz="2850" b="0">
                <a:solidFill>
                  <a:srgbClr val="777777"/>
                </a:solidFill>
                <a:latin typeface="Pretendard"/>
                <a:ea typeface="Pretendard"/>
                <a:cs typeface="Pretendard"/>
              </a:defRPr>
            </a:lvl6pPr>
            <a:lvl7pPr algn="ctr">
              <a:defRPr sz="2850" b="0">
                <a:solidFill>
                  <a:srgbClr val="777777"/>
                </a:solidFill>
                <a:latin typeface="Pretendard"/>
                <a:ea typeface="Pretendard"/>
                <a:cs typeface="Pretendard"/>
              </a:defRPr>
            </a:lvl7pPr>
            <a:lvl8pPr algn="ctr">
              <a:defRPr sz="2850" b="0">
                <a:solidFill>
                  <a:srgbClr val="777777"/>
                </a:solidFill>
                <a:latin typeface="Pretendard"/>
                <a:ea typeface="Pretendard"/>
                <a:cs typeface="Pretendard"/>
              </a:defRPr>
            </a:lvl8pPr>
            <a:lvl9pPr algn="ctr">
              <a:defRPr sz="2850" b="0">
                <a:solidFill>
                  <a:srgbClr val="777777"/>
                </a:solidFill>
                <a:latin typeface="Pretendard"/>
                <a:ea typeface="Pretendard"/>
                <a:cs typeface="Pretendard"/>
              </a:defRPr>
            </a:lvl9pPr>
          </a:lstStyle>
          <a:p xmlns:a="http://schemas.openxmlformats.org/drawingml/2006/main">
            <a:pPr algn="ctr">
              <a:defRPr sz="2850" b="0">
                <a:solidFill>
                  <a:srgbClr val="777777"/>
                </a:solidFill>
                <a:latin typeface="Pretendard"/>
                <a:ea typeface="Pretendard"/>
                <a:cs typeface="Pretendard"/>
              </a:defRPr>
            </a:pPr>
            <a:r>
              <a:rPr sz="2850" b="0">
                <a:solidFill>
                  <a:srgbClr val="777777"/>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821E4D22-E0D7-411B-B689-F461784EE352}"/>
              </a:ext>
            </a:extLst>
          </p:cNvPr>
          <p:cNvPicPr>
            <a:picLocks xmlns:a="http://schemas.openxmlformats.org/drawingml/2006/main" noChangeAspect="1"/>
          </p:cNvPicPr>
          <p:nvPr/>
        </p:nvPicPr>
        <p:blipFill>
          <a:blip xmlns:r="http://schemas.openxmlformats.org/officeDocument/2006/relationships" xmlns:a="http://schemas.openxmlformats.org/drawingml/2006/main" r:embed="R9210358bdc23414f"/>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8D143B90-084D-46F1-B6C6-BEE4E41CA08A}"/>
              </a:ext>
            </a:extLst>
          </p:cNvPr>
          <p:cNvPicPr>
            <a:picLocks xmlns:a="http://schemas.openxmlformats.org/drawingml/2006/main" noChangeAspect="1"/>
          </p:cNvPicPr>
          <p:nvPr/>
        </p:nvPicPr>
        <p:blipFill>
          <a:blip xmlns:r="http://schemas.openxmlformats.org/officeDocument/2006/relationships" xmlns:a="http://schemas.openxmlformats.org/drawingml/2006/main" r:embed="R6f7d3a3d1ccd477a"/>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F9D300EB-EAF4-4B1A-9D16-21C243431F0F}"/>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EAB691A2-E7AD-4ECD-A70D-00B936656E37}"/>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903B76F5-759E-47EB-892A-A25E5E0EBB34}"/>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005901B8-1304-4DD8-B1F0-498FB177B926}"/>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8523684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3104B585-C85F-4AAA-966F-65B87FE734D6}"/>
              </a:ext>
            </a:extLst>
          </p:cNvPr>
          <p:cNvPicPr>
            <a:picLocks xmlns:a="http://schemas.openxmlformats.org/drawingml/2006/main" noChangeAspect="1"/>
          </p:cNvPicPr>
          <p:nvPr/>
        </p:nvPicPr>
        <p:blipFill>
          <a:blip xmlns:r="http://schemas.openxmlformats.org/officeDocument/2006/relationships" xmlns:a="http://schemas.openxmlformats.org/drawingml/2006/main" r:embed="R70f5ac36a9d3487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7FF30D0-4D42-40DF-AC6C-53C7AB4E08A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9A7FFB6-350A-4172-B085-D062536F7C2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03C16C8-503F-4325-89BC-B905B7C2BC2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2405802-8AA5-402B-9DE8-821DD502B20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6DF48EEF-4738-451B-9C6F-4BD5AFF8D6F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DE289328-324A-4211-8EF8-665131318192}"/>
              </a:ext>
            </a:extLst>
          </p:cNvPr>
          <p:cNvSpPr>
            <a:spLocks xmlns:a="http://schemas.openxmlformats.org/drawingml/2006/main" noGrp="1"/>
          </p:cNvSpPr>
          <p:nvPr/>
        </p:nvSpPr>
        <p:spPr>
          <a:xfrm xmlns:a="http://schemas.openxmlformats.org/drawingml/2006/main">
            <a:off x="3781425" y="3933825"/>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57962F"/>
                </a:solidFill>
                <a:latin typeface="Pretendard"/>
                <a:ea typeface="Pretendard"/>
                <a:cs typeface="Pretendard"/>
              </a:defRPr>
            </a:defPPr>
            <a:lvl1pPr algn="l">
              <a:defRPr sz="5730" b="1">
                <a:solidFill>
                  <a:srgbClr val="57962F"/>
                </a:solidFill>
                <a:latin typeface="Pretendard"/>
                <a:ea typeface="Pretendard"/>
                <a:cs typeface="Pretendard"/>
              </a:defRPr>
            </a:lvl1pPr>
            <a:lvl2pPr algn="l">
              <a:defRPr sz="5730" b="1">
                <a:solidFill>
                  <a:srgbClr val="57962F"/>
                </a:solidFill>
                <a:latin typeface="Pretendard"/>
                <a:ea typeface="Pretendard"/>
                <a:cs typeface="Pretendard"/>
              </a:defRPr>
            </a:lvl2pPr>
            <a:lvl3pPr algn="l">
              <a:defRPr sz="5730" b="1">
                <a:solidFill>
                  <a:srgbClr val="57962F"/>
                </a:solidFill>
                <a:latin typeface="Pretendard"/>
                <a:ea typeface="Pretendard"/>
                <a:cs typeface="Pretendard"/>
              </a:defRPr>
            </a:lvl3pPr>
            <a:lvl4pPr algn="l">
              <a:defRPr sz="5730" b="1">
                <a:solidFill>
                  <a:srgbClr val="57962F"/>
                </a:solidFill>
                <a:latin typeface="Pretendard"/>
                <a:ea typeface="Pretendard"/>
                <a:cs typeface="Pretendard"/>
              </a:defRPr>
            </a:lvl4pPr>
            <a:lvl5pPr algn="l">
              <a:defRPr sz="5730" b="1">
                <a:solidFill>
                  <a:srgbClr val="57962F"/>
                </a:solidFill>
                <a:latin typeface="Pretendard"/>
                <a:ea typeface="Pretendard"/>
                <a:cs typeface="Pretendard"/>
              </a:defRPr>
            </a:lvl5pPr>
            <a:lvl6pPr algn="l">
              <a:defRPr sz="5730" b="1">
                <a:solidFill>
                  <a:srgbClr val="57962F"/>
                </a:solidFill>
                <a:latin typeface="Pretendard"/>
                <a:ea typeface="Pretendard"/>
                <a:cs typeface="Pretendard"/>
              </a:defRPr>
            </a:lvl6pPr>
            <a:lvl7pPr algn="l">
              <a:defRPr sz="5730" b="1">
                <a:solidFill>
                  <a:srgbClr val="57962F"/>
                </a:solidFill>
                <a:latin typeface="Pretendard"/>
                <a:ea typeface="Pretendard"/>
                <a:cs typeface="Pretendard"/>
              </a:defRPr>
            </a:lvl7pPr>
            <a:lvl8pPr algn="l">
              <a:defRPr sz="5730" b="1">
                <a:solidFill>
                  <a:srgbClr val="57962F"/>
                </a:solidFill>
                <a:latin typeface="Pretendard"/>
                <a:ea typeface="Pretendard"/>
                <a:cs typeface="Pretendard"/>
              </a:defRPr>
            </a:lvl8pPr>
            <a:lvl9pPr algn="l">
              <a:defRPr sz="5730" b="1">
                <a:solidFill>
                  <a:srgbClr val="57962F"/>
                </a:solidFill>
                <a:latin typeface="Pretendard"/>
                <a:ea typeface="Pretendard"/>
                <a:cs typeface="Pretendard"/>
              </a:defRPr>
            </a:lvl9pPr>
          </a:lstStyle>
          <a:p xmlns:a="http://schemas.openxmlformats.org/drawingml/2006/main">
            <a:pPr algn="l">
              <a:defRPr sz="5730" b="1">
                <a:solidFill>
                  <a:srgbClr val="57962F"/>
                </a:solidFill>
                <a:latin typeface="Pretendard"/>
                <a:ea typeface="Pretendard"/>
                <a:cs typeface="Pretendard"/>
              </a:defRPr>
            </a:pPr>
            <a:r>
              <a:t>Q용액 = c × m × Δt</a:t>
            </a:r>
          </a:p>
        </p:txBody>
      </p:sp>
      <p:sp>
        <p:nvSpPr>
          <p:cNvPr id="8" name="R04-33 기호 표제">
            <a:extLst xmlns:a="http://schemas.openxmlformats.org/drawingml/2006/main">
              <a:ext uri="{FF2B5EF4-FFF2-40B4-BE49-F238E27FC236}">
                <a16:creationId xmlns:a16="http://schemas.microsoft.com/office/drawing/2014/main" id="{41F0FE8E-1E71-4AED-96C1-1B4ED4F48577}"/>
              </a:ext>
            </a:extLst>
          </p:cNvPr>
          <p:cNvSpPr>
            <a:spLocks xmlns:a="http://schemas.openxmlformats.org/drawingml/2006/main" noGrp="1"/>
          </p:cNvSpPr>
          <p:nvPr/>
        </p:nvSpPr>
        <p:spPr>
          <a:xfrm xmlns:a="http://schemas.openxmlformats.org/drawingml/2006/main">
            <a:off x="3781425" y="54102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BA646BA2-EC35-42EB-8084-4CF2BCF5B2F7}"/>
              </a:ext>
            </a:extLst>
          </p:cNvPr>
          <p:cNvSpPr>
            <a:spLocks xmlns:a="http://schemas.openxmlformats.org/drawingml/2006/main" noGrp="1"/>
          </p:cNvSpPr>
          <p:nvPr/>
        </p:nvSpPr>
        <p:spPr>
          <a:xfrm xmlns:a="http://schemas.openxmlformats.org/drawingml/2006/main">
            <a:off x="3924300" y="54959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c</a:t>
            </a:r>
          </a:p>
        </p:txBody>
      </p:sp>
      <p:sp>
        <p:nvSpPr>
          <p:cNvPr id="10" name="R04-33 기호 설명">
            <a:extLst xmlns:a="http://schemas.openxmlformats.org/drawingml/2006/main">
              <a:ext uri="{FF2B5EF4-FFF2-40B4-BE49-F238E27FC236}">
                <a16:creationId xmlns:a16="http://schemas.microsoft.com/office/drawing/2014/main" id="{68A73728-6628-4556-9A3C-13B942A5BA47}"/>
              </a:ext>
            </a:extLst>
          </p:cNvPr>
          <p:cNvSpPr>
            <a:spLocks xmlns:a="http://schemas.openxmlformats.org/drawingml/2006/main" noGrp="1"/>
          </p:cNvSpPr>
          <p:nvPr/>
        </p:nvSpPr>
        <p:spPr>
          <a:xfrm xmlns:a="http://schemas.openxmlformats.org/drawingml/2006/main">
            <a:off x="5314950" y="54102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F1B461FD-8E55-49B3-BB16-66ABD8F323CF}"/>
              </a:ext>
            </a:extLst>
          </p:cNvPr>
          <p:cNvSpPr>
            <a:spLocks xmlns:a="http://schemas.openxmlformats.org/drawingml/2006/main" noGrp="1"/>
          </p:cNvSpPr>
          <p:nvPr/>
        </p:nvSpPr>
        <p:spPr>
          <a:xfrm xmlns:a="http://schemas.openxmlformats.org/drawingml/2006/main">
            <a:off x="5638800" y="54959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용액의 비열</a:t>
            </a:r>
          </a:p>
        </p:txBody>
      </p:sp>
      <p:sp>
        <p:nvSpPr>
          <p:cNvPr id="12" name="R04-33 기호 표제">
            <a:extLst xmlns:a="http://schemas.openxmlformats.org/drawingml/2006/main">
              <a:ext uri="{FF2B5EF4-FFF2-40B4-BE49-F238E27FC236}">
                <a16:creationId xmlns:a16="http://schemas.microsoft.com/office/drawing/2014/main" id="{ACC40CAD-BF56-4948-877E-71ACFA4BD7D6}"/>
              </a:ext>
            </a:extLst>
          </p:cNvPr>
          <p:cNvSpPr>
            <a:spLocks xmlns:a="http://schemas.openxmlformats.org/drawingml/2006/main" noGrp="1"/>
          </p:cNvSpPr>
          <p:nvPr/>
        </p:nvSpPr>
        <p:spPr>
          <a:xfrm xmlns:a="http://schemas.openxmlformats.org/drawingml/2006/main">
            <a:off x="3781425" y="638175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11F7820E-7ACD-4E19-BC80-1FB0BDA34ADD}"/>
              </a:ext>
            </a:extLst>
          </p:cNvPr>
          <p:cNvSpPr>
            <a:spLocks xmlns:a="http://schemas.openxmlformats.org/drawingml/2006/main" noGrp="1"/>
          </p:cNvSpPr>
          <p:nvPr/>
        </p:nvSpPr>
        <p:spPr>
          <a:xfrm xmlns:a="http://schemas.openxmlformats.org/drawingml/2006/main">
            <a:off x="3924300" y="646747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m</a:t>
            </a:r>
          </a:p>
        </p:txBody>
      </p:sp>
      <p:sp>
        <p:nvSpPr>
          <p:cNvPr id="14" name="R04-33 기호 설명">
            <a:extLst xmlns:a="http://schemas.openxmlformats.org/drawingml/2006/main">
              <a:ext uri="{FF2B5EF4-FFF2-40B4-BE49-F238E27FC236}">
                <a16:creationId xmlns:a16="http://schemas.microsoft.com/office/drawing/2014/main" id="{6D64846C-7C5B-4D76-9494-A65C16025F87}"/>
              </a:ext>
            </a:extLst>
          </p:cNvPr>
          <p:cNvSpPr>
            <a:spLocks xmlns:a="http://schemas.openxmlformats.org/drawingml/2006/main" noGrp="1"/>
          </p:cNvSpPr>
          <p:nvPr/>
        </p:nvSpPr>
        <p:spPr>
          <a:xfrm xmlns:a="http://schemas.openxmlformats.org/drawingml/2006/main">
            <a:off x="5314950" y="638175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AD7E6453-F91C-48A2-B26D-CE6E822C2973}"/>
              </a:ext>
            </a:extLst>
          </p:cNvPr>
          <p:cNvSpPr>
            <a:spLocks xmlns:a="http://schemas.openxmlformats.org/drawingml/2006/main" noGrp="1"/>
          </p:cNvSpPr>
          <p:nvPr/>
        </p:nvSpPr>
        <p:spPr>
          <a:xfrm xmlns:a="http://schemas.openxmlformats.org/drawingml/2006/main">
            <a:off x="5638800" y="646747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 전체의 질량</a:t>
            </a:r>
          </a:p>
        </p:txBody>
      </p:sp>
      <p:sp>
        <p:nvSpPr>
          <p:cNvPr id="16" name="R04-33 기호 표제">
            <a:extLst xmlns:a="http://schemas.openxmlformats.org/drawingml/2006/main">
              <a:ext uri="{FF2B5EF4-FFF2-40B4-BE49-F238E27FC236}">
                <a16:creationId xmlns:a16="http://schemas.microsoft.com/office/drawing/2014/main" id="{AED37219-88E2-422E-8854-EB55F3A0FD61}"/>
              </a:ext>
            </a:extLst>
          </p:cNvPr>
          <p:cNvSpPr>
            <a:spLocks xmlns:a="http://schemas.openxmlformats.org/drawingml/2006/main" noGrp="1"/>
          </p:cNvSpPr>
          <p:nvPr/>
        </p:nvSpPr>
        <p:spPr>
          <a:xfrm xmlns:a="http://schemas.openxmlformats.org/drawingml/2006/main">
            <a:off x="3781425" y="73533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11B2A0DD-EFAF-48D0-978F-A9DC452E9678}"/>
              </a:ext>
            </a:extLst>
          </p:cNvPr>
          <p:cNvSpPr>
            <a:spLocks xmlns:a="http://schemas.openxmlformats.org/drawingml/2006/main" noGrp="1"/>
          </p:cNvSpPr>
          <p:nvPr/>
        </p:nvSpPr>
        <p:spPr>
          <a:xfrm xmlns:a="http://schemas.openxmlformats.org/drawingml/2006/main">
            <a:off x="3924300" y="74390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Δt</a:t>
            </a:r>
          </a:p>
        </p:txBody>
      </p:sp>
      <p:sp>
        <p:nvSpPr>
          <p:cNvPr id="18" name="R04-33 기호 설명">
            <a:extLst xmlns:a="http://schemas.openxmlformats.org/drawingml/2006/main">
              <a:ext uri="{FF2B5EF4-FFF2-40B4-BE49-F238E27FC236}">
                <a16:creationId xmlns:a16="http://schemas.microsoft.com/office/drawing/2014/main" id="{AB28DD09-F765-4B65-AE7E-00808FCAFFE3}"/>
              </a:ext>
            </a:extLst>
          </p:cNvPr>
          <p:cNvSpPr>
            <a:spLocks xmlns:a="http://schemas.openxmlformats.org/drawingml/2006/main" noGrp="1"/>
          </p:cNvSpPr>
          <p:nvPr/>
        </p:nvSpPr>
        <p:spPr>
          <a:xfrm xmlns:a="http://schemas.openxmlformats.org/drawingml/2006/main">
            <a:off x="5314950" y="73533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4EFE6AD7-0FB8-4843-9699-D699548872D9}"/>
              </a:ext>
            </a:extLst>
          </p:cNvPr>
          <p:cNvSpPr>
            <a:spLocks xmlns:a="http://schemas.openxmlformats.org/drawingml/2006/main" noGrp="1"/>
          </p:cNvSpPr>
          <p:nvPr/>
        </p:nvSpPr>
        <p:spPr>
          <a:xfrm xmlns:a="http://schemas.openxmlformats.org/drawingml/2006/main">
            <a:off x="5638800" y="74390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나중 온도 − 처음 온도</a:t>
            </a:r>
          </a:p>
        </p:txBody>
      </p:sp>
      <p:sp>
        <p:nvSpPr>
          <p:cNvPr id="25" name="해석·결론">
            <a:extLst xmlns:a="http://schemas.openxmlformats.org/drawingml/2006/main">
              <a:ext uri="{FF2B5EF4-FFF2-40B4-BE49-F238E27FC236}">
                <a16:creationId xmlns:a16="http://schemas.microsoft.com/office/drawing/2014/main" id="{D0AE118F-64DF-465C-B879-F816CBCD3234}"/>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26" name="반응식·수식">
            <a:extLst xmlns:a="http://schemas.openxmlformats.org/drawingml/2006/main">
              <a:ext uri="{FF2B5EF4-FFF2-40B4-BE49-F238E27FC236}">
                <a16:creationId xmlns:a16="http://schemas.microsoft.com/office/drawing/2014/main" id="{9AC24408-5580-4D67-8132-0CB109D2E6A9}"/>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5096867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156D063-10A3-4520-9D65-C551B39A6F8E}"/>
              </a:ext>
            </a:extLst>
          </p:cNvPr>
          <p:cNvPicPr>
            <a:picLocks xmlns:a="http://schemas.openxmlformats.org/drawingml/2006/main" noChangeAspect="1"/>
          </p:cNvPicPr>
          <p:nvPr/>
        </p:nvPicPr>
        <p:blipFill>
          <a:blip xmlns:r="http://schemas.openxmlformats.org/officeDocument/2006/relationships" xmlns:a="http://schemas.openxmlformats.org/drawingml/2006/main" r:embed="R26cc4688ab5c4c9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81B687A-5296-4AE1-AB68-E7EDF69E68C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DDD4AFE-1DA5-49D3-B775-A4EA4AD60DA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FFF6D12-6709-46C3-ADD5-6AD4AAAD378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B6B99FF-7E41-4185-92D3-193A134C6E4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E32596C-56AB-4439-8E29-1A0B1A5F9F1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EEBEBA58-31B0-4AB0-87A9-6A72243FF62A}"/>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C993482A-CE2D-4881-AEDB-4454C37537A8}"/>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48C711BF-F797-4173-97B5-4DC376983FB7}"/>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8DBFB91-1855-402E-8F42-E323CC544A85}"/>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5395F7F-CC19-433F-B742-A0D1A9FA0F59}"/>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542D2461-FB10-44F7-BE4D-6CA06A17E2F9}"/>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56361169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A62517B4-F3D9-4AA3-964E-095F66266C9A}"/>
              </a:ext>
            </a:extLst>
          </p:cNvPr>
          <p:cNvPicPr>
            <a:picLocks xmlns:a="http://schemas.openxmlformats.org/drawingml/2006/main" noChangeAspect="1"/>
          </p:cNvPicPr>
          <p:nvPr/>
        </p:nvPicPr>
        <p:blipFill>
          <a:blip xmlns:r="http://schemas.openxmlformats.org/officeDocument/2006/relationships" xmlns:a="http://schemas.openxmlformats.org/drawingml/2006/main" r:embed="R8906607ec735439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DFEE62D-B37A-48C6-A4B5-2678E590FD4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94DB8EB-EA76-46EB-8CE6-1C3A2A6CE26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97DFCAD-7377-4C97-BFA4-2DF84FF53E3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02AA0C2-E0D4-45F5-9537-0366EBE15E8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DAA87A89-299F-439A-B542-C6440C864F7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R05-29 계산 행 01">
            <a:extLst xmlns:a="http://schemas.openxmlformats.org/drawingml/2006/main">
              <a:ext uri="{FF2B5EF4-FFF2-40B4-BE49-F238E27FC236}">
                <a16:creationId xmlns:a16="http://schemas.microsoft.com/office/drawing/2014/main" id="{BCEDA18A-E839-4EF0-9858-A82C82ED6AE6}"/>
              </a:ext>
            </a:extLst>
          </p:cNvPr>
          <p:cNvSpPr>
            <a:spLocks xmlns:a="http://schemas.openxmlformats.org/drawingml/2006/main" noGrp="1"/>
          </p:cNvSpPr>
          <p:nvPr/>
        </p:nvSpPr>
        <p:spPr>
          <a:xfrm xmlns:a="http://schemas.openxmlformats.org/drawingml/2006/main">
            <a:off x="1857375" y="4038600"/>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14035D80-B285-4D4D-9D7E-7B26B47F83B8}"/>
              </a:ext>
            </a:extLst>
          </p:cNvPr>
          <p:cNvSpPr>
            <a:spLocks xmlns:a="http://schemas.openxmlformats.org/drawingml/2006/main" noGrp="1"/>
          </p:cNvSpPr>
          <p:nvPr/>
        </p:nvSpPr>
        <p:spPr>
          <a:xfrm xmlns:a="http://schemas.openxmlformats.org/drawingml/2006/main">
            <a:off x="2085975" y="446722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6DF359BD-437C-4CBF-B813-DFC681DF777A}"/>
              </a:ext>
            </a:extLst>
          </p:cNvPr>
          <p:cNvSpPr>
            <a:spLocks xmlns:a="http://schemas.openxmlformats.org/drawingml/2006/main" noGrp="1"/>
          </p:cNvSpPr>
          <p:nvPr/>
        </p:nvSpPr>
        <p:spPr>
          <a:xfrm xmlns:a="http://schemas.openxmlformats.org/drawingml/2006/main">
            <a:off x="3114675" y="419100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용액이 얻은 열</a:t>
            </a:r>
          </a:p>
        </p:txBody>
      </p:sp>
      <p:sp>
        <p:nvSpPr>
          <p:cNvPr id="10" name="rich">
            <a:extLst xmlns:a="http://schemas.openxmlformats.org/drawingml/2006/main">
              <a:ext uri="{FF2B5EF4-FFF2-40B4-BE49-F238E27FC236}">
                <a16:creationId xmlns:a16="http://schemas.microsoft.com/office/drawing/2014/main" id="{E7E2C1A4-45BB-4199-A4EA-81F878281619}"/>
              </a:ext>
            </a:extLst>
          </p:cNvPr>
          <p:cNvSpPr>
            <a:spLocks xmlns:a="http://schemas.openxmlformats.org/drawingml/2006/main" noGrp="1"/>
          </p:cNvSpPr>
          <p:nvPr/>
        </p:nvSpPr>
        <p:spPr>
          <a:xfrm xmlns:a="http://schemas.openxmlformats.org/drawingml/2006/main">
            <a:off x="3114675" y="475297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Q용액 = 4.2 × 208 × 9.5 = 8299.2 J ≈ 8.30 kJ</a:t>
            </a:r>
          </a:p>
        </p:txBody>
      </p:sp>
      <p:sp>
        <p:nvSpPr>
          <p:cNvPr id="11" name="R05-29 계산 행 02">
            <a:extLst xmlns:a="http://schemas.openxmlformats.org/drawingml/2006/main">
              <a:ext uri="{FF2B5EF4-FFF2-40B4-BE49-F238E27FC236}">
                <a16:creationId xmlns:a16="http://schemas.microsoft.com/office/drawing/2014/main" id="{FC55AABF-1AD8-4E44-8CCE-FBF86FA639E2}"/>
              </a:ext>
            </a:extLst>
          </p:cNvPr>
          <p:cNvSpPr>
            <a:spLocks xmlns:a="http://schemas.openxmlformats.org/drawingml/2006/main" noGrp="1"/>
          </p:cNvSpPr>
          <p:nvPr/>
        </p:nvSpPr>
        <p:spPr>
          <a:xfrm xmlns:a="http://schemas.openxmlformats.org/drawingml/2006/main">
            <a:off x="1857375" y="5781675"/>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2899549-0406-4529-9E83-DE41246FB527}"/>
              </a:ext>
            </a:extLst>
          </p:cNvPr>
          <p:cNvSpPr>
            <a:spLocks xmlns:a="http://schemas.openxmlformats.org/drawingml/2006/main" noGrp="1"/>
          </p:cNvSpPr>
          <p:nvPr/>
        </p:nvSpPr>
        <p:spPr>
          <a:xfrm xmlns:a="http://schemas.openxmlformats.org/drawingml/2006/main">
            <a:off x="2085975" y="6210300"/>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02</a:t>
            </a:r>
          </a:p>
        </p:txBody>
      </p:sp>
      <p:sp>
        <p:nvSpPr>
          <p:cNvPr id="13" name="rich">
            <a:extLst xmlns:a="http://schemas.openxmlformats.org/drawingml/2006/main">
              <a:ext uri="{FF2B5EF4-FFF2-40B4-BE49-F238E27FC236}">
                <a16:creationId xmlns:a16="http://schemas.microsoft.com/office/drawing/2014/main" id="{01487385-2692-4684-8616-1DF70FE1CCCA}"/>
              </a:ext>
            </a:extLst>
          </p:cNvPr>
          <p:cNvSpPr>
            <a:spLocks xmlns:a="http://schemas.openxmlformats.org/drawingml/2006/main" noGrp="1"/>
          </p:cNvSpPr>
          <p:nvPr/>
        </p:nvSpPr>
        <p:spPr>
          <a:xfrm xmlns:a="http://schemas.openxmlformats.org/drawingml/2006/main">
            <a:off x="3114675" y="5934075"/>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반응한 물질의 양</a:t>
            </a:r>
          </a:p>
        </p:txBody>
      </p:sp>
      <p:sp>
        <p:nvSpPr>
          <p:cNvPr id="14" name="rich">
            <a:extLst xmlns:a="http://schemas.openxmlformats.org/drawingml/2006/main">
              <a:ext uri="{FF2B5EF4-FFF2-40B4-BE49-F238E27FC236}">
                <a16:creationId xmlns:a16="http://schemas.microsoft.com/office/drawing/2014/main" id="{F3A0F20C-C0F2-4A84-9701-2334054595A4}"/>
              </a:ext>
            </a:extLst>
          </p:cNvPr>
          <p:cNvSpPr>
            <a:spLocks xmlns:a="http://schemas.openxmlformats.org/drawingml/2006/main" noGrp="1"/>
          </p:cNvSpPr>
          <p:nvPr/>
        </p:nvSpPr>
        <p:spPr>
          <a:xfrm xmlns:a="http://schemas.openxmlformats.org/drawingml/2006/main">
            <a:off x="3114675" y="6496050"/>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NaOH의 양 = 8.0 ÷ 40.0 = 0.200 mol</a:t>
            </a:r>
          </a:p>
        </p:txBody>
      </p:sp>
      <p:sp>
        <p:nvSpPr>
          <p:cNvPr id="15" name="R05-29 계산 행 03">
            <a:extLst xmlns:a="http://schemas.openxmlformats.org/drawingml/2006/main">
              <a:ext uri="{FF2B5EF4-FFF2-40B4-BE49-F238E27FC236}">
                <a16:creationId xmlns:a16="http://schemas.microsoft.com/office/drawing/2014/main" id="{BEBA4C58-1821-4862-9837-EDB7C0DE67E7}"/>
              </a:ext>
            </a:extLst>
          </p:cNvPr>
          <p:cNvSpPr>
            <a:spLocks xmlns:a="http://schemas.openxmlformats.org/drawingml/2006/main" noGrp="1"/>
          </p:cNvSpPr>
          <p:nvPr/>
        </p:nvSpPr>
        <p:spPr>
          <a:xfrm xmlns:a="http://schemas.openxmlformats.org/drawingml/2006/main">
            <a:off x="1857375" y="7524750"/>
            <a:ext cx="14573250" cy="1524000"/>
          </a:xfrm>
          <a:prstGeom xmlns:a="http://schemas.openxmlformats.org/drawingml/2006/main" prst="roundRect">
            <a:avLst>
              <a:gd name="adj" fmla="val 11250"/>
            </a:avLst>
          </a:prstGeom>
          <a:solidFill xmlns:a="http://schemas.openxmlformats.org/drawingml/2006/main">
            <a:srgbClr val="303030"/>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C2DF5A85-2627-4C8B-B9BB-739616CF23CF}"/>
              </a:ext>
            </a:extLst>
          </p:cNvPr>
          <p:cNvSpPr>
            <a:spLocks xmlns:a="http://schemas.openxmlformats.org/drawingml/2006/main" noGrp="1"/>
          </p:cNvSpPr>
          <p:nvPr/>
        </p:nvSpPr>
        <p:spPr>
          <a:xfrm xmlns:a="http://schemas.openxmlformats.org/drawingml/2006/main">
            <a:off x="2085975" y="795337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9FFF68"/>
                </a:solidFill>
                <a:latin typeface="Pretendard"/>
                <a:ea typeface="Pretendard"/>
                <a:cs typeface="Pretendard"/>
              </a:defRPr>
            </a:defPPr>
            <a:lvl1pPr algn="ctr">
              <a:defRPr sz="3375" b="1">
                <a:solidFill>
                  <a:srgbClr val="9FFF68"/>
                </a:solidFill>
                <a:latin typeface="Pretendard"/>
                <a:ea typeface="Pretendard"/>
                <a:cs typeface="Pretendard"/>
              </a:defRPr>
            </a:lvl1pPr>
            <a:lvl2pPr algn="ctr">
              <a:defRPr sz="3375" b="1">
                <a:solidFill>
                  <a:srgbClr val="9FFF68"/>
                </a:solidFill>
                <a:latin typeface="Pretendard"/>
                <a:ea typeface="Pretendard"/>
                <a:cs typeface="Pretendard"/>
              </a:defRPr>
            </a:lvl2pPr>
            <a:lvl3pPr algn="ctr">
              <a:defRPr sz="3375" b="1">
                <a:solidFill>
                  <a:srgbClr val="9FFF68"/>
                </a:solidFill>
                <a:latin typeface="Pretendard"/>
                <a:ea typeface="Pretendard"/>
                <a:cs typeface="Pretendard"/>
              </a:defRPr>
            </a:lvl3pPr>
            <a:lvl4pPr algn="ctr">
              <a:defRPr sz="3375" b="1">
                <a:solidFill>
                  <a:srgbClr val="9FFF68"/>
                </a:solidFill>
                <a:latin typeface="Pretendard"/>
                <a:ea typeface="Pretendard"/>
                <a:cs typeface="Pretendard"/>
              </a:defRPr>
            </a:lvl4pPr>
            <a:lvl5pPr algn="ctr">
              <a:defRPr sz="3375" b="1">
                <a:solidFill>
                  <a:srgbClr val="9FFF68"/>
                </a:solidFill>
                <a:latin typeface="Pretendard"/>
                <a:ea typeface="Pretendard"/>
                <a:cs typeface="Pretendard"/>
              </a:defRPr>
            </a:lvl5pPr>
            <a:lvl6pPr algn="ctr">
              <a:defRPr sz="3375" b="1">
                <a:solidFill>
                  <a:srgbClr val="9FFF68"/>
                </a:solidFill>
                <a:latin typeface="Pretendard"/>
                <a:ea typeface="Pretendard"/>
                <a:cs typeface="Pretendard"/>
              </a:defRPr>
            </a:lvl6pPr>
            <a:lvl7pPr algn="ctr">
              <a:defRPr sz="3375" b="1">
                <a:solidFill>
                  <a:srgbClr val="9FFF68"/>
                </a:solidFill>
                <a:latin typeface="Pretendard"/>
                <a:ea typeface="Pretendard"/>
                <a:cs typeface="Pretendard"/>
              </a:defRPr>
            </a:lvl7pPr>
            <a:lvl8pPr algn="ctr">
              <a:defRPr sz="3375" b="1">
                <a:solidFill>
                  <a:srgbClr val="9FFF68"/>
                </a:solidFill>
                <a:latin typeface="Pretendard"/>
                <a:ea typeface="Pretendard"/>
                <a:cs typeface="Pretendard"/>
              </a:defRPr>
            </a:lvl8pPr>
            <a:lvl9pPr algn="ctr">
              <a:defRPr sz="3375" b="1">
                <a:solidFill>
                  <a:srgbClr val="9FFF68"/>
                </a:solidFill>
                <a:latin typeface="Pretendard"/>
                <a:ea typeface="Pretendard"/>
                <a:cs typeface="Pretendard"/>
              </a:defRPr>
            </a:lvl9pPr>
          </a:lstStyle>
          <a:p xmlns:a="http://schemas.openxmlformats.org/drawingml/2006/main">
            <a:pPr algn="ctr">
              <a:defRPr sz="3375" b="1">
                <a:solidFill>
                  <a:srgbClr val="9FFF68"/>
                </a:solidFill>
                <a:latin typeface="Pretendard"/>
                <a:ea typeface="Pretendard"/>
                <a:cs typeface="Pretendard"/>
              </a:defRPr>
            </a:pPr>
            <a:r>
              <a:rPr sz="3375" b="1">
                <a:solidFill>
                  <a:srgbClr val="9FFF68"/>
                </a:solidFill>
                <a:latin typeface="Pretendard"/>
                <a:ea typeface="Pretendard"/>
                <a:cs typeface="Pretendard"/>
              </a:rPr>
              <a:t>03</a:t>
            </a:r>
          </a:p>
        </p:txBody>
      </p:sp>
      <p:sp>
        <p:nvSpPr>
          <p:cNvPr id="17" name="rich">
            <a:extLst xmlns:a="http://schemas.openxmlformats.org/drawingml/2006/main">
              <a:ext uri="{FF2B5EF4-FFF2-40B4-BE49-F238E27FC236}">
                <a16:creationId xmlns:a16="http://schemas.microsoft.com/office/drawing/2014/main" id="{206C3EB2-AEB5-4F95-9D51-724267A64C20}"/>
              </a:ext>
            </a:extLst>
          </p:cNvPr>
          <p:cNvSpPr>
            <a:spLocks xmlns:a="http://schemas.openxmlformats.org/drawingml/2006/main" noGrp="1"/>
          </p:cNvSpPr>
          <p:nvPr/>
        </p:nvSpPr>
        <p:spPr>
          <a:xfrm xmlns:a="http://schemas.openxmlformats.org/drawingml/2006/main">
            <a:off x="3114675" y="767715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C8C8C8"/>
                </a:solidFill>
                <a:latin typeface="Pretendard"/>
                <a:ea typeface="Pretendard"/>
                <a:cs typeface="Pretendard"/>
              </a:defRPr>
            </a:defPPr>
            <a:lvl1pPr algn="l">
              <a:defRPr sz="2625" b="1">
                <a:solidFill>
                  <a:srgbClr val="C8C8C8"/>
                </a:solidFill>
                <a:latin typeface="Pretendard"/>
                <a:ea typeface="Pretendard"/>
                <a:cs typeface="Pretendard"/>
              </a:defRPr>
            </a:lvl1pPr>
            <a:lvl2pPr algn="l">
              <a:defRPr sz="2625" b="1">
                <a:solidFill>
                  <a:srgbClr val="C8C8C8"/>
                </a:solidFill>
                <a:latin typeface="Pretendard"/>
                <a:ea typeface="Pretendard"/>
                <a:cs typeface="Pretendard"/>
              </a:defRPr>
            </a:lvl2pPr>
            <a:lvl3pPr algn="l">
              <a:defRPr sz="2625" b="1">
                <a:solidFill>
                  <a:srgbClr val="C8C8C8"/>
                </a:solidFill>
                <a:latin typeface="Pretendard"/>
                <a:ea typeface="Pretendard"/>
                <a:cs typeface="Pretendard"/>
              </a:defRPr>
            </a:lvl3pPr>
            <a:lvl4pPr algn="l">
              <a:defRPr sz="2625" b="1">
                <a:solidFill>
                  <a:srgbClr val="C8C8C8"/>
                </a:solidFill>
                <a:latin typeface="Pretendard"/>
                <a:ea typeface="Pretendard"/>
                <a:cs typeface="Pretendard"/>
              </a:defRPr>
            </a:lvl4pPr>
            <a:lvl5pPr algn="l">
              <a:defRPr sz="2625" b="1">
                <a:solidFill>
                  <a:srgbClr val="C8C8C8"/>
                </a:solidFill>
                <a:latin typeface="Pretendard"/>
                <a:ea typeface="Pretendard"/>
                <a:cs typeface="Pretendard"/>
              </a:defRPr>
            </a:lvl5pPr>
            <a:lvl6pPr algn="l">
              <a:defRPr sz="2625" b="1">
                <a:solidFill>
                  <a:srgbClr val="C8C8C8"/>
                </a:solidFill>
                <a:latin typeface="Pretendard"/>
                <a:ea typeface="Pretendard"/>
                <a:cs typeface="Pretendard"/>
              </a:defRPr>
            </a:lvl6pPr>
            <a:lvl7pPr algn="l">
              <a:defRPr sz="2625" b="1">
                <a:solidFill>
                  <a:srgbClr val="C8C8C8"/>
                </a:solidFill>
                <a:latin typeface="Pretendard"/>
                <a:ea typeface="Pretendard"/>
                <a:cs typeface="Pretendard"/>
              </a:defRPr>
            </a:lvl7pPr>
            <a:lvl8pPr algn="l">
              <a:defRPr sz="2625" b="1">
                <a:solidFill>
                  <a:srgbClr val="C8C8C8"/>
                </a:solidFill>
                <a:latin typeface="Pretendard"/>
                <a:ea typeface="Pretendard"/>
                <a:cs typeface="Pretendard"/>
              </a:defRPr>
            </a:lvl8pPr>
            <a:lvl9pPr algn="l">
              <a:defRPr sz="2625" b="1">
                <a:solidFill>
                  <a:srgbClr val="C8C8C8"/>
                </a:solidFill>
                <a:latin typeface="Pretendard"/>
                <a:ea typeface="Pretendard"/>
                <a:cs typeface="Pretendard"/>
              </a:defRPr>
            </a:lvl9pPr>
          </a:lstStyle>
          <a:p xmlns:a="http://schemas.openxmlformats.org/drawingml/2006/main">
            <a:pPr algn="l">
              <a:defRPr sz="2625" b="1">
                <a:solidFill>
                  <a:srgbClr val="C8C8C8"/>
                </a:solidFill>
                <a:latin typeface="Pretendard"/>
                <a:ea typeface="Pretendard"/>
                <a:cs typeface="Pretendard"/>
              </a:defRPr>
            </a:pPr>
            <a:r>
              <a:t>반응 엔탈피</a:t>
            </a:r>
          </a:p>
        </p:txBody>
      </p:sp>
      <p:sp>
        <p:nvSpPr>
          <p:cNvPr id="18" name="rich">
            <a:extLst xmlns:a="http://schemas.openxmlformats.org/drawingml/2006/main">
              <a:ext uri="{FF2B5EF4-FFF2-40B4-BE49-F238E27FC236}">
                <a16:creationId xmlns:a16="http://schemas.microsoft.com/office/drawing/2014/main" id="{8EF52EE4-6F71-4687-89F4-4827FC92E872}"/>
              </a:ext>
            </a:extLst>
          </p:cNvPr>
          <p:cNvSpPr>
            <a:spLocks xmlns:a="http://schemas.openxmlformats.org/drawingml/2006/main" noGrp="1"/>
          </p:cNvSpPr>
          <p:nvPr/>
        </p:nvSpPr>
        <p:spPr>
          <a:xfrm xmlns:a="http://schemas.openxmlformats.org/drawingml/2006/main">
            <a:off x="3114675" y="823912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73714230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C3C2975-7C42-4C8A-A5F6-F4BF01D8C2A1}"/>
              </a:ext>
            </a:extLst>
          </p:cNvPr>
          <p:cNvPicPr>
            <a:picLocks xmlns:a="http://schemas.openxmlformats.org/drawingml/2006/main" noChangeAspect="1"/>
          </p:cNvPicPr>
          <p:nvPr/>
        </p:nvPicPr>
        <p:blipFill>
          <a:blip xmlns:r="http://schemas.openxmlformats.org/officeDocument/2006/relationships" xmlns:a="http://schemas.openxmlformats.org/drawingml/2006/main" r:embed="R4551ef5b1d204e6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D9ECDCA-D41A-412A-BF17-E10A624CA77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7C93166-232B-44D4-8276-43FC351772C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8BEB1FF-DCFF-4E75-B3FD-30DCB413571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87A8DA5-871E-4275-A27F-08143B0FCBC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E8A6FC37-DEF4-4141-B9E0-A1D1CE0DBF3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49F42B74-60C7-4F6F-922C-324D280D1971}"/>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3B13C624-7090-419E-8B85-70064DA3716A}"/>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64637FE8-3665-4179-B58D-5D56D70564D5}"/>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5BCAFDC-B68C-419D-94F6-70642BDF87DD}"/>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E84D319F-0807-4177-8D08-92F35FC9FD41}"/>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31EC135-7E2F-4D5B-AC9A-60A08683DF85}"/>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97751883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FE4A2948-EDC3-4694-A0DC-868059BF35F6}"/>
              </a:ext>
            </a:extLst>
          </p:cNvPr>
          <p:cNvPicPr>
            <a:picLocks xmlns:a="http://schemas.openxmlformats.org/drawingml/2006/main" noChangeAspect="1"/>
          </p:cNvPicPr>
          <p:nvPr/>
        </p:nvPicPr>
        <p:blipFill>
          <a:blip xmlns:r="http://schemas.openxmlformats.org/officeDocument/2006/relationships" xmlns:a="http://schemas.openxmlformats.org/drawingml/2006/main" r:embed="R028f8c16d2164a8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00A817D-5282-4301-BD4A-1CD5AC6CC3B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7D3FAD6-2D15-4B2C-9B87-531D0A6A0E8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A02D4C6-A94E-40ED-83D2-82BCA653DC2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CAA7D00-5BDA-46A5-BAB2-3DC55F6F5CF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01F2740E-F1D5-49D7-8C09-69999D3833C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FFFBC244-AAEA-4847-8921-DAB2C68BE082}"/>
              </a:ext>
            </a:extLst>
          </p:cNvPr>
          <p:cNvSpPr>
            <a:spLocks xmlns:a="http://schemas.openxmlformats.org/drawingml/2006/main" noGrp="1"/>
          </p:cNvSpPr>
          <p:nvPr/>
        </p:nvSpPr>
        <p:spPr>
          <a:xfrm xmlns:a="http://schemas.openxmlformats.org/drawingml/2006/main">
            <a:off x="4000500" y="421005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두 단계의 합</a:t>
            </a:r>
          </a:p>
        </p:txBody>
      </p:sp>
      <p:sp>
        <p:nvSpPr>
          <p:cNvPr id="8" name="반응식·수식">
            <a:extLst xmlns:a="http://schemas.openxmlformats.org/drawingml/2006/main">
              <a:ext uri="{FF2B5EF4-FFF2-40B4-BE49-F238E27FC236}">
                <a16:creationId xmlns:a16="http://schemas.microsoft.com/office/drawing/2014/main" id="{A09E8BCB-8B5C-4C24-8E21-A98EBFA96834}"/>
              </a:ext>
            </a:extLst>
          </p:cNvPr>
          <p:cNvSpPr>
            <a:spLocks xmlns:a="http://schemas.openxmlformats.org/drawingml/2006/main" noGrp="1"/>
          </p:cNvSpPr>
          <p:nvPr/>
        </p:nvSpPr>
        <p:spPr>
          <a:xfrm xmlns:a="http://schemas.openxmlformats.org/drawingml/2006/main">
            <a:off x="4000500" y="48958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0">
                <a:solidFill>
                  <a:srgbClr val="000000"/>
                </a:solidFill>
                <a:latin typeface="Pretendard"/>
                <a:ea typeface="Pretendard"/>
                <a:cs typeface="Pretendard"/>
              </a:defRPr>
            </a:defPPr>
            <a:lvl1pPr algn="l">
              <a:defRPr sz="4275" b="0">
                <a:solidFill>
                  <a:srgbClr val="000000"/>
                </a:solidFill>
                <a:latin typeface="Pretendard"/>
                <a:ea typeface="Pretendard"/>
                <a:cs typeface="Pretendard"/>
              </a:defRPr>
            </a:lvl1pPr>
            <a:lvl2pPr algn="l">
              <a:defRPr sz="4275" b="0">
                <a:solidFill>
                  <a:srgbClr val="000000"/>
                </a:solidFill>
                <a:latin typeface="Pretendard"/>
                <a:ea typeface="Pretendard"/>
                <a:cs typeface="Pretendard"/>
              </a:defRPr>
            </a:lvl2pPr>
            <a:lvl3pPr algn="l">
              <a:defRPr sz="4275" b="0">
                <a:solidFill>
                  <a:srgbClr val="000000"/>
                </a:solidFill>
                <a:latin typeface="Pretendard"/>
                <a:ea typeface="Pretendard"/>
                <a:cs typeface="Pretendard"/>
              </a:defRPr>
            </a:lvl3pPr>
            <a:lvl4pPr algn="l">
              <a:defRPr sz="4275" b="0">
                <a:solidFill>
                  <a:srgbClr val="000000"/>
                </a:solidFill>
                <a:latin typeface="Pretendard"/>
                <a:ea typeface="Pretendard"/>
                <a:cs typeface="Pretendard"/>
              </a:defRPr>
            </a:lvl4pPr>
            <a:lvl5pPr algn="l">
              <a:defRPr sz="4275" b="0">
                <a:solidFill>
                  <a:srgbClr val="000000"/>
                </a:solidFill>
                <a:latin typeface="Pretendard"/>
                <a:ea typeface="Pretendard"/>
                <a:cs typeface="Pretendard"/>
              </a:defRPr>
            </a:lvl5pPr>
            <a:lvl6pPr algn="l">
              <a:defRPr sz="4275" b="0">
                <a:solidFill>
                  <a:srgbClr val="000000"/>
                </a:solidFill>
                <a:latin typeface="Pretendard"/>
                <a:ea typeface="Pretendard"/>
                <a:cs typeface="Pretendard"/>
              </a:defRPr>
            </a:lvl6pPr>
            <a:lvl7pPr algn="l">
              <a:defRPr sz="4275" b="0">
                <a:solidFill>
                  <a:srgbClr val="000000"/>
                </a:solidFill>
                <a:latin typeface="Pretendard"/>
                <a:ea typeface="Pretendard"/>
                <a:cs typeface="Pretendard"/>
              </a:defRPr>
            </a:lvl7pPr>
            <a:lvl8pPr algn="l">
              <a:defRPr sz="4275" b="0">
                <a:solidFill>
                  <a:srgbClr val="000000"/>
                </a:solidFill>
                <a:latin typeface="Pretendard"/>
                <a:ea typeface="Pretendard"/>
                <a:cs typeface="Pretendard"/>
              </a:defRPr>
            </a:lvl8pPr>
            <a:lvl9pPr algn="l">
              <a:defRPr sz="4275" b="0">
                <a:solidFill>
                  <a:srgbClr val="000000"/>
                </a:solidFill>
                <a:latin typeface="Pretendard"/>
                <a:ea typeface="Pretendard"/>
                <a:cs typeface="Pretendard"/>
              </a:defRPr>
            </a:lvl9pPr>
          </a:lstStyle>
          <a:p xmlns:a="http://schemas.openxmlformats.org/drawingml/2006/main">
            <a:pPr algn="l">
              <a:defRPr sz="4275" b="0">
                <a:solidFill>
                  <a:srgbClr val="000000"/>
                </a:solidFill>
                <a:latin typeface="Pretendard"/>
                <a:ea typeface="Pretendard"/>
                <a:cs typeface="Pretendard"/>
              </a:defRPr>
            </a:pPr>
            <a:r>
              <a:rPr sz="4275"/>
              <a:t>−41.50 + (−52.25)</a:t>
            </a:r>
          </a:p>
        </p:txBody>
      </p:sp>
      <p:sp>
        <p:nvSpPr>
          <p:cNvPr id="9" name="text">
            <a:extLst xmlns:a="http://schemas.openxmlformats.org/drawingml/2006/main">
              <a:ext uri="{FF2B5EF4-FFF2-40B4-BE49-F238E27FC236}">
                <a16:creationId xmlns:a16="http://schemas.microsoft.com/office/drawing/2014/main" id="{0F5F5F7C-535D-4901-AE05-DF8B1C5EE5FA}"/>
              </a:ext>
            </a:extLst>
          </p:cNvPr>
          <p:cNvSpPr>
            <a:spLocks xmlns:a="http://schemas.openxmlformats.org/drawingml/2006/main" noGrp="1"/>
          </p:cNvSpPr>
          <p:nvPr/>
        </p:nvSpPr>
        <p:spPr>
          <a:xfrm xmlns:a="http://schemas.openxmlformats.org/drawingml/2006/main">
            <a:off x="4000500" y="56769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1">
                <a:solidFill>
                  <a:srgbClr val="57962F"/>
                </a:solidFill>
                <a:latin typeface="Pretendard"/>
                <a:ea typeface="Pretendard"/>
                <a:cs typeface="Pretendard"/>
              </a:defRPr>
            </a:defPPr>
            <a:lvl1pPr algn="l">
              <a:defRPr sz="4275" b="1">
                <a:solidFill>
                  <a:srgbClr val="57962F"/>
                </a:solidFill>
                <a:latin typeface="Pretendard"/>
                <a:ea typeface="Pretendard"/>
                <a:cs typeface="Pretendard"/>
              </a:defRPr>
            </a:lvl1pPr>
            <a:lvl2pPr algn="l">
              <a:defRPr sz="4275" b="1">
                <a:solidFill>
                  <a:srgbClr val="57962F"/>
                </a:solidFill>
                <a:latin typeface="Pretendard"/>
                <a:ea typeface="Pretendard"/>
                <a:cs typeface="Pretendard"/>
              </a:defRPr>
            </a:lvl2pPr>
            <a:lvl3pPr algn="l">
              <a:defRPr sz="4275" b="1">
                <a:solidFill>
                  <a:srgbClr val="57962F"/>
                </a:solidFill>
                <a:latin typeface="Pretendard"/>
                <a:ea typeface="Pretendard"/>
                <a:cs typeface="Pretendard"/>
              </a:defRPr>
            </a:lvl3pPr>
            <a:lvl4pPr algn="l">
              <a:defRPr sz="4275" b="1">
                <a:solidFill>
                  <a:srgbClr val="57962F"/>
                </a:solidFill>
                <a:latin typeface="Pretendard"/>
                <a:ea typeface="Pretendard"/>
                <a:cs typeface="Pretendard"/>
              </a:defRPr>
            </a:lvl4pPr>
            <a:lvl5pPr algn="l">
              <a:defRPr sz="4275" b="1">
                <a:solidFill>
                  <a:srgbClr val="57962F"/>
                </a:solidFill>
                <a:latin typeface="Pretendard"/>
                <a:ea typeface="Pretendard"/>
                <a:cs typeface="Pretendard"/>
              </a:defRPr>
            </a:lvl5pPr>
            <a:lvl6pPr algn="l">
              <a:defRPr sz="4275" b="1">
                <a:solidFill>
                  <a:srgbClr val="57962F"/>
                </a:solidFill>
                <a:latin typeface="Pretendard"/>
                <a:ea typeface="Pretendard"/>
                <a:cs typeface="Pretendard"/>
              </a:defRPr>
            </a:lvl6pPr>
            <a:lvl7pPr algn="l">
              <a:defRPr sz="4275" b="1">
                <a:solidFill>
                  <a:srgbClr val="57962F"/>
                </a:solidFill>
                <a:latin typeface="Pretendard"/>
                <a:ea typeface="Pretendard"/>
                <a:cs typeface="Pretendard"/>
              </a:defRPr>
            </a:lvl7pPr>
            <a:lvl8pPr algn="l">
              <a:defRPr sz="4275" b="1">
                <a:solidFill>
                  <a:srgbClr val="57962F"/>
                </a:solidFill>
                <a:latin typeface="Pretendard"/>
                <a:ea typeface="Pretendard"/>
                <a:cs typeface="Pretendard"/>
              </a:defRPr>
            </a:lvl8pPr>
            <a:lvl9pPr algn="l">
              <a:defRPr sz="4275" b="1">
                <a:solidFill>
                  <a:srgbClr val="57962F"/>
                </a:solidFill>
                <a:latin typeface="Pretendard"/>
                <a:ea typeface="Pretendard"/>
                <a:cs typeface="Pretendard"/>
              </a:defRPr>
            </a:lvl9pPr>
          </a:lstStyle>
          <a:p xmlns:a="http://schemas.openxmlformats.org/drawingml/2006/main">
            <a:pPr algn="l">
              <a:defRPr sz="4275" b="1">
                <a:solidFill>
                  <a:srgbClr val="57962F"/>
                </a:solidFill>
                <a:latin typeface="Pretendard"/>
                <a:ea typeface="Pretendard"/>
                <a:cs typeface="Pretendard"/>
              </a:defRPr>
            </a:pPr>
            <a:r>
              <a:rPr sz="4275" b="1">
                <a:solidFill>
                  <a:srgbClr val="57962F"/>
                </a:solidFill>
                <a:latin typeface="Pretendard"/>
                <a:ea typeface="Pretendard"/>
                <a:cs typeface="Pretendard"/>
              </a:rPr>
              <a:t>= −93.75 kJ/mol</a:t>
            </a:r>
          </a:p>
        </p:txBody>
      </p:sp>
      <p:sp>
        <p:nvSpPr>
          <p:cNvPr id="10" name="text">
            <a:extLst xmlns:a="http://schemas.openxmlformats.org/drawingml/2006/main">
              <a:ext uri="{FF2B5EF4-FFF2-40B4-BE49-F238E27FC236}">
                <a16:creationId xmlns:a16="http://schemas.microsoft.com/office/drawing/2014/main" id="{A11651A3-8521-4CD1-B18E-3A794B7167E7}"/>
              </a:ext>
            </a:extLst>
          </p:cNvPr>
          <p:cNvSpPr>
            <a:spLocks xmlns:a="http://schemas.openxmlformats.org/drawingml/2006/main" noGrp="1"/>
          </p:cNvSpPr>
          <p:nvPr/>
        </p:nvSpPr>
        <p:spPr>
          <a:xfrm xmlns:a="http://schemas.openxmlformats.org/drawingml/2006/main">
            <a:off x="4000500" y="69532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직접 반응</a:t>
            </a:r>
          </a:p>
        </p:txBody>
      </p:sp>
      <p:sp>
        <p:nvSpPr>
          <p:cNvPr id="11" name="text">
            <a:extLst xmlns:a="http://schemas.openxmlformats.org/drawingml/2006/main">
              <a:ext uri="{FF2B5EF4-FFF2-40B4-BE49-F238E27FC236}">
                <a16:creationId xmlns:a16="http://schemas.microsoft.com/office/drawing/2014/main" id="{B9A9EC61-E086-416B-AC14-ECFF0C721140}"/>
              </a:ext>
            </a:extLst>
          </p:cNvPr>
          <p:cNvSpPr>
            <a:spLocks xmlns:a="http://schemas.openxmlformats.org/drawingml/2006/main" noGrp="1"/>
          </p:cNvSpPr>
          <p:nvPr/>
        </p:nvSpPr>
        <p:spPr>
          <a:xfrm xmlns:a="http://schemas.openxmlformats.org/drawingml/2006/main">
            <a:off x="4000500" y="76295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1">
                <a:solidFill>
                  <a:srgbClr val="000000"/>
                </a:solidFill>
                <a:latin typeface="Pretendard"/>
                <a:ea typeface="Pretendard"/>
                <a:cs typeface="Pretendard"/>
              </a:defRPr>
            </a:defPPr>
            <a:lvl1pPr algn="l">
              <a:defRPr sz="4275" b="1">
                <a:solidFill>
                  <a:srgbClr val="000000"/>
                </a:solidFill>
                <a:latin typeface="Pretendard"/>
                <a:ea typeface="Pretendard"/>
                <a:cs typeface="Pretendard"/>
              </a:defRPr>
            </a:lvl1pPr>
            <a:lvl2pPr algn="l">
              <a:defRPr sz="4275" b="1">
                <a:solidFill>
                  <a:srgbClr val="000000"/>
                </a:solidFill>
                <a:latin typeface="Pretendard"/>
                <a:ea typeface="Pretendard"/>
                <a:cs typeface="Pretendard"/>
              </a:defRPr>
            </a:lvl2pPr>
            <a:lvl3pPr algn="l">
              <a:defRPr sz="4275" b="1">
                <a:solidFill>
                  <a:srgbClr val="000000"/>
                </a:solidFill>
                <a:latin typeface="Pretendard"/>
                <a:ea typeface="Pretendard"/>
                <a:cs typeface="Pretendard"/>
              </a:defRPr>
            </a:lvl3pPr>
            <a:lvl4pPr algn="l">
              <a:defRPr sz="4275" b="1">
                <a:solidFill>
                  <a:srgbClr val="000000"/>
                </a:solidFill>
                <a:latin typeface="Pretendard"/>
                <a:ea typeface="Pretendard"/>
                <a:cs typeface="Pretendard"/>
              </a:defRPr>
            </a:lvl4pPr>
            <a:lvl5pPr algn="l">
              <a:defRPr sz="4275" b="1">
                <a:solidFill>
                  <a:srgbClr val="000000"/>
                </a:solidFill>
                <a:latin typeface="Pretendard"/>
                <a:ea typeface="Pretendard"/>
                <a:cs typeface="Pretendard"/>
              </a:defRPr>
            </a:lvl5pPr>
            <a:lvl6pPr algn="l">
              <a:defRPr sz="4275" b="1">
                <a:solidFill>
                  <a:srgbClr val="000000"/>
                </a:solidFill>
                <a:latin typeface="Pretendard"/>
                <a:ea typeface="Pretendard"/>
                <a:cs typeface="Pretendard"/>
              </a:defRPr>
            </a:lvl6pPr>
            <a:lvl7pPr algn="l">
              <a:defRPr sz="4275" b="1">
                <a:solidFill>
                  <a:srgbClr val="000000"/>
                </a:solidFill>
                <a:latin typeface="Pretendard"/>
                <a:ea typeface="Pretendard"/>
                <a:cs typeface="Pretendard"/>
              </a:defRPr>
            </a:lvl7pPr>
            <a:lvl8pPr algn="l">
              <a:defRPr sz="4275" b="1">
                <a:solidFill>
                  <a:srgbClr val="000000"/>
                </a:solidFill>
                <a:latin typeface="Pretendard"/>
                <a:ea typeface="Pretendard"/>
                <a:cs typeface="Pretendard"/>
              </a:defRPr>
            </a:lvl8pPr>
            <a:lvl9pPr algn="l">
              <a:defRPr sz="4275" b="1">
                <a:solidFill>
                  <a:srgbClr val="000000"/>
                </a:solidFill>
                <a:latin typeface="Pretendard"/>
                <a:ea typeface="Pretendard"/>
                <a:cs typeface="Pretendard"/>
              </a:defRPr>
            </a:lvl9pPr>
          </a:lstStyle>
          <a:p xmlns:a="http://schemas.openxmlformats.org/drawingml/2006/main">
            <a:pPr algn="l">
              <a:defRPr sz="4275" b="1">
                <a:solidFill>
                  <a:srgbClr val="000000"/>
                </a:solidFill>
                <a:latin typeface="Pretendard"/>
                <a:ea typeface="Pretendard"/>
                <a:cs typeface="Pretendard"/>
              </a:defRPr>
            </a:pPr>
            <a:r>
              <a:rPr sz="4275" b="1">
                <a:solidFill>
                  <a:srgbClr val="000000"/>
                </a:solidFill>
                <a:latin typeface="Pretendard"/>
                <a:ea typeface="Pretendard"/>
                <a:cs typeface="Pretendard"/>
              </a:rPr>
              <a:t>−94.25 kJ/mol</a:t>
            </a:r>
          </a:p>
        </p:txBody>
      </p:sp>
      <p:sp>
        <p:nvSpPr>
          <p:cNvPr id="17" name="해석·결론">
            <a:extLst xmlns:a="http://schemas.openxmlformats.org/drawingml/2006/main">
              <a:ext uri="{FF2B5EF4-FFF2-40B4-BE49-F238E27FC236}">
                <a16:creationId xmlns:a16="http://schemas.microsoft.com/office/drawing/2014/main" id="{A2196F85-852C-4CC6-9E8D-102E7ED4E9DE}"/>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8" name="반응식·수식">
            <a:extLst xmlns:a="http://schemas.openxmlformats.org/drawingml/2006/main">
              <a:ext uri="{FF2B5EF4-FFF2-40B4-BE49-F238E27FC236}">
                <a16:creationId xmlns:a16="http://schemas.microsoft.com/office/drawing/2014/main" id="{406E8D2E-55E1-4FAD-A600-D364628B5D89}"/>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두 결과의 차이: 0.50 kJ/mol</a:t>
            </a:r>
          </a:p>
        </p:txBody>
      </p:sp>
    </p:spTree>
    <p:extLst>
      <p:ext uri="{BB962C8B-B14F-4D97-AF65-F5344CB8AC3E}">
        <p14:creationId xmlns:p14="http://schemas.microsoft.com/office/powerpoint/2010/main" val="689231135"/>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1CE2FCF8-8BD4-4856-BB6C-295F7256FCF9}"/>
              </a:ext>
            </a:extLst>
          </p:cNvPr>
          <p:cNvPicPr>
            <a:picLocks xmlns:a="http://schemas.openxmlformats.org/drawingml/2006/main" noChangeAspect="1"/>
          </p:cNvPicPr>
          <p:nvPr/>
        </p:nvPicPr>
        <p:blipFill>
          <a:blip xmlns:r="http://schemas.openxmlformats.org/officeDocument/2006/relationships" xmlns:a="http://schemas.openxmlformats.org/drawingml/2006/main" r:embed="R5a366da1cb1a461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AD6F81F-B4D9-4FD3-8CA0-951B2F680D5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96FBC7A-93DC-4A81-B530-F0475E0B76C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06AE98A-5F62-475C-9837-CE6C2AD35F4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E10FC81E-32D6-4C80-BC97-F691766D5F8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D2468798-959C-4031-90C2-DA90821C71E3}"/>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pic>
        <p:nvPicPr>
          <p:cNvPr id="7" name="">
            <a:extLst xmlns:a="http://schemas.openxmlformats.org/drawingml/2006/main">
              <a:ext uri="{FF2B5EF4-FFF2-40B4-BE49-F238E27FC236}">
                <a16:creationId xmlns:a16="http://schemas.microsoft.com/office/drawing/2014/main" id="{A9CBADC3-9FE8-437A-8C2A-3C2AD67B5A16}"/>
              </a:ext>
            </a:extLst>
          </p:cNvPr>
          <p:cNvPicPr>
            <a:picLocks xmlns:a="http://schemas.openxmlformats.org/drawingml/2006/main" noChangeAspect="1"/>
          </p:cNvPicPr>
          <p:nvPr/>
        </p:nvPicPr>
        <p:blipFill>
          <a:blip xmlns:r="http://schemas.openxmlformats.org/officeDocument/2006/relationships" xmlns:a="http://schemas.openxmlformats.org/drawingml/2006/main" r:embed="R18fd02cf069841d6"/>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76E6E804-1399-4101-8505-09BB3B9894F1}"/>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14E68F07-CA62-4474-8077-0A06AFACA118}"/>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여러 반응을 조합한다.</a:t>
            </a:r>
          </a:p>
        </p:txBody>
      </p:sp>
      <p:sp>
        <p:nvSpPr>
          <p:cNvPr id="10" name="text">
            <a:extLst xmlns:a="http://schemas.openxmlformats.org/drawingml/2006/main">
              <a:ext uri="{FF2B5EF4-FFF2-40B4-BE49-F238E27FC236}">
                <a16:creationId xmlns:a16="http://schemas.microsoft.com/office/drawing/2014/main" id="{EBC555D5-AC8B-40AB-837C-2F7454ECBD11}"/>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EDD9F7E2-DE24-484B-B0A0-B7D2F22E3FB9}"/>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D4BD38EF-B28B-4966-94D5-53861CB596EC}"/>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DFBCFDE5-851E-4D61-A183-F574563E0AC8}"/>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알려진 </a:t>
            </a:r>
            <a:r>
              <a:t>Δ</a:t>
            </a:r>
            <a:r>
              <a:rPr i="1">
                <a:latin typeface="Pretendard"/>
                <a:ea typeface="Pretendard"/>
                <a:cs typeface="Pretendard"/>
              </a:rPr>
              <a:t>H</a:t>
            </a:r>
            <a:r>
              <a:t>를 더해 구한다.</a:t>
            </a:r>
          </a:p>
        </p:txBody>
      </p:sp>
      <p:pic>
        <p:nvPicPr>
          <p:cNvPr id="14" name="">
            <a:extLst xmlns:a="http://schemas.openxmlformats.org/drawingml/2006/main">
              <a:ext uri="{FF2B5EF4-FFF2-40B4-BE49-F238E27FC236}">
                <a16:creationId xmlns:a16="http://schemas.microsoft.com/office/drawing/2014/main" id="{50A75E49-AEEB-4AD6-B4C2-4A3CD0920425}"/>
              </a:ext>
            </a:extLst>
          </p:cNvPr>
          <p:cNvPicPr>
            <a:picLocks xmlns:a="http://schemas.openxmlformats.org/drawingml/2006/main" noChangeAspect="1"/>
          </p:cNvPicPr>
          <p:nvPr/>
        </p:nvPicPr>
        <p:blipFill>
          <a:blip xmlns:r="http://schemas.openxmlformats.org/officeDocument/2006/relationships" xmlns:a="http://schemas.openxmlformats.org/drawingml/2006/main" r:embed="Rb46c5af161fe463e"/>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ABDD3708-7610-46CB-AB0C-8109D8B42558}"/>
              </a:ext>
            </a:extLst>
          </p:cNvPr>
          <p:cNvPicPr>
            <a:picLocks xmlns:a="http://schemas.openxmlformats.org/drawingml/2006/main" noChangeAspect="1"/>
          </p:cNvPicPr>
          <p:nvPr/>
        </p:nvPicPr>
        <p:blipFill>
          <a:blip xmlns:r="http://schemas.openxmlformats.org/officeDocument/2006/relationships" xmlns:a="http://schemas.openxmlformats.org/drawingml/2006/main" r:embed="R721473b016f94043"/>
          <a:stretch xmlns:a="http://schemas.openxmlformats.org/drawingml/2006/main"/>
        </p:blipFill>
        <p:spPr>
          <a:xfrm xmlns:a="http://schemas.openxmlformats.org/drawingml/2006/main">
            <a:off x="14395766" y="5695950"/>
            <a:ext cx="2164717" cy="361950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836D0280-A52C-4BD9-9E2B-841CC196381F}"/>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3296BF7E-DAA1-42BD-A340-DFF1CD313A36}"/>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BE617D4B-E7E4-43AB-B8FF-BB95D3ECD5BD}"/>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다른 경로로도</a:t>
            </a:r>
          </a:p>
        </p:txBody>
      </p:sp>
      <p:sp>
        <p:nvSpPr>
          <p:cNvPr id="19" name="캐릭터 질문 2">
            <a:extLst xmlns:a="http://schemas.openxmlformats.org/drawingml/2006/main">
              <a:ext uri="{FF2B5EF4-FFF2-40B4-BE49-F238E27FC236}">
                <a16:creationId xmlns:a16="http://schemas.microsoft.com/office/drawing/2014/main" id="{EED7DDC0-2DFE-4B3F-8BE7-C7135E4D45CF}"/>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B8DB517D-5778-489F-93A1-F268AC211B7A}"/>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6FC3D5CB-A463-40B2-A20C-DBECBCE2E581}"/>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AFC74463-A973-414F-ACD4-4C977169FB4A}"/>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처음과 끝이</a:t>
            </a:r>
          </a:p>
        </p:txBody>
      </p:sp>
      <p:sp>
        <p:nvSpPr>
          <p:cNvPr id="23" name="캐릭터 질문 2">
            <a:extLst xmlns:a="http://schemas.openxmlformats.org/drawingml/2006/main">
              <a:ext uri="{FF2B5EF4-FFF2-40B4-BE49-F238E27FC236}">
                <a16:creationId xmlns:a16="http://schemas.microsoft.com/office/drawing/2014/main" id="{210C54A1-26DD-474E-8B2E-9A149A72FA28}"/>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같으면 가능해!</a:t>
            </a:r>
          </a:p>
        </p:txBody>
      </p:sp>
    </p:spTree>
    <p:extLst>
      <p:ext uri="{BB962C8B-B14F-4D97-AF65-F5344CB8AC3E}">
        <p14:creationId xmlns:p14="http://schemas.microsoft.com/office/powerpoint/2010/main" val="180283404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2A0FBF34-59C6-460D-8FA3-817C00A73208}"/>
              </a:ext>
            </a:extLst>
          </p:cNvPr>
          <p:cNvPicPr>
            <a:picLocks xmlns:a="http://schemas.openxmlformats.org/drawingml/2006/main" noChangeAspect="1"/>
          </p:cNvPicPr>
          <p:nvPr/>
        </p:nvPicPr>
        <p:blipFill>
          <a:blip xmlns:r="http://schemas.openxmlformats.org/officeDocument/2006/relationships" xmlns:a="http://schemas.openxmlformats.org/drawingml/2006/main" r:embed="Rc6c28ca4bc654e1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2C706C9-79DB-4BAA-AD87-EDD113C61DD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E0DCC67-DA65-4C1E-8B93-905BEAF99DD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F833DCC3-26D3-480F-8880-6D45D803C41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F0073568-A0EF-4F6F-B62D-376B039789B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8ECCEE30-FA00-4929-A2C4-E516A87969E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12" name="R03-38 확인 목록 영역">
            <a:extLst xmlns:a="http://schemas.openxmlformats.org/drawingml/2006/main">
              <a:ext uri="{FF2B5EF4-FFF2-40B4-BE49-F238E27FC236}">
                <a16:creationId xmlns:a16="http://schemas.microsoft.com/office/drawing/2014/main" id="{6F57764D-8626-4820-B693-44EEAEE570BE}"/>
              </a:ext>
            </a:extLst>
          </p:cNvPr>
          <p:cNvSpPr>
            <a:spLocks xmlns:a="http://schemas.openxmlformats.org/drawingml/2006/main" noGrp="1"/>
          </p:cNvSpPr>
          <p:nvPr/>
        </p:nvSpPr>
        <p:spPr>
          <a:xfrm xmlns:a="http://schemas.openxmlformats.org/drawingml/2006/main">
            <a:off x="3810000" y="4410075"/>
            <a:ext cx="10668000" cy="5276850"/>
          </a:xfrm>
          <a:prstGeom xmlns:a="http://schemas.openxmlformats.org/drawingml/2006/main" prst="roundRect">
            <a:avLst>
              <a:gd name="adj" fmla="val 5054"/>
            </a:avLst>
          </a:prstGeom>
          <a:solidFill xmlns:a="http://schemas.openxmlformats.org/drawingml/2006/main">
            <a:srgbClr val="F5F5F5"/>
          </a:solidFill>
          <a:ln xmlns:a="http://schemas.openxmlformats.org/drawingml/2006/main" w="0">
            <a:noFill/>
          </a:ln>
        </p:spPr>
      </p:sp>
      <p:sp>
        <p:nvSpPr>
          <p:cNvPr id="13" name="R03-38 확인 칸">
            <a:extLst xmlns:a="http://schemas.openxmlformats.org/drawingml/2006/main">
              <a:ext uri="{FF2B5EF4-FFF2-40B4-BE49-F238E27FC236}">
                <a16:creationId xmlns:a16="http://schemas.microsoft.com/office/drawing/2014/main" id="{560853AE-8CCD-4A12-873D-C12BD419347E}"/>
              </a:ext>
            </a:extLst>
          </p:cNvPr>
          <p:cNvSpPr>
            <a:spLocks xmlns:a="http://schemas.openxmlformats.org/drawingml/2006/main" noGrp="1"/>
          </p:cNvSpPr>
          <p:nvPr/>
        </p:nvSpPr>
        <p:spPr>
          <a:xfrm xmlns:a="http://schemas.openxmlformats.org/drawingml/2006/main">
            <a:off x="4114800" y="48101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4" name="rich">
            <a:extLst xmlns:a="http://schemas.openxmlformats.org/drawingml/2006/main">
              <a:ext uri="{FF2B5EF4-FFF2-40B4-BE49-F238E27FC236}">
                <a16:creationId xmlns:a16="http://schemas.microsoft.com/office/drawing/2014/main" id="{55C5A5E0-25C3-4817-A9FD-CA28C8B91985}"/>
              </a:ext>
            </a:extLst>
          </p:cNvPr>
          <p:cNvSpPr>
            <a:spLocks xmlns:a="http://schemas.openxmlformats.org/drawingml/2006/main" noGrp="1"/>
          </p:cNvSpPr>
          <p:nvPr/>
        </p:nvSpPr>
        <p:spPr>
          <a:xfrm xmlns:a="http://schemas.openxmlformats.org/drawingml/2006/main">
            <a:off x="4762500" y="46958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CO 생성 반응</a:t>
            </a:r>
          </a:p>
        </p:txBody>
      </p:sp>
      <p:sp>
        <p:nvSpPr>
          <p:cNvPr id="15" name="rich">
            <a:extLst xmlns:a="http://schemas.openxmlformats.org/drawingml/2006/main">
              <a:ext uri="{FF2B5EF4-FFF2-40B4-BE49-F238E27FC236}">
                <a16:creationId xmlns:a16="http://schemas.microsoft.com/office/drawing/2014/main" id="{C334F784-9A77-429C-93A5-697D76F0CE20}"/>
              </a:ext>
            </a:extLst>
          </p:cNvPr>
          <p:cNvSpPr>
            <a:spLocks xmlns:a="http://schemas.openxmlformats.org/drawingml/2006/main" noGrp="1"/>
          </p:cNvSpPr>
          <p:nvPr/>
        </p:nvSpPr>
        <p:spPr>
          <a:xfrm xmlns:a="http://schemas.openxmlformats.org/drawingml/2006/main">
            <a:off x="4762500" y="53149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₂가 되는 까닭은?</a:t>
            </a:r>
          </a:p>
        </p:txBody>
      </p:sp>
      <p:sp>
        <p:nvSpPr>
          <p:cNvPr id="16" name="R03-38 확인 칸">
            <a:extLst xmlns:a="http://schemas.openxmlformats.org/drawingml/2006/main">
              <a:ext uri="{FF2B5EF4-FFF2-40B4-BE49-F238E27FC236}">
                <a16:creationId xmlns:a16="http://schemas.microsoft.com/office/drawing/2014/main" id="{B419CA1E-C1A2-47E0-A133-445365CC93DF}"/>
              </a:ext>
            </a:extLst>
          </p:cNvPr>
          <p:cNvSpPr>
            <a:spLocks xmlns:a="http://schemas.openxmlformats.org/drawingml/2006/main" noGrp="1"/>
          </p:cNvSpPr>
          <p:nvPr/>
        </p:nvSpPr>
        <p:spPr>
          <a:xfrm xmlns:a="http://schemas.openxmlformats.org/drawingml/2006/main">
            <a:off x="4114800" y="642937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7" name="rich">
            <a:extLst xmlns:a="http://schemas.openxmlformats.org/drawingml/2006/main">
              <a:ext uri="{FF2B5EF4-FFF2-40B4-BE49-F238E27FC236}">
                <a16:creationId xmlns:a16="http://schemas.microsoft.com/office/drawing/2014/main" id="{9D5C9B46-DDC5-4EAB-80A0-044694822859}"/>
              </a:ext>
            </a:extLst>
          </p:cNvPr>
          <p:cNvSpPr>
            <a:spLocks xmlns:a="http://schemas.openxmlformats.org/drawingml/2006/main" noGrp="1"/>
          </p:cNvSpPr>
          <p:nvPr/>
        </p:nvSpPr>
        <p:spPr>
          <a:xfrm xmlns:a="http://schemas.openxmlformats.org/drawingml/2006/main">
            <a:off x="4762500" y="631507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물의 기화</a:t>
            </a:r>
          </a:p>
        </p:txBody>
      </p:sp>
      <p:sp>
        <p:nvSpPr>
          <p:cNvPr id="18" name="rich">
            <a:extLst xmlns:a="http://schemas.openxmlformats.org/drawingml/2006/main">
              <a:ext uri="{FF2B5EF4-FFF2-40B4-BE49-F238E27FC236}">
                <a16:creationId xmlns:a16="http://schemas.microsoft.com/office/drawing/2014/main" id="{3D4AE7AE-2D27-42BC-824A-CAE724A82ADD}"/>
              </a:ext>
            </a:extLst>
          </p:cNvPr>
          <p:cNvSpPr>
            <a:spLocks xmlns:a="http://schemas.openxmlformats.org/drawingml/2006/main" noGrp="1"/>
          </p:cNvSpPr>
          <p:nvPr/>
        </p:nvSpPr>
        <p:spPr>
          <a:xfrm xmlns:a="http://schemas.openxmlformats.org/drawingml/2006/main">
            <a:off x="4762500" y="693420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의 부호를 근거와 함께 설명하시오.</a:t>
            </a:r>
          </a:p>
        </p:txBody>
      </p:sp>
      <p:sp>
        <p:nvSpPr>
          <p:cNvPr id="19" name="R03-38 확인 칸">
            <a:extLst xmlns:a="http://schemas.openxmlformats.org/drawingml/2006/main">
              <a:ext uri="{FF2B5EF4-FFF2-40B4-BE49-F238E27FC236}">
                <a16:creationId xmlns:a16="http://schemas.microsoft.com/office/drawing/2014/main" id="{705C342F-4C48-42C4-BD02-AA149366EB24}"/>
              </a:ext>
            </a:extLst>
          </p:cNvPr>
          <p:cNvSpPr>
            <a:spLocks xmlns:a="http://schemas.openxmlformats.org/drawingml/2006/main" noGrp="1"/>
          </p:cNvSpPr>
          <p:nvPr/>
        </p:nvSpPr>
        <p:spPr>
          <a:xfrm xmlns:a="http://schemas.openxmlformats.org/drawingml/2006/main">
            <a:off x="4114800" y="80486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20" name="rich">
            <a:extLst xmlns:a="http://schemas.openxmlformats.org/drawingml/2006/main">
              <a:ext uri="{FF2B5EF4-FFF2-40B4-BE49-F238E27FC236}">
                <a16:creationId xmlns:a16="http://schemas.microsoft.com/office/drawing/2014/main" id="{063AA543-6F10-4BF5-9979-791B35FE7988}"/>
              </a:ext>
            </a:extLst>
          </p:cNvPr>
          <p:cNvSpPr>
            <a:spLocks xmlns:a="http://schemas.openxmlformats.org/drawingml/2006/main" noGrp="1"/>
          </p:cNvSpPr>
          <p:nvPr/>
        </p:nvSpPr>
        <p:spPr>
          <a:xfrm xmlns:a="http://schemas.openxmlformats.org/drawingml/2006/main">
            <a:off x="4762500" y="79343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실험값의 차이</a:t>
            </a:r>
          </a:p>
        </p:txBody>
      </p:sp>
      <p:sp>
        <p:nvSpPr>
          <p:cNvPr id="21" name="rich">
            <a:extLst xmlns:a="http://schemas.openxmlformats.org/drawingml/2006/main">
              <a:ext uri="{FF2B5EF4-FFF2-40B4-BE49-F238E27FC236}">
                <a16:creationId xmlns:a16="http://schemas.microsoft.com/office/drawing/2014/main" id="{8ECD98A3-53CA-4449-9530-3CAFBCCBE64E}"/>
              </a:ext>
            </a:extLst>
          </p:cNvPr>
          <p:cNvSpPr>
            <a:spLocks xmlns:a="http://schemas.openxmlformats.org/drawingml/2006/main" noGrp="1"/>
          </p:cNvSpPr>
          <p:nvPr/>
        </p:nvSpPr>
        <p:spPr>
          <a:xfrm xmlns:a="http://schemas.openxmlformats.org/drawingml/2006/main">
            <a:off x="4762500" y="85534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두 값이 정확히 같지 않을 수 있는 이유는?</a:t>
            </a:r>
          </a:p>
        </p:txBody>
      </p:sp>
      <p:sp>
        <p:nvSpPr>
          <p:cNvPr id="22" name="text">
            <a:extLst xmlns:a="http://schemas.openxmlformats.org/drawingml/2006/main">
              <a:ext uri="{FF2B5EF4-FFF2-40B4-BE49-F238E27FC236}">
                <a16:creationId xmlns:a16="http://schemas.microsoft.com/office/drawing/2014/main" id="{40A3E7C8-0BDE-4E10-9535-79EC2306FD95}"/>
              </a:ext>
            </a:extLst>
          </p:cNvPr>
          <p:cNvSpPr>
            <a:spLocks xmlns:a="http://schemas.openxmlformats.org/drawingml/2006/main" noGrp="1"/>
          </p:cNvSpPr>
          <p:nvPr/>
        </p:nvSpPr>
        <p:spPr>
          <a:xfrm xmlns:a="http://schemas.openxmlformats.org/drawingml/2006/main">
            <a:off x="2286000" y="368617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898989"/>
                </a:solidFill>
                <a:latin typeface="Pretendard"/>
                <a:ea typeface="Pretendard"/>
                <a:cs typeface="Pretendard"/>
              </a:defRPr>
            </a:defPPr>
            <a:lvl1pPr algn="ctr">
              <a:defRPr sz="2700" b="0">
                <a:solidFill>
                  <a:srgbClr val="898989"/>
                </a:solidFill>
                <a:latin typeface="Pretendard"/>
                <a:ea typeface="Pretendard"/>
                <a:cs typeface="Pretendard"/>
              </a:defRPr>
            </a:lvl1pPr>
            <a:lvl2pPr algn="ctr">
              <a:defRPr sz="2700" b="0">
                <a:solidFill>
                  <a:srgbClr val="898989"/>
                </a:solidFill>
                <a:latin typeface="Pretendard"/>
                <a:ea typeface="Pretendard"/>
                <a:cs typeface="Pretendard"/>
              </a:defRPr>
            </a:lvl2pPr>
            <a:lvl3pPr algn="ctr">
              <a:defRPr sz="2700" b="0">
                <a:solidFill>
                  <a:srgbClr val="898989"/>
                </a:solidFill>
                <a:latin typeface="Pretendard"/>
                <a:ea typeface="Pretendard"/>
                <a:cs typeface="Pretendard"/>
              </a:defRPr>
            </a:lvl3pPr>
            <a:lvl4pPr algn="ctr">
              <a:defRPr sz="2700" b="0">
                <a:solidFill>
                  <a:srgbClr val="898989"/>
                </a:solidFill>
                <a:latin typeface="Pretendard"/>
                <a:ea typeface="Pretendard"/>
                <a:cs typeface="Pretendard"/>
              </a:defRPr>
            </a:lvl4pPr>
            <a:lvl5pPr algn="ctr">
              <a:defRPr sz="2700" b="0">
                <a:solidFill>
                  <a:srgbClr val="898989"/>
                </a:solidFill>
                <a:latin typeface="Pretendard"/>
                <a:ea typeface="Pretendard"/>
                <a:cs typeface="Pretendard"/>
              </a:defRPr>
            </a:lvl5pPr>
            <a:lvl6pPr algn="ctr">
              <a:defRPr sz="2700" b="0">
                <a:solidFill>
                  <a:srgbClr val="898989"/>
                </a:solidFill>
                <a:latin typeface="Pretendard"/>
                <a:ea typeface="Pretendard"/>
                <a:cs typeface="Pretendard"/>
              </a:defRPr>
            </a:lvl6pPr>
            <a:lvl7pPr algn="ctr">
              <a:defRPr sz="2700" b="0">
                <a:solidFill>
                  <a:srgbClr val="898989"/>
                </a:solidFill>
                <a:latin typeface="Pretendard"/>
                <a:ea typeface="Pretendard"/>
                <a:cs typeface="Pretendard"/>
              </a:defRPr>
            </a:lvl7pPr>
            <a:lvl8pPr algn="ctr">
              <a:defRPr sz="2700" b="0">
                <a:solidFill>
                  <a:srgbClr val="898989"/>
                </a:solidFill>
                <a:latin typeface="Pretendard"/>
                <a:ea typeface="Pretendard"/>
                <a:cs typeface="Pretendard"/>
              </a:defRPr>
            </a:lvl8pPr>
            <a:lvl9pPr algn="ctr">
              <a:defRPr sz="2700" b="0">
                <a:solidFill>
                  <a:srgbClr val="898989"/>
                </a:solidFill>
                <a:latin typeface="Pretendard"/>
                <a:ea typeface="Pretendard"/>
                <a:cs typeface="Pretendard"/>
              </a:defRPr>
            </a:lvl9pPr>
          </a:lstStyle>
          <a:p xmlns:a="http://schemas.openxmlformats.org/drawingml/2006/main">
            <a:pPr algn="ctr">
              <a:defRPr sz="2700" b="0">
                <a:solidFill>
                  <a:srgbClr val="898989"/>
                </a:solidFill>
                <a:latin typeface="Pretendard"/>
                <a:ea typeface="Pretendard"/>
                <a:cs typeface="Pretendard"/>
              </a:defRPr>
            </a:pPr>
            <a:r>
              <a:rPr sz="2700" b="0">
                <a:solidFill>
                  <a:srgbClr val="898989"/>
                </a:solidFill>
                <a:latin typeface="Pretendard"/>
                <a:ea typeface="Pretendard"/>
                <a:cs typeface="Pretendard"/>
              </a:rPr>
              <a:t>식과 그래프를 근거로 이유를 설명해 보자.</a:t>
            </a:r>
          </a:p>
        </p:txBody>
      </p:sp>
    </p:spTree>
    <p:extLst>
      <p:ext uri="{BB962C8B-B14F-4D97-AF65-F5344CB8AC3E}">
        <p14:creationId xmlns:p14="http://schemas.microsoft.com/office/powerpoint/2010/main" val="20843859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2026-10-27T23:06:36.3220000Z</dcterms:created>
  <dcterms:modified xsi:type="dcterms:W3CDTF">2026-10-27T23:06:36.3220000Z</dcterms:modified>
</coreProperties>
</file>