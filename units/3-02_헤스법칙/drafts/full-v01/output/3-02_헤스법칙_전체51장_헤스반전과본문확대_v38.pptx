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a48561d6b94720" /><Relationship Type="http://schemas.openxmlformats.org/officeDocument/2006/relationships/extended-properties" Target="/docProps/app.xml" Id="R523edc74c0b7432b" /><Relationship Type="http://schemas.openxmlformats.org/officeDocument/2006/relationships/officeDocument" Target="/ppt/presentation.xml" Id="R2496e5c054f74736" /></Relationships>
</file>

<file path=ppt/presentation.xml><?xml version="1.0" encoding="utf-8"?>
<p:presentation xmlns:p="http://schemas.openxmlformats.org/presentationml/2006/main">
  <p:sldMasterIdLst>
    <p:sldMasterId xmlns:r="http://schemas.openxmlformats.org/officeDocument/2006/relationships" id="2147483648" r:id="Ra98d9ce0fca54cd5"/>
  </p:sldMasterIdLst>
  <p:notesMasterIdLst>
    <p:notesMasterId xmlns:r="http://schemas.openxmlformats.org/officeDocument/2006/relationships" r:id="R6185c94568444a52"/>
  </p:notesMasterIdLst>
  <p:sldIdLst>
    <p:sldId xmlns:r="http://schemas.openxmlformats.org/officeDocument/2006/relationships" id="256" r:id="R72d460a545754b95"/>
    <p:sldId xmlns:r="http://schemas.openxmlformats.org/officeDocument/2006/relationships" id="257" r:id="R4ed86624a1164267"/>
    <p:sldId xmlns:r="http://schemas.openxmlformats.org/officeDocument/2006/relationships" id="258" r:id="R59d502337c9246e3"/>
    <p:sldId xmlns:r="http://schemas.openxmlformats.org/officeDocument/2006/relationships" id="259" r:id="Re9270c1065864c67"/>
    <p:sldId xmlns:r="http://schemas.openxmlformats.org/officeDocument/2006/relationships" id="260" r:id="R4ee059f376994758"/>
    <p:sldId xmlns:r="http://schemas.openxmlformats.org/officeDocument/2006/relationships" id="261" r:id="R61f3e65619714d20"/>
    <p:sldId xmlns:r="http://schemas.openxmlformats.org/officeDocument/2006/relationships" id="262" r:id="Rca210c0fe9384062"/>
    <p:sldId xmlns:r="http://schemas.openxmlformats.org/officeDocument/2006/relationships" id="263" r:id="R27bafa6dbd644a03"/>
    <p:sldId xmlns:r="http://schemas.openxmlformats.org/officeDocument/2006/relationships" id="264" r:id="R578e842961534474"/>
    <p:sldId xmlns:r="http://schemas.openxmlformats.org/officeDocument/2006/relationships" id="265" r:id="R2e978fa318b24cbf"/>
    <p:sldId xmlns:r="http://schemas.openxmlformats.org/officeDocument/2006/relationships" id="266" r:id="Re01a955e75864e81"/>
    <p:sldId xmlns:r="http://schemas.openxmlformats.org/officeDocument/2006/relationships" id="267" r:id="R8a03e655ffc24b74"/>
    <p:sldId xmlns:r="http://schemas.openxmlformats.org/officeDocument/2006/relationships" id="268" r:id="Rd894ec4879a94f93"/>
    <p:sldId xmlns:r="http://schemas.openxmlformats.org/officeDocument/2006/relationships" id="269" r:id="R47d53a877a334f3d"/>
    <p:sldId xmlns:r="http://schemas.openxmlformats.org/officeDocument/2006/relationships" id="270" r:id="Rf9254f9d340c4eff"/>
    <p:sldId xmlns:r="http://schemas.openxmlformats.org/officeDocument/2006/relationships" id="271" r:id="Ra7918d3221734da6"/>
    <p:sldId xmlns:r="http://schemas.openxmlformats.org/officeDocument/2006/relationships" id="272" r:id="R7c339c2273024a1c"/>
    <p:sldId xmlns:r="http://schemas.openxmlformats.org/officeDocument/2006/relationships" id="273" r:id="Rf338d90ee5b94c65"/>
    <p:sldId xmlns:r="http://schemas.openxmlformats.org/officeDocument/2006/relationships" id="274" r:id="R31966a88e31042a0"/>
    <p:sldId xmlns:r="http://schemas.openxmlformats.org/officeDocument/2006/relationships" id="275" r:id="R5ed2be19eed14bd1"/>
    <p:sldId xmlns:r="http://schemas.openxmlformats.org/officeDocument/2006/relationships" id="276" r:id="R9b8080ad94bd435e"/>
    <p:sldId xmlns:r="http://schemas.openxmlformats.org/officeDocument/2006/relationships" id="277" r:id="Rf890d2159b1d420d"/>
    <p:sldId xmlns:r="http://schemas.openxmlformats.org/officeDocument/2006/relationships" id="278" r:id="R42e7736cbf8040b5"/>
    <p:sldId xmlns:r="http://schemas.openxmlformats.org/officeDocument/2006/relationships" id="279" r:id="Rac4afaf641744086"/>
    <p:sldId xmlns:r="http://schemas.openxmlformats.org/officeDocument/2006/relationships" id="280" r:id="R07d3282a811f48e2"/>
    <p:sldId xmlns:r="http://schemas.openxmlformats.org/officeDocument/2006/relationships" id="281" r:id="R41e67d2f205e4f15"/>
    <p:sldId xmlns:r="http://schemas.openxmlformats.org/officeDocument/2006/relationships" id="282" r:id="Ra842d047ce5e4797"/>
    <p:sldId xmlns:r="http://schemas.openxmlformats.org/officeDocument/2006/relationships" id="283" r:id="Rb9292b2f386c4e5b"/>
    <p:sldId xmlns:r="http://schemas.openxmlformats.org/officeDocument/2006/relationships" id="284" r:id="Rbf7be8f2d21146c5"/>
    <p:sldId xmlns:r="http://schemas.openxmlformats.org/officeDocument/2006/relationships" id="285" r:id="R94883a360e5a4f91"/>
    <p:sldId xmlns:r="http://schemas.openxmlformats.org/officeDocument/2006/relationships" id="286" r:id="R4f7ca15bc3a6401d"/>
    <p:sldId xmlns:r="http://schemas.openxmlformats.org/officeDocument/2006/relationships" id="287" r:id="R15a0f5982b1d44a4"/>
    <p:sldId xmlns:r="http://schemas.openxmlformats.org/officeDocument/2006/relationships" id="288" r:id="R1e3a45f87d814385"/>
    <p:sldId xmlns:r="http://schemas.openxmlformats.org/officeDocument/2006/relationships" id="289" r:id="R6d989b7aa3f24afd"/>
    <p:sldId xmlns:r="http://schemas.openxmlformats.org/officeDocument/2006/relationships" id="290" r:id="R9fbb4db6236045a6"/>
    <p:sldId xmlns:r="http://schemas.openxmlformats.org/officeDocument/2006/relationships" id="291" r:id="R2add85e8fa13412d"/>
    <p:sldId xmlns:r="http://schemas.openxmlformats.org/officeDocument/2006/relationships" id="292" r:id="R6f68c77a57554b63"/>
    <p:sldId xmlns:r="http://schemas.openxmlformats.org/officeDocument/2006/relationships" id="293" r:id="Re6b789d3b84e461e"/>
    <p:sldId xmlns:r="http://schemas.openxmlformats.org/officeDocument/2006/relationships" id="294" r:id="Rdd9aadce30334e80"/>
    <p:sldId xmlns:r="http://schemas.openxmlformats.org/officeDocument/2006/relationships" id="295" r:id="R6918ffb488094a20"/>
    <p:sldId xmlns:r="http://schemas.openxmlformats.org/officeDocument/2006/relationships" id="296" r:id="R48197795a9fc456f"/>
    <p:sldId xmlns:r="http://schemas.openxmlformats.org/officeDocument/2006/relationships" id="297" r:id="R397994e626774412"/>
    <p:sldId xmlns:r="http://schemas.openxmlformats.org/officeDocument/2006/relationships" id="298" r:id="R16df54b0943240a3"/>
    <p:sldId xmlns:r="http://schemas.openxmlformats.org/officeDocument/2006/relationships" id="299" r:id="Rc4d153792de74fc3"/>
    <p:sldId xmlns:r="http://schemas.openxmlformats.org/officeDocument/2006/relationships" id="300" r:id="Rdf40f310ce644a78"/>
    <p:sldId xmlns:r="http://schemas.openxmlformats.org/officeDocument/2006/relationships" id="301" r:id="Rc527ec8abc794037"/>
    <p:sldId xmlns:r="http://schemas.openxmlformats.org/officeDocument/2006/relationships" id="302" r:id="R13d5e95ab909453d"/>
    <p:sldId xmlns:r="http://schemas.openxmlformats.org/officeDocument/2006/relationships" id="303" r:id="Rf84c81435f2a4c77"/>
    <p:sldId xmlns:r="http://schemas.openxmlformats.org/officeDocument/2006/relationships" id="304" r:id="R05b1f1307c13433c"/>
    <p:sldId xmlns:r="http://schemas.openxmlformats.org/officeDocument/2006/relationships" id="305" r:id="Re0a0674cba084c84"/>
    <p:sldId xmlns:r="http://schemas.openxmlformats.org/officeDocument/2006/relationships" id="306" r:id="R2ca66a38d05844f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54c0661f6e4cf3" /><Relationship Type="http://schemas.openxmlformats.org/officeDocument/2006/relationships/slideMaster" Target="/ppt/slideMasters/slideMaster1.xml" Id="Ra98d9ce0fca54cd5" /><Relationship Type="http://schemas.openxmlformats.org/officeDocument/2006/relationships/notesMaster" Target="/ppt/notesMasters/notesMaster1.xml" Id="R6185c94568444a52" /><Relationship Type="http://schemas.openxmlformats.org/officeDocument/2006/relationships/presProps" Target="/ppt/presProps.xml" Id="R0d328182cb2940d6" /><Relationship Type="http://schemas.openxmlformats.org/officeDocument/2006/relationships/tableStyles" Target="/ppt/tableStyles.xml" Id="R2bfa175ae2fc4464" /><Relationship Type="http://schemas.openxmlformats.org/officeDocument/2006/relationships/slide" Target="/ppt/slides/slide1.xml" Id="R72d460a545754b95" /><Relationship Type="http://schemas.openxmlformats.org/officeDocument/2006/relationships/slide" Target="/ppt/slides/slide2.xml" Id="R4ed86624a1164267" /><Relationship Type="http://schemas.openxmlformats.org/officeDocument/2006/relationships/slide" Target="/ppt/slides/slide3.xml" Id="R59d502337c9246e3" /><Relationship Type="http://schemas.openxmlformats.org/officeDocument/2006/relationships/slide" Target="/ppt/slides/slide4.xml" Id="Re9270c1065864c67" /><Relationship Type="http://schemas.openxmlformats.org/officeDocument/2006/relationships/slide" Target="/ppt/slides/slide5.xml" Id="R4ee059f376994758" /><Relationship Type="http://schemas.openxmlformats.org/officeDocument/2006/relationships/slide" Target="/ppt/slides/slide6.xml" Id="R61f3e65619714d20" /><Relationship Type="http://schemas.openxmlformats.org/officeDocument/2006/relationships/slide" Target="/ppt/slides/slide7.xml" Id="Rca210c0fe9384062" /><Relationship Type="http://schemas.openxmlformats.org/officeDocument/2006/relationships/slide" Target="/ppt/slides/slide8.xml" Id="R27bafa6dbd644a03" /><Relationship Type="http://schemas.openxmlformats.org/officeDocument/2006/relationships/slide" Target="/ppt/slides/slide9.xml" Id="R578e842961534474" /><Relationship Type="http://schemas.openxmlformats.org/officeDocument/2006/relationships/slide" Target="/ppt/slides/slide10.xml" Id="R2e978fa318b24cbf" /><Relationship Type="http://schemas.openxmlformats.org/officeDocument/2006/relationships/slide" Target="/ppt/slides/slide11.xml" Id="Re01a955e75864e81" /><Relationship Type="http://schemas.openxmlformats.org/officeDocument/2006/relationships/slide" Target="/ppt/slides/slide12.xml" Id="R8a03e655ffc24b74" /><Relationship Type="http://schemas.openxmlformats.org/officeDocument/2006/relationships/slide" Target="/ppt/slides/slide13.xml" Id="Rd894ec4879a94f93" /><Relationship Type="http://schemas.openxmlformats.org/officeDocument/2006/relationships/slide" Target="/ppt/slides/slide14.xml" Id="R47d53a877a334f3d" /><Relationship Type="http://schemas.openxmlformats.org/officeDocument/2006/relationships/slide" Target="/ppt/slides/slide15.xml" Id="Rf9254f9d340c4eff" /><Relationship Type="http://schemas.openxmlformats.org/officeDocument/2006/relationships/slide" Target="/ppt/slides/slide16.xml" Id="Ra7918d3221734da6" /><Relationship Type="http://schemas.openxmlformats.org/officeDocument/2006/relationships/slide" Target="/ppt/slides/slide17.xml" Id="R7c339c2273024a1c" /><Relationship Type="http://schemas.openxmlformats.org/officeDocument/2006/relationships/slide" Target="/ppt/slides/slide18.xml" Id="Rf338d90ee5b94c65" /><Relationship Type="http://schemas.openxmlformats.org/officeDocument/2006/relationships/slide" Target="/ppt/slides/slide19.xml" Id="R31966a88e31042a0" /><Relationship Type="http://schemas.openxmlformats.org/officeDocument/2006/relationships/slide" Target="/ppt/slides/slide20.xml" Id="R5ed2be19eed14bd1" /><Relationship Type="http://schemas.openxmlformats.org/officeDocument/2006/relationships/slide" Target="/ppt/slides/slide21.xml" Id="R9b8080ad94bd435e" /><Relationship Type="http://schemas.openxmlformats.org/officeDocument/2006/relationships/slide" Target="/ppt/slides/slide22.xml" Id="Rf890d2159b1d420d" /><Relationship Type="http://schemas.openxmlformats.org/officeDocument/2006/relationships/slide" Target="/ppt/slides/slide23.xml" Id="R42e7736cbf8040b5" /><Relationship Type="http://schemas.openxmlformats.org/officeDocument/2006/relationships/slide" Target="/ppt/slides/slide24.xml" Id="Rac4afaf641744086" /><Relationship Type="http://schemas.openxmlformats.org/officeDocument/2006/relationships/slide" Target="/ppt/slides/slide25.xml" Id="R07d3282a811f48e2" /><Relationship Type="http://schemas.openxmlformats.org/officeDocument/2006/relationships/slide" Target="/ppt/slides/slide26.xml" Id="R41e67d2f205e4f15" /><Relationship Type="http://schemas.openxmlformats.org/officeDocument/2006/relationships/slide" Target="/ppt/slides/slide27.xml" Id="Ra842d047ce5e4797" /><Relationship Type="http://schemas.openxmlformats.org/officeDocument/2006/relationships/slide" Target="/ppt/slides/slide28.xml" Id="Rb9292b2f386c4e5b" /><Relationship Type="http://schemas.openxmlformats.org/officeDocument/2006/relationships/slide" Target="/ppt/slides/slide29.xml" Id="Rbf7be8f2d21146c5" /><Relationship Type="http://schemas.openxmlformats.org/officeDocument/2006/relationships/slide" Target="/ppt/slides/slide30.xml" Id="R94883a360e5a4f91" /><Relationship Type="http://schemas.openxmlformats.org/officeDocument/2006/relationships/slide" Target="/ppt/slides/slide31.xml" Id="R4f7ca15bc3a6401d" /><Relationship Type="http://schemas.openxmlformats.org/officeDocument/2006/relationships/slide" Target="/ppt/slides/slide32.xml" Id="R15a0f5982b1d44a4" /><Relationship Type="http://schemas.openxmlformats.org/officeDocument/2006/relationships/slide" Target="/ppt/slides/slide33.xml" Id="R1e3a45f87d814385" /><Relationship Type="http://schemas.openxmlformats.org/officeDocument/2006/relationships/slide" Target="/ppt/slides/slide34.xml" Id="R6d989b7aa3f24afd" /><Relationship Type="http://schemas.openxmlformats.org/officeDocument/2006/relationships/slide" Target="/ppt/slides/slide35.xml" Id="R9fbb4db6236045a6" /><Relationship Type="http://schemas.openxmlformats.org/officeDocument/2006/relationships/slide" Target="/ppt/slides/slide36.xml" Id="R2add85e8fa13412d" /><Relationship Type="http://schemas.openxmlformats.org/officeDocument/2006/relationships/slide" Target="/ppt/slides/slide37.xml" Id="R6f68c77a57554b63" /><Relationship Type="http://schemas.openxmlformats.org/officeDocument/2006/relationships/slide" Target="/ppt/slides/slide38.xml" Id="Re6b789d3b84e461e" /><Relationship Type="http://schemas.openxmlformats.org/officeDocument/2006/relationships/slide" Target="/ppt/slides/slide39.xml" Id="Rdd9aadce30334e80" /><Relationship Type="http://schemas.openxmlformats.org/officeDocument/2006/relationships/slide" Target="/ppt/slides/slide40.xml" Id="R6918ffb488094a20" /><Relationship Type="http://schemas.openxmlformats.org/officeDocument/2006/relationships/slide" Target="/ppt/slides/slide41.xml" Id="R48197795a9fc456f" /><Relationship Type="http://schemas.openxmlformats.org/officeDocument/2006/relationships/slide" Target="/ppt/slides/slide42.xml" Id="R397994e626774412" /><Relationship Type="http://schemas.openxmlformats.org/officeDocument/2006/relationships/slide" Target="/ppt/slides/slide43.xml" Id="R16df54b0943240a3" /><Relationship Type="http://schemas.openxmlformats.org/officeDocument/2006/relationships/slide" Target="/ppt/slides/slide44.xml" Id="Rc4d153792de74fc3" /><Relationship Type="http://schemas.openxmlformats.org/officeDocument/2006/relationships/slide" Target="/ppt/slides/slide45.xml" Id="Rdf40f310ce644a78" /><Relationship Type="http://schemas.openxmlformats.org/officeDocument/2006/relationships/slide" Target="/ppt/slides/slide46.xml" Id="Rc527ec8abc794037" /><Relationship Type="http://schemas.openxmlformats.org/officeDocument/2006/relationships/slide" Target="/ppt/slides/slide47.xml" Id="R13d5e95ab909453d" /><Relationship Type="http://schemas.openxmlformats.org/officeDocument/2006/relationships/slide" Target="/ppt/slides/slide48.xml" Id="Rf84c81435f2a4c77" /><Relationship Type="http://schemas.openxmlformats.org/officeDocument/2006/relationships/slide" Target="/ppt/slides/slide49.xml" Id="R05b1f1307c13433c" /><Relationship Type="http://schemas.openxmlformats.org/officeDocument/2006/relationships/slide" Target="/ppt/slides/slide50.xml" Id="Re0a0674cba084c84" /><Relationship Type="http://schemas.openxmlformats.org/officeDocument/2006/relationships/slide" Target="/ppt/slides/slide51.xml" Id="R2ca66a38d05844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1f862221fd4c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6b5503955a4e9f" /><Relationship Type="http://schemas.openxmlformats.org/officeDocument/2006/relationships/notesMaster" Target="/ppt/notesMasters/notesMaster1.xml" Id="R05af8270f6f845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153c5d45c74478" /><Relationship Type="http://schemas.openxmlformats.org/officeDocument/2006/relationships/notesMaster" Target="/ppt/notesMasters/notesMaster1.xml" Id="Rb1c9045e628a41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c4e94bd61c48b2" /><Relationship Type="http://schemas.openxmlformats.org/officeDocument/2006/relationships/notesMaster" Target="/ppt/notesMasters/notesMaster1.xml" Id="R06b877dcdd8e49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24e5a59f5a4701" /><Relationship Type="http://schemas.openxmlformats.org/officeDocument/2006/relationships/notesMaster" Target="/ppt/notesMasters/notesMaster1.xml" Id="R317e3652564943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f1e0b95a554d21" /><Relationship Type="http://schemas.openxmlformats.org/officeDocument/2006/relationships/notesMaster" Target="/ppt/notesMasters/notesMaster1.xml" Id="Rf26ff0b2aba342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3ec1056cdf4cce" /><Relationship Type="http://schemas.openxmlformats.org/officeDocument/2006/relationships/notesMaster" Target="/ppt/notesMasters/notesMaster1.xml" Id="R3c7c1fd4335241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f43bbe61784088" /><Relationship Type="http://schemas.openxmlformats.org/officeDocument/2006/relationships/notesMaster" Target="/ppt/notesMasters/notesMaster1.xml" Id="R9a3dc7dd4054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5967fc307d4b27" /><Relationship Type="http://schemas.openxmlformats.org/officeDocument/2006/relationships/notesMaster" Target="/ppt/notesMasters/notesMaster1.xml" Id="R114f4197c9e54a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7ca5a55e54507" /><Relationship Type="http://schemas.openxmlformats.org/officeDocument/2006/relationships/notesMaster" Target="/ppt/notesMasters/notesMaster1.xml" Id="R00ea0c0559094d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47e227f06e49af" /><Relationship Type="http://schemas.openxmlformats.org/officeDocument/2006/relationships/notesMaster" Target="/ppt/notesMasters/notesMaster1.xml" Id="Rb455ba9fddde4b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f95817194f4b3c" /><Relationship Type="http://schemas.openxmlformats.org/officeDocument/2006/relationships/notesMaster" Target="/ppt/notesMasters/notesMaster1.xml" Id="R52ff08df269644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6177d60dcf4e09" /><Relationship Type="http://schemas.openxmlformats.org/officeDocument/2006/relationships/notesMaster" Target="/ppt/notesMasters/notesMaster1.xml" Id="R4cae0ee292e449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1fb9fdb93c42d2" /><Relationship Type="http://schemas.openxmlformats.org/officeDocument/2006/relationships/notesMaster" Target="/ppt/notesMasters/notesMaster1.xml" Id="R036876dd9bb04e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3c77f6a9f94e34" /><Relationship Type="http://schemas.openxmlformats.org/officeDocument/2006/relationships/notesMaster" Target="/ppt/notesMasters/notesMaster1.xml" Id="R164c789cd4714d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c8e3cfb5bf4110" /><Relationship Type="http://schemas.openxmlformats.org/officeDocument/2006/relationships/notesMaster" Target="/ppt/notesMasters/notesMaster1.xml" Id="R86dc7f5850e944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84b0f6ebd14307" /><Relationship Type="http://schemas.openxmlformats.org/officeDocument/2006/relationships/notesMaster" Target="/ppt/notesMasters/notesMaster1.xml" Id="Rf770aa5dbce248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1acc27c4da47ec" /><Relationship Type="http://schemas.openxmlformats.org/officeDocument/2006/relationships/notesMaster" Target="/ppt/notesMasters/notesMaster1.xml" Id="Redf785dee77745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0948a838634d25" /><Relationship Type="http://schemas.openxmlformats.org/officeDocument/2006/relationships/notesMaster" Target="/ppt/notesMasters/notesMaster1.xml" Id="R242f740ca68a4c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9136d020a9492d" /><Relationship Type="http://schemas.openxmlformats.org/officeDocument/2006/relationships/notesMaster" Target="/ppt/notesMasters/notesMaster1.xml" Id="Re0be56eb918c41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31a7e0049c4832" /><Relationship Type="http://schemas.openxmlformats.org/officeDocument/2006/relationships/notesMaster" Target="/ppt/notesMasters/notesMaster1.xml" Id="R849e57e5bf3446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9561c129b1490b" /><Relationship Type="http://schemas.openxmlformats.org/officeDocument/2006/relationships/notesMaster" Target="/ppt/notesMasters/notesMaster1.xml" Id="R7bc859f1de2a48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323db2c8dd4862" /><Relationship Type="http://schemas.openxmlformats.org/officeDocument/2006/relationships/notesMaster" Target="/ppt/notesMasters/notesMaster1.xml" Id="R28879c175b5b407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a86d4011da44fe" /><Relationship Type="http://schemas.openxmlformats.org/officeDocument/2006/relationships/notesMaster" Target="/ppt/notesMasters/notesMaster1.xml" Id="R299202e1293d4e6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cb785353f544cc" /><Relationship Type="http://schemas.openxmlformats.org/officeDocument/2006/relationships/notesMaster" Target="/ppt/notesMasters/notesMaster1.xml" Id="R4722ccd041e1479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ddd4f0d7f54890" /><Relationship Type="http://schemas.openxmlformats.org/officeDocument/2006/relationships/notesMaster" Target="/ppt/notesMasters/notesMaster1.xml" Id="R5acc006fd3604f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971704c28a40c6" /><Relationship Type="http://schemas.openxmlformats.org/officeDocument/2006/relationships/notesMaster" Target="/ppt/notesMasters/notesMaster1.xml" Id="R989ea041c7aa4e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91f99065dc43d6" /><Relationship Type="http://schemas.openxmlformats.org/officeDocument/2006/relationships/notesMaster" Target="/ppt/notesMasters/notesMaster1.xml" Id="R0193a69d02e745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90500cbc234481" /><Relationship Type="http://schemas.openxmlformats.org/officeDocument/2006/relationships/notesMaster" Target="/ppt/notesMasters/notesMaster1.xml" Id="Rd378db45ad854d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5c89bbfef54143" /><Relationship Type="http://schemas.openxmlformats.org/officeDocument/2006/relationships/notesMaster" Target="/ppt/notesMasters/notesMaster1.xml" Id="R9dc033024cb344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0f5d410521a4698" /><Relationship Type="http://schemas.openxmlformats.org/officeDocument/2006/relationships/notesMaster" Target="/ppt/notesMasters/notesMaster1.xml" Id="R87c8083e6fb444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8103ab4f62e4d60" /><Relationship Type="http://schemas.openxmlformats.org/officeDocument/2006/relationships/notesMaster" Target="/ppt/notesMasters/notesMaster1.xml" Id="Rec30eb5fe3eb49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bfb9a37f6b84947" /><Relationship Type="http://schemas.openxmlformats.org/officeDocument/2006/relationships/notesMaster" Target="/ppt/notesMasters/notesMaster1.xml" Id="R30c832b11515418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441c6d77c264c0e" /><Relationship Type="http://schemas.openxmlformats.org/officeDocument/2006/relationships/notesMaster" Target="/ppt/notesMasters/notesMaster1.xml" Id="R2995cd34198241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c02edfe777475e" /><Relationship Type="http://schemas.openxmlformats.org/officeDocument/2006/relationships/notesMaster" Target="/ppt/notesMasters/notesMaster1.xml" Id="Rd9ae5ee1692b43c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d000efa3234ce4" /><Relationship Type="http://schemas.openxmlformats.org/officeDocument/2006/relationships/notesMaster" Target="/ppt/notesMasters/notesMaster1.xml" Id="R74f868904fe3457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5be57ef74a94b51" /><Relationship Type="http://schemas.openxmlformats.org/officeDocument/2006/relationships/notesMaster" Target="/ppt/notesMasters/notesMaster1.xml" Id="R7ff3567fdc434a2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682b5d5c5145a8" /><Relationship Type="http://schemas.openxmlformats.org/officeDocument/2006/relationships/notesMaster" Target="/ppt/notesMasters/notesMaster1.xml" Id="R24ae05cd99f94f4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0e047fa314407f" /><Relationship Type="http://schemas.openxmlformats.org/officeDocument/2006/relationships/notesMaster" Target="/ppt/notesMasters/notesMaster1.xml" Id="R792c7c9a370f4ae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55542c90ae24006" /><Relationship Type="http://schemas.openxmlformats.org/officeDocument/2006/relationships/notesMaster" Target="/ppt/notesMasters/notesMaster1.xml" Id="R39edaea92a8d4bf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166f79cfc3840a8" /><Relationship Type="http://schemas.openxmlformats.org/officeDocument/2006/relationships/notesMaster" Target="/ppt/notesMasters/notesMaster1.xml" Id="Ree58eeeda6c7423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80d7d97c0d847c8" /><Relationship Type="http://schemas.openxmlformats.org/officeDocument/2006/relationships/notesMaster" Target="/ppt/notesMasters/notesMaster1.xml" Id="Rc77ef8c0538648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067b77beb904d5e" /><Relationship Type="http://schemas.openxmlformats.org/officeDocument/2006/relationships/notesMaster" Target="/ppt/notesMasters/notesMaster1.xml" Id="R5bc24265ff45457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eb046022d074524" /><Relationship Type="http://schemas.openxmlformats.org/officeDocument/2006/relationships/notesMaster" Target="/ppt/notesMasters/notesMaster1.xml" Id="R9be84ca59acd47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887c2415bfc48ef" /><Relationship Type="http://schemas.openxmlformats.org/officeDocument/2006/relationships/notesMaster" Target="/ppt/notesMasters/notesMaster1.xml" Id="Rc1e0ad482ec140f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c30190da6ab4e76" /><Relationship Type="http://schemas.openxmlformats.org/officeDocument/2006/relationships/notesMaster" Target="/ppt/notesMasters/notesMaster1.xml" Id="R321599312704485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6e1de45252540a6" /><Relationship Type="http://schemas.openxmlformats.org/officeDocument/2006/relationships/notesMaster" Target="/ppt/notesMasters/notesMaster1.xml" Id="Rf5fc03b0199d4da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9cc5b7346c645a8" /><Relationship Type="http://schemas.openxmlformats.org/officeDocument/2006/relationships/notesMaster" Target="/ppt/notesMasters/notesMaster1.xml" Id="R6733d011b3e0460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11629910d3e42c8" /><Relationship Type="http://schemas.openxmlformats.org/officeDocument/2006/relationships/notesMaster" Target="/ppt/notesMasters/notesMaster1.xml" Id="R7385507c11d542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5d1e6c1962f4354" /><Relationship Type="http://schemas.openxmlformats.org/officeDocument/2006/relationships/notesMaster" Target="/ppt/notesMasters/notesMaster1.xml" Id="R78f8eb9d2ccd49a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ccb6aed409d4793" /><Relationship Type="http://schemas.openxmlformats.org/officeDocument/2006/relationships/notesMaster" Target="/ppt/notesMasters/notesMaster1.xml" Id="Rd6a88f55775d410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02b291e695a4d0a" /><Relationship Type="http://schemas.openxmlformats.org/officeDocument/2006/relationships/notesMaster" Target="/ppt/notesMasters/notesMaster1.xml" Id="R64114a1a41884d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7906b57f0542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425c2bd4804a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25ec250e4c4d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39b350b0d641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6183cfb1f448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b3acdf79f844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8392A-73FD-42F9-861F-AC35AB99EF7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F57349-B217-43F6-BB72-A2D0BD5829D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0C81AB-8977-40B4-B11D-2DCB759532E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8896A2-A4FD-4989-AB3A-6335C90F3C2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E9C587-CE20-4597-AD48-D81D5EFD45C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3EFA20-8EB2-4136-8F1A-A9122C48449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071489-493F-4D3D-9E24-49AB8DF157F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A11D37-552A-46D4-968A-DD6F4D13DB3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E9705-A760-468B-ACFC-C039C8E717B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BD9292-6F9B-42AD-BB6A-21873F8FC50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04e05db08f4256" /><Relationship Type="http://schemas.openxmlformats.org/officeDocument/2006/relationships/slideLayout" Target="/ppt/slideLayouts/slideLayout1.xml" Id="R9b7413f167c14454" /><Relationship Type="http://schemas.openxmlformats.org/officeDocument/2006/relationships/slideLayout" Target="/ppt/slideLayouts/slideLayout2.xml" Id="R5f8b7584ae4b4be5" /><Relationship Type="http://schemas.openxmlformats.org/officeDocument/2006/relationships/slideLayout" Target="/ppt/slideLayouts/slideLayout3.xml" Id="Rbd653bdd241547c4" /><Relationship Type="http://schemas.openxmlformats.org/officeDocument/2006/relationships/slideLayout" Target="/ppt/slideLayouts/slideLayout4.xml" Id="R3970f57ed80d4a32" /><Relationship Type="http://schemas.openxmlformats.org/officeDocument/2006/relationships/slideLayout" Target="/ppt/slideLayouts/slideLayout5.xml" Id="Rcaeeb291ad834960" /><Relationship Type="http://schemas.openxmlformats.org/officeDocument/2006/relationships/slideLayout" Target="/ppt/slideLayouts/slideLayout6.xml" Id="Rd487654cb21c42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7413f167c14454"/>
    <p:sldLayoutId xmlns:r="http://schemas.openxmlformats.org/officeDocument/2006/relationships" id="2147483650" r:id="R5f8b7584ae4b4be5"/>
    <p:sldLayoutId xmlns:r="http://schemas.openxmlformats.org/officeDocument/2006/relationships" id="2147483651" r:id="Rbd653bdd241547c4"/>
    <p:sldLayoutId xmlns:r="http://schemas.openxmlformats.org/officeDocument/2006/relationships" id="2147483652" r:id="R3970f57ed80d4a32"/>
    <p:sldLayoutId xmlns:r="http://schemas.openxmlformats.org/officeDocument/2006/relationships" id="2147483653" r:id="Rcaeeb291ad834960"/>
    <p:sldLayoutId xmlns:r="http://schemas.openxmlformats.org/officeDocument/2006/relationships" id="2147483654" r:id="Rd487654cb21c42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49ad94a43a466b" /><Relationship Type="http://schemas.openxmlformats.org/officeDocument/2006/relationships/image" Target="/ppt/media/image.png" Id="Ra3d2e52eb35e4f01" /><Relationship Type="http://schemas.openxmlformats.org/officeDocument/2006/relationships/image" Target="/ppt/media/image2.png" Id="R1f8d2b037d284e4e" /><Relationship Type="http://schemas.openxmlformats.org/officeDocument/2006/relationships/image" Target="/ppt/media/image3.png" Id="Ra2d2d366715842c5" /><Relationship Type="http://schemas.openxmlformats.org/officeDocument/2006/relationships/notesSlide" Target="/ppt/notesSlides/notesSlide1.xml" Id="Re73dfb1d205d45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34ec08e7fb4695" /><Relationship Type="http://schemas.openxmlformats.org/officeDocument/2006/relationships/image" Target="/ppt/media/image4.png" Id="R4e6d45a1bc2a4dbb" /><Relationship Type="http://schemas.openxmlformats.org/officeDocument/2006/relationships/image" Target="/ppt/media/image5.png" Id="Ra94ac4fe53b5450b" /><Relationship Type="http://schemas.openxmlformats.org/officeDocument/2006/relationships/image" Target="/ppt/media/image6.png" Id="Rcfd17630046d4c6e" /><Relationship Type="http://schemas.openxmlformats.org/officeDocument/2006/relationships/notesSlide" Target="/ppt/notesSlides/notesSlide2.xml" Id="R96620a934a6f4e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625c9418df4cc8" /><Relationship Type="http://schemas.openxmlformats.org/officeDocument/2006/relationships/image" Target="/ppt/media/image7.png" Id="Re1b0a8e07faa4c13" /><Relationship Type="http://schemas.openxmlformats.org/officeDocument/2006/relationships/notesSlide" Target="/ppt/notesSlides/notesSlide3.xml" Id="R09733461b4664e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f10ca7953a420a" /><Relationship Type="http://schemas.openxmlformats.org/officeDocument/2006/relationships/image" Target="/ppt/media/image8.png" Id="Rfd2a8ce0c0b04aa3" /><Relationship Type="http://schemas.openxmlformats.org/officeDocument/2006/relationships/image" Target="/ppt/media/image9.png" Id="Rdf0ab8e0c86e408c" /><Relationship Type="http://schemas.openxmlformats.org/officeDocument/2006/relationships/notesSlide" Target="/ppt/notesSlides/notesSlide4.xml" Id="Rd142c5311bf54a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acc0774498404c" /><Relationship Type="http://schemas.openxmlformats.org/officeDocument/2006/relationships/image" Target="/ppt/media/image10.png" Id="R6f7aa083f69e4677" /><Relationship Type="http://schemas.openxmlformats.org/officeDocument/2006/relationships/image" Target="/ppt/media/image11.png" Id="R9b3d3fe543fa4bb9" /><Relationship Type="http://schemas.openxmlformats.org/officeDocument/2006/relationships/notesSlide" Target="/ppt/notesSlides/notesSlide5.xml" Id="R35ebc82541c843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8b08be4c404bad" /><Relationship Type="http://schemas.openxmlformats.org/officeDocument/2006/relationships/image" Target="/ppt/media/image12.png" Id="R3ff2890d874f40f5" /><Relationship Type="http://schemas.openxmlformats.org/officeDocument/2006/relationships/image" Target="/ppt/media/image13.png" Id="Ra106d44554e64ece" /><Relationship Type="http://schemas.openxmlformats.org/officeDocument/2006/relationships/notesSlide" Target="/ppt/notesSlides/notesSlide6.xml" Id="R7ede8150920149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2530de67884330" /><Relationship Type="http://schemas.openxmlformats.org/officeDocument/2006/relationships/image" Target="/ppt/media/image14.png" Id="Re9df2a3c918c455e" /><Relationship Type="http://schemas.openxmlformats.org/officeDocument/2006/relationships/image" Target="/ppt/media/image15.png" Id="R01d437e455784675" /><Relationship Type="http://schemas.openxmlformats.org/officeDocument/2006/relationships/image" Target="/ppt/media/image16.png" Id="Ra36b5d65e6754a4a" /><Relationship Type="http://schemas.openxmlformats.org/officeDocument/2006/relationships/image" Target="/ppt/media/image17.png" Id="Reefb895cc8b4451a" /><Relationship Type="http://schemas.openxmlformats.org/officeDocument/2006/relationships/notesSlide" Target="/ppt/notesSlides/notesSlide7.xml" Id="R1d2c66734a4a45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8141b0f9ea4d09" /><Relationship Type="http://schemas.openxmlformats.org/officeDocument/2006/relationships/image" Target="/ppt/media/image18.png" Id="Reffb772d6f8b4713" /><Relationship Type="http://schemas.openxmlformats.org/officeDocument/2006/relationships/image" Target="/ppt/media/image19.png" Id="R099bb8f6e91c455c" /><Relationship Type="http://schemas.openxmlformats.org/officeDocument/2006/relationships/image" Target="/ppt/media/image20.png" Id="R1fe3a9ca0c0c4751" /><Relationship Type="http://schemas.openxmlformats.org/officeDocument/2006/relationships/image" Target="/ppt/media/image21.png" Id="R68402b811ab2457a" /><Relationship Type="http://schemas.openxmlformats.org/officeDocument/2006/relationships/notesSlide" Target="/ppt/notesSlides/notesSlide8.xml" Id="R6e3f585a670644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968ab92d6e4170" /><Relationship Type="http://schemas.openxmlformats.org/officeDocument/2006/relationships/image" Target="/ppt/media/image22.png" Id="R35749f7fdb004c4f" /><Relationship Type="http://schemas.openxmlformats.org/officeDocument/2006/relationships/image" Target="/ppt/media/image23.png" Id="R6057a50262de48f6" /><Relationship Type="http://schemas.openxmlformats.org/officeDocument/2006/relationships/notesSlide" Target="/ppt/notesSlides/notesSlide9.xml" Id="R6e2f4ef893644e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0249f8943e43df" /><Relationship Type="http://schemas.openxmlformats.org/officeDocument/2006/relationships/image" Target="/ppt/media/image24.png" Id="R78615f8826cc4acb" /><Relationship Type="http://schemas.openxmlformats.org/officeDocument/2006/relationships/image" Target="/ppt/media/image25.png" Id="Rb0c761d059ee4725" /><Relationship Type="http://schemas.openxmlformats.org/officeDocument/2006/relationships/image" Target="/ppt/media/image26.png" Id="Rcaadac9ab1b34987" /><Relationship Type="http://schemas.openxmlformats.org/officeDocument/2006/relationships/image" Target="/ppt/media/image27.png" Id="R81e810afb34f40ae" /><Relationship Type="http://schemas.openxmlformats.org/officeDocument/2006/relationships/image" Target="/ppt/media/image28.png" Id="R736971b27d7043d7" /><Relationship Type="http://schemas.openxmlformats.org/officeDocument/2006/relationships/notesSlide" Target="/ppt/notesSlides/notesSlide10.xml" Id="R0212590fb2a24a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d02a500f9a4816" /><Relationship Type="http://schemas.openxmlformats.org/officeDocument/2006/relationships/image" Target="/ppt/media/image29.png" Id="R5e911042030e4af4" /><Relationship Type="http://schemas.openxmlformats.org/officeDocument/2006/relationships/image" Target="/ppt/media/image30.png" Id="Ra38a743c524d44b6" /><Relationship Type="http://schemas.openxmlformats.org/officeDocument/2006/relationships/image" Target="/ppt/media/image31.png" Id="R2326805714bf4bd4" /><Relationship Type="http://schemas.openxmlformats.org/officeDocument/2006/relationships/notesSlide" Target="/ppt/notesSlides/notesSlide11.xml" Id="R8fed7c3780914b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7190f0e56e04028" /><Relationship Type="http://schemas.openxmlformats.org/officeDocument/2006/relationships/image" Target="/ppt/media/image32.png" Id="R6cadc03bba37433e" /><Relationship Type="http://schemas.openxmlformats.org/officeDocument/2006/relationships/image" Target="/ppt/media/image33.png" Id="R0f460297bdae4414" /><Relationship Type="http://schemas.openxmlformats.org/officeDocument/2006/relationships/image" Target="/ppt/media/image34.png" Id="R5371693b202c4508" /><Relationship Type="http://schemas.openxmlformats.org/officeDocument/2006/relationships/notesSlide" Target="/ppt/notesSlides/notesSlide12.xml" Id="R7989bf871bc644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857959f5c248dd" /><Relationship Type="http://schemas.openxmlformats.org/officeDocument/2006/relationships/image" Target="/ppt/media/image35.png" Id="R6201b89760d04896" /><Relationship Type="http://schemas.openxmlformats.org/officeDocument/2006/relationships/notesSlide" Target="/ppt/notesSlides/notesSlide13.xml" Id="Re07ef79defeb45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9fbd186ed6d44a0" /><Relationship Type="http://schemas.openxmlformats.org/officeDocument/2006/relationships/image" Target="/ppt/media/image36.png" Id="R9faa85205218458b" /><Relationship Type="http://schemas.openxmlformats.org/officeDocument/2006/relationships/image" Target="/ppt/media/image37.png" Id="R004d855a1eea484c" /><Relationship Type="http://schemas.openxmlformats.org/officeDocument/2006/relationships/notesSlide" Target="/ppt/notesSlides/notesSlide14.xml" Id="Rf426b84e6c4149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795942a80c49eb" /><Relationship Type="http://schemas.openxmlformats.org/officeDocument/2006/relationships/image" Target="/ppt/media/image38.png" Id="Rd72765f9e4d04df1" /><Relationship Type="http://schemas.openxmlformats.org/officeDocument/2006/relationships/image" Target="/ppt/media/image39.png" Id="R51ff32c3d2e14274" /><Relationship Type="http://schemas.openxmlformats.org/officeDocument/2006/relationships/image" Target="/ppt/media/image40.png" Id="Rb968b315766542fc" /><Relationship Type="http://schemas.openxmlformats.org/officeDocument/2006/relationships/notesSlide" Target="/ppt/notesSlides/notesSlide15.xml" Id="R9b989d14787c41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2def4a822c244da" /><Relationship Type="http://schemas.openxmlformats.org/officeDocument/2006/relationships/image" Target="/ppt/media/image41.png" Id="R71611938d91e4171" /><Relationship Type="http://schemas.openxmlformats.org/officeDocument/2006/relationships/image" Target="/ppt/media/image42.png" Id="R10002e111f5348f7" /><Relationship Type="http://schemas.openxmlformats.org/officeDocument/2006/relationships/image" Target="/ppt/media/image43.png" Id="R3dc001d390fc45b8" /><Relationship Type="http://schemas.openxmlformats.org/officeDocument/2006/relationships/image" Target="/ppt/media/image44.png" Id="Rb54e15af4242490d" /><Relationship Type="http://schemas.openxmlformats.org/officeDocument/2006/relationships/notesSlide" Target="/ppt/notesSlides/notesSlide16.xml" Id="R737df55f1f214b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163782505540d9" /><Relationship Type="http://schemas.openxmlformats.org/officeDocument/2006/relationships/image" Target="/ppt/media/image45.png" Id="R06dfa9419bde4f9d" /><Relationship Type="http://schemas.openxmlformats.org/officeDocument/2006/relationships/image" Target="/ppt/media/image46.png" Id="Rb5c9acf13ba04356" /><Relationship Type="http://schemas.openxmlformats.org/officeDocument/2006/relationships/image" Target="/ppt/media/image47.png" Id="R974d08a961164303" /><Relationship Type="http://schemas.openxmlformats.org/officeDocument/2006/relationships/notesSlide" Target="/ppt/notesSlides/notesSlide17.xml" Id="Rea7fd77630e64b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aa1e246e9874e16" /><Relationship Type="http://schemas.openxmlformats.org/officeDocument/2006/relationships/image" Target="/ppt/media/image48.png" Id="R4a5c56689ef24951" /><Relationship Type="http://schemas.openxmlformats.org/officeDocument/2006/relationships/image" Target="/ppt/media/image49.png" Id="Rf7a3e888e42240a1" /><Relationship Type="http://schemas.openxmlformats.org/officeDocument/2006/relationships/image" Target="/ppt/media/image50.png" Id="Rcfdf279096364d2b" /><Relationship Type="http://schemas.openxmlformats.org/officeDocument/2006/relationships/image" Target="/ppt/media/image51.png" Id="Rab21ac75488648a2" /><Relationship Type="http://schemas.openxmlformats.org/officeDocument/2006/relationships/notesSlide" Target="/ppt/notesSlides/notesSlide18.xml" Id="Rca134698486049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8783d851a6349bb" /><Relationship Type="http://schemas.openxmlformats.org/officeDocument/2006/relationships/image" Target="/ppt/media/image52.png" Id="R969ff45c95bc4c93" /><Relationship Type="http://schemas.openxmlformats.org/officeDocument/2006/relationships/image" Target="/ppt/media/image53.png" Id="Rb668587c70df4f99" /><Relationship Type="http://schemas.openxmlformats.org/officeDocument/2006/relationships/image" Target="/ppt/media/image54.png" Id="Rab042bdd1ba34cf7" /><Relationship Type="http://schemas.openxmlformats.org/officeDocument/2006/relationships/notesSlide" Target="/ppt/notesSlides/notesSlide19.xml" Id="R275115e311d34fa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a71a37a1076440e" /><Relationship Type="http://schemas.openxmlformats.org/officeDocument/2006/relationships/image" Target="/ppt/media/image55.png" Id="Rb07d3165eaf54784" /><Relationship Type="http://schemas.openxmlformats.org/officeDocument/2006/relationships/image" Target="/ppt/media/image56.png" Id="R3993dde456514ff7" /><Relationship Type="http://schemas.openxmlformats.org/officeDocument/2006/relationships/image" Target="/ppt/media/image57.png" Id="Rabcd324c8e4c4be1" /><Relationship Type="http://schemas.openxmlformats.org/officeDocument/2006/relationships/image" Target="/ppt/media/image58.png" Id="R4263531875b94de5" /><Relationship Type="http://schemas.openxmlformats.org/officeDocument/2006/relationships/notesSlide" Target="/ppt/notesSlides/notesSlide20.xml" Id="Ref967f4e95b14a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97ec2009a354fbd" /><Relationship Type="http://schemas.openxmlformats.org/officeDocument/2006/relationships/image" Target="/ppt/media/image59.png" Id="Ra9d2ab965da5418a" /><Relationship Type="http://schemas.openxmlformats.org/officeDocument/2006/relationships/notesSlide" Target="/ppt/notesSlides/notesSlide21.xml" Id="Rf214e99e38ad4fd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e0357114bb441d7" /><Relationship Type="http://schemas.openxmlformats.org/officeDocument/2006/relationships/image" Target="/ppt/media/image60.png" Id="R78f840d2d0234b20" /><Relationship Type="http://schemas.openxmlformats.org/officeDocument/2006/relationships/image" Target="/ppt/media/image61.png" Id="R7d9451d6762c45a7" /><Relationship Type="http://schemas.openxmlformats.org/officeDocument/2006/relationships/image" Target="/ppt/media/image62.png" Id="R938fa9adba704edd" /><Relationship Type="http://schemas.openxmlformats.org/officeDocument/2006/relationships/notesSlide" Target="/ppt/notesSlides/notesSlide22.xml" Id="R4e4955e78475488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1ba99552f84b98" /><Relationship Type="http://schemas.openxmlformats.org/officeDocument/2006/relationships/image" Target="/ppt/media/image63.png" Id="R6cd2bdddbf9947a2" /><Relationship Type="http://schemas.openxmlformats.org/officeDocument/2006/relationships/image" Target="/ppt/media/image64.png" Id="Rb665c08f89174a37" /><Relationship Type="http://schemas.openxmlformats.org/officeDocument/2006/relationships/image" Target="/ppt/media/image65.png" Id="Rcfc910a0970942bb" /><Relationship Type="http://schemas.openxmlformats.org/officeDocument/2006/relationships/image" Target="/ppt/media/image66.png" Id="R689af4934dcd4be0" /><Relationship Type="http://schemas.openxmlformats.org/officeDocument/2006/relationships/notesSlide" Target="/ppt/notesSlides/notesSlide23.xml" Id="Rbe8a923c89e945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f6ebfa150be457c" /><Relationship Type="http://schemas.openxmlformats.org/officeDocument/2006/relationships/image" Target="/ppt/media/image67.png" Id="Rc2afeaaa687d44d6" /><Relationship Type="http://schemas.openxmlformats.org/officeDocument/2006/relationships/image" Target="/ppt/media/image68.png" Id="R324ea26cc2ec4cf2" /><Relationship Type="http://schemas.openxmlformats.org/officeDocument/2006/relationships/image" Target="/ppt/media/image69.png" Id="Rd23283e5538e4146" /><Relationship Type="http://schemas.openxmlformats.org/officeDocument/2006/relationships/notesSlide" Target="/ppt/notesSlides/notesSlide24.xml" Id="R20825683dd2446e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20256c2531a49f4" /><Relationship Type="http://schemas.openxmlformats.org/officeDocument/2006/relationships/image" Target="/ppt/media/image70.png" Id="Rfd1c540ad2b84f42" /><Relationship Type="http://schemas.openxmlformats.org/officeDocument/2006/relationships/image" Target="/ppt/media/image71.png" Id="R7ed25ef7ed9d484f" /><Relationship Type="http://schemas.openxmlformats.org/officeDocument/2006/relationships/notesSlide" Target="/ppt/notesSlides/notesSlide25.xml" Id="Ra22bfd981c4a43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afbbb823bcf4191" /><Relationship Type="http://schemas.openxmlformats.org/officeDocument/2006/relationships/image" Target="/ppt/media/image72.png" Id="R972523922ae94ac3" /><Relationship Type="http://schemas.openxmlformats.org/officeDocument/2006/relationships/image" Target="/ppt/media/image73.png" Id="Rfd46c284c0154c1a" /><Relationship Type="http://schemas.openxmlformats.org/officeDocument/2006/relationships/notesSlide" Target="/ppt/notesSlides/notesSlide26.xml" Id="R6a6a70d901e8489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d5477dbd562491b" /><Relationship Type="http://schemas.openxmlformats.org/officeDocument/2006/relationships/image" Target="/ppt/media/image74.png" Id="R0b9d9b41fc5f4c8b" /><Relationship Type="http://schemas.openxmlformats.org/officeDocument/2006/relationships/image" Target="/ppt/media/image75.png" Id="Rfde098e26544487e" /><Relationship Type="http://schemas.openxmlformats.org/officeDocument/2006/relationships/notesSlide" Target="/ppt/notesSlides/notesSlide27.xml" Id="R0b3051a88f2d438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560609bc7534c6d" /><Relationship Type="http://schemas.openxmlformats.org/officeDocument/2006/relationships/image" Target="/ppt/media/image76.png" Id="R9d0f3f05d5b44581" /><Relationship Type="http://schemas.openxmlformats.org/officeDocument/2006/relationships/notesSlide" Target="/ppt/notesSlides/notesSlide28.xml" Id="R9f131a18c1a0480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b8a9ab2ff8483c" /><Relationship Type="http://schemas.openxmlformats.org/officeDocument/2006/relationships/image" Target="/ppt/media/image77.png" Id="R015f59311c5647a1" /><Relationship Type="http://schemas.openxmlformats.org/officeDocument/2006/relationships/notesSlide" Target="/ppt/notesSlides/notesSlide29.xml" Id="R3498204aa41248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c2fc2e0fbf747fd" /><Relationship Type="http://schemas.openxmlformats.org/officeDocument/2006/relationships/image" Target="/ppt/media/image78.png" Id="R482686a3e995450d" /><Relationship Type="http://schemas.openxmlformats.org/officeDocument/2006/relationships/notesSlide" Target="/ppt/notesSlides/notesSlide30.xml" Id="Ref70131f7da5466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ff4dc5cfae3494b" /><Relationship Type="http://schemas.openxmlformats.org/officeDocument/2006/relationships/image" Target="/ppt/media/image79.png" Id="Re300e6159f2e4af7" /><Relationship Type="http://schemas.openxmlformats.org/officeDocument/2006/relationships/notesSlide" Target="/ppt/notesSlides/notesSlide31.xml" Id="R45c6ed76c4c542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14c3fa613a34023" /><Relationship Type="http://schemas.openxmlformats.org/officeDocument/2006/relationships/image" Target="/ppt/media/image80.png" Id="R14b77099b06848b3" /><Relationship Type="http://schemas.openxmlformats.org/officeDocument/2006/relationships/image" Target="/ppt/media/image81.png" Id="R95c2db61fdf949ad" /><Relationship Type="http://schemas.openxmlformats.org/officeDocument/2006/relationships/image" Target="/ppt/media/image82.png" Id="R10eca727cabf4d8a" /><Relationship Type="http://schemas.openxmlformats.org/officeDocument/2006/relationships/notesSlide" Target="/ppt/notesSlides/notesSlide32.xml" Id="Refebc941dfb84ed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ca57dde833f4644" /><Relationship Type="http://schemas.openxmlformats.org/officeDocument/2006/relationships/image" Target="/ppt/media/image83.png" Id="Rc751129acb6440ec" /><Relationship Type="http://schemas.openxmlformats.org/officeDocument/2006/relationships/image" Target="/ppt/media/image84.png" Id="R381774268d8b4214" /><Relationship Type="http://schemas.openxmlformats.org/officeDocument/2006/relationships/image" Target="/ppt/media/image85.png" Id="Ra05ac1c3393d4159" /><Relationship Type="http://schemas.openxmlformats.org/officeDocument/2006/relationships/notesSlide" Target="/ppt/notesSlides/notesSlide33.xml" Id="R9089cf31a45440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e276fbe1da94dce" /><Relationship Type="http://schemas.openxmlformats.org/officeDocument/2006/relationships/image" Target="/ppt/media/image86.png" Id="Rda7a75ca9a204c45" /><Relationship Type="http://schemas.openxmlformats.org/officeDocument/2006/relationships/image" Target="/ppt/media/image87.png" Id="R465bc7b11b044f45" /><Relationship Type="http://schemas.openxmlformats.org/officeDocument/2006/relationships/notesSlide" Target="/ppt/notesSlides/notesSlide34.xml" Id="R385c0fe7940d4e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d498e4a4548464a" /><Relationship Type="http://schemas.openxmlformats.org/officeDocument/2006/relationships/image" Target="/ppt/media/image88.png" Id="R10867d7a02924f14" /><Relationship Type="http://schemas.openxmlformats.org/officeDocument/2006/relationships/image" Target="/ppt/media/image89.png" Id="R4c5da8b9f643403b" /><Relationship Type="http://schemas.openxmlformats.org/officeDocument/2006/relationships/notesSlide" Target="/ppt/notesSlides/notesSlide35.xml" Id="R513dcb243e104d9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1cdfc109ed24153" /><Relationship Type="http://schemas.openxmlformats.org/officeDocument/2006/relationships/image" Target="/ppt/media/image90.png" Id="Ra635cff22961440f" /><Relationship Type="http://schemas.openxmlformats.org/officeDocument/2006/relationships/image" Target="/ppt/media/image91.png" Id="R8d91af4d67b24e7b" /><Relationship Type="http://schemas.openxmlformats.org/officeDocument/2006/relationships/notesSlide" Target="/ppt/notesSlides/notesSlide36.xml" Id="Reb56395ada7d49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98aabdd36e249a5" /><Relationship Type="http://schemas.openxmlformats.org/officeDocument/2006/relationships/image" Target="/ppt/media/image92.png" Id="R484fcd8881754b23" /><Relationship Type="http://schemas.openxmlformats.org/officeDocument/2006/relationships/image" Target="/ppt/media/image93.png" Id="Refa7ec292ed24eaf" /><Relationship Type="http://schemas.openxmlformats.org/officeDocument/2006/relationships/image" Target="/ppt/media/image94.png" Id="R41eddc9e0ab249d1" /><Relationship Type="http://schemas.openxmlformats.org/officeDocument/2006/relationships/notesSlide" Target="/ppt/notesSlides/notesSlide37.xml" Id="R4f289847280b490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b488e5ec6714741" /><Relationship Type="http://schemas.openxmlformats.org/officeDocument/2006/relationships/image" Target="/ppt/media/image95.png" Id="R388fdeb70f924051" /><Relationship Type="http://schemas.openxmlformats.org/officeDocument/2006/relationships/image" Target="/ppt/media/image96.png" Id="Rf7921e313f8a48da" /><Relationship Type="http://schemas.openxmlformats.org/officeDocument/2006/relationships/notesSlide" Target="/ppt/notesSlides/notesSlide38.xml" Id="R2bb3b8990ee74ae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7ba2fa7554e45dd" /><Relationship Type="http://schemas.openxmlformats.org/officeDocument/2006/relationships/image" Target="/ppt/media/image97.png" Id="R8bb066b8049a4a99" /><Relationship Type="http://schemas.openxmlformats.org/officeDocument/2006/relationships/image" Target="/ppt/media/image98.png" Id="R82419ab02b1346cc" /><Relationship Type="http://schemas.openxmlformats.org/officeDocument/2006/relationships/notesSlide" Target="/ppt/notesSlides/notesSlide39.xml" Id="R26270028573e4c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bdb141c9dd143e7" /><Relationship Type="http://schemas.openxmlformats.org/officeDocument/2006/relationships/image" Target="/ppt/media/image99.png" Id="R2411b4548b424f3f" /><Relationship Type="http://schemas.openxmlformats.org/officeDocument/2006/relationships/image" Target="/ppt/media/image100.png" Id="R3d1e9400b51b4c05" /><Relationship Type="http://schemas.openxmlformats.org/officeDocument/2006/relationships/image" Target="/ppt/media/image101.png" Id="Rc306fb6bb1c4475c" /><Relationship Type="http://schemas.openxmlformats.org/officeDocument/2006/relationships/notesSlide" Target="/ppt/notesSlides/notesSlide40.xml" Id="R2c67391955a34bb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27603a7f5e742dc" /><Relationship Type="http://schemas.openxmlformats.org/officeDocument/2006/relationships/image" Target="/ppt/media/image102.png" Id="R937b5481c75f44a1" /><Relationship Type="http://schemas.openxmlformats.org/officeDocument/2006/relationships/notesSlide" Target="/ppt/notesSlides/notesSlide41.xml" Id="Reaef52f3c2a14a5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d2c1b62d32742fe" /><Relationship Type="http://schemas.openxmlformats.org/officeDocument/2006/relationships/image" Target="/ppt/media/image103.png" Id="Rabf56c3b403e4fa7" /><Relationship Type="http://schemas.openxmlformats.org/officeDocument/2006/relationships/image" Target="/ppt/media/image104.png" Id="Rc903aad516004f12" /><Relationship Type="http://schemas.openxmlformats.org/officeDocument/2006/relationships/notesSlide" Target="/ppt/notesSlides/notesSlide42.xml" Id="R96078a3e296a4c4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d4088c5cb4f448f" /><Relationship Type="http://schemas.openxmlformats.org/officeDocument/2006/relationships/image" Target="/ppt/media/image105.png" Id="Ra94c3e37c7754356" /><Relationship Type="http://schemas.openxmlformats.org/officeDocument/2006/relationships/image" Target="/ppt/media/image106.png" Id="R6d81ddcc223b4380" /><Relationship Type="http://schemas.openxmlformats.org/officeDocument/2006/relationships/image" Target="/ppt/media/image107.png" Id="R3dfa7e5e167040f6" /><Relationship Type="http://schemas.openxmlformats.org/officeDocument/2006/relationships/image" Target="/ppt/media/image108.png" Id="R73c5ae4c5cc341c1" /><Relationship Type="http://schemas.openxmlformats.org/officeDocument/2006/relationships/notesSlide" Target="/ppt/notesSlides/notesSlide43.xml" Id="R4dee2ba151334cf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fdd86ef8a1d4614" /><Relationship Type="http://schemas.openxmlformats.org/officeDocument/2006/relationships/image" Target="/ppt/media/image109.png" Id="R30082c9ea0844d74" /><Relationship Type="http://schemas.openxmlformats.org/officeDocument/2006/relationships/image" Target="/ppt/media/image110.png" Id="Rac389ea88a164515" /><Relationship Type="http://schemas.openxmlformats.org/officeDocument/2006/relationships/notesSlide" Target="/ppt/notesSlides/notesSlide44.xml" Id="R408fb154f9a84a2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70aa49b11294c62" /><Relationship Type="http://schemas.openxmlformats.org/officeDocument/2006/relationships/image" Target="/ppt/media/image111.png" Id="R035d81fd9a8944a8" /><Relationship Type="http://schemas.openxmlformats.org/officeDocument/2006/relationships/image" Target="/ppt/media/image112.png" Id="R2031ed46e7f24b3a" /><Relationship Type="http://schemas.openxmlformats.org/officeDocument/2006/relationships/notesSlide" Target="/ppt/notesSlides/notesSlide45.xml" Id="R529d3ee34947491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75c101273f5456f" /><Relationship Type="http://schemas.openxmlformats.org/officeDocument/2006/relationships/image" Target="/ppt/media/image113.png" Id="R5dbeb06a622d48bf" /><Relationship Type="http://schemas.openxmlformats.org/officeDocument/2006/relationships/notesSlide" Target="/ppt/notesSlides/notesSlide46.xml" Id="Reba270d860104f6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7fa9428ab124b4f" /><Relationship Type="http://schemas.openxmlformats.org/officeDocument/2006/relationships/image" Target="/ppt/media/image114.png" Id="R00695d9da3cb4a14" /><Relationship Type="http://schemas.openxmlformats.org/officeDocument/2006/relationships/image" Target="/ppt/media/image115.png" Id="Ra0bf19aa5ef342a5" /><Relationship Type="http://schemas.openxmlformats.org/officeDocument/2006/relationships/notesSlide" Target="/ppt/notesSlides/notesSlide47.xml" Id="R97342387a4a241d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bbc5f5b02724b18" /><Relationship Type="http://schemas.openxmlformats.org/officeDocument/2006/relationships/image" Target="/ppt/media/image116.png" Id="Re9cda5930e85477a" /><Relationship Type="http://schemas.openxmlformats.org/officeDocument/2006/relationships/notesSlide" Target="/ppt/notesSlides/notesSlide48.xml" Id="Rcbd3008b60d74fc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f97a3dc097d4f08" /><Relationship Type="http://schemas.openxmlformats.org/officeDocument/2006/relationships/image" Target="/ppt/media/image117.png" Id="R85124799b5a441bb" /><Relationship Type="http://schemas.openxmlformats.org/officeDocument/2006/relationships/image" Target="/ppt/media/image118.png" Id="R1a8b048c05d1453f" /><Relationship Type="http://schemas.openxmlformats.org/officeDocument/2006/relationships/notesSlide" Target="/ppt/notesSlides/notesSlide49.xml" Id="R861303e93a4e457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df6a3fa23f64cf1" /><Relationship Type="http://schemas.openxmlformats.org/officeDocument/2006/relationships/image" Target="/ppt/media/image119.png" Id="R0d96829f27e94e6c" /><Relationship Type="http://schemas.openxmlformats.org/officeDocument/2006/relationships/image" Target="/ppt/media/image120.png" Id="R5a2777c5f46b43c2" /><Relationship Type="http://schemas.openxmlformats.org/officeDocument/2006/relationships/image" Target="/ppt/media/image121.png" Id="Rc41607b5e9544297" /><Relationship Type="http://schemas.openxmlformats.org/officeDocument/2006/relationships/image" Target="/ppt/media/image122.png" Id="R6bb5159ae3df4947" /><Relationship Type="http://schemas.openxmlformats.org/officeDocument/2006/relationships/notesSlide" Target="/ppt/notesSlides/notesSlide50.xml" Id="R2a4c42ba749b44d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6c35620464f4baf" /><Relationship Type="http://schemas.openxmlformats.org/officeDocument/2006/relationships/image" Target="/ppt/media/image123.png" Id="R131ae625ae8d49c6" /><Relationship Type="http://schemas.openxmlformats.org/officeDocument/2006/relationships/notesSlide" Target="/ppt/notesSlides/notesSlide51.xml" Id="R96fb5f1d518c4967"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F189691-D461-432E-A557-5A94645F1D94}"/>
              </a:ext>
            </a:extLst>
          </p:cNvPr>
          <p:cNvPicPr>
            <a:picLocks xmlns:a="http://schemas.openxmlformats.org/drawingml/2006/main" noChangeAspect="1"/>
          </p:cNvPicPr>
          <p:nvPr/>
        </p:nvPicPr>
        <p:blipFill>
          <a:blip xmlns:r="http://schemas.openxmlformats.org/officeDocument/2006/relationships" xmlns:a="http://schemas.openxmlformats.org/drawingml/2006/main" r:embed="Ra3d2e52eb35e4f0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A86563BA-D5D4-4070-8195-38B7628A9C5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67E6C2D4-81FB-4420-B8AF-65E9AA4A44F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798583E4-2A5A-4367-89FF-7345197E415C}"/>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36E62397-BED5-45B9-92B9-9976E1FB4DC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B3E5A3E6-C67D-468B-8924-9260A0B5DE8B}"/>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67165081-DEA6-4175-8967-5B4022615D3C}"/>
              </a:ext>
            </a:extLst>
          </p:cNvPr>
          <p:cNvPicPr>
            <a:picLocks xmlns:a="http://schemas.openxmlformats.org/drawingml/2006/main" noChangeAspect="1"/>
          </p:cNvPicPr>
          <p:nvPr/>
        </p:nvPicPr>
        <p:blipFill>
          <a:blip xmlns:r="http://schemas.openxmlformats.org/officeDocument/2006/relationships" xmlns:a="http://schemas.openxmlformats.org/drawingml/2006/main" r:embed="R1f8d2b037d284e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6EBF64A-EEAB-4326-93BE-A8910C6D385D}"/>
              </a:ext>
            </a:extLst>
          </p:cNvPr>
          <p:cNvPicPr>
            <a:picLocks xmlns:a="http://schemas.openxmlformats.org/drawingml/2006/main" noChangeAspect="1"/>
          </p:cNvPicPr>
          <p:nvPr/>
        </p:nvPicPr>
        <p:blipFill>
          <a:blip xmlns:r="http://schemas.openxmlformats.org/officeDocument/2006/relationships" xmlns:a="http://schemas.openxmlformats.org/drawingml/2006/main" r:embed="Ra2d2d366715842c5"/>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E8971365-3950-4027-8BD6-3037CA0156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795056871"/>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E4C4D8C-1BC5-4B4A-8020-2985D16D94BC}"/>
              </a:ext>
            </a:extLst>
          </p:cNvPr>
          <p:cNvPicPr>
            <a:picLocks xmlns:a="http://schemas.openxmlformats.org/drawingml/2006/main" noChangeAspect="1"/>
          </p:cNvPicPr>
          <p:nvPr/>
        </p:nvPicPr>
        <p:blipFill>
          <a:blip xmlns:r="http://schemas.openxmlformats.org/officeDocument/2006/relationships" xmlns:a="http://schemas.openxmlformats.org/drawingml/2006/main" r:embed="R4e6d45a1bc2a4db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A8B8054-7761-4160-B073-CBF731F39775}"/>
              </a:ext>
            </a:extLst>
          </p:cNvPr>
          <p:cNvPicPr>
            <a:picLocks xmlns:a="http://schemas.openxmlformats.org/drawingml/2006/main" noChangeAspect="1"/>
          </p:cNvPicPr>
          <p:nvPr/>
        </p:nvPicPr>
        <p:blipFill>
          <a:blip xmlns:r="http://schemas.openxmlformats.org/officeDocument/2006/relationships" xmlns:a="http://schemas.openxmlformats.org/drawingml/2006/main" r:embed="Ra94ac4fe53b545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7C71A6-6FEA-47AA-BFA6-025AE40B206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201139-0259-4C44-8959-F981274180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CB844E7B-6158-4E18-BC1E-6AAFC7200A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85EECB-FB13-4427-9FAC-C213A7B033B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6973254B-67B1-4F6A-8FA3-87DFD772EF5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D85FB4DC-8861-465A-A8F8-5406555E9E2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696BA6FB-376F-4A34-A6D6-611D1E95F989}"/>
              </a:ext>
            </a:extLst>
          </p:cNvPr>
          <p:cNvPicPr>
            <a:picLocks xmlns:a="http://schemas.openxmlformats.org/drawingml/2006/main" noChangeAspect="1"/>
          </p:cNvPicPr>
          <p:nvPr/>
        </p:nvPicPr>
        <p:blipFill>
          <a:blip xmlns:r="http://schemas.openxmlformats.org/officeDocument/2006/relationships" xmlns:a="http://schemas.openxmlformats.org/drawingml/2006/main" r:embed="Rcfd17630046d4c6e"/>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798770563"/>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4B95046-BC61-4C34-A16B-2ED7B34C96AF}"/>
              </a:ext>
            </a:extLst>
          </p:cNvPr>
          <p:cNvPicPr>
            <a:picLocks xmlns:a="http://schemas.openxmlformats.org/drawingml/2006/main" noChangeAspect="1"/>
          </p:cNvPicPr>
          <p:nvPr/>
        </p:nvPicPr>
        <p:blipFill>
          <a:blip xmlns:r="http://schemas.openxmlformats.org/officeDocument/2006/relationships" xmlns:a="http://schemas.openxmlformats.org/drawingml/2006/main" r:embed="Re1b0a8e07faa4c1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307A6F-9C37-4EED-AD7E-3763B857DD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A84343-B6EB-427C-B2EF-DB000728B32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3EB80206-08C0-41B0-AD2A-DFB2DE880C04}"/>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C747DE9C-9CA9-415A-B226-031C0AD7CD5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A62763DA-56EC-4D26-BB74-B146A53E5E5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C08EA36-32B4-40D7-BAD3-A0F1D5DFFA7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FEB3573-5990-4F55-83C0-E0095AE2B092}"/>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24A1AEEB-297A-4950-ACAE-0F420493873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F7ECA136-543C-419B-8B22-E086572EB67C}"/>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2FF2BF2-3FA4-4839-9295-FE79272CA3D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864DFCBA-EA99-4E6E-966F-0C233E032B8D}"/>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4A030C4-072F-4D71-8709-1F3FDCA65810}"/>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8915A54-9A58-4CA8-9B88-B04B964A6CF1}"/>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ADABBE30-E08A-42E4-B09A-8D1BC5575C1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06834313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9071EEE-05CF-494E-AAE0-A20D2CEBC94A}"/>
              </a:ext>
            </a:extLst>
          </p:cNvPr>
          <p:cNvPicPr>
            <a:picLocks xmlns:a="http://schemas.openxmlformats.org/drawingml/2006/main" noChangeAspect="1"/>
          </p:cNvPicPr>
          <p:nvPr/>
        </p:nvPicPr>
        <p:blipFill>
          <a:blip xmlns:r="http://schemas.openxmlformats.org/officeDocument/2006/relationships" xmlns:a="http://schemas.openxmlformats.org/drawingml/2006/main" r:embed="Rfd2a8ce0c0b04aa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175091-D7D3-4992-A5C7-DB7C84D9DED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B18E2E-B740-4D00-ADE0-88E25D4EBEF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7E31FAA-C080-4342-A25F-23A5C6D3B07A}"/>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D66286-5DD8-40BA-B2CC-7CFF802CFBD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FE06DA2-10C8-4500-B225-D6911F308355}"/>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CF49B1A8-278A-46E3-999C-B6548D4A6D3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C9CB123C-3707-4BB4-9F9D-97FEDC116BC9}"/>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03DF6FB-4443-4C59-AE79-9A9E2A9AED23}"/>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AD672407-D676-4109-B464-B2242BF2C945}"/>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806E2B9E-F456-4C15-9920-213DE9552B34}"/>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C7CBD05-8286-45C6-94B6-57258AB67B89}"/>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E7786710-6E41-41BE-8C0B-7D1DFBF5CA02}"/>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554856A4-8D24-4BCA-A0A6-EF2D175CFB4F}"/>
              </a:ext>
            </a:extLst>
          </p:cNvPr>
          <p:cNvPicPr>
            <a:picLocks xmlns:a="http://schemas.openxmlformats.org/drawingml/2006/main" noChangeAspect="1"/>
          </p:cNvPicPr>
          <p:nvPr/>
        </p:nvPicPr>
        <p:blipFill>
          <a:blip xmlns:r="http://schemas.openxmlformats.org/officeDocument/2006/relationships" xmlns:a="http://schemas.openxmlformats.org/drawingml/2006/main" r:embed="Rdf0ab8e0c86e408c"/>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34366955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75C6969-9E81-4008-89F7-34D27C78655C}"/>
              </a:ext>
            </a:extLst>
          </p:cNvPr>
          <p:cNvPicPr>
            <a:picLocks xmlns:a="http://schemas.openxmlformats.org/drawingml/2006/main" noChangeAspect="1"/>
          </p:cNvPicPr>
          <p:nvPr/>
        </p:nvPicPr>
        <p:blipFill>
          <a:blip xmlns:r="http://schemas.openxmlformats.org/officeDocument/2006/relationships" xmlns:a="http://schemas.openxmlformats.org/drawingml/2006/main" r:embed="R6f7aa083f69e467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C94BE35-3370-4C80-80F3-4FF237AE388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CA934F3-378B-4C33-A58B-6E322136747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AA9A436-D606-47D6-8FB8-5AA9D5E75255}"/>
              </a:ext>
            </a:extLst>
          </p:cNvPr>
          <p:cNvPicPr>
            <a:picLocks xmlns:a="http://schemas.openxmlformats.org/drawingml/2006/main" noChangeAspect="1"/>
          </p:cNvPicPr>
          <p:nvPr/>
        </p:nvPicPr>
        <p:blipFill>
          <a:blip xmlns:r="http://schemas.openxmlformats.org/officeDocument/2006/relationships" xmlns:a="http://schemas.openxmlformats.org/drawingml/2006/main" r:embed="R9b3d3fe543fa4bb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4C790205-49FD-4077-8390-89B25185FD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FCFD605C-2ACB-49F5-B596-17B5F7CF8D1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366B8E1C-DC93-417A-95A0-04181C3E212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BE899D6A-4AB3-4FBF-A4A9-9D8BD50E102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2449775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E80AA42-F97A-479D-9DE0-23346856E196}"/>
              </a:ext>
            </a:extLst>
          </p:cNvPr>
          <p:cNvPicPr>
            <a:picLocks xmlns:a="http://schemas.openxmlformats.org/drawingml/2006/main" noChangeAspect="1"/>
          </p:cNvPicPr>
          <p:nvPr/>
        </p:nvPicPr>
        <p:blipFill>
          <a:blip xmlns:r="http://schemas.openxmlformats.org/officeDocument/2006/relationships" xmlns:a="http://schemas.openxmlformats.org/drawingml/2006/main" r:embed="R3ff2890d874f40f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5B9C9A-57BF-4273-A79A-445FF858CE2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2F4932-EF56-47D1-BAD9-AEFD98451F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4A5DA19E-FF86-4018-AFC3-9CF5B2D7E09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60D042-CD00-46BE-8CB4-264E28940EE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9BD7F43-6FFE-461B-B05C-21D998462CA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A0613984-C1D7-43E3-BD9B-A7F84B4FD8B0}"/>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BBDA7C1-3A85-4AF9-A53D-210E6E97BC93}"/>
              </a:ext>
            </a:extLst>
          </p:cNvPr>
          <p:cNvSpPr>
            <a:spLocks xmlns:a="http://schemas.openxmlformats.org/drawingml/2006/main" noGrp="1"/>
          </p:cNvSpPr>
          <p:nvPr/>
        </p:nvSpPr>
        <p:spPr>
          <a:xfrm xmlns:a="http://schemas.openxmlformats.org/drawingml/2006/main">
            <a:off x="2333625" y="447675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a:solidFill>
                  <a:srgbClr val="202020"/>
                </a:solidFill>
                <a:latin typeface="Pretendard"/>
                <a:ea typeface="Pretendard"/>
                <a:cs typeface="Pretendard"/>
              </a:rPr>
              <a:t>· 반응 전후 물질의 종류와 상태가 같으면, </a:t>
            </a:r>
            <a:r>
              <a:rPr sz="3150">
                <a:solidFill>
                  <a:srgbClr val="202020"/>
                </a:solidFill>
                <a:latin typeface="Pretendard"/>
                <a:ea typeface="Pretendard"/>
                <a:cs typeface="Pretendard"/>
              </a:rPr>
              <a:t>Δ</a:t>
            </a:r>
            <a:r>
              <a:rPr sz="3150" i="1">
                <a:solidFill>
                  <a:srgbClr val="202020"/>
                </a:solidFill>
                <a:latin typeface="Pretendard"/>
                <a:ea typeface="Pretendard"/>
                <a:cs typeface="Pretendard"/>
              </a:rPr>
              <a:t>H</a:t>
            </a:r>
            <a:r>
              <a:rPr sz="3150">
                <a:solidFill>
                  <a:srgbClr val="202020"/>
                </a:solidFill>
                <a:latin typeface="Pretendard"/>
                <a:ea typeface="Pretendard"/>
                <a:cs typeface="Pretendard"/>
              </a:rPr>
              <a:t>는 경로와 무관하다.</a:t>
            </a:r>
          </a:p>
        </p:txBody>
      </p:sp>
      <p:sp>
        <p:nvSpPr>
          <p:cNvPr id="9" name="가운데 정렬 헤스 법칙 설명 상자">
            <a:extLst xmlns:a="http://schemas.openxmlformats.org/drawingml/2006/main">
              <a:ext uri="{FF2B5EF4-FFF2-40B4-BE49-F238E27FC236}">
                <a16:creationId xmlns:a16="http://schemas.microsoft.com/office/drawing/2014/main" id="{06EE4995-9E74-4789-8A95-8F182E3F0DF6}"/>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357CF3C5-50B9-47D3-B15B-764A5E0F5315}"/>
              </a:ext>
            </a:extLst>
          </p:cNvPr>
          <p:cNvSpPr>
            <a:spLocks xmlns:a="http://schemas.openxmlformats.org/drawingml/2006/main" noGrp="1"/>
          </p:cNvSpPr>
          <p:nvPr/>
        </p:nvSpPr>
        <p:spPr>
          <a:xfrm xmlns:a="http://schemas.openxmlformats.org/drawingml/2006/main">
            <a:off x="2333625" y="58578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b="0">
                <a:solidFill>
                  <a:srgbClr val="202020"/>
                </a:solidFill>
                <a:latin typeface="Pretendard"/>
                <a:ea typeface="Pretendard"/>
                <a:cs typeface="Pretendard"/>
              </a:rPr>
              <a:t>· 총 열량 불변의 법칙이라고 부르기도 한다.</a:t>
            </a:r>
          </a:p>
        </p:txBody>
      </p:sp>
      <p:sp>
        <p:nvSpPr>
          <p:cNvPr id="11" name="가운데 정렬 헤스 법칙 설명 상자">
            <a:extLst xmlns:a="http://schemas.openxmlformats.org/drawingml/2006/main">
              <a:ext uri="{FF2B5EF4-FFF2-40B4-BE49-F238E27FC236}">
                <a16:creationId xmlns:a16="http://schemas.microsoft.com/office/drawing/2014/main" id="{DF0514A4-C599-41DA-96C8-E6A67360177C}"/>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D8119AB-CB0F-443E-93F3-DB1E82270A79}"/>
              </a:ext>
            </a:extLst>
          </p:cNvPr>
          <p:cNvSpPr>
            <a:spLocks xmlns:a="http://schemas.openxmlformats.org/drawingml/2006/main" noGrp="1"/>
          </p:cNvSpPr>
          <p:nvPr/>
        </p:nvSpPr>
        <p:spPr>
          <a:xfrm xmlns:a="http://schemas.openxmlformats.org/drawingml/2006/main">
            <a:off x="2333625" y="72390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a:solidFill>
                  <a:srgbClr val="202020"/>
                </a:solidFill>
                <a:latin typeface="Pretendard"/>
                <a:ea typeface="Pretendard"/>
                <a:cs typeface="Pretendard"/>
              </a:rPr>
              <a:t>· 직접 측정하기 어려운 반응의 </a:t>
            </a:r>
            <a:r>
              <a:rPr sz="3150">
                <a:solidFill>
                  <a:srgbClr val="202020"/>
                </a:solidFill>
                <a:latin typeface="Pretendard"/>
                <a:ea typeface="Pretendard"/>
                <a:cs typeface="Pretendard"/>
              </a:rPr>
              <a:t>Δ</a:t>
            </a:r>
            <a:r>
              <a:rPr sz="3150" i="1">
                <a:solidFill>
                  <a:srgbClr val="202020"/>
                </a:solidFill>
                <a:latin typeface="Pretendard"/>
                <a:ea typeface="Pretendard"/>
                <a:cs typeface="Pretendard"/>
              </a:rPr>
              <a:t>H</a:t>
            </a:r>
            <a:r>
              <a:rPr sz="3150">
                <a:solidFill>
                  <a:srgbClr val="202020"/>
                </a:solidFill>
                <a:latin typeface="Pretendard"/>
                <a:ea typeface="Pretendard"/>
                <a:cs typeface="Pretendard"/>
              </a:rPr>
              <a:t>도 간접적으로 구할 수 있다.</a:t>
            </a:r>
          </a:p>
        </p:txBody>
      </p:sp>
      <p:pic>
        <p:nvPicPr>
          <p:cNvPr id="13" name="">
            <a:extLst xmlns:a="http://schemas.openxmlformats.org/drawingml/2006/main">
              <a:ext uri="{FF2B5EF4-FFF2-40B4-BE49-F238E27FC236}">
                <a16:creationId xmlns:a16="http://schemas.microsoft.com/office/drawing/2014/main" id="{DDB660A6-A921-41EC-A684-1CA617BE2220}"/>
              </a:ext>
            </a:extLst>
          </p:cNvPr>
          <p:cNvPicPr>
            <a:picLocks xmlns:a="http://schemas.openxmlformats.org/drawingml/2006/main" noChangeAspect="1"/>
          </p:cNvPicPr>
          <p:nvPr/>
        </p:nvPicPr>
        <p:blipFill>
          <a:blip xmlns:r="http://schemas.openxmlformats.org/officeDocument/2006/relationships" xmlns:a="http://schemas.openxmlformats.org/drawingml/2006/main" r:embed="Ra106d44554e64ece"/>
          <a:stretch xmlns:a="http://schemas.openxmlformats.org/drawingml/2006/main"/>
        </p:blipFill>
        <p:spPr>
          <a:xfrm xmlns:a="http://schemas.openxmlformats.org/drawingml/2006/main" flipH="1">
            <a:off x="13882688" y="5238750"/>
            <a:ext cx="3048000" cy="4572000"/>
          </a:xfrm>
          <a:prstGeom xmlns:a="http://schemas.openxmlformats.org/drawingml/2006/main" prst="rect">
            <a:avLst/>
          </a:prstGeom>
        </p:spPr>
      </p:pic>
    </p:spTree>
    <p:extLst>
      <p:ext uri="{BB962C8B-B14F-4D97-AF65-F5344CB8AC3E}">
        <p14:creationId xmlns:p14="http://schemas.microsoft.com/office/powerpoint/2010/main" val="194058967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98EFC509-AAD6-45CA-88C8-66DA7E7B8DA0}"/>
              </a:ext>
            </a:extLst>
          </p:cNvPr>
          <p:cNvPicPr>
            <a:picLocks xmlns:a="http://schemas.openxmlformats.org/drawingml/2006/main" noChangeAspect="1"/>
          </p:cNvPicPr>
          <p:nvPr/>
        </p:nvPicPr>
        <p:blipFill>
          <a:blip xmlns:r="http://schemas.openxmlformats.org/officeDocument/2006/relationships" xmlns:a="http://schemas.openxmlformats.org/drawingml/2006/main" r:embed="Re9df2a3c918c45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D8CA81-5255-468A-89F7-C48F689EBF7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178FB9-5D12-4F48-9F68-37D32140159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CA5AF644-715D-43CD-BE08-3A0143FD6A9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4F15484-CF8C-4FC4-BF8C-060ACD8AD2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5A7EAE4-5977-440E-B42D-57B8FC889820}"/>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746034DA-392D-44B2-BB12-C4CA5E6C4929}"/>
              </a:ext>
            </a:extLst>
          </p:cNvPr>
          <p:cNvPicPr>
            <a:picLocks xmlns:a="http://schemas.openxmlformats.org/drawingml/2006/main" noChangeAspect="1"/>
          </p:cNvPicPr>
          <p:nvPr/>
        </p:nvPicPr>
        <p:blipFill>
          <a:blip xmlns:r="http://schemas.openxmlformats.org/officeDocument/2006/relationships" xmlns:a="http://schemas.openxmlformats.org/drawingml/2006/main" r:embed="R01d437e455784675"/>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3C4A62C-2810-437E-A868-3D24BB05B8BC}"/>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06A0CD4C-A23A-421D-B78B-71370280F4FA}"/>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56C89F89-2F27-4667-BF46-E3377B846DB8}"/>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AAFDDB4F-D2A7-4911-BB83-14BC8D3738EA}"/>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F665BB31-DB75-4D07-9B03-4972A07863BF}"/>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13911807-0969-4109-87D9-C7397EA36EA6}"/>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F5A58301-2FBC-44BD-B706-E0CA4F10F5E5}"/>
              </a:ext>
            </a:extLst>
          </p:cNvPr>
          <p:cNvPicPr>
            <a:picLocks xmlns:a="http://schemas.openxmlformats.org/drawingml/2006/main" noChangeAspect="1"/>
          </p:cNvPicPr>
          <p:nvPr/>
        </p:nvPicPr>
        <p:blipFill>
          <a:blip xmlns:r="http://schemas.openxmlformats.org/officeDocument/2006/relationships" xmlns:a="http://schemas.openxmlformats.org/drawingml/2006/main" r:embed="Ra36b5d65e6754a4a"/>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9428C0B-7931-4190-B69D-9A5855D5F42A}"/>
              </a:ext>
            </a:extLst>
          </p:cNvPr>
          <p:cNvPicPr>
            <a:picLocks xmlns:a="http://schemas.openxmlformats.org/drawingml/2006/main" noChangeAspect="1"/>
          </p:cNvPicPr>
          <p:nvPr/>
        </p:nvPicPr>
        <p:blipFill>
          <a:blip xmlns:r="http://schemas.openxmlformats.org/officeDocument/2006/relationships" xmlns:a="http://schemas.openxmlformats.org/drawingml/2006/main" r:embed="Reefb895cc8b4451a"/>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C2257DA-DF77-42BC-A935-63F638F0BC7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925BED06-E7C0-4F76-A34F-AA22D26B7F4F}"/>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02E4A9E-55A9-4834-A612-6096BCF48A6A}"/>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0824496C-2740-45EB-96D6-9A30F797A6D9}"/>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776591B9-7010-45B9-A990-DAA508EFBE53}"/>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77E871E6-B305-4734-8457-F15AEFE7AC42}"/>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C04E3A64-310E-437E-81BF-BDB4766EA691}"/>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1A0124AD-5D6A-4E89-B661-4A9B4C39CF72}"/>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467325257"/>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08563A1-3571-4BF2-B1B9-086D12F2A676}"/>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606BAB5-6D34-4323-B3D5-DD17B42A9DFD}"/>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8C09184-C438-467A-9D98-F045572AAB00}"/>
              </a:ext>
            </a:extLst>
          </p:cNvPr>
          <p:cNvPicPr>
            <a:picLocks xmlns:a="http://schemas.openxmlformats.org/drawingml/2006/main" noChangeAspect="1"/>
          </p:cNvPicPr>
          <p:nvPr/>
        </p:nvPicPr>
        <p:blipFill>
          <a:blip xmlns:r="http://schemas.openxmlformats.org/officeDocument/2006/relationships" xmlns:a="http://schemas.openxmlformats.org/drawingml/2006/main" r:embed="Reffb772d6f8b471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6CE225-0B5F-4FFF-BC38-AD99AFAAC34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4A1AB4-D440-4A7D-9A81-FF9501F2C0E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9B43EF42-2CBD-44BD-8B15-109CB889F98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4AF6EA2-3D04-48C7-93A1-9601F92212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45F88B8-C971-4FB3-A703-B8BB9C2057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1F1DD466-A995-4D97-8B8E-FDC809B8BEAC}"/>
              </a:ext>
            </a:extLst>
          </p:cNvPr>
          <p:cNvPicPr>
            <a:picLocks xmlns:a="http://schemas.openxmlformats.org/drawingml/2006/main" noChangeAspect="1"/>
          </p:cNvPicPr>
          <p:nvPr/>
        </p:nvPicPr>
        <p:blipFill>
          <a:blip xmlns:r="http://schemas.openxmlformats.org/officeDocument/2006/relationships" xmlns:a="http://schemas.openxmlformats.org/drawingml/2006/main" r:embed="R099bb8f6e91c455c"/>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3B191BA-F189-4B02-B9B1-EDFBE88BFFD5}"/>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2BB2AFEC-64BA-406B-87D6-A438CE03E1E5}"/>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980D662B-056A-49B5-9E98-321D58EE1D77}"/>
              </a:ext>
            </a:extLst>
          </p:cNvPr>
          <p:cNvPicPr>
            <a:picLocks xmlns:a="http://schemas.openxmlformats.org/drawingml/2006/main" noChangeAspect="1"/>
          </p:cNvPicPr>
          <p:nvPr/>
        </p:nvPicPr>
        <p:blipFill>
          <a:blip xmlns:r="http://schemas.openxmlformats.org/officeDocument/2006/relationships" xmlns:a="http://schemas.openxmlformats.org/drawingml/2006/main" r:embed="R1fe3a9ca0c0c4751"/>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95E2F8D-26E5-43E6-8B85-7134825A2CAF}"/>
              </a:ext>
            </a:extLst>
          </p:cNvPr>
          <p:cNvPicPr>
            <a:picLocks xmlns:a="http://schemas.openxmlformats.org/drawingml/2006/main" noChangeAspect="1"/>
          </p:cNvPicPr>
          <p:nvPr/>
        </p:nvPicPr>
        <p:blipFill>
          <a:blip xmlns:r="http://schemas.openxmlformats.org/officeDocument/2006/relationships" xmlns:a="http://schemas.openxmlformats.org/drawingml/2006/main" r:embed="R68402b811ab2457a"/>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8C32AD7-B815-48CC-A671-2847DC604F08}"/>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A116279-E962-4361-AC4C-A1C031655D91}"/>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2BA7225C-CF27-4D99-A6FA-5E0EBD13119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69234852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6B3E2B89-495A-4600-A447-44A4849E117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A6991D1F-695D-4DC2-919F-58B570F4C6DC}"/>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4A18C81F-2A86-4C49-8C84-DD78377909AC}"/>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1D43187D-F303-4F6D-88BE-6AA6D73B144B}"/>
              </a:ext>
            </a:extLst>
          </p:cNvPr>
          <p:cNvPicPr>
            <a:picLocks xmlns:a="http://schemas.openxmlformats.org/drawingml/2006/main" noChangeAspect="1"/>
          </p:cNvPicPr>
          <p:nvPr/>
        </p:nvPicPr>
        <p:blipFill>
          <a:blip xmlns:r="http://schemas.openxmlformats.org/officeDocument/2006/relationships" xmlns:a="http://schemas.openxmlformats.org/drawingml/2006/main" r:embed="R35749f7fdb004c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5BBD1A9-C011-4B10-82E6-0DC744979067}"/>
              </a:ext>
            </a:extLst>
          </p:cNvPr>
          <p:cNvPicPr>
            <a:picLocks xmlns:a="http://schemas.openxmlformats.org/drawingml/2006/main" noChangeAspect="1"/>
          </p:cNvPicPr>
          <p:nvPr/>
        </p:nvPicPr>
        <p:blipFill>
          <a:blip xmlns:r="http://schemas.openxmlformats.org/officeDocument/2006/relationships" xmlns:a="http://schemas.openxmlformats.org/drawingml/2006/main" r:embed="R6057a50262de48f6"/>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04088A0B-2928-4305-9D58-1820C1797FB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78468300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EA4996A8-7506-4EB2-8D2C-AAE3EBD2FF39}"/>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E801E52B-EC70-4806-9E9E-7443BFB00DC7}"/>
              </a:ext>
            </a:extLst>
          </p:cNvPr>
          <p:cNvPicPr>
            <a:picLocks xmlns:a="http://schemas.openxmlformats.org/drawingml/2006/main" noChangeAspect="1"/>
          </p:cNvPicPr>
          <p:nvPr/>
        </p:nvPicPr>
        <p:blipFill>
          <a:blip xmlns:r="http://schemas.openxmlformats.org/officeDocument/2006/relationships" xmlns:a="http://schemas.openxmlformats.org/drawingml/2006/main" r:embed="R78615f8826cc4a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6F4CD79-11EC-4C5F-A99D-3858CE39792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6B37F1-00FE-43F1-BC99-8749907BE0A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5EDB069F-5A7E-4A30-875F-8E77A79FC77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6472ACE-4382-44BE-B4EF-03A771F054D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05144A3-82A6-4546-B709-9D60FEACEE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A904209-C2B8-4710-A1D4-29B87892D65D}"/>
              </a:ext>
            </a:extLst>
          </p:cNvPr>
          <p:cNvPicPr>
            <a:picLocks xmlns:a="http://schemas.openxmlformats.org/drawingml/2006/main" noChangeAspect="1"/>
          </p:cNvPicPr>
          <p:nvPr/>
        </p:nvPicPr>
        <p:blipFill>
          <a:blip xmlns:r="http://schemas.openxmlformats.org/officeDocument/2006/relationships" xmlns:a="http://schemas.openxmlformats.org/drawingml/2006/main" r:embed="Rb0c761d059ee4725"/>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2D0A63E-51F5-4E1C-8565-B4B0E4BEF08E}"/>
              </a:ext>
            </a:extLst>
          </p:cNvPr>
          <p:cNvPicPr>
            <a:picLocks xmlns:a="http://schemas.openxmlformats.org/drawingml/2006/main" noChangeAspect="1"/>
          </p:cNvPicPr>
          <p:nvPr/>
        </p:nvPicPr>
        <p:blipFill>
          <a:blip xmlns:r="http://schemas.openxmlformats.org/officeDocument/2006/relationships" xmlns:a="http://schemas.openxmlformats.org/drawingml/2006/main" r:embed="Rcaadac9ab1b34987"/>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D6079DC-994F-40EB-8C44-54E90F16F154}"/>
              </a:ext>
            </a:extLst>
          </p:cNvPr>
          <p:cNvPicPr>
            <a:picLocks xmlns:a="http://schemas.openxmlformats.org/drawingml/2006/main" noChangeAspect="1"/>
          </p:cNvPicPr>
          <p:nvPr/>
        </p:nvPicPr>
        <p:blipFill>
          <a:blip xmlns:r="http://schemas.openxmlformats.org/officeDocument/2006/relationships" xmlns:a="http://schemas.openxmlformats.org/drawingml/2006/main" r:embed="R81e810afb34f40ae"/>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6D94C30-BE8C-49C4-BBD0-F24B67A00403}"/>
              </a:ext>
            </a:extLst>
          </p:cNvPr>
          <p:cNvPicPr>
            <a:picLocks xmlns:a="http://schemas.openxmlformats.org/drawingml/2006/main" noChangeAspect="1"/>
          </p:cNvPicPr>
          <p:nvPr/>
        </p:nvPicPr>
        <p:blipFill>
          <a:blip xmlns:r="http://schemas.openxmlformats.org/officeDocument/2006/relationships" xmlns:a="http://schemas.openxmlformats.org/drawingml/2006/main" r:embed="R736971b27d7043d7"/>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783212731"/>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27519A9-2313-4ECA-B627-7A5F008CEED0}"/>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F198766-A591-46DE-AC28-1481CF26E7DC}"/>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29F3F7E-9861-4747-92A9-6349248F2EDE}"/>
              </a:ext>
            </a:extLst>
          </p:cNvPr>
          <p:cNvPicPr>
            <a:picLocks xmlns:a="http://schemas.openxmlformats.org/drawingml/2006/main" noChangeAspect="1"/>
          </p:cNvPicPr>
          <p:nvPr/>
        </p:nvPicPr>
        <p:blipFill>
          <a:blip xmlns:r="http://schemas.openxmlformats.org/officeDocument/2006/relationships" xmlns:a="http://schemas.openxmlformats.org/drawingml/2006/main" r:embed="R5e911042030e4a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9BD614-EBC0-4A89-B322-23F519E9E9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48A8A2-8134-4DD7-B57A-84B64C593F3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E7F0119-6699-4339-BAA8-D574BDDF9B0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958A2D6-3185-4BD7-8443-BE997EA6AF2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12CFB53-229D-4168-A1C2-0B6FDC42974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BE34AB24-7FF0-441E-BE0D-77C43723446A}"/>
              </a:ext>
            </a:extLst>
          </p:cNvPr>
          <p:cNvPicPr>
            <a:picLocks xmlns:a="http://schemas.openxmlformats.org/drawingml/2006/main" noChangeAspect="1"/>
          </p:cNvPicPr>
          <p:nvPr/>
        </p:nvPicPr>
        <p:blipFill>
          <a:blip xmlns:r="http://schemas.openxmlformats.org/officeDocument/2006/relationships" xmlns:a="http://schemas.openxmlformats.org/drawingml/2006/main" r:embed="Ra38a743c524d44b6"/>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FFC31A3-C06F-490F-BC59-CA63A6AF7278}"/>
              </a:ext>
            </a:extLst>
          </p:cNvPr>
          <p:cNvPicPr>
            <a:picLocks xmlns:a="http://schemas.openxmlformats.org/drawingml/2006/main" noChangeAspect="1"/>
          </p:cNvPicPr>
          <p:nvPr/>
        </p:nvPicPr>
        <p:blipFill>
          <a:blip xmlns:r="http://schemas.openxmlformats.org/officeDocument/2006/relationships" xmlns:a="http://schemas.openxmlformats.org/drawingml/2006/main" r:embed="R2326805714bf4bd4"/>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9858E44-2ED9-4491-A82D-66DB9EDD1DD0}"/>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05B07E12-1C07-47AF-96C5-2D355ABADA67}"/>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38E1023E-3233-4282-853F-4B90941D24C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752874732"/>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77A01395-F9C8-4D05-BB49-A6AE823B801B}"/>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F130623-EC08-4439-BDE9-8054EC2ABDD5}"/>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75EF5F4-A4E6-4C05-AAC6-80D7654EFD6A}"/>
              </a:ext>
            </a:extLst>
          </p:cNvPr>
          <p:cNvPicPr>
            <a:picLocks xmlns:a="http://schemas.openxmlformats.org/drawingml/2006/main" noChangeAspect="1"/>
          </p:cNvPicPr>
          <p:nvPr/>
        </p:nvPicPr>
        <p:blipFill>
          <a:blip xmlns:r="http://schemas.openxmlformats.org/officeDocument/2006/relationships" xmlns:a="http://schemas.openxmlformats.org/drawingml/2006/main" r:embed="R6cadc03bba37433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0547ED-655B-4007-AAB2-B44194808F1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CA5486-33E0-4E6F-A564-8FF9F9D45D7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671C449F-5EAC-41F1-9F90-689039AFE0F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AD4F979-80BE-46DC-903D-8098BEE748C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3C35279-720A-48F4-BD0E-F67D8365A5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93F00560-519F-4FAA-92F0-A9D8C999ED92}"/>
              </a:ext>
            </a:extLst>
          </p:cNvPr>
          <p:cNvPicPr>
            <a:picLocks xmlns:a="http://schemas.openxmlformats.org/drawingml/2006/main" noChangeAspect="1"/>
          </p:cNvPicPr>
          <p:nvPr/>
        </p:nvPicPr>
        <p:blipFill>
          <a:blip xmlns:r="http://schemas.openxmlformats.org/officeDocument/2006/relationships" xmlns:a="http://schemas.openxmlformats.org/drawingml/2006/main" r:embed="R0f460297bdae4414"/>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767FE38-B316-4B21-9C37-0A2B0D62B7F1}"/>
              </a:ext>
            </a:extLst>
          </p:cNvPr>
          <p:cNvPicPr>
            <a:picLocks xmlns:a="http://schemas.openxmlformats.org/drawingml/2006/main" noChangeAspect="1"/>
          </p:cNvPicPr>
          <p:nvPr/>
        </p:nvPicPr>
        <p:blipFill>
          <a:blip xmlns:r="http://schemas.openxmlformats.org/officeDocument/2006/relationships" xmlns:a="http://schemas.openxmlformats.org/drawingml/2006/main" r:embed="R5371693b202c4508"/>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7E5C126-4CF3-48C2-9CD1-2E6142EE1E06}"/>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591C3CA1-A145-4085-9E92-7BFD4B015352}"/>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D1BAAC9C-7AEF-4589-A7BE-42939E1AF4F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114437262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D406163F-FCD8-478C-A9FC-3EF757BFB8B6}"/>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DE48765A-0832-4C64-83BB-84A7933BF3F4}"/>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B678F04D-537B-4038-B25C-1B48FDF453B6}"/>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B5446196-380A-474B-BA90-3636DC450395}"/>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08FDA92B-3609-49F8-8F80-F87D00A8E88F}"/>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272996C2-E913-4B0D-9A99-9AA347247869}"/>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19C5D137-A21F-42D9-9160-F0DB669E47F5}"/>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64BBE7DC-E452-48C7-9F6C-FF6BCAFAAF30}"/>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CBB4EDB3-F398-408D-A0C0-268E9DB2780D}"/>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E60DECC9-8C2D-4A48-AED5-029F14C23373}"/>
              </a:ext>
            </a:extLst>
          </p:cNvPr>
          <p:cNvPicPr>
            <a:picLocks xmlns:a="http://schemas.openxmlformats.org/drawingml/2006/main" noChangeAspect="1"/>
          </p:cNvPicPr>
          <p:nvPr/>
        </p:nvPicPr>
        <p:blipFill>
          <a:blip xmlns:r="http://schemas.openxmlformats.org/officeDocument/2006/relationships" xmlns:a="http://schemas.openxmlformats.org/drawingml/2006/main" r:embed="R6201b89760d0489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979558-07B5-4DB7-9E71-8E74E4244E9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4D4045-AB0A-48FD-967E-2B6B4992BFB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9B56996D-3A8A-414A-BB8B-33CF968066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86022D1-5B7D-4FAC-90BD-17C9713B321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0C3B294-5586-460B-9319-C4025E48745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B1605D74-C9AC-4341-A520-05A332C0B342}"/>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916C4A66-F8BE-41B8-8D5F-3AF70F2D8FE5}"/>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BF3C4AF1-50F5-4203-8BCB-132304254256}"/>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D1B07615-7E33-4C70-BEC4-3A84AFDE5582}"/>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5609E6B6-91E4-4FC3-A42B-8823B56183D9}"/>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C0C73098-76C8-46C8-92B9-D3AC7F4C9E6A}"/>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D0263D63-AD76-4332-B0A0-C5C7C668D323}"/>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C132D142-55E2-490A-9BFA-0928C0B19591}"/>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4B48D9E5-B561-4C83-B588-5FC707B6CB15}"/>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B4EE0D50-AEE5-4C72-ABFE-DCD6298D0D88}"/>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29F774D7-BDB0-4BA4-8035-8F47135A7B67}"/>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5D7C94A7-741F-4E1F-9508-3453E45E22A8}"/>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80503424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B7438DA-ECE0-4E16-8E75-E7DFB6EE7020}"/>
              </a:ext>
            </a:extLst>
          </p:cNvPr>
          <p:cNvPicPr>
            <a:picLocks xmlns:a="http://schemas.openxmlformats.org/drawingml/2006/main" noChangeAspect="1"/>
          </p:cNvPicPr>
          <p:nvPr/>
        </p:nvPicPr>
        <p:blipFill>
          <a:blip xmlns:r="http://schemas.openxmlformats.org/officeDocument/2006/relationships" xmlns:a="http://schemas.openxmlformats.org/drawingml/2006/main" r:embed="R9faa85205218458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28D4ADE-7254-4916-BC5F-7E41F89601F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12E25C8-DCE6-403D-8DF2-302C55F19B3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CFC92A9-56E6-4961-852C-E0D6991DDFA3}"/>
              </a:ext>
            </a:extLst>
          </p:cNvPr>
          <p:cNvPicPr>
            <a:picLocks xmlns:a="http://schemas.openxmlformats.org/drawingml/2006/main" noChangeAspect="1"/>
          </p:cNvPicPr>
          <p:nvPr/>
        </p:nvPicPr>
        <p:blipFill>
          <a:blip xmlns:r="http://schemas.openxmlformats.org/officeDocument/2006/relationships" xmlns:a="http://schemas.openxmlformats.org/drawingml/2006/main" r:embed="R004d855a1eea48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3B9C7353-259B-4481-BF57-969ADF85A59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76D4698-09B8-4613-8690-9501D26BCDC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4DDEF314-976E-44A0-B939-995F01D545B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E6FABD43-4FC5-412D-8CF7-FCE5B86306F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746623374"/>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08A788E-6591-4847-BA57-5C6E0D3F3326}"/>
              </a:ext>
            </a:extLst>
          </p:cNvPr>
          <p:cNvPicPr>
            <a:picLocks xmlns:a="http://schemas.openxmlformats.org/drawingml/2006/main" noChangeAspect="1"/>
          </p:cNvPicPr>
          <p:nvPr/>
        </p:nvPicPr>
        <p:blipFill>
          <a:blip xmlns:r="http://schemas.openxmlformats.org/officeDocument/2006/relationships" xmlns:a="http://schemas.openxmlformats.org/drawingml/2006/main" r:embed="Rd72765f9e4d04df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117AC096-3EA1-47AB-8B65-088B6261AD16}"/>
              </a:ext>
            </a:extLst>
          </p:cNvPr>
          <p:cNvPicPr>
            <a:picLocks xmlns:a="http://schemas.openxmlformats.org/drawingml/2006/main" noChangeAspect="1"/>
          </p:cNvPicPr>
          <p:nvPr/>
        </p:nvPicPr>
        <p:blipFill>
          <a:blip xmlns:r="http://schemas.openxmlformats.org/officeDocument/2006/relationships" xmlns:a="http://schemas.openxmlformats.org/drawingml/2006/main" r:embed="R51ff32c3d2e1427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4AC72F-44A7-4715-B26D-6BD76707C2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C9777E-54AB-487F-A0EF-773F806E75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61B2650-DC64-4F36-A306-250DCC2523D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663553-5400-4E31-9B2E-9C966EB1D5F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B68E9180-6A41-422D-823F-426910C2C2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11C20F58-58DD-4B2D-BB3C-9D66422F4A02}"/>
              </a:ext>
            </a:extLst>
          </p:cNvPr>
          <p:cNvPicPr>
            <a:picLocks xmlns:a="http://schemas.openxmlformats.org/drawingml/2006/main" noChangeAspect="1"/>
          </p:cNvPicPr>
          <p:nvPr/>
        </p:nvPicPr>
        <p:blipFill>
          <a:blip xmlns:r="http://schemas.openxmlformats.org/officeDocument/2006/relationships" xmlns:a="http://schemas.openxmlformats.org/drawingml/2006/main" r:embed="Rb968b315766542fc"/>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6E9B107C-1EFE-4A9C-AF26-716C9DFE52EB}"/>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A682B9C-FA7D-4051-AB43-FE2E37224002}"/>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CAFD0C55-54E6-4655-A07E-F6F56FAEAD3D}"/>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BCB75C1D-4BA1-4A1F-8C48-69E11737E2B6}"/>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DFD78402-51C1-4978-8D2F-024B52FD4EC2}"/>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0394305D-6583-4C07-A7FD-0ADF9F33930E}"/>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95CB0472-70AE-46B3-B15E-8D2B7AA831A2}"/>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66DD995-95B3-46E8-B6AC-F86081AF43F6}"/>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98B45AB1-59C8-4569-A704-A42BA888B1D8}"/>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6C079529-D458-491C-A6D5-612FE3609D38}"/>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26EC959-FFF4-4F03-883B-26E4C942860C}"/>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6E6E0476-38AD-4246-A6F6-CE6D92A0F4E7}"/>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221339757"/>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DD9BD776-282E-446F-A0DB-5B7DC91A6810}"/>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090062C-898C-42F2-A004-E2217EE1C8AB}"/>
              </a:ext>
            </a:extLst>
          </p:cNvPr>
          <p:cNvPicPr>
            <a:picLocks xmlns:a="http://schemas.openxmlformats.org/drawingml/2006/main" noChangeAspect="1"/>
          </p:cNvPicPr>
          <p:nvPr/>
        </p:nvPicPr>
        <p:blipFill>
          <a:blip xmlns:r="http://schemas.openxmlformats.org/officeDocument/2006/relationships" xmlns:a="http://schemas.openxmlformats.org/drawingml/2006/main" r:embed="R71611938d91e417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06085C-1379-4592-B9A4-C71E125C668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EC72C6-5BD7-4D77-902E-F19816FD8B2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09048D44-96EF-437F-B6A4-7231F687A2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A2AFC40-A461-47A4-B023-CD453C62584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E48CE98-958D-43F9-86E5-9995198C4C2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47CA6B3C-2372-4223-A50C-0B1FF60D1B7A}"/>
              </a:ext>
            </a:extLst>
          </p:cNvPr>
          <p:cNvPicPr>
            <a:picLocks xmlns:a="http://schemas.openxmlformats.org/drawingml/2006/main" noChangeAspect="1"/>
          </p:cNvPicPr>
          <p:nvPr/>
        </p:nvPicPr>
        <p:blipFill>
          <a:blip xmlns:r="http://schemas.openxmlformats.org/officeDocument/2006/relationships" xmlns:a="http://schemas.openxmlformats.org/drawingml/2006/main" r:embed="R10002e111f5348f7"/>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D589951-4DA6-4932-B5D0-20AA12585CCD}"/>
              </a:ext>
            </a:extLst>
          </p:cNvPr>
          <p:cNvPicPr>
            <a:picLocks xmlns:a="http://schemas.openxmlformats.org/drawingml/2006/main" noChangeAspect="1"/>
          </p:cNvPicPr>
          <p:nvPr/>
        </p:nvPicPr>
        <p:blipFill>
          <a:blip xmlns:r="http://schemas.openxmlformats.org/officeDocument/2006/relationships" xmlns:a="http://schemas.openxmlformats.org/drawingml/2006/main" r:embed="R3dc001d390fc45b8"/>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CD1E720-B58A-48AA-B2FA-9FA1546A7251}"/>
              </a:ext>
            </a:extLst>
          </p:cNvPr>
          <p:cNvPicPr>
            <a:picLocks xmlns:a="http://schemas.openxmlformats.org/drawingml/2006/main" noChangeAspect="1"/>
          </p:cNvPicPr>
          <p:nvPr/>
        </p:nvPicPr>
        <p:blipFill>
          <a:blip xmlns:r="http://schemas.openxmlformats.org/officeDocument/2006/relationships" xmlns:a="http://schemas.openxmlformats.org/drawingml/2006/main" r:embed="Rb54e15af4242490d"/>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E6405BC-5586-4C5E-84C9-F499BBAB04A5}"/>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4AD93D08-9194-4046-BA03-6535D61D6A97}"/>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702043739"/>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01C269C-931D-4930-A146-56616940ACCE}"/>
              </a:ext>
            </a:extLst>
          </p:cNvPr>
          <p:cNvPicPr>
            <a:picLocks xmlns:a="http://schemas.openxmlformats.org/drawingml/2006/main" noChangeAspect="1"/>
          </p:cNvPicPr>
          <p:nvPr/>
        </p:nvPicPr>
        <p:blipFill>
          <a:blip xmlns:r="http://schemas.openxmlformats.org/officeDocument/2006/relationships" xmlns:a="http://schemas.openxmlformats.org/drawingml/2006/main" r:embed="R06dfa9419bde4f9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CE918C7-8903-480F-A4F5-B2E1A2CD497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2F18C4-18A3-4C1D-92CC-F489F9CA28A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D9999C5-7EEF-4637-88D8-4778AB27FE2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E8480C-AFBD-487E-85AA-2AB986F5499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A957A76-5D83-417B-8AF5-D6F43A9C0F1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6CAF26F1-F219-45E6-B803-8D0AEE5E815A}"/>
              </a:ext>
            </a:extLst>
          </p:cNvPr>
          <p:cNvPicPr>
            <a:picLocks xmlns:a="http://schemas.openxmlformats.org/drawingml/2006/main" noChangeAspect="1"/>
          </p:cNvPicPr>
          <p:nvPr/>
        </p:nvPicPr>
        <p:blipFill>
          <a:blip xmlns:r="http://schemas.openxmlformats.org/officeDocument/2006/relationships" xmlns:a="http://schemas.openxmlformats.org/drawingml/2006/main" r:embed="Rb5c9acf13ba04356"/>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EA85FFD-C582-47FE-A735-F9D4D5D7E4A9}"/>
              </a:ext>
            </a:extLst>
          </p:cNvPr>
          <p:cNvPicPr>
            <a:picLocks xmlns:a="http://schemas.openxmlformats.org/drawingml/2006/main" noChangeAspect="1"/>
          </p:cNvPicPr>
          <p:nvPr/>
        </p:nvPicPr>
        <p:blipFill>
          <a:blip xmlns:r="http://schemas.openxmlformats.org/officeDocument/2006/relationships" xmlns:a="http://schemas.openxmlformats.org/drawingml/2006/main" r:embed="R974d08a961164303"/>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83FEAC8-F869-49F7-9897-9552D63EC99E}"/>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354230623"/>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6AC142BE-CBA0-4F87-BFE4-6C5FFC9B4ED0}"/>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B503137-BA04-4DA4-A7E3-85C9941FC7BB}"/>
              </a:ext>
            </a:extLst>
          </p:cNvPr>
          <p:cNvPicPr>
            <a:picLocks xmlns:a="http://schemas.openxmlformats.org/drawingml/2006/main" noChangeAspect="1"/>
          </p:cNvPicPr>
          <p:nvPr/>
        </p:nvPicPr>
        <p:blipFill>
          <a:blip xmlns:r="http://schemas.openxmlformats.org/officeDocument/2006/relationships" xmlns:a="http://schemas.openxmlformats.org/drawingml/2006/main" r:embed="R4a5c56689ef249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7DDA26-E317-4B5E-92F7-0496D0C01C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9CCBAF-BD32-4EF5-96E6-2B5E7A2793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ED7AC1B-7BA6-428C-81D3-F8F21BBADC4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B6C6E0-5783-4E8D-B739-04F218EE86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1830108-A9BE-44E8-B92A-4FE2BF8EF40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3C18526C-83AD-4AD0-98C9-9016F7B0CC55}"/>
              </a:ext>
            </a:extLst>
          </p:cNvPr>
          <p:cNvPicPr>
            <a:picLocks xmlns:a="http://schemas.openxmlformats.org/drawingml/2006/main" noChangeAspect="1"/>
          </p:cNvPicPr>
          <p:nvPr/>
        </p:nvPicPr>
        <p:blipFill>
          <a:blip xmlns:r="http://schemas.openxmlformats.org/officeDocument/2006/relationships" xmlns:a="http://schemas.openxmlformats.org/drawingml/2006/main" r:embed="Rf7a3e888e42240a1"/>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A5E5340-514D-4C1D-B9F5-31F81B1023D6}"/>
              </a:ext>
            </a:extLst>
          </p:cNvPr>
          <p:cNvPicPr>
            <a:picLocks xmlns:a="http://schemas.openxmlformats.org/drawingml/2006/main" noChangeAspect="1"/>
          </p:cNvPicPr>
          <p:nvPr/>
        </p:nvPicPr>
        <p:blipFill>
          <a:blip xmlns:r="http://schemas.openxmlformats.org/officeDocument/2006/relationships" xmlns:a="http://schemas.openxmlformats.org/drawingml/2006/main" r:embed="Rcfdf279096364d2b"/>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D6BF44F-CEDF-419E-A020-FA29C842F306}"/>
              </a:ext>
            </a:extLst>
          </p:cNvPr>
          <p:cNvPicPr>
            <a:picLocks xmlns:a="http://schemas.openxmlformats.org/drawingml/2006/main" noChangeAspect="1"/>
          </p:cNvPicPr>
          <p:nvPr/>
        </p:nvPicPr>
        <p:blipFill>
          <a:blip xmlns:r="http://schemas.openxmlformats.org/officeDocument/2006/relationships" xmlns:a="http://schemas.openxmlformats.org/drawingml/2006/main" r:embed="Rab21ac75488648a2"/>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811877965"/>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FCCBD2A-4609-4E4D-8693-3470892FB10E}"/>
              </a:ext>
            </a:extLst>
          </p:cNvPr>
          <p:cNvPicPr>
            <a:picLocks xmlns:a="http://schemas.openxmlformats.org/drawingml/2006/main" noChangeAspect="1"/>
          </p:cNvPicPr>
          <p:nvPr/>
        </p:nvPicPr>
        <p:blipFill>
          <a:blip xmlns:r="http://schemas.openxmlformats.org/officeDocument/2006/relationships" xmlns:a="http://schemas.openxmlformats.org/drawingml/2006/main" r:embed="R969ff45c95bc4c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350248-6F72-49D6-B101-916231182E4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35F342-CA13-4780-AE19-009BBA2674E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D0D2213-103E-4F69-B86F-31AF4D96429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3E9ADCF-86DD-43B1-B35C-D80FBE26C5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A7AD5F9-D9EF-4D23-B82B-9E052D42B43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743A5C17-1AC9-4B9F-AB2B-9E8975B4786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09469B82-688E-4787-AAAE-6BDB2F3BCB67}"/>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94B81EB3-0AFE-483F-84BF-621A52238A38}"/>
              </a:ext>
            </a:extLst>
          </p:cNvPr>
          <p:cNvPicPr>
            <a:picLocks xmlns:a="http://schemas.openxmlformats.org/drawingml/2006/main" noChangeAspect="1"/>
          </p:cNvPicPr>
          <p:nvPr/>
        </p:nvPicPr>
        <p:blipFill>
          <a:blip xmlns:r="http://schemas.openxmlformats.org/officeDocument/2006/relationships" xmlns:a="http://schemas.openxmlformats.org/drawingml/2006/main" r:embed="Rb668587c70df4f99"/>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BDC00511-282F-4DAA-A85F-47A2CE404AE5}"/>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7D5203F-2378-4B92-8F73-9E04671EFF79}"/>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0702A97B-EC22-4588-AE54-9E2A86838EF0}"/>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792DA0C7-2DC7-4E47-8F38-D9EFCF123674}"/>
              </a:ext>
            </a:extLst>
          </p:cNvPr>
          <p:cNvPicPr>
            <a:picLocks xmlns:a="http://schemas.openxmlformats.org/drawingml/2006/main" noChangeAspect="1"/>
          </p:cNvPicPr>
          <p:nvPr/>
        </p:nvPicPr>
        <p:blipFill>
          <a:blip xmlns:r="http://schemas.openxmlformats.org/officeDocument/2006/relationships" xmlns:a="http://schemas.openxmlformats.org/drawingml/2006/main" r:embed="Rab042bdd1ba34cf7"/>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317349691"/>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5E9C4075-9C3E-496E-A8CC-E889C4D169D1}"/>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97B2766-D05D-4FD8-AFC4-5C736096C621}"/>
              </a:ext>
            </a:extLst>
          </p:cNvPr>
          <p:cNvPicPr>
            <a:picLocks xmlns:a="http://schemas.openxmlformats.org/drawingml/2006/main" noChangeAspect="1"/>
          </p:cNvPicPr>
          <p:nvPr/>
        </p:nvPicPr>
        <p:blipFill>
          <a:blip xmlns:r="http://schemas.openxmlformats.org/officeDocument/2006/relationships" xmlns:a="http://schemas.openxmlformats.org/drawingml/2006/main" r:embed="Rb07d3165eaf5478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0789E7-A246-4F23-9E34-82FEF072500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69C7F5-6C1C-48EE-97A8-9B3D9D49AD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4856774D-C7DB-4763-B640-8D82B5760D2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53752B-9448-4460-8C2D-B28E7B928DE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207E6AD-79C7-4020-8B47-63A460CCF9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B2ACCBD2-8138-4321-9CB2-CD72268E26A1}"/>
              </a:ext>
            </a:extLst>
          </p:cNvPr>
          <p:cNvPicPr>
            <a:picLocks xmlns:a="http://schemas.openxmlformats.org/drawingml/2006/main" noChangeAspect="1"/>
          </p:cNvPicPr>
          <p:nvPr/>
        </p:nvPicPr>
        <p:blipFill>
          <a:blip xmlns:r="http://schemas.openxmlformats.org/officeDocument/2006/relationships" xmlns:a="http://schemas.openxmlformats.org/drawingml/2006/main" r:embed="R3993dde456514ff7"/>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300DFBA-7F36-44C5-A1FC-33801632CED2}"/>
              </a:ext>
            </a:extLst>
          </p:cNvPr>
          <p:cNvPicPr>
            <a:picLocks xmlns:a="http://schemas.openxmlformats.org/drawingml/2006/main" noChangeAspect="1"/>
          </p:cNvPicPr>
          <p:nvPr/>
        </p:nvPicPr>
        <p:blipFill>
          <a:blip xmlns:r="http://schemas.openxmlformats.org/officeDocument/2006/relationships" xmlns:a="http://schemas.openxmlformats.org/drawingml/2006/main" r:embed="Rabcd324c8e4c4be1"/>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4BF1176-63B2-432D-B7FB-D614F74D1853}"/>
              </a:ext>
            </a:extLst>
          </p:cNvPr>
          <p:cNvPicPr>
            <a:picLocks xmlns:a="http://schemas.openxmlformats.org/drawingml/2006/main" noChangeAspect="1"/>
          </p:cNvPicPr>
          <p:nvPr/>
        </p:nvPicPr>
        <p:blipFill>
          <a:blip xmlns:r="http://schemas.openxmlformats.org/officeDocument/2006/relationships" xmlns:a="http://schemas.openxmlformats.org/drawingml/2006/main" r:embed="R4263531875b94de5"/>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788A9608-2F70-499B-A3D2-C863A14BD2C4}"/>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3A0780F6-56EB-4C3E-B09A-7D6F22B88B2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624255098"/>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37C15EBC-A8F1-49A9-9A8C-E2282874A457}"/>
              </a:ext>
            </a:extLst>
          </p:cNvPr>
          <p:cNvPicPr>
            <a:picLocks xmlns:a="http://schemas.openxmlformats.org/drawingml/2006/main" noChangeAspect="1"/>
          </p:cNvPicPr>
          <p:nvPr/>
        </p:nvPicPr>
        <p:blipFill>
          <a:blip xmlns:r="http://schemas.openxmlformats.org/officeDocument/2006/relationships" xmlns:a="http://schemas.openxmlformats.org/drawingml/2006/main" r:embed="Ra9d2ab965da541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EE61D2-EB59-4BB5-A131-E69F83CE884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92AEC9-0092-4690-AA0D-815CABE1060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B865613-DAB8-4FBD-992F-02D0A84653C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EB22C9F-7E7B-4C9F-8B41-9D0E04D5CD4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15679129-1A46-48FC-BAC3-B76C3D28F8E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1B883CA2-9F4D-48D4-A7FD-9229CEE6F00D}"/>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BE6DD629-D834-4F8D-8F54-10DF5CC0DE54}"/>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2F7EFCE-042B-44A6-8342-4B7959F041F0}"/>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823ACB57-B996-457E-AFD8-D306A26C18E2}"/>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74798964-30F7-4D72-90FE-42ED6E6C46F2}"/>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F67B3D05-2331-4D20-9516-5C5017BEA3C8}"/>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3EB309F-BC68-4FAF-9001-FD515AA7E8AE}"/>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4D8B905F-BB70-44B4-83A6-22E1F8BBF175}"/>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F240E63-C26F-47EF-B94D-6D2D78BD45C3}"/>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041794E4-B10C-46EE-A417-9ACC7B7A5F08}"/>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EE9C9367-F0FE-4FB2-8D46-1AD4AB9DEF37}"/>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1061AC5B-B55A-44D1-AA31-245961F9AE5E}"/>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BD9B081-9BC5-4085-96E4-D2A39BFF7359}"/>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504D0C18-8C67-4E8B-A82F-1E48521E961B}"/>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4F8D23D9-9A33-4E60-8001-A62C3F7021A7}"/>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464526D1-2508-47E9-AA39-0B2585843622}"/>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014FF0CD-BB0E-4FBD-8905-DBA0FD86B0B0}"/>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8CA328B1-D536-45C1-A094-CFDE83D5B03E}"/>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3422A7B9-A375-431A-9261-BF8B39FD47FF}"/>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B518A06C-592A-4A62-94C2-945DD70C1669}"/>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F85FB5E5-C0F2-40FF-826B-177870719498}"/>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2003E6BB-9B00-4089-ABC9-45351A059FEE}"/>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D44E5846-687F-49B8-A2C2-F293FE2DC6B5}"/>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A3534BDB-281D-4DA9-A7D3-07FDF0811693}"/>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83B5FF35-FCC4-455E-94B2-BA9B7C588E5F}"/>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816970706"/>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6E73A96A-9FB2-433B-B847-6CCCDD82373D}"/>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BF0E5C47-A4E3-4722-BE00-90FADA6D2426}"/>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99D476CD-3EDC-4315-97EA-C82BFA8B48CC}"/>
              </a:ext>
            </a:extLst>
          </p:cNvPr>
          <p:cNvPicPr>
            <a:picLocks xmlns:a="http://schemas.openxmlformats.org/drawingml/2006/main" noChangeAspect="1"/>
          </p:cNvPicPr>
          <p:nvPr/>
        </p:nvPicPr>
        <p:blipFill>
          <a:blip xmlns:r="http://schemas.openxmlformats.org/officeDocument/2006/relationships" xmlns:a="http://schemas.openxmlformats.org/drawingml/2006/main" r:embed="R78f840d2d0234b2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E67543-9F62-4066-9C66-3464D2D3A9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3F67B9-DC33-4951-951A-4BB7B076028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4D1D22D7-4EB4-41FA-A73A-9D546C628A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A0760F7-D2FC-4628-BBA7-CDB2B14968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881B9C5-5C39-4E88-81E2-D18608C0E93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101762E1-8669-4DE1-A426-3A829A9DCFDA}"/>
              </a:ext>
            </a:extLst>
          </p:cNvPr>
          <p:cNvPicPr>
            <a:picLocks xmlns:a="http://schemas.openxmlformats.org/drawingml/2006/main" noChangeAspect="1"/>
          </p:cNvPicPr>
          <p:nvPr/>
        </p:nvPicPr>
        <p:blipFill>
          <a:blip xmlns:r="http://schemas.openxmlformats.org/officeDocument/2006/relationships" xmlns:a="http://schemas.openxmlformats.org/drawingml/2006/main" r:embed="R7d9451d6762c45a7"/>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FF30914-8738-4CB5-B872-CFB412E40937}"/>
              </a:ext>
            </a:extLst>
          </p:cNvPr>
          <p:cNvPicPr>
            <a:picLocks xmlns:a="http://schemas.openxmlformats.org/drawingml/2006/main" noChangeAspect="1"/>
          </p:cNvPicPr>
          <p:nvPr/>
        </p:nvPicPr>
        <p:blipFill>
          <a:blip xmlns:r="http://schemas.openxmlformats.org/officeDocument/2006/relationships" xmlns:a="http://schemas.openxmlformats.org/drawingml/2006/main" r:embed="R938fa9adba704edd"/>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6D274882-385F-44B4-85A4-9397290DED1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41165858-1E3C-4686-8236-0164F2E4616D}"/>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076EF31F-96B1-413B-85B5-1E1AAA8D5A35}"/>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2022251582"/>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C9E87E2B-4E0F-47C7-8600-E7E6A4E828A6}"/>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DD48552E-8D94-442D-ACFA-0A2542040B55}"/>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40F231E-88B2-462F-AB92-A2D19349BFE1}"/>
              </a:ext>
            </a:extLst>
          </p:cNvPr>
          <p:cNvPicPr>
            <a:picLocks xmlns:a="http://schemas.openxmlformats.org/drawingml/2006/main" noChangeAspect="1"/>
          </p:cNvPicPr>
          <p:nvPr/>
        </p:nvPicPr>
        <p:blipFill>
          <a:blip xmlns:r="http://schemas.openxmlformats.org/officeDocument/2006/relationships" xmlns:a="http://schemas.openxmlformats.org/drawingml/2006/main" r:embed="R6cd2bdddbf9947a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1E732B-4958-4A5C-AFBE-6B9326B75C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AFC016-3167-48FA-B677-96A5A7AA310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43BFFEE-467F-42B6-BC19-F805C0CF4A5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4DE3EA-0356-4D12-BD4A-3B2FDCD4F08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71AF8FE-D5E5-446C-9DE8-2E2A81C030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5D689FF2-13CE-46C6-A2AA-39F1C399318B}"/>
              </a:ext>
            </a:extLst>
          </p:cNvPr>
          <p:cNvPicPr>
            <a:picLocks xmlns:a="http://schemas.openxmlformats.org/drawingml/2006/main" noChangeAspect="1"/>
          </p:cNvPicPr>
          <p:nvPr/>
        </p:nvPicPr>
        <p:blipFill>
          <a:blip xmlns:r="http://schemas.openxmlformats.org/officeDocument/2006/relationships" xmlns:a="http://schemas.openxmlformats.org/drawingml/2006/main" r:embed="Rb665c08f89174a37"/>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5F67096-95B8-4740-B767-F819CD5FCEEB}"/>
              </a:ext>
            </a:extLst>
          </p:cNvPr>
          <p:cNvPicPr>
            <a:picLocks xmlns:a="http://schemas.openxmlformats.org/drawingml/2006/main" noChangeAspect="1"/>
          </p:cNvPicPr>
          <p:nvPr/>
        </p:nvPicPr>
        <p:blipFill>
          <a:blip xmlns:r="http://schemas.openxmlformats.org/officeDocument/2006/relationships" xmlns:a="http://schemas.openxmlformats.org/drawingml/2006/main" r:embed="Rcfc910a0970942bb"/>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6F9F7B0-0D00-46B0-83C8-EB0A3D75F4C6}"/>
              </a:ext>
            </a:extLst>
          </p:cNvPr>
          <p:cNvPicPr>
            <a:picLocks xmlns:a="http://schemas.openxmlformats.org/drawingml/2006/main" noChangeAspect="1"/>
          </p:cNvPicPr>
          <p:nvPr/>
        </p:nvPicPr>
        <p:blipFill>
          <a:blip xmlns:r="http://schemas.openxmlformats.org/officeDocument/2006/relationships" xmlns:a="http://schemas.openxmlformats.org/drawingml/2006/main" r:embed="R689af4934dcd4be0"/>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1A896FD-ACDF-4542-9738-F503F439C76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E5C66782-B49A-42F0-BD78-F59BCA37C0A2}"/>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AD6D8C53-289A-4CFC-B0E5-DB0351ED4DE9}"/>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884812668"/>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96D06D6-E06E-4083-ADCB-226EBD762540}"/>
              </a:ext>
            </a:extLst>
          </p:cNvPr>
          <p:cNvPicPr>
            <a:picLocks xmlns:a="http://schemas.openxmlformats.org/drawingml/2006/main" noChangeAspect="1"/>
          </p:cNvPicPr>
          <p:nvPr/>
        </p:nvPicPr>
        <p:blipFill>
          <a:blip xmlns:r="http://schemas.openxmlformats.org/officeDocument/2006/relationships" xmlns:a="http://schemas.openxmlformats.org/drawingml/2006/main" r:embed="Rc2afeaaa687d44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79D141-A9A9-42B0-A321-9E010012584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B9DACF-F26B-46EC-991B-5AB094DD03F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781ADB60-C27F-4B8E-895B-D648C1C0841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92A268-848F-4E9D-A5CF-2B15FFE1B1F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C4370DC-E2A7-43BA-B7DF-0D5431BD5DD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A5791F83-1865-476E-9FED-176235C9A70B}"/>
              </a:ext>
            </a:extLst>
          </p:cNvPr>
          <p:cNvPicPr>
            <a:picLocks xmlns:a="http://schemas.openxmlformats.org/drawingml/2006/main" noChangeAspect="1"/>
          </p:cNvPicPr>
          <p:nvPr/>
        </p:nvPicPr>
        <p:blipFill>
          <a:blip xmlns:r="http://schemas.openxmlformats.org/officeDocument/2006/relationships" xmlns:a="http://schemas.openxmlformats.org/drawingml/2006/main" r:embed="R324ea26cc2ec4cf2"/>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E176D65-6E44-460E-A44B-A7962920DCD2}"/>
              </a:ext>
            </a:extLst>
          </p:cNvPr>
          <p:cNvPicPr>
            <a:picLocks xmlns:a="http://schemas.openxmlformats.org/drawingml/2006/main" noChangeAspect="1"/>
          </p:cNvPicPr>
          <p:nvPr/>
        </p:nvPicPr>
        <p:blipFill>
          <a:blip xmlns:r="http://schemas.openxmlformats.org/officeDocument/2006/relationships" xmlns:a="http://schemas.openxmlformats.org/drawingml/2006/main" r:embed="Rd23283e5538e4146"/>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AE54B40A-6199-4FB3-9C42-EF722188B40B}"/>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683761097"/>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C664A22-1341-4E71-8B10-861A72D59C5A}"/>
              </a:ext>
            </a:extLst>
          </p:cNvPr>
          <p:cNvPicPr>
            <a:picLocks xmlns:a="http://schemas.openxmlformats.org/drawingml/2006/main" noChangeAspect="1"/>
          </p:cNvPicPr>
          <p:nvPr/>
        </p:nvPicPr>
        <p:blipFill>
          <a:blip xmlns:r="http://schemas.openxmlformats.org/officeDocument/2006/relationships" xmlns:a="http://schemas.openxmlformats.org/drawingml/2006/main" r:embed="Rfd1c540ad2b84f4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7DBB496-D497-43C1-B2C4-7535D30FCE0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F128712-7996-48A0-9FF4-A5D02AB5DE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A53A37B-D2CA-4A6D-96FA-BF5CE53B736B}"/>
              </a:ext>
            </a:extLst>
          </p:cNvPr>
          <p:cNvPicPr>
            <a:picLocks xmlns:a="http://schemas.openxmlformats.org/drawingml/2006/main" noChangeAspect="1"/>
          </p:cNvPicPr>
          <p:nvPr/>
        </p:nvPicPr>
        <p:blipFill>
          <a:blip xmlns:r="http://schemas.openxmlformats.org/officeDocument/2006/relationships" xmlns:a="http://schemas.openxmlformats.org/drawingml/2006/main" r:embed="R7ed25ef7ed9d48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F25364F-F914-4E5F-ADD4-88E9615051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3F7F546-EC28-4C06-8BCA-E1B8E63C118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7CDC40D3-E968-477A-BC7D-4E59CF92C7F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4C0CF492-918D-41F1-8EF8-9BBD53352C8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024214082"/>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E15E964-4A9F-43C7-ACBE-EEC6C3BEF390}"/>
              </a:ext>
            </a:extLst>
          </p:cNvPr>
          <p:cNvPicPr>
            <a:picLocks xmlns:a="http://schemas.openxmlformats.org/drawingml/2006/main" noChangeAspect="1"/>
          </p:cNvPicPr>
          <p:nvPr/>
        </p:nvPicPr>
        <p:blipFill>
          <a:blip xmlns:r="http://schemas.openxmlformats.org/officeDocument/2006/relationships" xmlns:a="http://schemas.openxmlformats.org/drawingml/2006/main" r:embed="R972523922ae94ac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A381B5-0EF9-46B3-969A-69B739CDCBF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C87896-001D-4BD3-924D-C73E723570A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B824B34-E516-4F31-82FB-564BBCAC988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2226E0B-DDF1-425F-81CD-E514BF359B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F3B3684-05E0-4C05-A967-1353BA41F4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E847701B-7635-4FA1-A448-3A61BCC32AF3}"/>
              </a:ext>
            </a:extLst>
          </p:cNvPr>
          <p:cNvPicPr>
            <a:picLocks xmlns:a="http://schemas.openxmlformats.org/drawingml/2006/main" noChangeAspect="1"/>
          </p:cNvPicPr>
          <p:nvPr/>
        </p:nvPicPr>
        <p:blipFill>
          <a:blip xmlns:r="http://schemas.openxmlformats.org/officeDocument/2006/relationships" xmlns:a="http://schemas.openxmlformats.org/drawingml/2006/main" r:embed="Rfd46c284c0154c1a"/>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A198122-675E-4D66-8C16-2A459791E0AD}"/>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ACEC9066-6628-4D5B-BDD1-46D492A95503}"/>
              </a:ext>
            </a:extLst>
          </p:cNvPr>
          <p:cNvSpPr>
            <a:spLocks xmlns:a="http://schemas.openxmlformats.org/drawingml/2006/main" noGrp="1"/>
          </p:cNvSpPr>
          <p:nvPr/>
        </p:nvSpPr>
        <p:spPr>
          <a:xfrm xmlns:a="http://schemas.openxmlformats.org/drawingml/2006/main">
            <a:off x="2857500" y="6953250"/>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957A2755-09CA-497B-A176-002E772AF88F}"/>
              </a:ext>
            </a:extLst>
          </p:cNvPr>
          <p:cNvSpPr>
            <a:spLocks xmlns:a="http://schemas.openxmlformats.org/drawingml/2006/main" noGrp="1"/>
          </p:cNvSpPr>
          <p:nvPr/>
        </p:nvSpPr>
        <p:spPr>
          <a:xfrm xmlns:a="http://schemas.openxmlformats.org/drawingml/2006/main">
            <a:off x="2857500" y="8048625"/>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752088348"/>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FB469354-9AC8-410F-B0A9-9DAAB371CFB0}"/>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4B538C85-03E9-4823-BA93-3C01A4349133}"/>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1A39CEF3-4654-48F2-AC76-1585681AEF14}"/>
              </a:ext>
            </a:extLst>
          </p:cNvPr>
          <p:cNvPicPr>
            <a:picLocks xmlns:a="http://schemas.openxmlformats.org/drawingml/2006/main" noChangeAspect="1"/>
          </p:cNvPicPr>
          <p:nvPr/>
        </p:nvPicPr>
        <p:blipFill>
          <a:blip xmlns:r="http://schemas.openxmlformats.org/officeDocument/2006/relationships" xmlns:a="http://schemas.openxmlformats.org/drawingml/2006/main" r:embed="R0b9d9b41fc5f4c8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070F69-1E0B-4392-8015-A41A0A3A7F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E302EB-175C-4280-8174-4EE490E3743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AF45F3C-0DB9-4C2D-8AD5-ED2D69C70B9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51B5FB-8C29-4758-BC0A-935FF84CCFB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40B0212-FD84-4459-9945-06F4470664D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677EEDDF-AAC6-41FD-AB68-4051AB7DAD97}"/>
              </a:ext>
            </a:extLst>
          </p:cNvPr>
          <p:cNvPicPr>
            <a:picLocks xmlns:a="http://schemas.openxmlformats.org/drawingml/2006/main" noChangeAspect="1"/>
          </p:cNvPicPr>
          <p:nvPr/>
        </p:nvPicPr>
        <p:blipFill>
          <a:blip xmlns:r="http://schemas.openxmlformats.org/officeDocument/2006/relationships" xmlns:a="http://schemas.openxmlformats.org/drawingml/2006/main" r:embed="Rfde098e26544487e"/>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718FD17-C81F-406E-9E51-6868871A30D3}"/>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D6D8E3B6-E913-4B9C-A8AD-1BA6DBF85028}"/>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4B22369B-BB5E-4C2F-BD20-3F63B735220C}"/>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56C0DDD3-06FD-4A03-B264-36CA9B42EF5B}"/>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56172B28-C970-4489-A34A-E595312C9E0D}"/>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81825C04-567A-49C3-9079-D65383031AD4}"/>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0BE7406-A088-41CE-BDC7-9F29263D34E4}"/>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247913095"/>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A562940-FDF2-4570-ABE7-FE1E7A2CCAF0}"/>
              </a:ext>
            </a:extLst>
          </p:cNvPr>
          <p:cNvPicPr>
            <a:picLocks xmlns:a="http://schemas.openxmlformats.org/drawingml/2006/main" noChangeAspect="1"/>
          </p:cNvPicPr>
          <p:nvPr/>
        </p:nvPicPr>
        <p:blipFill>
          <a:blip xmlns:r="http://schemas.openxmlformats.org/officeDocument/2006/relationships" xmlns:a="http://schemas.openxmlformats.org/drawingml/2006/main" r:embed="R9d0f3f05d5b4458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8827C3-C169-4D2F-97CB-F89F5FE536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00A5C4-FD0E-4DAE-9D55-C975BE30912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79AA6E6-BD96-47CA-B2F2-3078906FC2E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566052D-B7E7-429B-92CE-F48BBA16E2F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7605105-50D0-4233-9E2B-F6077C40FFF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600DFE9C-A2C2-401A-88B0-7D397CFD2B0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F838671B-7230-4804-9246-135BD07FFC47}"/>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988C723-71BC-4991-93AB-DDB180875424}"/>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E5A33B8-B6AE-4A50-8048-158EAD40D083}"/>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68C8E57-E123-4C1B-A888-A69650958CD7}"/>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0EAC576-4ABB-4B74-BB0D-026BC081ADFC}"/>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7A17931-2156-44EA-8210-0085F3CA323D}"/>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991017571"/>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9930650-C966-4DDE-ABC8-00822A6A1A0C}"/>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CA5EA5D-595A-4020-B1C2-239A2D93588B}"/>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45B2DC0-11C5-479B-98B4-164418171697}"/>
              </a:ext>
            </a:extLst>
          </p:cNvPr>
          <p:cNvPicPr>
            <a:picLocks xmlns:a="http://schemas.openxmlformats.org/drawingml/2006/main" noChangeAspect="1"/>
          </p:cNvPicPr>
          <p:nvPr/>
        </p:nvPicPr>
        <p:blipFill>
          <a:blip xmlns:r="http://schemas.openxmlformats.org/officeDocument/2006/relationships" xmlns:a="http://schemas.openxmlformats.org/drawingml/2006/main" r:embed="R015f59311c5647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16BEDA-2EA5-446B-A513-A6E056AACBB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BAD293-A6B3-4443-9315-C3047A9C67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A8FF192-E212-4AC0-BCB1-3F7E4FAC34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CD840C-A567-4B6E-9EC7-86A8DCA0DC8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0C61137-059F-4E1F-9B58-68B523E603A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8776423B-70EC-43DC-8235-8ED4030F5D17}"/>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06965982-64C4-49AC-9FA5-860CF08B3D83}"/>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8540C2E7-C646-4D5A-B689-0EAC7F6596F5}"/>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89A937A5-DDB3-42D3-AA8D-49A4D6476D2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7C29FA8B-D1CA-4377-A3CA-4EEFD67A3258}"/>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268831996"/>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4BD7BC-A53A-4A6C-9E42-EDAE1D9AA638}"/>
              </a:ext>
            </a:extLst>
          </p:cNvPr>
          <p:cNvPicPr>
            <a:picLocks xmlns:a="http://schemas.openxmlformats.org/drawingml/2006/main" noChangeAspect="1"/>
          </p:cNvPicPr>
          <p:nvPr/>
        </p:nvPicPr>
        <p:blipFill>
          <a:blip xmlns:r="http://schemas.openxmlformats.org/officeDocument/2006/relationships" xmlns:a="http://schemas.openxmlformats.org/drawingml/2006/main" r:embed="R482686a3e995450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0D629F-39E6-478B-827F-061C545E53E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C8F634-D31B-4BD4-A83D-FB7007855F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5DB24DF-E993-4909-8C41-2D8018F2C5F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F12CCA-E25E-4778-B706-58F3029638A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FD959DE3-75D9-43E9-A43E-163FB1AF194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19E84083-D484-4FD0-B1F3-C4AB48A82ED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FA2BEFBE-8003-42BC-9BE9-F83FECAB3791}"/>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98F4406-1CBF-48CB-8A45-4074DE1BD793}"/>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B413674-B75E-40F6-B2DD-501C41BB1F07}"/>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60B4FFC-FCC8-43DD-B881-4EC252913343}"/>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58D2D6E-5E4E-438E-AC84-1588BC31A882}"/>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D706356-7DB0-44F4-8804-5E2752091DE9}"/>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217950562"/>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986F5C0-985D-410C-8E9F-40034A173215}"/>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726506A7-A57F-4C3D-81D3-820BE8B5EB8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C142719-7947-4C2F-81EF-21E69D20D5DC}"/>
              </a:ext>
            </a:extLst>
          </p:cNvPr>
          <p:cNvPicPr>
            <a:picLocks xmlns:a="http://schemas.openxmlformats.org/drawingml/2006/main" noChangeAspect="1"/>
          </p:cNvPicPr>
          <p:nvPr/>
        </p:nvPicPr>
        <p:blipFill>
          <a:blip xmlns:r="http://schemas.openxmlformats.org/officeDocument/2006/relationships" xmlns:a="http://schemas.openxmlformats.org/drawingml/2006/main" r:embed="Re300e6159f2e4a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7F5DA9-7863-4C06-9BE3-794DA15B08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990DD1-CEE3-42C6-94FE-FB724D5EA83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DE10497-7B4C-4F4D-84B9-5F5465028E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7E30BE-C3AE-4D30-91CB-9745FDC8D2B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D4B539C-46AF-4B73-B137-1E0DB19CE7B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EE80F3B9-DF72-4E4F-84CB-F0A16D185A47}"/>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B32E1A84-19A6-446E-995F-6852102664C1}"/>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15496543-3950-4410-80D9-4DF9486D420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88C3D3CB-CE1B-4F08-B084-385AAA26EBAE}"/>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816D60F4-05C8-4DD1-9947-02FA5965DD7E}"/>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2013051661"/>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13656C4-05FE-4DAB-87C2-B1CC520DBA60}"/>
              </a:ext>
            </a:extLst>
          </p:cNvPr>
          <p:cNvPicPr>
            <a:picLocks xmlns:a="http://schemas.openxmlformats.org/drawingml/2006/main" noChangeAspect="1"/>
          </p:cNvPicPr>
          <p:nvPr/>
        </p:nvPicPr>
        <p:blipFill>
          <a:blip xmlns:r="http://schemas.openxmlformats.org/officeDocument/2006/relationships" xmlns:a="http://schemas.openxmlformats.org/drawingml/2006/main" r:embed="R14b77099b06848b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77C92D-4C4D-458F-88F0-849557C0C6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A16C8C-AB93-4608-BFA3-FF906747528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33AA124-325B-4576-84E7-EB87C5A84B2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5B8CA4-CDF6-41D9-8B1E-409494F595F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3502660-6463-4BA6-9C4F-F9532FDDD11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87E37899-B546-4497-8AA5-171F5A10A031}"/>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C56CCCF8-A9E4-423B-AF34-F5128AB626E8}"/>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9686FF7-AF88-4AAC-953A-CABEB96E9935}"/>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DED36CD-5DA3-4BA6-AAF0-E15C87A9E59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4D0E3E4E-3157-420D-92B6-A547E86BBFA9}"/>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121DB65-A980-4306-80D5-C049A869D116}"/>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1BBCA574-FF90-4E97-B717-81518FE6ED5F}"/>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DD30B7D7-62BB-4ED1-B14E-893CBA961FE1}"/>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47073C34-1D5F-45E8-8292-9B560B1F206C}"/>
              </a:ext>
            </a:extLst>
          </p:cNvPr>
          <p:cNvPicPr>
            <a:picLocks xmlns:a="http://schemas.openxmlformats.org/drawingml/2006/main" noChangeAspect="1"/>
          </p:cNvPicPr>
          <p:nvPr/>
        </p:nvPicPr>
        <p:blipFill>
          <a:blip xmlns:r="http://schemas.openxmlformats.org/officeDocument/2006/relationships" xmlns:a="http://schemas.openxmlformats.org/drawingml/2006/main" r:embed="R95c2db61fdf949ad"/>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CA4D0D9F-AC55-4EF5-B168-7F55F79EDE4E}"/>
              </a:ext>
            </a:extLst>
          </p:cNvPr>
          <p:cNvPicPr>
            <a:picLocks xmlns:a="http://schemas.openxmlformats.org/drawingml/2006/main" noChangeAspect="1"/>
          </p:cNvPicPr>
          <p:nvPr/>
        </p:nvPicPr>
        <p:blipFill>
          <a:blip xmlns:r="http://schemas.openxmlformats.org/officeDocument/2006/relationships" xmlns:a="http://schemas.openxmlformats.org/drawingml/2006/main" r:embed="R10eca727cabf4d8a"/>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490C26CF-2A10-4C47-9063-EB3E7CA54D1A}"/>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E3B9FDFC-B379-48AD-BE74-EFBD13B56253}"/>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23092784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43F522B6-8B9B-4A95-A833-52AD41A9E068}"/>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A7F888DE-ADB8-44CD-9174-1BDE25B82186}"/>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84C1EFE2-A907-4D9E-A728-32AF7D92BB0B}"/>
              </a:ext>
            </a:extLst>
          </p:cNvPr>
          <p:cNvPicPr>
            <a:picLocks xmlns:a="http://schemas.openxmlformats.org/drawingml/2006/main" noChangeAspect="1"/>
          </p:cNvPicPr>
          <p:nvPr/>
        </p:nvPicPr>
        <p:blipFill>
          <a:blip xmlns:r="http://schemas.openxmlformats.org/officeDocument/2006/relationships" xmlns:a="http://schemas.openxmlformats.org/drawingml/2006/main" r:embed="Rc751129acb6440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95E63D-82AF-43B1-8B2C-BF26E1F92CD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077D41-E125-4D75-9437-6594EED4F2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2F9C6BF-2A4B-4D2C-958C-71403599C85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0C898D3-A526-486F-B429-400DC8607A5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5503624-35B2-42F8-BA23-73CC5BDDD06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64E5D513-5796-425E-9604-67C9342C75B8}"/>
              </a:ext>
            </a:extLst>
          </p:cNvPr>
          <p:cNvPicPr>
            <a:picLocks xmlns:a="http://schemas.openxmlformats.org/drawingml/2006/main" noChangeAspect="1"/>
          </p:cNvPicPr>
          <p:nvPr/>
        </p:nvPicPr>
        <p:blipFill>
          <a:blip xmlns:r="http://schemas.openxmlformats.org/officeDocument/2006/relationships" xmlns:a="http://schemas.openxmlformats.org/drawingml/2006/main" r:embed="R381774268d8b4214"/>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4F39486-C9E1-4C5B-816B-F936887A07EA}"/>
              </a:ext>
            </a:extLst>
          </p:cNvPr>
          <p:cNvPicPr>
            <a:picLocks xmlns:a="http://schemas.openxmlformats.org/drawingml/2006/main" noChangeAspect="1"/>
          </p:cNvPicPr>
          <p:nvPr/>
        </p:nvPicPr>
        <p:blipFill>
          <a:blip xmlns:r="http://schemas.openxmlformats.org/officeDocument/2006/relationships" xmlns:a="http://schemas.openxmlformats.org/drawingml/2006/main" r:embed="Ra05ac1c3393d4159"/>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7F2A664A-EB98-4C57-B7D1-0EFD7EFB2B7C}"/>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28D91A0E-0654-4D2A-9976-BAD131FCFEA7}"/>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13778A5C-A713-40E6-9C47-4C3E664956EB}"/>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184507538"/>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8AD9085-8C7C-4F7F-9BDA-62BB26612881}"/>
              </a:ext>
            </a:extLst>
          </p:cNvPr>
          <p:cNvPicPr>
            <a:picLocks xmlns:a="http://schemas.openxmlformats.org/drawingml/2006/main" noChangeAspect="1"/>
          </p:cNvPicPr>
          <p:nvPr/>
        </p:nvPicPr>
        <p:blipFill>
          <a:blip xmlns:r="http://schemas.openxmlformats.org/officeDocument/2006/relationships" xmlns:a="http://schemas.openxmlformats.org/drawingml/2006/main" r:embed="Rda7a75ca9a204c4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C8166C-404B-4D40-BB94-6B6EC673EE4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A0FE89-06A8-471E-ACE9-838613D9130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6B13CB0-FA6E-42CB-8605-0953AFEB4AE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C21996D-B0C2-40BA-9936-64EE87BA13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11C6955-D6FF-42C5-A2B9-4BDDE11889E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00FA46EE-A8D7-4513-8ADD-56D411880D86}"/>
              </a:ext>
            </a:extLst>
          </p:cNvPr>
          <p:cNvPicPr>
            <a:picLocks xmlns:a="http://schemas.openxmlformats.org/drawingml/2006/main" noChangeAspect="1"/>
          </p:cNvPicPr>
          <p:nvPr/>
        </p:nvPicPr>
        <p:blipFill>
          <a:blip xmlns:r="http://schemas.openxmlformats.org/officeDocument/2006/relationships" xmlns:a="http://schemas.openxmlformats.org/drawingml/2006/main" r:embed="R465bc7b11b044f45"/>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E403020F-DF97-4D17-8A6B-6FD74CDF579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4904A02-FCF1-4FBD-8181-3F9C1428D7A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084320827"/>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43EB7D46-377C-4202-9D41-67594FD718FF}"/>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5932F25-4B36-4346-AC8E-4A13EE3B5DF2}"/>
              </a:ext>
            </a:extLst>
          </p:cNvPr>
          <p:cNvPicPr>
            <a:picLocks xmlns:a="http://schemas.openxmlformats.org/drawingml/2006/main" noChangeAspect="1"/>
          </p:cNvPicPr>
          <p:nvPr/>
        </p:nvPicPr>
        <p:blipFill>
          <a:blip xmlns:r="http://schemas.openxmlformats.org/officeDocument/2006/relationships" xmlns:a="http://schemas.openxmlformats.org/drawingml/2006/main" r:embed="R10867d7a02924f1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19AB79-9A91-4C86-A79E-4A3748C5A72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D2D739-4E67-4663-AFD6-212DE7BE677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9B341EC-40A9-4CEB-A0A3-304825D0C4B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A86FA85-2871-4364-848C-8D89ABB4D3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4386FF8-3D78-4748-8EEB-41197749BB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72D49FBB-A2CD-4ADF-B42E-E34FE1C2E8A7}"/>
              </a:ext>
            </a:extLst>
          </p:cNvPr>
          <p:cNvPicPr>
            <a:picLocks xmlns:a="http://schemas.openxmlformats.org/drawingml/2006/main" noChangeAspect="1"/>
          </p:cNvPicPr>
          <p:nvPr/>
        </p:nvPicPr>
        <p:blipFill>
          <a:blip xmlns:r="http://schemas.openxmlformats.org/officeDocument/2006/relationships" xmlns:a="http://schemas.openxmlformats.org/drawingml/2006/main" r:embed="R4c5da8b9f643403b"/>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FE1F216-2680-4048-9677-2945205D000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78674E38-5462-4F76-9DF4-6E8B4A001A1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59A162B5-57EE-4481-A1A8-4D5E9930E541}"/>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0184028A-7480-4D41-8318-5754A8AAB53C}"/>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D12FDCBA-7EFF-4355-A913-C2166FD4EDA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04CC4F2C-3A03-41F5-928D-D61A25ED53E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EE9F41C7-2EAC-401D-BEAD-5EF952E23271}"/>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2A600BE8-CA04-42CE-9D4C-F7DD14049BA1}"/>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1255084-F63B-443B-AC4C-37E962443559}"/>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AAA89A37-DAAB-4569-95FA-0C24ACABF4CA}"/>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63995295"/>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97528D5A-CA11-4213-8963-5725F286C4D1}"/>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E4707E9-0306-472C-8E0C-C9BD33F217D2}"/>
              </a:ext>
            </a:extLst>
          </p:cNvPr>
          <p:cNvPicPr>
            <a:picLocks xmlns:a="http://schemas.openxmlformats.org/drawingml/2006/main" noChangeAspect="1"/>
          </p:cNvPicPr>
          <p:nvPr/>
        </p:nvPicPr>
        <p:blipFill>
          <a:blip xmlns:r="http://schemas.openxmlformats.org/officeDocument/2006/relationships" xmlns:a="http://schemas.openxmlformats.org/drawingml/2006/main" r:embed="Ra635cff2296144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39D42A-0720-4BA6-97E4-6B9E46ABFA8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289180-676F-459F-B8D5-7AD8C57412A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118AC0B-6B58-4552-967F-BB839F85DFD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CD3B158-F529-44D3-A1B8-48DFE43F1A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40FCF2B-54A0-4B21-8851-C0A5A31B387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93F72A7E-59AA-4DD6-BB7F-0E9886F21ADC}"/>
              </a:ext>
            </a:extLst>
          </p:cNvPr>
          <p:cNvPicPr>
            <a:picLocks xmlns:a="http://schemas.openxmlformats.org/drawingml/2006/main" noChangeAspect="1"/>
          </p:cNvPicPr>
          <p:nvPr/>
        </p:nvPicPr>
        <p:blipFill>
          <a:blip xmlns:r="http://schemas.openxmlformats.org/officeDocument/2006/relationships" xmlns:a="http://schemas.openxmlformats.org/drawingml/2006/main" r:embed="R8d91af4d67b24e7b"/>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DD6B17E-B1AB-4D5E-B64B-433E28623841}"/>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920DBF8D-00B9-4824-9660-B129FA10F06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5E46FE1-289A-4160-B320-EE7F3D66BD2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429F4CC8-1D23-4066-BE4E-8EE20AAEFBED}"/>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77B91EEB-C519-4AF5-A6B2-3AC3F01C6BEC}"/>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41FAA0A3-02E3-417D-9FB2-BA737B0233F5}"/>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583F62B4-BF24-4B18-A4FE-69CB752C6FFD}"/>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96919D9F-7817-47A9-9564-343ED4A93C12}"/>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F0E93B5-5FD1-4F19-8382-32BEFF2A4DA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19492171-20CA-4413-B1E8-D288C3C62B27}"/>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472670020"/>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A0294DE-B338-4C99-B235-9011FBF4B9E3}"/>
              </a:ext>
            </a:extLst>
          </p:cNvPr>
          <p:cNvPicPr>
            <a:picLocks xmlns:a="http://schemas.openxmlformats.org/drawingml/2006/main" noChangeAspect="1"/>
          </p:cNvPicPr>
          <p:nvPr/>
        </p:nvPicPr>
        <p:blipFill>
          <a:blip xmlns:r="http://schemas.openxmlformats.org/officeDocument/2006/relationships" xmlns:a="http://schemas.openxmlformats.org/drawingml/2006/main" r:embed="R484fcd8881754b2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B02F755-E06E-417B-9DF3-4818D1F35E9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576FDF-4E8D-477B-AE69-464CC3FC79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B2BB2FF-607C-45AA-810E-4A452FC0AAF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8A326F7-78D1-4824-A50D-D10CE4B9BE9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AE17B3E-4AA0-4692-A3B6-92F033A0AA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D637A250-D5FC-45B3-A9BD-76A3F4D9A88A}"/>
              </a:ext>
            </a:extLst>
          </p:cNvPr>
          <p:cNvPicPr>
            <a:picLocks xmlns:a="http://schemas.openxmlformats.org/drawingml/2006/main" noChangeAspect="1"/>
          </p:cNvPicPr>
          <p:nvPr/>
        </p:nvPicPr>
        <p:blipFill>
          <a:blip xmlns:r="http://schemas.openxmlformats.org/officeDocument/2006/relationships" xmlns:a="http://schemas.openxmlformats.org/drawingml/2006/main" r:embed="Refa7ec292ed24eaf"/>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FB622D5-20B2-4412-A2A8-862DE14E0433}"/>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8079DFF-67E7-4D51-B89B-6156E8722366}"/>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612C8C0-B355-4BA5-98A0-EB27A3F3A8B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B03941C-4F9C-4F5F-9764-A1F61D4B5FC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4759BDB-FAD2-4F4C-9C99-71C7A9CADDF0}"/>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C8B66B12-CED0-4E47-9AAA-49ADE21E4C00}"/>
              </a:ext>
            </a:extLst>
          </p:cNvPr>
          <p:cNvPicPr>
            <a:picLocks xmlns:a="http://schemas.openxmlformats.org/drawingml/2006/main" noChangeAspect="1"/>
          </p:cNvPicPr>
          <p:nvPr/>
        </p:nvPicPr>
        <p:blipFill>
          <a:blip xmlns:r="http://schemas.openxmlformats.org/officeDocument/2006/relationships" xmlns:a="http://schemas.openxmlformats.org/drawingml/2006/main" r:embed="R41eddc9e0ab249d1"/>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888246416"/>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1618D48-39AC-4D09-B7E5-051AC1DEA5A9}"/>
              </a:ext>
            </a:extLst>
          </p:cNvPr>
          <p:cNvPicPr>
            <a:picLocks xmlns:a="http://schemas.openxmlformats.org/drawingml/2006/main" noChangeAspect="1"/>
          </p:cNvPicPr>
          <p:nvPr/>
        </p:nvPicPr>
        <p:blipFill>
          <a:blip xmlns:r="http://schemas.openxmlformats.org/officeDocument/2006/relationships" xmlns:a="http://schemas.openxmlformats.org/drawingml/2006/main" r:embed="R388fdeb70f9240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236553-40F1-4BA8-912B-292AFAF9C08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E07B36-CEBE-47A2-AAD2-5FB88104763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D7BE2E7-7297-48D9-B056-431A77A1EAD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980A58-CEF7-49D6-9035-D7B1333BAE3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7C08AE9-E2D8-4BF2-88BA-2A46FC8685B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5C0F6576-5344-4007-9572-783029F8DB8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D266FF91-76D9-4F4D-9F9A-276D01E5601B}"/>
              </a:ext>
            </a:extLst>
          </p:cNvPr>
          <p:cNvPicPr>
            <a:picLocks xmlns:a="http://schemas.openxmlformats.org/drawingml/2006/main" noChangeAspect="1"/>
          </p:cNvPicPr>
          <p:nvPr/>
        </p:nvPicPr>
        <p:blipFill>
          <a:blip xmlns:r="http://schemas.openxmlformats.org/officeDocument/2006/relationships" xmlns:a="http://schemas.openxmlformats.org/drawingml/2006/main" r:embed="Rf7921e313f8a48da"/>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755DF3C-BD77-4BF2-81B1-298520AC0FCD}"/>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D7A17BF-AE9C-4D7D-8215-995D356AD65F}"/>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2E5C0B05-12F1-4F1D-A701-093A6FE72FCF}"/>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D3C7D52-3259-45C5-8F46-B379304D71FA}"/>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AF276AB2-3A52-40A5-B177-DD5FC586D23C}"/>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2ABB743E-8120-4DE3-BD1C-A6F85A35EE19}"/>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1867441523"/>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532D3FEE-49B7-42CE-A59A-9A14D3F231BA}"/>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979F732F-2CB1-4256-87F1-7E4310E19C0A}"/>
              </a:ext>
            </a:extLst>
          </p:cNvPr>
          <p:cNvPicPr>
            <a:picLocks xmlns:a="http://schemas.openxmlformats.org/drawingml/2006/main" noChangeAspect="1"/>
          </p:cNvPicPr>
          <p:nvPr/>
        </p:nvPicPr>
        <p:blipFill>
          <a:blip xmlns:r="http://schemas.openxmlformats.org/officeDocument/2006/relationships" xmlns:a="http://schemas.openxmlformats.org/drawingml/2006/main" r:embed="R8bb066b8049a4a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B42D31-2D8A-4107-BCD3-6CCDAEA818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9F191B-1007-4AAA-B19A-87437D75B46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824CE29-148E-41CC-BFE6-3989EB8FF05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A0BEF63-3EB0-4970-A5A0-621EDA57C62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AF7F2DC-7AFD-4704-9D1B-48CA0CDD85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CB3C113A-313F-486B-A3C7-54D68C8A57D9}"/>
              </a:ext>
            </a:extLst>
          </p:cNvPr>
          <p:cNvPicPr>
            <a:picLocks xmlns:a="http://schemas.openxmlformats.org/drawingml/2006/main" noChangeAspect="1"/>
          </p:cNvPicPr>
          <p:nvPr/>
        </p:nvPicPr>
        <p:blipFill>
          <a:blip xmlns:r="http://schemas.openxmlformats.org/officeDocument/2006/relationships" xmlns:a="http://schemas.openxmlformats.org/drawingml/2006/main" r:embed="R82419ab02b1346cc"/>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BD1478B-C6B1-4D09-B6CF-D1C907EA3D4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2D8CAD96-BA30-4EA3-AAE3-CB16FAB2924F}"/>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2B7037F1-A161-4AF8-8D70-9010602EAC61}"/>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9BED359B-BA68-418F-BDBC-3D6738695D6D}"/>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7394660A-5D7D-4F37-9735-3A2B86A3799A}"/>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56689A5C-7C48-4C40-8F3F-B4F14146CC5D}"/>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1CF85747-E0B5-4CEB-9C25-D916A5711236}"/>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424036430"/>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51E35C16-351D-464D-83AC-1AE34F5078C4}"/>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80171D0-7FAF-48B8-B956-650C0CE68BD5}"/>
              </a:ext>
            </a:extLst>
          </p:cNvPr>
          <p:cNvPicPr>
            <a:picLocks xmlns:a="http://schemas.openxmlformats.org/drawingml/2006/main" noChangeAspect="1"/>
          </p:cNvPicPr>
          <p:nvPr/>
        </p:nvPicPr>
        <p:blipFill>
          <a:blip xmlns:r="http://schemas.openxmlformats.org/officeDocument/2006/relationships" xmlns:a="http://schemas.openxmlformats.org/drawingml/2006/main" r:embed="R2411b4548b424f3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78CDCA-41DF-4D1E-9AB3-302DD9BEDED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C094B4-F4E5-4D50-BBAF-C54A96E0FC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AF47A4F-5C33-41B0-810F-ECCD9D1DA56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253D95-407F-4B1F-AB72-8B62DF43D1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2D2A421-318E-4A6D-96E0-690B57390E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0FD77E56-70C0-41D9-9A71-73DA98AA1A0B}"/>
              </a:ext>
            </a:extLst>
          </p:cNvPr>
          <p:cNvPicPr>
            <a:picLocks xmlns:a="http://schemas.openxmlformats.org/drawingml/2006/main" noChangeAspect="1"/>
          </p:cNvPicPr>
          <p:nvPr/>
        </p:nvPicPr>
        <p:blipFill>
          <a:blip xmlns:r="http://schemas.openxmlformats.org/officeDocument/2006/relationships" xmlns:a="http://schemas.openxmlformats.org/drawingml/2006/main" r:embed="R3d1e9400b51b4c05"/>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00AE5669-B76C-4D07-B844-96E6041E1482}"/>
              </a:ext>
            </a:extLst>
          </p:cNvPr>
          <p:cNvPicPr>
            <a:picLocks xmlns:a="http://schemas.openxmlformats.org/drawingml/2006/main" noChangeAspect="1"/>
          </p:cNvPicPr>
          <p:nvPr/>
        </p:nvPicPr>
        <p:blipFill>
          <a:blip xmlns:r="http://schemas.openxmlformats.org/officeDocument/2006/relationships" xmlns:a="http://schemas.openxmlformats.org/drawingml/2006/main" r:embed="Rc306fb6bb1c4475c"/>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4BEF01D-16DB-413E-82C8-192C60FE5B1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FE2CF367-F1F2-4F1D-9A21-C10926DB0D15}"/>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7F626A7A-A808-4A84-80A5-1E984C4652B8}"/>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D0F93B05-D38B-483A-8CAA-A41F106CE1BB}"/>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0DF3A91B-7992-475D-A3AE-B47C5857DE95}"/>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7BC046B1-27C5-4AAA-BAAB-D6A3F7EB8422}"/>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85AEDD65-BB44-42DB-A3D9-C0127F2A8535}"/>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660111316"/>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FF83F11C-63FE-416C-823F-A2950323060F}"/>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CF401ED-01F0-4A5A-8588-0F113B9E9F4D}"/>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2E2E6590-CE84-4777-82AA-E687C78CE5E3}"/>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40E44F0D-A285-4F6C-B92E-5678E2E2178F}"/>
              </a:ext>
            </a:extLst>
          </p:cNvPr>
          <p:cNvPicPr>
            <a:picLocks xmlns:a="http://schemas.openxmlformats.org/drawingml/2006/main" noChangeAspect="1"/>
          </p:cNvPicPr>
          <p:nvPr/>
        </p:nvPicPr>
        <p:blipFill>
          <a:blip xmlns:r="http://schemas.openxmlformats.org/officeDocument/2006/relationships" xmlns:a="http://schemas.openxmlformats.org/drawingml/2006/main" r:embed="R937b5481c75f44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917236-D343-4CF9-8070-FBBD7CAAE2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B3C3ED-DB12-4D40-B545-23E04086216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30DEE68-E9CE-4CA3-B621-D9FF73D17B9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2FA8E8-54C8-4AA0-B853-0CDC132E02F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ADE5109A-A35F-4C3F-811D-F86B43DD22C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E3DE2860-E383-4AB0-98E8-BD8C15FD60E1}"/>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F26F5B23-89F5-45A3-AC5A-C5089D3A2FFC}"/>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4165C6F9-4D3A-458C-9360-055D9098FFD8}"/>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58310A99-2951-4673-ABCB-B3F0197ECE44}"/>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3363ADFC-BDEA-481B-BD41-58C2FAE45787}"/>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A018A64B-BA62-4E9C-84B5-D43FB2ECBFE6}"/>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94AC62C8-4122-4DF0-AC53-2D09E2D95132}"/>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4AC0C9F8-DB2E-43D4-80E1-B791D3452683}"/>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52BF20F8-212E-4C0C-BB04-DFB498766437}"/>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1CD38C56-AF92-478D-9EC6-8016802831B3}"/>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09982258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BFE8113-62F2-43EC-ACD1-7CC56F4A9027}"/>
              </a:ext>
            </a:extLst>
          </p:cNvPr>
          <p:cNvPicPr>
            <a:picLocks xmlns:a="http://schemas.openxmlformats.org/drawingml/2006/main" noChangeAspect="1"/>
          </p:cNvPicPr>
          <p:nvPr/>
        </p:nvPicPr>
        <p:blipFill>
          <a:blip xmlns:r="http://schemas.openxmlformats.org/officeDocument/2006/relationships" xmlns:a="http://schemas.openxmlformats.org/drawingml/2006/main" r:embed="Rabf56c3b403e4fa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4E00CD5-9219-4E0D-994D-DA0E9193F10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2244E16-6BEA-4306-AFC5-927468BE776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07B8248-CEE2-4AAE-B8BD-F0E562218A73}"/>
              </a:ext>
            </a:extLst>
          </p:cNvPr>
          <p:cNvPicPr>
            <a:picLocks xmlns:a="http://schemas.openxmlformats.org/drawingml/2006/main" noChangeAspect="1"/>
          </p:cNvPicPr>
          <p:nvPr/>
        </p:nvPicPr>
        <p:blipFill>
          <a:blip xmlns:r="http://schemas.openxmlformats.org/officeDocument/2006/relationships" xmlns:a="http://schemas.openxmlformats.org/drawingml/2006/main" r:embed="Rc903aad516004f1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6FC64EC-FF1F-4396-B319-6546C350CF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688B3370-65F3-4624-9D74-4F7F0402EBC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62F8F79A-C968-4744-B340-C8E8F826127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49587263-EC06-4102-9C7E-4900A87CC51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108964369"/>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FC9B599C-4EFA-4129-9A29-D87C0F9A18E8}"/>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62DA1F3A-5E93-400C-A9D2-B4650EEE8EB3}"/>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E0A2A59-6E13-47BD-BD88-30E6DA8D14CA}"/>
              </a:ext>
            </a:extLst>
          </p:cNvPr>
          <p:cNvPicPr>
            <a:picLocks xmlns:a="http://schemas.openxmlformats.org/drawingml/2006/main" noChangeAspect="1"/>
          </p:cNvPicPr>
          <p:nvPr/>
        </p:nvPicPr>
        <p:blipFill>
          <a:blip xmlns:r="http://schemas.openxmlformats.org/officeDocument/2006/relationships" xmlns:a="http://schemas.openxmlformats.org/drawingml/2006/main" r:embed="Ra94c3e37c775435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4BCBED-0275-42CB-A4A8-413E398CEAA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173B1B-99B9-4B10-9EE5-EA9542096A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E2DD427-59D3-4AD9-B053-05E817213EB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33693D-2EE2-48BD-92BA-E1EEC7CF30A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628C9EB-4843-4FC0-A13E-5778C6AD7E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5FED7351-FB92-432F-9D57-F22A1360B2CA}"/>
              </a:ext>
            </a:extLst>
          </p:cNvPr>
          <p:cNvPicPr>
            <a:picLocks xmlns:a="http://schemas.openxmlformats.org/drawingml/2006/main" noChangeAspect="1"/>
          </p:cNvPicPr>
          <p:nvPr/>
        </p:nvPicPr>
        <p:blipFill>
          <a:blip xmlns:r="http://schemas.openxmlformats.org/officeDocument/2006/relationships" xmlns:a="http://schemas.openxmlformats.org/drawingml/2006/main" r:embed="R6d81ddcc223b4380"/>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1619240-DB50-4A9E-8C51-9FFD263D0F28}"/>
              </a:ext>
            </a:extLst>
          </p:cNvPr>
          <p:cNvPicPr>
            <a:picLocks xmlns:a="http://schemas.openxmlformats.org/drawingml/2006/main" noChangeAspect="1"/>
          </p:cNvPicPr>
          <p:nvPr/>
        </p:nvPicPr>
        <p:blipFill>
          <a:blip xmlns:r="http://schemas.openxmlformats.org/officeDocument/2006/relationships" xmlns:a="http://schemas.openxmlformats.org/drawingml/2006/main" r:embed="R3dfa7e5e167040f6"/>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00AAA557-2254-4D51-8B75-44D6C605AD9F}"/>
              </a:ext>
            </a:extLst>
          </p:cNvPr>
          <p:cNvPicPr>
            <a:picLocks xmlns:a="http://schemas.openxmlformats.org/drawingml/2006/main" noChangeAspect="1"/>
          </p:cNvPicPr>
          <p:nvPr/>
        </p:nvPicPr>
        <p:blipFill>
          <a:blip xmlns:r="http://schemas.openxmlformats.org/officeDocument/2006/relationships" xmlns:a="http://schemas.openxmlformats.org/drawingml/2006/main" r:embed="R73c5ae4c5cc341c1"/>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5780AD4-9042-4E5E-AEF3-D38EEBA6D6B6}"/>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23A94B3D-5921-45F9-937D-B7913B9608E2}"/>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25431514"/>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3C4C3CBC-E37C-4643-8073-FC973A6F6D7A}"/>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92D994C2-8EDB-4D95-B433-F5FEBEE96FC0}"/>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E3FA1387-83D8-4C15-A07B-58C0E12C1E59}"/>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343B961-557B-4C0E-AF6E-33CE706066BA}"/>
              </a:ext>
            </a:extLst>
          </p:cNvPr>
          <p:cNvPicPr>
            <a:picLocks xmlns:a="http://schemas.openxmlformats.org/drawingml/2006/main" noChangeAspect="1"/>
          </p:cNvPicPr>
          <p:nvPr/>
        </p:nvPicPr>
        <p:blipFill>
          <a:blip xmlns:r="http://schemas.openxmlformats.org/officeDocument/2006/relationships" xmlns:a="http://schemas.openxmlformats.org/drawingml/2006/main" r:embed="R30082c9ea0844d7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14078F-1098-4FAD-8C47-4786F48A6C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FFCF7B0-E807-4E5F-9DB5-458A033CF25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46C028A-24DF-41C8-9BF1-0C5EC11A91E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7B413A0-1709-4904-8FD3-642D68FF225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BEE6769-4B4E-477E-9DC3-B89F7D3D97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3971D08E-9754-453D-AB5B-4059696FCCD0}"/>
              </a:ext>
            </a:extLst>
          </p:cNvPr>
          <p:cNvPicPr>
            <a:picLocks xmlns:a="http://schemas.openxmlformats.org/drawingml/2006/main" noChangeAspect="1"/>
          </p:cNvPicPr>
          <p:nvPr/>
        </p:nvPicPr>
        <p:blipFill>
          <a:blip xmlns:r="http://schemas.openxmlformats.org/officeDocument/2006/relationships" xmlns:a="http://schemas.openxmlformats.org/drawingml/2006/main" r:embed="Rac389ea88a164515"/>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B3D999BA-8DB2-47EC-A1CF-C0C19822DD8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76F89FD1-B70A-4656-ABA5-3B09723DCB7F}"/>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E5EF523E-5D5E-42F2-899E-CA98E055B38B}"/>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34CED24C-436C-4551-8F6F-2593CC1280BE}"/>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15BD11F7-B440-42A1-8CC6-5C1A6195B1A4}"/>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999866979"/>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B2BDB0B9-4558-487B-AE65-AE3E030A5F66}"/>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753CDA39-673F-471E-96BC-57A73F17A420}"/>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FC165C79-37CC-4AF3-84BA-6F101A910AF0}"/>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D37E99A-8931-4A0C-8AC4-FF49650818CA}"/>
              </a:ext>
            </a:extLst>
          </p:cNvPr>
          <p:cNvPicPr>
            <a:picLocks xmlns:a="http://schemas.openxmlformats.org/drawingml/2006/main" noChangeAspect="1"/>
          </p:cNvPicPr>
          <p:nvPr/>
        </p:nvPicPr>
        <p:blipFill>
          <a:blip xmlns:r="http://schemas.openxmlformats.org/officeDocument/2006/relationships" xmlns:a="http://schemas.openxmlformats.org/drawingml/2006/main" r:embed="R035d81fd9a8944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EE3842-D6F1-47CE-9E65-72075E6E52D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420671-1219-4C9C-A266-15F30A1C5B4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9B442FC8-946E-434E-8CCD-FAA40622C2B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1B4D7A4-29F5-4B34-A883-8CD258F34D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470F7F1-027A-44D8-9A5C-8DBDCC56B4F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EFE5A68D-15DF-4529-AB5F-1B6C4C4983F4}"/>
              </a:ext>
            </a:extLst>
          </p:cNvPr>
          <p:cNvPicPr>
            <a:picLocks xmlns:a="http://schemas.openxmlformats.org/drawingml/2006/main" noChangeAspect="1"/>
          </p:cNvPicPr>
          <p:nvPr/>
        </p:nvPicPr>
        <p:blipFill>
          <a:blip xmlns:r="http://schemas.openxmlformats.org/officeDocument/2006/relationships" xmlns:a="http://schemas.openxmlformats.org/drawingml/2006/main" r:embed="R2031ed46e7f24b3a"/>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CA94145C-EBC2-49B0-9072-72792703819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1D366AFD-6C66-41D6-95F3-A206C34F0065}"/>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66E0ECDB-D663-44F2-BC2C-BF818BB97689}"/>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4604275B-0CC2-4EFF-BC2B-A020B9EE94B7}"/>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20EFC201-3683-4906-88E6-BF3AB51D2C68}"/>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9FAFE41B-E606-47ED-8707-764670829077}"/>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FB0269B6-34E6-4FBA-9B37-3D9572A6841A}"/>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414C2F8B-CD33-49DD-85A3-4C674087BBC3}"/>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B5540208-C942-4D34-8324-7ACA2A5FECEF}"/>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DE8268B2-6107-4E46-A4E5-C78B5CFD17A1}"/>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769962000"/>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2092428-DDEC-408F-9EF7-F650D13A473A}"/>
              </a:ext>
            </a:extLst>
          </p:cNvPr>
          <p:cNvPicPr>
            <a:picLocks xmlns:a="http://schemas.openxmlformats.org/drawingml/2006/main" noChangeAspect="1"/>
          </p:cNvPicPr>
          <p:nvPr/>
        </p:nvPicPr>
        <p:blipFill>
          <a:blip xmlns:r="http://schemas.openxmlformats.org/officeDocument/2006/relationships" xmlns:a="http://schemas.openxmlformats.org/drawingml/2006/main" r:embed="R5dbeb06a622d48b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BC26E0-EF99-4CDF-B5DF-445EC84D9C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5FF71A-FDD3-444A-ABE5-21E1347DDBC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7ECA5C6-31BB-4E43-B1C4-FB0D37E0B94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1EC169-9F55-464D-933C-617CF3A15B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9AFE197-6663-4D12-8084-4BD054CEFF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326E584E-41F3-4E6B-A8E3-E6BEC88151D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42CD3D6-6FD2-4D34-A8A5-6B245020585D}"/>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C69ADBC-2E92-4E45-808D-1E4B6E9501C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6E882C7-B358-4353-9341-1F8F268744F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55F1637-751D-4E6C-9E92-62F2044394B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1933B03-93DD-4984-8537-834C6808FEB3}"/>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814628848"/>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945220C-C071-4E77-91C2-3161CAB33B53}"/>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AB30A23-B8C0-4B1E-85DE-1EB2056D466C}"/>
              </a:ext>
            </a:extLst>
          </p:cNvPr>
          <p:cNvPicPr>
            <a:picLocks xmlns:a="http://schemas.openxmlformats.org/drawingml/2006/main" noChangeAspect="1"/>
          </p:cNvPicPr>
          <p:nvPr/>
        </p:nvPicPr>
        <p:blipFill>
          <a:blip xmlns:r="http://schemas.openxmlformats.org/officeDocument/2006/relationships" xmlns:a="http://schemas.openxmlformats.org/drawingml/2006/main" r:embed="R00695d9da3cb4a1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B795CD-E804-4DF2-8A9F-AA77A6C8F3F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6311ED-8189-4C1B-B9FB-C807E746637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BFAAE63-DCF9-4EE9-AD1F-DDF533BF9E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C25CE9-F94E-47B4-AD18-4E2F50E2264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97FE6B7-807C-461B-B81B-B758577954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8808E0CA-D193-49B8-9FAB-AC254212C268}"/>
              </a:ext>
            </a:extLst>
          </p:cNvPr>
          <p:cNvPicPr>
            <a:picLocks xmlns:a="http://schemas.openxmlformats.org/drawingml/2006/main" noChangeAspect="1"/>
          </p:cNvPicPr>
          <p:nvPr/>
        </p:nvPicPr>
        <p:blipFill>
          <a:blip xmlns:r="http://schemas.openxmlformats.org/officeDocument/2006/relationships" xmlns:a="http://schemas.openxmlformats.org/drawingml/2006/main" r:embed="Ra0bf19aa5ef342a5"/>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BEA8010-8199-466F-9C92-BF35524FD512}"/>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31729721"/>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AC5ADBF-5BEE-4E45-B785-68C09D827E9C}"/>
              </a:ext>
            </a:extLst>
          </p:cNvPr>
          <p:cNvPicPr>
            <a:picLocks xmlns:a="http://schemas.openxmlformats.org/drawingml/2006/main" noChangeAspect="1"/>
          </p:cNvPicPr>
          <p:nvPr/>
        </p:nvPicPr>
        <p:blipFill>
          <a:blip xmlns:r="http://schemas.openxmlformats.org/officeDocument/2006/relationships" xmlns:a="http://schemas.openxmlformats.org/drawingml/2006/main" r:embed="Re9cda5930e85477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2FA651-F4FF-4CCF-A518-03272C29C40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EA86F6-1E4C-49F6-B7D2-EF465D6814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60D2ACDF-9F61-47A0-BEE5-0BA0B328D3C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B78DDB-3218-4E06-989B-8F486245CA0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350C6E8-3F49-43E5-9B40-D7924B169DE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9594C730-8069-40BC-A913-E7C7A9AF464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7D2920C-34B0-445D-B7BD-077F8C2B4C30}"/>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7E9E4B3-ED76-451A-89A8-3DABCF9946F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6DDD42B-5684-4263-B61B-91D30E0D9EA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AC0E937-4F8C-4747-BBD3-C914B0E0B97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D253FD4-1667-4FB7-A79E-ECD9D66FF4CA}"/>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533509993"/>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103F77CC-34B8-4C7D-A0B0-3ADCE159D6C6}"/>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AE1BB30-65E7-4293-B647-A778AC1C043F}"/>
              </a:ext>
            </a:extLst>
          </p:cNvPr>
          <p:cNvPicPr>
            <a:picLocks xmlns:a="http://schemas.openxmlformats.org/drawingml/2006/main" noChangeAspect="1"/>
          </p:cNvPicPr>
          <p:nvPr/>
        </p:nvPicPr>
        <p:blipFill>
          <a:blip xmlns:r="http://schemas.openxmlformats.org/officeDocument/2006/relationships" xmlns:a="http://schemas.openxmlformats.org/drawingml/2006/main" r:embed="R85124799b5a441b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8B867F-F484-4655-A17E-30C440FBDF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3C69FA-AF95-46AC-995C-4D6EB82DC4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AAFE11E-F3EA-41AE-9E8C-E6D882C9C3B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9572A6-3943-4DDF-9F87-F022B2DF22B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B0ADC35-38C9-4AE5-B808-CEAC9C7316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5C5A9A6A-902F-4A6C-B565-4B36E9C95FE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D0876DFD-C3C4-454C-BBD0-2E264ABBBB64}"/>
              </a:ext>
            </a:extLst>
          </p:cNvPr>
          <p:cNvPicPr>
            <a:picLocks xmlns:a="http://schemas.openxmlformats.org/drawingml/2006/main" noChangeAspect="1"/>
          </p:cNvPicPr>
          <p:nvPr/>
        </p:nvPicPr>
        <p:blipFill>
          <a:blip xmlns:r="http://schemas.openxmlformats.org/officeDocument/2006/relationships" xmlns:a="http://schemas.openxmlformats.org/drawingml/2006/main" r:embed="R1a8b048c05d1453f"/>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A93E7D1B-25B7-4E26-8B19-B08D584E0C3C}"/>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CE094DDB-5F6E-4B57-BC5C-B0A197BC9446}"/>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3DB0EEF4-0A7D-4C9F-81B9-044007FEF66C}"/>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C873023A-0A18-4611-8410-A17780F5E849}"/>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27591151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089C99E-F75A-4E2A-8D37-F913C3CCD61A}"/>
              </a:ext>
            </a:extLst>
          </p:cNvPr>
          <p:cNvPicPr>
            <a:picLocks xmlns:a="http://schemas.openxmlformats.org/drawingml/2006/main" noChangeAspect="1"/>
          </p:cNvPicPr>
          <p:nvPr/>
        </p:nvPicPr>
        <p:blipFill>
          <a:blip xmlns:r="http://schemas.openxmlformats.org/officeDocument/2006/relationships" xmlns:a="http://schemas.openxmlformats.org/drawingml/2006/main" r:embed="R0d96829f27e94e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FC2A3C-BEA6-49D0-AAE8-9CDFFBF77E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8B1E2B-39AF-4B51-8C91-D7721AFEAB0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FE700B42-776F-455F-9FA0-C56851F4FB9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6C6CCEE-AF5A-4588-8D26-2ADCE1A922D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0CB9856-C11E-4B90-BD77-8BAF851D71A6}"/>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7EBF9D15-56CD-413C-86F5-4A26C6A351F7}"/>
              </a:ext>
            </a:extLst>
          </p:cNvPr>
          <p:cNvPicPr>
            <a:picLocks xmlns:a="http://schemas.openxmlformats.org/drawingml/2006/main" noChangeAspect="1"/>
          </p:cNvPicPr>
          <p:nvPr/>
        </p:nvPicPr>
        <p:blipFill>
          <a:blip xmlns:r="http://schemas.openxmlformats.org/officeDocument/2006/relationships" xmlns:a="http://schemas.openxmlformats.org/drawingml/2006/main" r:embed="R5a2777c5f46b43c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87EE7B9-F8C8-4918-AB05-34C72D1B5961}"/>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349AAE93-0677-47CF-90CB-A48ED450FC16}"/>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11AF9A96-23C9-48CD-8825-8B6D747DD52B}"/>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F7660D7-0F64-4C54-AC61-529D1C59573B}"/>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B31E73BB-E89F-46F6-9243-17BD8D16CED2}"/>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C99055BC-3029-4370-BBFC-E8BB6D33F586}"/>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643C60A7-A2F9-4CCD-87EF-777F7A1B14D0}"/>
              </a:ext>
            </a:extLst>
          </p:cNvPr>
          <p:cNvPicPr>
            <a:picLocks xmlns:a="http://schemas.openxmlformats.org/drawingml/2006/main" noChangeAspect="1"/>
          </p:cNvPicPr>
          <p:nvPr/>
        </p:nvPicPr>
        <p:blipFill>
          <a:blip xmlns:r="http://schemas.openxmlformats.org/officeDocument/2006/relationships" xmlns:a="http://schemas.openxmlformats.org/drawingml/2006/main" r:embed="Rc41607b5e9544297"/>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B2B6071A-A0E3-40FC-85D0-7177345CF5FB}"/>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EEA3368-2072-4E58-BAA5-834DE3E10C4E}"/>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72B8DBA7-D74D-4B71-85AD-82BCCFD71B40}"/>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21EB8E54-29FB-4C53-9CF8-A8806626F1B0}"/>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B9A0EE1B-A58C-4332-B8EF-9A5168A46EB3}"/>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B35563F-6E09-4FDF-9421-4DA24310D1C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39AC0D35-0666-4567-82FA-6DE54633D37C}"/>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17043E5B-C6B2-48E6-B693-300D8B1002AD}"/>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86BEC6F9-5B87-4AA4-A21F-756A8EE85DD8}"/>
              </a:ext>
            </a:extLst>
          </p:cNvPr>
          <p:cNvPicPr>
            <a:picLocks xmlns:a="http://schemas.openxmlformats.org/drawingml/2006/main" noChangeAspect="1"/>
          </p:cNvPicPr>
          <p:nvPr/>
        </p:nvPicPr>
        <p:blipFill>
          <a:blip xmlns:r="http://schemas.openxmlformats.org/officeDocument/2006/relationships" xmlns:a="http://schemas.openxmlformats.org/drawingml/2006/main" r:embed="R6bb5159ae3df4947"/>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673739802"/>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444B2DDE-3682-4A9E-9DF0-6C38C8A61DB9}"/>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410236DD-4C85-4DEC-AE5F-4B8A42231FFC}"/>
              </a:ext>
            </a:extLst>
          </p:cNvPr>
          <p:cNvPicPr>
            <a:picLocks xmlns:a="http://schemas.openxmlformats.org/drawingml/2006/main" noChangeAspect="1"/>
          </p:cNvPicPr>
          <p:nvPr/>
        </p:nvPicPr>
        <p:blipFill>
          <a:blip xmlns:r="http://schemas.openxmlformats.org/officeDocument/2006/relationships" xmlns:a="http://schemas.openxmlformats.org/drawingml/2006/main" r:embed="R131ae625ae8d49c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16CB4E-2A93-48A5-BF99-F294C3DA8E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595CD5-CF97-467A-9DB4-B2350A22E9C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774A3DF-45C9-4DC2-ACFF-E975050CA119}"/>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1CABE57-75E3-47E3-AB9C-723C4DF3E7B0}"/>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AA623CB2-A646-46D7-81C2-A11149A08D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8F767FFD-7720-477F-8C85-21588025C5D1}"/>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7354C012-A1CF-4DE8-97C7-DDE26B7F6390}"/>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A70C5679-45F5-4574-8106-687361DD6FB5}"/>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7D18C916-7170-4929-8B98-9206B6BF89E5}"/>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ABD2570B-34BC-4970-9B4E-64DF5AC802CF}"/>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F7A34648-8CA0-46F8-84C7-D890F6335DEE}"/>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1AE0286F-FC89-4636-8C40-76A26CC8BDC7}"/>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BC506F0D-8794-4DF5-8AA7-F7936617B953}"/>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EAE4771D-AAB9-40F2-9AA5-AFD6E583050C}"/>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290905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2026-10-28T23:38:30.0350000Z</dcterms:created>
  <dcterms:modified xsi:type="dcterms:W3CDTF">2026-10-28T23:38:30.0350000Z</dcterms:modified>
</coreProperties>
</file>