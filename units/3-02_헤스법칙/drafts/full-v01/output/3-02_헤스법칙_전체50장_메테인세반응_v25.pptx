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20a43d456e4c2d" /><Relationship Type="http://schemas.openxmlformats.org/officeDocument/2006/relationships/extended-properties" Target="/docProps/app.xml" Id="R925b287031064e8f" /><Relationship Type="http://schemas.openxmlformats.org/officeDocument/2006/relationships/officeDocument" Target="/ppt/presentation.xml" Id="R5ad7d760913a48d6" /></Relationships>
</file>

<file path=ppt/presentation.xml><?xml version="1.0" encoding="utf-8"?>
<p:presentation xmlns:p="http://schemas.openxmlformats.org/presentationml/2006/main">
  <p:sldMasterIdLst>
    <p:sldMasterId xmlns:r="http://schemas.openxmlformats.org/officeDocument/2006/relationships" id="2147483648" r:id="Rcffd24e4897c4e48"/>
  </p:sldMasterIdLst>
  <p:notesMasterIdLst>
    <p:notesMasterId xmlns:r="http://schemas.openxmlformats.org/officeDocument/2006/relationships" r:id="R949d45c4d6b34eda"/>
  </p:notesMasterIdLst>
  <p:sldIdLst>
    <p:sldId xmlns:r="http://schemas.openxmlformats.org/officeDocument/2006/relationships" id="256" r:id="Ra130e4ddc7d54b2b"/>
    <p:sldId xmlns:r="http://schemas.openxmlformats.org/officeDocument/2006/relationships" id="257" r:id="R0c77d39bf1664930"/>
    <p:sldId xmlns:r="http://schemas.openxmlformats.org/officeDocument/2006/relationships" id="258" r:id="R13dea86b197d4ca4"/>
    <p:sldId xmlns:r="http://schemas.openxmlformats.org/officeDocument/2006/relationships" id="259" r:id="R753ddf7c7bed4cd7"/>
    <p:sldId xmlns:r="http://schemas.openxmlformats.org/officeDocument/2006/relationships" id="260" r:id="Rb9322a642e474fb8"/>
    <p:sldId xmlns:r="http://schemas.openxmlformats.org/officeDocument/2006/relationships" id="261" r:id="Ra8b626984635421c"/>
    <p:sldId xmlns:r="http://schemas.openxmlformats.org/officeDocument/2006/relationships" id="262" r:id="Rcb1df97e87b74b95"/>
    <p:sldId xmlns:r="http://schemas.openxmlformats.org/officeDocument/2006/relationships" id="263" r:id="R80516660bc534321"/>
    <p:sldId xmlns:r="http://schemas.openxmlformats.org/officeDocument/2006/relationships" id="264" r:id="Rbd21edbdc304409b"/>
    <p:sldId xmlns:r="http://schemas.openxmlformats.org/officeDocument/2006/relationships" id="265" r:id="Rc7ff456a212044b3"/>
    <p:sldId xmlns:r="http://schemas.openxmlformats.org/officeDocument/2006/relationships" id="266" r:id="Ra04a53f33bb146da"/>
    <p:sldId xmlns:r="http://schemas.openxmlformats.org/officeDocument/2006/relationships" id="267" r:id="Rb4524f55dcdc4d7d"/>
    <p:sldId xmlns:r="http://schemas.openxmlformats.org/officeDocument/2006/relationships" id="268" r:id="R1134b661110b40c8"/>
    <p:sldId xmlns:r="http://schemas.openxmlformats.org/officeDocument/2006/relationships" id="269" r:id="R147df3014dae4071"/>
    <p:sldId xmlns:r="http://schemas.openxmlformats.org/officeDocument/2006/relationships" id="270" r:id="Redab392da7b8405d"/>
    <p:sldId xmlns:r="http://schemas.openxmlformats.org/officeDocument/2006/relationships" id="271" r:id="R3e3f72521ad94f28"/>
    <p:sldId xmlns:r="http://schemas.openxmlformats.org/officeDocument/2006/relationships" id="272" r:id="Re30036bb3e3f4079"/>
    <p:sldId xmlns:r="http://schemas.openxmlformats.org/officeDocument/2006/relationships" id="273" r:id="R871eea08f5be41a9"/>
    <p:sldId xmlns:r="http://schemas.openxmlformats.org/officeDocument/2006/relationships" id="274" r:id="R619ff66ece4046e4"/>
    <p:sldId xmlns:r="http://schemas.openxmlformats.org/officeDocument/2006/relationships" id="275" r:id="R29e7a0dc240b4801"/>
    <p:sldId xmlns:r="http://schemas.openxmlformats.org/officeDocument/2006/relationships" id="276" r:id="Rebdc12c0ab504d5f"/>
    <p:sldId xmlns:r="http://schemas.openxmlformats.org/officeDocument/2006/relationships" id="277" r:id="Rf1fb708ddced47f7"/>
    <p:sldId xmlns:r="http://schemas.openxmlformats.org/officeDocument/2006/relationships" id="278" r:id="R1db7b95ea2844478"/>
    <p:sldId xmlns:r="http://schemas.openxmlformats.org/officeDocument/2006/relationships" id="279" r:id="Ra2a81873ce654f0d"/>
    <p:sldId xmlns:r="http://schemas.openxmlformats.org/officeDocument/2006/relationships" id="280" r:id="R876d786e286a44de"/>
    <p:sldId xmlns:r="http://schemas.openxmlformats.org/officeDocument/2006/relationships" id="281" r:id="R4c2ec64ccd1a43be"/>
    <p:sldId xmlns:r="http://schemas.openxmlformats.org/officeDocument/2006/relationships" id="282" r:id="Rc881b6d2e1f14f65"/>
    <p:sldId xmlns:r="http://schemas.openxmlformats.org/officeDocument/2006/relationships" id="283" r:id="Rd99c17ae88914650"/>
    <p:sldId xmlns:r="http://schemas.openxmlformats.org/officeDocument/2006/relationships" id="284" r:id="R4fbcfc382a7f41a7"/>
    <p:sldId xmlns:r="http://schemas.openxmlformats.org/officeDocument/2006/relationships" id="285" r:id="R6981e0b385d54429"/>
    <p:sldId xmlns:r="http://schemas.openxmlformats.org/officeDocument/2006/relationships" id="286" r:id="Rce97110101e14f46"/>
    <p:sldId xmlns:r="http://schemas.openxmlformats.org/officeDocument/2006/relationships" id="287" r:id="Ree216d3bf8574116"/>
    <p:sldId xmlns:r="http://schemas.openxmlformats.org/officeDocument/2006/relationships" id="288" r:id="Rde0fa50b4b2d4e59"/>
    <p:sldId xmlns:r="http://schemas.openxmlformats.org/officeDocument/2006/relationships" id="289" r:id="R8e62504f164d4833"/>
    <p:sldId xmlns:r="http://schemas.openxmlformats.org/officeDocument/2006/relationships" id="290" r:id="Rfad97c8e26d94b4b"/>
    <p:sldId xmlns:r="http://schemas.openxmlformats.org/officeDocument/2006/relationships" id="291" r:id="Rcf78957e78fc4ef1"/>
    <p:sldId xmlns:r="http://schemas.openxmlformats.org/officeDocument/2006/relationships" id="292" r:id="R74256628cd0c4b89"/>
    <p:sldId xmlns:r="http://schemas.openxmlformats.org/officeDocument/2006/relationships" id="293" r:id="Rdb19e1706884423d"/>
    <p:sldId xmlns:r="http://schemas.openxmlformats.org/officeDocument/2006/relationships" id="294" r:id="R57ec3ef3e9514fc0"/>
    <p:sldId xmlns:r="http://schemas.openxmlformats.org/officeDocument/2006/relationships" id="295" r:id="R4870274f67a040aa"/>
    <p:sldId xmlns:r="http://schemas.openxmlformats.org/officeDocument/2006/relationships" id="296" r:id="R790697cb14304d01"/>
    <p:sldId xmlns:r="http://schemas.openxmlformats.org/officeDocument/2006/relationships" id="297" r:id="Rcbd302e37d8e44d8"/>
    <p:sldId xmlns:r="http://schemas.openxmlformats.org/officeDocument/2006/relationships" id="298" r:id="R482736accd524375"/>
    <p:sldId xmlns:r="http://schemas.openxmlformats.org/officeDocument/2006/relationships" id="299" r:id="R4064ccaca3db4413"/>
    <p:sldId xmlns:r="http://schemas.openxmlformats.org/officeDocument/2006/relationships" id="300" r:id="Ra5972f4d0a64414f"/>
    <p:sldId xmlns:r="http://schemas.openxmlformats.org/officeDocument/2006/relationships" id="301" r:id="R44db1ed004114618"/>
    <p:sldId xmlns:r="http://schemas.openxmlformats.org/officeDocument/2006/relationships" id="302" r:id="Rb84282a8fdd54329"/>
    <p:sldId xmlns:r="http://schemas.openxmlformats.org/officeDocument/2006/relationships" id="303" r:id="Rbf8fc95a962d4b45"/>
    <p:sldId xmlns:r="http://schemas.openxmlformats.org/officeDocument/2006/relationships" id="304" r:id="R350ab708e91644b8"/>
    <p:sldId xmlns:r="http://schemas.openxmlformats.org/officeDocument/2006/relationships" id="305" r:id="R102e41d13c08442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593c2624d3e433c" /><Relationship Type="http://schemas.openxmlformats.org/officeDocument/2006/relationships/slideMaster" Target="/ppt/slideMasters/slideMaster1.xml" Id="Rcffd24e4897c4e48" /><Relationship Type="http://schemas.openxmlformats.org/officeDocument/2006/relationships/notesMaster" Target="/ppt/notesMasters/notesMaster1.xml" Id="R949d45c4d6b34eda" /><Relationship Type="http://schemas.openxmlformats.org/officeDocument/2006/relationships/presProps" Target="/ppt/presProps.xml" Id="Rdd279d06ab5e46c3" /><Relationship Type="http://schemas.openxmlformats.org/officeDocument/2006/relationships/tableStyles" Target="/ppt/tableStyles.xml" Id="R963d87c976c744bb" /><Relationship Type="http://schemas.openxmlformats.org/officeDocument/2006/relationships/slide" Target="/ppt/slides/slide1.xml" Id="Ra130e4ddc7d54b2b" /><Relationship Type="http://schemas.openxmlformats.org/officeDocument/2006/relationships/slide" Target="/ppt/slides/slide2.xml" Id="R0c77d39bf1664930" /><Relationship Type="http://schemas.openxmlformats.org/officeDocument/2006/relationships/slide" Target="/ppt/slides/slide3.xml" Id="R13dea86b197d4ca4" /><Relationship Type="http://schemas.openxmlformats.org/officeDocument/2006/relationships/slide" Target="/ppt/slides/slide4.xml" Id="R753ddf7c7bed4cd7" /><Relationship Type="http://schemas.openxmlformats.org/officeDocument/2006/relationships/slide" Target="/ppt/slides/slide5.xml" Id="Rb9322a642e474fb8" /><Relationship Type="http://schemas.openxmlformats.org/officeDocument/2006/relationships/slide" Target="/ppt/slides/slide6.xml" Id="Ra8b626984635421c" /><Relationship Type="http://schemas.openxmlformats.org/officeDocument/2006/relationships/slide" Target="/ppt/slides/slide7.xml" Id="Rcb1df97e87b74b95" /><Relationship Type="http://schemas.openxmlformats.org/officeDocument/2006/relationships/slide" Target="/ppt/slides/slide8.xml" Id="R80516660bc534321" /><Relationship Type="http://schemas.openxmlformats.org/officeDocument/2006/relationships/slide" Target="/ppt/slides/slide9.xml" Id="Rbd21edbdc304409b" /><Relationship Type="http://schemas.openxmlformats.org/officeDocument/2006/relationships/slide" Target="/ppt/slides/slide10.xml" Id="Rc7ff456a212044b3" /><Relationship Type="http://schemas.openxmlformats.org/officeDocument/2006/relationships/slide" Target="/ppt/slides/slide11.xml" Id="Ra04a53f33bb146da" /><Relationship Type="http://schemas.openxmlformats.org/officeDocument/2006/relationships/slide" Target="/ppt/slides/slide12.xml" Id="Rb4524f55dcdc4d7d" /><Relationship Type="http://schemas.openxmlformats.org/officeDocument/2006/relationships/slide" Target="/ppt/slides/slide13.xml" Id="R1134b661110b40c8" /><Relationship Type="http://schemas.openxmlformats.org/officeDocument/2006/relationships/slide" Target="/ppt/slides/slide14.xml" Id="R147df3014dae4071" /><Relationship Type="http://schemas.openxmlformats.org/officeDocument/2006/relationships/slide" Target="/ppt/slides/slide15.xml" Id="Redab392da7b8405d" /><Relationship Type="http://schemas.openxmlformats.org/officeDocument/2006/relationships/slide" Target="/ppt/slides/slide16.xml" Id="R3e3f72521ad94f28" /><Relationship Type="http://schemas.openxmlformats.org/officeDocument/2006/relationships/slide" Target="/ppt/slides/slide17.xml" Id="Re30036bb3e3f4079" /><Relationship Type="http://schemas.openxmlformats.org/officeDocument/2006/relationships/slide" Target="/ppt/slides/slide18.xml" Id="R871eea08f5be41a9" /><Relationship Type="http://schemas.openxmlformats.org/officeDocument/2006/relationships/slide" Target="/ppt/slides/slide19.xml" Id="R619ff66ece4046e4" /><Relationship Type="http://schemas.openxmlformats.org/officeDocument/2006/relationships/slide" Target="/ppt/slides/slide20.xml" Id="R29e7a0dc240b4801" /><Relationship Type="http://schemas.openxmlformats.org/officeDocument/2006/relationships/slide" Target="/ppt/slides/slide21.xml" Id="Rebdc12c0ab504d5f" /><Relationship Type="http://schemas.openxmlformats.org/officeDocument/2006/relationships/slide" Target="/ppt/slides/slide22.xml" Id="Rf1fb708ddced47f7" /><Relationship Type="http://schemas.openxmlformats.org/officeDocument/2006/relationships/slide" Target="/ppt/slides/slide23.xml" Id="R1db7b95ea2844478" /><Relationship Type="http://schemas.openxmlformats.org/officeDocument/2006/relationships/slide" Target="/ppt/slides/slide24.xml" Id="Ra2a81873ce654f0d" /><Relationship Type="http://schemas.openxmlformats.org/officeDocument/2006/relationships/slide" Target="/ppt/slides/slide25.xml" Id="R876d786e286a44de" /><Relationship Type="http://schemas.openxmlformats.org/officeDocument/2006/relationships/slide" Target="/ppt/slides/slide26.xml" Id="R4c2ec64ccd1a43be" /><Relationship Type="http://schemas.openxmlformats.org/officeDocument/2006/relationships/slide" Target="/ppt/slides/slide27.xml" Id="Rc881b6d2e1f14f65" /><Relationship Type="http://schemas.openxmlformats.org/officeDocument/2006/relationships/slide" Target="/ppt/slides/slide28.xml" Id="Rd99c17ae88914650" /><Relationship Type="http://schemas.openxmlformats.org/officeDocument/2006/relationships/slide" Target="/ppt/slides/slide29.xml" Id="R4fbcfc382a7f41a7" /><Relationship Type="http://schemas.openxmlformats.org/officeDocument/2006/relationships/slide" Target="/ppt/slides/slide30.xml" Id="R6981e0b385d54429" /><Relationship Type="http://schemas.openxmlformats.org/officeDocument/2006/relationships/slide" Target="/ppt/slides/slide31.xml" Id="Rce97110101e14f46" /><Relationship Type="http://schemas.openxmlformats.org/officeDocument/2006/relationships/slide" Target="/ppt/slides/slide32.xml" Id="Ree216d3bf8574116" /><Relationship Type="http://schemas.openxmlformats.org/officeDocument/2006/relationships/slide" Target="/ppt/slides/slide33.xml" Id="Rde0fa50b4b2d4e59" /><Relationship Type="http://schemas.openxmlformats.org/officeDocument/2006/relationships/slide" Target="/ppt/slides/slide34.xml" Id="R8e62504f164d4833" /><Relationship Type="http://schemas.openxmlformats.org/officeDocument/2006/relationships/slide" Target="/ppt/slides/slide35.xml" Id="Rfad97c8e26d94b4b" /><Relationship Type="http://schemas.openxmlformats.org/officeDocument/2006/relationships/slide" Target="/ppt/slides/slide36.xml" Id="Rcf78957e78fc4ef1" /><Relationship Type="http://schemas.openxmlformats.org/officeDocument/2006/relationships/slide" Target="/ppt/slides/slide37.xml" Id="R74256628cd0c4b89" /><Relationship Type="http://schemas.openxmlformats.org/officeDocument/2006/relationships/slide" Target="/ppt/slides/slide38.xml" Id="Rdb19e1706884423d" /><Relationship Type="http://schemas.openxmlformats.org/officeDocument/2006/relationships/slide" Target="/ppt/slides/slide39.xml" Id="R57ec3ef3e9514fc0" /><Relationship Type="http://schemas.openxmlformats.org/officeDocument/2006/relationships/slide" Target="/ppt/slides/slide40.xml" Id="R4870274f67a040aa" /><Relationship Type="http://schemas.openxmlformats.org/officeDocument/2006/relationships/slide" Target="/ppt/slides/slide41.xml" Id="R790697cb14304d01" /><Relationship Type="http://schemas.openxmlformats.org/officeDocument/2006/relationships/slide" Target="/ppt/slides/slide42.xml" Id="Rcbd302e37d8e44d8" /><Relationship Type="http://schemas.openxmlformats.org/officeDocument/2006/relationships/slide" Target="/ppt/slides/slide43.xml" Id="R482736accd524375" /><Relationship Type="http://schemas.openxmlformats.org/officeDocument/2006/relationships/slide" Target="/ppt/slides/slide44.xml" Id="R4064ccaca3db4413" /><Relationship Type="http://schemas.openxmlformats.org/officeDocument/2006/relationships/slide" Target="/ppt/slides/slide45.xml" Id="Ra5972f4d0a64414f" /><Relationship Type="http://schemas.openxmlformats.org/officeDocument/2006/relationships/slide" Target="/ppt/slides/slide46.xml" Id="R44db1ed004114618" /><Relationship Type="http://schemas.openxmlformats.org/officeDocument/2006/relationships/slide" Target="/ppt/slides/slide47.xml" Id="Rb84282a8fdd54329" /><Relationship Type="http://schemas.openxmlformats.org/officeDocument/2006/relationships/slide" Target="/ppt/slides/slide48.xml" Id="Rbf8fc95a962d4b45" /><Relationship Type="http://schemas.openxmlformats.org/officeDocument/2006/relationships/slide" Target="/ppt/slides/slide49.xml" Id="R350ab708e91644b8" /><Relationship Type="http://schemas.openxmlformats.org/officeDocument/2006/relationships/slide" Target="/ppt/slides/slide50.xml" Id="R102e41d13c0844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56e80cbc5e44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97fe092c564fde" /><Relationship Type="http://schemas.openxmlformats.org/officeDocument/2006/relationships/notesMaster" Target="/ppt/notesMasters/notesMaster1.xml" Id="R5007f21c026f47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dc650a34c34c97" /><Relationship Type="http://schemas.openxmlformats.org/officeDocument/2006/relationships/notesMaster" Target="/ppt/notesMasters/notesMaster1.xml" Id="Reb802d46564f49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6565b4d81948c7" /><Relationship Type="http://schemas.openxmlformats.org/officeDocument/2006/relationships/notesMaster" Target="/ppt/notesMasters/notesMaster1.xml" Id="R87e41b73865b47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1dbb06bd8fc44c0" /><Relationship Type="http://schemas.openxmlformats.org/officeDocument/2006/relationships/notesMaster" Target="/ppt/notesMasters/notesMaster1.xml" Id="R1714b556c7d644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0a32450d25481b" /><Relationship Type="http://schemas.openxmlformats.org/officeDocument/2006/relationships/notesMaster" Target="/ppt/notesMasters/notesMaster1.xml" Id="R0e25f4c6c5a54c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2ae15038db46c3" /><Relationship Type="http://schemas.openxmlformats.org/officeDocument/2006/relationships/notesMaster" Target="/ppt/notesMasters/notesMaster1.xml" Id="R39da3ff28d6141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ad040c6c6f4982" /><Relationship Type="http://schemas.openxmlformats.org/officeDocument/2006/relationships/notesMaster" Target="/ppt/notesMasters/notesMaster1.xml" Id="R6e3db4ce750e44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7d6cfb1a9243d6" /><Relationship Type="http://schemas.openxmlformats.org/officeDocument/2006/relationships/notesMaster" Target="/ppt/notesMasters/notesMaster1.xml" Id="Rb77756d5bd9740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03a7a4d6a84ba2" /><Relationship Type="http://schemas.openxmlformats.org/officeDocument/2006/relationships/notesMaster" Target="/ppt/notesMasters/notesMaster1.xml" Id="Rf12bc83fd4f74b4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d5d7e286894e96" /><Relationship Type="http://schemas.openxmlformats.org/officeDocument/2006/relationships/notesMaster" Target="/ppt/notesMasters/notesMaster1.xml" Id="Rf61268fb6b7744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ba85916c9c4ea1" /><Relationship Type="http://schemas.openxmlformats.org/officeDocument/2006/relationships/notesMaster" Target="/ppt/notesMasters/notesMaster1.xml" Id="Rbdcedce411f34a9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14f5ca2980d4842" /><Relationship Type="http://schemas.openxmlformats.org/officeDocument/2006/relationships/notesMaster" Target="/ppt/notesMasters/notesMaster1.xml" Id="R1fa9b5a0ed11448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63109d2e75049ea" /><Relationship Type="http://schemas.openxmlformats.org/officeDocument/2006/relationships/notesMaster" Target="/ppt/notesMasters/notesMaster1.xml" Id="R4783c44c082a4b4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5c7287bb16149de" /><Relationship Type="http://schemas.openxmlformats.org/officeDocument/2006/relationships/notesMaster" Target="/ppt/notesMasters/notesMaster1.xml" Id="R4710fca21a4a499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3f242b3f77d4d8f" /><Relationship Type="http://schemas.openxmlformats.org/officeDocument/2006/relationships/notesMaster" Target="/ppt/notesMasters/notesMaster1.xml" Id="R8caea487005f4df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7add7eb53824604" /><Relationship Type="http://schemas.openxmlformats.org/officeDocument/2006/relationships/notesMaster" Target="/ppt/notesMasters/notesMaster1.xml" Id="R1c6c03c3269140e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c6107ce27594ab7" /><Relationship Type="http://schemas.openxmlformats.org/officeDocument/2006/relationships/notesMaster" Target="/ppt/notesMasters/notesMaster1.xml" Id="R4c88082c984547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b4536f1b8c84ff0" /><Relationship Type="http://schemas.openxmlformats.org/officeDocument/2006/relationships/notesMaster" Target="/ppt/notesMasters/notesMaster1.xml" Id="Re356f3d7dfe14a6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388ef7e1b4c45ba" /><Relationship Type="http://schemas.openxmlformats.org/officeDocument/2006/relationships/notesMaster" Target="/ppt/notesMasters/notesMaster1.xml" Id="Rfa7113c1fb394b2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c1c1a61ccd74b7b" /><Relationship Type="http://schemas.openxmlformats.org/officeDocument/2006/relationships/notesMaster" Target="/ppt/notesMasters/notesMaster1.xml" Id="Rbb245c6389cf486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af3591ddaa14cf2" /><Relationship Type="http://schemas.openxmlformats.org/officeDocument/2006/relationships/notesMaster" Target="/ppt/notesMasters/notesMaster1.xml" Id="Rc00b6305d0c24a7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d3f394399554529" /><Relationship Type="http://schemas.openxmlformats.org/officeDocument/2006/relationships/notesMaster" Target="/ppt/notesMasters/notesMaster1.xml" Id="R54d87e1382064f7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1593d516f524586" /><Relationship Type="http://schemas.openxmlformats.org/officeDocument/2006/relationships/notesMaster" Target="/ppt/notesMasters/notesMaster1.xml" Id="Rabbe0a468b2b415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6dce45be4d44972" /><Relationship Type="http://schemas.openxmlformats.org/officeDocument/2006/relationships/notesMaster" Target="/ppt/notesMasters/notesMaster1.xml" Id="R8a32a6072c1f44b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419b226cee94e23" /><Relationship Type="http://schemas.openxmlformats.org/officeDocument/2006/relationships/notesMaster" Target="/ppt/notesMasters/notesMaster1.xml" Id="R592158de546b452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1128751c4c2461f" /><Relationship Type="http://schemas.openxmlformats.org/officeDocument/2006/relationships/notesMaster" Target="/ppt/notesMasters/notesMaster1.xml" Id="R0ddec4cefa4e450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7b9a47a545942cd" /><Relationship Type="http://schemas.openxmlformats.org/officeDocument/2006/relationships/notesMaster" Target="/ppt/notesMasters/notesMaster1.xml" Id="Rd19897fc6c004cf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b72fef55c944c6d" /><Relationship Type="http://schemas.openxmlformats.org/officeDocument/2006/relationships/notesMaster" Target="/ppt/notesMasters/notesMaster1.xml" Id="R8159f6c65fe1485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280ff2309f14740" /><Relationship Type="http://schemas.openxmlformats.org/officeDocument/2006/relationships/notesMaster" Target="/ppt/notesMasters/notesMaster1.xml" Id="R9dfe0f18b9374c9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6ee28c16ee04550" /><Relationship Type="http://schemas.openxmlformats.org/officeDocument/2006/relationships/notesMaster" Target="/ppt/notesMasters/notesMaster1.xml" Id="Rbff3fa2548ca4a3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69e3ecb197e48b6" /><Relationship Type="http://schemas.openxmlformats.org/officeDocument/2006/relationships/notesMaster" Target="/ppt/notesMasters/notesMaster1.xml" Id="R6dabb0614be64e0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d9d1886cbcc46ee" /><Relationship Type="http://schemas.openxmlformats.org/officeDocument/2006/relationships/notesMaster" Target="/ppt/notesMasters/notesMaster1.xml" Id="R760bc31cf0ad4b1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5834975af894f60" /><Relationship Type="http://schemas.openxmlformats.org/officeDocument/2006/relationships/notesMaster" Target="/ppt/notesMasters/notesMaster1.xml" Id="R55c86f8eeb554a7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99e7db79fd942d8" /><Relationship Type="http://schemas.openxmlformats.org/officeDocument/2006/relationships/notesMaster" Target="/ppt/notesMasters/notesMaster1.xml" Id="R7e921abea36b449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d656fd2f76e4270" /><Relationship Type="http://schemas.openxmlformats.org/officeDocument/2006/relationships/notesMaster" Target="/ppt/notesMasters/notesMaster1.xml" Id="R38c81b60b67c40a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6dcb72d626d4c94" /><Relationship Type="http://schemas.openxmlformats.org/officeDocument/2006/relationships/notesMaster" Target="/ppt/notesMasters/notesMaster1.xml" Id="R3db75185477d495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93787cf6c6e4b4b" /><Relationship Type="http://schemas.openxmlformats.org/officeDocument/2006/relationships/notesMaster" Target="/ppt/notesMasters/notesMaster1.xml" Id="Raf2cf853e46c436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c3e3048012648b2" /><Relationship Type="http://schemas.openxmlformats.org/officeDocument/2006/relationships/notesMaster" Target="/ppt/notesMasters/notesMaster1.xml" Id="R5dc4f3e84d8840d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70bed1f18d24030" /><Relationship Type="http://schemas.openxmlformats.org/officeDocument/2006/relationships/notesMaster" Target="/ppt/notesMasters/notesMaster1.xml" Id="R668b5d1cdd9d45f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00397e4df2840f8" /><Relationship Type="http://schemas.openxmlformats.org/officeDocument/2006/relationships/notesMaster" Target="/ppt/notesMasters/notesMaster1.xml" Id="Rd67dd6d429024fb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1086264ab244a4a" /><Relationship Type="http://schemas.openxmlformats.org/officeDocument/2006/relationships/notesMaster" Target="/ppt/notesMasters/notesMaster1.xml" Id="R9227fb3f515d48a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3d380b48fa44d80" /><Relationship Type="http://schemas.openxmlformats.org/officeDocument/2006/relationships/notesMaster" Target="/ppt/notesMasters/notesMaster1.xml" Id="R426c3f56ba39498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9d84254434743bc" /><Relationship Type="http://schemas.openxmlformats.org/officeDocument/2006/relationships/notesMaster" Target="/ppt/notesMasters/notesMaster1.xml" Id="Re00c11e8aa64465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fa9c1ac95454c75" /><Relationship Type="http://schemas.openxmlformats.org/officeDocument/2006/relationships/notesMaster" Target="/ppt/notesMasters/notesMaster1.xml" Id="Rb0f99c9836a6498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ee0724f8b764605" /><Relationship Type="http://schemas.openxmlformats.org/officeDocument/2006/relationships/notesMaster" Target="/ppt/notesMasters/notesMaster1.xml" Id="R9a134d665e934fb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4b3e1c53bef46e4" /><Relationship Type="http://schemas.openxmlformats.org/officeDocument/2006/relationships/notesMaster" Target="/ppt/notesMasters/notesMaster1.xml" Id="R72c4db880ea9448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1a77e3828764aa5" /><Relationship Type="http://schemas.openxmlformats.org/officeDocument/2006/relationships/notesMaster" Target="/ppt/notesMasters/notesMaster1.xml" Id="Rdc7bef560d294c10"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21d6c58c8ed429f" /><Relationship Type="http://schemas.openxmlformats.org/officeDocument/2006/relationships/notesMaster" Target="/ppt/notesMasters/notesMaster1.xml" Id="R86073a16750d49a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d0ef48b4e154e4b" /><Relationship Type="http://schemas.openxmlformats.org/officeDocument/2006/relationships/notesMaster" Target="/ppt/notesMasters/notesMaster1.xml" Id="R6f24db84af7447a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6d35332b11b4ec5" /><Relationship Type="http://schemas.openxmlformats.org/officeDocument/2006/relationships/notesMaster" Target="/ppt/notesMasters/notesMaster1.xml" Id="Red6ffe557bd644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메테인 연소를 세 반응으로 나누면</a:t>
            </a:r>
          </a:p>
          <a:p xmlns:a="http://schemas.openxmlformats.org/drawingml/2006/main">
            <a:r>
              <a:t>발화·지도: 천재교육 물질과 에너지 PDF/인쇄87쪽 상단 과정1~3 원본 반응식. 과정1 CH4→C(흑연)+2H2: 생성 반응 역반응 +74.8kJ. 과정2 C+O2→CO2: -393.5kJ. 과정3 2H2+O2→2H2O(l): 2×(-285.8)=-571.6kJ. 세 이미지 동일 2.30 배율. 원본 크롭 출처 assets/formation-v25/provenance.json.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세 반응을 더하면 메테인 연소 반응</a:t>
            </a:r>
          </a:p>
          <a:p xmlns:a="http://schemas.openxmlformats.org/drawingml/2006/main">
            <a:r>
              <a:t>발화·지도: 천재86쪽 총반응 원본, 87쪽 세 반응 합산과 헤스 법칙. 과정1+2+3에서 C(흑연)와2H2를 소거하면 CH4+2O2→CO2+2H2O(l). +74.8-393.5-571.6=-890.3kJ. CH4 1mol이 연소할 때 890.3kJ 방출. 완자121쪽의 생성물 생성 엔탈피 합−반응물 생성 엔탈피 합과 같은 결과.</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ed69f0ac9a48d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3e01f4ff59c44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29df0d39f5488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2b8f2cb9b4b45a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ceac211ff6344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fe247307dcd4e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820616-61BF-443E-AA8B-E398E69D0411}"/>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F44F94A-6990-4350-A684-39D894539F65}"/>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F07E2E-1474-4B85-BA9C-8B5E1C836732}"/>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3D1E11-1A03-4CC5-AA6F-8EA94484E13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99ECECB-A1DA-440C-9672-B2965849F48E}"/>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9A22173-B097-4345-B695-DB49E4847F2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C6115F-921D-42CC-AB4F-E4A9F99AA28A}"/>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8E6CB21-B4E2-40B5-BFEC-7A52AA9A231B}"/>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8E00AD-5494-48A7-A989-69F23B25E93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4E6BA7-5F7D-4199-9591-639A3B06846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13d4a301a049ad" /><Relationship Type="http://schemas.openxmlformats.org/officeDocument/2006/relationships/slideLayout" Target="/ppt/slideLayouts/slideLayout1.xml" Id="R44db3f4c9e90431b" /><Relationship Type="http://schemas.openxmlformats.org/officeDocument/2006/relationships/slideLayout" Target="/ppt/slideLayouts/slideLayout2.xml" Id="R37ed1492a09f457f" /><Relationship Type="http://schemas.openxmlformats.org/officeDocument/2006/relationships/slideLayout" Target="/ppt/slideLayouts/slideLayout3.xml" Id="R560cb24abcf14747" /><Relationship Type="http://schemas.openxmlformats.org/officeDocument/2006/relationships/slideLayout" Target="/ppt/slideLayouts/slideLayout4.xml" Id="Rc672a6d335634bea" /><Relationship Type="http://schemas.openxmlformats.org/officeDocument/2006/relationships/slideLayout" Target="/ppt/slideLayouts/slideLayout5.xml" Id="Rc5586c6940054c7b" /><Relationship Type="http://schemas.openxmlformats.org/officeDocument/2006/relationships/slideLayout" Target="/ppt/slideLayouts/slideLayout6.xml" Id="R641c057d17cf47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db3f4c9e90431b"/>
    <p:sldLayoutId xmlns:r="http://schemas.openxmlformats.org/officeDocument/2006/relationships" id="2147483650" r:id="R37ed1492a09f457f"/>
    <p:sldLayoutId xmlns:r="http://schemas.openxmlformats.org/officeDocument/2006/relationships" id="2147483651" r:id="R560cb24abcf14747"/>
    <p:sldLayoutId xmlns:r="http://schemas.openxmlformats.org/officeDocument/2006/relationships" id="2147483652" r:id="Rc672a6d335634bea"/>
    <p:sldLayoutId xmlns:r="http://schemas.openxmlformats.org/officeDocument/2006/relationships" id="2147483653" r:id="Rc5586c6940054c7b"/>
    <p:sldLayoutId xmlns:r="http://schemas.openxmlformats.org/officeDocument/2006/relationships" id="2147483654" r:id="R641c057d17cf47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13c5fd1bcf345c9" /><Relationship Type="http://schemas.openxmlformats.org/officeDocument/2006/relationships/image" Target="/ppt/media/image.png" Id="Rf046bc0dd6f04926" /><Relationship Type="http://schemas.openxmlformats.org/officeDocument/2006/relationships/image" Target="/ppt/media/image2.png" Id="R89b64dd24ce54abf" /><Relationship Type="http://schemas.openxmlformats.org/officeDocument/2006/relationships/image" Target="/ppt/media/image3.png" Id="Rce4431851d5d436e" /><Relationship Type="http://schemas.openxmlformats.org/officeDocument/2006/relationships/notesSlide" Target="/ppt/notesSlides/notesSlide1.xml" Id="R27942c300c874a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5e99b9d70ad44bd" /><Relationship Type="http://schemas.openxmlformats.org/officeDocument/2006/relationships/image" Target="/ppt/media/image4.png" Id="R0f4b7a44e0124d2d" /><Relationship Type="http://schemas.openxmlformats.org/officeDocument/2006/relationships/image" Target="/ppt/media/image5.png" Id="Rd38ab1182cd54640" /><Relationship Type="http://schemas.openxmlformats.org/officeDocument/2006/relationships/notesSlide" Target="/ppt/notesSlides/notesSlide2.xml" Id="R9eb88667c69240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158a20aae024ac5" /><Relationship Type="http://schemas.openxmlformats.org/officeDocument/2006/relationships/image" Target="/ppt/media/image6.png" Id="Red8e1f10a2d84289" /><Relationship Type="http://schemas.openxmlformats.org/officeDocument/2006/relationships/notesSlide" Target="/ppt/notesSlides/notesSlide3.xml" Id="R1e0c7f4b4c7041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f84538823634e1e" /><Relationship Type="http://schemas.openxmlformats.org/officeDocument/2006/relationships/image" Target="/ppt/media/image7.png" Id="Rbd8fa886b65d44c7" /><Relationship Type="http://schemas.openxmlformats.org/officeDocument/2006/relationships/image" Target="/ppt/media/image8.png" Id="R68cfe2a464024d70" /><Relationship Type="http://schemas.openxmlformats.org/officeDocument/2006/relationships/notesSlide" Target="/ppt/notesSlides/notesSlide4.xml" Id="R38f6acd6bfc244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b5c959485c04556" /><Relationship Type="http://schemas.openxmlformats.org/officeDocument/2006/relationships/image" Target="/ppt/media/image9.png" Id="R640b55f869164db9" /><Relationship Type="http://schemas.openxmlformats.org/officeDocument/2006/relationships/image" Target="/ppt/media/image10.png" Id="Rfc48584502bc4db3" /><Relationship Type="http://schemas.openxmlformats.org/officeDocument/2006/relationships/notesSlide" Target="/ppt/notesSlides/notesSlide5.xml" Id="Rd0cc02ea9bf646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67a2e88ac5742bb" /><Relationship Type="http://schemas.openxmlformats.org/officeDocument/2006/relationships/image" Target="/ppt/media/image11.png" Id="Re6d390511d02435b" /><Relationship Type="http://schemas.openxmlformats.org/officeDocument/2006/relationships/notesSlide" Target="/ppt/notesSlides/notesSlide6.xml" Id="Rfdafd95a99ff40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3fff3299f324ca3" /><Relationship Type="http://schemas.openxmlformats.org/officeDocument/2006/relationships/image" Target="/ppt/media/image12.png" Id="R0eb1f7b99d4d409d" /><Relationship Type="http://schemas.openxmlformats.org/officeDocument/2006/relationships/image" Target="/ppt/media/image13.png" Id="Rafd765e563434c31" /><Relationship Type="http://schemas.openxmlformats.org/officeDocument/2006/relationships/image" Target="/ppt/media/image14.png" Id="R1e84207a32ae420a" /><Relationship Type="http://schemas.openxmlformats.org/officeDocument/2006/relationships/image" Target="/ppt/media/image15.png" Id="R5b89fc241344431c" /><Relationship Type="http://schemas.openxmlformats.org/officeDocument/2006/relationships/notesSlide" Target="/ppt/notesSlides/notesSlide7.xml" Id="R02694cb56b6a4c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8e5006ccc3644e0" /><Relationship Type="http://schemas.openxmlformats.org/officeDocument/2006/relationships/image" Target="/ppt/media/image16.png" Id="Ra5a2fb2ece844be5" /><Relationship Type="http://schemas.openxmlformats.org/officeDocument/2006/relationships/image" Target="/ppt/media/image17.png" Id="R183d7696158b4417" /><Relationship Type="http://schemas.openxmlformats.org/officeDocument/2006/relationships/notesSlide" Target="/ppt/notesSlides/notesSlide8.xml" Id="Reb091f459d2e4d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88e581280b24271" /><Relationship Type="http://schemas.openxmlformats.org/officeDocument/2006/relationships/image" Target="/ppt/media/image18.png" Id="R6b1b72475f8b461c" /><Relationship Type="http://schemas.openxmlformats.org/officeDocument/2006/relationships/image" Target="/ppt/media/image19.png" Id="Rd5d4bebc3fa6497c" /><Relationship Type="http://schemas.openxmlformats.org/officeDocument/2006/relationships/image" Target="/ppt/media/image20.png" Id="R5d810aab55064835" /><Relationship Type="http://schemas.openxmlformats.org/officeDocument/2006/relationships/image" Target="/ppt/media/image21.png" Id="R3755b708dade413e" /><Relationship Type="http://schemas.openxmlformats.org/officeDocument/2006/relationships/notesSlide" Target="/ppt/notesSlides/notesSlide9.xml" Id="Rc105a4af924244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af4a58c0b254fd4" /><Relationship Type="http://schemas.openxmlformats.org/officeDocument/2006/relationships/image" Target="/ppt/media/image22.png" Id="R56fe4d10de5f4f22" /><Relationship Type="http://schemas.openxmlformats.org/officeDocument/2006/relationships/image" Target="/ppt/media/image23.png" Id="Rec50601831534bf3" /><Relationship Type="http://schemas.openxmlformats.org/officeDocument/2006/relationships/image" Target="/ppt/media/image24.png" Id="Rf6c7b9a001e7489e" /><Relationship Type="http://schemas.openxmlformats.org/officeDocument/2006/relationships/notesSlide" Target="/ppt/notesSlides/notesSlide10.xml" Id="Rdbf3c6ee56b34e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c997e4da08140ea" /><Relationship Type="http://schemas.openxmlformats.org/officeDocument/2006/relationships/image" Target="/ppt/media/image25.png" Id="R3a2f5630598645ae" /><Relationship Type="http://schemas.openxmlformats.org/officeDocument/2006/relationships/image" Target="/ppt/media/image26.png" Id="R76bb925c8e2e4820" /><Relationship Type="http://schemas.openxmlformats.org/officeDocument/2006/relationships/image" Target="/ppt/media/image27.png" Id="R07ba0874002e4cb0" /><Relationship Type="http://schemas.openxmlformats.org/officeDocument/2006/relationships/notesSlide" Target="/ppt/notesSlides/notesSlide11.xml" Id="Rc49794f0215f42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855b44be52e4777" /><Relationship Type="http://schemas.openxmlformats.org/officeDocument/2006/relationships/image" Target="/ppt/media/image28.png" Id="R9a19577103dd4cf9" /><Relationship Type="http://schemas.openxmlformats.org/officeDocument/2006/relationships/notesSlide" Target="/ppt/notesSlides/notesSlide12.xml" Id="R4478db8413cb4c0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a7d587015984d21" /><Relationship Type="http://schemas.openxmlformats.org/officeDocument/2006/relationships/image" Target="/ppt/media/image29.png" Id="R0e6ac9d64b154224" /><Relationship Type="http://schemas.openxmlformats.org/officeDocument/2006/relationships/image" Target="/ppt/media/image30.png" Id="R9c67699e916148dd" /><Relationship Type="http://schemas.openxmlformats.org/officeDocument/2006/relationships/notesSlide" Target="/ppt/notesSlides/notesSlide13.xml" Id="R2715fc649ac74af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ea32e12e046455b" /><Relationship Type="http://schemas.openxmlformats.org/officeDocument/2006/relationships/image" Target="/ppt/media/image31.png" Id="R7866efab5d954ba7" /><Relationship Type="http://schemas.openxmlformats.org/officeDocument/2006/relationships/image" Target="/ppt/media/image32.png" Id="Rff0e8a7c6dcc4ad6" /><Relationship Type="http://schemas.openxmlformats.org/officeDocument/2006/relationships/notesSlide" Target="/ppt/notesSlides/notesSlide14.xml" Id="R1286c75cafd44eb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f6e344386c34b86" /><Relationship Type="http://schemas.openxmlformats.org/officeDocument/2006/relationships/image" Target="/ppt/media/image33.png" Id="R97308e2875564575" /><Relationship Type="http://schemas.openxmlformats.org/officeDocument/2006/relationships/image" Target="/ppt/media/image34.png" Id="R77a8e3a8c9a94669" /><Relationship Type="http://schemas.openxmlformats.org/officeDocument/2006/relationships/image" Target="/ppt/media/image35.png" Id="R1a8f8eabb61d4a78" /><Relationship Type="http://schemas.openxmlformats.org/officeDocument/2006/relationships/image" Target="/ppt/media/image36.png" Id="R8e76172661c847ba" /><Relationship Type="http://schemas.openxmlformats.org/officeDocument/2006/relationships/notesSlide" Target="/ppt/notesSlides/notesSlide15.xml" Id="R2ec3109f146845c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e090b9f5e4e4fa1" /><Relationship Type="http://schemas.openxmlformats.org/officeDocument/2006/relationships/image" Target="/ppt/media/image37.png" Id="R3fdd6edd477d4aad" /><Relationship Type="http://schemas.openxmlformats.org/officeDocument/2006/relationships/image" Target="/ppt/media/image38.png" Id="Rf74b65be4ddd49f3" /><Relationship Type="http://schemas.openxmlformats.org/officeDocument/2006/relationships/notesSlide" Target="/ppt/notesSlides/notesSlide16.xml" Id="Rfc83bc547a61435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93bd43d13e14c2d" /><Relationship Type="http://schemas.openxmlformats.org/officeDocument/2006/relationships/image" Target="/ppt/media/image39.png" Id="Rb7738782deb643bb" /><Relationship Type="http://schemas.openxmlformats.org/officeDocument/2006/relationships/image" Target="/ppt/media/image40.png" Id="R7fdb4f227bed4119" /><Relationship Type="http://schemas.openxmlformats.org/officeDocument/2006/relationships/image" Target="/ppt/media/image41.png" Id="R365ab800122c489a" /><Relationship Type="http://schemas.openxmlformats.org/officeDocument/2006/relationships/notesSlide" Target="/ppt/notesSlides/notesSlide17.xml" Id="Rd26d6b396d65432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372ec9a770c4aee" /><Relationship Type="http://schemas.openxmlformats.org/officeDocument/2006/relationships/image" Target="/ppt/media/image42.png" Id="Ra97e7d5d961142bd" /><Relationship Type="http://schemas.openxmlformats.org/officeDocument/2006/relationships/image" Target="/ppt/media/image43.png" Id="R50ebd799e7a14c6c" /><Relationship Type="http://schemas.openxmlformats.org/officeDocument/2006/relationships/image" Target="/ppt/media/image44.png" Id="Rcc2afd8573c24bc0" /><Relationship Type="http://schemas.openxmlformats.org/officeDocument/2006/relationships/notesSlide" Target="/ppt/notesSlides/notesSlide18.xml" Id="Rfa6ec320045f418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dc0d86988f24b55" /><Relationship Type="http://schemas.openxmlformats.org/officeDocument/2006/relationships/image" Target="/ppt/media/image45.png" Id="R2cf56a68db4e465c" /><Relationship Type="http://schemas.openxmlformats.org/officeDocument/2006/relationships/image" Target="/ppt/media/image46.png" Id="Rcae7bdea76b64ccb" /><Relationship Type="http://schemas.openxmlformats.org/officeDocument/2006/relationships/image" Target="/ppt/media/image47.png" Id="R79aafbc61b724413" /><Relationship Type="http://schemas.openxmlformats.org/officeDocument/2006/relationships/notesSlide" Target="/ppt/notesSlides/notesSlide19.xml" Id="Ra41cdbbe7a46481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45462d5d1284f96" /><Relationship Type="http://schemas.openxmlformats.org/officeDocument/2006/relationships/image" Target="/ppt/media/image48.png" Id="R96010c1e6b3b4710" /><Relationship Type="http://schemas.openxmlformats.org/officeDocument/2006/relationships/notesSlide" Target="/ppt/notesSlides/notesSlide20.xml" Id="Rb08059e3ac77407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acffdf2367c433b" /><Relationship Type="http://schemas.openxmlformats.org/officeDocument/2006/relationships/image" Target="/ppt/media/image49.png" Id="R682619674c534097" /><Relationship Type="http://schemas.openxmlformats.org/officeDocument/2006/relationships/image" Target="/ppt/media/image50.png" Id="R3a0a1ae4bf1442e9" /><Relationship Type="http://schemas.openxmlformats.org/officeDocument/2006/relationships/image" Target="/ppt/media/image51.png" Id="R5b50b771d0cb40f4" /><Relationship Type="http://schemas.openxmlformats.org/officeDocument/2006/relationships/notesSlide" Target="/ppt/notesSlides/notesSlide21.xml" Id="Rc5716a6aecb8417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c1f41af3418404b" /><Relationship Type="http://schemas.openxmlformats.org/officeDocument/2006/relationships/image" Target="/ppt/media/image52.png" Id="Rda9306436dab4a12" /><Relationship Type="http://schemas.openxmlformats.org/officeDocument/2006/relationships/image" Target="/ppt/media/image53.png" Id="Rfc995e871cd84c4c" /><Relationship Type="http://schemas.openxmlformats.org/officeDocument/2006/relationships/image" Target="/ppt/media/image54.png" Id="R5ac48278a07f4e6c" /><Relationship Type="http://schemas.openxmlformats.org/officeDocument/2006/relationships/notesSlide" Target="/ppt/notesSlides/notesSlide22.xml" Id="R4c079d7257214b0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d5b6d1b0b604e68" /><Relationship Type="http://schemas.openxmlformats.org/officeDocument/2006/relationships/image" Target="/ppt/media/image55.png" Id="Rce67caa4ab074629" /><Relationship Type="http://schemas.openxmlformats.org/officeDocument/2006/relationships/image" Target="/ppt/media/image56.png" Id="Rdbeb6b47123743f1" /><Relationship Type="http://schemas.openxmlformats.org/officeDocument/2006/relationships/notesSlide" Target="/ppt/notesSlides/notesSlide23.xml" Id="Rfc56ae777fb9428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0ac277b446d485a" /><Relationship Type="http://schemas.openxmlformats.org/officeDocument/2006/relationships/image" Target="/ppt/media/image57.png" Id="Rd7040eb229a94c15" /><Relationship Type="http://schemas.openxmlformats.org/officeDocument/2006/relationships/image" Target="/ppt/media/image58.png" Id="Rb949c6112b3a4f0a" /><Relationship Type="http://schemas.openxmlformats.org/officeDocument/2006/relationships/notesSlide" Target="/ppt/notesSlides/notesSlide24.xml" Id="R674ea5dacafb4f6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f4a9cb0857b4cab" /><Relationship Type="http://schemas.openxmlformats.org/officeDocument/2006/relationships/image" Target="/ppt/media/image59.png" Id="R0c44baa571c54d63" /><Relationship Type="http://schemas.openxmlformats.org/officeDocument/2006/relationships/image" Target="/ppt/media/image60.png" Id="Rdb42ab1193d74660" /><Relationship Type="http://schemas.openxmlformats.org/officeDocument/2006/relationships/notesSlide" Target="/ppt/notesSlides/notesSlide25.xml" Id="Ra402b7eb4e2e420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edf6556c0a84da8" /><Relationship Type="http://schemas.openxmlformats.org/officeDocument/2006/relationships/image" Target="/ppt/media/image61.png" Id="R88a1748cbd674475" /><Relationship Type="http://schemas.openxmlformats.org/officeDocument/2006/relationships/notesSlide" Target="/ppt/notesSlides/notesSlide26.xml" Id="R4a430d2fcea94ce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1d842be06634183" /><Relationship Type="http://schemas.openxmlformats.org/officeDocument/2006/relationships/image" Target="/ppt/media/image62.png" Id="Rc431a4e80fed481c" /><Relationship Type="http://schemas.openxmlformats.org/officeDocument/2006/relationships/notesSlide" Target="/ppt/notesSlides/notesSlide27.xml" Id="R06c9cb7c3a084a4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908cfda8f0b4640" /><Relationship Type="http://schemas.openxmlformats.org/officeDocument/2006/relationships/image" Target="/ppt/media/image63.png" Id="Rd7cb646a2ecb4463" /><Relationship Type="http://schemas.openxmlformats.org/officeDocument/2006/relationships/notesSlide" Target="/ppt/notesSlides/notesSlide28.xml" Id="Rd995e23707e84a9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655a456763c4c6e" /><Relationship Type="http://schemas.openxmlformats.org/officeDocument/2006/relationships/image" Target="/ppt/media/image64.png" Id="Ra79c64846d174d6e" /><Relationship Type="http://schemas.openxmlformats.org/officeDocument/2006/relationships/notesSlide" Target="/ppt/notesSlides/notesSlide29.xml" Id="R11f15b33a0d1496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ca53761ddbc4659" /><Relationship Type="http://schemas.openxmlformats.org/officeDocument/2006/relationships/image" Target="/ppt/media/image65.png" Id="R3a04bc096b3f49c6" /><Relationship Type="http://schemas.openxmlformats.org/officeDocument/2006/relationships/notesSlide" Target="/ppt/notesSlides/notesSlide30.xml" Id="Rc5436af3c86541a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6fc0b1c768c467b" /><Relationship Type="http://schemas.openxmlformats.org/officeDocument/2006/relationships/image" Target="/ppt/media/image66.png" Id="Re6b4613fe0754f6b" /><Relationship Type="http://schemas.openxmlformats.org/officeDocument/2006/relationships/image" Target="/ppt/media/image67.png" Id="R01dcab8608184b5b" /><Relationship Type="http://schemas.openxmlformats.org/officeDocument/2006/relationships/image" Target="/ppt/media/image68.png" Id="Rb26c0edef1ab4d44" /><Relationship Type="http://schemas.openxmlformats.org/officeDocument/2006/relationships/notesSlide" Target="/ppt/notesSlides/notesSlide31.xml" Id="Rc6d954cf05d6489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756340a46074ab0" /><Relationship Type="http://schemas.openxmlformats.org/officeDocument/2006/relationships/image" Target="/ppt/media/image69.png" Id="R942c4ba784894022" /><Relationship Type="http://schemas.openxmlformats.org/officeDocument/2006/relationships/image" Target="/ppt/media/image70.png" Id="R5dcd1475de7442b4" /><Relationship Type="http://schemas.openxmlformats.org/officeDocument/2006/relationships/image" Target="/ppt/media/image71.png" Id="R99c5a2ff4c4c4e3f" /><Relationship Type="http://schemas.openxmlformats.org/officeDocument/2006/relationships/image" Target="/ppt/media/image72.png" Id="Ra850488f1b3f45fa" /><Relationship Type="http://schemas.openxmlformats.org/officeDocument/2006/relationships/image" Target="/ppt/media/image73.png" Id="Rf0ab82356155434e" /><Relationship Type="http://schemas.openxmlformats.org/officeDocument/2006/relationships/notesSlide" Target="/ppt/notesSlides/notesSlide32.xml" Id="Rfa883fd9955e438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5149b5342ca4bcf" /><Relationship Type="http://schemas.openxmlformats.org/officeDocument/2006/relationships/image" Target="/ppt/media/image74.png" Id="Rf64f52e24eef4ebe" /><Relationship Type="http://schemas.openxmlformats.org/officeDocument/2006/relationships/image" Target="/ppt/media/image75.png" Id="R4e029aa4f822420e" /><Relationship Type="http://schemas.openxmlformats.org/officeDocument/2006/relationships/notesSlide" Target="/ppt/notesSlides/notesSlide33.xml" Id="R668bce11a1c245d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0f87cedffaa4ec5" /><Relationship Type="http://schemas.openxmlformats.org/officeDocument/2006/relationships/image" Target="/ppt/media/image76.png" Id="R3fabc54ec9904993" /><Relationship Type="http://schemas.openxmlformats.org/officeDocument/2006/relationships/notesSlide" Target="/ppt/notesSlides/notesSlide34.xml" Id="Rc67295f5fe10445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a90827e2a994386" /><Relationship Type="http://schemas.openxmlformats.org/officeDocument/2006/relationships/image" Target="/ppt/media/image77.png" Id="Rc20fd19dcfba4691" /><Relationship Type="http://schemas.openxmlformats.org/officeDocument/2006/relationships/notesSlide" Target="/ppt/notesSlides/notesSlide35.xml" Id="R69ed0264cbae460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601ec48bc4c4489" /><Relationship Type="http://schemas.openxmlformats.org/officeDocument/2006/relationships/image" Target="/ppt/media/image78.png" Id="R17cd64a3d098461c" /><Relationship Type="http://schemas.openxmlformats.org/officeDocument/2006/relationships/image" Target="/ppt/media/image79.png" Id="Ree9bbac13f2343fa" /><Relationship Type="http://schemas.openxmlformats.org/officeDocument/2006/relationships/notesSlide" Target="/ppt/notesSlides/notesSlide36.xml" Id="Rdbe5065ef15d484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02c47db6e6ae4415" /><Relationship Type="http://schemas.openxmlformats.org/officeDocument/2006/relationships/image" Target="/ppt/media/image80.png" Id="R2c3d4648148b4b66" /><Relationship Type="http://schemas.openxmlformats.org/officeDocument/2006/relationships/image" Target="/ppt/media/image81.png" Id="R6cef8a48d6f14435" /><Relationship Type="http://schemas.openxmlformats.org/officeDocument/2006/relationships/image" Target="/ppt/media/image82.png" Id="R45316554e5ba4661" /><Relationship Type="http://schemas.openxmlformats.org/officeDocument/2006/relationships/image" Target="/ppt/media/image83.png" Id="Rd96bed7aacb94b56" /><Relationship Type="http://schemas.openxmlformats.org/officeDocument/2006/relationships/notesSlide" Target="/ppt/notesSlides/notesSlide37.xml" Id="R9f8abee7bbc6456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699c246ce8f4fce" /><Relationship Type="http://schemas.openxmlformats.org/officeDocument/2006/relationships/image" Target="/ppt/media/image84.png" Id="R3d532a72145847bd" /><Relationship Type="http://schemas.openxmlformats.org/officeDocument/2006/relationships/image" Target="/ppt/media/image85.png" Id="R384b7accea5649f1" /><Relationship Type="http://schemas.openxmlformats.org/officeDocument/2006/relationships/notesSlide" Target="/ppt/notesSlides/notesSlide38.xml" Id="Ra32ac91da21344a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cf373b6c2d194066" /><Relationship Type="http://schemas.openxmlformats.org/officeDocument/2006/relationships/image" Target="/ppt/media/image86.png" Id="Re0f72bd8f0fb41ad" /><Relationship Type="http://schemas.openxmlformats.org/officeDocument/2006/relationships/image" Target="/ppt/media/image87.png" Id="R13bad6274afd40b6" /><Relationship Type="http://schemas.openxmlformats.org/officeDocument/2006/relationships/image" Target="/ppt/media/image88.png" Id="R3e4d1500c9a644fa" /><Relationship Type="http://schemas.openxmlformats.org/officeDocument/2006/relationships/notesSlide" Target="/ppt/notesSlides/notesSlide39.xml" Id="R6364402fddb8414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4f6fb7a38a4b41d5" /><Relationship Type="http://schemas.openxmlformats.org/officeDocument/2006/relationships/image" Target="/ppt/media/image89.png" Id="R34cafa49730543ae" /><Relationship Type="http://schemas.openxmlformats.org/officeDocument/2006/relationships/notesSlide" Target="/ppt/notesSlides/notesSlide40.xml" Id="R395ae92cd4354b8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6cc2c9a13b5947e1" /><Relationship Type="http://schemas.openxmlformats.org/officeDocument/2006/relationships/image" Target="/ppt/media/image90.png" Id="R617f01b5db394be0" /><Relationship Type="http://schemas.openxmlformats.org/officeDocument/2006/relationships/image" Target="/ppt/media/image91.png" Id="Rd52da6dbb1ad4405" /><Relationship Type="http://schemas.openxmlformats.org/officeDocument/2006/relationships/notesSlide" Target="/ppt/notesSlides/notesSlide41.xml" Id="R1f7b5ec78ea9481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9ad4551e265745ad" /><Relationship Type="http://schemas.openxmlformats.org/officeDocument/2006/relationships/image" Target="/ppt/media/image92.png" Id="R5eac5bc13e054e0c" /><Relationship Type="http://schemas.openxmlformats.org/officeDocument/2006/relationships/image" Target="/ppt/media/image93.png" Id="R2d3e068de9064c42" /><Relationship Type="http://schemas.openxmlformats.org/officeDocument/2006/relationships/image" Target="/ppt/media/image94.png" Id="R9793c90a54a847a9" /><Relationship Type="http://schemas.openxmlformats.org/officeDocument/2006/relationships/image" Target="/ppt/media/image95.png" Id="R41c0485ce418484a" /><Relationship Type="http://schemas.openxmlformats.org/officeDocument/2006/relationships/image" Target="/ppt/media/image96.png" Id="Rf3bc66d38b0f4ea9" /><Relationship Type="http://schemas.openxmlformats.org/officeDocument/2006/relationships/notesSlide" Target="/ppt/notesSlides/notesSlide42.xml" Id="R7f0c47d9e269415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bbcc6128170e4e2f" /><Relationship Type="http://schemas.openxmlformats.org/officeDocument/2006/relationships/image" Target="/ppt/media/image97.png" Id="Ra933a8c643ac4a90" /><Relationship Type="http://schemas.openxmlformats.org/officeDocument/2006/relationships/image" Target="/ppt/media/image98.png" Id="Ra49b59751b1d44e9" /><Relationship Type="http://schemas.openxmlformats.org/officeDocument/2006/relationships/image" Target="/ppt/media/image99.png" Id="R6ffa07eb20644a38" /><Relationship Type="http://schemas.openxmlformats.org/officeDocument/2006/relationships/notesSlide" Target="/ppt/notesSlides/notesSlide43.xml" Id="Rb6991752a49f4b5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e37ab0db45234d07" /><Relationship Type="http://schemas.openxmlformats.org/officeDocument/2006/relationships/image" Target="/ppt/media/image100.png" Id="R622dbd2908eb4691" /><Relationship Type="http://schemas.openxmlformats.org/officeDocument/2006/relationships/notesSlide" Target="/ppt/notesSlides/notesSlide44.xml" Id="R5ee6bfbba90a473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31b155478a3141c6" /><Relationship Type="http://schemas.openxmlformats.org/officeDocument/2006/relationships/image" Target="/ppt/media/image101.png" Id="Re052070334854a7d" /><Relationship Type="http://schemas.openxmlformats.org/officeDocument/2006/relationships/notesSlide" Target="/ppt/notesSlides/notesSlide45.xml" Id="R55c52aedd4634c5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36b61ac7394e4d14" /><Relationship Type="http://schemas.openxmlformats.org/officeDocument/2006/relationships/image" Target="/ppt/media/image102.png" Id="R02502f4569894a90" /><Relationship Type="http://schemas.openxmlformats.org/officeDocument/2006/relationships/notesSlide" Target="/ppt/notesSlides/notesSlide46.xml" Id="R113976e266a8479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c4cbe792af2440a0" /><Relationship Type="http://schemas.openxmlformats.org/officeDocument/2006/relationships/image" Target="/ppt/media/image103.png" Id="Rbd974ae2c05b470c" /><Relationship Type="http://schemas.openxmlformats.org/officeDocument/2006/relationships/notesSlide" Target="/ppt/notesSlides/notesSlide47.xml" Id="Rfd256caed1e04cb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e820415a480a40a3" /><Relationship Type="http://schemas.openxmlformats.org/officeDocument/2006/relationships/image" Target="/ppt/media/image104.png" Id="R78203bb8da7a4939" /><Relationship Type="http://schemas.openxmlformats.org/officeDocument/2006/relationships/notesSlide" Target="/ppt/notesSlides/notesSlide48.xml" Id="R764b979bdf9b46c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7af4dbd55b4842fa" /><Relationship Type="http://schemas.openxmlformats.org/officeDocument/2006/relationships/image" Target="/ppt/media/image105.png" Id="Ra2f69523543e4039" /><Relationship Type="http://schemas.openxmlformats.org/officeDocument/2006/relationships/image" Target="/ppt/media/image106.png" Id="R7e97ac3b31d54d30" /><Relationship Type="http://schemas.openxmlformats.org/officeDocument/2006/relationships/image" Target="/ppt/media/image107.png" Id="R7d7189e15b674b6f" /><Relationship Type="http://schemas.openxmlformats.org/officeDocument/2006/relationships/image" Target="/ppt/media/image108.png" Id="R801d111435d54452" /><Relationship Type="http://schemas.openxmlformats.org/officeDocument/2006/relationships/notesSlide" Target="/ppt/notesSlides/notesSlide49.xml" Id="Reec80ecef452496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36a90c739ffe4677" /><Relationship Type="http://schemas.openxmlformats.org/officeDocument/2006/relationships/image" Target="/ppt/media/image109.png" Id="R182f938868dc40bd" /><Relationship Type="http://schemas.openxmlformats.org/officeDocument/2006/relationships/notesSlide" Target="/ppt/notesSlides/notesSlide50.xml" Id="R6f501f3f2e2946f5"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1A4FAB4-37F9-43A9-9028-543AC279B75D}"/>
              </a:ext>
            </a:extLst>
          </p:cNvPr>
          <p:cNvPicPr>
            <a:picLocks xmlns:a="http://schemas.openxmlformats.org/drawingml/2006/main" noChangeAspect="1"/>
          </p:cNvPicPr>
          <p:nvPr/>
        </p:nvPicPr>
        <p:blipFill>
          <a:blip xmlns:r="http://schemas.openxmlformats.org/officeDocument/2006/relationships" xmlns:a="http://schemas.openxmlformats.org/drawingml/2006/main" r:embed="Rf046bc0dd6f04926"/>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5E1AF1C7-DB3A-471E-90CF-06E67FE289D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2E40682A-005B-4E4B-BFAE-C2234C826509}"/>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7014BC61-9D6A-440B-BE0F-B16C1E331ACC}"/>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18115D94-367F-43ED-B180-264547B68B91}"/>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CE5DA77D-6D7B-4143-A335-C70F2ED1E7DB}"/>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31F533D9-A176-48EC-84DE-466CC2ACAF10}"/>
              </a:ext>
            </a:extLst>
          </p:cNvPr>
          <p:cNvPicPr>
            <a:picLocks xmlns:a="http://schemas.openxmlformats.org/drawingml/2006/main" noChangeAspect="1"/>
          </p:cNvPicPr>
          <p:nvPr/>
        </p:nvPicPr>
        <p:blipFill>
          <a:blip xmlns:r="http://schemas.openxmlformats.org/officeDocument/2006/relationships" xmlns:a="http://schemas.openxmlformats.org/drawingml/2006/main" r:embed="R89b64dd24ce54ab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34CDB5F-3749-4F89-9594-EDA03F842CC6}"/>
              </a:ext>
            </a:extLst>
          </p:cNvPr>
          <p:cNvPicPr>
            <a:picLocks xmlns:a="http://schemas.openxmlformats.org/drawingml/2006/main" noChangeAspect="1"/>
          </p:cNvPicPr>
          <p:nvPr/>
        </p:nvPicPr>
        <p:blipFill>
          <a:blip xmlns:r="http://schemas.openxmlformats.org/officeDocument/2006/relationships" xmlns:a="http://schemas.openxmlformats.org/drawingml/2006/main" r:embed="Rce4431851d5d436e"/>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85AF7081-ECFB-46B0-942D-84F9A7D3782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11357571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B923D95-F53F-4EAD-85EF-E7C3C0EEE2E7}"/>
              </a:ext>
            </a:extLst>
          </p:cNvPr>
          <p:cNvPicPr>
            <a:picLocks xmlns:a="http://schemas.openxmlformats.org/drawingml/2006/main" noChangeAspect="1"/>
          </p:cNvPicPr>
          <p:nvPr/>
        </p:nvPicPr>
        <p:blipFill>
          <a:blip xmlns:r="http://schemas.openxmlformats.org/officeDocument/2006/relationships" xmlns:a="http://schemas.openxmlformats.org/drawingml/2006/main" r:embed="R0f4b7a44e0124d2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E0DDF22-B13E-4EC7-9E6C-025FD43A71E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0E32FCE-E0EB-4D93-91EF-6763DF32EC6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E5703E1D-7C96-482C-9990-15DA2DEF206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2A4EAD8-741C-45D1-A22A-FA1457EC5E6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DF207D75-C535-4AA4-83E6-8AE907600C2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2D2C186A-D8F4-4BE1-8B46-A05DFCDEA2D1}"/>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446708D9-9902-4647-BF53-6BC9EA6AA89C}"/>
              </a:ext>
            </a:extLst>
          </p:cNvPr>
          <p:cNvPicPr>
            <a:picLocks xmlns:a="http://schemas.openxmlformats.org/drawingml/2006/main" noChangeAspect="1"/>
          </p:cNvPicPr>
          <p:nvPr/>
        </p:nvPicPr>
        <p:blipFill>
          <a:blip xmlns:r="http://schemas.openxmlformats.org/officeDocument/2006/relationships" xmlns:a="http://schemas.openxmlformats.org/drawingml/2006/main" r:embed="Rd38ab1182cd54640"/>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7682793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48EF76E7-0E69-47E2-BA31-0C79811C7167}"/>
              </a:ext>
            </a:extLst>
          </p:cNvPr>
          <p:cNvPicPr>
            <a:picLocks xmlns:a="http://schemas.openxmlformats.org/drawingml/2006/main" noChangeAspect="1"/>
          </p:cNvPicPr>
          <p:nvPr/>
        </p:nvPicPr>
        <p:blipFill>
          <a:blip xmlns:r="http://schemas.openxmlformats.org/officeDocument/2006/relationships" xmlns:a="http://schemas.openxmlformats.org/drawingml/2006/main" r:embed="Red8e1f10a2d8428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5ABA029-F310-49A1-9FF2-2E94D69E26B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02A012D-1419-4A8A-88F0-0F54CE316775}"/>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728F8679-C1AA-4D3C-A6F4-12ED2205D8D6}"/>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9432326A-E86D-4773-A9D4-D0313D3A82D3}"/>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A33D8BCE-DD1A-4BBE-8D80-B016DCE84888}"/>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A1B54472-BF27-47C7-8EBE-253B8F628F0D}"/>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156A2374-D882-433E-96BE-6518C8606AC5}"/>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410BD4B0-CF09-49D2-A8CA-E6A67A08080A}"/>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E7E2C79C-B606-4033-925B-818DFFE261CF}"/>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8C453CE3-765F-48CE-8338-56D7162B669E}"/>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A5DA6496-8273-4E74-AD6C-EC7DF806CC0A}"/>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9E1AF81E-2F2B-49D5-8263-1046571D1642}"/>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150DB950-8729-423B-92A8-6402133D36E8}"/>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FF34C081-3796-4B86-B263-87507AA8D54E}"/>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20991303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973CDA08-DB93-4C90-90EB-DA09093502CE}"/>
              </a:ext>
            </a:extLst>
          </p:cNvPr>
          <p:cNvPicPr>
            <a:picLocks xmlns:a="http://schemas.openxmlformats.org/drawingml/2006/main" noChangeAspect="1"/>
          </p:cNvPicPr>
          <p:nvPr/>
        </p:nvPicPr>
        <p:blipFill>
          <a:blip xmlns:r="http://schemas.openxmlformats.org/officeDocument/2006/relationships" xmlns:a="http://schemas.openxmlformats.org/drawingml/2006/main" r:embed="Rbd8fa886b65d44c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ED04E85-7DF8-4B74-89E6-C017BED7A03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326C717-4433-478E-B1E5-F8E7412C02B3}"/>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8998976B-3765-4A16-A654-2703BB33B860}"/>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2FB8A4D-2823-4530-A240-FD7FDB1DF23C}"/>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648AAEE7-E837-4028-8093-DE71A00E8CD2}"/>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2864281F-A528-427E-83B1-4A2ADFCA1112}"/>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E53EAAD0-CAB8-48FA-B30D-30F11ED09BFF}"/>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A5723A19-8EF2-4856-9298-0DD4BF245137}"/>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C78F3FC6-0E1E-44A6-8E8D-B85DEFF6E6DC}"/>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EBC628B0-EF8D-41BC-A72D-047084B2CEA1}"/>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39C7BD17-FEA3-41A6-BDEE-A08FF72CD2AD}"/>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2A79ECDE-854F-4FA6-9C5C-1B45437545C6}"/>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10AB9669-363F-46B4-84BF-58050D15DA71}"/>
              </a:ext>
            </a:extLst>
          </p:cNvPr>
          <p:cNvPicPr>
            <a:picLocks xmlns:a="http://schemas.openxmlformats.org/drawingml/2006/main" noChangeAspect="1"/>
          </p:cNvPicPr>
          <p:nvPr/>
        </p:nvPicPr>
        <p:blipFill>
          <a:blip xmlns:r="http://schemas.openxmlformats.org/officeDocument/2006/relationships" xmlns:a="http://schemas.openxmlformats.org/drawingml/2006/main" r:embed="R68cfe2a464024d70"/>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084733893"/>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E755B98-9E9C-4E48-96F4-A25CB3C33864}"/>
              </a:ext>
            </a:extLst>
          </p:cNvPr>
          <p:cNvPicPr>
            <a:picLocks xmlns:a="http://schemas.openxmlformats.org/drawingml/2006/main" noChangeAspect="1"/>
          </p:cNvPicPr>
          <p:nvPr/>
        </p:nvPicPr>
        <p:blipFill>
          <a:blip xmlns:r="http://schemas.openxmlformats.org/officeDocument/2006/relationships" xmlns:a="http://schemas.openxmlformats.org/drawingml/2006/main" r:embed="R640b55f869164db9"/>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BBFC9272-7246-4F89-A68D-0BD6D75E907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0BBED6CB-12BF-4722-9658-67EC9572E19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D9AD3F16-8DAC-4A37-8CB8-959A31DE4250}"/>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B4D1E67C-3D4E-4764-9865-7C6BB3CBEF55}"/>
              </a:ext>
            </a:extLst>
          </p:cNvPr>
          <p:cNvPicPr>
            <a:picLocks xmlns:a="http://schemas.openxmlformats.org/drawingml/2006/main" noChangeAspect="1"/>
          </p:cNvPicPr>
          <p:nvPr/>
        </p:nvPicPr>
        <p:blipFill>
          <a:blip xmlns:r="http://schemas.openxmlformats.org/officeDocument/2006/relationships" xmlns:a="http://schemas.openxmlformats.org/drawingml/2006/main" r:embed="Rfc48584502bc4db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33CD8CE9-BDE4-4025-B568-07F935F6323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54CAE033-D3DB-4086-89BE-4D5C1C7CD23F}"/>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8" name="text">
            <a:extLst xmlns:a="http://schemas.openxmlformats.org/drawingml/2006/main">
              <a:ext uri="{FF2B5EF4-FFF2-40B4-BE49-F238E27FC236}">
                <a16:creationId xmlns:a16="http://schemas.microsoft.com/office/drawing/2014/main" id="{7E4E7B06-8A87-4D0C-BCBA-F97A21C2A76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9" name="text">
            <a:extLst xmlns:a="http://schemas.openxmlformats.org/drawingml/2006/main">
              <a:ext uri="{FF2B5EF4-FFF2-40B4-BE49-F238E27FC236}">
                <a16:creationId xmlns:a16="http://schemas.microsoft.com/office/drawing/2014/main" id="{73BC0D8B-F5E8-4E5B-8104-2A12BEEDBDB5}"/>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26311063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59BCB8D-40F3-4D95-AF07-83797917B83E}"/>
              </a:ext>
            </a:extLst>
          </p:cNvPr>
          <p:cNvPicPr>
            <a:picLocks xmlns:a="http://schemas.openxmlformats.org/drawingml/2006/main" noChangeAspect="1"/>
          </p:cNvPicPr>
          <p:nvPr/>
        </p:nvPicPr>
        <p:blipFill>
          <a:blip xmlns:r="http://schemas.openxmlformats.org/officeDocument/2006/relationships" xmlns:a="http://schemas.openxmlformats.org/drawingml/2006/main" r:embed="Re6d390511d02435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CC59A5A-02B4-4B04-A458-20C1EB4B72B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6E5A7B3-6672-4359-8130-6B3AA5EE997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9BB6901-349B-48B9-BDC3-1BA803B8CA4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8913C2F-F14E-48A8-9FB0-3E897234D9F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35B47B6D-2E1C-4FF7-A6BD-2607618230CA}"/>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CD685DF5-0043-4AE1-89B5-2047683A6510}"/>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DEC7591F-6190-42A3-A638-44A682C995D4}"/>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0C8DC437-F68D-4CC5-875E-06549FC2B1EC}"/>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04ABF20A-87D9-428C-B783-8210E8AC5CC2}"/>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C7377522-955A-4A88-B248-4BA6279D092E}"/>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6B6636BC-4357-4C2A-933A-EEF972292D7D}"/>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19634624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1FA8A322-2DF2-4960-9B5B-C596A4FB38BC}"/>
              </a:ext>
            </a:extLst>
          </p:cNvPr>
          <p:cNvPicPr>
            <a:picLocks xmlns:a="http://schemas.openxmlformats.org/drawingml/2006/main" noChangeAspect="1"/>
          </p:cNvPicPr>
          <p:nvPr/>
        </p:nvPicPr>
        <p:blipFill>
          <a:blip xmlns:r="http://schemas.openxmlformats.org/officeDocument/2006/relationships" xmlns:a="http://schemas.openxmlformats.org/drawingml/2006/main" r:embed="R0eb1f7b99d4d409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67E46E5-619B-48A3-9295-C2FEA7131DB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202900B-1A37-4948-B787-C1786384A4A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6ABFF34-432C-4989-B335-7781076FB7C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39E5702-8D9D-44AC-B711-2BDF5C499B5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3B1F12FD-E01D-424D-B9EF-E0C2A46D2807}"/>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A9488479-19EA-4B6D-88DF-73C68F2393F8}"/>
              </a:ext>
            </a:extLst>
          </p:cNvPr>
          <p:cNvPicPr>
            <a:picLocks xmlns:a="http://schemas.openxmlformats.org/drawingml/2006/main" noChangeAspect="1"/>
          </p:cNvPicPr>
          <p:nvPr/>
        </p:nvPicPr>
        <p:blipFill>
          <a:blip xmlns:r="http://schemas.openxmlformats.org/officeDocument/2006/relationships" xmlns:a="http://schemas.openxmlformats.org/drawingml/2006/main" r:embed="Rafd765e563434c31"/>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65BCE3F-BA89-450A-9EE8-6861865FC019}"/>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663DC8BD-E3AA-40F1-9BF1-421E35B30E33}"/>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반응 전후의 종류와 상태를 같게 한다.</a:t>
            </a:r>
          </a:p>
        </p:txBody>
      </p:sp>
      <p:sp>
        <p:nvSpPr>
          <p:cNvPr id="10" name="text">
            <a:extLst xmlns:a="http://schemas.openxmlformats.org/drawingml/2006/main">
              <a:ext uri="{FF2B5EF4-FFF2-40B4-BE49-F238E27FC236}">
                <a16:creationId xmlns:a16="http://schemas.microsoft.com/office/drawing/2014/main" id="{B8499EEC-15AF-4C14-8B6D-90D4EF370BA1}"/>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DB66907F-501D-43E5-BCCE-ADD6AD3D90D8}"/>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물질의 양을 같게 한다.</a:t>
            </a:r>
          </a:p>
        </p:txBody>
      </p:sp>
      <p:sp>
        <p:nvSpPr>
          <p:cNvPr id="12" name="text">
            <a:extLst xmlns:a="http://schemas.openxmlformats.org/drawingml/2006/main">
              <a:ext uri="{FF2B5EF4-FFF2-40B4-BE49-F238E27FC236}">
                <a16:creationId xmlns:a16="http://schemas.microsoft.com/office/drawing/2014/main" id="{75F899AA-049E-42BA-AE4E-2EDE7460F6CB}"/>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84A667EA-6951-4B05-84D4-FB673A8CBBE7}"/>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온도와 압력 조건을 같게 한다.</a:t>
            </a:r>
          </a:p>
        </p:txBody>
      </p:sp>
      <p:pic>
        <p:nvPicPr>
          <p:cNvPr id="14" name="">
            <a:extLst xmlns:a="http://schemas.openxmlformats.org/drawingml/2006/main">
              <a:ext uri="{FF2B5EF4-FFF2-40B4-BE49-F238E27FC236}">
                <a16:creationId xmlns:a16="http://schemas.microsoft.com/office/drawing/2014/main" id="{B428D8B3-6E37-4E3A-BC7B-71C203FDE652}"/>
              </a:ext>
            </a:extLst>
          </p:cNvPr>
          <p:cNvPicPr>
            <a:picLocks xmlns:a="http://schemas.openxmlformats.org/drawingml/2006/main" noChangeAspect="1"/>
          </p:cNvPicPr>
          <p:nvPr/>
        </p:nvPicPr>
        <p:blipFill>
          <a:blip xmlns:r="http://schemas.openxmlformats.org/officeDocument/2006/relationships" xmlns:a="http://schemas.openxmlformats.org/drawingml/2006/main" r:embed="R1e84207a32ae420a"/>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0CC77897-3D20-46E9-AB17-A32C54990735}"/>
              </a:ext>
            </a:extLst>
          </p:cNvPr>
          <p:cNvPicPr>
            <a:picLocks xmlns:a="http://schemas.openxmlformats.org/drawingml/2006/main" noChangeAspect="1"/>
          </p:cNvPicPr>
          <p:nvPr/>
        </p:nvPicPr>
        <p:blipFill>
          <a:blip xmlns:r="http://schemas.openxmlformats.org/officeDocument/2006/relationships" xmlns:a="http://schemas.openxmlformats.org/drawingml/2006/main" r:embed="R5b89fc241344431c"/>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CCCAC78B-D6CE-4242-9336-3849C0A2506B}"/>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E5F0320A-B990-40D7-9F50-9BDC060551BB}"/>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92A29290-94C3-4B15-9F2F-A1DF3FF3BBB4}"/>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경로만 다르게</a:t>
            </a:r>
          </a:p>
        </p:txBody>
      </p:sp>
      <p:sp>
        <p:nvSpPr>
          <p:cNvPr id="19" name="캐릭터 질문 2">
            <a:extLst xmlns:a="http://schemas.openxmlformats.org/drawingml/2006/main">
              <a:ext uri="{FF2B5EF4-FFF2-40B4-BE49-F238E27FC236}">
                <a16:creationId xmlns:a16="http://schemas.microsoft.com/office/drawing/2014/main" id="{16B92106-D432-4E80-8405-EE3F0C45176F}"/>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비교해 볼까?</a:t>
            </a:r>
          </a:p>
        </p:txBody>
      </p:sp>
      <p:sp>
        <p:nvSpPr>
          <p:cNvPr id="20" name="참조 R03-22 여백 있는 말풍선">
            <a:extLst xmlns:a="http://schemas.openxmlformats.org/drawingml/2006/main">
              <a:ext uri="{FF2B5EF4-FFF2-40B4-BE49-F238E27FC236}">
                <a16:creationId xmlns:a16="http://schemas.microsoft.com/office/drawing/2014/main" id="{6DF26704-4FF0-46DF-87EC-4A1CE1FE8DDD}"/>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2D26273C-B5EA-4334-805C-0580CC31496A}"/>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B86DFF40-8708-4121-A0FB-A29AFF8EB2F6}"/>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나머지 조건은</a:t>
            </a:r>
          </a:p>
        </p:txBody>
      </p:sp>
      <p:sp>
        <p:nvSpPr>
          <p:cNvPr id="23" name="캐릭터 질문 2">
            <a:extLst xmlns:a="http://schemas.openxmlformats.org/drawingml/2006/main">
              <a:ext uri="{FF2B5EF4-FFF2-40B4-BE49-F238E27FC236}">
                <a16:creationId xmlns:a16="http://schemas.microsoft.com/office/drawing/2014/main" id="{00ED2E35-D438-40E6-98D9-D4F4CE75E2F1}"/>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모두 같게!</a:t>
            </a:r>
          </a:p>
        </p:txBody>
      </p:sp>
    </p:spTree>
    <p:extLst>
      <p:ext uri="{BB962C8B-B14F-4D97-AF65-F5344CB8AC3E}">
        <p14:creationId xmlns:p14="http://schemas.microsoft.com/office/powerpoint/2010/main" val="70030882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AF6D02B1-C7E0-4833-AC26-9C792334B780}"/>
              </a:ext>
            </a:extLst>
          </p:cNvPr>
          <p:cNvPicPr>
            <a:picLocks xmlns:a="http://schemas.openxmlformats.org/drawingml/2006/main" noChangeAspect="1"/>
          </p:cNvPicPr>
          <p:nvPr/>
        </p:nvPicPr>
        <p:blipFill>
          <a:blip xmlns:r="http://schemas.openxmlformats.org/officeDocument/2006/relationships" xmlns:a="http://schemas.openxmlformats.org/drawingml/2006/main" r:embed="Ra5a2fb2ece844be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5A1E137-B0D9-4E11-8105-056D858BAB6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35B765C-453C-49B6-A269-D3289C86A1E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A45AD7E-19E9-4290-8EF3-346191E8A4C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E0E0DB2-AA3A-477A-8933-BFB317A8D65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8F20771A-433A-4C19-849D-63A73396F340}"/>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BBD3431B-E5D2-4B56-92D7-6A47566E2F80}"/>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2D8A5BDE-A50B-4229-91A7-EC7A10C134D0}"/>
              </a:ext>
            </a:extLst>
          </p:cNvPr>
          <p:cNvPicPr>
            <a:picLocks xmlns:a="http://schemas.openxmlformats.org/drawingml/2006/main" noChangeAspect="1"/>
          </p:cNvPicPr>
          <p:nvPr/>
        </p:nvPicPr>
        <p:blipFill>
          <a:blip xmlns:r="http://schemas.openxmlformats.org/officeDocument/2006/relationships" xmlns:a="http://schemas.openxmlformats.org/drawingml/2006/main" r:embed="R183d7696158b4417"/>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EF33907D-4569-4CA2-ABE1-64B76B3D5214}"/>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793947E5-4C14-47E3-8814-B70236EDF261}"/>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a:t>Δ</a:t>
            </a:r>
            <a:r>
              <a:rPr sz="3600" i="1">
                <a:latin typeface="Pretendard"/>
                <a:ea typeface="Pretendard"/>
                <a:cs typeface="Pretendard"/>
              </a:rPr>
              <a:t>H</a:t>
            </a:r>
            <a:r>
              <a:rPr sz="3600"/>
              <a:t>₁ = −189.3 kJ</a:t>
            </a:r>
          </a:p>
        </p:txBody>
      </p:sp>
      <p:sp>
        <p:nvSpPr>
          <p:cNvPr id="11" name="text">
            <a:extLst xmlns:a="http://schemas.openxmlformats.org/drawingml/2006/main">
              <a:ext uri="{FF2B5EF4-FFF2-40B4-BE49-F238E27FC236}">
                <a16:creationId xmlns:a16="http://schemas.microsoft.com/office/drawing/2014/main" id="{98B8396D-C95A-441E-B43F-D148B4FF1826}"/>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9F03BF1C-1EE4-4868-8071-AA4CFEDC950C}"/>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a:t>Δ</a:t>
            </a:r>
            <a:r>
              <a:rPr sz="3600" i="1">
                <a:latin typeface="Pretendard"/>
                <a:ea typeface="Pretendard"/>
                <a:cs typeface="Pretendard"/>
              </a:rPr>
              <a:t>H</a:t>
            </a:r>
            <a:r>
              <a:rPr sz="3600"/>
              <a:t>₂ + </a:t>
            </a:r>
            <a:r>
              <a:rPr sz="3600"/>
              <a:t>Δ</a:t>
            </a:r>
            <a:r>
              <a:rPr sz="3600" i="1">
                <a:latin typeface="Pretendard"/>
                <a:ea typeface="Pretendard"/>
                <a:cs typeface="Pretendard"/>
              </a:rPr>
              <a:t>H</a:t>
            </a:r>
            <a:r>
              <a:rPr sz="3600"/>
              <a:t>₃</a:t>
            </a:r>
          </a:p>
        </p:txBody>
      </p:sp>
      <p:sp>
        <p:nvSpPr>
          <p:cNvPr id="13" name="text">
            <a:extLst xmlns:a="http://schemas.openxmlformats.org/drawingml/2006/main">
              <a:ext uri="{FF2B5EF4-FFF2-40B4-BE49-F238E27FC236}">
                <a16:creationId xmlns:a16="http://schemas.microsoft.com/office/drawing/2014/main" id="{40B3EF1D-3D44-4480-A3E5-0842B6DF89FB}"/>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745454DC-AE18-4547-87F5-3788F5679E0B}"/>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57962F"/>
                </a:solidFill>
                <a:latin typeface="Pretendard"/>
                <a:ea typeface="Pretendard"/>
                <a:cs typeface="Pretendard"/>
              </a:defRPr>
            </a:defPPr>
            <a:lvl1pPr algn="l">
              <a:defRPr sz="3600" b="1">
                <a:solidFill>
                  <a:srgbClr val="57962F"/>
                </a:solidFill>
                <a:latin typeface="Pretendard"/>
                <a:ea typeface="Pretendard"/>
                <a:cs typeface="Pretendard"/>
              </a:defRPr>
            </a:lvl1pPr>
            <a:lvl2pPr algn="l">
              <a:defRPr sz="3600" b="1">
                <a:solidFill>
                  <a:srgbClr val="57962F"/>
                </a:solidFill>
                <a:latin typeface="Pretendard"/>
                <a:ea typeface="Pretendard"/>
                <a:cs typeface="Pretendard"/>
              </a:defRPr>
            </a:lvl2pPr>
            <a:lvl3pPr algn="l">
              <a:defRPr sz="3600" b="1">
                <a:solidFill>
                  <a:srgbClr val="57962F"/>
                </a:solidFill>
                <a:latin typeface="Pretendard"/>
                <a:ea typeface="Pretendard"/>
                <a:cs typeface="Pretendard"/>
              </a:defRPr>
            </a:lvl3pPr>
            <a:lvl4pPr algn="l">
              <a:defRPr sz="3600" b="1">
                <a:solidFill>
                  <a:srgbClr val="57962F"/>
                </a:solidFill>
                <a:latin typeface="Pretendard"/>
                <a:ea typeface="Pretendard"/>
                <a:cs typeface="Pretendard"/>
              </a:defRPr>
            </a:lvl4pPr>
            <a:lvl5pPr algn="l">
              <a:defRPr sz="3600" b="1">
                <a:solidFill>
                  <a:srgbClr val="57962F"/>
                </a:solidFill>
                <a:latin typeface="Pretendard"/>
                <a:ea typeface="Pretendard"/>
                <a:cs typeface="Pretendard"/>
              </a:defRPr>
            </a:lvl5pPr>
            <a:lvl6pPr algn="l">
              <a:defRPr sz="3600" b="1">
                <a:solidFill>
                  <a:srgbClr val="57962F"/>
                </a:solidFill>
                <a:latin typeface="Pretendard"/>
                <a:ea typeface="Pretendard"/>
                <a:cs typeface="Pretendard"/>
              </a:defRPr>
            </a:lvl6pPr>
            <a:lvl7pPr algn="l">
              <a:defRPr sz="3600" b="1">
                <a:solidFill>
                  <a:srgbClr val="57962F"/>
                </a:solidFill>
                <a:latin typeface="Pretendard"/>
                <a:ea typeface="Pretendard"/>
                <a:cs typeface="Pretendard"/>
              </a:defRPr>
            </a:lvl7pPr>
            <a:lvl8pPr algn="l">
              <a:defRPr sz="3600" b="1">
                <a:solidFill>
                  <a:srgbClr val="57962F"/>
                </a:solidFill>
                <a:latin typeface="Pretendard"/>
                <a:ea typeface="Pretendard"/>
                <a:cs typeface="Pretendard"/>
              </a:defRPr>
            </a:lvl8pPr>
            <a:lvl9pPr algn="l">
              <a:defRPr sz="3600" b="1">
                <a:solidFill>
                  <a:srgbClr val="57962F"/>
                </a:solidFill>
                <a:latin typeface="Pretendard"/>
                <a:ea typeface="Pretendard"/>
                <a:cs typeface="Pretendard"/>
              </a:defRPr>
            </a:lvl9pPr>
          </a:lstStyle>
          <a:p xmlns:a="http://schemas.openxmlformats.org/drawingml/2006/main">
            <a:pPr algn="l">
              <a:defRPr sz="3600" b="1">
                <a:solidFill>
                  <a:srgbClr val="57962F"/>
                </a:solidFill>
                <a:latin typeface="Pretendard"/>
                <a:ea typeface="Pretendard"/>
                <a:cs typeface="Pretendard"/>
              </a:defRPr>
            </a:pPr>
            <a:r>
              <a:rPr sz="360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87F73229-BE4B-4589-84E2-D35A6AC3996D}"/>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4CEF9F4E-5064-4EE6-8724-059ACB91AA18}"/>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rPr sz="3600"/>
              <a:t>Δ</a:t>
            </a:r>
            <a:r>
              <a:rPr sz="3600" i="1">
                <a:latin typeface="Pretendard"/>
                <a:ea typeface="Pretendard"/>
                <a:cs typeface="Pretendard"/>
              </a:rPr>
              <a:t>H</a:t>
            </a:r>
            <a:r>
              <a:rPr sz="3600"/>
              <a:t>₁ = </a:t>
            </a:r>
            <a:r>
              <a:rPr sz="3600"/>
              <a:t>Δ</a:t>
            </a:r>
            <a:r>
              <a:rPr sz="3600" i="1">
                <a:latin typeface="Pretendard"/>
                <a:ea typeface="Pretendard"/>
                <a:cs typeface="Pretendard"/>
              </a:rPr>
              <a:t>H</a:t>
            </a:r>
            <a:r>
              <a:rPr sz="3600"/>
              <a:t>₂ + </a:t>
            </a:r>
            <a:r>
              <a:rPr sz="3600"/>
              <a:t>Δ</a:t>
            </a:r>
            <a:r>
              <a:rPr sz="3600" i="1">
                <a:latin typeface="Pretendard"/>
                <a:ea typeface="Pretendard"/>
                <a:cs typeface="Pretendard"/>
              </a:rPr>
              <a:t>H</a:t>
            </a:r>
            <a:r>
              <a:rPr sz="3600"/>
              <a:t>₃</a:t>
            </a:r>
          </a:p>
        </p:txBody>
      </p:sp>
    </p:spTree>
    <p:extLst>
      <p:ext uri="{BB962C8B-B14F-4D97-AF65-F5344CB8AC3E}">
        <p14:creationId xmlns:p14="http://schemas.microsoft.com/office/powerpoint/2010/main" val="54776574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790AB85-386E-4D4D-A68C-F6BB0C6833C2}"/>
              </a:ext>
            </a:extLst>
          </p:cNvPr>
          <p:cNvPicPr>
            <a:picLocks xmlns:a="http://schemas.openxmlformats.org/drawingml/2006/main" noChangeAspect="1"/>
          </p:cNvPicPr>
          <p:nvPr/>
        </p:nvPicPr>
        <p:blipFill>
          <a:blip xmlns:r="http://schemas.openxmlformats.org/officeDocument/2006/relationships" xmlns:a="http://schemas.openxmlformats.org/drawingml/2006/main" r:embed="R6b1b72475f8b461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537EBF1-FFF9-432D-91F4-2E1E34AA986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9481B95-210E-4913-9C44-842BA71EAB9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1A0C6515-E8ED-4837-BD69-F642A686608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A534A54-6E6E-4226-8863-12AD3EADE73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105305F6-A2C6-409B-98E4-30EEDC53F84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B6111670-DE7F-40C5-9EE4-72F991220224}"/>
              </a:ext>
            </a:extLst>
          </p:cNvPr>
          <p:cNvPicPr>
            <a:picLocks xmlns:a="http://schemas.openxmlformats.org/drawingml/2006/main" noChangeAspect="1"/>
          </p:cNvPicPr>
          <p:nvPr/>
        </p:nvPicPr>
        <p:blipFill>
          <a:blip xmlns:r="http://schemas.openxmlformats.org/officeDocument/2006/relationships" xmlns:a="http://schemas.openxmlformats.org/drawingml/2006/main" r:embed="Rd5d4bebc3fa6497c"/>
          <a:stretch xmlns:a="http://schemas.openxmlformats.org/drawingml/2006/main"/>
        </p:blipFill>
        <p:spPr>
          <a:xfrm xmlns:a="http://schemas.openxmlformats.org/drawingml/2006/main">
            <a:off x="1905000" y="4922520"/>
            <a:ext cx="13844588" cy="81438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F4C2618-8398-4B9C-9F08-15E083FB7858}"/>
              </a:ext>
            </a:extLst>
          </p:cNvPr>
          <p:cNvPicPr>
            <a:picLocks xmlns:a="http://schemas.openxmlformats.org/drawingml/2006/main" noChangeAspect="1"/>
          </p:cNvPicPr>
          <p:nvPr/>
        </p:nvPicPr>
        <p:blipFill>
          <a:blip xmlns:r="http://schemas.openxmlformats.org/officeDocument/2006/relationships" xmlns:a="http://schemas.openxmlformats.org/drawingml/2006/main" r:embed="R5d810aab55064835"/>
          <a:stretch xmlns:a="http://schemas.openxmlformats.org/drawingml/2006/main"/>
        </p:blipFill>
        <p:spPr>
          <a:xfrm xmlns:a="http://schemas.openxmlformats.org/drawingml/2006/main">
            <a:off x="1905000" y="5631656"/>
            <a:ext cx="15066169" cy="814388"/>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BD3A6C16-6771-4B78-95E2-79D7B46B9711}"/>
              </a:ext>
            </a:extLst>
          </p:cNvPr>
          <p:cNvSpPr>
            <a:spLocks xmlns:a="http://schemas.openxmlformats.org/drawingml/2006/main" noGrp="1"/>
          </p:cNvSpPr>
          <p:nvPr/>
        </p:nvSpPr>
        <p:spPr>
          <a:xfrm xmlns:a="http://schemas.openxmlformats.org/drawingml/2006/main">
            <a:off x="2219325" y="6560344"/>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D0BD5405-8455-42FA-9911-F3F6ED2B5451}"/>
              </a:ext>
            </a:extLst>
          </p:cNvPr>
          <p:cNvPicPr>
            <a:picLocks xmlns:a="http://schemas.openxmlformats.org/drawingml/2006/main" noChangeAspect="1"/>
          </p:cNvPicPr>
          <p:nvPr/>
        </p:nvPicPr>
        <p:blipFill>
          <a:blip xmlns:r="http://schemas.openxmlformats.org/officeDocument/2006/relationships" xmlns:a="http://schemas.openxmlformats.org/drawingml/2006/main" r:embed="R3755b708dade413e"/>
          <a:stretch xmlns:a="http://schemas.openxmlformats.org/drawingml/2006/main"/>
        </p:blipFill>
        <p:spPr>
          <a:xfrm xmlns:a="http://schemas.openxmlformats.org/drawingml/2006/main">
            <a:off x="1905000" y="6647498"/>
            <a:ext cx="13844588" cy="814388"/>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D0BF62D6-4900-473B-8B7C-28D9F6B48284}"/>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2DFE530A-41B1-4A5F-879B-7AE51F986BF5}"/>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78477731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43FC926-EEE6-4F67-900F-D9E7ED08E780}"/>
              </a:ext>
            </a:extLst>
          </p:cNvPr>
          <p:cNvPicPr>
            <a:picLocks xmlns:a="http://schemas.openxmlformats.org/drawingml/2006/main" noChangeAspect="1"/>
          </p:cNvPicPr>
          <p:nvPr/>
        </p:nvPicPr>
        <p:blipFill>
          <a:blip xmlns:r="http://schemas.openxmlformats.org/officeDocument/2006/relationships" xmlns:a="http://schemas.openxmlformats.org/drawingml/2006/main" r:embed="R56fe4d10de5f4f2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53D8005-BCE5-45AB-8273-BBA13E3A129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552BECD-F603-4955-AC09-F3F1EE5A83A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9DF4773F-7A30-4C6B-998E-992C91F283B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AEC62F1-3963-4CED-B8E6-E0DF39F1438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05BEA2FB-578E-4407-A820-1D5633F3EE6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6839D579-2A72-4A83-AF3A-3FD9E736D457}"/>
              </a:ext>
            </a:extLst>
          </p:cNvPr>
          <p:cNvPicPr>
            <a:picLocks xmlns:a="http://schemas.openxmlformats.org/drawingml/2006/main" noChangeAspect="1"/>
          </p:cNvPicPr>
          <p:nvPr/>
        </p:nvPicPr>
        <p:blipFill>
          <a:blip xmlns:r="http://schemas.openxmlformats.org/officeDocument/2006/relationships" xmlns:a="http://schemas.openxmlformats.org/drawingml/2006/main" r:embed="Rec50601831534bf3"/>
          <a:stretch xmlns:a="http://schemas.openxmlformats.org/drawingml/2006/main"/>
        </p:blipFill>
        <p:spPr>
          <a:xfrm xmlns:a="http://schemas.openxmlformats.org/drawingml/2006/main">
            <a:off x="2247900" y="4866477"/>
            <a:ext cx="13811250" cy="1313499"/>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7C5F9ED9-8D22-4A74-9077-9D41A4D890A6}"/>
              </a:ext>
            </a:extLst>
          </p:cNvPr>
          <p:cNvPicPr>
            <a:picLocks xmlns:a="http://schemas.openxmlformats.org/drawingml/2006/main" noChangeAspect="1"/>
          </p:cNvPicPr>
          <p:nvPr/>
        </p:nvPicPr>
        <p:blipFill>
          <a:blip xmlns:r="http://schemas.openxmlformats.org/officeDocument/2006/relationships" xmlns:a="http://schemas.openxmlformats.org/drawingml/2006/main" r:embed="Rf6c7b9a001e7489e"/>
          <a:stretch xmlns:a="http://schemas.openxmlformats.org/drawingml/2006/main"/>
        </p:blipFill>
        <p:spPr>
          <a:xfrm xmlns:a="http://schemas.openxmlformats.org/drawingml/2006/main">
            <a:off x="2247900" y="6033818"/>
            <a:ext cx="13811250" cy="1313499"/>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A89F42AF-69C1-40F1-A867-0C01D505E9F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4F3BB059-98AC-4544-9533-92EA45A86CD9}"/>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
        <p:nvSpPr>
          <p:cNvPr id="11" name="text">
            <a:extLst xmlns:a="http://schemas.openxmlformats.org/drawingml/2006/main">
              <a:ext uri="{FF2B5EF4-FFF2-40B4-BE49-F238E27FC236}">
                <a16:creationId xmlns:a16="http://schemas.microsoft.com/office/drawing/2014/main" id="{FC056A15-4B43-4AF4-8D27-A49DE559C62D}"/>
              </a:ext>
            </a:extLst>
          </p:cNvPr>
          <p:cNvSpPr>
            <a:spLocks xmlns:a="http://schemas.openxmlformats.org/drawingml/2006/main" noGrp="1"/>
          </p:cNvSpPr>
          <p:nvPr/>
        </p:nvSpPr>
        <p:spPr>
          <a:xfrm xmlns:a="http://schemas.openxmlformats.org/drawingml/2006/main">
            <a:off x="2286000" y="74866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계수 2배</a:t>
            </a:r>
          </a:p>
        </p:txBody>
      </p:sp>
      <p:sp>
        <p:nvSpPr>
          <p:cNvPr id="12" name="text">
            <a:extLst xmlns:a="http://schemas.openxmlformats.org/drawingml/2006/main">
              <a:ext uri="{FF2B5EF4-FFF2-40B4-BE49-F238E27FC236}">
                <a16:creationId xmlns:a16="http://schemas.microsoft.com/office/drawing/2014/main" id="{F219BAAE-50D5-4259-A146-6DFD2C186D6A}"/>
              </a:ext>
            </a:extLst>
          </p:cNvPr>
          <p:cNvSpPr>
            <a:spLocks xmlns:a="http://schemas.openxmlformats.org/drawingml/2006/main" noGrp="1"/>
          </p:cNvSpPr>
          <p:nvPr/>
        </p:nvSpPr>
        <p:spPr>
          <a:xfrm xmlns:a="http://schemas.openxmlformats.org/drawingml/2006/main">
            <a:off x="11477625" y="74866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t>Δ</a:t>
            </a:r>
            <a:r>
              <a:rPr i="1">
                <a:latin typeface="Pretendard"/>
                <a:ea typeface="Pretendard"/>
                <a:cs typeface="Pretendard"/>
              </a:rPr>
              <a:t>H</a:t>
            </a:r>
            <a:r>
              <a:t>도 2배</a:t>
            </a:r>
          </a:p>
        </p:txBody>
      </p:sp>
    </p:spTree>
    <p:extLst>
      <p:ext uri="{BB962C8B-B14F-4D97-AF65-F5344CB8AC3E}">
        <p14:creationId xmlns:p14="http://schemas.microsoft.com/office/powerpoint/2010/main" val="151730982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B0CC818-CFE2-400B-8098-D5A328182D8A}"/>
              </a:ext>
            </a:extLst>
          </p:cNvPr>
          <p:cNvPicPr>
            <a:picLocks xmlns:a="http://schemas.openxmlformats.org/drawingml/2006/main" noChangeAspect="1"/>
          </p:cNvPicPr>
          <p:nvPr/>
        </p:nvPicPr>
        <p:blipFill>
          <a:blip xmlns:r="http://schemas.openxmlformats.org/officeDocument/2006/relationships" xmlns:a="http://schemas.openxmlformats.org/drawingml/2006/main" r:embed="R3a2f5630598645a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98124DD-03E4-41CD-80C6-78816A7AB36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639FD3F-0F9F-4E48-9C65-6A41334A3EA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31B5634-E146-43FF-B7CF-71DF588A5E9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BD4B9DF-7854-4D3B-AFDF-6F46DE41E6E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B8C6D8A2-C8DA-4FE7-A662-1C26422992B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8E451548-9CB8-47F3-B094-D98ED1D94D06}"/>
              </a:ext>
            </a:extLst>
          </p:cNvPr>
          <p:cNvPicPr>
            <a:picLocks xmlns:a="http://schemas.openxmlformats.org/drawingml/2006/main" noChangeAspect="1"/>
          </p:cNvPicPr>
          <p:nvPr/>
        </p:nvPicPr>
        <p:blipFill>
          <a:blip xmlns:r="http://schemas.openxmlformats.org/officeDocument/2006/relationships" xmlns:a="http://schemas.openxmlformats.org/drawingml/2006/main" r:embed="R76bb925c8e2e4820"/>
          <a:stretch xmlns:a="http://schemas.openxmlformats.org/drawingml/2006/main"/>
        </p:blipFill>
        <p:spPr>
          <a:xfrm xmlns:a="http://schemas.openxmlformats.org/drawingml/2006/main">
            <a:off x="2247929" y="5029187"/>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43BDE28-5CFE-4CE9-A65E-6A2462549587}"/>
              </a:ext>
            </a:extLst>
          </p:cNvPr>
          <p:cNvPicPr>
            <a:picLocks xmlns:a="http://schemas.openxmlformats.org/drawingml/2006/main" noChangeAspect="1"/>
          </p:cNvPicPr>
          <p:nvPr/>
        </p:nvPicPr>
        <p:blipFill>
          <a:blip xmlns:r="http://schemas.openxmlformats.org/officeDocument/2006/relationships" xmlns:a="http://schemas.openxmlformats.org/drawingml/2006/main" r:embed="R07ba0874002e4cb0"/>
          <a:stretch xmlns:a="http://schemas.openxmlformats.org/drawingml/2006/main"/>
        </p:blipFill>
        <p:spPr>
          <a:xfrm xmlns:a="http://schemas.openxmlformats.org/drawingml/2006/main">
            <a:off x="1332671" y="5997033"/>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D1F1DFED-B5DD-4682-9C58-C0A69483F4E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C73E924D-DEAE-4235-9DDF-C546ADA61DF7}"/>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
        <p:nvSpPr>
          <p:cNvPr id="11" name="text">
            <a:extLst xmlns:a="http://schemas.openxmlformats.org/drawingml/2006/main">
              <a:ext uri="{FF2B5EF4-FFF2-40B4-BE49-F238E27FC236}">
                <a16:creationId xmlns:a16="http://schemas.microsoft.com/office/drawing/2014/main" id="{5EC7205F-B9FF-4D87-8161-3EB0CCF446B3}"/>
              </a:ext>
            </a:extLst>
          </p:cNvPr>
          <p:cNvSpPr>
            <a:spLocks xmlns:a="http://schemas.openxmlformats.org/drawingml/2006/main" noGrp="1"/>
          </p:cNvSpPr>
          <p:nvPr/>
        </p:nvSpPr>
        <p:spPr>
          <a:xfrm xmlns:a="http://schemas.openxmlformats.org/drawingml/2006/main">
            <a:off x="11430000" y="4593922"/>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발열 반응</a:t>
            </a:r>
          </a:p>
        </p:txBody>
      </p:sp>
      <p:sp>
        <p:nvSpPr>
          <p:cNvPr id="12" name="text">
            <a:extLst xmlns:a="http://schemas.openxmlformats.org/drawingml/2006/main">
              <a:ext uri="{FF2B5EF4-FFF2-40B4-BE49-F238E27FC236}">
                <a16:creationId xmlns:a16="http://schemas.microsoft.com/office/drawing/2014/main" id="{72EF8395-9437-4E34-98A1-01D0F79607B8}"/>
              </a:ext>
            </a:extLst>
          </p:cNvPr>
          <p:cNvSpPr>
            <a:spLocks xmlns:a="http://schemas.openxmlformats.org/drawingml/2006/main" noGrp="1"/>
          </p:cNvSpPr>
          <p:nvPr/>
        </p:nvSpPr>
        <p:spPr>
          <a:xfrm xmlns:a="http://schemas.openxmlformats.org/drawingml/2006/main">
            <a:off x="11430000" y="6874178"/>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흡열 반응</a:t>
            </a:r>
          </a:p>
        </p:txBody>
      </p:sp>
    </p:spTree>
    <p:extLst>
      <p:ext uri="{BB962C8B-B14F-4D97-AF65-F5344CB8AC3E}">
        <p14:creationId xmlns:p14="http://schemas.microsoft.com/office/powerpoint/2010/main" val="171099420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FABE56D-1453-4A4D-AF45-5EC2CBF803B5}"/>
              </a:ext>
            </a:extLst>
          </p:cNvPr>
          <p:cNvPicPr>
            <a:picLocks xmlns:a="http://schemas.openxmlformats.org/drawingml/2006/main" noChangeAspect="1"/>
          </p:cNvPicPr>
          <p:nvPr/>
        </p:nvPicPr>
        <p:blipFill>
          <a:blip xmlns:r="http://schemas.openxmlformats.org/officeDocument/2006/relationships" xmlns:a="http://schemas.openxmlformats.org/drawingml/2006/main" r:embed="R9a19577103dd4cf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C2CB459-A0A4-4797-A161-5B0C79F8DD6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97D2CC3-E0A4-4A4E-89C8-7771B66C5BA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39EC8BCD-F902-4B1E-989D-D9E4900BF91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FC14E25-8E43-4794-B18D-3D8306C90DC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674FCFC5-8B22-40D2-9AA6-53A952EB47B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851D52F4-AAB1-41AA-AB65-1C1DDE3641AA}"/>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5429250"/>
                <a:gridCol w="5905500"/>
              </a:tblGrid>
              <a:tr h="952500">
                <a:tc>
                  <a:txBody>
                    <a:bodyPr wrap="none" lIns="114300" tIns="114300" rIns="114300" bIns="114300"/>
                    <a:lstStyle/>
                    <a:p>
                      <a:pPr algn="ctr"/>
                      <a:r>
                        <a:rPr sz="315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각 </a:t>
                      </a: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92870837-3382-44D0-94F1-86649FA04583}"/>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9831273E-5230-459B-92C5-FB002CDF24CF}"/>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1679C14-EC71-45D3-B938-25D6369CCBFA}"/>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EF627D9-5F9E-42E7-B067-9BC763FA0C4E}"/>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630611388"/>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33BCC52-70F4-4098-8D0E-325CA07568C9}"/>
              </a:ext>
            </a:extLst>
          </p:cNvPr>
          <p:cNvPicPr>
            <a:picLocks xmlns:a="http://schemas.openxmlformats.org/drawingml/2006/main" noChangeAspect="1"/>
          </p:cNvPicPr>
          <p:nvPr/>
        </p:nvPicPr>
        <p:blipFill>
          <a:blip xmlns:r="http://schemas.openxmlformats.org/officeDocument/2006/relationships" xmlns:a="http://schemas.openxmlformats.org/drawingml/2006/main" r:embed="R0e6ac9d64b154224"/>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D7E3BBD2-CF24-463E-8357-57735A354DC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1D6C80E6-80C6-4733-BFCD-E06B7546576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8F432F95-454F-4988-B371-41FED42417B3}"/>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1D2065F0-059A-49A8-8259-967B2B689582}"/>
              </a:ext>
            </a:extLst>
          </p:cNvPr>
          <p:cNvPicPr>
            <a:picLocks xmlns:a="http://schemas.openxmlformats.org/drawingml/2006/main" noChangeAspect="1"/>
          </p:cNvPicPr>
          <p:nvPr/>
        </p:nvPicPr>
        <p:blipFill>
          <a:blip xmlns:r="http://schemas.openxmlformats.org/officeDocument/2006/relationships" xmlns:a="http://schemas.openxmlformats.org/drawingml/2006/main" r:embed="R9c67699e916148d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AF7B33BA-9802-4B6E-B6B2-B48B1FFCA1F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E0335D92-361B-4EE3-BD8F-F32E5F66E134}"/>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8" name="text">
            <a:extLst xmlns:a="http://schemas.openxmlformats.org/drawingml/2006/main">
              <a:ext uri="{FF2B5EF4-FFF2-40B4-BE49-F238E27FC236}">
                <a16:creationId xmlns:a16="http://schemas.microsoft.com/office/drawing/2014/main" id="{C685662E-C1D9-4C4E-896A-BDE123F622E1}"/>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9" name="text">
            <a:extLst xmlns:a="http://schemas.openxmlformats.org/drawingml/2006/main">
              <a:ext uri="{FF2B5EF4-FFF2-40B4-BE49-F238E27FC236}">
                <a16:creationId xmlns:a16="http://schemas.microsoft.com/office/drawing/2014/main" id="{77D710C0-35F4-47DF-A6E5-3EAD5C0628BB}"/>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77884591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CC97A465-FEB0-482E-B6E0-0FAA57619815}"/>
              </a:ext>
            </a:extLst>
          </p:cNvPr>
          <p:cNvPicPr>
            <a:picLocks xmlns:a="http://schemas.openxmlformats.org/drawingml/2006/main" noChangeAspect="1"/>
          </p:cNvPicPr>
          <p:nvPr/>
        </p:nvPicPr>
        <p:blipFill>
          <a:blip xmlns:r="http://schemas.openxmlformats.org/officeDocument/2006/relationships" xmlns:a="http://schemas.openxmlformats.org/drawingml/2006/main" r:embed="R7866efab5d954ba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1459FBD-544B-4523-9C93-F428C1CC380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00E25F3-8954-4164-9CCF-F8046961B35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3823F79-FEDE-4572-ADCE-FE1A45C61DA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8ACC7A4-8EA8-4C9C-AD3A-D174DC4687A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CFE24E1-680C-4114-9A21-33BF833661D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pic>
        <p:nvPicPr>
          <p:cNvPr id="7" name="">
            <a:extLst xmlns:a="http://schemas.openxmlformats.org/drawingml/2006/main">
              <a:ext uri="{FF2B5EF4-FFF2-40B4-BE49-F238E27FC236}">
                <a16:creationId xmlns:a16="http://schemas.microsoft.com/office/drawing/2014/main" id="{77D3EB40-20E5-4E39-B3B1-36A127258F4A}"/>
              </a:ext>
            </a:extLst>
          </p:cNvPr>
          <p:cNvPicPr>
            <a:picLocks xmlns:a="http://schemas.openxmlformats.org/drawingml/2006/main" noChangeAspect="1"/>
          </p:cNvPicPr>
          <p:nvPr/>
        </p:nvPicPr>
        <p:blipFill>
          <a:blip xmlns:r="http://schemas.openxmlformats.org/officeDocument/2006/relationships" xmlns:a="http://schemas.openxmlformats.org/drawingml/2006/main" r:embed="Rff0e8a7c6dcc4ad6"/>
          <a:stretch xmlns:a="http://schemas.openxmlformats.org/drawingml/2006/main"/>
        </p:blipFill>
        <p:spPr>
          <a:xfrm xmlns:a="http://schemas.openxmlformats.org/drawingml/2006/main">
            <a:off x="2503792" y="5238750"/>
            <a:ext cx="2755292" cy="4238625"/>
          </a:xfrm>
          <a:prstGeom xmlns:a="http://schemas.openxmlformats.org/drawingml/2006/main" prst="rect">
            <a:avLst/>
          </a:prstGeom>
        </p:spPr>
      </p:pic>
      <p:sp>
        <p:nvSpPr>
          <p:cNvPr id="8" name="참조 R03-22 여백 있는 말풍선">
            <a:extLst xmlns:a="http://schemas.openxmlformats.org/drawingml/2006/main">
              <a:ext uri="{FF2B5EF4-FFF2-40B4-BE49-F238E27FC236}">
                <a16:creationId xmlns:a16="http://schemas.microsoft.com/office/drawing/2014/main" id="{48422E31-AD9D-47AB-BC34-FBD6CB60369A}"/>
              </a:ext>
            </a:extLst>
          </p:cNvPr>
          <p:cNvSpPr>
            <a:spLocks xmlns:a="http://schemas.openxmlformats.org/drawingml/2006/main" noGrp="1"/>
          </p:cNvSpPr>
          <p:nvPr/>
        </p:nvSpPr>
        <p:spPr>
          <a:xfrm xmlns:a="http://schemas.openxmlformats.org/drawingml/2006/main">
            <a:off x="1524000" y="3714750"/>
            <a:ext cx="4524375" cy="1390650"/>
          </a:xfrm>
          <a:prstGeom xmlns:a="http://schemas.openxmlformats.org/drawingml/2006/main" prst="roundRect">
            <a:avLst>
              <a:gd name="adj" fmla="val 17808"/>
            </a:avLst>
          </a:prstGeom>
          <a:solidFill xmlns:a="http://schemas.openxmlformats.org/drawingml/2006/main">
            <a:srgbClr val="F5F5F5"/>
          </a:solidFill>
          <a:ln xmlns:a="http://schemas.openxmlformats.org/drawingml/2006/main" w="0">
            <a:noFill/>
          </a:ln>
        </p:spPr>
      </p:sp>
      <p:sp>
        <p:nvSpPr>
          <p:cNvPr id="9" name="인물 발화 연결 꼬리">
            <a:extLst xmlns:a="http://schemas.openxmlformats.org/drawingml/2006/main">
              <a:ext uri="{FF2B5EF4-FFF2-40B4-BE49-F238E27FC236}">
                <a16:creationId xmlns:a16="http://schemas.microsoft.com/office/drawing/2014/main" id="{A0D40597-3779-4D4C-A17D-22805637A0D0}"/>
              </a:ext>
            </a:extLst>
          </p:cNvPr>
          <p:cNvSpPr>
            <a:spLocks xmlns:a="http://schemas.openxmlformats.org/drawingml/2006/main" noGrp="1"/>
          </p:cNvSpPr>
          <p:nvPr/>
        </p:nvSpPr>
        <p:spPr>
          <a:xfrm xmlns:a="http://schemas.openxmlformats.org/drawingml/2006/main">
            <a:off x="3786188" y="50958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0" name="캐릭터 질문 1">
            <a:extLst xmlns:a="http://schemas.openxmlformats.org/drawingml/2006/main">
              <a:ext uri="{FF2B5EF4-FFF2-40B4-BE49-F238E27FC236}">
                <a16:creationId xmlns:a16="http://schemas.microsoft.com/office/drawing/2014/main" id="{292884B5-1E52-425F-BA90-87AFAAF9D4E7}"/>
              </a:ext>
            </a:extLst>
          </p:cNvPr>
          <p:cNvSpPr>
            <a:spLocks xmlns:a="http://schemas.openxmlformats.org/drawingml/2006/main" noGrp="1"/>
          </p:cNvSpPr>
          <p:nvPr/>
        </p:nvSpPr>
        <p:spPr>
          <a:xfrm xmlns:a="http://schemas.openxmlformats.org/drawingml/2006/main">
            <a:off x="1752600" y="3943350"/>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CO만 생길 때의 열을</a:t>
            </a:r>
          </a:p>
        </p:txBody>
      </p:sp>
      <p:sp>
        <p:nvSpPr>
          <p:cNvPr id="11" name="캐릭터 질문 2">
            <a:extLst xmlns:a="http://schemas.openxmlformats.org/drawingml/2006/main">
              <a:ext uri="{FF2B5EF4-FFF2-40B4-BE49-F238E27FC236}">
                <a16:creationId xmlns:a16="http://schemas.microsoft.com/office/drawing/2014/main" id="{DB522F97-1055-4963-B469-30FF6CB31889}"/>
              </a:ext>
            </a:extLst>
          </p:cNvPr>
          <p:cNvSpPr>
            <a:spLocks xmlns:a="http://schemas.openxmlformats.org/drawingml/2006/main" noGrp="1"/>
          </p:cNvSpPr>
          <p:nvPr/>
        </p:nvSpPr>
        <p:spPr>
          <a:xfrm xmlns:a="http://schemas.openxmlformats.org/drawingml/2006/main">
            <a:off x="1752600" y="4410075"/>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어떻게 구할까?</a:t>
            </a:r>
          </a:p>
        </p:txBody>
      </p:sp>
      <p:sp>
        <p:nvSpPr>
          <p:cNvPr id="12" name="R04-33 표제와 해석 영역">
            <a:extLst xmlns:a="http://schemas.openxmlformats.org/drawingml/2006/main">
              <a:ext uri="{FF2B5EF4-FFF2-40B4-BE49-F238E27FC236}">
                <a16:creationId xmlns:a16="http://schemas.microsoft.com/office/drawing/2014/main" id="{FBEFCDBC-9704-446C-962D-C0574B51CF35}"/>
              </a:ext>
            </a:extLst>
          </p:cNvPr>
          <p:cNvSpPr>
            <a:spLocks xmlns:a="http://schemas.openxmlformats.org/drawingml/2006/main" noGrp="1"/>
          </p:cNvSpPr>
          <p:nvPr/>
        </p:nvSpPr>
        <p:spPr>
          <a:xfrm xmlns:a="http://schemas.openxmlformats.org/drawingml/2006/main">
            <a:off x="6905625" y="390525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3" name="rich">
            <a:extLst xmlns:a="http://schemas.openxmlformats.org/drawingml/2006/main">
              <a:ext uri="{FF2B5EF4-FFF2-40B4-BE49-F238E27FC236}">
                <a16:creationId xmlns:a16="http://schemas.microsoft.com/office/drawing/2014/main" id="{E2BD7E5B-F195-4A9A-9C8C-118666F7B815}"/>
              </a:ext>
            </a:extLst>
          </p:cNvPr>
          <p:cNvSpPr>
            <a:spLocks xmlns:a="http://schemas.openxmlformats.org/drawingml/2006/main" noGrp="1"/>
          </p:cNvSpPr>
          <p:nvPr/>
        </p:nvSpPr>
        <p:spPr>
          <a:xfrm xmlns:a="http://schemas.openxmlformats.org/drawingml/2006/main">
            <a:off x="7210425" y="406717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함께 생성될 수 있는 CO₂</a:t>
            </a:r>
          </a:p>
        </p:txBody>
      </p:sp>
      <p:sp>
        <p:nvSpPr>
          <p:cNvPr id="14" name="rich">
            <a:extLst xmlns:a="http://schemas.openxmlformats.org/drawingml/2006/main">
              <a:ext uri="{FF2B5EF4-FFF2-40B4-BE49-F238E27FC236}">
                <a16:creationId xmlns:a16="http://schemas.microsoft.com/office/drawing/2014/main" id="{2E60E5B5-5DA8-45D1-8C84-6DA960CDFF6D}"/>
              </a:ext>
            </a:extLst>
          </p:cNvPr>
          <p:cNvSpPr>
            <a:spLocks xmlns:a="http://schemas.openxmlformats.org/drawingml/2006/main" noGrp="1"/>
          </p:cNvSpPr>
          <p:nvPr/>
        </p:nvSpPr>
        <p:spPr>
          <a:xfrm xmlns:a="http://schemas.openxmlformats.org/drawingml/2006/main">
            <a:off x="7210425" y="469582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탄소가 불완전 연소할 때 CO₂도 생성될 수 있다.</a:t>
            </a:r>
          </a:p>
        </p:txBody>
      </p:sp>
      <p:sp>
        <p:nvSpPr>
          <p:cNvPr id="15" name="R04-33 표제와 해석 영역">
            <a:extLst xmlns:a="http://schemas.openxmlformats.org/drawingml/2006/main">
              <a:ext uri="{FF2B5EF4-FFF2-40B4-BE49-F238E27FC236}">
                <a16:creationId xmlns:a16="http://schemas.microsoft.com/office/drawing/2014/main" id="{03050181-E9E9-4C50-9512-945065741AF8}"/>
              </a:ext>
            </a:extLst>
          </p:cNvPr>
          <p:cNvSpPr>
            <a:spLocks xmlns:a="http://schemas.openxmlformats.org/drawingml/2006/main" noGrp="1"/>
          </p:cNvSpPr>
          <p:nvPr/>
        </p:nvSpPr>
        <p:spPr>
          <a:xfrm xmlns:a="http://schemas.openxmlformats.org/drawingml/2006/main">
            <a:off x="6905625" y="5724525"/>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AB8B792F-5988-4AFB-B384-E27AEBD05E2E}"/>
              </a:ext>
            </a:extLst>
          </p:cNvPr>
          <p:cNvSpPr>
            <a:spLocks xmlns:a="http://schemas.openxmlformats.org/drawingml/2006/main" noGrp="1"/>
          </p:cNvSpPr>
          <p:nvPr/>
        </p:nvSpPr>
        <p:spPr>
          <a:xfrm xmlns:a="http://schemas.openxmlformats.org/drawingml/2006/main">
            <a:off x="7210425" y="5886450"/>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따로 측정하기 어려운 열</a:t>
            </a:r>
          </a:p>
        </p:txBody>
      </p:sp>
      <p:sp>
        <p:nvSpPr>
          <p:cNvPr id="17" name="rich">
            <a:extLst xmlns:a="http://schemas.openxmlformats.org/drawingml/2006/main">
              <a:ext uri="{FF2B5EF4-FFF2-40B4-BE49-F238E27FC236}">
                <a16:creationId xmlns:a16="http://schemas.microsoft.com/office/drawing/2014/main" id="{CE52E022-0616-4781-BAF5-02F7DAFC3AFB}"/>
              </a:ext>
            </a:extLst>
          </p:cNvPr>
          <p:cNvSpPr>
            <a:spLocks xmlns:a="http://schemas.openxmlformats.org/drawingml/2006/main" noGrp="1"/>
          </p:cNvSpPr>
          <p:nvPr/>
        </p:nvSpPr>
        <p:spPr>
          <a:xfrm xmlns:a="http://schemas.openxmlformats.org/drawingml/2006/main">
            <a:off x="7210425" y="6515100"/>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CO만 생성되는 반응의 열을 분리하기 어렵다.</a:t>
            </a:r>
          </a:p>
        </p:txBody>
      </p:sp>
      <p:sp>
        <p:nvSpPr>
          <p:cNvPr id="18" name="R04-33 표제와 해석 영역">
            <a:extLst xmlns:a="http://schemas.openxmlformats.org/drawingml/2006/main">
              <a:ext uri="{FF2B5EF4-FFF2-40B4-BE49-F238E27FC236}">
                <a16:creationId xmlns:a16="http://schemas.microsoft.com/office/drawing/2014/main" id="{BC03107B-D1A4-4619-AD28-A1B0619A93DE}"/>
              </a:ext>
            </a:extLst>
          </p:cNvPr>
          <p:cNvSpPr>
            <a:spLocks xmlns:a="http://schemas.openxmlformats.org/drawingml/2006/main" noGrp="1"/>
          </p:cNvSpPr>
          <p:nvPr/>
        </p:nvSpPr>
        <p:spPr>
          <a:xfrm xmlns:a="http://schemas.openxmlformats.org/drawingml/2006/main">
            <a:off x="6905625" y="754380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9" name="rich">
            <a:extLst xmlns:a="http://schemas.openxmlformats.org/drawingml/2006/main">
              <a:ext uri="{FF2B5EF4-FFF2-40B4-BE49-F238E27FC236}">
                <a16:creationId xmlns:a16="http://schemas.microsoft.com/office/drawing/2014/main" id="{FE4BC77D-3D9D-44D5-92F2-3AC68E9E2744}"/>
              </a:ext>
            </a:extLst>
          </p:cNvPr>
          <p:cNvSpPr>
            <a:spLocks xmlns:a="http://schemas.openxmlformats.org/drawingml/2006/main" noGrp="1"/>
          </p:cNvSpPr>
          <p:nvPr/>
        </p:nvSpPr>
        <p:spPr>
          <a:xfrm xmlns:a="http://schemas.openxmlformats.org/drawingml/2006/main">
            <a:off x="7210425" y="770572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다른 반응을 이용한 간접 측정</a:t>
            </a:r>
          </a:p>
        </p:txBody>
      </p:sp>
      <p:sp>
        <p:nvSpPr>
          <p:cNvPr id="20" name="rich">
            <a:extLst xmlns:a="http://schemas.openxmlformats.org/drawingml/2006/main">
              <a:ext uri="{FF2B5EF4-FFF2-40B4-BE49-F238E27FC236}">
                <a16:creationId xmlns:a16="http://schemas.microsoft.com/office/drawing/2014/main" id="{C2ECE9D8-8459-4193-B253-C16F958E7700}"/>
              </a:ext>
            </a:extLst>
          </p:cNvPr>
          <p:cNvSpPr>
            <a:spLocks xmlns:a="http://schemas.openxmlformats.org/drawingml/2006/main" noGrp="1"/>
          </p:cNvSpPr>
          <p:nvPr/>
        </p:nvSpPr>
        <p:spPr>
          <a:xfrm xmlns:a="http://schemas.openxmlformats.org/drawingml/2006/main">
            <a:off x="7210425" y="833437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이미 알고 있는 반응의 </a:t>
            </a:r>
            <a:r>
              <a:t>Δ</a:t>
            </a:r>
            <a:r>
              <a:rPr i="1">
                <a:latin typeface="Pretendard"/>
                <a:ea typeface="Pretendard"/>
                <a:cs typeface="Pretendard"/>
              </a:rPr>
              <a:t>H</a:t>
            </a:r>
            <a:r>
              <a:t>로 구한다.</a:t>
            </a:r>
          </a:p>
        </p:txBody>
      </p:sp>
    </p:spTree>
    <p:extLst>
      <p:ext uri="{BB962C8B-B14F-4D97-AF65-F5344CB8AC3E}">
        <p14:creationId xmlns:p14="http://schemas.microsoft.com/office/powerpoint/2010/main" val="32097158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4597988-C9BC-4A6C-AD3D-E81CCA543587}"/>
              </a:ext>
            </a:extLst>
          </p:cNvPr>
          <p:cNvPicPr>
            <a:picLocks xmlns:a="http://schemas.openxmlformats.org/drawingml/2006/main" noChangeAspect="1"/>
          </p:cNvPicPr>
          <p:nvPr/>
        </p:nvPicPr>
        <p:blipFill>
          <a:blip xmlns:r="http://schemas.openxmlformats.org/officeDocument/2006/relationships" xmlns:a="http://schemas.openxmlformats.org/drawingml/2006/main" r:embed="R97308e287556457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77BFB1B-85DE-4A2E-A993-78CB10AEFF5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B1D61E8-E92A-4765-A1BF-D29E21F683E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6BEE712-231B-4125-B591-64D0936E1E9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78B12DD-B898-49BB-A008-20AF494A4EA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904C5FDC-DF93-48BC-978A-1CD402F13A9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D676AE96-5ED4-43C1-A9E8-2AC1E34486B1}"/>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E4E1EEBC-9990-43C4-940E-38F919A44B6E}"/>
              </a:ext>
            </a:extLst>
          </p:cNvPr>
          <p:cNvPicPr>
            <a:picLocks xmlns:a="http://schemas.openxmlformats.org/drawingml/2006/main" noChangeAspect="1"/>
          </p:cNvPicPr>
          <p:nvPr/>
        </p:nvPicPr>
        <p:blipFill>
          <a:blip xmlns:r="http://schemas.openxmlformats.org/officeDocument/2006/relationships" xmlns:a="http://schemas.openxmlformats.org/drawingml/2006/main" r:embed="R77a8e3a8c9a94669"/>
          <a:stretch xmlns:a="http://schemas.openxmlformats.org/drawingml/2006/main"/>
        </p:blipFill>
        <p:spPr>
          <a:xfrm xmlns:a="http://schemas.openxmlformats.org/drawingml/2006/main">
            <a:off x="2505075" y="4423479"/>
            <a:ext cx="11577161" cy="1178576"/>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87FDBAA0-03FB-4863-A0DC-F64F2C175BAE}"/>
              </a:ext>
            </a:extLst>
          </p:cNvPr>
          <p:cNvPicPr>
            <a:picLocks xmlns:a="http://schemas.openxmlformats.org/drawingml/2006/main" noChangeAspect="1"/>
          </p:cNvPicPr>
          <p:nvPr/>
        </p:nvPicPr>
        <p:blipFill>
          <a:blip xmlns:r="http://schemas.openxmlformats.org/officeDocument/2006/relationships" xmlns:a="http://schemas.openxmlformats.org/drawingml/2006/main" r:embed="R1a8f8eabb61d4a78"/>
          <a:stretch xmlns:a="http://schemas.openxmlformats.org/drawingml/2006/main"/>
        </p:blipFill>
        <p:spPr>
          <a:xfrm xmlns:a="http://schemas.openxmlformats.org/drawingml/2006/main">
            <a:off x="2505415" y="5930080"/>
            <a:ext cx="13191445" cy="80295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EA2C4A5D-E706-4EDA-B1A4-B96BEF16C5E0}"/>
              </a:ext>
            </a:extLst>
          </p:cNvPr>
          <p:cNvPicPr>
            <a:picLocks xmlns:a="http://schemas.openxmlformats.org/drawingml/2006/main" noChangeAspect="1"/>
          </p:cNvPicPr>
          <p:nvPr/>
        </p:nvPicPr>
        <p:blipFill>
          <a:blip xmlns:r="http://schemas.openxmlformats.org/officeDocument/2006/relationships" xmlns:a="http://schemas.openxmlformats.org/drawingml/2006/main" r:embed="R8e76172661c847ba"/>
          <a:stretch xmlns:a="http://schemas.openxmlformats.org/drawingml/2006/main"/>
        </p:blipFill>
        <p:spPr>
          <a:xfrm xmlns:a="http://schemas.openxmlformats.org/drawingml/2006/main">
            <a:off x="2506108" y="6853749"/>
            <a:ext cx="13190060" cy="1178243"/>
          </a:xfrm>
          <a:prstGeom xmlns:a="http://schemas.openxmlformats.org/drawingml/2006/main" prst="rect">
            <a:avLst/>
          </a:prstGeom>
        </p:spPr>
      </p:pic>
    </p:spTree>
    <p:extLst>
      <p:ext uri="{BB962C8B-B14F-4D97-AF65-F5344CB8AC3E}">
        <p14:creationId xmlns:p14="http://schemas.microsoft.com/office/powerpoint/2010/main" val="111812000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24B6B58E-1718-45B0-9D8E-A692828004C9}"/>
              </a:ext>
            </a:extLst>
          </p:cNvPr>
          <p:cNvPicPr>
            <a:picLocks xmlns:a="http://schemas.openxmlformats.org/drawingml/2006/main" noChangeAspect="1"/>
          </p:cNvPicPr>
          <p:nvPr/>
        </p:nvPicPr>
        <p:blipFill>
          <a:blip xmlns:r="http://schemas.openxmlformats.org/officeDocument/2006/relationships" xmlns:a="http://schemas.openxmlformats.org/drawingml/2006/main" r:embed="R3fdd6edd477d4aa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FE03A17-CCCD-4F58-B441-8521CE09067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83D2D12-CAA5-43D1-871D-49C498EEC34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2623EFC-A1C8-4AE7-ABC9-1D3C9B7E102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216A5BA-38C0-42EC-948F-6273C981B0E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125CFE36-87CB-4C50-A94B-39DA30B1843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5025BF90-685C-4B02-B1D4-3C2516BE5724}"/>
              </a:ext>
            </a:extLst>
          </p:cNvPr>
          <p:cNvPicPr>
            <a:picLocks xmlns:a="http://schemas.openxmlformats.org/drawingml/2006/main" noChangeAspect="1"/>
          </p:cNvPicPr>
          <p:nvPr/>
        </p:nvPicPr>
        <p:blipFill>
          <a:blip xmlns:r="http://schemas.openxmlformats.org/officeDocument/2006/relationships" xmlns:a="http://schemas.openxmlformats.org/drawingml/2006/main" r:embed="Rf74b65be4ddd49f3"/>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4BF6D7D1-3481-46EC-AE03-D6C724A99CC8}"/>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E6EF34A5-0F08-4424-9A14-25BBA6F7E22A}"/>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31D7717A-98BC-4DB0-9D52-334035944C5D}"/>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78219330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92B06E9-CAD7-4652-BE25-AE9873E6D198}"/>
              </a:ext>
            </a:extLst>
          </p:cNvPr>
          <p:cNvPicPr>
            <a:picLocks xmlns:a="http://schemas.openxmlformats.org/drawingml/2006/main" noChangeAspect="1"/>
          </p:cNvPicPr>
          <p:nvPr/>
        </p:nvPicPr>
        <p:blipFill>
          <a:blip xmlns:r="http://schemas.openxmlformats.org/officeDocument/2006/relationships" xmlns:a="http://schemas.openxmlformats.org/drawingml/2006/main" r:embed="Rb7738782deb643b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EA717A3-34A6-4C6B-A129-9AA90E0DE46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9C61949-9F16-4078-BFBA-4F85224E602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A3D621C-AA8D-432F-BDE1-BF402F614D9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744C2DB-3014-4141-B3D1-3B18FDD48F5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2C56085E-E6F1-4B70-8532-5762689EE28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BA423ED3-9CC2-4A87-8F63-0BA94532B2C3}"/>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444E9376-F5ED-4073-835F-1A4B3E6F1643}"/>
              </a:ext>
            </a:extLst>
          </p:cNvPr>
          <p:cNvPicPr>
            <a:picLocks xmlns:a="http://schemas.openxmlformats.org/drawingml/2006/main" noChangeAspect="1"/>
          </p:cNvPicPr>
          <p:nvPr/>
        </p:nvPicPr>
        <p:blipFill>
          <a:blip xmlns:r="http://schemas.openxmlformats.org/officeDocument/2006/relationships" xmlns:a="http://schemas.openxmlformats.org/drawingml/2006/main" r:embed="R7fdb4f227bed4119"/>
          <a:stretch xmlns:a="http://schemas.openxmlformats.org/drawingml/2006/main"/>
        </p:blipFill>
        <p:spPr>
          <a:xfrm xmlns:a="http://schemas.openxmlformats.org/drawingml/2006/main">
            <a:off x="2505415" y="5309931"/>
            <a:ext cx="13191445" cy="802958"/>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855B8429-25F7-49DB-8575-89452E442677}"/>
              </a:ext>
            </a:extLst>
          </p:cNvPr>
          <p:cNvPicPr>
            <a:picLocks xmlns:a="http://schemas.openxmlformats.org/drawingml/2006/main" noChangeAspect="1"/>
          </p:cNvPicPr>
          <p:nvPr/>
        </p:nvPicPr>
        <p:blipFill>
          <a:blip xmlns:r="http://schemas.openxmlformats.org/officeDocument/2006/relationships" xmlns:a="http://schemas.openxmlformats.org/drawingml/2006/main" r:embed="R365ab800122c489a"/>
          <a:stretch xmlns:a="http://schemas.openxmlformats.org/drawingml/2006/main"/>
        </p:blipFill>
        <p:spPr>
          <a:xfrm xmlns:a="http://schemas.openxmlformats.org/drawingml/2006/main">
            <a:off x="2506108" y="6233600"/>
            <a:ext cx="13190060" cy="1178243"/>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630F75DD-4BAB-451F-BA41-9B672B50A6F7}"/>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7C36F409-252A-48BB-BC48-F3215C835851}"/>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160062466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F7A0F77-735E-440F-8248-396B6D9E2E62}"/>
              </a:ext>
            </a:extLst>
          </p:cNvPr>
          <p:cNvPicPr>
            <a:picLocks xmlns:a="http://schemas.openxmlformats.org/drawingml/2006/main" noChangeAspect="1"/>
          </p:cNvPicPr>
          <p:nvPr/>
        </p:nvPicPr>
        <p:blipFill>
          <a:blip xmlns:r="http://schemas.openxmlformats.org/officeDocument/2006/relationships" xmlns:a="http://schemas.openxmlformats.org/drawingml/2006/main" r:embed="Ra97e7d5d961142b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E838DBA-E71E-42C4-A7EA-F2CBF148B65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659366F-8A86-4DF0-A894-9BAA8BC4F6C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078587B-7447-476E-9724-1F22FA1EF27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05D75F9-181F-4897-B556-05D47929522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356A3E0-D323-4C15-99DD-F58EA911748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24FB0BBE-E814-4B9B-B1C5-1412A745969C}"/>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ED66C413-D42D-4FF1-84A9-9BBAC5568C99}"/>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A84D0B30-7F1E-47A7-BE8F-44C2D9E5DD84}"/>
              </a:ext>
            </a:extLst>
          </p:cNvPr>
          <p:cNvPicPr>
            <a:picLocks xmlns:a="http://schemas.openxmlformats.org/drawingml/2006/main" noChangeAspect="1"/>
          </p:cNvPicPr>
          <p:nvPr/>
        </p:nvPicPr>
        <p:blipFill>
          <a:blip xmlns:r="http://schemas.openxmlformats.org/officeDocument/2006/relationships" xmlns:a="http://schemas.openxmlformats.org/drawingml/2006/main" r:embed="R50ebd799e7a14c6c"/>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B53654B4-1E4D-4B7C-8E37-374E99F24423}"/>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500AA91B-AACF-412A-A8FF-35C92494F07A}"/>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0B2208E4-2380-4873-8290-D281B68E933D}"/>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2545EDCF-1720-49F6-A834-A109CA990659}"/>
              </a:ext>
            </a:extLst>
          </p:cNvPr>
          <p:cNvPicPr>
            <a:picLocks xmlns:a="http://schemas.openxmlformats.org/drawingml/2006/main" noChangeAspect="1"/>
          </p:cNvPicPr>
          <p:nvPr/>
        </p:nvPicPr>
        <p:blipFill>
          <a:blip xmlns:r="http://schemas.openxmlformats.org/officeDocument/2006/relationships" xmlns:a="http://schemas.openxmlformats.org/drawingml/2006/main" r:embed="Rcc2afd8573c24bc0"/>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41643741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8B21548-7704-4284-A45A-898EDC304122}"/>
              </a:ext>
            </a:extLst>
          </p:cNvPr>
          <p:cNvPicPr>
            <a:picLocks xmlns:a="http://schemas.openxmlformats.org/drawingml/2006/main" noChangeAspect="1"/>
          </p:cNvPicPr>
          <p:nvPr/>
        </p:nvPicPr>
        <p:blipFill>
          <a:blip xmlns:r="http://schemas.openxmlformats.org/officeDocument/2006/relationships" xmlns:a="http://schemas.openxmlformats.org/drawingml/2006/main" r:embed="R2cf56a68db4e465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BD2916A-5E13-431B-A617-D1CB4B9D288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52638D3-7427-4FD8-849F-A10EC31CD06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495948E-8BFF-4D21-9AD1-9BD76B34BDB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6F0AC94-631A-4F83-B52E-AD71484533C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1736A69-1E03-40C2-ACCC-05AFCE916AC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4DB0A59D-1C4E-4414-B121-45FD75667E78}"/>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64DBC142-CAA4-47D6-8D41-8D8BB6F7B71A}"/>
              </a:ext>
            </a:extLst>
          </p:cNvPr>
          <p:cNvPicPr>
            <a:picLocks xmlns:a="http://schemas.openxmlformats.org/drawingml/2006/main" noChangeAspect="1"/>
          </p:cNvPicPr>
          <p:nvPr/>
        </p:nvPicPr>
        <p:blipFill>
          <a:blip xmlns:r="http://schemas.openxmlformats.org/officeDocument/2006/relationships" xmlns:a="http://schemas.openxmlformats.org/drawingml/2006/main" r:embed="Rcae7bdea76b64ccb"/>
          <a:stretch xmlns:a="http://schemas.openxmlformats.org/drawingml/2006/main"/>
        </p:blipFill>
        <p:spPr>
          <a:xfrm xmlns:a="http://schemas.openxmlformats.org/drawingml/2006/main">
            <a:off x="1905000" y="522066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9A93BE2-765A-46E5-9100-F2764DC666C5}"/>
              </a:ext>
            </a:extLst>
          </p:cNvPr>
          <p:cNvPicPr>
            <a:picLocks xmlns:a="http://schemas.openxmlformats.org/drawingml/2006/main" noChangeAspect="1"/>
          </p:cNvPicPr>
          <p:nvPr/>
        </p:nvPicPr>
        <p:blipFill>
          <a:blip xmlns:r="http://schemas.openxmlformats.org/officeDocument/2006/relationships" xmlns:a="http://schemas.openxmlformats.org/drawingml/2006/main" r:embed="R79aafbc61b724413"/>
          <a:stretch xmlns:a="http://schemas.openxmlformats.org/drawingml/2006/main"/>
        </p:blipFill>
        <p:spPr>
          <a:xfrm xmlns:a="http://schemas.openxmlformats.org/drawingml/2006/main">
            <a:off x="1905000" y="63540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DDD30744-7D69-44C5-A3C5-6E17EBDB4FB1}"/>
              </a:ext>
            </a:extLst>
          </p:cNvPr>
          <p:cNvSpPr>
            <a:spLocks xmlns:a="http://schemas.openxmlformats.org/drawingml/2006/main" noGrp="1"/>
          </p:cNvSpPr>
          <p:nvPr/>
        </p:nvSpPr>
        <p:spPr>
          <a:xfrm xmlns:a="http://schemas.openxmlformats.org/drawingml/2006/main">
            <a:off x="2000250" y="762000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E430664F-B27D-4AAD-9B01-3DCAA480FFDF}"/>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7A66B74C-5290-45D6-ADDE-375B720BEFA7}"/>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44530123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B8882171-C8E2-49E6-BE2D-FAD69F5E3E83}"/>
              </a:ext>
            </a:extLst>
          </p:cNvPr>
          <p:cNvPicPr>
            <a:picLocks xmlns:a="http://schemas.openxmlformats.org/drawingml/2006/main" noChangeAspect="1"/>
          </p:cNvPicPr>
          <p:nvPr/>
        </p:nvPicPr>
        <p:blipFill>
          <a:blip xmlns:r="http://schemas.openxmlformats.org/officeDocument/2006/relationships" xmlns:a="http://schemas.openxmlformats.org/drawingml/2006/main" r:embed="R96010c1e6b3b471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7C9B663-1D0F-460C-8F7F-2C9BE585B73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3F51CFF-EA80-41E9-B0A1-65EE885978E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48740CB-CFD9-434F-9A8D-64F4C105B7C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F17326C-360E-4A10-B354-DE22C35440A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ED2FEAED-BF3B-44C8-9DC5-89AFB2E6780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R05-29 번호 표제 상자">
            <a:extLst xmlns:a="http://schemas.openxmlformats.org/drawingml/2006/main">
              <a:ext uri="{FF2B5EF4-FFF2-40B4-BE49-F238E27FC236}">
                <a16:creationId xmlns:a16="http://schemas.microsoft.com/office/drawing/2014/main" id="{8CACF739-28D3-46FC-8A47-803F3CBAD8F6}"/>
              </a:ext>
            </a:extLst>
          </p:cNvPr>
          <p:cNvSpPr>
            <a:spLocks xmlns:a="http://schemas.openxmlformats.org/drawingml/2006/main" noGrp="1"/>
          </p:cNvSpPr>
          <p:nvPr/>
        </p:nvSpPr>
        <p:spPr>
          <a:xfrm xmlns:a="http://schemas.openxmlformats.org/drawingml/2006/main">
            <a:off x="1905000" y="41338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498B1368-2B3D-419D-B9DA-CA8BB9CCAA09}"/>
              </a:ext>
            </a:extLst>
          </p:cNvPr>
          <p:cNvSpPr>
            <a:spLocks xmlns:a="http://schemas.openxmlformats.org/drawingml/2006/main" noGrp="1"/>
          </p:cNvSpPr>
          <p:nvPr/>
        </p:nvSpPr>
        <p:spPr>
          <a:xfrm xmlns:a="http://schemas.openxmlformats.org/drawingml/2006/main">
            <a:off x="2133600" y="43624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94C253B2-9721-4C53-AE41-208E56213AF3}"/>
              </a:ext>
            </a:extLst>
          </p:cNvPr>
          <p:cNvSpPr>
            <a:spLocks xmlns:a="http://schemas.openxmlformats.org/drawingml/2006/main" noGrp="1"/>
          </p:cNvSpPr>
          <p:nvPr/>
        </p:nvSpPr>
        <p:spPr>
          <a:xfrm xmlns:a="http://schemas.openxmlformats.org/drawingml/2006/main">
            <a:off x="2952750" y="43243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목표식 확인</a:t>
            </a:r>
          </a:p>
        </p:txBody>
      </p:sp>
      <p:sp>
        <p:nvSpPr>
          <p:cNvPr id="10" name="R05-29 대응 설명 상자">
            <a:extLst xmlns:a="http://schemas.openxmlformats.org/drawingml/2006/main">
              <a:ext uri="{FF2B5EF4-FFF2-40B4-BE49-F238E27FC236}">
                <a16:creationId xmlns:a16="http://schemas.microsoft.com/office/drawing/2014/main" id="{CEE33BDE-45FA-4BE6-844F-336F3905C74A}"/>
              </a:ext>
            </a:extLst>
          </p:cNvPr>
          <p:cNvSpPr>
            <a:spLocks xmlns:a="http://schemas.openxmlformats.org/drawingml/2006/main" noGrp="1"/>
          </p:cNvSpPr>
          <p:nvPr/>
        </p:nvSpPr>
        <p:spPr>
          <a:xfrm xmlns:a="http://schemas.openxmlformats.org/drawingml/2006/main">
            <a:off x="6581775" y="41338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2E4E95C0-60EF-406D-98E5-2024A4F91490}"/>
              </a:ext>
            </a:extLst>
          </p:cNvPr>
          <p:cNvSpPr>
            <a:spLocks xmlns:a="http://schemas.openxmlformats.org/drawingml/2006/main" noGrp="1"/>
          </p:cNvSpPr>
          <p:nvPr/>
        </p:nvSpPr>
        <p:spPr>
          <a:xfrm xmlns:a="http://schemas.openxmlformats.org/drawingml/2006/main">
            <a:off x="6905625" y="43243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구하려는 반응의 물질·위치·계수를 확인한다.</a:t>
            </a:r>
          </a:p>
        </p:txBody>
      </p:sp>
      <p:sp>
        <p:nvSpPr>
          <p:cNvPr id="12" name="R05-29 번호 표제 상자">
            <a:extLst xmlns:a="http://schemas.openxmlformats.org/drawingml/2006/main">
              <a:ext uri="{FF2B5EF4-FFF2-40B4-BE49-F238E27FC236}">
                <a16:creationId xmlns:a16="http://schemas.microsoft.com/office/drawing/2014/main" id="{BD151131-EC1D-468F-8ACD-4E2EA444C4DE}"/>
              </a:ext>
            </a:extLst>
          </p:cNvPr>
          <p:cNvSpPr>
            <a:spLocks xmlns:a="http://schemas.openxmlformats.org/drawingml/2006/main" noGrp="1"/>
          </p:cNvSpPr>
          <p:nvPr/>
        </p:nvSpPr>
        <p:spPr>
          <a:xfrm xmlns:a="http://schemas.openxmlformats.org/drawingml/2006/main">
            <a:off x="1905000" y="54102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1122FB6D-E08A-465B-BBEA-49ACF14351C7}"/>
              </a:ext>
            </a:extLst>
          </p:cNvPr>
          <p:cNvSpPr>
            <a:spLocks xmlns:a="http://schemas.openxmlformats.org/drawingml/2006/main" noGrp="1"/>
          </p:cNvSpPr>
          <p:nvPr/>
        </p:nvSpPr>
        <p:spPr>
          <a:xfrm xmlns:a="http://schemas.openxmlformats.org/drawingml/2006/main">
            <a:off x="2133600" y="56388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02</a:t>
            </a:r>
          </a:p>
        </p:txBody>
      </p:sp>
      <p:sp>
        <p:nvSpPr>
          <p:cNvPr id="14" name="rich">
            <a:extLst xmlns:a="http://schemas.openxmlformats.org/drawingml/2006/main">
              <a:ext uri="{FF2B5EF4-FFF2-40B4-BE49-F238E27FC236}">
                <a16:creationId xmlns:a16="http://schemas.microsoft.com/office/drawing/2014/main" id="{24D0B371-BB1A-4D21-9336-1D30E89B3F9D}"/>
              </a:ext>
            </a:extLst>
          </p:cNvPr>
          <p:cNvSpPr>
            <a:spLocks xmlns:a="http://schemas.openxmlformats.org/drawingml/2006/main" noGrp="1"/>
          </p:cNvSpPr>
          <p:nvPr/>
        </p:nvSpPr>
        <p:spPr>
          <a:xfrm xmlns:a="http://schemas.openxmlformats.org/drawingml/2006/main">
            <a:off x="2952750" y="56007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방향·계수 조절</a:t>
            </a:r>
          </a:p>
        </p:txBody>
      </p:sp>
      <p:sp>
        <p:nvSpPr>
          <p:cNvPr id="15" name="R05-29 대응 설명 상자">
            <a:extLst xmlns:a="http://schemas.openxmlformats.org/drawingml/2006/main">
              <a:ext uri="{FF2B5EF4-FFF2-40B4-BE49-F238E27FC236}">
                <a16:creationId xmlns:a16="http://schemas.microsoft.com/office/drawing/2014/main" id="{294B20BA-407F-4BD1-8360-A5C5E950C2DA}"/>
              </a:ext>
            </a:extLst>
          </p:cNvPr>
          <p:cNvSpPr>
            <a:spLocks xmlns:a="http://schemas.openxmlformats.org/drawingml/2006/main" noGrp="1"/>
          </p:cNvSpPr>
          <p:nvPr/>
        </p:nvSpPr>
        <p:spPr>
          <a:xfrm xmlns:a="http://schemas.openxmlformats.org/drawingml/2006/main">
            <a:off x="6581775" y="54102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910E1F9A-76EC-4237-83FB-14F8E2E6B7E1}"/>
              </a:ext>
            </a:extLst>
          </p:cNvPr>
          <p:cNvSpPr>
            <a:spLocks xmlns:a="http://schemas.openxmlformats.org/drawingml/2006/main" noGrp="1"/>
          </p:cNvSpPr>
          <p:nvPr/>
        </p:nvSpPr>
        <p:spPr>
          <a:xfrm xmlns:a="http://schemas.openxmlformats.org/drawingml/2006/main">
            <a:off x="6905625" y="56007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R05-29 번호 표제 상자">
            <a:extLst xmlns:a="http://schemas.openxmlformats.org/drawingml/2006/main">
              <a:ext uri="{FF2B5EF4-FFF2-40B4-BE49-F238E27FC236}">
                <a16:creationId xmlns:a16="http://schemas.microsoft.com/office/drawing/2014/main" id="{77787E1D-6E0E-4D56-85D3-5BF137A38CEF}"/>
              </a:ext>
            </a:extLst>
          </p:cNvPr>
          <p:cNvSpPr>
            <a:spLocks xmlns:a="http://schemas.openxmlformats.org/drawingml/2006/main" noGrp="1"/>
          </p:cNvSpPr>
          <p:nvPr/>
        </p:nvSpPr>
        <p:spPr>
          <a:xfrm xmlns:a="http://schemas.openxmlformats.org/drawingml/2006/main">
            <a:off x="1905000" y="66865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68C29BBA-2107-499C-9843-B24776BFD7E2}"/>
              </a:ext>
            </a:extLst>
          </p:cNvPr>
          <p:cNvSpPr>
            <a:spLocks xmlns:a="http://schemas.openxmlformats.org/drawingml/2006/main" noGrp="1"/>
          </p:cNvSpPr>
          <p:nvPr/>
        </p:nvSpPr>
        <p:spPr>
          <a:xfrm xmlns:a="http://schemas.openxmlformats.org/drawingml/2006/main">
            <a:off x="2133600" y="69151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03</a:t>
            </a:r>
          </a:p>
        </p:txBody>
      </p:sp>
      <p:sp>
        <p:nvSpPr>
          <p:cNvPr id="19" name="rich">
            <a:extLst xmlns:a="http://schemas.openxmlformats.org/drawingml/2006/main">
              <a:ext uri="{FF2B5EF4-FFF2-40B4-BE49-F238E27FC236}">
                <a16:creationId xmlns:a16="http://schemas.microsoft.com/office/drawing/2014/main" id="{D059461F-F019-4940-8B2A-7A7C9E59C6B9}"/>
              </a:ext>
            </a:extLst>
          </p:cNvPr>
          <p:cNvSpPr>
            <a:spLocks xmlns:a="http://schemas.openxmlformats.org/drawingml/2006/main" noGrp="1"/>
          </p:cNvSpPr>
          <p:nvPr/>
        </p:nvSpPr>
        <p:spPr>
          <a:xfrm xmlns:a="http://schemas.openxmlformats.org/drawingml/2006/main">
            <a:off x="2952750" y="68770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중간 물질 소거</a:t>
            </a:r>
          </a:p>
        </p:txBody>
      </p:sp>
      <p:sp>
        <p:nvSpPr>
          <p:cNvPr id="20" name="R05-29 대응 설명 상자">
            <a:extLst xmlns:a="http://schemas.openxmlformats.org/drawingml/2006/main">
              <a:ext uri="{FF2B5EF4-FFF2-40B4-BE49-F238E27FC236}">
                <a16:creationId xmlns:a16="http://schemas.microsoft.com/office/drawing/2014/main" id="{971A3C6E-E63E-4942-B9A3-F4617967FE2F}"/>
              </a:ext>
            </a:extLst>
          </p:cNvPr>
          <p:cNvSpPr>
            <a:spLocks xmlns:a="http://schemas.openxmlformats.org/drawingml/2006/main" noGrp="1"/>
          </p:cNvSpPr>
          <p:nvPr/>
        </p:nvSpPr>
        <p:spPr>
          <a:xfrm xmlns:a="http://schemas.openxmlformats.org/drawingml/2006/main">
            <a:off x="6581775" y="66865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1" name="rich">
            <a:extLst xmlns:a="http://schemas.openxmlformats.org/drawingml/2006/main">
              <a:ext uri="{FF2B5EF4-FFF2-40B4-BE49-F238E27FC236}">
                <a16:creationId xmlns:a16="http://schemas.microsoft.com/office/drawing/2014/main" id="{82E9F272-4544-48FF-99C8-F5F027FF4722}"/>
              </a:ext>
            </a:extLst>
          </p:cNvPr>
          <p:cNvSpPr>
            <a:spLocks xmlns:a="http://schemas.openxmlformats.org/drawingml/2006/main" noGrp="1"/>
          </p:cNvSpPr>
          <p:nvPr/>
        </p:nvSpPr>
        <p:spPr>
          <a:xfrm xmlns:a="http://schemas.openxmlformats.org/drawingml/2006/main">
            <a:off x="6905625" y="68770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종류·상태·양이 같은 항을 소거한다.</a:t>
            </a:r>
          </a:p>
        </p:txBody>
      </p:sp>
      <p:sp>
        <p:nvSpPr>
          <p:cNvPr id="22" name="R05-29 번호 표제 상자">
            <a:extLst xmlns:a="http://schemas.openxmlformats.org/drawingml/2006/main">
              <a:ext uri="{FF2B5EF4-FFF2-40B4-BE49-F238E27FC236}">
                <a16:creationId xmlns:a16="http://schemas.microsoft.com/office/drawing/2014/main" id="{2CBA2D09-B71E-402F-8464-D25FF94D324D}"/>
              </a:ext>
            </a:extLst>
          </p:cNvPr>
          <p:cNvSpPr>
            <a:spLocks xmlns:a="http://schemas.openxmlformats.org/drawingml/2006/main" noGrp="1"/>
          </p:cNvSpPr>
          <p:nvPr/>
        </p:nvSpPr>
        <p:spPr>
          <a:xfrm xmlns:a="http://schemas.openxmlformats.org/drawingml/2006/main">
            <a:off x="1905000" y="79629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EEBE148A-5B5B-4009-A865-E00DBEB72AC2}"/>
              </a:ext>
            </a:extLst>
          </p:cNvPr>
          <p:cNvSpPr>
            <a:spLocks xmlns:a="http://schemas.openxmlformats.org/drawingml/2006/main" noGrp="1"/>
          </p:cNvSpPr>
          <p:nvPr/>
        </p:nvSpPr>
        <p:spPr>
          <a:xfrm xmlns:a="http://schemas.openxmlformats.org/drawingml/2006/main">
            <a:off x="2133600" y="81915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04</a:t>
            </a:r>
          </a:p>
        </p:txBody>
      </p:sp>
      <p:sp>
        <p:nvSpPr>
          <p:cNvPr id="24" name="rich">
            <a:extLst xmlns:a="http://schemas.openxmlformats.org/drawingml/2006/main">
              <a:ext uri="{FF2B5EF4-FFF2-40B4-BE49-F238E27FC236}">
                <a16:creationId xmlns:a16="http://schemas.microsoft.com/office/drawing/2014/main" id="{30A3C594-ADB3-40B6-8630-EFECC5B87E66}"/>
              </a:ext>
            </a:extLst>
          </p:cNvPr>
          <p:cNvSpPr>
            <a:spLocks xmlns:a="http://schemas.openxmlformats.org/drawingml/2006/main" noGrp="1"/>
          </p:cNvSpPr>
          <p:nvPr/>
        </p:nvSpPr>
        <p:spPr>
          <a:xfrm xmlns:a="http://schemas.openxmlformats.org/drawingml/2006/main">
            <a:off x="2952750" y="81534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Δ</a:t>
            </a:r>
            <a:r>
              <a:rPr i="1">
                <a:latin typeface="Pretendard"/>
                <a:ea typeface="Pretendard"/>
                <a:cs typeface="Pretendard"/>
              </a:rPr>
              <a:t>H</a:t>
            </a:r>
            <a:r>
              <a:t> 계산·검산</a:t>
            </a:r>
          </a:p>
        </p:txBody>
      </p:sp>
      <p:sp>
        <p:nvSpPr>
          <p:cNvPr id="25" name="R05-29 대응 설명 상자">
            <a:extLst xmlns:a="http://schemas.openxmlformats.org/drawingml/2006/main">
              <a:ext uri="{FF2B5EF4-FFF2-40B4-BE49-F238E27FC236}">
                <a16:creationId xmlns:a16="http://schemas.microsoft.com/office/drawing/2014/main" id="{C970ABAD-35A7-45A0-8607-9077D7127CCB}"/>
              </a:ext>
            </a:extLst>
          </p:cNvPr>
          <p:cNvSpPr>
            <a:spLocks xmlns:a="http://schemas.openxmlformats.org/drawingml/2006/main" noGrp="1"/>
          </p:cNvSpPr>
          <p:nvPr/>
        </p:nvSpPr>
        <p:spPr>
          <a:xfrm xmlns:a="http://schemas.openxmlformats.org/drawingml/2006/main">
            <a:off x="6581775" y="79629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6" name="rich">
            <a:extLst xmlns:a="http://schemas.openxmlformats.org/drawingml/2006/main">
              <a:ext uri="{FF2B5EF4-FFF2-40B4-BE49-F238E27FC236}">
                <a16:creationId xmlns:a16="http://schemas.microsoft.com/office/drawing/2014/main" id="{117F3569-42B7-42B7-94F6-E85820FBCDE7}"/>
              </a:ext>
            </a:extLst>
          </p:cNvPr>
          <p:cNvSpPr>
            <a:spLocks xmlns:a="http://schemas.openxmlformats.org/drawingml/2006/main" noGrp="1"/>
          </p:cNvSpPr>
          <p:nvPr/>
        </p:nvSpPr>
        <p:spPr>
          <a:xfrm xmlns:a="http://schemas.openxmlformats.org/drawingml/2006/main">
            <a:off x="6905625" y="81534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남은 반응식과 부호·단위를 확인한다.</a:t>
            </a:r>
          </a:p>
        </p:txBody>
      </p:sp>
    </p:spTree>
    <p:extLst>
      <p:ext uri="{BB962C8B-B14F-4D97-AF65-F5344CB8AC3E}">
        <p14:creationId xmlns:p14="http://schemas.microsoft.com/office/powerpoint/2010/main" val="157689984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545F1CD-53AC-47F0-929D-71848E39B208}"/>
              </a:ext>
            </a:extLst>
          </p:cNvPr>
          <p:cNvPicPr>
            <a:picLocks xmlns:a="http://schemas.openxmlformats.org/drawingml/2006/main" noChangeAspect="1"/>
          </p:cNvPicPr>
          <p:nvPr/>
        </p:nvPicPr>
        <p:blipFill>
          <a:blip xmlns:r="http://schemas.openxmlformats.org/officeDocument/2006/relationships" xmlns:a="http://schemas.openxmlformats.org/drawingml/2006/main" r:embed="R682619674c53409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C44550E-746C-4FFA-873B-736FDC140BC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0690213-5998-45D6-869B-57BFC25B581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800E2EE-042C-4DF6-ABA3-606438D6C20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75546B0-1D08-4755-BDC6-D35AD6E52CA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DDE45E3D-DDB5-465B-A12A-31677CB4C6E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315385F1-AB8D-40E6-A9DD-8D674070FAEE}"/>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b="0">
                <a:solidFill>
                  <a:srgbClr val="777777"/>
                </a:solidFill>
              </a:rPr>
              <a:t>다음 두 반응을 이용하여 목표 반응의 </a:t>
            </a:r>
            <a:r>
              <a:rPr b="0">
                <a:solidFill>
                  <a:srgbClr val="777777"/>
                </a:solidFill>
              </a:rPr>
              <a:t>Δ</a:t>
            </a:r>
            <a:r>
              <a:rPr b="0" i="1">
                <a:solidFill>
                  <a:srgbClr val="777777"/>
                </a:solidFill>
                <a:latin typeface="Pretendard"/>
                <a:ea typeface="Pretendard"/>
                <a:cs typeface="Pretendard"/>
              </a:rPr>
              <a:t>H</a:t>
            </a:r>
            <a:r>
              <a:rPr b="0">
                <a:solidFill>
                  <a:srgbClr val="777777"/>
                </a:solidFill>
              </a:rPr>
              <a:t>를 구하시오.</a:t>
            </a:r>
          </a:p>
        </p:txBody>
      </p:sp>
      <p:pic>
        <p:nvPicPr>
          <p:cNvPr id="8" name="">
            <a:extLst xmlns:a="http://schemas.openxmlformats.org/drawingml/2006/main">
              <a:ext uri="{FF2B5EF4-FFF2-40B4-BE49-F238E27FC236}">
                <a16:creationId xmlns:a16="http://schemas.microsoft.com/office/drawing/2014/main" id="{292F00E2-C018-4C26-B662-E1C9E993FE99}"/>
              </a:ext>
            </a:extLst>
          </p:cNvPr>
          <p:cNvPicPr>
            <a:picLocks xmlns:a="http://schemas.openxmlformats.org/drawingml/2006/main" noChangeAspect="1"/>
          </p:cNvPicPr>
          <p:nvPr/>
        </p:nvPicPr>
        <p:blipFill>
          <a:blip xmlns:r="http://schemas.openxmlformats.org/officeDocument/2006/relationships" xmlns:a="http://schemas.openxmlformats.org/drawingml/2006/main" r:embed="R3a0a1ae4bf1442e9"/>
          <a:stretch xmlns:a="http://schemas.openxmlformats.org/drawingml/2006/main"/>
        </p:blipFill>
        <p:spPr>
          <a:xfrm xmlns:a="http://schemas.openxmlformats.org/drawingml/2006/main">
            <a:off x="2395728" y="4546473"/>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26C54DF7-12FF-411A-8476-22BA4E24B474}"/>
              </a:ext>
            </a:extLst>
          </p:cNvPr>
          <p:cNvSpPr>
            <a:spLocks xmlns:a="http://schemas.openxmlformats.org/drawingml/2006/main" noGrp="1"/>
          </p:cNvSpPr>
          <p:nvPr/>
        </p:nvSpPr>
        <p:spPr>
          <a:xfrm xmlns:a="http://schemas.openxmlformats.org/drawingml/2006/main">
            <a:off x="2247900" y="6957441"/>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7E5DECDB-AA7D-4107-8149-ED6FEB76FCC4}"/>
              </a:ext>
            </a:extLst>
          </p:cNvPr>
          <p:cNvPicPr>
            <a:picLocks xmlns:a="http://schemas.openxmlformats.org/drawingml/2006/main" noChangeAspect="1"/>
          </p:cNvPicPr>
          <p:nvPr/>
        </p:nvPicPr>
        <p:blipFill>
          <a:blip xmlns:r="http://schemas.openxmlformats.org/officeDocument/2006/relationships" xmlns:a="http://schemas.openxmlformats.org/drawingml/2006/main" r:embed="R5b50b771d0cb40f4"/>
          <a:stretch xmlns:a="http://schemas.openxmlformats.org/drawingml/2006/main"/>
        </p:blipFill>
        <p:spPr>
          <a:xfrm xmlns:a="http://schemas.openxmlformats.org/drawingml/2006/main">
            <a:off x="5619750" y="6627495"/>
            <a:ext cx="11782044" cy="1549908"/>
          </a:xfrm>
          <a:prstGeom xmlns:a="http://schemas.openxmlformats.org/drawingml/2006/main" prst="rect">
            <a:avLst/>
          </a:prstGeom>
        </p:spPr>
      </p:pic>
    </p:spTree>
    <p:extLst>
      <p:ext uri="{BB962C8B-B14F-4D97-AF65-F5344CB8AC3E}">
        <p14:creationId xmlns:p14="http://schemas.microsoft.com/office/powerpoint/2010/main" val="34617915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683B009-F1DE-4617-937B-994F61EAF7A3}"/>
              </a:ext>
            </a:extLst>
          </p:cNvPr>
          <p:cNvPicPr>
            <a:picLocks xmlns:a="http://schemas.openxmlformats.org/drawingml/2006/main" noChangeAspect="1"/>
          </p:cNvPicPr>
          <p:nvPr/>
        </p:nvPicPr>
        <p:blipFill>
          <a:blip xmlns:r="http://schemas.openxmlformats.org/officeDocument/2006/relationships" xmlns:a="http://schemas.openxmlformats.org/drawingml/2006/main" r:embed="Rda9306436dab4a1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F36FA64-988B-4FD4-AA3D-2BAF188F829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798BF9E-1EAA-4D55-B001-12D07522539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1A78423-D64D-4420-9387-48847F034EC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686158A-CCB1-4BFB-8799-935DB552A42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B9DA0FFD-9D2C-4941-8697-7C0E478C8A3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A4410964-7CD7-460C-8593-669CA998B572}"/>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414B6834-95CA-4DA6-B3CE-C1E5E3BDD7B8}"/>
              </a:ext>
            </a:extLst>
          </p:cNvPr>
          <p:cNvPicPr>
            <a:picLocks xmlns:a="http://schemas.openxmlformats.org/drawingml/2006/main" noChangeAspect="1"/>
          </p:cNvPicPr>
          <p:nvPr/>
        </p:nvPicPr>
        <p:blipFill>
          <a:blip xmlns:r="http://schemas.openxmlformats.org/officeDocument/2006/relationships" xmlns:a="http://schemas.openxmlformats.org/drawingml/2006/main" r:embed="Rfc995e871cd84c4c"/>
          <a:stretch xmlns:a="http://schemas.openxmlformats.org/drawingml/2006/main"/>
        </p:blipFill>
        <p:spPr>
          <a:xfrm xmlns:a="http://schemas.openxmlformats.org/drawingml/2006/main">
            <a:off x="2395728" y="4594098"/>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87CA0E8-F35D-42AC-B5C0-75B9DB4BB754}"/>
              </a:ext>
            </a:extLst>
          </p:cNvPr>
          <p:cNvPicPr>
            <a:picLocks xmlns:a="http://schemas.openxmlformats.org/drawingml/2006/main" noChangeAspect="1"/>
          </p:cNvPicPr>
          <p:nvPr/>
        </p:nvPicPr>
        <p:blipFill>
          <a:blip xmlns:r="http://schemas.openxmlformats.org/officeDocument/2006/relationships" xmlns:a="http://schemas.openxmlformats.org/drawingml/2006/main" r:embed="R5ac48278a07f4e6c"/>
          <a:stretch xmlns:a="http://schemas.openxmlformats.org/drawingml/2006/main"/>
        </p:blipFill>
        <p:spPr>
          <a:xfrm xmlns:a="http://schemas.openxmlformats.org/drawingml/2006/main">
            <a:off x="3252978" y="657987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AEE64DA2-9127-4B76-BBF9-0264686A7DFE}"/>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1EC9D11F-6BA3-4D71-BB1A-0359353E6BA3}"/>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13786806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66AC103-6BE8-45A2-82B5-10676711DCBE}"/>
              </a:ext>
            </a:extLst>
          </p:cNvPr>
          <p:cNvPicPr>
            <a:picLocks xmlns:a="http://schemas.openxmlformats.org/drawingml/2006/main" noChangeAspect="1"/>
          </p:cNvPicPr>
          <p:nvPr/>
        </p:nvPicPr>
        <p:blipFill>
          <a:blip xmlns:r="http://schemas.openxmlformats.org/officeDocument/2006/relationships" xmlns:a="http://schemas.openxmlformats.org/drawingml/2006/main" r:embed="Rce67caa4ab07462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44A745E-39FF-4265-A9F3-C487E3D28CE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D5F80B1-D0E6-421E-A7FA-3720EB9F608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35DF618-1703-4881-BE7C-9D2A931E653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C302582-4DE5-4052-89E5-F5B952FB700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50B1006A-F1A1-4F9D-896D-85C32C8C0B7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35C4FC82-A518-4D74-A892-45C1B060C00A}"/>
              </a:ext>
            </a:extLst>
          </p:cNvPr>
          <p:cNvPicPr>
            <a:picLocks xmlns:a="http://schemas.openxmlformats.org/drawingml/2006/main" noChangeAspect="1"/>
          </p:cNvPicPr>
          <p:nvPr/>
        </p:nvPicPr>
        <p:blipFill>
          <a:blip xmlns:r="http://schemas.openxmlformats.org/officeDocument/2006/relationships" xmlns:a="http://schemas.openxmlformats.org/drawingml/2006/main" r:embed="Rdbeb6b47123743f1"/>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A95E95B-A5C8-48EF-9D26-D74001EF946B}"/>
              </a:ext>
            </a:extLst>
          </p:cNvPr>
          <p:cNvSpPr>
            <a:spLocks xmlns:a="http://schemas.openxmlformats.org/drawingml/2006/main" noGrp="1"/>
          </p:cNvSpPr>
          <p:nvPr/>
        </p:nvSpPr>
        <p:spPr>
          <a:xfrm xmlns:a="http://schemas.openxmlformats.org/drawingml/2006/main">
            <a:off x="10668000" y="48577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64C52FAE-2947-4C7E-9263-6EC78EBBB4C0}"/>
              </a:ext>
            </a:extLst>
          </p:cNvPr>
          <p:cNvSpPr>
            <a:spLocks xmlns:a="http://schemas.openxmlformats.org/drawingml/2006/main" noGrp="1"/>
          </p:cNvSpPr>
          <p:nvPr/>
        </p:nvSpPr>
        <p:spPr>
          <a:xfrm xmlns:a="http://schemas.openxmlformats.org/drawingml/2006/main">
            <a:off x="10668000" y="55435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96E7B00D-C565-4883-8974-B1438FD09107}"/>
              </a:ext>
            </a:extLst>
          </p:cNvPr>
          <p:cNvSpPr>
            <a:spLocks xmlns:a="http://schemas.openxmlformats.org/drawingml/2006/main" noGrp="1"/>
          </p:cNvSpPr>
          <p:nvPr/>
        </p:nvSpPr>
        <p:spPr>
          <a:xfrm xmlns:a="http://schemas.openxmlformats.org/drawingml/2006/main">
            <a:off x="10668000" y="6838950"/>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14F7B5D7-4623-4CB9-9D9B-F978503CAE95}"/>
              </a:ext>
            </a:extLst>
          </p:cNvPr>
          <p:cNvSpPr>
            <a:spLocks xmlns:a="http://schemas.openxmlformats.org/drawingml/2006/main" noGrp="1"/>
          </p:cNvSpPr>
          <p:nvPr/>
        </p:nvSpPr>
        <p:spPr>
          <a:xfrm xmlns:a="http://schemas.openxmlformats.org/drawingml/2006/main">
            <a:off x="10668000" y="75247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974427460"/>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C023668-3B43-4673-AB28-BAE2FAE11558}"/>
              </a:ext>
            </a:extLst>
          </p:cNvPr>
          <p:cNvPicPr>
            <a:picLocks xmlns:a="http://schemas.openxmlformats.org/drawingml/2006/main" noChangeAspect="1"/>
          </p:cNvPicPr>
          <p:nvPr/>
        </p:nvPicPr>
        <p:blipFill>
          <a:blip xmlns:r="http://schemas.openxmlformats.org/officeDocument/2006/relationships" xmlns:a="http://schemas.openxmlformats.org/drawingml/2006/main" r:embed="Rd7040eb229a94c15"/>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50FE915F-D82E-40F8-8C23-994705974AC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03242125-55EE-4D41-87CB-1FB10D95D77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5A29061D-860B-4443-B873-14AAA39A435C}"/>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4771BF52-60B7-4C5B-A5B4-BBD633DD471B}"/>
              </a:ext>
            </a:extLst>
          </p:cNvPr>
          <p:cNvPicPr>
            <a:picLocks xmlns:a="http://schemas.openxmlformats.org/drawingml/2006/main" noChangeAspect="1"/>
          </p:cNvPicPr>
          <p:nvPr/>
        </p:nvPicPr>
        <p:blipFill>
          <a:blip xmlns:r="http://schemas.openxmlformats.org/officeDocument/2006/relationships" xmlns:a="http://schemas.openxmlformats.org/drawingml/2006/main" r:embed="Rb949c6112b3a4f0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74A45B79-B5E4-47DD-8CF6-25B2017585E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78187C8A-3872-47FD-82D5-1E58534E0E59}"/>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8" name="text">
            <a:extLst xmlns:a="http://schemas.openxmlformats.org/drawingml/2006/main">
              <a:ext uri="{FF2B5EF4-FFF2-40B4-BE49-F238E27FC236}">
                <a16:creationId xmlns:a16="http://schemas.microsoft.com/office/drawing/2014/main" id="{605600C7-4E29-4BDE-B5E3-F67F142F828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9" name="text">
            <a:extLst xmlns:a="http://schemas.openxmlformats.org/drawingml/2006/main">
              <a:ext uri="{FF2B5EF4-FFF2-40B4-BE49-F238E27FC236}">
                <a16:creationId xmlns:a16="http://schemas.microsoft.com/office/drawing/2014/main" id="{C3E33957-E2AA-4AA1-A054-C57A19435492}"/>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19915030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67AAB5C4-C84B-4AA9-BE87-5D344E308682}"/>
              </a:ext>
            </a:extLst>
          </p:cNvPr>
          <p:cNvPicPr>
            <a:picLocks xmlns:a="http://schemas.openxmlformats.org/drawingml/2006/main" noChangeAspect="1"/>
          </p:cNvPicPr>
          <p:nvPr/>
        </p:nvPicPr>
        <p:blipFill>
          <a:blip xmlns:r="http://schemas.openxmlformats.org/officeDocument/2006/relationships" xmlns:a="http://schemas.openxmlformats.org/drawingml/2006/main" r:embed="R0c44baa571c54d6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C6E1B3E-2ADE-4B65-8FD8-1C974DD16D8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C7573CC-E454-484E-8C07-F11B50BB057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0D28B43-023E-43A2-9AD2-6C160DE0384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BAAEA4C-B8B7-432B-9DAC-B228A19DE35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03BCC587-BDDA-4501-9FFE-7ED4878F35E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E4C02246-477A-454A-8419-36D1C9962DDC}"/>
              </a:ext>
            </a:extLst>
          </p:cNvPr>
          <p:cNvSpPr>
            <a:spLocks xmlns:a="http://schemas.openxmlformats.org/drawingml/2006/main" noGrp="1"/>
          </p:cNvSpPr>
          <p:nvPr/>
        </p:nvSpPr>
        <p:spPr>
          <a:xfrm xmlns:a="http://schemas.openxmlformats.org/drawingml/2006/main">
            <a:off x="1524000" y="3667125"/>
            <a:ext cx="15240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777777"/>
                </a:solidFill>
                <a:latin typeface="Pretendard"/>
                <a:ea typeface="Pretendard"/>
                <a:cs typeface="Pretendard"/>
              </a:defRPr>
            </a:defPPr>
            <a:lvl1pPr algn="ctr">
              <a:defRPr sz="2550" b="0">
                <a:solidFill>
                  <a:srgbClr val="777777"/>
                </a:solidFill>
                <a:latin typeface="Pretendard"/>
                <a:ea typeface="Pretendard"/>
                <a:cs typeface="Pretendard"/>
              </a:defRPr>
            </a:lvl1pPr>
            <a:lvl2pPr algn="ctr">
              <a:defRPr sz="2550" b="0">
                <a:solidFill>
                  <a:srgbClr val="777777"/>
                </a:solidFill>
                <a:latin typeface="Pretendard"/>
                <a:ea typeface="Pretendard"/>
                <a:cs typeface="Pretendard"/>
              </a:defRPr>
            </a:lvl2pPr>
            <a:lvl3pPr algn="ctr">
              <a:defRPr sz="2550" b="0">
                <a:solidFill>
                  <a:srgbClr val="777777"/>
                </a:solidFill>
                <a:latin typeface="Pretendard"/>
                <a:ea typeface="Pretendard"/>
                <a:cs typeface="Pretendard"/>
              </a:defRPr>
            </a:lvl3pPr>
            <a:lvl4pPr algn="ctr">
              <a:defRPr sz="2550" b="0">
                <a:solidFill>
                  <a:srgbClr val="777777"/>
                </a:solidFill>
                <a:latin typeface="Pretendard"/>
                <a:ea typeface="Pretendard"/>
                <a:cs typeface="Pretendard"/>
              </a:defRPr>
            </a:lvl4pPr>
            <a:lvl5pPr algn="ctr">
              <a:defRPr sz="2550" b="0">
                <a:solidFill>
                  <a:srgbClr val="777777"/>
                </a:solidFill>
                <a:latin typeface="Pretendard"/>
                <a:ea typeface="Pretendard"/>
                <a:cs typeface="Pretendard"/>
              </a:defRPr>
            </a:lvl5pPr>
            <a:lvl6pPr algn="ctr">
              <a:defRPr sz="2550" b="0">
                <a:solidFill>
                  <a:srgbClr val="777777"/>
                </a:solidFill>
                <a:latin typeface="Pretendard"/>
                <a:ea typeface="Pretendard"/>
                <a:cs typeface="Pretendard"/>
              </a:defRPr>
            </a:lvl6pPr>
            <a:lvl7pPr algn="ctr">
              <a:defRPr sz="2550" b="0">
                <a:solidFill>
                  <a:srgbClr val="777777"/>
                </a:solidFill>
                <a:latin typeface="Pretendard"/>
                <a:ea typeface="Pretendard"/>
                <a:cs typeface="Pretendard"/>
              </a:defRPr>
            </a:lvl7pPr>
            <a:lvl8pPr algn="ctr">
              <a:defRPr sz="2550" b="0">
                <a:solidFill>
                  <a:srgbClr val="777777"/>
                </a:solidFill>
                <a:latin typeface="Pretendard"/>
                <a:ea typeface="Pretendard"/>
                <a:cs typeface="Pretendard"/>
              </a:defRPr>
            </a:lvl8pPr>
            <a:lvl9pPr algn="ctr">
              <a:defRPr sz="2550" b="0">
                <a:solidFill>
                  <a:srgbClr val="777777"/>
                </a:solidFill>
                <a:latin typeface="Pretendard"/>
                <a:ea typeface="Pretendard"/>
                <a:cs typeface="Pretendard"/>
              </a:defRPr>
            </a:lvl9pPr>
          </a:lstStyle>
          <a:p xmlns:a="http://schemas.openxmlformats.org/drawingml/2006/main">
            <a:pPr algn="ctr">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표준 상태에서 가장 안정한 원소 물질로부터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73A807C2-2D14-4183-8C60-1EA955367BF3}"/>
              </a:ext>
            </a:extLst>
          </p:cNvPr>
          <p:cNvPicPr>
            <a:picLocks xmlns:a="http://schemas.openxmlformats.org/drawingml/2006/main" noChangeAspect="1"/>
          </p:cNvPicPr>
          <p:nvPr/>
        </p:nvPicPr>
        <p:blipFill>
          <a:blip xmlns:r="http://schemas.openxmlformats.org/officeDocument/2006/relationships" xmlns:a="http://schemas.openxmlformats.org/drawingml/2006/main" r:embed="Rdb42ab1193d74660"/>
          <a:stretch xmlns:a="http://schemas.openxmlformats.org/drawingml/2006/main"/>
        </p:blipFill>
        <p:spPr>
          <a:xfrm xmlns:a="http://schemas.openxmlformats.org/drawingml/2006/main">
            <a:off x="3476986" y="4733925"/>
            <a:ext cx="11334028" cy="1206818"/>
          </a:xfrm>
          <a:prstGeom xmlns:a="http://schemas.openxmlformats.org/drawingml/2006/main" prst="rect">
            <a:avLst/>
          </a:prstGeom>
        </p:spPr>
      </p:pic>
      <p:sp>
        <p:nvSpPr>
          <p:cNvPr id="9" name="rich">
            <a:extLst xmlns:a="http://schemas.openxmlformats.org/drawingml/2006/main">
              <a:ext uri="{FF2B5EF4-FFF2-40B4-BE49-F238E27FC236}">
                <a16:creationId xmlns:a16="http://schemas.microsoft.com/office/drawing/2014/main" id="{831FFFDC-2855-42B5-8707-457C651A2308}"/>
              </a:ext>
            </a:extLst>
          </p:cNvPr>
          <p:cNvSpPr>
            <a:spLocks xmlns:a="http://schemas.openxmlformats.org/drawingml/2006/main" noGrp="1"/>
          </p:cNvSpPr>
          <p:nvPr/>
        </p:nvSpPr>
        <p:spPr>
          <a:xfrm xmlns:a="http://schemas.openxmlformats.org/drawingml/2006/main">
            <a:off x="3790950" y="67151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생성되는 물질 </a:t>
            </a:r>
            <a:r>
              <a:rPr b="1">
                <a:solidFill>
                  <a:srgbClr val="57962F"/>
                </a:solidFill>
              </a:rPr>
              <a:t>1 mol</a:t>
            </a:r>
            <a:r>
              <a:t>을 기준으로 나타낸다.</a:t>
            </a:r>
          </a:p>
        </p:txBody>
      </p:sp>
      <p:sp>
        <p:nvSpPr>
          <p:cNvPr id="10" name="rich">
            <a:extLst xmlns:a="http://schemas.openxmlformats.org/drawingml/2006/main">
              <a:ext uri="{FF2B5EF4-FFF2-40B4-BE49-F238E27FC236}">
                <a16:creationId xmlns:a16="http://schemas.microsoft.com/office/drawing/2014/main" id="{ADC86C75-562E-43FD-9981-9E089DDE44CF}"/>
              </a:ext>
            </a:extLst>
          </p:cNvPr>
          <p:cNvSpPr>
            <a:spLocks xmlns:a="http://schemas.openxmlformats.org/drawingml/2006/main" noGrp="1"/>
          </p:cNvSpPr>
          <p:nvPr/>
        </p:nvSpPr>
        <p:spPr>
          <a:xfrm xmlns:a="http://schemas.openxmlformats.org/drawingml/2006/main">
            <a:off x="3790950" y="77343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H₂O</a:t>
            </a:r>
            <a:r>
              <a:t>(</a:t>
            </a:r>
            <a:r>
              <a:rPr i="1">
                <a:latin typeface="Pretendard"/>
                <a:ea typeface="Pretendard"/>
                <a:cs typeface="Pretendard"/>
              </a:rPr>
              <a:t>l</a:t>
            </a:r>
            <a:r>
              <a:t>)의 표준 생성 엔탈피는</a:t>
            </a:r>
          </a:p>
        </p:txBody>
      </p:sp>
      <p:sp>
        <p:nvSpPr>
          <p:cNvPr id="11" name="text">
            <a:extLst xmlns:a="http://schemas.openxmlformats.org/drawingml/2006/main">
              <a:ext uri="{FF2B5EF4-FFF2-40B4-BE49-F238E27FC236}">
                <a16:creationId xmlns:a16="http://schemas.microsoft.com/office/drawing/2014/main" id="{C50828D6-1104-4115-9D93-5642DE2DEE1F}"/>
              </a:ext>
            </a:extLst>
          </p:cNvPr>
          <p:cNvSpPr>
            <a:spLocks xmlns:a="http://schemas.openxmlformats.org/drawingml/2006/main" noGrp="1"/>
          </p:cNvSpPr>
          <p:nvPr/>
        </p:nvSpPr>
        <p:spPr>
          <a:xfrm xmlns:a="http://schemas.openxmlformats.org/drawingml/2006/main">
            <a:off x="3790950" y="83820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650" b="1">
                <a:solidFill>
                  <a:srgbClr val="57962F"/>
                </a:solidFill>
                <a:latin typeface="Pretendard"/>
                <a:ea typeface="Pretendard"/>
                <a:cs typeface="Pretendard"/>
              </a:defRPr>
            </a:defPPr>
            <a:lvl1pPr algn="l">
              <a:defRPr sz="4650" b="1">
                <a:solidFill>
                  <a:srgbClr val="57962F"/>
                </a:solidFill>
                <a:latin typeface="Pretendard"/>
                <a:ea typeface="Pretendard"/>
                <a:cs typeface="Pretendard"/>
              </a:defRPr>
            </a:lvl1pPr>
            <a:lvl2pPr algn="l">
              <a:defRPr sz="4650" b="1">
                <a:solidFill>
                  <a:srgbClr val="57962F"/>
                </a:solidFill>
                <a:latin typeface="Pretendard"/>
                <a:ea typeface="Pretendard"/>
                <a:cs typeface="Pretendard"/>
              </a:defRPr>
            </a:lvl2pPr>
            <a:lvl3pPr algn="l">
              <a:defRPr sz="4650" b="1">
                <a:solidFill>
                  <a:srgbClr val="57962F"/>
                </a:solidFill>
                <a:latin typeface="Pretendard"/>
                <a:ea typeface="Pretendard"/>
                <a:cs typeface="Pretendard"/>
              </a:defRPr>
            </a:lvl3pPr>
            <a:lvl4pPr algn="l">
              <a:defRPr sz="4650" b="1">
                <a:solidFill>
                  <a:srgbClr val="57962F"/>
                </a:solidFill>
                <a:latin typeface="Pretendard"/>
                <a:ea typeface="Pretendard"/>
                <a:cs typeface="Pretendard"/>
              </a:defRPr>
            </a:lvl4pPr>
            <a:lvl5pPr algn="l">
              <a:defRPr sz="4650" b="1">
                <a:solidFill>
                  <a:srgbClr val="57962F"/>
                </a:solidFill>
                <a:latin typeface="Pretendard"/>
                <a:ea typeface="Pretendard"/>
                <a:cs typeface="Pretendard"/>
              </a:defRPr>
            </a:lvl5pPr>
            <a:lvl6pPr algn="l">
              <a:defRPr sz="4650" b="1">
                <a:solidFill>
                  <a:srgbClr val="57962F"/>
                </a:solidFill>
                <a:latin typeface="Pretendard"/>
                <a:ea typeface="Pretendard"/>
                <a:cs typeface="Pretendard"/>
              </a:defRPr>
            </a:lvl6pPr>
            <a:lvl7pPr algn="l">
              <a:defRPr sz="4650" b="1">
                <a:solidFill>
                  <a:srgbClr val="57962F"/>
                </a:solidFill>
                <a:latin typeface="Pretendard"/>
                <a:ea typeface="Pretendard"/>
                <a:cs typeface="Pretendard"/>
              </a:defRPr>
            </a:lvl7pPr>
            <a:lvl8pPr algn="l">
              <a:defRPr sz="4650" b="1">
                <a:solidFill>
                  <a:srgbClr val="57962F"/>
                </a:solidFill>
                <a:latin typeface="Pretendard"/>
                <a:ea typeface="Pretendard"/>
                <a:cs typeface="Pretendard"/>
              </a:defRPr>
            </a:lvl8pPr>
            <a:lvl9pPr algn="l">
              <a:defRPr sz="4650" b="1">
                <a:solidFill>
                  <a:srgbClr val="57962F"/>
                </a:solidFill>
                <a:latin typeface="Pretendard"/>
                <a:ea typeface="Pretendard"/>
                <a:cs typeface="Pretendard"/>
              </a:defRPr>
            </a:lvl9pPr>
          </a:lstStyle>
          <a:p xmlns:a="http://schemas.openxmlformats.org/drawingml/2006/main">
            <a:pPr algn="l">
              <a:defRPr sz="4650" b="1">
                <a:solidFill>
                  <a:srgbClr val="57962F"/>
                </a:solidFill>
                <a:latin typeface="Pretendard"/>
                <a:ea typeface="Pretendard"/>
                <a:cs typeface="Pretendard"/>
              </a:defRPr>
            </a:pPr>
            <a:r>
              <a:rPr sz="4650" b="1">
                <a:solidFill>
                  <a:srgbClr val="57962F"/>
                </a:solidFill>
                <a:latin typeface="Pretendard"/>
                <a:ea typeface="Pretendard"/>
                <a:cs typeface="Pretendard"/>
              </a:rPr>
              <a:t>−285.8 kJ/mol</a:t>
            </a:r>
          </a:p>
        </p:txBody>
      </p:sp>
    </p:spTree>
    <p:extLst>
      <p:ext uri="{BB962C8B-B14F-4D97-AF65-F5344CB8AC3E}">
        <p14:creationId xmlns:p14="http://schemas.microsoft.com/office/powerpoint/2010/main" val="79520132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BBC6613D-FCEE-4856-A318-BA1E060D168D}"/>
              </a:ext>
            </a:extLst>
          </p:cNvPr>
          <p:cNvPicPr>
            <a:picLocks xmlns:a="http://schemas.openxmlformats.org/drawingml/2006/main" noChangeAspect="1"/>
          </p:cNvPicPr>
          <p:nvPr/>
        </p:nvPicPr>
        <p:blipFill>
          <a:blip xmlns:r="http://schemas.openxmlformats.org/officeDocument/2006/relationships" xmlns:a="http://schemas.openxmlformats.org/drawingml/2006/main" r:embed="R88a1748cbd67447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658F9DE-2F3A-4A0D-BAEB-A17EFD776EE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1D9292E-A291-4BE5-85A4-2461D5AF00F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55D0606-6576-4AA1-A8DB-7701E24F733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EC12609-5B1E-488E-87F8-C799AF25010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183553F-AE12-4208-8AC2-39BA9467BF0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아래첨자 f와 윗첨자 °의 뜻</a:t>
            </a:r>
          </a:p>
        </p:txBody>
      </p:sp>
      <p:sp>
        <p:nvSpPr>
          <p:cNvPr id="7" name="text">
            <a:extLst xmlns:a="http://schemas.openxmlformats.org/drawingml/2006/main">
              <a:ext uri="{FF2B5EF4-FFF2-40B4-BE49-F238E27FC236}">
                <a16:creationId xmlns:a16="http://schemas.microsoft.com/office/drawing/2014/main" id="{B4D1EF2C-6A6F-4B2E-8628-BD7E078B9567}"/>
              </a:ext>
            </a:extLst>
          </p:cNvPr>
          <p:cNvSpPr>
            <a:spLocks xmlns:a="http://schemas.openxmlformats.org/drawingml/2006/main" noGrp="1"/>
          </p:cNvSpPr>
          <p:nvPr/>
        </p:nvSpPr>
        <p:spPr>
          <a:xfrm xmlns:a="http://schemas.openxmlformats.org/drawingml/2006/main">
            <a:off x="2905125" y="4191000"/>
            <a:ext cx="114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a:solidFill>
                  <a:srgbClr val="57962F"/>
                </a:solidFill>
                <a:latin typeface="Pretendard"/>
                <a:ea typeface="Pretendard"/>
                <a:cs typeface="Pretendard"/>
              </a:defRPr>
            </a:defPPr>
            <a:lvl1pPr algn="l">
              <a:defRPr sz="10875" b="1">
                <a:solidFill>
                  <a:srgbClr val="57962F"/>
                </a:solidFill>
                <a:latin typeface="Pretendard"/>
                <a:ea typeface="Pretendard"/>
                <a:cs typeface="Pretendard"/>
              </a:defRPr>
            </a:lvl1pPr>
            <a:lvl2pPr algn="l">
              <a:defRPr sz="10875" b="1">
                <a:solidFill>
                  <a:srgbClr val="57962F"/>
                </a:solidFill>
                <a:latin typeface="Pretendard"/>
                <a:ea typeface="Pretendard"/>
                <a:cs typeface="Pretendard"/>
              </a:defRPr>
            </a:lvl2pPr>
            <a:lvl3pPr algn="l">
              <a:defRPr sz="10875" b="1">
                <a:solidFill>
                  <a:srgbClr val="57962F"/>
                </a:solidFill>
                <a:latin typeface="Pretendard"/>
                <a:ea typeface="Pretendard"/>
                <a:cs typeface="Pretendard"/>
              </a:defRPr>
            </a:lvl3pPr>
            <a:lvl4pPr algn="l">
              <a:defRPr sz="10875" b="1">
                <a:solidFill>
                  <a:srgbClr val="57962F"/>
                </a:solidFill>
                <a:latin typeface="Pretendard"/>
                <a:ea typeface="Pretendard"/>
                <a:cs typeface="Pretendard"/>
              </a:defRPr>
            </a:lvl4pPr>
            <a:lvl5pPr algn="l">
              <a:defRPr sz="10875" b="1">
                <a:solidFill>
                  <a:srgbClr val="57962F"/>
                </a:solidFill>
                <a:latin typeface="Pretendard"/>
                <a:ea typeface="Pretendard"/>
                <a:cs typeface="Pretendard"/>
              </a:defRPr>
            </a:lvl5pPr>
            <a:lvl6pPr algn="l">
              <a:defRPr sz="10875" b="1">
                <a:solidFill>
                  <a:srgbClr val="57962F"/>
                </a:solidFill>
                <a:latin typeface="Pretendard"/>
                <a:ea typeface="Pretendard"/>
                <a:cs typeface="Pretendard"/>
              </a:defRPr>
            </a:lvl6pPr>
            <a:lvl7pPr algn="l">
              <a:defRPr sz="10875" b="1">
                <a:solidFill>
                  <a:srgbClr val="57962F"/>
                </a:solidFill>
                <a:latin typeface="Pretendard"/>
                <a:ea typeface="Pretendard"/>
                <a:cs typeface="Pretendard"/>
              </a:defRPr>
            </a:lvl7pPr>
            <a:lvl8pPr algn="l">
              <a:defRPr sz="10875" b="1">
                <a:solidFill>
                  <a:srgbClr val="57962F"/>
                </a:solidFill>
                <a:latin typeface="Pretendard"/>
                <a:ea typeface="Pretendard"/>
                <a:cs typeface="Pretendard"/>
              </a:defRPr>
            </a:lvl8pPr>
            <a:lvl9pPr algn="l">
              <a:defRPr sz="10875" b="1">
                <a:solidFill>
                  <a:srgbClr val="57962F"/>
                </a:solidFill>
                <a:latin typeface="Pretendard"/>
                <a:ea typeface="Pretendard"/>
                <a:cs typeface="Pretendard"/>
              </a:defRPr>
            </a:lvl9pPr>
          </a:lstStyle>
          <a:p xmlns:a="http://schemas.openxmlformats.org/drawingml/2006/main">
            <a:pPr algn="l">
              <a:defRPr sz="10875" b="1">
                <a:solidFill>
                  <a:srgbClr val="57962F"/>
                </a:solidFill>
                <a:latin typeface="Pretendard"/>
                <a:ea typeface="Pretendard"/>
                <a:cs typeface="Pretendard"/>
              </a:defRPr>
            </a:pPr>
            <a:r>
              <a:rPr sz="10875" b="1">
                <a:solidFill>
                  <a:srgbClr val="57962F"/>
                </a:solidFill>
                <a:latin typeface="Pretendard"/>
                <a:ea typeface="Pretendard"/>
                <a:cs typeface="Pretendard"/>
              </a:rPr>
              <a:t>Δ</a:t>
            </a:r>
          </a:p>
        </p:txBody>
      </p:sp>
      <p:sp>
        <p:nvSpPr>
          <p:cNvPr id="8" name="rich">
            <a:extLst xmlns:a="http://schemas.openxmlformats.org/drawingml/2006/main">
              <a:ext uri="{FF2B5EF4-FFF2-40B4-BE49-F238E27FC236}">
                <a16:creationId xmlns:a16="http://schemas.microsoft.com/office/drawing/2014/main" id="{D96831F9-C1BB-482A-86BA-50FEDD7F6FA5}"/>
              </a:ext>
            </a:extLst>
          </p:cNvPr>
          <p:cNvSpPr>
            <a:spLocks xmlns:a="http://schemas.openxmlformats.org/drawingml/2006/main" noGrp="1"/>
          </p:cNvSpPr>
          <p:nvPr/>
        </p:nvSpPr>
        <p:spPr>
          <a:xfrm xmlns:a="http://schemas.openxmlformats.org/drawingml/2006/main">
            <a:off x="3857625" y="4191000"/>
            <a:ext cx="1381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a:solidFill>
                  <a:srgbClr val="57962F"/>
                </a:solidFill>
                <a:latin typeface="Pretendard"/>
                <a:ea typeface="Pretendard"/>
                <a:cs typeface="Pretendard"/>
              </a:defRPr>
            </a:defPPr>
            <a:lvl1pPr algn="l">
              <a:defRPr sz="10875" b="1">
                <a:solidFill>
                  <a:srgbClr val="57962F"/>
                </a:solidFill>
                <a:latin typeface="Pretendard"/>
                <a:ea typeface="Pretendard"/>
                <a:cs typeface="Pretendard"/>
              </a:defRPr>
            </a:lvl1pPr>
            <a:lvl2pPr algn="l">
              <a:defRPr sz="10875" b="1">
                <a:solidFill>
                  <a:srgbClr val="57962F"/>
                </a:solidFill>
                <a:latin typeface="Pretendard"/>
                <a:ea typeface="Pretendard"/>
                <a:cs typeface="Pretendard"/>
              </a:defRPr>
            </a:lvl2pPr>
            <a:lvl3pPr algn="l">
              <a:defRPr sz="10875" b="1">
                <a:solidFill>
                  <a:srgbClr val="57962F"/>
                </a:solidFill>
                <a:latin typeface="Pretendard"/>
                <a:ea typeface="Pretendard"/>
                <a:cs typeface="Pretendard"/>
              </a:defRPr>
            </a:lvl3pPr>
            <a:lvl4pPr algn="l">
              <a:defRPr sz="10875" b="1">
                <a:solidFill>
                  <a:srgbClr val="57962F"/>
                </a:solidFill>
                <a:latin typeface="Pretendard"/>
                <a:ea typeface="Pretendard"/>
                <a:cs typeface="Pretendard"/>
              </a:defRPr>
            </a:lvl4pPr>
            <a:lvl5pPr algn="l">
              <a:defRPr sz="10875" b="1">
                <a:solidFill>
                  <a:srgbClr val="57962F"/>
                </a:solidFill>
                <a:latin typeface="Pretendard"/>
                <a:ea typeface="Pretendard"/>
                <a:cs typeface="Pretendard"/>
              </a:defRPr>
            </a:lvl5pPr>
            <a:lvl6pPr algn="l">
              <a:defRPr sz="10875" b="1">
                <a:solidFill>
                  <a:srgbClr val="57962F"/>
                </a:solidFill>
                <a:latin typeface="Pretendard"/>
                <a:ea typeface="Pretendard"/>
                <a:cs typeface="Pretendard"/>
              </a:defRPr>
            </a:lvl6pPr>
            <a:lvl7pPr algn="l">
              <a:defRPr sz="10875" b="1">
                <a:solidFill>
                  <a:srgbClr val="57962F"/>
                </a:solidFill>
                <a:latin typeface="Pretendard"/>
                <a:ea typeface="Pretendard"/>
                <a:cs typeface="Pretendard"/>
              </a:defRPr>
            </a:lvl7pPr>
            <a:lvl8pPr algn="l">
              <a:defRPr sz="10875" b="1">
                <a:solidFill>
                  <a:srgbClr val="57962F"/>
                </a:solidFill>
                <a:latin typeface="Pretendard"/>
                <a:ea typeface="Pretendard"/>
                <a:cs typeface="Pretendard"/>
              </a:defRPr>
            </a:lvl8pPr>
            <a:lvl9pPr algn="l">
              <a:defRPr sz="10875" b="1">
                <a:solidFill>
                  <a:srgbClr val="57962F"/>
                </a:solidFill>
                <a:latin typeface="Pretendard"/>
                <a:ea typeface="Pretendard"/>
                <a:cs typeface="Pretendard"/>
              </a:defRPr>
            </a:lvl9pPr>
          </a:lstStyle>
          <a:p xmlns:a="http://schemas.openxmlformats.org/drawingml/2006/main">
            <a:pPr algn="l">
              <a:defRPr sz="10875" b="1">
                <a:solidFill>
                  <a:srgbClr val="57962F"/>
                </a:solidFill>
                <a:latin typeface="Pretendard"/>
                <a:ea typeface="Pretendard"/>
                <a:cs typeface="Pretendard"/>
              </a:defRPr>
            </a:pPr>
            <a:r>
              <a:rPr i="1">
                <a:latin typeface="Pretendard"/>
                <a:ea typeface="Pretendard"/>
                <a:cs typeface="Pretendard"/>
              </a:rPr>
              <a:t>H</a:t>
            </a:r>
          </a:p>
        </p:txBody>
      </p:sp>
      <p:sp>
        <p:nvSpPr>
          <p:cNvPr id="9" name="text">
            <a:extLst xmlns:a="http://schemas.openxmlformats.org/drawingml/2006/main">
              <a:ext uri="{FF2B5EF4-FFF2-40B4-BE49-F238E27FC236}">
                <a16:creationId xmlns:a16="http://schemas.microsoft.com/office/drawing/2014/main" id="{44AB6C12-21BB-4D86-BECE-4546F3E2A207}"/>
              </a:ext>
            </a:extLst>
          </p:cNvPr>
          <p:cNvSpPr>
            <a:spLocks xmlns:a="http://schemas.openxmlformats.org/drawingml/2006/main" noGrp="1"/>
          </p:cNvSpPr>
          <p:nvPr/>
        </p:nvSpPr>
        <p:spPr>
          <a:xfrm xmlns:a="http://schemas.openxmlformats.org/drawingml/2006/main">
            <a:off x="5019675" y="5314950"/>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75" b="0">
                <a:solidFill>
                  <a:srgbClr val="57962F"/>
                </a:solidFill>
                <a:latin typeface="Pretendard"/>
                <a:ea typeface="Pretendard"/>
                <a:cs typeface="Pretendard"/>
              </a:defRPr>
            </a:defPPr>
            <a:lvl1pPr algn="l">
              <a:defRPr sz="3975" b="0">
                <a:solidFill>
                  <a:srgbClr val="57962F"/>
                </a:solidFill>
                <a:latin typeface="Pretendard"/>
                <a:ea typeface="Pretendard"/>
                <a:cs typeface="Pretendard"/>
              </a:defRPr>
            </a:lvl1pPr>
            <a:lvl2pPr algn="l">
              <a:defRPr sz="3975" b="0">
                <a:solidFill>
                  <a:srgbClr val="57962F"/>
                </a:solidFill>
                <a:latin typeface="Pretendard"/>
                <a:ea typeface="Pretendard"/>
                <a:cs typeface="Pretendard"/>
              </a:defRPr>
            </a:lvl2pPr>
            <a:lvl3pPr algn="l">
              <a:defRPr sz="3975" b="0">
                <a:solidFill>
                  <a:srgbClr val="57962F"/>
                </a:solidFill>
                <a:latin typeface="Pretendard"/>
                <a:ea typeface="Pretendard"/>
                <a:cs typeface="Pretendard"/>
              </a:defRPr>
            </a:lvl3pPr>
            <a:lvl4pPr algn="l">
              <a:defRPr sz="3975" b="0">
                <a:solidFill>
                  <a:srgbClr val="57962F"/>
                </a:solidFill>
                <a:latin typeface="Pretendard"/>
                <a:ea typeface="Pretendard"/>
                <a:cs typeface="Pretendard"/>
              </a:defRPr>
            </a:lvl4pPr>
            <a:lvl5pPr algn="l">
              <a:defRPr sz="3975" b="0">
                <a:solidFill>
                  <a:srgbClr val="57962F"/>
                </a:solidFill>
                <a:latin typeface="Pretendard"/>
                <a:ea typeface="Pretendard"/>
                <a:cs typeface="Pretendard"/>
              </a:defRPr>
            </a:lvl5pPr>
            <a:lvl6pPr algn="l">
              <a:defRPr sz="3975" b="0">
                <a:solidFill>
                  <a:srgbClr val="57962F"/>
                </a:solidFill>
                <a:latin typeface="Pretendard"/>
                <a:ea typeface="Pretendard"/>
                <a:cs typeface="Pretendard"/>
              </a:defRPr>
            </a:lvl6pPr>
            <a:lvl7pPr algn="l">
              <a:defRPr sz="3975" b="0">
                <a:solidFill>
                  <a:srgbClr val="57962F"/>
                </a:solidFill>
                <a:latin typeface="Pretendard"/>
                <a:ea typeface="Pretendard"/>
                <a:cs typeface="Pretendard"/>
              </a:defRPr>
            </a:lvl7pPr>
            <a:lvl8pPr algn="l">
              <a:defRPr sz="3975" b="0">
                <a:solidFill>
                  <a:srgbClr val="57962F"/>
                </a:solidFill>
                <a:latin typeface="Pretendard"/>
                <a:ea typeface="Pretendard"/>
                <a:cs typeface="Pretendard"/>
              </a:defRPr>
            </a:lvl8pPr>
            <a:lvl9pPr algn="l">
              <a:defRPr sz="3975" b="0">
                <a:solidFill>
                  <a:srgbClr val="57962F"/>
                </a:solidFill>
                <a:latin typeface="Pretendard"/>
                <a:ea typeface="Pretendard"/>
                <a:cs typeface="Pretendard"/>
              </a:defRPr>
            </a:lvl9pPr>
          </a:lstStyle>
          <a:p xmlns:a="http://schemas.openxmlformats.org/drawingml/2006/main">
            <a:pPr algn="l">
              <a:defRPr sz="3975" b="0">
                <a:solidFill>
                  <a:srgbClr val="57962F"/>
                </a:solidFill>
                <a:latin typeface="Pretendard"/>
                <a:ea typeface="Pretendard"/>
                <a:cs typeface="Pretendard"/>
              </a:defRPr>
            </a:pPr>
            <a:r>
              <a:rPr sz="3975" b="0">
                <a:solidFill>
                  <a:srgbClr val="57962F"/>
                </a:solidFill>
                <a:latin typeface="Pretendard"/>
                <a:ea typeface="Pretendard"/>
                <a:cs typeface="Pretendard"/>
              </a:rPr>
              <a:t>f</a:t>
            </a:r>
          </a:p>
        </p:txBody>
      </p:sp>
      <p:sp>
        <p:nvSpPr>
          <p:cNvPr id="10" name="text">
            <a:extLst xmlns:a="http://schemas.openxmlformats.org/drawingml/2006/main">
              <a:ext uri="{FF2B5EF4-FFF2-40B4-BE49-F238E27FC236}">
                <a16:creationId xmlns:a16="http://schemas.microsoft.com/office/drawing/2014/main" id="{8D5F8F48-B7FD-4011-9A5B-8AEA0C93FDE3}"/>
              </a:ext>
            </a:extLst>
          </p:cNvPr>
          <p:cNvSpPr>
            <a:spLocks xmlns:a="http://schemas.openxmlformats.org/drawingml/2006/main" noGrp="1"/>
          </p:cNvSpPr>
          <p:nvPr/>
        </p:nvSpPr>
        <p:spPr>
          <a:xfrm xmlns:a="http://schemas.openxmlformats.org/drawingml/2006/main">
            <a:off x="5019675" y="4286250"/>
            <a:ext cx="619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250" b="0">
                <a:solidFill>
                  <a:srgbClr val="57962F"/>
                </a:solidFill>
                <a:latin typeface="Pretendard"/>
                <a:ea typeface="Pretendard"/>
                <a:cs typeface="Pretendard"/>
              </a:defRPr>
            </a:defPPr>
            <a:lvl1pPr algn="l">
              <a:defRPr sz="5250" b="0">
                <a:solidFill>
                  <a:srgbClr val="57962F"/>
                </a:solidFill>
                <a:latin typeface="Pretendard"/>
                <a:ea typeface="Pretendard"/>
                <a:cs typeface="Pretendard"/>
              </a:defRPr>
            </a:lvl1pPr>
            <a:lvl2pPr algn="l">
              <a:defRPr sz="5250" b="0">
                <a:solidFill>
                  <a:srgbClr val="57962F"/>
                </a:solidFill>
                <a:latin typeface="Pretendard"/>
                <a:ea typeface="Pretendard"/>
                <a:cs typeface="Pretendard"/>
              </a:defRPr>
            </a:lvl2pPr>
            <a:lvl3pPr algn="l">
              <a:defRPr sz="5250" b="0">
                <a:solidFill>
                  <a:srgbClr val="57962F"/>
                </a:solidFill>
                <a:latin typeface="Pretendard"/>
                <a:ea typeface="Pretendard"/>
                <a:cs typeface="Pretendard"/>
              </a:defRPr>
            </a:lvl3pPr>
            <a:lvl4pPr algn="l">
              <a:defRPr sz="5250" b="0">
                <a:solidFill>
                  <a:srgbClr val="57962F"/>
                </a:solidFill>
                <a:latin typeface="Pretendard"/>
                <a:ea typeface="Pretendard"/>
                <a:cs typeface="Pretendard"/>
              </a:defRPr>
            </a:lvl4pPr>
            <a:lvl5pPr algn="l">
              <a:defRPr sz="5250" b="0">
                <a:solidFill>
                  <a:srgbClr val="57962F"/>
                </a:solidFill>
                <a:latin typeface="Pretendard"/>
                <a:ea typeface="Pretendard"/>
                <a:cs typeface="Pretendard"/>
              </a:defRPr>
            </a:lvl5pPr>
            <a:lvl6pPr algn="l">
              <a:defRPr sz="5250" b="0">
                <a:solidFill>
                  <a:srgbClr val="57962F"/>
                </a:solidFill>
                <a:latin typeface="Pretendard"/>
                <a:ea typeface="Pretendard"/>
                <a:cs typeface="Pretendard"/>
              </a:defRPr>
            </a:lvl6pPr>
            <a:lvl7pPr algn="l">
              <a:defRPr sz="5250" b="0">
                <a:solidFill>
                  <a:srgbClr val="57962F"/>
                </a:solidFill>
                <a:latin typeface="Pretendard"/>
                <a:ea typeface="Pretendard"/>
                <a:cs typeface="Pretendard"/>
              </a:defRPr>
            </a:lvl7pPr>
            <a:lvl8pPr algn="l">
              <a:defRPr sz="5250" b="0">
                <a:solidFill>
                  <a:srgbClr val="57962F"/>
                </a:solidFill>
                <a:latin typeface="Pretendard"/>
                <a:ea typeface="Pretendard"/>
                <a:cs typeface="Pretendard"/>
              </a:defRPr>
            </a:lvl8pPr>
            <a:lvl9pPr algn="l">
              <a:defRPr sz="5250" b="0">
                <a:solidFill>
                  <a:srgbClr val="57962F"/>
                </a:solidFill>
                <a:latin typeface="Pretendard"/>
                <a:ea typeface="Pretendard"/>
                <a:cs typeface="Pretendard"/>
              </a:defRPr>
            </a:lvl9pPr>
          </a:lstStyle>
          <a:p xmlns:a="http://schemas.openxmlformats.org/drawingml/2006/main">
            <a:pPr algn="l">
              <a:defRPr sz="5250" b="0">
                <a:solidFill>
                  <a:srgbClr val="57962F"/>
                </a:solidFill>
                <a:latin typeface="Pretendard"/>
                <a:ea typeface="Pretendard"/>
                <a:cs typeface="Pretendard"/>
              </a:defRPr>
            </a:pPr>
            <a:r>
              <a:rPr sz="5250" b="0">
                <a:solidFill>
                  <a:srgbClr val="57962F"/>
                </a:solidFill>
                <a:latin typeface="Pretendard"/>
                <a:ea typeface="Pretendard"/>
                <a:cs typeface="Pretendard"/>
              </a:rPr>
              <a:t>°</a:t>
            </a:r>
          </a:p>
        </p:txBody>
      </p:sp>
      <p:sp>
        <p:nvSpPr>
          <p:cNvPr id="11" name="R04-33 표제와 해석 영역">
            <a:extLst xmlns:a="http://schemas.openxmlformats.org/drawingml/2006/main">
              <a:ext uri="{FF2B5EF4-FFF2-40B4-BE49-F238E27FC236}">
                <a16:creationId xmlns:a16="http://schemas.microsoft.com/office/drawing/2014/main" id="{729E445A-1B49-40DE-99D6-FB3B8BEF13ED}"/>
              </a:ext>
            </a:extLst>
          </p:cNvPr>
          <p:cNvSpPr>
            <a:spLocks xmlns:a="http://schemas.openxmlformats.org/drawingml/2006/main" noGrp="1"/>
          </p:cNvSpPr>
          <p:nvPr/>
        </p:nvSpPr>
        <p:spPr>
          <a:xfrm xmlns:a="http://schemas.openxmlformats.org/drawingml/2006/main">
            <a:off x="7143750" y="4048125"/>
            <a:ext cx="9715500" cy="1638300"/>
          </a:xfrm>
          <a:prstGeom xmlns:a="http://schemas.openxmlformats.org/drawingml/2006/main" prst="roundRect">
            <a:avLst>
              <a:gd name="adj" fmla="val 11628"/>
            </a:avLst>
          </a:prstGeom>
          <a:solidFill xmlns:a="http://schemas.openxmlformats.org/drawingml/2006/main">
            <a:srgbClr val="F5F5F5"/>
          </a:solidFill>
          <a:ln xmlns:a="http://schemas.openxmlformats.org/drawingml/2006/main" w="0">
            <a:noFill/>
          </a:ln>
        </p:spPr>
      </p:sp>
      <p:sp>
        <p:nvSpPr>
          <p:cNvPr id="12" name="rich">
            <a:extLst xmlns:a="http://schemas.openxmlformats.org/drawingml/2006/main">
              <a:ext uri="{FF2B5EF4-FFF2-40B4-BE49-F238E27FC236}">
                <a16:creationId xmlns:a16="http://schemas.microsoft.com/office/drawing/2014/main" id="{19DD4B66-2AFE-45C5-8DD8-ECB8697FE221}"/>
              </a:ext>
            </a:extLst>
          </p:cNvPr>
          <p:cNvSpPr>
            <a:spLocks xmlns:a="http://schemas.openxmlformats.org/drawingml/2006/main" noGrp="1"/>
          </p:cNvSpPr>
          <p:nvPr/>
        </p:nvSpPr>
        <p:spPr>
          <a:xfrm xmlns:a="http://schemas.openxmlformats.org/drawingml/2006/main">
            <a:off x="7448550" y="4210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f : formation, 생성</a:t>
            </a:r>
          </a:p>
        </p:txBody>
      </p:sp>
      <p:sp>
        <p:nvSpPr>
          <p:cNvPr id="13" name="rich">
            <a:extLst xmlns:a="http://schemas.openxmlformats.org/drawingml/2006/main">
              <a:ext uri="{FF2B5EF4-FFF2-40B4-BE49-F238E27FC236}">
                <a16:creationId xmlns:a16="http://schemas.microsoft.com/office/drawing/2014/main" id="{4757E08F-E18F-4798-9EED-12DD3BDA8693}"/>
              </a:ext>
            </a:extLst>
          </p:cNvPr>
          <p:cNvSpPr>
            <a:spLocks xmlns:a="http://schemas.openxmlformats.org/drawingml/2006/main" noGrp="1"/>
          </p:cNvSpPr>
          <p:nvPr/>
        </p:nvSpPr>
        <p:spPr>
          <a:xfrm xmlns:a="http://schemas.openxmlformats.org/drawingml/2006/main">
            <a:off x="7448550" y="4838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원소 물질로부터 생성되는 반응임을 나타낸다.</a:t>
            </a:r>
          </a:p>
        </p:txBody>
      </p:sp>
      <p:sp>
        <p:nvSpPr>
          <p:cNvPr id="14" name="R04-33 표제와 해석 영역">
            <a:extLst xmlns:a="http://schemas.openxmlformats.org/drawingml/2006/main">
              <a:ext uri="{FF2B5EF4-FFF2-40B4-BE49-F238E27FC236}">
                <a16:creationId xmlns:a16="http://schemas.microsoft.com/office/drawing/2014/main" id="{A0409A6A-2B70-46CB-A3E3-85830F1E9AD6}"/>
              </a:ext>
            </a:extLst>
          </p:cNvPr>
          <p:cNvSpPr>
            <a:spLocks xmlns:a="http://schemas.openxmlformats.org/drawingml/2006/main" noGrp="1"/>
          </p:cNvSpPr>
          <p:nvPr/>
        </p:nvSpPr>
        <p:spPr>
          <a:xfrm xmlns:a="http://schemas.openxmlformats.org/drawingml/2006/main">
            <a:off x="7143750" y="5953125"/>
            <a:ext cx="9715500" cy="1638300"/>
          </a:xfrm>
          <a:prstGeom xmlns:a="http://schemas.openxmlformats.org/drawingml/2006/main" prst="roundRect">
            <a:avLst>
              <a:gd name="adj" fmla="val 11628"/>
            </a:avLst>
          </a:prstGeom>
          <a:solidFill xmlns:a="http://schemas.openxmlformats.org/drawingml/2006/main">
            <a:srgbClr val="F5F5F5"/>
          </a:solidFill>
          <a:ln xmlns:a="http://schemas.openxmlformats.org/drawingml/2006/main" w="0">
            <a:noFill/>
          </a:ln>
        </p:spPr>
      </p:sp>
      <p:sp>
        <p:nvSpPr>
          <p:cNvPr id="15" name="rich">
            <a:extLst xmlns:a="http://schemas.openxmlformats.org/drawingml/2006/main">
              <a:ext uri="{FF2B5EF4-FFF2-40B4-BE49-F238E27FC236}">
                <a16:creationId xmlns:a16="http://schemas.microsoft.com/office/drawing/2014/main" id="{4935FC71-2747-4583-81D6-E43F422CC72C}"/>
              </a:ext>
            </a:extLst>
          </p:cNvPr>
          <p:cNvSpPr>
            <a:spLocks xmlns:a="http://schemas.openxmlformats.org/drawingml/2006/main" noGrp="1"/>
          </p:cNvSpPr>
          <p:nvPr/>
        </p:nvSpPr>
        <p:spPr>
          <a:xfrm xmlns:a="http://schemas.openxmlformats.org/drawingml/2006/main">
            <a:off x="7448550" y="6115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 : 표준 상태</a:t>
            </a:r>
          </a:p>
        </p:txBody>
      </p:sp>
      <p:sp>
        <p:nvSpPr>
          <p:cNvPr id="16" name="rich">
            <a:extLst xmlns:a="http://schemas.openxmlformats.org/drawingml/2006/main">
              <a:ext uri="{FF2B5EF4-FFF2-40B4-BE49-F238E27FC236}">
                <a16:creationId xmlns:a16="http://schemas.microsoft.com/office/drawing/2014/main" id="{49B94175-E426-4058-A81F-B182613D784E}"/>
              </a:ext>
            </a:extLst>
          </p:cNvPr>
          <p:cNvSpPr>
            <a:spLocks xmlns:a="http://schemas.openxmlformats.org/drawingml/2006/main" noGrp="1"/>
          </p:cNvSpPr>
          <p:nvPr/>
        </p:nvSpPr>
        <p:spPr>
          <a:xfrm xmlns:a="http://schemas.openxmlformats.org/drawingml/2006/main">
            <a:off x="7448550" y="6743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반응 물질이 표준 상태에 있음을 나타낸다.</a:t>
            </a:r>
          </a:p>
        </p:txBody>
      </p:sp>
      <p:sp>
        <p:nvSpPr>
          <p:cNvPr id="17" name="text">
            <a:extLst xmlns:a="http://schemas.openxmlformats.org/drawingml/2006/main">
              <a:ext uri="{FF2B5EF4-FFF2-40B4-BE49-F238E27FC236}">
                <a16:creationId xmlns:a16="http://schemas.microsoft.com/office/drawing/2014/main" id="{711C703E-F1B7-4C16-B0A6-1CC0A34EE76D}"/>
              </a:ext>
            </a:extLst>
          </p:cNvPr>
          <p:cNvSpPr>
            <a:spLocks xmlns:a="http://schemas.openxmlformats.org/drawingml/2006/main" noGrp="1"/>
          </p:cNvSpPr>
          <p:nvPr/>
        </p:nvSpPr>
        <p:spPr>
          <a:xfrm xmlns:a="http://schemas.openxmlformats.org/drawingml/2006/main">
            <a:off x="2286000" y="6410325"/>
            <a:ext cx="3905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898989"/>
                </a:solidFill>
                <a:latin typeface="Pretendard"/>
                <a:ea typeface="Pretendard"/>
                <a:cs typeface="Pretendard"/>
              </a:defRPr>
            </a:defPPr>
            <a:lvl1pPr algn="ctr">
              <a:defRPr sz="2550" b="0">
                <a:solidFill>
                  <a:srgbClr val="898989"/>
                </a:solidFill>
                <a:latin typeface="Pretendard"/>
                <a:ea typeface="Pretendard"/>
                <a:cs typeface="Pretendard"/>
              </a:defRPr>
            </a:lvl1pPr>
            <a:lvl2pPr algn="ctr">
              <a:defRPr sz="2550" b="0">
                <a:solidFill>
                  <a:srgbClr val="898989"/>
                </a:solidFill>
                <a:latin typeface="Pretendard"/>
                <a:ea typeface="Pretendard"/>
                <a:cs typeface="Pretendard"/>
              </a:defRPr>
            </a:lvl2pPr>
            <a:lvl3pPr algn="ctr">
              <a:defRPr sz="2550" b="0">
                <a:solidFill>
                  <a:srgbClr val="898989"/>
                </a:solidFill>
                <a:latin typeface="Pretendard"/>
                <a:ea typeface="Pretendard"/>
                <a:cs typeface="Pretendard"/>
              </a:defRPr>
            </a:lvl3pPr>
            <a:lvl4pPr algn="ctr">
              <a:defRPr sz="2550" b="0">
                <a:solidFill>
                  <a:srgbClr val="898989"/>
                </a:solidFill>
                <a:latin typeface="Pretendard"/>
                <a:ea typeface="Pretendard"/>
                <a:cs typeface="Pretendard"/>
              </a:defRPr>
            </a:lvl4pPr>
            <a:lvl5pPr algn="ctr">
              <a:defRPr sz="2550" b="0">
                <a:solidFill>
                  <a:srgbClr val="898989"/>
                </a:solidFill>
                <a:latin typeface="Pretendard"/>
                <a:ea typeface="Pretendard"/>
                <a:cs typeface="Pretendard"/>
              </a:defRPr>
            </a:lvl5pPr>
            <a:lvl6pPr algn="ctr">
              <a:defRPr sz="2550" b="0">
                <a:solidFill>
                  <a:srgbClr val="898989"/>
                </a:solidFill>
                <a:latin typeface="Pretendard"/>
                <a:ea typeface="Pretendard"/>
                <a:cs typeface="Pretendard"/>
              </a:defRPr>
            </a:lvl6pPr>
            <a:lvl7pPr algn="ctr">
              <a:defRPr sz="2550" b="0">
                <a:solidFill>
                  <a:srgbClr val="898989"/>
                </a:solidFill>
                <a:latin typeface="Pretendard"/>
                <a:ea typeface="Pretendard"/>
                <a:cs typeface="Pretendard"/>
              </a:defRPr>
            </a:lvl7pPr>
            <a:lvl8pPr algn="ctr">
              <a:defRPr sz="2550" b="0">
                <a:solidFill>
                  <a:srgbClr val="898989"/>
                </a:solidFill>
                <a:latin typeface="Pretendard"/>
                <a:ea typeface="Pretendard"/>
                <a:cs typeface="Pretendard"/>
              </a:defRPr>
            </a:lvl8pPr>
            <a:lvl9pPr algn="ctr">
              <a:defRPr sz="2550" b="0">
                <a:solidFill>
                  <a:srgbClr val="898989"/>
                </a:solidFill>
                <a:latin typeface="Pretendard"/>
                <a:ea typeface="Pretendard"/>
                <a:cs typeface="Pretendard"/>
              </a:defRPr>
            </a:lvl9pPr>
          </a:lstStyle>
          <a:p xmlns:a="http://schemas.openxmlformats.org/drawingml/2006/main">
            <a:pPr algn="ctr">
              <a:defRPr sz="2550" b="0">
                <a:solidFill>
                  <a:srgbClr val="898989"/>
                </a:solidFill>
                <a:latin typeface="Pretendard"/>
                <a:ea typeface="Pretendard"/>
                <a:cs typeface="Pretendard"/>
              </a:defRPr>
            </a:pPr>
            <a:r>
              <a:rPr sz="2550" b="0">
                <a:solidFill>
                  <a:srgbClr val="898989"/>
                </a:solidFill>
                <a:latin typeface="Pretendard"/>
                <a:ea typeface="Pretendard"/>
                <a:cs typeface="Pretendard"/>
              </a:rPr>
              <a:t>아래첨자·윗첨자도 기호의 일부</a:t>
            </a:r>
          </a:p>
        </p:txBody>
      </p:sp>
      <p:sp>
        <p:nvSpPr>
          <p:cNvPr id="18" name="해석·결론">
            <a:extLst xmlns:a="http://schemas.openxmlformats.org/drawingml/2006/main">
              <a:ext uri="{FF2B5EF4-FFF2-40B4-BE49-F238E27FC236}">
                <a16:creationId xmlns:a16="http://schemas.microsoft.com/office/drawing/2014/main" id="{8D9A1FAD-3F02-497A-BD57-C3D755C782C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9" name="반응식·수식">
            <a:extLst xmlns:a="http://schemas.openxmlformats.org/drawingml/2006/main">
              <a:ext uri="{FF2B5EF4-FFF2-40B4-BE49-F238E27FC236}">
                <a16:creationId xmlns:a16="http://schemas.microsoft.com/office/drawing/2014/main" id="{2D4E3425-3FE9-420C-9F40-E14F80E16619}"/>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 1 mol을 기준으로 하므로 단위는 kJ/mol</a:t>
            </a:r>
          </a:p>
        </p:txBody>
      </p:sp>
    </p:spTree>
    <p:extLst>
      <p:ext uri="{BB962C8B-B14F-4D97-AF65-F5344CB8AC3E}">
        <p14:creationId xmlns:p14="http://schemas.microsoft.com/office/powerpoint/2010/main" val="165240081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E4E1BF8-9F92-45F3-B64B-310AE2C08BAD}"/>
              </a:ext>
            </a:extLst>
          </p:cNvPr>
          <p:cNvPicPr>
            <a:picLocks xmlns:a="http://schemas.openxmlformats.org/drawingml/2006/main" noChangeAspect="1"/>
          </p:cNvPicPr>
          <p:nvPr/>
        </p:nvPicPr>
        <p:blipFill>
          <a:blip xmlns:r="http://schemas.openxmlformats.org/officeDocument/2006/relationships" xmlns:a="http://schemas.openxmlformats.org/drawingml/2006/main" r:embed="Rc431a4e80fed481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6A4C559-DD72-402B-B88E-3C0FDDE3168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50965C9-FFE2-4D20-A1C1-D007BEC1AA6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D6F3E01-4AB9-4DD1-BD4D-A2F01EFD2AA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E475E22-6ACA-4F56-9D4E-F0D2ACB97C0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8F474872-9BBC-4731-8D59-DF547571175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C311B91A-4821-4D95-9A81-F637A4D0E90E}"/>
              </a:ext>
            </a:extLst>
          </p:cNvPr>
          <p:cNvSpPr>
            <a:spLocks xmlns:a="http://schemas.openxmlformats.org/drawingml/2006/main" noGrp="1"/>
          </p:cNvSpPr>
          <p:nvPr/>
        </p:nvSpPr>
        <p:spPr>
          <a:xfrm xmlns:a="http://schemas.openxmlformats.org/drawingml/2006/main">
            <a:off x="1428750" y="36671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898989"/>
                </a:solidFill>
                <a:latin typeface="Pretendard"/>
                <a:ea typeface="Pretendard"/>
                <a:cs typeface="Pretendard"/>
              </a:defRPr>
            </a:defPPr>
            <a:lvl1pPr algn="ctr">
              <a:defRPr sz="2850" b="0">
                <a:solidFill>
                  <a:srgbClr val="898989"/>
                </a:solidFill>
                <a:latin typeface="Pretendard"/>
                <a:ea typeface="Pretendard"/>
                <a:cs typeface="Pretendard"/>
              </a:defRPr>
            </a:lvl1pPr>
            <a:lvl2pPr algn="ctr">
              <a:defRPr sz="2850" b="0">
                <a:solidFill>
                  <a:srgbClr val="898989"/>
                </a:solidFill>
                <a:latin typeface="Pretendard"/>
                <a:ea typeface="Pretendard"/>
                <a:cs typeface="Pretendard"/>
              </a:defRPr>
            </a:lvl2pPr>
            <a:lvl3pPr algn="ctr">
              <a:defRPr sz="2850" b="0">
                <a:solidFill>
                  <a:srgbClr val="898989"/>
                </a:solidFill>
                <a:latin typeface="Pretendard"/>
                <a:ea typeface="Pretendard"/>
                <a:cs typeface="Pretendard"/>
              </a:defRPr>
            </a:lvl3pPr>
            <a:lvl4pPr algn="ctr">
              <a:defRPr sz="2850" b="0">
                <a:solidFill>
                  <a:srgbClr val="898989"/>
                </a:solidFill>
                <a:latin typeface="Pretendard"/>
                <a:ea typeface="Pretendard"/>
                <a:cs typeface="Pretendard"/>
              </a:defRPr>
            </a:lvl4pPr>
            <a:lvl5pPr algn="ctr">
              <a:defRPr sz="2850" b="0">
                <a:solidFill>
                  <a:srgbClr val="898989"/>
                </a:solidFill>
                <a:latin typeface="Pretendard"/>
                <a:ea typeface="Pretendard"/>
                <a:cs typeface="Pretendard"/>
              </a:defRPr>
            </a:lvl5pPr>
            <a:lvl6pPr algn="ctr">
              <a:defRPr sz="2850" b="0">
                <a:solidFill>
                  <a:srgbClr val="898989"/>
                </a:solidFill>
                <a:latin typeface="Pretendard"/>
                <a:ea typeface="Pretendard"/>
                <a:cs typeface="Pretendard"/>
              </a:defRPr>
            </a:lvl6pPr>
            <a:lvl7pPr algn="ctr">
              <a:defRPr sz="2850" b="0">
                <a:solidFill>
                  <a:srgbClr val="898989"/>
                </a:solidFill>
                <a:latin typeface="Pretendard"/>
                <a:ea typeface="Pretendard"/>
                <a:cs typeface="Pretendard"/>
              </a:defRPr>
            </a:lvl7pPr>
            <a:lvl8pPr algn="ctr">
              <a:defRPr sz="2850" b="0">
                <a:solidFill>
                  <a:srgbClr val="898989"/>
                </a:solidFill>
                <a:latin typeface="Pretendard"/>
                <a:ea typeface="Pretendard"/>
                <a:cs typeface="Pretendard"/>
              </a:defRPr>
            </a:lvl8pPr>
            <a:lvl9pPr algn="ctr">
              <a:defRPr sz="2850" b="0">
                <a:solidFill>
                  <a:srgbClr val="898989"/>
                </a:solidFill>
                <a:latin typeface="Pretendard"/>
                <a:ea typeface="Pretendard"/>
                <a:cs typeface="Pretendard"/>
              </a:defRPr>
            </a:lvl9pPr>
          </a:lstStyle>
          <a:p xmlns:a="http://schemas.openxmlformats.org/drawingml/2006/main">
            <a:pPr algn="ctr">
              <a:defRPr sz="2850" b="0">
                <a:solidFill>
                  <a:srgbClr val="898989"/>
                </a:solidFill>
                <a:latin typeface="Pretendard"/>
                <a:ea typeface="Pretendard"/>
                <a:cs typeface="Pretendard"/>
              </a:defRPr>
            </a:pPr>
            <a:r>
              <a:rPr sz="2850" b="0">
                <a:solidFill>
                  <a:srgbClr val="898989"/>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603E4779-A431-4EF2-ADCD-D5789767FB62}"/>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1F37515B-2C3A-49DD-919E-06AAEDD8752F}"/>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E9F8544-CAAC-4F87-98C9-2DDD8E151125}"/>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B362DED-EC40-4E1D-83F6-A1D7CDF07EC5}"/>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197991D1-8B95-4C3D-B762-DDAEC7030495}"/>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EB6FFE0A-5C05-4912-835A-B861A2A520DC}"/>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57962F"/>
                </a:solidFill>
                <a:latin typeface="Pretendard"/>
                <a:ea typeface="Pretendard"/>
                <a:cs typeface="Pretendard"/>
              </a:defRPr>
            </a:defPPr>
            <a:lvl1pPr algn="ctr">
              <a:defRPr sz="3000" b="1">
                <a:solidFill>
                  <a:srgbClr val="57962F"/>
                </a:solidFill>
                <a:latin typeface="Pretendard"/>
                <a:ea typeface="Pretendard"/>
                <a:cs typeface="Pretendard"/>
              </a:defRPr>
            </a:lvl1pPr>
            <a:lvl2pPr algn="ctr">
              <a:defRPr sz="3000" b="1">
                <a:solidFill>
                  <a:srgbClr val="57962F"/>
                </a:solidFill>
                <a:latin typeface="Pretendard"/>
                <a:ea typeface="Pretendard"/>
                <a:cs typeface="Pretendard"/>
              </a:defRPr>
            </a:lvl2pPr>
            <a:lvl3pPr algn="ctr">
              <a:defRPr sz="3000" b="1">
                <a:solidFill>
                  <a:srgbClr val="57962F"/>
                </a:solidFill>
                <a:latin typeface="Pretendard"/>
                <a:ea typeface="Pretendard"/>
                <a:cs typeface="Pretendard"/>
              </a:defRPr>
            </a:lvl3pPr>
            <a:lvl4pPr algn="ctr">
              <a:defRPr sz="3000" b="1">
                <a:solidFill>
                  <a:srgbClr val="57962F"/>
                </a:solidFill>
                <a:latin typeface="Pretendard"/>
                <a:ea typeface="Pretendard"/>
                <a:cs typeface="Pretendard"/>
              </a:defRPr>
            </a:lvl4pPr>
            <a:lvl5pPr algn="ctr">
              <a:defRPr sz="3000" b="1">
                <a:solidFill>
                  <a:srgbClr val="57962F"/>
                </a:solidFill>
                <a:latin typeface="Pretendard"/>
                <a:ea typeface="Pretendard"/>
                <a:cs typeface="Pretendard"/>
              </a:defRPr>
            </a:lvl5pPr>
            <a:lvl6pPr algn="ctr">
              <a:defRPr sz="3000" b="1">
                <a:solidFill>
                  <a:srgbClr val="57962F"/>
                </a:solidFill>
                <a:latin typeface="Pretendard"/>
                <a:ea typeface="Pretendard"/>
                <a:cs typeface="Pretendard"/>
              </a:defRPr>
            </a:lvl6pPr>
            <a:lvl7pPr algn="ctr">
              <a:defRPr sz="3000" b="1">
                <a:solidFill>
                  <a:srgbClr val="57962F"/>
                </a:solidFill>
                <a:latin typeface="Pretendard"/>
                <a:ea typeface="Pretendard"/>
                <a:cs typeface="Pretendard"/>
              </a:defRPr>
            </a:lvl7pPr>
            <a:lvl8pPr algn="ctr">
              <a:defRPr sz="3000" b="1">
                <a:solidFill>
                  <a:srgbClr val="57962F"/>
                </a:solidFill>
                <a:latin typeface="Pretendard"/>
                <a:ea typeface="Pretendard"/>
                <a:cs typeface="Pretendard"/>
              </a:defRPr>
            </a:lvl8pPr>
            <a:lvl9pPr algn="ctr">
              <a:defRPr sz="3000" b="1">
                <a:solidFill>
                  <a:srgbClr val="57962F"/>
                </a:solidFill>
                <a:latin typeface="Pretendard"/>
                <a:ea typeface="Pretendard"/>
                <a:cs typeface="Pretendard"/>
              </a:defRPr>
            </a:lvl9pPr>
          </a:lstStyle>
          <a:p xmlns:a="http://schemas.openxmlformats.org/drawingml/2006/main">
            <a:pPr algn="ctr">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1 M = 용액 1 L에 용질 1 mol이 들어 있는 농도</a:t>
            </a:r>
          </a:p>
        </p:txBody>
      </p:sp>
    </p:spTree>
    <p:extLst>
      <p:ext uri="{BB962C8B-B14F-4D97-AF65-F5344CB8AC3E}">
        <p14:creationId xmlns:p14="http://schemas.microsoft.com/office/powerpoint/2010/main" val="9366579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D7686125-3855-4DFB-84E4-7D6E31344A85}"/>
              </a:ext>
            </a:extLst>
          </p:cNvPr>
          <p:cNvPicPr>
            <a:picLocks xmlns:a="http://schemas.openxmlformats.org/drawingml/2006/main" noChangeAspect="1"/>
          </p:cNvPicPr>
          <p:nvPr/>
        </p:nvPicPr>
        <p:blipFill>
          <a:blip xmlns:r="http://schemas.openxmlformats.org/officeDocument/2006/relationships" xmlns:a="http://schemas.openxmlformats.org/drawingml/2006/main" r:embed="Rd7cb646a2ecb446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3622630-0E90-4784-86E2-7D68D69AD3F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1D309C2-AFE9-4D7E-A07A-2E1CFF44FB2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4A7DF35-C12B-4D1B-9FEC-FC88D3740AF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26B80FD-D79F-4F82-9063-906455F451E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67C1594-1285-43C5-9823-79649D7B143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상태가 곧 25°C인 것은 아니다</a:t>
            </a:r>
          </a:p>
        </p:txBody>
      </p:sp>
      <p:sp>
        <p:nvSpPr>
          <p:cNvPr id="7" name="R04-33 표제와 해석 영역">
            <a:extLst xmlns:a="http://schemas.openxmlformats.org/drawingml/2006/main">
              <a:ext uri="{FF2B5EF4-FFF2-40B4-BE49-F238E27FC236}">
                <a16:creationId xmlns:a16="http://schemas.microsoft.com/office/drawing/2014/main" id="{88A3C0CC-14D8-46AD-9B00-D7E6AA273998}"/>
              </a:ext>
            </a:extLst>
          </p:cNvPr>
          <p:cNvSpPr>
            <a:spLocks xmlns:a="http://schemas.openxmlformats.org/drawingml/2006/main" noGrp="1"/>
          </p:cNvSpPr>
          <p:nvPr/>
        </p:nvSpPr>
        <p:spPr>
          <a:xfrm xmlns:a="http://schemas.openxmlformats.org/drawingml/2006/main">
            <a:off x="2190750" y="4095750"/>
            <a:ext cx="13906500" cy="1666875"/>
          </a:xfrm>
          <a:prstGeom xmlns:a="http://schemas.openxmlformats.org/drawingml/2006/main" prst="roundRect">
            <a:avLst>
              <a:gd name="adj" fmla="val 11429"/>
            </a:avLst>
          </a:prstGeom>
          <a:solidFill xmlns:a="http://schemas.openxmlformats.org/drawingml/2006/main">
            <a:srgbClr val="F5F5F5"/>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AC972A54-6460-4221-8667-880652CC40C9}"/>
              </a:ext>
            </a:extLst>
          </p:cNvPr>
          <p:cNvSpPr>
            <a:spLocks xmlns:a="http://schemas.openxmlformats.org/drawingml/2006/main" noGrp="1"/>
          </p:cNvSpPr>
          <p:nvPr/>
        </p:nvSpPr>
        <p:spPr>
          <a:xfrm xmlns:a="http://schemas.openxmlformats.org/drawingml/2006/main">
            <a:off x="2495550" y="4257675"/>
            <a:ext cx="1329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표준 상태의 표시 °</a:t>
            </a:r>
          </a:p>
        </p:txBody>
      </p:sp>
      <p:sp>
        <p:nvSpPr>
          <p:cNvPr id="9" name="rich">
            <a:extLst xmlns:a="http://schemas.openxmlformats.org/drawingml/2006/main">
              <a:ext uri="{FF2B5EF4-FFF2-40B4-BE49-F238E27FC236}">
                <a16:creationId xmlns:a16="http://schemas.microsoft.com/office/drawing/2014/main" id="{6C1FEFC4-5659-45BE-A203-0F8465DA1832}"/>
              </a:ext>
            </a:extLst>
          </p:cNvPr>
          <p:cNvSpPr>
            <a:spLocks xmlns:a="http://schemas.openxmlformats.org/drawingml/2006/main" noGrp="1"/>
          </p:cNvSpPr>
          <p:nvPr/>
        </p:nvSpPr>
        <p:spPr>
          <a:xfrm xmlns:a="http://schemas.openxmlformats.org/drawingml/2006/main">
            <a:off x="2495550" y="4886325"/>
            <a:ext cx="13296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°는 특정한 온도를 뜻하는 기호가 아니다.</a:t>
            </a:r>
          </a:p>
        </p:txBody>
      </p:sp>
      <p:sp>
        <p:nvSpPr>
          <p:cNvPr id="10" name="R04-33 표제와 해석 영역">
            <a:extLst xmlns:a="http://schemas.openxmlformats.org/drawingml/2006/main">
              <a:ext uri="{FF2B5EF4-FFF2-40B4-BE49-F238E27FC236}">
                <a16:creationId xmlns:a16="http://schemas.microsoft.com/office/drawing/2014/main" id="{94957B61-2739-4CEA-892D-D183911915DB}"/>
              </a:ext>
            </a:extLst>
          </p:cNvPr>
          <p:cNvSpPr>
            <a:spLocks xmlns:a="http://schemas.openxmlformats.org/drawingml/2006/main" noGrp="1"/>
          </p:cNvSpPr>
          <p:nvPr/>
        </p:nvSpPr>
        <p:spPr>
          <a:xfrm xmlns:a="http://schemas.openxmlformats.org/drawingml/2006/main">
            <a:off x="2190750" y="6048375"/>
            <a:ext cx="13906500" cy="1666875"/>
          </a:xfrm>
          <a:prstGeom xmlns:a="http://schemas.openxmlformats.org/drawingml/2006/main" prst="roundRect">
            <a:avLst>
              <a:gd name="adj" fmla="val 11429"/>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D40D6BA9-8399-4192-AD6D-20C472826D6F}"/>
              </a:ext>
            </a:extLst>
          </p:cNvPr>
          <p:cNvSpPr>
            <a:spLocks xmlns:a="http://schemas.openxmlformats.org/drawingml/2006/main" noGrp="1"/>
          </p:cNvSpPr>
          <p:nvPr/>
        </p:nvSpPr>
        <p:spPr>
          <a:xfrm xmlns:a="http://schemas.openxmlformats.org/drawingml/2006/main">
            <a:off x="2495550" y="6210300"/>
            <a:ext cx="1329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온도는 자료와 함께 확인</a:t>
            </a:r>
          </a:p>
        </p:txBody>
      </p:sp>
      <p:sp>
        <p:nvSpPr>
          <p:cNvPr id="12" name="rich">
            <a:extLst xmlns:a="http://schemas.openxmlformats.org/drawingml/2006/main">
              <a:ext uri="{FF2B5EF4-FFF2-40B4-BE49-F238E27FC236}">
                <a16:creationId xmlns:a16="http://schemas.microsoft.com/office/drawing/2014/main" id="{404694BE-A500-487F-8654-CD21619CD70E}"/>
              </a:ext>
            </a:extLst>
          </p:cNvPr>
          <p:cNvSpPr>
            <a:spLocks xmlns:a="http://schemas.openxmlformats.org/drawingml/2006/main" noGrp="1"/>
          </p:cNvSpPr>
          <p:nvPr/>
        </p:nvSpPr>
        <p:spPr>
          <a:xfrm xmlns:a="http://schemas.openxmlformats.org/drawingml/2006/main">
            <a:off x="2495550" y="6838950"/>
            <a:ext cx="13296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생성 엔탈피 값은 온도에 따라 달라질 수 있다.</a:t>
            </a:r>
          </a:p>
        </p:txBody>
      </p:sp>
      <p:sp>
        <p:nvSpPr>
          <p:cNvPr id="13" name="해석·결론">
            <a:extLst xmlns:a="http://schemas.openxmlformats.org/drawingml/2006/main">
              <a:ext uri="{FF2B5EF4-FFF2-40B4-BE49-F238E27FC236}">
                <a16:creationId xmlns:a16="http://schemas.microsoft.com/office/drawing/2014/main" id="{F7BAAC9F-0500-4430-B192-C028E05E3282}"/>
              </a:ext>
            </a:extLst>
          </p:cNvPr>
          <p:cNvSpPr>
            <a:spLocks xmlns:a="http://schemas.openxmlformats.org/drawingml/2006/main" noGrp="1"/>
          </p:cNvSpPr>
          <p:nvPr/>
        </p:nvSpPr>
        <p:spPr>
          <a:xfrm xmlns:a="http://schemas.openxmlformats.org/drawingml/2006/main">
            <a:off x="1828800" y="82391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C469FF3E-4CCF-40C9-96A2-22B5683A56B8}"/>
              </a:ext>
            </a:extLst>
          </p:cNvPr>
          <p:cNvSpPr>
            <a:spLocks xmlns:a="http://schemas.openxmlformats.org/drawingml/2006/main" noGrp="1"/>
          </p:cNvSpPr>
          <p:nvPr/>
        </p:nvSpPr>
        <p:spPr>
          <a:xfrm xmlns:a="http://schemas.openxmlformats.org/drawingml/2006/main">
            <a:off x="2143125" y="83153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이 수업의 완자 예제: 25°C, 1기압에서의 자료</a:t>
            </a:r>
          </a:p>
        </p:txBody>
      </p:sp>
    </p:spTree>
    <p:extLst>
      <p:ext uri="{BB962C8B-B14F-4D97-AF65-F5344CB8AC3E}">
        <p14:creationId xmlns:p14="http://schemas.microsoft.com/office/powerpoint/2010/main" val="99725663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C89F757-7D24-45E3-B6D7-6878ACBC616C}"/>
              </a:ext>
            </a:extLst>
          </p:cNvPr>
          <p:cNvPicPr>
            <a:picLocks xmlns:a="http://schemas.openxmlformats.org/drawingml/2006/main" noChangeAspect="1"/>
          </p:cNvPicPr>
          <p:nvPr/>
        </p:nvPicPr>
        <p:blipFill>
          <a:blip xmlns:r="http://schemas.openxmlformats.org/officeDocument/2006/relationships" xmlns:a="http://schemas.openxmlformats.org/drawingml/2006/main" r:embed="Ra79c64846d174d6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7A6E941-D00F-4232-A38F-DE77BEE0382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B1258AE-BEB0-4063-9A0D-DA876EC1754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4C161A1-9C0A-46E1-800D-C7BB09BC1A1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6978E01-9A6F-4BBD-A7EB-0D39DB9DA3D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303CD80-A3D4-4499-8743-8298FAD9193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E875E619-0724-40EF-8951-A852974DE682}"/>
              </a:ext>
            </a:extLst>
          </p:cNvPr>
          <p:cNvGraphicFramePr/>
          <p:nvPr/>
        </p:nvGraphicFramePr>
        <p:xfrm>
          <a:off xmlns:a="http://schemas.openxmlformats.org/drawingml/2006/main" x="3476625" y="4238625"/>
          <a:ext xmlns:a="http://schemas.openxmlformats.org/drawingml/2006/main" cx="11334750" cy="3810000"/>
        </p:xfrm>
        <a:graphic xmlns:a="http://schemas.openxmlformats.org/drawingml/2006/main">
          <a:graphicData uri="http://schemas.openxmlformats.org/drawingml/2006/table">
            <a:tbl>
              <a:tblPr/>
              <a:tblGrid>
                <a:gridCol w="4762500"/>
                <a:gridCol w="6572250"/>
              </a:tblGrid>
              <a:tr h="952500">
                <a:tc>
                  <a:txBody>
                    <a:bodyPr wrap="none" lIns="114300" tIns="114300" rIns="114300" bIns="114300"/>
                    <a:lstStyle/>
                    <a:p>
                      <a:pPr algn="ctr"/>
                      <a:r>
                        <a:rPr sz="315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C</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s</a:t>
                      </a:r>
                      <a:r>
                        <a:rPr sz="315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H₂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O₂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7E0EF95E-204D-4343-8C68-5BD003FEABFE}"/>
              </a:ext>
            </a:extLst>
          </p:cNvPr>
          <p:cNvSpPr>
            <a:spLocks xmlns:a="http://schemas.openxmlformats.org/drawingml/2006/main" noGrp="1"/>
          </p:cNvSpPr>
          <p:nvPr/>
        </p:nvSpPr>
        <p:spPr>
          <a:xfrm xmlns:a="http://schemas.openxmlformats.org/drawingml/2006/main" rot="0">
            <a:off x="34766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0D43399-0219-40C4-AA81-06A8439875A0}"/>
              </a:ext>
            </a:extLst>
          </p:cNvPr>
          <p:cNvSpPr>
            <a:spLocks xmlns:a="http://schemas.openxmlformats.org/drawingml/2006/main" noGrp="1"/>
          </p:cNvSpPr>
          <p:nvPr/>
        </p:nvSpPr>
        <p:spPr>
          <a:xfrm xmlns:a="http://schemas.openxmlformats.org/drawingml/2006/main" rot="5400000">
            <a:off x="1462087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A66877E-2A87-497D-AC9B-374E99F6FD72}"/>
              </a:ext>
            </a:extLst>
          </p:cNvPr>
          <p:cNvSpPr>
            <a:spLocks xmlns:a="http://schemas.openxmlformats.org/drawingml/2006/main" noGrp="1"/>
          </p:cNvSpPr>
          <p:nvPr/>
        </p:nvSpPr>
        <p:spPr>
          <a:xfrm xmlns:a="http://schemas.openxmlformats.org/drawingml/2006/main" rot="10800000">
            <a:off x="1462087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5C7D7509-0681-459D-B2F9-EACA7A275E5D}"/>
              </a:ext>
            </a:extLst>
          </p:cNvPr>
          <p:cNvSpPr>
            <a:spLocks xmlns:a="http://schemas.openxmlformats.org/drawingml/2006/main" noGrp="1"/>
          </p:cNvSpPr>
          <p:nvPr/>
        </p:nvSpPr>
        <p:spPr>
          <a:xfrm xmlns:a="http://schemas.openxmlformats.org/drawingml/2006/main" rot="16200000">
            <a:off x="347662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C8EFEDAE-88F8-4811-BF80-1262AAD458DB}"/>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7D338C62-A7FA-449A-B8BE-C9B42405CE82}"/>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19206524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035FF9C8-75E2-4826-A616-701ED47A7217}"/>
              </a:ext>
            </a:extLst>
          </p:cNvPr>
          <p:cNvPicPr>
            <a:picLocks xmlns:a="http://schemas.openxmlformats.org/drawingml/2006/main" noChangeAspect="1"/>
          </p:cNvPicPr>
          <p:nvPr/>
        </p:nvPicPr>
        <p:blipFill>
          <a:blip xmlns:r="http://schemas.openxmlformats.org/officeDocument/2006/relationships" xmlns:a="http://schemas.openxmlformats.org/drawingml/2006/main" r:embed="R3a04bc096b3f49c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8A1E894-3FBD-4D7D-9510-2F0424D5F5E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6C2AC03-EEAA-4D89-B717-63A10F78B75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899BB15-9667-4B9C-9636-49C7B8FD915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1A88F6D-90EE-4B9A-AAB9-D0176B105D7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D2E54E75-3FEF-45DC-ACEC-5ED030B9D4B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원소의 생성 엔탈피는 왜 0일까?</a:t>
            </a:r>
          </a:p>
        </p:txBody>
      </p:sp>
      <p:sp>
        <p:nvSpPr>
          <p:cNvPr id="7" name="R04-33 표제와 해석 영역">
            <a:extLst xmlns:a="http://schemas.openxmlformats.org/drawingml/2006/main">
              <a:ext uri="{FF2B5EF4-FFF2-40B4-BE49-F238E27FC236}">
                <a16:creationId xmlns:a16="http://schemas.microsoft.com/office/drawing/2014/main" id="{7ECC9674-D383-4C7C-B349-3F4D9D1BF894}"/>
              </a:ext>
            </a:extLst>
          </p:cNvPr>
          <p:cNvSpPr>
            <a:spLocks xmlns:a="http://schemas.openxmlformats.org/drawingml/2006/main" noGrp="1"/>
          </p:cNvSpPr>
          <p:nvPr/>
        </p:nvSpPr>
        <p:spPr>
          <a:xfrm xmlns:a="http://schemas.openxmlformats.org/drawingml/2006/main">
            <a:off x="1828800" y="4000500"/>
            <a:ext cx="1463992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B9C252C0-7688-454E-B038-E573A95F8E65}"/>
              </a:ext>
            </a:extLst>
          </p:cNvPr>
          <p:cNvSpPr>
            <a:spLocks xmlns:a="http://schemas.openxmlformats.org/drawingml/2006/main" noGrp="1"/>
          </p:cNvSpPr>
          <p:nvPr/>
        </p:nvSpPr>
        <p:spPr>
          <a:xfrm xmlns:a="http://schemas.openxmlformats.org/drawingml/2006/main">
            <a:off x="2133600" y="4162425"/>
            <a:ext cx="14030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가장 안정한 원소 물질을 기준으로</a:t>
            </a:r>
          </a:p>
        </p:txBody>
      </p:sp>
      <p:sp>
        <p:nvSpPr>
          <p:cNvPr id="9" name="rich">
            <a:extLst xmlns:a="http://schemas.openxmlformats.org/drawingml/2006/main">
              <a:ext uri="{FF2B5EF4-FFF2-40B4-BE49-F238E27FC236}">
                <a16:creationId xmlns:a16="http://schemas.microsoft.com/office/drawing/2014/main" id="{6D158863-DCAF-4C5B-96CD-CE2B057427EA}"/>
              </a:ext>
            </a:extLst>
          </p:cNvPr>
          <p:cNvSpPr>
            <a:spLocks xmlns:a="http://schemas.openxmlformats.org/drawingml/2006/main" noGrp="1"/>
          </p:cNvSpPr>
          <p:nvPr/>
        </p:nvSpPr>
        <p:spPr>
          <a:xfrm xmlns:a="http://schemas.openxmlformats.org/drawingml/2006/main">
            <a:off x="2133600" y="4791075"/>
            <a:ext cx="14030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같은 온도·압력에서 가장 안정한 형태를 기준 원소 물질로 정한다.</a:t>
            </a:r>
          </a:p>
        </p:txBody>
      </p:sp>
      <p:sp>
        <p:nvSpPr>
          <p:cNvPr id="10" name="R04-33 표제와 해석 영역">
            <a:extLst xmlns:a="http://schemas.openxmlformats.org/drawingml/2006/main">
              <a:ext uri="{FF2B5EF4-FFF2-40B4-BE49-F238E27FC236}">
                <a16:creationId xmlns:a16="http://schemas.microsoft.com/office/drawing/2014/main" id="{2E805F03-CE83-4201-A5A3-DD0A314A54DC}"/>
              </a:ext>
            </a:extLst>
          </p:cNvPr>
          <p:cNvSpPr>
            <a:spLocks xmlns:a="http://schemas.openxmlformats.org/drawingml/2006/main" noGrp="1"/>
          </p:cNvSpPr>
          <p:nvPr/>
        </p:nvSpPr>
        <p:spPr>
          <a:xfrm xmlns:a="http://schemas.openxmlformats.org/drawingml/2006/main">
            <a:off x="1828800" y="5791200"/>
            <a:ext cx="1463992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3FED15A1-E41B-445A-B88E-79D531BD04BD}"/>
              </a:ext>
            </a:extLst>
          </p:cNvPr>
          <p:cNvSpPr>
            <a:spLocks xmlns:a="http://schemas.openxmlformats.org/drawingml/2006/main" noGrp="1"/>
          </p:cNvSpPr>
          <p:nvPr/>
        </p:nvSpPr>
        <p:spPr>
          <a:xfrm xmlns:a="http://schemas.openxmlformats.org/drawingml/2006/main">
            <a:off x="2133600" y="5953125"/>
            <a:ext cx="14030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기준 물질에서 같은 물질로</a:t>
            </a:r>
          </a:p>
        </p:txBody>
      </p:sp>
      <p:sp>
        <p:nvSpPr>
          <p:cNvPr id="12" name="rich">
            <a:extLst xmlns:a="http://schemas.openxmlformats.org/drawingml/2006/main">
              <a:ext uri="{FF2B5EF4-FFF2-40B4-BE49-F238E27FC236}">
                <a16:creationId xmlns:a16="http://schemas.microsoft.com/office/drawing/2014/main" id="{3F5D6F88-7FFF-463D-9A59-C1102338D839}"/>
              </a:ext>
            </a:extLst>
          </p:cNvPr>
          <p:cNvSpPr>
            <a:spLocks xmlns:a="http://schemas.openxmlformats.org/drawingml/2006/main" noGrp="1"/>
          </p:cNvSpPr>
          <p:nvPr/>
        </p:nvSpPr>
        <p:spPr>
          <a:xfrm xmlns:a="http://schemas.openxmlformats.org/drawingml/2006/main">
            <a:off x="2133600" y="6581775"/>
            <a:ext cx="14030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처음과 나중 상태가 같으므로 생성 과정의 엔탈피 변화는 0이다.</a:t>
            </a:r>
          </a:p>
        </p:txBody>
      </p:sp>
      <p:sp>
        <p:nvSpPr>
          <p:cNvPr id="13" name="기준값과 절대값 구분">
            <a:extLst xmlns:a="http://schemas.openxmlformats.org/drawingml/2006/main">
              <a:ext uri="{FF2B5EF4-FFF2-40B4-BE49-F238E27FC236}">
                <a16:creationId xmlns:a16="http://schemas.microsoft.com/office/drawing/2014/main" id="{47A4EE2F-FAC8-4FF7-B255-EEE4B2B87B3D}"/>
              </a:ext>
            </a:extLst>
          </p:cNvPr>
          <p:cNvSpPr>
            <a:spLocks xmlns:a="http://schemas.openxmlformats.org/drawingml/2006/main" noGrp="1"/>
          </p:cNvSpPr>
          <p:nvPr/>
        </p:nvSpPr>
        <p:spPr>
          <a:xfrm xmlns:a="http://schemas.openxmlformats.org/drawingml/2006/main">
            <a:off x="1828800" y="7753350"/>
            <a:ext cx="14639925" cy="1409700"/>
          </a:xfrm>
          <a:prstGeom xmlns:a="http://schemas.openxmlformats.org/drawingml/2006/main" prst="roundRect">
            <a:avLst>
              <a:gd name="adj" fmla="val 13514"/>
            </a:avLst>
          </a:prstGeom>
          <a:solidFill xmlns:a="http://schemas.openxmlformats.org/drawingml/2006/main">
            <a:srgbClr val="303030"/>
          </a:solidFill>
          <a:ln xmlns:a="http://schemas.openxmlformats.org/drawingml/2006/main" w="0">
            <a:noFill/>
          </a:ln>
        </p:spPr>
      </p:sp>
      <p:sp>
        <p:nvSpPr>
          <p:cNvPr id="14" name="rich">
            <a:extLst xmlns:a="http://schemas.openxmlformats.org/drawingml/2006/main">
              <a:ext uri="{FF2B5EF4-FFF2-40B4-BE49-F238E27FC236}">
                <a16:creationId xmlns:a16="http://schemas.microsoft.com/office/drawing/2014/main" id="{DCD4892A-F7D1-462F-B5A0-C02EA1A9A270}"/>
              </a:ext>
            </a:extLst>
          </p:cNvPr>
          <p:cNvSpPr>
            <a:spLocks xmlns:a="http://schemas.openxmlformats.org/drawingml/2006/main" noGrp="1"/>
          </p:cNvSpPr>
          <p:nvPr/>
        </p:nvSpPr>
        <p:spPr>
          <a:xfrm xmlns:a="http://schemas.openxmlformats.org/drawingml/2006/main">
            <a:off x="2286000" y="790575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0">
                <a:solidFill>
                  <a:srgbClr val="FFFFFF"/>
                </a:solidFill>
                <a:latin typeface="Pretendard"/>
                <a:ea typeface="Pretendard"/>
                <a:cs typeface="Pretendard"/>
              </a:defRPr>
            </a:defPPr>
            <a:lvl1pPr algn="ctr">
              <a:defRPr sz="3450" b="0">
                <a:solidFill>
                  <a:srgbClr val="FFFFFF"/>
                </a:solidFill>
                <a:latin typeface="Pretendard"/>
                <a:ea typeface="Pretendard"/>
                <a:cs typeface="Pretendard"/>
              </a:defRPr>
            </a:lvl1pPr>
            <a:lvl2pPr algn="ctr">
              <a:defRPr sz="3450" b="0">
                <a:solidFill>
                  <a:srgbClr val="FFFFFF"/>
                </a:solidFill>
                <a:latin typeface="Pretendard"/>
                <a:ea typeface="Pretendard"/>
                <a:cs typeface="Pretendard"/>
              </a:defRPr>
            </a:lvl2pPr>
            <a:lvl3pPr algn="ctr">
              <a:defRPr sz="3450" b="0">
                <a:solidFill>
                  <a:srgbClr val="FFFFFF"/>
                </a:solidFill>
                <a:latin typeface="Pretendard"/>
                <a:ea typeface="Pretendard"/>
                <a:cs typeface="Pretendard"/>
              </a:defRPr>
            </a:lvl3pPr>
            <a:lvl4pPr algn="ctr">
              <a:defRPr sz="3450" b="0">
                <a:solidFill>
                  <a:srgbClr val="FFFFFF"/>
                </a:solidFill>
                <a:latin typeface="Pretendard"/>
                <a:ea typeface="Pretendard"/>
                <a:cs typeface="Pretendard"/>
              </a:defRPr>
            </a:lvl4pPr>
            <a:lvl5pPr algn="ctr">
              <a:defRPr sz="3450" b="0">
                <a:solidFill>
                  <a:srgbClr val="FFFFFF"/>
                </a:solidFill>
                <a:latin typeface="Pretendard"/>
                <a:ea typeface="Pretendard"/>
                <a:cs typeface="Pretendard"/>
              </a:defRPr>
            </a:lvl5pPr>
            <a:lvl6pPr algn="ctr">
              <a:defRPr sz="3450" b="0">
                <a:solidFill>
                  <a:srgbClr val="FFFFFF"/>
                </a:solidFill>
                <a:latin typeface="Pretendard"/>
                <a:ea typeface="Pretendard"/>
                <a:cs typeface="Pretendard"/>
              </a:defRPr>
            </a:lvl6pPr>
            <a:lvl7pPr algn="ctr">
              <a:defRPr sz="3450" b="0">
                <a:solidFill>
                  <a:srgbClr val="FFFFFF"/>
                </a:solidFill>
                <a:latin typeface="Pretendard"/>
                <a:ea typeface="Pretendard"/>
                <a:cs typeface="Pretendard"/>
              </a:defRPr>
            </a:lvl7pPr>
            <a:lvl8pPr algn="ctr">
              <a:defRPr sz="3450" b="0">
                <a:solidFill>
                  <a:srgbClr val="FFFFFF"/>
                </a:solidFill>
                <a:latin typeface="Pretendard"/>
                <a:ea typeface="Pretendard"/>
                <a:cs typeface="Pretendard"/>
              </a:defRPr>
            </a:lvl8pPr>
            <a:lvl9pPr algn="ctr">
              <a:defRPr sz="3450" b="0">
                <a:solidFill>
                  <a:srgbClr val="FFFFFF"/>
                </a:solidFill>
                <a:latin typeface="Pretendard"/>
                <a:ea typeface="Pretendard"/>
                <a:cs typeface="Pretendard"/>
              </a:defRPr>
            </a:lvl9pPr>
          </a:lstStyle>
          <a:p xmlns:a="http://schemas.openxmlformats.org/drawingml/2006/main">
            <a:pPr algn="ctr">
              <a:defRPr sz="3450" b="0">
                <a:solidFill>
                  <a:srgbClr val="FFFFFF"/>
                </a:solidFill>
                <a:latin typeface="Pretendard"/>
                <a:ea typeface="Pretendard"/>
                <a:cs typeface="Pretendard"/>
              </a:defRPr>
            </a:pPr>
            <a:r>
              <a:t>0은 </a:t>
            </a:r>
            <a:r>
              <a:rPr b="1">
                <a:solidFill>
                  <a:srgbClr val="9FFF68"/>
                </a:solidFill>
              </a:rPr>
              <a:t>생성 엔탈피의 기준값</a:t>
            </a:r>
            <a:r>
              <a:t>이다.</a:t>
            </a:r>
          </a:p>
        </p:txBody>
      </p:sp>
      <p:sp>
        <p:nvSpPr>
          <p:cNvPr id="15" name="text">
            <a:extLst xmlns:a="http://schemas.openxmlformats.org/drawingml/2006/main">
              <a:ext uri="{FF2B5EF4-FFF2-40B4-BE49-F238E27FC236}">
                <a16:creationId xmlns:a16="http://schemas.microsoft.com/office/drawing/2014/main" id="{1DC357F4-5A15-4CE5-91F0-8FD01E10CBD9}"/>
              </a:ext>
            </a:extLst>
          </p:cNvPr>
          <p:cNvSpPr>
            <a:spLocks xmlns:a="http://schemas.openxmlformats.org/drawingml/2006/main" noGrp="1"/>
          </p:cNvSpPr>
          <p:nvPr/>
        </p:nvSpPr>
        <p:spPr>
          <a:xfrm xmlns:a="http://schemas.openxmlformats.org/drawingml/2006/main">
            <a:off x="2286000" y="8515350"/>
            <a:ext cx="1371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FFFFFF"/>
                </a:solidFill>
                <a:latin typeface="Pretendard"/>
                <a:ea typeface="Pretendard"/>
                <a:cs typeface="Pretendard"/>
              </a:defRPr>
            </a:defPPr>
            <a:lvl1pPr algn="ctr">
              <a:defRPr sz="2850" b="0">
                <a:solidFill>
                  <a:srgbClr val="FFFFFF"/>
                </a:solidFill>
                <a:latin typeface="Pretendard"/>
                <a:ea typeface="Pretendard"/>
                <a:cs typeface="Pretendard"/>
              </a:defRPr>
            </a:lvl1pPr>
            <a:lvl2pPr algn="ctr">
              <a:defRPr sz="2850" b="0">
                <a:solidFill>
                  <a:srgbClr val="FFFFFF"/>
                </a:solidFill>
                <a:latin typeface="Pretendard"/>
                <a:ea typeface="Pretendard"/>
                <a:cs typeface="Pretendard"/>
              </a:defRPr>
            </a:lvl2pPr>
            <a:lvl3pPr algn="ctr">
              <a:defRPr sz="2850" b="0">
                <a:solidFill>
                  <a:srgbClr val="FFFFFF"/>
                </a:solidFill>
                <a:latin typeface="Pretendard"/>
                <a:ea typeface="Pretendard"/>
                <a:cs typeface="Pretendard"/>
              </a:defRPr>
            </a:lvl3pPr>
            <a:lvl4pPr algn="ctr">
              <a:defRPr sz="2850" b="0">
                <a:solidFill>
                  <a:srgbClr val="FFFFFF"/>
                </a:solidFill>
                <a:latin typeface="Pretendard"/>
                <a:ea typeface="Pretendard"/>
                <a:cs typeface="Pretendard"/>
              </a:defRPr>
            </a:lvl4pPr>
            <a:lvl5pPr algn="ctr">
              <a:defRPr sz="2850" b="0">
                <a:solidFill>
                  <a:srgbClr val="FFFFFF"/>
                </a:solidFill>
                <a:latin typeface="Pretendard"/>
                <a:ea typeface="Pretendard"/>
                <a:cs typeface="Pretendard"/>
              </a:defRPr>
            </a:lvl5pPr>
            <a:lvl6pPr algn="ctr">
              <a:defRPr sz="2850" b="0">
                <a:solidFill>
                  <a:srgbClr val="FFFFFF"/>
                </a:solidFill>
                <a:latin typeface="Pretendard"/>
                <a:ea typeface="Pretendard"/>
                <a:cs typeface="Pretendard"/>
              </a:defRPr>
            </a:lvl6pPr>
            <a:lvl7pPr algn="ctr">
              <a:defRPr sz="2850" b="0">
                <a:solidFill>
                  <a:srgbClr val="FFFFFF"/>
                </a:solidFill>
                <a:latin typeface="Pretendard"/>
                <a:ea typeface="Pretendard"/>
                <a:cs typeface="Pretendard"/>
              </a:defRPr>
            </a:lvl7pPr>
            <a:lvl8pPr algn="ctr">
              <a:defRPr sz="2850" b="0">
                <a:solidFill>
                  <a:srgbClr val="FFFFFF"/>
                </a:solidFill>
                <a:latin typeface="Pretendard"/>
                <a:ea typeface="Pretendard"/>
                <a:cs typeface="Pretendard"/>
              </a:defRPr>
            </a:lvl8pPr>
            <a:lvl9pPr algn="ctr">
              <a:defRPr sz="2850" b="0">
                <a:solidFill>
                  <a:srgbClr val="FFFFFF"/>
                </a:solidFill>
                <a:latin typeface="Pretendard"/>
                <a:ea typeface="Pretendard"/>
                <a:cs typeface="Pretendard"/>
              </a:defRPr>
            </a:lvl9pPr>
          </a:lstStyle>
          <a:p xmlns:a="http://schemas.openxmlformats.org/drawingml/2006/main">
            <a:pPr algn="ctr">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그 물질 자체의 엔탈피가 없다는 뜻은 아니다.</a:t>
            </a:r>
          </a:p>
        </p:txBody>
      </p:sp>
    </p:spTree>
    <p:extLst>
      <p:ext uri="{BB962C8B-B14F-4D97-AF65-F5344CB8AC3E}">
        <p14:creationId xmlns:p14="http://schemas.microsoft.com/office/powerpoint/2010/main" val="10376254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1A8EFFD7-76A7-4A8A-9E12-9EB5405BDA59}"/>
              </a:ext>
            </a:extLst>
          </p:cNvPr>
          <p:cNvPicPr>
            <a:picLocks xmlns:a="http://schemas.openxmlformats.org/drawingml/2006/main" noChangeAspect="1"/>
          </p:cNvPicPr>
          <p:nvPr/>
        </p:nvPicPr>
        <p:blipFill>
          <a:blip xmlns:r="http://schemas.openxmlformats.org/officeDocument/2006/relationships" xmlns:a="http://schemas.openxmlformats.org/drawingml/2006/main" r:embed="Re6b4613fe0754f6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1C3CDAD-AD43-4F1C-A778-CA01EBE41CB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9DFEC1A-3545-4358-B8BE-9251FB7B2CA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DFA8F6D-FDC3-4F18-BFD3-410917CFB4F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724B29B-5732-4747-8145-ADB300646B2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0D50664D-CFEC-4BF0-83F1-8458DCF4CF0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탄소라도 기준값은 다르다</a:t>
            </a:r>
          </a:p>
        </p:txBody>
      </p:sp>
      <p:pic>
        <p:nvPicPr>
          <p:cNvPr id="7" name="">
            <a:extLst xmlns:a="http://schemas.openxmlformats.org/drawingml/2006/main">
              <a:ext uri="{FF2B5EF4-FFF2-40B4-BE49-F238E27FC236}">
                <a16:creationId xmlns:a16="http://schemas.microsoft.com/office/drawing/2014/main" id="{141ABDFB-0E61-4BC5-86D8-72EF52F0BC7E}"/>
              </a:ext>
            </a:extLst>
          </p:cNvPr>
          <p:cNvPicPr>
            <a:picLocks xmlns:a="http://schemas.openxmlformats.org/drawingml/2006/main" noChangeAspect="1"/>
          </p:cNvPicPr>
          <p:nvPr/>
        </p:nvPicPr>
        <p:blipFill>
          <a:blip xmlns:r="http://schemas.openxmlformats.org/officeDocument/2006/relationships" xmlns:a="http://schemas.openxmlformats.org/drawingml/2006/main" r:embed="R01dcab8608184b5b"/>
          <a:stretch xmlns:a="http://schemas.openxmlformats.org/drawingml/2006/main"/>
        </p:blipFill>
        <p:spPr>
          <a:xfrm xmlns:a="http://schemas.openxmlformats.org/drawingml/2006/main">
            <a:off x="1476375" y="4218214"/>
            <a:ext cx="2857500" cy="394607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75AA0ECF-0D64-4074-99F2-A740DF8318A5}"/>
              </a:ext>
            </a:extLst>
          </p:cNvPr>
          <p:cNvPicPr>
            <a:picLocks xmlns:a="http://schemas.openxmlformats.org/drawingml/2006/main" noChangeAspect="1"/>
          </p:cNvPicPr>
          <p:nvPr/>
        </p:nvPicPr>
        <p:blipFill>
          <a:blip xmlns:r="http://schemas.openxmlformats.org/officeDocument/2006/relationships" xmlns:a="http://schemas.openxmlformats.org/drawingml/2006/main" r:embed="Rb26c0edef1ab4d44"/>
          <a:stretch xmlns:a="http://schemas.openxmlformats.org/drawingml/2006/main"/>
        </p:blipFill>
        <p:spPr>
          <a:xfrm xmlns:a="http://schemas.openxmlformats.org/drawingml/2006/main">
            <a:off x="4476750" y="4192253"/>
            <a:ext cx="2619375" cy="3997993"/>
          </a:xfrm>
          <a:prstGeom xmlns:a="http://schemas.openxmlformats.org/drawingml/2006/main" prst="rect">
            <a:avLst/>
          </a:prstGeom>
        </p:spPr>
      </p:pic>
      <p:graphicFrame>
        <p:nvGraphicFramePr>
          <p:cNvPr id="9" name="">
            <a:extLst xmlns:a="http://schemas.openxmlformats.org/drawingml/2006/main">
              <a:ext uri="{FF2B5EF4-FFF2-40B4-BE49-F238E27FC236}">
                <a16:creationId xmlns:a16="http://schemas.microsoft.com/office/drawing/2014/main" id="{4FFB0126-929F-4C38-93ED-0517CB915E3E}"/>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01F57805-0464-488B-8298-8AE2C28278F2}"/>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61551C5-FF71-4BAF-BA45-8263BD024123}"/>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3EF92391-B462-49DE-9800-28DC13891E95}"/>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43B90A50-C638-4F14-AC0C-298774A4055C}"/>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28EE2FC5-4314-4743-8D51-93907665F38F}"/>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57962F"/>
                </a:solidFill>
                <a:latin typeface="Pretendard"/>
                <a:ea typeface="Pretendard"/>
                <a:cs typeface="Pretendard"/>
              </a:defRPr>
            </a:defPPr>
            <a:lvl1pPr algn="l">
              <a:defRPr sz="2700" b="1">
                <a:solidFill>
                  <a:srgbClr val="57962F"/>
                </a:solidFill>
                <a:latin typeface="Pretendard"/>
                <a:ea typeface="Pretendard"/>
                <a:cs typeface="Pretendard"/>
              </a:defRPr>
            </a:lvl1pPr>
            <a:lvl2pPr algn="l">
              <a:defRPr sz="2700" b="1">
                <a:solidFill>
                  <a:srgbClr val="57962F"/>
                </a:solidFill>
                <a:latin typeface="Pretendard"/>
                <a:ea typeface="Pretendard"/>
                <a:cs typeface="Pretendard"/>
              </a:defRPr>
            </a:lvl2pPr>
            <a:lvl3pPr algn="l">
              <a:defRPr sz="2700" b="1">
                <a:solidFill>
                  <a:srgbClr val="57962F"/>
                </a:solidFill>
                <a:latin typeface="Pretendard"/>
                <a:ea typeface="Pretendard"/>
                <a:cs typeface="Pretendard"/>
              </a:defRPr>
            </a:lvl3pPr>
            <a:lvl4pPr algn="l">
              <a:defRPr sz="2700" b="1">
                <a:solidFill>
                  <a:srgbClr val="57962F"/>
                </a:solidFill>
                <a:latin typeface="Pretendard"/>
                <a:ea typeface="Pretendard"/>
                <a:cs typeface="Pretendard"/>
              </a:defRPr>
            </a:lvl4pPr>
            <a:lvl5pPr algn="l">
              <a:defRPr sz="2700" b="1">
                <a:solidFill>
                  <a:srgbClr val="57962F"/>
                </a:solidFill>
                <a:latin typeface="Pretendard"/>
                <a:ea typeface="Pretendard"/>
                <a:cs typeface="Pretendard"/>
              </a:defRPr>
            </a:lvl5pPr>
            <a:lvl6pPr algn="l">
              <a:defRPr sz="2700" b="1">
                <a:solidFill>
                  <a:srgbClr val="57962F"/>
                </a:solidFill>
                <a:latin typeface="Pretendard"/>
                <a:ea typeface="Pretendard"/>
                <a:cs typeface="Pretendard"/>
              </a:defRPr>
            </a:lvl6pPr>
            <a:lvl7pPr algn="l">
              <a:defRPr sz="2700" b="1">
                <a:solidFill>
                  <a:srgbClr val="57962F"/>
                </a:solidFill>
                <a:latin typeface="Pretendard"/>
                <a:ea typeface="Pretendard"/>
                <a:cs typeface="Pretendard"/>
              </a:defRPr>
            </a:lvl7pPr>
            <a:lvl8pPr algn="l">
              <a:defRPr sz="2700" b="1">
                <a:solidFill>
                  <a:srgbClr val="57962F"/>
                </a:solidFill>
                <a:latin typeface="Pretendard"/>
                <a:ea typeface="Pretendard"/>
                <a:cs typeface="Pretendard"/>
              </a:defRPr>
            </a:lvl8pPr>
            <a:lvl9pPr algn="l">
              <a:defRPr sz="2700" b="1">
                <a:solidFill>
                  <a:srgbClr val="57962F"/>
                </a:solidFill>
                <a:latin typeface="Pretendard"/>
                <a:ea typeface="Pretendard"/>
                <a:cs typeface="Pretendard"/>
              </a:defRPr>
            </a:lvl9pPr>
          </a:lstStyle>
          <a:p xmlns:a="http://schemas.openxmlformats.org/drawingml/2006/main">
            <a:pPr algn="l">
              <a:defRPr sz="2700" b="1">
                <a:solidFill>
                  <a:srgbClr val="57962F"/>
                </a:solidFill>
                <a:latin typeface="Pretendard"/>
                <a:ea typeface="Pretendard"/>
                <a:cs typeface="Pretendard"/>
              </a:defRPr>
            </a:pPr>
            <a:r>
              <a:rPr sz="2700" b="1">
                <a:solidFill>
                  <a:srgbClr val="57962F"/>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23AC8169-5E58-4A53-979E-CBDE801A257A}"/>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26FFA974-5B6B-4A8E-B1F5-4469310807F9}"/>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원소 물질이어도, 다른 동소체의 값까지 0은 아니다.</a:t>
            </a:r>
          </a:p>
        </p:txBody>
      </p:sp>
    </p:spTree>
    <p:extLst>
      <p:ext uri="{BB962C8B-B14F-4D97-AF65-F5344CB8AC3E}">
        <p14:creationId xmlns:p14="http://schemas.microsoft.com/office/powerpoint/2010/main" val="140291631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3E6CB5C2-5DE9-42DF-A742-B92A2367B877}"/>
              </a:ext>
            </a:extLst>
          </p:cNvPr>
          <p:cNvPicPr>
            <a:picLocks xmlns:a="http://schemas.openxmlformats.org/drawingml/2006/main" noChangeAspect="1"/>
          </p:cNvPicPr>
          <p:nvPr/>
        </p:nvPicPr>
        <p:blipFill>
          <a:blip xmlns:r="http://schemas.openxmlformats.org/officeDocument/2006/relationships" xmlns:a="http://schemas.openxmlformats.org/drawingml/2006/main" r:embed="R942c4ba78489402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B14D724-5D14-42D4-B8A7-E3A397C6EDF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4068D54-9356-44EF-B97E-74433762AD1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5610F6B-8A26-4D95-A2A2-7ACAEE0DD82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2D648CD-848F-4FD3-9445-55480265D80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933BB9E-54BA-4973-8DE1-18C6F102001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DBBC2891-F503-4221-AE9D-DB5379B54E70}"/>
              </a:ext>
            </a:extLst>
          </p:cNvPr>
          <p:cNvPicPr>
            <a:picLocks xmlns:a="http://schemas.openxmlformats.org/drawingml/2006/main" noChangeAspect="1"/>
          </p:cNvPicPr>
          <p:nvPr/>
        </p:nvPicPr>
        <p:blipFill>
          <a:blip xmlns:r="http://schemas.openxmlformats.org/officeDocument/2006/relationships" xmlns:a="http://schemas.openxmlformats.org/drawingml/2006/main" r:embed="R5dcd1475de7442b4"/>
          <a:stretch xmlns:a="http://schemas.openxmlformats.org/drawingml/2006/main"/>
        </p:blipFill>
        <p:spPr>
          <a:xfrm xmlns:a="http://schemas.openxmlformats.org/drawingml/2006/main">
            <a:off x="2444353" y="4574381"/>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6F7003E-EA88-413D-86C1-8FC482982C7D}"/>
              </a:ext>
            </a:extLst>
          </p:cNvPr>
          <p:cNvPicPr>
            <a:picLocks xmlns:a="http://schemas.openxmlformats.org/drawingml/2006/main" noChangeAspect="1"/>
          </p:cNvPicPr>
          <p:nvPr/>
        </p:nvPicPr>
        <p:blipFill>
          <a:blip xmlns:r="http://schemas.openxmlformats.org/officeDocument/2006/relationships" xmlns:a="http://schemas.openxmlformats.org/drawingml/2006/main" r:embed="R99c5a2ff4c4c4e3f"/>
          <a:stretch xmlns:a="http://schemas.openxmlformats.org/drawingml/2006/main"/>
        </p:blipFill>
        <p:spPr>
          <a:xfrm xmlns:a="http://schemas.openxmlformats.org/drawingml/2006/main">
            <a:off x="2444353" y="6165056"/>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B051CEE8-43B4-4A58-B9C9-30766C073FCE}"/>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3F77CA4B-869A-40FF-86A5-BDEF784DB96B}"/>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
        <p:nvSpPr>
          <p:cNvPr id="11" name="text">
            <a:extLst xmlns:a="http://schemas.openxmlformats.org/drawingml/2006/main">
              <a:ext uri="{FF2B5EF4-FFF2-40B4-BE49-F238E27FC236}">
                <a16:creationId xmlns:a16="http://schemas.microsoft.com/office/drawing/2014/main" id="{4A00EF74-9113-487F-85F3-72FD1FD1A99F}"/>
              </a:ext>
            </a:extLst>
          </p:cNvPr>
          <p:cNvSpPr>
            <a:spLocks xmlns:a="http://schemas.openxmlformats.org/drawingml/2006/main" noGrp="1"/>
          </p:cNvSpPr>
          <p:nvPr/>
        </p:nvSpPr>
        <p:spPr>
          <a:xfrm xmlns:a="http://schemas.openxmlformats.org/drawingml/2006/main">
            <a:off x="10572750" y="4236244"/>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액체 물</a:t>
            </a:r>
          </a:p>
        </p:txBody>
      </p:sp>
      <p:pic>
        <p:nvPicPr>
          <p:cNvPr id="12" name="">
            <a:extLst xmlns:a="http://schemas.openxmlformats.org/drawingml/2006/main">
              <a:ext uri="{FF2B5EF4-FFF2-40B4-BE49-F238E27FC236}">
                <a16:creationId xmlns:a16="http://schemas.microsoft.com/office/drawing/2014/main" id="{BF65C1FE-1EBE-4DD9-800A-75E3440687EB}"/>
              </a:ext>
            </a:extLst>
          </p:cNvPr>
          <p:cNvPicPr>
            <a:picLocks xmlns:a="http://schemas.openxmlformats.org/drawingml/2006/main" noChangeAspect="1"/>
          </p:cNvPicPr>
          <p:nvPr/>
        </p:nvPicPr>
        <p:blipFill>
          <a:blip xmlns:r="http://schemas.openxmlformats.org/officeDocument/2006/relationships" xmlns:a="http://schemas.openxmlformats.org/drawingml/2006/main" r:embed="Ra850488f1b3f45fa"/>
          <a:stretch xmlns:a="http://schemas.openxmlformats.org/drawingml/2006/main"/>
        </p:blipFill>
        <p:spPr>
          <a:xfrm xmlns:a="http://schemas.openxmlformats.org/drawingml/2006/main">
            <a:off x="9486900" y="4617244"/>
            <a:ext cx="1085850" cy="57150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B0267EA3-513D-4C24-975B-70F55923FAC0}"/>
              </a:ext>
            </a:extLst>
          </p:cNvPr>
          <p:cNvSpPr>
            <a:spLocks xmlns:a="http://schemas.openxmlformats.org/drawingml/2006/main" noGrp="1"/>
          </p:cNvSpPr>
          <p:nvPr/>
        </p:nvSpPr>
        <p:spPr>
          <a:xfrm xmlns:a="http://schemas.openxmlformats.org/drawingml/2006/main">
            <a:off x="10572750" y="57912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수증기</a:t>
            </a:r>
          </a:p>
        </p:txBody>
      </p:sp>
      <p:pic>
        <p:nvPicPr>
          <p:cNvPr id="14" name="">
            <a:extLst xmlns:a="http://schemas.openxmlformats.org/drawingml/2006/main">
              <a:ext uri="{FF2B5EF4-FFF2-40B4-BE49-F238E27FC236}">
                <a16:creationId xmlns:a16="http://schemas.microsoft.com/office/drawing/2014/main" id="{2A208810-F86C-4D6B-B8AD-DB46DAC03498}"/>
              </a:ext>
            </a:extLst>
          </p:cNvPr>
          <p:cNvPicPr>
            <a:picLocks xmlns:a="http://schemas.openxmlformats.org/drawingml/2006/main" noChangeAspect="1"/>
          </p:cNvPicPr>
          <p:nvPr/>
        </p:nvPicPr>
        <p:blipFill>
          <a:blip xmlns:r="http://schemas.openxmlformats.org/officeDocument/2006/relationships" xmlns:a="http://schemas.openxmlformats.org/drawingml/2006/main" r:embed="Rf0ab82356155434e"/>
          <a:stretch xmlns:a="http://schemas.openxmlformats.org/drawingml/2006/main"/>
        </p:blipFill>
        <p:spPr>
          <a:xfrm xmlns:a="http://schemas.openxmlformats.org/drawingml/2006/main">
            <a:off x="9486900" y="6172200"/>
            <a:ext cx="1085850" cy="571500"/>
          </a:xfrm>
          <a:prstGeom xmlns:a="http://schemas.openxmlformats.org/drawingml/2006/main" prst="rect">
            <a:avLst/>
          </a:prstGeom>
        </p:spPr>
      </p:pic>
    </p:spTree>
    <p:extLst>
      <p:ext uri="{BB962C8B-B14F-4D97-AF65-F5344CB8AC3E}">
        <p14:creationId xmlns:p14="http://schemas.microsoft.com/office/powerpoint/2010/main" val="147668118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E2BC9F9-BDE9-43BD-B9AA-1B19253B9FFC}"/>
              </a:ext>
            </a:extLst>
          </p:cNvPr>
          <p:cNvPicPr>
            <a:picLocks xmlns:a="http://schemas.openxmlformats.org/drawingml/2006/main" noChangeAspect="1"/>
          </p:cNvPicPr>
          <p:nvPr/>
        </p:nvPicPr>
        <p:blipFill>
          <a:blip xmlns:r="http://schemas.openxmlformats.org/officeDocument/2006/relationships" xmlns:a="http://schemas.openxmlformats.org/drawingml/2006/main" r:embed="Rf64f52e24eef4eb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070F97E-F53A-4BE3-91CE-E5CBB3CC108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9067C79-C239-401D-BC1F-4F2E021FDD3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C109B59-DA70-476A-BB3F-0F04B5B71D2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5E5D3FE-F50C-40BF-B5D5-B0A7A0CB5D0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B53DCC7-127E-4A76-AF9D-B6D33F0B466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901EA784-EBC7-4685-BC31-B545B4C3ED78}"/>
              </a:ext>
            </a:extLst>
          </p:cNvPr>
          <p:cNvPicPr>
            <a:picLocks xmlns:a="http://schemas.openxmlformats.org/drawingml/2006/main" noChangeAspect="1"/>
          </p:cNvPicPr>
          <p:nvPr/>
        </p:nvPicPr>
        <p:blipFill>
          <a:blip xmlns:r="http://schemas.openxmlformats.org/officeDocument/2006/relationships" xmlns:a="http://schemas.openxmlformats.org/drawingml/2006/main" r:embed="R4e029aa4f822420e"/>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8E85D57E-E4EE-458C-9563-76DA94DB813C}"/>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F14CEDFA-6757-4C4B-BD0E-BA1870807013}"/>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84921414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66BFD0F-BB5A-4136-A851-3435A3D0011F}"/>
              </a:ext>
            </a:extLst>
          </p:cNvPr>
          <p:cNvPicPr>
            <a:picLocks xmlns:a="http://schemas.openxmlformats.org/drawingml/2006/main" noChangeAspect="1"/>
          </p:cNvPicPr>
          <p:nvPr/>
        </p:nvPicPr>
        <p:blipFill>
          <a:blip xmlns:r="http://schemas.openxmlformats.org/officeDocument/2006/relationships" xmlns:a="http://schemas.openxmlformats.org/drawingml/2006/main" r:embed="R3fabc54ec990499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9A5A761-17E5-4F98-826B-7F5A41DD8BD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E5C5AF4-9CDA-4C34-8BB7-2AF969F821C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62D1594-3846-4FD1-BC54-C2DC3DAB8F8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957C66F-265B-4A71-B2C0-649164F7845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535CFA8-2241-4F0F-B7D3-0B2BB08F4FE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04-33 관계식 강조 상자">
            <a:extLst xmlns:a="http://schemas.openxmlformats.org/drawingml/2006/main">
              <a:ext uri="{FF2B5EF4-FFF2-40B4-BE49-F238E27FC236}">
                <a16:creationId xmlns:a16="http://schemas.microsoft.com/office/drawing/2014/main" id="{C32EF17E-5594-4FBC-BFA4-6CB7D0570F95}"/>
              </a:ext>
            </a:extLst>
          </p:cNvPr>
          <p:cNvSpPr>
            <a:spLocks xmlns:a="http://schemas.openxmlformats.org/drawingml/2006/main" noGrp="1"/>
          </p:cNvSpPr>
          <p:nvPr/>
        </p:nvSpPr>
        <p:spPr>
          <a:xfrm xmlns:a="http://schemas.openxmlformats.org/drawingml/2006/main">
            <a:off x="3448050" y="3914775"/>
            <a:ext cx="11382375" cy="2162175"/>
          </a:xfrm>
          <a:prstGeom xmlns:a="http://schemas.openxmlformats.org/drawingml/2006/main" prst="roundRect">
            <a:avLst>
              <a:gd name="adj" fmla="val 10573"/>
            </a:avLst>
          </a:prstGeom>
          <a:solidFill xmlns:a="http://schemas.openxmlformats.org/drawingml/2006/main">
            <a:srgbClr val="303030"/>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A169560C-39C7-4C8B-A8E5-9C5CB9314DCB}"/>
              </a:ext>
            </a:extLst>
          </p:cNvPr>
          <p:cNvSpPr>
            <a:spLocks xmlns:a="http://schemas.openxmlformats.org/drawingml/2006/main" noGrp="1"/>
          </p:cNvSpPr>
          <p:nvPr/>
        </p:nvSpPr>
        <p:spPr>
          <a:xfrm xmlns:a="http://schemas.openxmlformats.org/drawingml/2006/main">
            <a:off x="3829050" y="4124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9FFF68"/>
                </a:solidFill>
                <a:latin typeface="Pretendard"/>
                <a:ea typeface="Pretendard"/>
                <a:cs typeface="Pretendard"/>
              </a:defRPr>
            </a:defPPr>
            <a:lvl1pPr algn="l">
              <a:defRPr sz="4200" b="1">
                <a:solidFill>
                  <a:srgbClr val="9FFF68"/>
                </a:solidFill>
                <a:latin typeface="Pretendard"/>
                <a:ea typeface="Pretendard"/>
                <a:cs typeface="Pretendard"/>
              </a:defRPr>
            </a:lvl1pPr>
            <a:lvl2pPr algn="l">
              <a:defRPr sz="4200" b="1">
                <a:solidFill>
                  <a:srgbClr val="9FFF68"/>
                </a:solidFill>
                <a:latin typeface="Pretendard"/>
                <a:ea typeface="Pretendard"/>
                <a:cs typeface="Pretendard"/>
              </a:defRPr>
            </a:lvl2pPr>
            <a:lvl3pPr algn="l">
              <a:defRPr sz="4200" b="1">
                <a:solidFill>
                  <a:srgbClr val="9FFF68"/>
                </a:solidFill>
                <a:latin typeface="Pretendard"/>
                <a:ea typeface="Pretendard"/>
                <a:cs typeface="Pretendard"/>
              </a:defRPr>
            </a:lvl3pPr>
            <a:lvl4pPr algn="l">
              <a:defRPr sz="4200" b="1">
                <a:solidFill>
                  <a:srgbClr val="9FFF68"/>
                </a:solidFill>
                <a:latin typeface="Pretendard"/>
                <a:ea typeface="Pretendard"/>
                <a:cs typeface="Pretendard"/>
              </a:defRPr>
            </a:lvl4pPr>
            <a:lvl5pPr algn="l">
              <a:defRPr sz="4200" b="1">
                <a:solidFill>
                  <a:srgbClr val="9FFF68"/>
                </a:solidFill>
                <a:latin typeface="Pretendard"/>
                <a:ea typeface="Pretendard"/>
                <a:cs typeface="Pretendard"/>
              </a:defRPr>
            </a:lvl5pPr>
            <a:lvl6pPr algn="l">
              <a:defRPr sz="4200" b="1">
                <a:solidFill>
                  <a:srgbClr val="9FFF68"/>
                </a:solidFill>
                <a:latin typeface="Pretendard"/>
                <a:ea typeface="Pretendard"/>
                <a:cs typeface="Pretendard"/>
              </a:defRPr>
            </a:lvl6pPr>
            <a:lvl7pPr algn="l">
              <a:defRPr sz="4200" b="1">
                <a:solidFill>
                  <a:srgbClr val="9FFF68"/>
                </a:solidFill>
                <a:latin typeface="Pretendard"/>
                <a:ea typeface="Pretendard"/>
                <a:cs typeface="Pretendard"/>
              </a:defRPr>
            </a:lvl7pPr>
            <a:lvl8pPr algn="l">
              <a:defRPr sz="4200" b="1">
                <a:solidFill>
                  <a:srgbClr val="9FFF68"/>
                </a:solidFill>
                <a:latin typeface="Pretendard"/>
                <a:ea typeface="Pretendard"/>
                <a:cs typeface="Pretendard"/>
              </a:defRPr>
            </a:lvl8pPr>
            <a:lvl9pPr algn="l">
              <a:defRPr sz="4200" b="1">
                <a:solidFill>
                  <a:srgbClr val="9FFF68"/>
                </a:solidFill>
                <a:latin typeface="Pretendard"/>
                <a:ea typeface="Pretendard"/>
                <a:cs typeface="Pretendard"/>
              </a:defRPr>
            </a:lvl9pPr>
          </a:lstStyle>
          <a:p xmlns:a="http://schemas.openxmlformats.org/drawingml/2006/main">
            <a:pPr algn="l">
              <a:defRPr sz="4200" b="1">
                <a:solidFill>
                  <a:srgbClr val="9FFF68"/>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9" name="text">
            <a:extLst xmlns:a="http://schemas.openxmlformats.org/drawingml/2006/main">
              <a:ext uri="{FF2B5EF4-FFF2-40B4-BE49-F238E27FC236}">
                <a16:creationId xmlns:a16="http://schemas.microsoft.com/office/drawing/2014/main" id="{B8D7BBF6-3730-40FA-8D1E-F026EF0BD682}"/>
              </a:ext>
            </a:extLst>
          </p:cNvPr>
          <p:cNvSpPr>
            <a:spLocks xmlns:a="http://schemas.openxmlformats.org/drawingml/2006/main" noGrp="1"/>
          </p:cNvSpPr>
          <p:nvPr/>
        </p:nvSpPr>
        <p:spPr>
          <a:xfrm xmlns:a="http://schemas.openxmlformats.org/drawingml/2006/main">
            <a:off x="5143500" y="5029200"/>
            <a:ext cx="923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FFFFFF"/>
                </a:solidFill>
                <a:latin typeface="Pretendard"/>
                <a:ea typeface="Pretendard"/>
                <a:cs typeface="Pretendard"/>
              </a:defRPr>
            </a:defPPr>
            <a:lvl1pPr algn="l">
              <a:defRPr sz="4200" b="1">
                <a:solidFill>
                  <a:srgbClr val="FFFFFF"/>
                </a:solidFill>
                <a:latin typeface="Pretendard"/>
                <a:ea typeface="Pretendard"/>
                <a:cs typeface="Pretendard"/>
              </a:defRPr>
            </a:lvl1pPr>
            <a:lvl2pPr algn="l">
              <a:defRPr sz="4200" b="1">
                <a:solidFill>
                  <a:srgbClr val="FFFFFF"/>
                </a:solidFill>
                <a:latin typeface="Pretendard"/>
                <a:ea typeface="Pretendard"/>
                <a:cs typeface="Pretendard"/>
              </a:defRPr>
            </a:lvl2pPr>
            <a:lvl3pPr algn="l">
              <a:defRPr sz="4200" b="1">
                <a:solidFill>
                  <a:srgbClr val="FFFFFF"/>
                </a:solidFill>
                <a:latin typeface="Pretendard"/>
                <a:ea typeface="Pretendard"/>
                <a:cs typeface="Pretendard"/>
              </a:defRPr>
            </a:lvl3pPr>
            <a:lvl4pPr algn="l">
              <a:defRPr sz="4200" b="1">
                <a:solidFill>
                  <a:srgbClr val="FFFFFF"/>
                </a:solidFill>
                <a:latin typeface="Pretendard"/>
                <a:ea typeface="Pretendard"/>
                <a:cs typeface="Pretendard"/>
              </a:defRPr>
            </a:lvl4pPr>
            <a:lvl5pPr algn="l">
              <a:defRPr sz="4200" b="1">
                <a:solidFill>
                  <a:srgbClr val="FFFFFF"/>
                </a:solidFill>
                <a:latin typeface="Pretendard"/>
                <a:ea typeface="Pretendard"/>
                <a:cs typeface="Pretendard"/>
              </a:defRPr>
            </a:lvl5pPr>
            <a:lvl6pPr algn="l">
              <a:defRPr sz="4200" b="1">
                <a:solidFill>
                  <a:srgbClr val="FFFFFF"/>
                </a:solidFill>
                <a:latin typeface="Pretendard"/>
                <a:ea typeface="Pretendard"/>
                <a:cs typeface="Pretendard"/>
              </a:defRPr>
            </a:lvl6pPr>
            <a:lvl7pPr algn="l">
              <a:defRPr sz="4200" b="1">
                <a:solidFill>
                  <a:srgbClr val="FFFFFF"/>
                </a:solidFill>
                <a:latin typeface="Pretendard"/>
                <a:ea typeface="Pretendard"/>
                <a:cs typeface="Pretendard"/>
              </a:defRPr>
            </a:lvl7pPr>
            <a:lvl8pPr algn="l">
              <a:defRPr sz="4200" b="1">
                <a:solidFill>
                  <a:srgbClr val="FFFFFF"/>
                </a:solidFill>
                <a:latin typeface="Pretendard"/>
                <a:ea typeface="Pretendard"/>
                <a:cs typeface="Pretendard"/>
              </a:defRPr>
            </a:lvl8pPr>
            <a:lvl9pPr algn="l">
              <a:defRPr sz="4200" b="1">
                <a:solidFill>
                  <a:srgbClr val="FFFFFF"/>
                </a:solidFill>
                <a:latin typeface="Pretendard"/>
                <a:ea typeface="Pretendard"/>
                <a:cs typeface="Pretendard"/>
              </a:defRPr>
            </a:lvl9pPr>
          </a:lstStyle>
          <a:p xmlns:a="http://schemas.openxmlformats.org/drawingml/2006/main">
            <a:pPr algn="l">
              <a:defRPr sz="4200" b="1">
                <a:solidFill>
                  <a:srgbClr val="FFFFFF"/>
                </a:solidFill>
                <a:latin typeface="Pretendard"/>
                <a:ea typeface="Pretendard"/>
                <a:cs typeface="Pretendard"/>
              </a:defRPr>
            </a:pPr>
            <a:r>
              <a:rPr sz="4200" b="1">
                <a:solidFill>
                  <a:srgbClr val="FFFFFF"/>
                </a:solidFill>
                <a:latin typeface="Pretendard"/>
                <a:ea typeface="Pretendard"/>
                <a:cs typeface="Pretendard"/>
              </a:rPr>
              <a:t>− 반응물의 표준 생성 엔탈피 합</a:t>
            </a:r>
          </a:p>
        </p:txBody>
      </p:sp>
      <p:sp>
        <p:nvSpPr>
          <p:cNvPr id="10" name="R04-33 표제와 해석 영역">
            <a:extLst xmlns:a="http://schemas.openxmlformats.org/drawingml/2006/main">
              <a:ext uri="{FF2B5EF4-FFF2-40B4-BE49-F238E27FC236}">
                <a16:creationId xmlns:a16="http://schemas.microsoft.com/office/drawing/2014/main" id="{72FD80C8-B7A9-4D39-B3D9-D338B22AF84C}"/>
              </a:ext>
            </a:extLst>
          </p:cNvPr>
          <p:cNvSpPr>
            <a:spLocks xmlns:a="http://schemas.openxmlformats.org/drawingml/2006/main" noGrp="1"/>
          </p:cNvSpPr>
          <p:nvPr/>
        </p:nvSpPr>
        <p:spPr>
          <a:xfrm xmlns:a="http://schemas.openxmlformats.org/drawingml/2006/main">
            <a:off x="3448050" y="6496050"/>
            <a:ext cx="1138237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45B4CAF5-5840-43AE-BA8B-F7B6C05F4A6A}"/>
              </a:ext>
            </a:extLst>
          </p:cNvPr>
          <p:cNvSpPr>
            <a:spLocks xmlns:a="http://schemas.openxmlformats.org/drawingml/2006/main" noGrp="1"/>
          </p:cNvSpPr>
          <p:nvPr/>
        </p:nvSpPr>
        <p:spPr>
          <a:xfrm xmlns:a="http://schemas.openxmlformats.org/drawingml/2006/main">
            <a:off x="3752850" y="6657975"/>
            <a:ext cx="10772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각 물질의 반응 계수</a:t>
            </a:r>
          </a:p>
        </p:txBody>
      </p:sp>
      <p:sp>
        <p:nvSpPr>
          <p:cNvPr id="12" name="rich">
            <a:extLst xmlns:a="http://schemas.openxmlformats.org/drawingml/2006/main">
              <a:ext uri="{FF2B5EF4-FFF2-40B4-BE49-F238E27FC236}">
                <a16:creationId xmlns:a16="http://schemas.microsoft.com/office/drawing/2014/main" id="{D129E987-A351-4EF3-9959-6505A36250EA}"/>
              </a:ext>
            </a:extLst>
          </p:cNvPr>
          <p:cNvSpPr>
            <a:spLocks xmlns:a="http://schemas.openxmlformats.org/drawingml/2006/main" noGrp="1"/>
          </p:cNvSpPr>
          <p:nvPr/>
        </p:nvSpPr>
        <p:spPr>
          <a:xfrm xmlns:a="http://schemas.openxmlformats.org/drawingml/2006/main">
            <a:off x="3752850" y="7286625"/>
            <a:ext cx="1077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표의 값에 반응 계수를 곱한다.</a:t>
            </a:r>
          </a:p>
        </p:txBody>
      </p:sp>
      <p:sp>
        <p:nvSpPr>
          <p:cNvPr id="13" name="text">
            <a:extLst xmlns:a="http://schemas.openxmlformats.org/drawingml/2006/main">
              <a:ext uri="{FF2B5EF4-FFF2-40B4-BE49-F238E27FC236}">
                <a16:creationId xmlns:a16="http://schemas.microsoft.com/office/drawing/2014/main" id="{439AD2E6-54E1-4D66-9856-E9E850D2A3A0}"/>
              </a:ext>
            </a:extLst>
          </p:cNvPr>
          <p:cNvSpPr>
            <a:spLocks xmlns:a="http://schemas.openxmlformats.org/drawingml/2006/main" noGrp="1"/>
          </p:cNvSpPr>
          <p:nvPr/>
        </p:nvSpPr>
        <p:spPr>
          <a:xfrm xmlns:a="http://schemas.openxmlformats.org/drawingml/2006/main">
            <a:off x="3971925" y="86772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69569361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B57FAA44-3580-445B-9D3C-43102C96C2D1}"/>
              </a:ext>
            </a:extLst>
          </p:cNvPr>
          <p:cNvPicPr>
            <a:picLocks xmlns:a="http://schemas.openxmlformats.org/drawingml/2006/main" noChangeAspect="1"/>
          </p:cNvPicPr>
          <p:nvPr/>
        </p:nvPicPr>
        <p:blipFill>
          <a:blip xmlns:r="http://schemas.openxmlformats.org/officeDocument/2006/relationships" xmlns:a="http://schemas.openxmlformats.org/drawingml/2006/main" r:embed="Rc20fd19dcfba469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81720D7-447C-4A78-9BEF-EF923DDCD8E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907AC0E-48C6-4ED0-AE4E-4C7E290A10E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FA8398C-0D8C-424A-9C50-8C7003D96BD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1CE5142-8B6D-46BF-8679-4248C4F2ED9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0A4C240-0E01-4115-9F14-34E1218A8C8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표의 값에 반응 계수를 곱한다</a:t>
            </a:r>
          </a:p>
        </p:txBody>
      </p:sp>
      <p:sp>
        <p:nvSpPr>
          <p:cNvPr id="7" name="text">
            <a:extLst xmlns:a="http://schemas.openxmlformats.org/drawingml/2006/main">
              <a:ext uri="{FF2B5EF4-FFF2-40B4-BE49-F238E27FC236}">
                <a16:creationId xmlns:a16="http://schemas.microsoft.com/office/drawing/2014/main" id="{7DD72D2D-E8FA-4838-BCB0-E5F2D1558280}"/>
              </a:ext>
            </a:extLst>
          </p:cNvPr>
          <p:cNvSpPr>
            <a:spLocks xmlns:a="http://schemas.openxmlformats.org/drawingml/2006/main" noGrp="1"/>
          </p:cNvSpPr>
          <p:nvPr/>
        </p:nvSpPr>
        <p:spPr>
          <a:xfrm xmlns:a="http://schemas.openxmlformats.org/drawingml/2006/main">
            <a:off x="1714500" y="3676650"/>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25" b="0">
                <a:solidFill>
                  <a:srgbClr val="898989"/>
                </a:solidFill>
                <a:latin typeface="Pretendard"/>
                <a:ea typeface="Pretendard"/>
                <a:cs typeface="Pretendard"/>
              </a:defRPr>
            </a:defPPr>
            <a:lvl1pPr algn="ctr">
              <a:defRPr sz="2925" b="0">
                <a:solidFill>
                  <a:srgbClr val="898989"/>
                </a:solidFill>
                <a:latin typeface="Pretendard"/>
                <a:ea typeface="Pretendard"/>
                <a:cs typeface="Pretendard"/>
              </a:defRPr>
            </a:lvl1pPr>
            <a:lvl2pPr algn="ctr">
              <a:defRPr sz="2925" b="0">
                <a:solidFill>
                  <a:srgbClr val="898989"/>
                </a:solidFill>
                <a:latin typeface="Pretendard"/>
                <a:ea typeface="Pretendard"/>
                <a:cs typeface="Pretendard"/>
              </a:defRPr>
            </a:lvl2pPr>
            <a:lvl3pPr algn="ctr">
              <a:defRPr sz="2925" b="0">
                <a:solidFill>
                  <a:srgbClr val="898989"/>
                </a:solidFill>
                <a:latin typeface="Pretendard"/>
                <a:ea typeface="Pretendard"/>
                <a:cs typeface="Pretendard"/>
              </a:defRPr>
            </a:lvl3pPr>
            <a:lvl4pPr algn="ctr">
              <a:defRPr sz="2925" b="0">
                <a:solidFill>
                  <a:srgbClr val="898989"/>
                </a:solidFill>
                <a:latin typeface="Pretendard"/>
                <a:ea typeface="Pretendard"/>
                <a:cs typeface="Pretendard"/>
              </a:defRPr>
            </a:lvl4pPr>
            <a:lvl5pPr algn="ctr">
              <a:defRPr sz="2925" b="0">
                <a:solidFill>
                  <a:srgbClr val="898989"/>
                </a:solidFill>
                <a:latin typeface="Pretendard"/>
                <a:ea typeface="Pretendard"/>
                <a:cs typeface="Pretendard"/>
              </a:defRPr>
            </a:lvl5pPr>
            <a:lvl6pPr algn="ctr">
              <a:defRPr sz="2925" b="0">
                <a:solidFill>
                  <a:srgbClr val="898989"/>
                </a:solidFill>
                <a:latin typeface="Pretendard"/>
                <a:ea typeface="Pretendard"/>
                <a:cs typeface="Pretendard"/>
              </a:defRPr>
            </a:lvl6pPr>
            <a:lvl7pPr algn="ctr">
              <a:defRPr sz="2925" b="0">
                <a:solidFill>
                  <a:srgbClr val="898989"/>
                </a:solidFill>
                <a:latin typeface="Pretendard"/>
                <a:ea typeface="Pretendard"/>
                <a:cs typeface="Pretendard"/>
              </a:defRPr>
            </a:lvl7pPr>
            <a:lvl8pPr algn="ctr">
              <a:defRPr sz="2925" b="0">
                <a:solidFill>
                  <a:srgbClr val="898989"/>
                </a:solidFill>
                <a:latin typeface="Pretendard"/>
                <a:ea typeface="Pretendard"/>
                <a:cs typeface="Pretendard"/>
              </a:defRPr>
            </a:lvl8pPr>
            <a:lvl9pPr algn="ctr">
              <a:defRPr sz="2925" b="0">
                <a:solidFill>
                  <a:srgbClr val="898989"/>
                </a:solidFill>
                <a:latin typeface="Pretendard"/>
                <a:ea typeface="Pretendard"/>
                <a:cs typeface="Pretendard"/>
              </a:defRPr>
            </a:lvl9pPr>
          </a:lstStyle>
          <a:p xmlns:a="http://schemas.openxmlformats.org/drawingml/2006/main">
            <a:pPr algn="ctr">
              <a:defRPr sz="2925" b="0">
                <a:solidFill>
                  <a:srgbClr val="898989"/>
                </a:solidFill>
                <a:latin typeface="Pretendard"/>
                <a:ea typeface="Pretendard"/>
                <a:cs typeface="Pretendard"/>
              </a:defRPr>
            </a:pPr>
            <a:r>
              <a:rPr sz="2925" b="0">
                <a:solidFill>
                  <a:srgbClr val="898989"/>
                </a:solidFill>
                <a:latin typeface="Pretendard"/>
                <a:ea typeface="Pretendard"/>
                <a:cs typeface="Pretendard"/>
              </a:rPr>
              <a:t>표의 생성 엔탈피 값은 물질 1 mol을 기준으로 한다.</a:t>
            </a:r>
          </a:p>
        </p:txBody>
      </p:sp>
      <p:sp>
        <p:nvSpPr>
          <p:cNvPr id="8" name="계수를 포함한 계산 관계">
            <a:extLst xmlns:a="http://schemas.openxmlformats.org/drawingml/2006/main">
              <a:ext uri="{FF2B5EF4-FFF2-40B4-BE49-F238E27FC236}">
                <a16:creationId xmlns:a16="http://schemas.microsoft.com/office/drawing/2014/main" id="{AA2662F2-A762-4212-AA48-939D84EB88F9}"/>
              </a:ext>
            </a:extLst>
          </p:cNvPr>
          <p:cNvSpPr>
            <a:spLocks xmlns:a="http://schemas.openxmlformats.org/drawingml/2006/main" noGrp="1"/>
          </p:cNvSpPr>
          <p:nvPr/>
        </p:nvSpPr>
        <p:spPr>
          <a:xfrm xmlns:a="http://schemas.openxmlformats.org/drawingml/2006/main">
            <a:off x="1828800" y="4686300"/>
            <a:ext cx="14639925" cy="1962150"/>
          </a:xfrm>
          <a:prstGeom xmlns:a="http://schemas.openxmlformats.org/drawingml/2006/main" prst="roundRect">
            <a:avLst>
              <a:gd name="adj" fmla="val 10680"/>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94CB6743-A3F9-48BB-A6E7-714C3CBBEE92}"/>
              </a:ext>
            </a:extLst>
          </p:cNvPr>
          <p:cNvSpPr>
            <a:spLocks xmlns:a="http://schemas.openxmlformats.org/drawingml/2006/main" noGrp="1"/>
          </p:cNvSpPr>
          <p:nvPr/>
        </p:nvSpPr>
        <p:spPr>
          <a:xfrm xmlns:a="http://schemas.openxmlformats.org/drawingml/2006/main">
            <a:off x="2286000" y="4876800"/>
            <a:ext cx="1366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9FFF68"/>
                </a:solidFill>
                <a:latin typeface="Pretendard"/>
                <a:ea typeface="Pretendard"/>
                <a:cs typeface="Pretendard"/>
              </a:defRPr>
            </a:defPPr>
            <a:lvl1pPr algn="l">
              <a:defRPr sz="3750" b="1">
                <a:solidFill>
                  <a:srgbClr val="9FFF68"/>
                </a:solidFill>
                <a:latin typeface="Pretendard"/>
                <a:ea typeface="Pretendard"/>
                <a:cs typeface="Pretendard"/>
              </a:defRPr>
            </a:lvl1pPr>
            <a:lvl2pPr algn="l">
              <a:defRPr sz="3750" b="1">
                <a:solidFill>
                  <a:srgbClr val="9FFF68"/>
                </a:solidFill>
                <a:latin typeface="Pretendard"/>
                <a:ea typeface="Pretendard"/>
                <a:cs typeface="Pretendard"/>
              </a:defRPr>
            </a:lvl2pPr>
            <a:lvl3pPr algn="l">
              <a:defRPr sz="3750" b="1">
                <a:solidFill>
                  <a:srgbClr val="9FFF68"/>
                </a:solidFill>
                <a:latin typeface="Pretendard"/>
                <a:ea typeface="Pretendard"/>
                <a:cs typeface="Pretendard"/>
              </a:defRPr>
            </a:lvl3pPr>
            <a:lvl4pPr algn="l">
              <a:defRPr sz="3750" b="1">
                <a:solidFill>
                  <a:srgbClr val="9FFF68"/>
                </a:solidFill>
                <a:latin typeface="Pretendard"/>
                <a:ea typeface="Pretendard"/>
                <a:cs typeface="Pretendard"/>
              </a:defRPr>
            </a:lvl4pPr>
            <a:lvl5pPr algn="l">
              <a:defRPr sz="3750" b="1">
                <a:solidFill>
                  <a:srgbClr val="9FFF68"/>
                </a:solidFill>
                <a:latin typeface="Pretendard"/>
                <a:ea typeface="Pretendard"/>
                <a:cs typeface="Pretendard"/>
              </a:defRPr>
            </a:lvl5pPr>
            <a:lvl6pPr algn="l">
              <a:defRPr sz="3750" b="1">
                <a:solidFill>
                  <a:srgbClr val="9FFF68"/>
                </a:solidFill>
                <a:latin typeface="Pretendard"/>
                <a:ea typeface="Pretendard"/>
                <a:cs typeface="Pretendard"/>
              </a:defRPr>
            </a:lvl6pPr>
            <a:lvl7pPr algn="l">
              <a:defRPr sz="3750" b="1">
                <a:solidFill>
                  <a:srgbClr val="9FFF68"/>
                </a:solidFill>
                <a:latin typeface="Pretendard"/>
                <a:ea typeface="Pretendard"/>
                <a:cs typeface="Pretendard"/>
              </a:defRPr>
            </a:lvl7pPr>
            <a:lvl8pPr algn="l">
              <a:defRPr sz="3750" b="1">
                <a:solidFill>
                  <a:srgbClr val="9FFF68"/>
                </a:solidFill>
                <a:latin typeface="Pretendard"/>
                <a:ea typeface="Pretendard"/>
                <a:cs typeface="Pretendard"/>
              </a:defRPr>
            </a:lvl8pPr>
            <a:lvl9pPr algn="l">
              <a:defRPr sz="3750" b="1">
                <a:solidFill>
                  <a:srgbClr val="9FFF68"/>
                </a:solidFill>
                <a:latin typeface="Pretendard"/>
                <a:ea typeface="Pretendard"/>
                <a:cs typeface="Pretendard"/>
              </a:defRPr>
            </a:lvl9pPr>
          </a:lstStyle>
          <a:p xmlns:a="http://schemas.openxmlformats.org/drawingml/2006/main">
            <a:pPr algn="l">
              <a:defRPr sz="3750" b="1">
                <a:solidFill>
                  <a:srgbClr val="9FFF68"/>
                </a:solidFill>
                <a:latin typeface="Pretendard"/>
                <a:ea typeface="Pretendard"/>
                <a:cs typeface="Pretendard"/>
              </a:defRPr>
            </a:pPr>
            <a:r>
              <a:t>Δ</a:t>
            </a:r>
            <a:r>
              <a:rPr i="1">
                <a:latin typeface="Pretendard"/>
                <a:ea typeface="Pretendard"/>
                <a:cs typeface="Pretendard"/>
              </a:rPr>
              <a:t>H</a:t>
            </a:r>
            <a:r>
              <a:t> = Σ(생성물의 계수 × 표준 생성 엔탈피)</a:t>
            </a:r>
          </a:p>
        </p:txBody>
      </p:sp>
      <p:sp>
        <p:nvSpPr>
          <p:cNvPr id="10" name="text">
            <a:extLst xmlns:a="http://schemas.openxmlformats.org/drawingml/2006/main">
              <a:ext uri="{FF2B5EF4-FFF2-40B4-BE49-F238E27FC236}">
                <a16:creationId xmlns:a16="http://schemas.microsoft.com/office/drawing/2014/main" id="{18771119-F680-41D7-BF17-4BDA0F565BEE}"/>
              </a:ext>
            </a:extLst>
          </p:cNvPr>
          <p:cNvSpPr>
            <a:spLocks xmlns:a="http://schemas.openxmlformats.org/drawingml/2006/main" noGrp="1"/>
          </p:cNvSpPr>
          <p:nvPr/>
        </p:nvSpPr>
        <p:spPr>
          <a:xfrm xmlns:a="http://schemas.openxmlformats.org/drawingml/2006/main">
            <a:off x="3743325" y="5743575"/>
            <a:ext cx="1219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FFFFFF"/>
                </a:solidFill>
                <a:latin typeface="Pretendard"/>
                <a:ea typeface="Pretendard"/>
                <a:cs typeface="Pretendard"/>
              </a:defRPr>
            </a:defPPr>
            <a:lvl1pPr algn="l">
              <a:defRPr sz="3750" b="1">
                <a:solidFill>
                  <a:srgbClr val="FFFFFF"/>
                </a:solidFill>
                <a:latin typeface="Pretendard"/>
                <a:ea typeface="Pretendard"/>
                <a:cs typeface="Pretendard"/>
              </a:defRPr>
            </a:lvl1pPr>
            <a:lvl2pPr algn="l">
              <a:defRPr sz="3750" b="1">
                <a:solidFill>
                  <a:srgbClr val="FFFFFF"/>
                </a:solidFill>
                <a:latin typeface="Pretendard"/>
                <a:ea typeface="Pretendard"/>
                <a:cs typeface="Pretendard"/>
              </a:defRPr>
            </a:lvl2pPr>
            <a:lvl3pPr algn="l">
              <a:defRPr sz="3750" b="1">
                <a:solidFill>
                  <a:srgbClr val="FFFFFF"/>
                </a:solidFill>
                <a:latin typeface="Pretendard"/>
                <a:ea typeface="Pretendard"/>
                <a:cs typeface="Pretendard"/>
              </a:defRPr>
            </a:lvl3pPr>
            <a:lvl4pPr algn="l">
              <a:defRPr sz="3750" b="1">
                <a:solidFill>
                  <a:srgbClr val="FFFFFF"/>
                </a:solidFill>
                <a:latin typeface="Pretendard"/>
                <a:ea typeface="Pretendard"/>
                <a:cs typeface="Pretendard"/>
              </a:defRPr>
            </a:lvl4pPr>
            <a:lvl5pPr algn="l">
              <a:defRPr sz="3750" b="1">
                <a:solidFill>
                  <a:srgbClr val="FFFFFF"/>
                </a:solidFill>
                <a:latin typeface="Pretendard"/>
                <a:ea typeface="Pretendard"/>
                <a:cs typeface="Pretendard"/>
              </a:defRPr>
            </a:lvl5pPr>
            <a:lvl6pPr algn="l">
              <a:defRPr sz="3750" b="1">
                <a:solidFill>
                  <a:srgbClr val="FFFFFF"/>
                </a:solidFill>
                <a:latin typeface="Pretendard"/>
                <a:ea typeface="Pretendard"/>
                <a:cs typeface="Pretendard"/>
              </a:defRPr>
            </a:lvl6pPr>
            <a:lvl7pPr algn="l">
              <a:defRPr sz="3750" b="1">
                <a:solidFill>
                  <a:srgbClr val="FFFFFF"/>
                </a:solidFill>
                <a:latin typeface="Pretendard"/>
                <a:ea typeface="Pretendard"/>
                <a:cs typeface="Pretendard"/>
              </a:defRPr>
            </a:lvl7pPr>
            <a:lvl8pPr algn="l">
              <a:defRPr sz="3750" b="1">
                <a:solidFill>
                  <a:srgbClr val="FFFFFF"/>
                </a:solidFill>
                <a:latin typeface="Pretendard"/>
                <a:ea typeface="Pretendard"/>
                <a:cs typeface="Pretendard"/>
              </a:defRPr>
            </a:lvl8pPr>
            <a:lvl9pPr algn="l">
              <a:defRPr sz="3750" b="1">
                <a:solidFill>
                  <a:srgbClr val="FFFFFF"/>
                </a:solidFill>
                <a:latin typeface="Pretendard"/>
                <a:ea typeface="Pretendard"/>
                <a:cs typeface="Pretendard"/>
              </a:defRPr>
            </a:lvl9pPr>
          </a:lstStyle>
          <a:p xmlns:a="http://schemas.openxmlformats.org/drawingml/2006/main">
            <a:pPr algn="l">
              <a:defRPr sz="3750" b="1">
                <a:solidFill>
                  <a:srgbClr val="FFFFFF"/>
                </a:solidFill>
                <a:latin typeface="Pretendard"/>
                <a:ea typeface="Pretendard"/>
                <a:cs typeface="Pretendard"/>
              </a:defRPr>
            </a:pPr>
            <a:r>
              <a:rPr sz="3750" b="1">
                <a:solidFill>
                  <a:srgbClr val="FFFFFF"/>
                </a:solidFill>
                <a:latin typeface="Pretendard"/>
                <a:ea typeface="Pretendard"/>
                <a:cs typeface="Pretendard"/>
              </a:rPr>
              <a:t>− Σ(반응물의 계수 × 표준 생성 엔탈피)</a:t>
            </a:r>
          </a:p>
        </p:txBody>
      </p:sp>
      <p:sp>
        <p:nvSpPr>
          <p:cNvPr id="11" name="text">
            <a:extLst xmlns:a="http://schemas.openxmlformats.org/drawingml/2006/main">
              <a:ext uri="{FF2B5EF4-FFF2-40B4-BE49-F238E27FC236}">
                <a16:creationId xmlns:a16="http://schemas.microsoft.com/office/drawing/2014/main" id="{690AA784-44A1-4B80-8D37-2365656CD537}"/>
              </a:ext>
            </a:extLst>
          </p:cNvPr>
          <p:cNvSpPr>
            <a:spLocks xmlns:a="http://schemas.openxmlformats.org/drawingml/2006/main" noGrp="1"/>
          </p:cNvSpPr>
          <p:nvPr/>
        </p:nvSpPr>
        <p:spPr>
          <a:xfrm xmlns:a="http://schemas.openxmlformats.org/drawingml/2006/main">
            <a:off x="2286000" y="708660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0">
                <a:solidFill>
                  <a:srgbClr val="898989"/>
                </a:solidFill>
                <a:latin typeface="Pretendard"/>
                <a:ea typeface="Pretendard"/>
                <a:cs typeface="Pretendard"/>
              </a:defRPr>
            </a:defPPr>
            <a:lvl1pPr algn="ctr">
              <a:defRPr sz="3000" b="0">
                <a:solidFill>
                  <a:srgbClr val="898989"/>
                </a:solidFill>
                <a:latin typeface="Pretendard"/>
                <a:ea typeface="Pretendard"/>
                <a:cs typeface="Pretendard"/>
              </a:defRPr>
            </a:lvl1pPr>
            <a:lvl2pPr algn="ctr">
              <a:defRPr sz="3000" b="0">
                <a:solidFill>
                  <a:srgbClr val="898989"/>
                </a:solidFill>
                <a:latin typeface="Pretendard"/>
                <a:ea typeface="Pretendard"/>
                <a:cs typeface="Pretendard"/>
              </a:defRPr>
            </a:lvl2pPr>
            <a:lvl3pPr algn="ctr">
              <a:defRPr sz="3000" b="0">
                <a:solidFill>
                  <a:srgbClr val="898989"/>
                </a:solidFill>
                <a:latin typeface="Pretendard"/>
                <a:ea typeface="Pretendard"/>
                <a:cs typeface="Pretendard"/>
              </a:defRPr>
            </a:lvl3pPr>
            <a:lvl4pPr algn="ctr">
              <a:defRPr sz="3000" b="0">
                <a:solidFill>
                  <a:srgbClr val="898989"/>
                </a:solidFill>
                <a:latin typeface="Pretendard"/>
                <a:ea typeface="Pretendard"/>
                <a:cs typeface="Pretendard"/>
              </a:defRPr>
            </a:lvl4pPr>
            <a:lvl5pPr algn="ctr">
              <a:defRPr sz="3000" b="0">
                <a:solidFill>
                  <a:srgbClr val="898989"/>
                </a:solidFill>
                <a:latin typeface="Pretendard"/>
                <a:ea typeface="Pretendard"/>
                <a:cs typeface="Pretendard"/>
              </a:defRPr>
            </a:lvl5pPr>
            <a:lvl6pPr algn="ctr">
              <a:defRPr sz="3000" b="0">
                <a:solidFill>
                  <a:srgbClr val="898989"/>
                </a:solidFill>
                <a:latin typeface="Pretendard"/>
                <a:ea typeface="Pretendard"/>
                <a:cs typeface="Pretendard"/>
              </a:defRPr>
            </a:lvl6pPr>
            <a:lvl7pPr algn="ctr">
              <a:defRPr sz="3000" b="0">
                <a:solidFill>
                  <a:srgbClr val="898989"/>
                </a:solidFill>
                <a:latin typeface="Pretendard"/>
                <a:ea typeface="Pretendard"/>
                <a:cs typeface="Pretendard"/>
              </a:defRPr>
            </a:lvl7pPr>
            <a:lvl8pPr algn="ctr">
              <a:defRPr sz="3000" b="0">
                <a:solidFill>
                  <a:srgbClr val="898989"/>
                </a:solidFill>
                <a:latin typeface="Pretendard"/>
                <a:ea typeface="Pretendard"/>
                <a:cs typeface="Pretendard"/>
              </a:defRPr>
            </a:lvl8pPr>
            <a:lvl9pPr algn="ctr">
              <a:defRPr sz="3000" b="0">
                <a:solidFill>
                  <a:srgbClr val="898989"/>
                </a:solidFill>
                <a:latin typeface="Pretendard"/>
                <a:ea typeface="Pretendard"/>
                <a:cs typeface="Pretendard"/>
              </a:defRPr>
            </a:lvl9pPr>
          </a:lstStyle>
          <a:p xmlns:a="http://schemas.openxmlformats.org/drawingml/2006/main">
            <a:pPr algn="ctr">
              <a:defRPr sz="3000" b="0">
                <a:solidFill>
                  <a:srgbClr val="898989"/>
                </a:solidFill>
                <a:latin typeface="Pretendard"/>
                <a:ea typeface="Pretendard"/>
                <a:cs typeface="Pretendard"/>
              </a:defRPr>
            </a:pPr>
            <a:r>
              <a:rPr sz="3000" b="0">
                <a:solidFill>
                  <a:srgbClr val="898989"/>
                </a:solidFill>
                <a:latin typeface="Pretendard"/>
                <a:ea typeface="Pretendard"/>
                <a:cs typeface="Pretendard"/>
              </a:rPr>
              <a:t>Σ : 각 물질의 값을 모두 더한다는 뜻</a:t>
            </a:r>
          </a:p>
        </p:txBody>
      </p:sp>
      <p:sp>
        <p:nvSpPr>
          <p:cNvPr id="12" name="설명·계산 행 1">
            <a:extLst xmlns:a="http://schemas.openxmlformats.org/drawingml/2006/main">
              <a:ext uri="{FF2B5EF4-FFF2-40B4-BE49-F238E27FC236}">
                <a16:creationId xmlns:a16="http://schemas.microsoft.com/office/drawing/2014/main" id="{A788CBDD-19F6-4281-A1CC-0B870A0AC70A}"/>
              </a:ext>
            </a:extLst>
          </p:cNvPr>
          <p:cNvSpPr>
            <a:spLocks xmlns:a="http://schemas.openxmlformats.org/drawingml/2006/main" noGrp="1"/>
          </p:cNvSpPr>
          <p:nvPr/>
        </p:nvSpPr>
        <p:spPr>
          <a:xfrm xmlns:a="http://schemas.openxmlformats.org/drawingml/2006/main">
            <a:off x="1828800" y="80105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1">
            <a:extLst xmlns:a="http://schemas.openxmlformats.org/drawingml/2006/main">
              <a:ext uri="{FF2B5EF4-FFF2-40B4-BE49-F238E27FC236}">
                <a16:creationId xmlns:a16="http://schemas.microsoft.com/office/drawing/2014/main" id="{97450E27-F1F8-4441-9760-B54D46EADBE3}"/>
              </a:ext>
            </a:extLst>
          </p:cNvPr>
          <p:cNvSpPr>
            <a:spLocks xmlns:a="http://schemas.openxmlformats.org/drawingml/2006/main" noGrp="1"/>
          </p:cNvSpPr>
          <p:nvPr/>
        </p:nvSpPr>
        <p:spPr>
          <a:xfrm xmlns:a="http://schemas.openxmlformats.org/drawingml/2006/main">
            <a:off x="2476500" y="82581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99902946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9CB8B272-5501-4C0A-BE92-2BBF808D126B}"/>
              </a:ext>
            </a:extLst>
          </p:cNvPr>
          <p:cNvPicPr>
            <a:picLocks xmlns:a="http://schemas.openxmlformats.org/drawingml/2006/main" noChangeAspect="1"/>
          </p:cNvPicPr>
          <p:nvPr/>
        </p:nvPicPr>
        <p:blipFill>
          <a:blip xmlns:r="http://schemas.openxmlformats.org/officeDocument/2006/relationships" xmlns:a="http://schemas.openxmlformats.org/drawingml/2006/main" r:embed="R17cd64a3d098461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0FEEBE5-523F-4BF0-A7B6-12F5E2AB102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CD175FF-9685-4E1B-8CFB-688699BE419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2415D47-63F2-4413-9537-D09E066DAE7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64B91B2-49A4-4D70-93E2-9A7F32D32BE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B70AAFB0-89F7-4C66-8E5A-3A21EFAACC6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33C0ADE8-51CD-4761-A3A5-383849D87AAB}"/>
              </a:ext>
            </a:extLst>
          </p:cNvPr>
          <p:cNvPicPr>
            <a:picLocks xmlns:a="http://schemas.openxmlformats.org/drawingml/2006/main" noChangeAspect="1"/>
          </p:cNvPicPr>
          <p:nvPr/>
        </p:nvPicPr>
        <p:blipFill>
          <a:blip xmlns:r="http://schemas.openxmlformats.org/officeDocument/2006/relationships" xmlns:a="http://schemas.openxmlformats.org/drawingml/2006/main" r:embed="Ree9bbac13f2343fa"/>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E96C26EF-497D-473E-A72C-FA5F81C6A480}"/>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1B2D81CF-9232-45D4-A2ED-E0111B4EC3C0}"/>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2314D54-A0A3-42BD-986B-BA5D7BBF778C}"/>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F9449B1-B02B-458B-B487-2F0C7B4BEA39}"/>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A7D5FCEB-738E-4694-A3BB-8B53F5CDD4A6}"/>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DBD848F9-2DA0-4335-AA88-E8F9C5BDB14B}"/>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F070541B-2BEF-4973-87BA-EFF4CD994680}"/>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E7A99AB4-53E0-4445-B735-381885ABC855}"/>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3B370FAD-9189-4251-9E84-33E6CF128219}"/>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141735999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9719DB1C-227D-4713-9653-DECF9DFE950C}"/>
              </a:ext>
            </a:extLst>
          </p:cNvPr>
          <p:cNvPicPr>
            <a:picLocks xmlns:a="http://schemas.openxmlformats.org/drawingml/2006/main" noChangeAspect="1"/>
          </p:cNvPicPr>
          <p:nvPr/>
        </p:nvPicPr>
        <p:blipFill>
          <a:blip xmlns:r="http://schemas.openxmlformats.org/officeDocument/2006/relationships" xmlns:a="http://schemas.openxmlformats.org/drawingml/2006/main" r:embed="R2c3d4648148b4b6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9977DB2-0521-49FC-ACD4-E4DFA803A17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E2EBCD5-2624-4EBE-ADB7-FD4E0DB71FC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91C4CF4-8588-4B91-998D-474D8209AD8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3BD656B-4AE9-4A3D-B703-9A84819BE44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E06090F-3170-4445-91ED-61180A64D0C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연소를 세 반응으로 나누면</a:t>
            </a:r>
          </a:p>
        </p:txBody>
      </p:sp>
      <p:sp>
        <p:nvSpPr>
          <p:cNvPr id="7" name="text">
            <a:extLst xmlns:a="http://schemas.openxmlformats.org/drawingml/2006/main">
              <a:ext uri="{FF2B5EF4-FFF2-40B4-BE49-F238E27FC236}">
                <a16:creationId xmlns:a16="http://schemas.microsoft.com/office/drawing/2014/main" id="{66710071-8EFB-4D2F-B419-433CA24B7067}"/>
              </a:ext>
            </a:extLst>
          </p:cNvPr>
          <p:cNvSpPr>
            <a:spLocks xmlns:a="http://schemas.openxmlformats.org/drawingml/2006/main" noGrp="1"/>
          </p:cNvSpPr>
          <p:nvPr/>
        </p:nvSpPr>
        <p:spPr>
          <a:xfrm xmlns:a="http://schemas.openxmlformats.org/drawingml/2006/main">
            <a:off x="1828800" y="4057650"/>
            <a:ext cx="80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57962F"/>
                </a:solidFill>
                <a:latin typeface="Pretendard"/>
                <a:ea typeface="Pretendard"/>
                <a:cs typeface="Pretendard"/>
              </a:defRPr>
            </a:defPPr>
            <a:lvl1pPr algn="l">
              <a:defRPr sz="3600" b="1">
                <a:solidFill>
                  <a:srgbClr val="57962F"/>
                </a:solidFill>
                <a:latin typeface="Pretendard"/>
                <a:ea typeface="Pretendard"/>
                <a:cs typeface="Pretendard"/>
              </a:defRPr>
            </a:lvl1pPr>
            <a:lvl2pPr algn="l">
              <a:defRPr sz="3600" b="1">
                <a:solidFill>
                  <a:srgbClr val="57962F"/>
                </a:solidFill>
                <a:latin typeface="Pretendard"/>
                <a:ea typeface="Pretendard"/>
                <a:cs typeface="Pretendard"/>
              </a:defRPr>
            </a:lvl2pPr>
            <a:lvl3pPr algn="l">
              <a:defRPr sz="3600" b="1">
                <a:solidFill>
                  <a:srgbClr val="57962F"/>
                </a:solidFill>
                <a:latin typeface="Pretendard"/>
                <a:ea typeface="Pretendard"/>
                <a:cs typeface="Pretendard"/>
              </a:defRPr>
            </a:lvl3pPr>
            <a:lvl4pPr algn="l">
              <a:defRPr sz="3600" b="1">
                <a:solidFill>
                  <a:srgbClr val="57962F"/>
                </a:solidFill>
                <a:latin typeface="Pretendard"/>
                <a:ea typeface="Pretendard"/>
                <a:cs typeface="Pretendard"/>
              </a:defRPr>
            </a:lvl4pPr>
            <a:lvl5pPr algn="l">
              <a:defRPr sz="3600" b="1">
                <a:solidFill>
                  <a:srgbClr val="57962F"/>
                </a:solidFill>
                <a:latin typeface="Pretendard"/>
                <a:ea typeface="Pretendard"/>
                <a:cs typeface="Pretendard"/>
              </a:defRPr>
            </a:lvl5pPr>
            <a:lvl6pPr algn="l">
              <a:defRPr sz="3600" b="1">
                <a:solidFill>
                  <a:srgbClr val="57962F"/>
                </a:solidFill>
                <a:latin typeface="Pretendard"/>
                <a:ea typeface="Pretendard"/>
                <a:cs typeface="Pretendard"/>
              </a:defRPr>
            </a:lvl6pPr>
            <a:lvl7pPr algn="l">
              <a:defRPr sz="3600" b="1">
                <a:solidFill>
                  <a:srgbClr val="57962F"/>
                </a:solidFill>
                <a:latin typeface="Pretendard"/>
                <a:ea typeface="Pretendard"/>
                <a:cs typeface="Pretendard"/>
              </a:defRPr>
            </a:lvl7pPr>
            <a:lvl8pPr algn="l">
              <a:defRPr sz="3600" b="1">
                <a:solidFill>
                  <a:srgbClr val="57962F"/>
                </a:solidFill>
                <a:latin typeface="Pretendard"/>
                <a:ea typeface="Pretendard"/>
                <a:cs typeface="Pretendard"/>
              </a:defRPr>
            </a:lvl8pPr>
            <a:lvl9pPr algn="l">
              <a:defRPr sz="3600" b="1">
                <a:solidFill>
                  <a:srgbClr val="57962F"/>
                </a:solidFill>
                <a:latin typeface="Pretendard"/>
                <a:ea typeface="Pretendard"/>
                <a:cs typeface="Pretendard"/>
              </a:defRPr>
            </a:lvl9pPr>
          </a:lstStyle>
          <a:p xmlns:a="http://schemas.openxmlformats.org/drawingml/2006/main">
            <a:pPr algn="l">
              <a:defRPr sz="3600" b="1">
                <a:solidFill>
                  <a:srgbClr val="57962F"/>
                </a:solidFill>
                <a:latin typeface="Pretendard"/>
                <a:ea typeface="Pretendard"/>
                <a:cs typeface="Pretendard"/>
              </a:defRPr>
            </a:pPr>
            <a:r>
              <a:rPr sz="3600" b="1">
                <a:solidFill>
                  <a:srgbClr val="57962F"/>
                </a:solidFill>
                <a:latin typeface="Pretendard"/>
                <a:ea typeface="Pretendard"/>
                <a:cs typeface="Pretendard"/>
              </a:rPr>
              <a:t>01</a:t>
            </a:r>
          </a:p>
        </p:txBody>
      </p:sp>
      <p:sp>
        <p:nvSpPr>
          <p:cNvPr id="8" name="text">
            <a:extLst xmlns:a="http://schemas.openxmlformats.org/drawingml/2006/main">
              <a:ext uri="{FF2B5EF4-FFF2-40B4-BE49-F238E27FC236}">
                <a16:creationId xmlns:a16="http://schemas.microsoft.com/office/drawing/2014/main" id="{58B05DA1-2CCA-449F-8C89-F7CB9CE8D557}"/>
              </a:ext>
            </a:extLst>
          </p:cNvPr>
          <p:cNvSpPr>
            <a:spLocks xmlns:a="http://schemas.openxmlformats.org/drawingml/2006/main" noGrp="1"/>
          </p:cNvSpPr>
          <p:nvPr/>
        </p:nvSpPr>
        <p:spPr>
          <a:xfrm xmlns:a="http://schemas.openxmlformats.org/drawingml/2006/main">
            <a:off x="2809875" y="4057650"/>
            <a:ext cx="1343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898989"/>
                </a:solidFill>
                <a:latin typeface="Pretendard"/>
                <a:ea typeface="Pretendard"/>
                <a:cs typeface="Pretendard"/>
              </a:defRPr>
            </a:defPPr>
            <a:lvl1pPr algn="l">
              <a:defRPr sz="2625" b="1">
                <a:solidFill>
                  <a:srgbClr val="898989"/>
                </a:solidFill>
                <a:latin typeface="Pretendard"/>
                <a:ea typeface="Pretendard"/>
                <a:cs typeface="Pretendard"/>
              </a:defRPr>
            </a:lvl1pPr>
            <a:lvl2pPr algn="l">
              <a:defRPr sz="2625" b="1">
                <a:solidFill>
                  <a:srgbClr val="898989"/>
                </a:solidFill>
                <a:latin typeface="Pretendard"/>
                <a:ea typeface="Pretendard"/>
                <a:cs typeface="Pretendard"/>
              </a:defRPr>
            </a:lvl2pPr>
            <a:lvl3pPr algn="l">
              <a:defRPr sz="2625" b="1">
                <a:solidFill>
                  <a:srgbClr val="898989"/>
                </a:solidFill>
                <a:latin typeface="Pretendard"/>
                <a:ea typeface="Pretendard"/>
                <a:cs typeface="Pretendard"/>
              </a:defRPr>
            </a:lvl3pPr>
            <a:lvl4pPr algn="l">
              <a:defRPr sz="2625" b="1">
                <a:solidFill>
                  <a:srgbClr val="898989"/>
                </a:solidFill>
                <a:latin typeface="Pretendard"/>
                <a:ea typeface="Pretendard"/>
                <a:cs typeface="Pretendard"/>
              </a:defRPr>
            </a:lvl4pPr>
            <a:lvl5pPr algn="l">
              <a:defRPr sz="2625" b="1">
                <a:solidFill>
                  <a:srgbClr val="898989"/>
                </a:solidFill>
                <a:latin typeface="Pretendard"/>
                <a:ea typeface="Pretendard"/>
                <a:cs typeface="Pretendard"/>
              </a:defRPr>
            </a:lvl5pPr>
            <a:lvl6pPr algn="l">
              <a:defRPr sz="2625" b="1">
                <a:solidFill>
                  <a:srgbClr val="898989"/>
                </a:solidFill>
                <a:latin typeface="Pretendard"/>
                <a:ea typeface="Pretendard"/>
                <a:cs typeface="Pretendard"/>
              </a:defRPr>
            </a:lvl6pPr>
            <a:lvl7pPr algn="l">
              <a:defRPr sz="2625" b="1">
                <a:solidFill>
                  <a:srgbClr val="898989"/>
                </a:solidFill>
                <a:latin typeface="Pretendard"/>
                <a:ea typeface="Pretendard"/>
                <a:cs typeface="Pretendard"/>
              </a:defRPr>
            </a:lvl7pPr>
            <a:lvl8pPr algn="l">
              <a:defRPr sz="2625" b="1">
                <a:solidFill>
                  <a:srgbClr val="898989"/>
                </a:solidFill>
                <a:latin typeface="Pretendard"/>
                <a:ea typeface="Pretendard"/>
                <a:cs typeface="Pretendard"/>
              </a:defRPr>
            </a:lvl8pPr>
            <a:lvl9pPr algn="l">
              <a:defRPr sz="2625" b="1">
                <a:solidFill>
                  <a:srgbClr val="898989"/>
                </a:solidFill>
                <a:latin typeface="Pretendard"/>
                <a:ea typeface="Pretendard"/>
                <a:cs typeface="Pretendard"/>
              </a:defRPr>
            </a:lvl9pPr>
          </a:lstStyle>
          <a:p xmlns:a="http://schemas.openxmlformats.org/drawingml/2006/main">
            <a:pPr algn="l">
              <a:defRPr sz="2625" b="1">
                <a:solidFill>
                  <a:srgbClr val="898989"/>
                </a:solidFill>
                <a:latin typeface="Pretendard"/>
                <a:ea typeface="Pretendard"/>
                <a:cs typeface="Pretendard"/>
              </a:defRPr>
            </a:pPr>
            <a:r>
              <a:rPr sz="2625" b="1">
                <a:solidFill>
                  <a:srgbClr val="898989"/>
                </a:solidFill>
                <a:latin typeface="Pretendard"/>
                <a:ea typeface="Pretendard"/>
                <a:cs typeface="Pretendard"/>
              </a:rPr>
              <a:t>CH₄ 분해 · 생성 반응을 뒤집는다</a:t>
            </a:r>
          </a:p>
        </p:txBody>
      </p:sp>
      <p:pic>
        <p:nvPicPr>
          <p:cNvPr id="9" name="">
            <a:extLst xmlns:a="http://schemas.openxmlformats.org/drawingml/2006/main">
              <a:ext uri="{FF2B5EF4-FFF2-40B4-BE49-F238E27FC236}">
                <a16:creationId xmlns:a16="http://schemas.microsoft.com/office/drawing/2014/main" id="{1DDF4489-3172-4A71-BCBF-AAEB61320058}"/>
              </a:ext>
            </a:extLst>
          </p:cNvPr>
          <p:cNvPicPr>
            <a:picLocks xmlns:a="http://schemas.openxmlformats.org/drawingml/2006/main" noChangeAspect="1"/>
          </p:cNvPicPr>
          <p:nvPr/>
        </p:nvPicPr>
        <p:blipFill>
          <a:blip xmlns:r="http://schemas.openxmlformats.org/officeDocument/2006/relationships" xmlns:a="http://schemas.openxmlformats.org/drawingml/2006/main" r:embed="R6cef8a48d6f14435"/>
          <a:stretch xmlns:a="http://schemas.openxmlformats.org/drawingml/2006/main"/>
        </p:blipFill>
        <p:spPr>
          <a:xfrm xmlns:a="http://schemas.openxmlformats.org/drawingml/2006/main">
            <a:off x="2809875" y="4648200"/>
            <a:ext cx="6309360" cy="701040"/>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FFAB0735-85B1-4C3B-9A4D-5692D2A1460C}"/>
              </a:ext>
            </a:extLst>
          </p:cNvPr>
          <p:cNvSpPr>
            <a:spLocks xmlns:a="http://schemas.openxmlformats.org/drawingml/2006/main" noGrp="1"/>
          </p:cNvSpPr>
          <p:nvPr/>
        </p:nvSpPr>
        <p:spPr>
          <a:xfrm xmlns:a="http://schemas.openxmlformats.org/drawingml/2006/main">
            <a:off x="10477500" y="4686300"/>
            <a:ext cx="590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₁ = +74.8 kJ</a:t>
            </a:r>
          </a:p>
        </p:txBody>
      </p:sp>
      <p:sp>
        <p:nvSpPr>
          <p:cNvPr id="11" name="text">
            <a:extLst xmlns:a="http://schemas.openxmlformats.org/drawingml/2006/main">
              <a:ext uri="{FF2B5EF4-FFF2-40B4-BE49-F238E27FC236}">
                <a16:creationId xmlns:a16="http://schemas.microsoft.com/office/drawing/2014/main" id="{CC0364AE-CF07-4C28-8609-6A887AFE084B}"/>
              </a:ext>
            </a:extLst>
          </p:cNvPr>
          <p:cNvSpPr>
            <a:spLocks xmlns:a="http://schemas.openxmlformats.org/drawingml/2006/main" noGrp="1"/>
          </p:cNvSpPr>
          <p:nvPr/>
        </p:nvSpPr>
        <p:spPr>
          <a:xfrm xmlns:a="http://schemas.openxmlformats.org/drawingml/2006/main">
            <a:off x="1828800" y="5753100"/>
            <a:ext cx="80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57962F"/>
                </a:solidFill>
                <a:latin typeface="Pretendard"/>
                <a:ea typeface="Pretendard"/>
                <a:cs typeface="Pretendard"/>
              </a:defRPr>
            </a:defPPr>
            <a:lvl1pPr algn="l">
              <a:defRPr sz="3600" b="1">
                <a:solidFill>
                  <a:srgbClr val="57962F"/>
                </a:solidFill>
                <a:latin typeface="Pretendard"/>
                <a:ea typeface="Pretendard"/>
                <a:cs typeface="Pretendard"/>
              </a:defRPr>
            </a:lvl1pPr>
            <a:lvl2pPr algn="l">
              <a:defRPr sz="3600" b="1">
                <a:solidFill>
                  <a:srgbClr val="57962F"/>
                </a:solidFill>
                <a:latin typeface="Pretendard"/>
                <a:ea typeface="Pretendard"/>
                <a:cs typeface="Pretendard"/>
              </a:defRPr>
            </a:lvl2pPr>
            <a:lvl3pPr algn="l">
              <a:defRPr sz="3600" b="1">
                <a:solidFill>
                  <a:srgbClr val="57962F"/>
                </a:solidFill>
                <a:latin typeface="Pretendard"/>
                <a:ea typeface="Pretendard"/>
                <a:cs typeface="Pretendard"/>
              </a:defRPr>
            </a:lvl3pPr>
            <a:lvl4pPr algn="l">
              <a:defRPr sz="3600" b="1">
                <a:solidFill>
                  <a:srgbClr val="57962F"/>
                </a:solidFill>
                <a:latin typeface="Pretendard"/>
                <a:ea typeface="Pretendard"/>
                <a:cs typeface="Pretendard"/>
              </a:defRPr>
            </a:lvl4pPr>
            <a:lvl5pPr algn="l">
              <a:defRPr sz="3600" b="1">
                <a:solidFill>
                  <a:srgbClr val="57962F"/>
                </a:solidFill>
                <a:latin typeface="Pretendard"/>
                <a:ea typeface="Pretendard"/>
                <a:cs typeface="Pretendard"/>
              </a:defRPr>
            </a:lvl5pPr>
            <a:lvl6pPr algn="l">
              <a:defRPr sz="3600" b="1">
                <a:solidFill>
                  <a:srgbClr val="57962F"/>
                </a:solidFill>
                <a:latin typeface="Pretendard"/>
                <a:ea typeface="Pretendard"/>
                <a:cs typeface="Pretendard"/>
              </a:defRPr>
            </a:lvl6pPr>
            <a:lvl7pPr algn="l">
              <a:defRPr sz="3600" b="1">
                <a:solidFill>
                  <a:srgbClr val="57962F"/>
                </a:solidFill>
                <a:latin typeface="Pretendard"/>
                <a:ea typeface="Pretendard"/>
                <a:cs typeface="Pretendard"/>
              </a:defRPr>
            </a:lvl7pPr>
            <a:lvl8pPr algn="l">
              <a:defRPr sz="3600" b="1">
                <a:solidFill>
                  <a:srgbClr val="57962F"/>
                </a:solidFill>
                <a:latin typeface="Pretendard"/>
                <a:ea typeface="Pretendard"/>
                <a:cs typeface="Pretendard"/>
              </a:defRPr>
            </a:lvl8pPr>
            <a:lvl9pPr algn="l">
              <a:defRPr sz="3600" b="1">
                <a:solidFill>
                  <a:srgbClr val="57962F"/>
                </a:solidFill>
                <a:latin typeface="Pretendard"/>
                <a:ea typeface="Pretendard"/>
                <a:cs typeface="Pretendard"/>
              </a:defRPr>
            </a:lvl9pPr>
          </a:lstStyle>
          <a:p xmlns:a="http://schemas.openxmlformats.org/drawingml/2006/main">
            <a:pPr algn="l">
              <a:defRPr sz="3600" b="1">
                <a:solidFill>
                  <a:srgbClr val="57962F"/>
                </a:solidFill>
                <a:latin typeface="Pretendard"/>
                <a:ea typeface="Pretendard"/>
                <a:cs typeface="Pretendard"/>
              </a:defRPr>
            </a:pPr>
            <a:r>
              <a:rPr sz="3600" b="1">
                <a:solidFill>
                  <a:srgbClr val="57962F"/>
                </a:solidFill>
                <a:latin typeface="Pretendard"/>
                <a:ea typeface="Pretendard"/>
                <a:cs typeface="Pretendard"/>
              </a:rPr>
              <a:t>02</a:t>
            </a:r>
          </a:p>
        </p:txBody>
      </p:sp>
      <p:sp>
        <p:nvSpPr>
          <p:cNvPr id="12" name="text">
            <a:extLst xmlns:a="http://schemas.openxmlformats.org/drawingml/2006/main">
              <a:ext uri="{FF2B5EF4-FFF2-40B4-BE49-F238E27FC236}">
                <a16:creationId xmlns:a16="http://schemas.microsoft.com/office/drawing/2014/main" id="{BB59017C-C294-4ED6-9C55-6E1EC9134FF8}"/>
              </a:ext>
            </a:extLst>
          </p:cNvPr>
          <p:cNvSpPr>
            <a:spLocks xmlns:a="http://schemas.openxmlformats.org/drawingml/2006/main" noGrp="1"/>
          </p:cNvSpPr>
          <p:nvPr/>
        </p:nvSpPr>
        <p:spPr>
          <a:xfrm xmlns:a="http://schemas.openxmlformats.org/drawingml/2006/main">
            <a:off x="2809875" y="5753100"/>
            <a:ext cx="1343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898989"/>
                </a:solidFill>
                <a:latin typeface="Pretendard"/>
                <a:ea typeface="Pretendard"/>
                <a:cs typeface="Pretendard"/>
              </a:defRPr>
            </a:defPPr>
            <a:lvl1pPr algn="l">
              <a:defRPr sz="2625" b="1">
                <a:solidFill>
                  <a:srgbClr val="898989"/>
                </a:solidFill>
                <a:latin typeface="Pretendard"/>
                <a:ea typeface="Pretendard"/>
                <a:cs typeface="Pretendard"/>
              </a:defRPr>
            </a:lvl1pPr>
            <a:lvl2pPr algn="l">
              <a:defRPr sz="2625" b="1">
                <a:solidFill>
                  <a:srgbClr val="898989"/>
                </a:solidFill>
                <a:latin typeface="Pretendard"/>
                <a:ea typeface="Pretendard"/>
                <a:cs typeface="Pretendard"/>
              </a:defRPr>
            </a:lvl2pPr>
            <a:lvl3pPr algn="l">
              <a:defRPr sz="2625" b="1">
                <a:solidFill>
                  <a:srgbClr val="898989"/>
                </a:solidFill>
                <a:latin typeface="Pretendard"/>
                <a:ea typeface="Pretendard"/>
                <a:cs typeface="Pretendard"/>
              </a:defRPr>
            </a:lvl3pPr>
            <a:lvl4pPr algn="l">
              <a:defRPr sz="2625" b="1">
                <a:solidFill>
                  <a:srgbClr val="898989"/>
                </a:solidFill>
                <a:latin typeface="Pretendard"/>
                <a:ea typeface="Pretendard"/>
                <a:cs typeface="Pretendard"/>
              </a:defRPr>
            </a:lvl4pPr>
            <a:lvl5pPr algn="l">
              <a:defRPr sz="2625" b="1">
                <a:solidFill>
                  <a:srgbClr val="898989"/>
                </a:solidFill>
                <a:latin typeface="Pretendard"/>
                <a:ea typeface="Pretendard"/>
                <a:cs typeface="Pretendard"/>
              </a:defRPr>
            </a:lvl5pPr>
            <a:lvl6pPr algn="l">
              <a:defRPr sz="2625" b="1">
                <a:solidFill>
                  <a:srgbClr val="898989"/>
                </a:solidFill>
                <a:latin typeface="Pretendard"/>
                <a:ea typeface="Pretendard"/>
                <a:cs typeface="Pretendard"/>
              </a:defRPr>
            </a:lvl6pPr>
            <a:lvl7pPr algn="l">
              <a:defRPr sz="2625" b="1">
                <a:solidFill>
                  <a:srgbClr val="898989"/>
                </a:solidFill>
                <a:latin typeface="Pretendard"/>
                <a:ea typeface="Pretendard"/>
                <a:cs typeface="Pretendard"/>
              </a:defRPr>
            </a:lvl7pPr>
            <a:lvl8pPr algn="l">
              <a:defRPr sz="2625" b="1">
                <a:solidFill>
                  <a:srgbClr val="898989"/>
                </a:solidFill>
                <a:latin typeface="Pretendard"/>
                <a:ea typeface="Pretendard"/>
                <a:cs typeface="Pretendard"/>
              </a:defRPr>
            </a:lvl8pPr>
            <a:lvl9pPr algn="l">
              <a:defRPr sz="2625" b="1">
                <a:solidFill>
                  <a:srgbClr val="898989"/>
                </a:solidFill>
                <a:latin typeface="Pretendard"/>
                <a:ea typeface="Pretendard"/>
                <a:cs typeface="Pretendard"/>
              </a:defRPr>
            </a:lvl9pPr>
          </a:lstStyle>
          <a:p xmlns:a="http://schemas.openxmlformats.org/drawingml/2006/main">
            <a:pPr algn="l">
              <a:defRPr sz="2625" b="1">
                <a:solidFill>
                  <a:srgbClr val="898989"/>
                </a:solidFill>
                <a:latin typeface="Pretendard"/>
                <a:ea typeface="Pretendard"/>
                <a:cs typeface="Pretendard"/>
              </a:defRPr>
            </a:pPr>
            <a:r>
              <a:rPr sz="2625" b="1">
                <a:solidFill>
                  <a:srgbClr val="898989"/>
                </a:solidFill>
                <a:latin typeface="Pretendard"/>
                <a:ea typeface="Pretendard"/>
                <a:cs typeface="Pretendard"/>
              </a:rPr>
              <a:t>CO₂ 1 mol 생성</a:t>
            </a:r>
          </a:p>
        </p:txBody>
      </p:sp>
      <p:pic>
        <p:nvPicPr>
          <p:cNvPr id="13" name="">
            <a:extLst xmlns:a="http://schemas.openxmlformats.org/drawingml/2006/main">
              <a:ext uri="{FF2B5EF4-FFF2-40B4-BE49-F238E27FC236}">
                <a16:creationId xmlns:a16="http://schemas.microsoft.com/office/drawing/2014/main" id="{BD878F1A-8CF9-4B14-8494-2EBAB30666C8}"/>
              </a:ext>
            </a:extLst>
          </p:cNvPr>
          <p:cNvPicPr>
            <a:picLocks xmlns:a="http://schemas.openxmlformats.org/drawingml/2006/main" noChangeAspect="1"/>
          </p:cNvPicPr>
          <p:nvPr/>
        </p:nvPicPr>
        <p:blipFill>
          <a:blip xmlns:r="http://schemas.openxmlformats.org/officeDocument/2006/relationships" xmlns:a="http://schemas.openxmlformats.org/drawingml/2006/main" r:embed="R45316554e5ba4661"/>
          <a:stretch xmlns:a="http://schemas.openxmlformats.org/drawingml/2006/main"/>
        </p:blipFill>
        <p:spPr>
          <a:xfrm xmlns:a="http://schemas.openxmlformats.org/drawingml/2006/main">
            <a:off x="2809875" y="6343650"/>
            <a:ext cx="6046470" cy="701040"/>
          </a:xfrm>
          <a:prstGeom xmlns:a="http://schemas.openxmlformats.org/drawingml/2006/main" prst="rect">
            <a:avLst/>
          </a:prstGeom>
        </p:spPr>
      </p:pic>
      <p:sp>
        <p:nvSpPr>
          <p:cNvPr id="14" name="반응식·수식">
            <a:extLst xmlns:a="http://schemas.openxmlformats.org/drawingml/2006/main">
              <a:ext uri="{FF2B5EF4-FFF2-40B4-BE49-F238E27FC236}">
                <a16:creationId xmlns:a16="http://schemas.microsoft.com/office/drawing/2014/main" id="{53C571E2-D6DE-4569-B760-7AF19B340202}"/>
              </a:ext>
            </a:extLst>
          </p:cNvPr>
          <p:cNvSpPr>
            <a:spLocks xmlns:a="http://schemas.openxmlformats.org/drawingml/2006/main" noGrp="1"/>
          </p:cNvSpPr>
          <p:nvPr/>
        </p:nvSpPr>
        <p:spPr>
          <a:xfrm xmlns:a="http://schemas.openxmlformats.org/drawingml/2006/main">
            <a:off x="10477500" y="6381750"/>
            <a:ext cx="590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₂ = −393.5 kJ</a:t>
            </a:r>
          </a:p>
        </p:txBody>
      </p:sp>
      <p:sp>
        <p:nvSpPr>
          <p:cNvPr id="15" name="text">
            <a:extLst xmlns:a="http://schemas.openxmlformats.org/drawingml/2006/main">
              <a:ext uri="{FF2B5EF4-FFF2-40B4-BE49-F238E27FC236}">
                <a16:creationId xmlns:a16="http://schemas.microsoft.com/office/drawing/2014/main" id="{69B4422A-5D09-4F39-988A-5A6054EF8A54}"/>
              </a:ext>
            </a:extLst>
          </p:cNvPr>
          <p:cNvSpPr>
            <a:spLocks xmlns:a="http://schemas.openxmlformats.org/drawingml/2006/main" noGrp="1"/>
          </p:cNvSpPr>
          <p:nvPr/>
        </p:nvSpPr>
        <p:spPr>
          <a:xfrm xmlns:a="http://schemas.openxmlformats.org/drawingml/2006/main">
            <a:off x="1828800" y="7448550"/>
            <a:ext cx="80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57962F"/>
                </a:solidFill>
                <a:latin typeface="Pretendard"/>
                <a:ea typeface="Pretendard"/>
                <a:cs typeface="Pretendard"/>
              </a:defRPr>
            </a:defPPr>
            <a:lvl1pPr algn="l">
              <a:defRPr sz="3600" b="1">
                <a:solidFill>
                  <a:srgbClr val="57962F"/>
                </a:solidFill>
                <a:latin typeface="Pretendard"/>
                <a:ea typeface="Pretendard"/>
                <a:cs typeface="Pretendard"/>
              </a:defRPr>
            </a:lvl1pPr>
            <a:lvl2pPr algn="l">
              <a:defRPr sz="3600" b="1">
                <a:solidFill>
                  <a:srgbClr val="57962F"/>
                </a:solidFill>
                <a:latin typeface="Pretendard"/>
                <a:ea typeface="Pretendard"/>
                <a:cs typeface="Pretendard"/>
              </a:defRPr>
            </a:lvl2pPr>
            <a:lvl3pPr algn="l">
              <a:defRPr sz="3600" b="1">
                <a:solidFill>
                  <a:srgbClr val="57962F"/>
                </a:solidFill>
                <a:latin typeface="Pretendard"/>
                <a:ea typeface="Pretendard"/>
                <a:cs typeface="Pretendard"/>
              </a:defRPr>
            </a:lvl3pPr>
            <a:lvl4pPr algn="l">
              <a:defRPr sz="3600" b="1">
                <a:solidFill>
                  <a:srgbClr val="57962F"/>
                </a:solidFill>
                <a:latin typeface="Pretendard"/>
                <a:ea typeface="Pretendard"/>
                <a:cs typeface="Pretendard"/>
              </a:defRPr>
            </a:lvl4pPr>
            <a:lvl5pPr algn="l">
              <a:defRPr sz="3600" b="1">
                <a:solidFill>
                  <a:srgbClr val="57962F"/>
                </a:solidFill>
                <a:latin typeface="Pretendard"/>
                <a:ea typeface="Pretendard"/>
                <a:cs typeface="Pretendard"/>
              </a:defRPr>
            </a:lvl5pPr>
            <a:lvl6pPr algn="l">
              <a:defRPr sz="3600" b="1">
                <a:solidFill>
                  <a:srgbClr val="57962F"/>
                </a:solidFill>
                <a:latin typeface="Pretendard"/>
                <a:ea typeface="Pretendard"/>
                <a:cs typeface="Pretendard"/>
              </a:defRPr>
            </a:lvl6pPr>
            <a:lvl7pPr algn="l">
              <a:defRPr sz="3600" b="1">
                <a:solidFill>
                  <a:srgbClr val="57962F"/>
                </a:solidFill>
                <a:latin typeface="Pretendard"/>
                <a:ea typeface="Pretendard"/>
                <a:cs typeface="Pretendard"/>
              </a:defRPr>
            </a:lvl7pPr>
            <a:lvl8pPr algn="l">
              <a:defRPr sz="3600" b="1">
                <a:solidFill>
                  <a:srgbClr val="57962F"/>
                </a:solidFill>
                <a:latin typeface="Pretendard"/>
                <a:ea typeface="Pretendard"/>
                <a:cs typeface="Pretendard"/>
              </a:defRPr>
            </a:lvl8pPr>
            <a:lvl9pPr algn="l">
              <a:defRPr sz="3600" b="1">
                <a:solidFill>
                  <a:srgbClr val="57962F"/>
                </a:solidFill>
                <a:latin typeface="Pretendard"/>
                <a:ea typeface="Pretendard"/>
                <a:cs typeface="Pretendard"/>
              </a:defRPr>
            </a:lvl9pPr>
          </a:lstStyle>
          <a:p xmlns:a="http://schemas.openxmlformats.org/drawingml/2006/main">
            <a:pPr algn="l">
              <a:defRPr sz="3600" b="1">
                <a:solidFill>
                  <a:srgbClr val="57962F"/>
                </a:solidFill>
                <a:latin typeface="Pretendard"/>
                <a:ea typeface="Pretendard"/>
                <a:cs typeface="Pretendard"/>
              </a:defRPr>
            </a:pPr>
            <a:r>
              <a:rPr sz="3600" b="1">
                <a:solidFill>
                  <a:srgbClr val="57962F"/>
                </a:solidFill>
                <a:latin typeface="Pretendard"/>
                <a:ea typeface="Pretendard"/>
                <a:cs typeface="Pretendard"/>
              </a:rPr>
              <a:t>03</a:t>
            </a:r>
          </a:p>
        </p:txBody>
      </p:sp>
      <p:sp>
        <p:nvSpPr>
          <p:cNvPr id="16" name="text">
            <a:extLst xmlns:a="http://schemas.openxmlformats.org/drawingml/2006/main">
              <a:ext uri="{FF2B5EF4-FFF2-40B4-BE49-F238E27FC236}">
                <a16:creationId xmlns:a16="http://schemas.microsoft.com/office/drawing/2014/main" id="{D1D687D4-AC79-4DB9-AA41-496DDDC73388}"/>
              </a:ext>
            </a:extLst>
          </p:cNvPr>
          <p:cNvSpPr>
            <a:spLocks xmlns:a="http://schemas.openxmlformats.org/drawingml/2006/main" noGrp="1"/>
          </p:cNvSpPr>
          <p:nvPr/>
        </p:nvSpPr>
        <p:spPr>
          <a:xfrm xmlns:a="http://schemas.openxmlformats.org/drawingml/2006/main">
            <a:off x="2809875" y="7448550"/>
            <a:ext cx="13430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898989"/>
                </a:solidFill>
                <a:latin typeface="Pretendard"/>
                <a:ea typeface="Pretendard"/>
                <a:cs typeface="Pretendard"/>
              </a:defRPr>
            </a:defPPr>
            <a:lvl1pPr algn="l">
              <a:defRPr sz="2625" b="1">
                <a:solidFill>
                  <a:srgbClr val="898989"/>
                </a:solidFill>
                <a:latin typeface="Pretendard"/>
                <a:ea typeface="Pretendard"/>
                <a:cs typeface="Pretendard"/>
              </a:defRPr>
            </a:lvl1pPr>
            <a:lvl2pPr algn="l">
              <a:defRPr sz="2625" b="1">
                <a:solidFill>
                  <a:srgbClr val="898989"/>
                </a:solidFill>
                <a:latin typeface="Pretendard"/>
                <a:ea typeface="Pretendard"/>
                <a:cs typeface="Pretendard"/>
              </a:defRPr>
            </a:lvl2pPr>
            <a:lvl3pPr algn="l">
              <a:defRPr sz="2625" b="1">
                <a:solidFill>
                  <a:srgbClr val="898989"/>
                </a:solidFill>
                <a:latin typeface="Pretendard"/>
                <a:ea typeface="Pretendard"/>
                <a:cs typeface="Pretendard"/>
              </a:defRPr>
            </a:lvl3pPr>
            <a:lvl4pPr algn="l">
              <a:defRPr sz="2625" b="1">
                <a:solidFill>
                  <a:srgbClr val="898989"/>
                </a:solidFill>
                <a:latin typeface="Pretendard"/>
                <a:ea typeface="Pretendard"/>
                <a:cs typeface="Pretendard"/>
              </a:defRPr>
            </a:lvl4pPr>
            <a:lvl5pPr algn="l">
              <a:defRPr sz="2625" b="1">
                <a:solidFill>
                  <a:srgbClr val="898989"/>
                </a:solidFill>
                <a:latin typeface="Pretendard"/>
                <a:ea typeface="Pretendard"/>
                <a:cs typeface="Pretendard"/>
              </a:defRPr>
            </a:lvl5pPr>
            <a:lvl6pPr algn="l">
              <a:defRPr sz="2625" b="1">
                <a:solidFill>
                  <a:srgbClr val="898989"/>
                </a:solidFill>
                <a:latin typeface="Pretendard"/>
                <a:ea typeface="Pretendard"/>
                <a:cs typeface="Pretendard"/>
              </a:defRPr>
            </a:lvl6pPr>
            <a:lvl7pPr algn="l">
              <a:defRPr sz="2625" b="1">
                <a:solidFill>
                  <a:srgbClr val="898989"/>
                </a:solidFill>
                <a:latin typeface="Pretendard"/>
                <a:ea typeface="Pretendard"/>
                <a:cs typeface="Pretendard"/>
              </a:defRPr>
            </a:lvl7pPr>
            <a:lvl8pPr algn="l">
              <a:defRPr sz="2625" b="1">
                <a:solidFill>
                  <a:srgbClr val="898989"/>
                </a:solidFill>
                <a:latin typeface="Pretendard"/>
                <a:ea typeface="Pretendard"/>
                <a:cs typeface="Pretendard"/>
              </a:defRPr>
            </a:lvl8pPr>
            <a:lvl9pPr algn="l">
              <a:defRPr sz="2625" b="1">
                <a:solidFill>
                  <a:srgbClr val="898989"/>
                </a:solidFill>
                <a:latin typeface="Pretendard"/>
                <a:ea typeface="Pretendard"/>
                <a:cs typeface="Pretendard"/>
              </a:defRPr>
            </a:lvl9pPr>
          </a:lstStyle>
          <a:p xmlns:a="http://schemas.openxmlformats.org/drawingml/2006/main">
            <a:pPr algn="l">
              <a:defRPr sz="2625" b="1">
                <a:solidFill>
                  <a:srgbClr val="898989"/>
                </a:solidFill>
                <a:latin typeface="Pretendard"/>
                <a:ea typeface="Pretendard"/>
                <a:cs typeface="Pretendard"/>
              </a:defRPr>
            </a:pPr>
            <a:r>
              <a:rPr sz="2625" b="1">
                <a:solidFill>
                  <a:srgbClr val="898989"/>
                </a:solidFill>
                <a:latin typeface="Pretendard"/>
                <a:ea typeface="Pretendard"/>
                <a:cs typeface="Pretendard"/>
              </a:rPr>
              <a:t>H₂O(l) 2 mol 생성 · 생성 엔탈피의 2배</a:t>
            </a:r>
          </a:p>
        </p:txBody>
      </p:sp>
      <p:pic>
        <p:nvPicPr>
          <p:cNvPr id="17" name="">
            <a:extLst xmlns:a="http://schemas.openxmlformats.org/drawingml/2006/main">
              <a:ext uri="{FF2B5EF4-FFF2-40B4-BE49-F238E27FC236}">
                <a16:creationId xmlns:a16="http://schemas.microsoft.com/office/drawing/2014/main" id="{0991144F-02E9-4048-8216-79455E650C5D}"/>
              </a:ext>
            </a:extLst>
          </p:cNvPr>
          <p:cNvPicPr>
            <a:picLocks xmlns:a="http://schemas.openxmlformats.org/drawingml/2006/main" noChangeAspect="1"/>
          </p:cNvPicPr>
          <p:nvPr/>
        </p:nvPicPr>
        <p:blipFill>
          <a:blip xmlns:r="http://schemas.openxmlformats.org/officeDocument/2006/relationships" xmlns:a="http://schemas.openxmlformats.org/drawingml/2006/main" r:embed="Rd96bed7aacb94b56"/>
          <a:stretch xmlns:a="http://schemas.openxmlformats.org/drawingml/2006/main"/>
        </p:blipFill>
        <p:spPr>
          <a:xfrm xmlns:a="http://schemas.openxmlformats.org/drawingml/2006/main">
            <a:off x="2809875" y="8039100"/>
            <a:ext cx="5695950" cy="701040"/>
          </a:xfrm>
          <a:prstGeom xmlns:a="http://schemas.openxmlformats.org/drawingml/2006/main" prst="rect">
            <a:avLst/>
          </a:prstGeom>
        </p:spPr>
      </p:pic>
      <p:sp>
        <p:nvSpPr>
          <p:cNvPr id="18" name="반응식·수식">
            <a:extLst xmlns:a="http://schemas.openxmlformats.org/drawingml/2006/main">
              <a:ext uri="{FF2B5EF4-FFF2-40B4-BE49-F238E27FC236}">
                <a16:creationId xmlns:a16="http://schemas.microsoft.com/office/drawing/2014/main" id="{94440C67-3398-4821-934E-5C4C1FF98FFF}"/>
              </a:ext>
            </a:extLst>
          </p:cNvPr>
          <p:cNvSpPr>
            <a:spLocks xmlns:a="http://schemas.openxmlformats.org/drawingml/2006/main" noGrp="1"/>
          </p:cNvSpPr>
          <p:nvPr/>
        </p:nvSpPr>
        <p:spPr>
          <a:xfrm xmlns:a="http://schemas.openxmlformats.org/drawingml/2006/main">
            <a:off x="10477500" y="8077200"/>
            <a:ext cx="590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₃ = −571.6 kJ</a:t>
            </a:r>
          </a:p>
        </p:txBody>
      </p:sp>
    </p:spTree>
    <p:extLst>
      <p:ext uri="{BB962C8B-B14F-4D97-AF65-F5344CB8AC3E}">
        <p14:creationId xmlns:p14="http://schemas.microsoft.com/office/powerpoint/2010/main" val="198277484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916F074-D6EB-4E3C-9346-C37D64074522}"/>
              </a:ext>
            </a:extLst>
          </p:cNvPr>
          <p:cNvPicPr>
            <a:picLocks xmlns:a="http://schemas.openxmlformats.org/drawingml/2006/main" noChangeAspect="1"/>
          </p:cNvPicPr>
          <p:nvPr/>
        </p:nvPicPr>
        <p:blipFill>
          <a:blip xmlns:r="http://schemas.openxmlformats.org/officeDocument/2006/relationships" xmlns:a="http://schemas.openxmlformats.org/drawingml/2006/main" r:embed="R3d532a72145847b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D821980-4360-4644-90F7-CC0BDA63852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A55277E-3178-4261-AB76-67E85640B74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DD28AB0-99B2-4A74-9D4E-92445927D8B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D3E71A5-DD72-4960-8AB9-6333762776D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95488D1-F3F7-42EC-A763-2EDC43DD648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세 반응을 더하면 메테인 연소 반응</a:t>
            </a:r>
          </a:p>
        </p:txBody>
      </p:sp>
      <p:sp>
        <p:nvSpPr>
          <p:cNvPr id="7" name="text">
            <a:extLst xmlns:a="http://schemas.openxmlformats.org/drawingml/2006/main">
              <a:ext uri="{FF2B5EF4-FFF2-40B4-BE49-F238E27FC236}">
                <a16:creationId xmlns:a16="http://schemas.microsoft.com/office/drawing/2014/main" id="{20F56A5F-7919-48EE-A788-64496BA2DE55}"/>
              </a:ext>
            </a:extLst>
          </p:cNvPr>
          <p:cNvSpPr>
            <a:spLocks xmlns:a="http://schemas.openxmlformats.org/drawingml/2006/main" noGrp="1"/>
          </p:cNvSpPr>
          <p:nvPr/>
        </p:nvSpPr>
        <p:spPr>
          <a:xfrm xmlns:a="http://schemas.openxmlformats.org/drawingml/2006/main">
            <a:off x="2190750" y="3829050"/>
            <a:ext cx="1390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0">
                <a:solidFill>
                  <a:srgbClr val="898989"/>
                </a:solidFill>
                <a:latin typeface="Pretendard"/>
                <a:ea typeface="Pretendard"/>
                <a:cs typeface="Pretendard"/>
              </a:defRPr>
            </a:defPPr>
            <a:lvl1pPr algn="ctr">
              <a:defRPr sz="3000" b="0">
                <a:solidFill>
                  <a:srgbClr val="898989"/>
                </a:solidFill>
                <a:latin typeface="Pretendard"/>
                <a:ea typeface="Pretendard"/>
                <a:cs typeface="Pretendard"/>
              </a:defRPr>
            </a:lvl1pPr>
            <a:lvl2pPr algn="ctr">
              <a:defRPr sz="3000" b="0">
                <a:solidFill>
                  <a:srgbClr val="898989"/>
                </a:solidFill>
                <a:latin typeface="Pretendard"/>
                <a:ea typeface="Pretendard"/>
                <a:cs typeface="Pretendard"/>
              </a:defRPr>
            </a:lvl2pPr>
            <a:lvl3pPr algn="ctr">
              <a:defRPr sz="3000" b="0">
                <a:solidFill>
                  <a:srgbClr val="898989"/>
                </a:solidFill>
                <a:latin typeface="Pretendard"/>
                <a:ea typeface="Pretendard"/>
                <a:cs typeface="Pretendard"/>
              </a:defRPr>
            </a:lvl3pPr>
            <a:lvl4pPr algn="ctr">
              <a:defRPr sz="3000" b="0">
                <a:solidFill>
                  <a:srgbClr val="898989"/>
                </a:solidFill>
                <a:latin typeface="Pretendard"/>
                <a:ea typeface="Pretendard"/>
                <a:cs typeface="Pretendard"/>
              </a:defRPr>
            </a:lvl4pPr>
            <a:lvl5pPr algn="ctr">
              <a:defRPr sz="3000" b="0">
                <a:solidFill>
                  <a:srgbClr val="898989"/>
                </a:solidFill>
                <a:latin typeface="Pretendard"/>
                <a:ea typeface="Pretendard"/>
                <a:cs typeface="Pretendard"/>
              </a:defRPr>
            </a:lvl5pPr>
            <a:lvl6pPr algn="ctr">
              <a:defRPr sz="3000" b="0">
                <a:solidFill>
                  <a:srgbClr val="898989"/>
                </a:solidFill>
                <a:latin typeface="Pretendard"/>
                <a:ea typeface="Pretendard"/>
                <a:cs typeface="Pretendard"/>
              </a:defRPr>
            </a:lvl6pPr>
            <a:lvl7pPr algn="ctr">
              <a:defRPr sz="3000" b="0">
                <a:solidFill>
                  <a:srgbClr val="898989"/>
                </a:solidFill>
                <a:latin typeface="Pretendard"/>
                <a:ea typeface="Pretendard"/>
                <a:cs typeface="Pretendard"/>
              </a:defRPr>
            </a:lvl7pPr>
            <a:lvl8pPr algn="ctr">
              <a:defRPr sz="3000" b="0">
                <a:solidFill>
                  <a:srgbClr val="898989"/>
                </a:solidFill>
                <a:latin typeface="Pretendard"/>
                <a:ea typeface="Pretendard"/>
                <a:cs typeface="Pretendard"/>
              </a:defRPr>
            </a:lvl8pPr>
            <a:lvl9pPr algn="ctr">
              <a:defRPr sz="3000" b="0">
                <a:solidFill>
                  <a:srgbClr val="898989"/>
                </a:solidFill>
                <a:latin typeface="Pretendard"/>
                <a:ea typeface="Pretendard"/>
                <a:cs typeface="Pretendard"/>
              </a:defRPr>
            </a:lvl9pPr>
          </a:lstStyle>
          <a:p xmlns:a="http://schemas.openxmlformats.org/drawingml/2006/main">
            <a:pPr algn="ctr">
              <a:defRPr sz="3000" b="0">
                <a:solidFill>
                  <a:srgbClr val="898989"/>
                </a:solidFill>
                <a:latin typeface="Pretendard"/>
                <a:ea typeface="Pretendard"/>
                <a:cs typeface="Pretendard"/>
              </a:defRPr>
            </a:pPr>
            <a:r>
              <a:rPr sz="3000" b="0">
                <a:solidFill>
                  <a:srgbClr val="898989"/>
                </a:solidFill>
                <a:latin typeface="Pretendard"/>
                <a:ea typeface="Pretendard"/>
                <a:cs typeface="Pretendard"/>
              </a:rPr>
              <a:t>양쪽의 C(흑연)와 2H₂를 소거한다.</a:t>
            </a:r>
          </a:p>
        </p:txBody>
      </p:sp>
      <p:pic>
        <p:nvPicPr>
          <p:cNvPr id="8" name="">
            <a:extLst xmlns:a="http://schemas.openxmlformats.org/drawingml/2006/main">
              <a:ext uri="{FF2B5EF4-FFF2-40B4-BE49-F238E27FC236}">
                <a16:creationId xmlns:a16="http://schemas.microsoft.com/office/drawing/2014/main" id="{76E4216B-53F9-4A5F-8B6A-8DD475D3B0C6}"/>
              </a:ext>
            </a:extLst>
          </p:cNvPr>
          <p:cNvPicPr>
            <a:picLocks xmlns:a="http://schemas.openxmlformats.org/drawingml/2006/main" noChangeAspect="1"/>
          </p:cNvPicPr>
          <p:nvPr/>
        </p:nvPicPr>
        <p:blipFill>
          <a:blip xmlns:r="http://schemas.openxmlformats.org/officeDocument/2006/relationships" xmlns:a="http://schemas.openxmlformats.org/drawingml/2006/main" r:embed="R384b7accea5649f1"/>
          <a:stretch xmlns:a="http://schemas.openxmlformats.org/drawingml/2006/main"/>
        </p:blipFill>
        <p:spPr>
          <a:xfrm xmlns:a="http://schemas.openxmlformats.org/drawingml/2006/main">
            <a:off x="4000500" y="4762500"/>
            <a:ext cx="10287000" cy="872338"/>
          </a:xfrm>
          <a:prstGeom xmlns:a="http://schemas.openxmlformats.org/drawingml/2006/main" prst="rect">
            <a:avLst/>
          </a:prstGeom>
        </p:spPr>
      </p:pic>
      <p:sp>
        <p:nvSpPr>
          <p:cNvPr id="9" name="반응식·수식">
            <a:extLst xmlns:a="http://schemas.openxmlformats.org/drawingml/2006/main">
              <a:ext uri="{FF2B5EF4-FFF2-40B4-BE49-F238E27FC236}">
                <a16:creationId xmlns:a16="http://schemas.microsoft.com/office/drawing/2014/main" id="{6504D8B9-EBCC-4CED-B413-5C683A166C33}"/>
              </a:ext>
            </a:extLst>
          </p:cNvPr>
          <p:cNvSpPr>
            <a:spLocks xmlns:a="http://schemas.openxmlformats.org/drawingml/2006/main" noGrp="1"/>
          </p:cNvSpPr>
          <p:nvPr/>
        </p:nvSpPr>
        <p:spPr>
          <a:xfrm xmlns:a="http://schemas.openxmlformats.org/drawingml/2006/main">
            <a:off x="2857500" y="6191250"/>
            <a:ext cx="12573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57962F"/>
                </a:solidFill>
                <a:latin typeface="Pretendard"/>
                <a:ea typeface="Pretendard"/>
                <a:cs typeface="Pretendard"/>
              </a:defRPr>
            </a:defPPr>
            <a:lvl1pPr algn="l">
              <a:defRPr sz="3600" b="1">
                <a:solidFill>
                  <a:srgbClr val="57962F"/>
                </a:solidFill>
                <a:latin typeface="Pretendard"/>
                <a:ea typeface="Pretendard"/>
                <a:cs typeface="Pretendard"/>
              </a:defRPr>
            </a:lvl1pPr>
            <a:lvl2pPr algn="l">
              <a:defRPr sz="3600" b="1">
                <a:solidFill>
                  <a:srgbClr val="57962F"/>
                </a:solidFill>
                <a:latin typeface="Pretendard"/>
                <a:ea typeface="Pretendard"/>
                <a:cs typeface="Pretendard"/>
              </a:defRPr>
            </a:lvl2pPr>
            <a:lvl3pPr algn="l">
              <a:defRPr sz="3600" b="1">
                <a:solidFill>
                  <a:srgbClr val="57962F"/>
                </a:solidFill>
                <a:latin typeface="Pretendard"/>
                <a:ea typeface="Pretendard"/>
                <a:cs typeface="Pretendard"/>
              </a:defRPr>
            </a:lvl3pPr>
            <a:lvl4pPr algn="l">
              <a:defRPr sz="3600" b="1">
                <a:solidFill>
                  <a:srgbClr val="57962F"/>
                </a:solidFill>
                <a:latin typeface="Pretendard"/>
                <a:ea typeface="Pretendard"/>
                <a:cs typeface="Pretendard"/>
              </a:defRPr>
            </a:lvl4pPr>
            <a:lvl5pPr algn="l">
              <a:defRPr sz="3600" b="1">
                <a:solidFill>
                  <a:srgbClr val="57962F"/>
                </a:solidFill>
                <a:latin typeface="Pretendard"/>
                <a:ea typeface="Pretendard"/>
                <a:cs typeface="Pretendard"/>
              </a:defRPr>
            </a:lvl5pPr>
            <a:lvl6pPr algn="l">
              <a:defRPr sz="3600" b="1">
                <a:solidFill>
                  <a:srgbClr val="57962F"/>
                </a:solidFill>
                <a:latin typeface="Pretendard"/>
                <a:ea typeface="Pretendard"/>
                <a:cs typeface="Pretendard"/>
              </a:defRPr>
            </a:lvl6pPr>
            <a:lvl7pPr algn="l">
              <a:defRPr sz="3600" b="1">
                <a:solidFill>
                  <a:srgbClr val="57962F"/>
                </a:solidFill>
                <a:latin typeface="Pretendard"/>
                <a:ea typeface="Pretendard"/>
                <a:cs typeface="Pretendard"/>
              </a:defRPr>
            </a:lvl7pPr>
            <a:lvl8pPr algn="l">
              <a:defRPr sz="3600" b="1">
                <a:solidFill>
                  <a:srgbClr val="57962F"/>
                </a:solidFill>
                <a:latin typeface="Pretendard"/>
                <a:ea typeface="Pretendard"/>
                <a:cs typeface="Pretendard"/>
              </a:defRPr>
            </a:lvl8pPr>
            <a:lvl9pPr algn="l">
              <a:defRPr sz="3600" b="1">
                <a:solidFill>
                  <a:srgbClr val="57962F"/>
                </a:solidFill>
                <a:latin typeface="Pretendard"/>
                <a:ea typeface="Pretendard"/>
                <a:cs typeface="Pretendard"/>
              </a:defRPr>
            </a:lvl9pPr>
          </a:lstStyle>
          <a:p xmlns:a="http://schemas.openxmlformats.org/drawingml/2006/main">
            <a:pPr algn="l">
              <a:defRPr sz="3600" b="1">
                <a:solidFill>
                  <a:srgbClr val="57962F"/>
                </a:solidFill>
                <a:latin typeface="Pretendard"/>
                <a:ea typeface="Pretendard"/>
                <a:cs typeface="Pretendard"/>
              </a:defRPr>
            </a:pPr>
            <a:r>
              <a:t>Δ</a:t>
            </a:r>
            <a:r>
              <a:rPr i="1">
                <a:latin typeface="Pretendard"/>
                <a:ea typeface="Pretendard"/>
                <a:cs typeface="Pretendard"/>
              </a:rPr>
              <a:t>H</a:t>
            </a:r>
            <a:r>
              <a:t> = </a:t>
            </a: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0" name="반응식·수식">
            <a:extLst xmlns:a="http://schemas.openxmlformats.org/drawingml/2006/main">
              <a:ext uri="{FF2B5EF4-FFF2-40B4-BE49-F238E27FC236}">
                <a16:creationId xmlns:a16="http://schemas.microsoft.com/office/drawing/2014/main" id="{578A7159-5C6D-4F4E-A9BE-A85E8DE089A2}"/>
              </a:ext>
            </a:extLst>
          </p:cNvPr>
          <p:cNvSpPr>
            <a:spLocks xmlns:a="http://schemas.openxmlformats.org/drawingml/2006/main" noGrp="1"/>
          </p:cNvSpPr>
          <p:nvPr/>
        </p:nvSpPr>
        <p:spPr>
          <a:xfrm xmlns:a="http://schemas.openxmlformats.org/drawingml/2006/main">
            <a:off x="2857500" y="7048500"/>
            <a:ext cx="12573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(+74.8) + (−393.5) + (−571.6)</a:t>
            </a:r>
          </a:p>
        </p:txBody>
      </p:sp>
      <p:sp>
        <p:nvSpPr>
          <p:cNvPr id="11" name="반응식·수식">
            <a:extLst xmlns:a="http://schemas.openxmlformats.org/drawingml/2006/main">
              <a:ext uri="{FF2B5EF4-FFF2-40B4-BE49-F238E27FC236}">
                <a16:creationId xmlns:a16="http://schemas.microsoft.com/office/drawing/2014/main" id="{D7E6979A-FDD4-4C06-B10A-B07D9A82F8F6}"/>
              </a:ext>
            </a:extLst>
          </p:cNvPr>
          <p:cNvSpPr>
            <a:spLocks xmlns:a="http://schemas.openxmlformats.org/drawingml/2006/main" noGrp="1"/>
          </p:cNvSpPr>
          <p:nvPr/>
        </p:nvSpPr>
        <p:spPr>
          <a:xfrm xmlns:a="http://schemas.openxmlformats.org/drawingml/2006/main">
            <a:off x="2857500" y="7905750"/>
            <a:ext cx="12573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000000"/>
                </a:solidFill>
                <a:latin typeface="Pretendard"/>
                <a:ea typeface="Pretendard"/>
                <a:cs typeface="Pretendard"/>
              </a:defRPr>
            </a:defPPr>
            <a:lvl1pPr algn="l">
              <a:defRPr sz="3600" b="1">
                <a:solidFill>
                  <a:srgbClr val="000000"/>
                </a:solidFill>
                <a:latin typeface="Pretendard"/>
                <a:ea typeface="Pretendard"/>
                <a:cs typeface="Pretendard"/>
              </a:defRPr>
            </a:lvl1pPr>
            <a:lvl2pPr algn="l">
              <a:defRPr sz="3600" b="1">
                <a:solidFill>
                  <a:srgbClr val="000000"/>
                </a:solidFill>
                <a:latin typeface="Pretendard"/>
                <a:ea typeface="Pretendard"/>
                <a:cs typeface="Pretendard"/>
              </a:defRPr>
            </a:lvl2pPr>
            <a:lvl3pPr algn="l">
              <a:defRPr sz="3600" b="1">
                <a:solidFill>
                  <a:srgbClr val="000000"/>
                </a:solidFill>
                <a:latin typeface="Pretendard"/>
                <a:ea typeface="Pretendard"/>
                <a:cs typeface="Pretendard"/>
              </a:defRPr>
            </a:lvl3pPr>
            <a:lvl4pPr algn="l">
              <a:defRPr sz="3600" b="1">
                <a:solidFill>
                  <a:srgbClr val="000000"/>
                </a:solidFill>
                <a:latin typeface="Pretendard"/>
                <a:ea typeface="Pretendard"/>
                <a:cs typeface="Pretendard"/>
              </a:defRPr>
            </a:lvl4pPr>
            <a:lvl5pPr algn="l">
              <a:defRPr sz="3600" b="1">
                <a:solidFill>
                  <a:srgbClr val="000000"/>
                </a:solidFill>
                <a:latin typeface="Pretendard"/>
                <a:ea typeface="Pretendard"/>
                <a:cs typeface="Pretendard"/>
              </a:defRPr>
            </a:lvl5pPr>
            <a:lvl6pPr algn="l">
              <a:defRPr sz="3600" b="1">
                <a:solidFill>
                  <a:srgbClr val="000000"/>
                </a:solidFill>
                <a:latin typeface="Pretendard"/>
                <a:ea typeface="Pretendard"/>
                <a:cs typeface="Pretendard"/>
              </a:defRPr>
            </a:lvl6pPr>
            <a:lvl7pPr algn="l">
              <a:defRPr sz="3600" b="1">
                <a:solidFill>
                  <a:srgbClr val="000000"/>
                </a:solidFill>
                <a:latin typeface="Pretendard"/>
                <a:ea typeface="Pretendard"/>
                <a:cs typeface="Pretendard"/>
              </a:defRPr>
            </a:lvl7pPr>
            <a:lvl8pPr algn="l">
              <a:defRPr sz="3600" b="1">
                <a:solidFill>
                  <a:srgbClr val="000000"/>
                </a:solidFill>
                <a:latin typeface="Pretendard"/>
                <a:ea typeface="Pretendard"/>
                <a:cs typeface="Pretendard"/>
              </a:defRPr>
            </a:lvl8pPr>
            <a:lvl9pPr algn="l">
              <a:defRPr sz="3600" b="1">
                <a:solidFill>
                  <a:srgbClr val="000000"/>
                </a:solidFill>
                <a:latin typeface="Pretendard"/>
                <a:ea typeface="Pretendard"/>
                <a:cs typeface="Pretendard"/>
              </a:defRPr>
            </a:lvl9pPr>
          </a:lstStyle>
          <a:p xmlns:a="http://schemas.openxmlformats.org/drawingml/2006/main">
            <a:pPr algn="l">
              <a:defRPr sz="3600" b="1">
                <a:solidFill>
                  <a:srgbClr val="000000"/>
                </a:solidFill>
                <a:latin typeface="Pretendard"/>
                <a:ea typeface="Pretendard"/>
                <a:cs typeface="Pretendard"/>
              </a:defRPr>
            </a:pPr>
            <a:r>
              <a:t>= −890.3 kJ</a:t>
            </a:r>
          </a:p>
        </p:txBody>
      </p:sp>
    </p:spTree>
    <p:extLst>
      <p:ext uri="{BB962C8B-B14F-4D97-AF65-F5344CB8AC3E}">
        <p14:creationId xmlns:p14="http://schemas.microsoft.com/office/powerpoint/2010/main" val="47048822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B8465CA-4BBD-40EC-87C4-00AC3E3B4D70}"/>
              </a:ext>
            </a:extLst>
          </p:cNvPr>
          <p:cNvPicPr>
            <a:picLocks xmlns:a="http://schemas.openxmlformats.org/drawingml/2006/main" noChangeAspect="1"/>
          </p:cNvPicPr>
          <p:nvPr/>
        </p:nvPicPr>
        <p:blipFill>
          <a:blip xmlns:r="http://schemas.openxmlformats.org/officeDocument/2006/relationships" xmlns:a="http://schemas.openxmlformats.org/drawingml/2006/main" r:embed="Re0f72bd8f0fb41a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7B04177-C670-4E4C-A909-A66BF9F9408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0753AE0-6B6C-49C7-A966-A44278A5BDF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FE7C026-52A2-4319-9329-EF574B83C13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42D710B-9319-4C98-9A6E-D8F2E46D65C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111D4A5-394D-413D-9AEF-A2F5060CA83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87A611C9-70A2-4331-8F74-0AAB8D65D894}"/>
              </a:ext>
            </a:extLst>
          </p:cNvPr>
          <p:cNvPicPr>
            <a:picLocks xmlns:a="http://schemas.openxmlformats.org/drawingml/2006/main" noChangeAspect="1"/>
          </p:cNvPicPr>
          <p:nvPr/>
        </p:nvPicPr>
        <p:blipFill>
          <a:blip xmlns:r="http://schemas.openxmlformats.org/officeDocument/2006/relationships" xmlns:a="http://schemas.openxmlformats.org/drawingml/2006/main" r:embed="R13bad6274afd40b6"/>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C37BDB36-43D2-4009-8D8C-F3BC9C9DD0DC}"/>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D98C4D12-4E65-4D6E-A2A5-936FB2D9672F}"/>
              </a:ext>
            </a:extLst>
          </p:cNvPr>
          <p:cNvPicPr>
            <a:picLocks xmlns:a="http://schemas.openxmlformats.org/drawingml/2006/main" noChangeAspect="1"/>
          </p:cNvPicPr>
          <p:nvPr/>
        </p:nvPicPr>
        <p:blipFill>
          <a:blip xmlns:r="http://schemas.openxmlformats.org/officeDocument/2006/relationships" xmlns:a="http://schemas.openxmlformats.org/drawingml/2006/main" r:embed="R3e4d1500c9a644fa"/>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25C37353-B378-47B6-BC8D-026179F11C85}"/>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a:t>Δ</a:t>
            </a:r>
            <a:r>
              <a:rPr sz="3450" i="1">
                <a:latin typeface="Pretendard"/>
                <a:ea typeface="Pretendard"/>
                <a:cs typeface="Pretendard"/>
              </a:rPr>
              <a:t>H</a:t>
            </a:r>
            <a:r>
              <a:rPr sz="3450"/>
              <a:t> = −241.8 − (−285.8)</a:t>
            </a:r>
          </a:p>
        </p:txBody>
      </p:sp>
      <p:sp>
        <p:nvSpPr>
          <p:cNvPr id="11" name="반응식·수식">
            <a:extLst xmlns:a="http://schemas.openxmlformats.org/drawingml/2006/main">
              <a:ext uri="{FF2B5EF4-FFF2-40B4-BE49-F238E27FC236}">
                <a16:creationId xmlns:a16="http://schemas.microsoft.com/office/drawing/2014/main" id="{7658A209-36D2-499D-9F13-5940362830D3}"/>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rPr sz="3450"/>
              <a:t>= +44.0 kJ</a:t>
            </a:r>
          </a:p>
        </p:txBody>
      </p:sp>
      <p:sp>
        <p:nvSpPr>
          <p:cNvPr id="12" name="해석·결론">
            <a:extLst xmlns:a="http://schemas.openxmlformats.org/drawingml/2006/main">
              <a:ext uri="{FF2B5EF4-FFF2-40B4-BE49-F238E27FC236}">
                <a16:creationId xmlns:a16="http://schemas.microsoft.com/office/drawing/2014/main" id="{B29E8EC3-B170-4D4F-9650-B59E7B181D5D}"/>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BA095301-2F35-4022-98F3-7CC20EC32AD4}"/>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73625848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F9D0ABCF-FA5E-4B62-8AAD-66A535E319D7}"/>
              </a:ext>
            </a:extLst>
          </p:cNvPr>
          <p:cNvPicPr>
            <a:picLocks xmlns:a="http://schemas.openxmlformats.org/drawingml/2006/main" noChangeAspect="1"/>
          </p:cNvPicPr>
          <p:nvPr/>
        </p:nvPicPr>
        <p:blipFill>
          <a:blip xmlns:r="http://schemas.openxmlformats.org/officeDocument/2006/relationships" xmlns:a="http://schemas.openxmlformats.org/drawingml/2006/main" r:embed="R34cafa49730543a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EB7CCBF-FB98-4E04-9E88-CDE329835B9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20CA4F8-CBC2-42C7-B3DF-4220145662D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7A88202-8CC9-409F-B995-EA9C63E00E0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D2B6712-A210-4F17-B6CD-D6C1647D331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58FF109-43C2-4851-9A5B-1182D016CE6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9C4B058C-C7A3-44C9-8C89-028687D6DE65}"/>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2857500"/>
                <a:gridCol w="8477250"/>
              </a:tblGrid>
              <a:tr h="952500">
                <a:tc>
                  <a:txBody>
                    <a:bodyPr wrap="none" lIns="114300" tIns="114300" rIns="114300" bIns="114300"/>
                    <a:lstStyle/>
                    <a:p>
                      <a:pPr algn="ctr"/>
                      <a:r>
                        <a:rPr sz="30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0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7846D8B6-0F4F-4966-A182-EE498AF83C01}"/>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4C79D186-7FDD-4352-97C2-FACF70B6BCE1}"/>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0C5DE7B8-F280-4413-B205-B9B71F804F6B}"/>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52CBF2F-BD1B-4C91-881E-63698C8594EC}"/>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21255153"/>
      </p:ext>
    </p:extLst>
  </p:cSld>
</p:sld>
</file>

<file path=ppt/slides/slide4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55339AB-D186-4A62-AEB6-3FCFF40456E0}"/>
              </a:ext>
            </a:extLst>
          </p:cNvPr>
          <p:cNvPicPr>
            <a:picLocks xmlns:a="http://schemas.openxmlformats.org/drawingml/2006/main" noChangeAspect="1"/>
          </p:cNvPicPr>
          <p:nvPr/>
        </p:nvPicPr>
        <p:blipFill>
          <a:blip xmlns:r="http://schemas.openxmlformats.org/officeDocument/2006/relationships" xmlns:a="http://schemas.openxmlformats.org/drawingml/2006/main" r:embed="R617f01b5db394be0"/>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0907CE31-70A9-43F6-A30E-C3B19B84935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EABF58F3-B597-4DBB-8858-AB3B836CB91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D73581C3-E95A-4ADA-BD8F-3CCE454AF217}"/>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5E3E924A-ED79-4F03-9A59-2AC1CE1483C1}"/>
              </a:ext>
            </a:extLst>
          </p:cNvPr>
          <p:cNvPicPr>
            <a:picLocks xmlns:a="http://schemas.openxmlformats.org/drawingml/2006/main" noChangeAspect="1"/>
          </p:cNvPicPr>
          <p:nvPr/>
        </p:nvPicPr>
        <p:blipFill>
          <a:blip xmlns:r="http://schemas.openxmlformats.org/officeDocument/2006/relationships" xmlns:a="http://schemas.openxmlformats.org/drawingml/2006/main" r:embed="Rd52da6dbb1ad440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00A4B06D-0A85-40B8-9445-8A968D87B3C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EBD3EFB9-3439-40CD-8F41-14666B016F2D}"/>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8" name="text">
            <a:extLst xmlns:a="http://schemas.openxmlformats.org/drawingml/2006/main">
              <a:ext uri="{FF2B5EF4-FFF2-40B4-BE49-F238E27FC236}">
                <a16:creationId xmlns:a16="http://schemas.microsoft.com/office/drawing/2014/main" id="{595231C8-36AC-4DF1-A0E8-2621626D3866}"/>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9" name="text">
            <a:extLst xmlns:a="http://schemas.openxmlformats.org/drawingml/2006/main">
              <a:ext uri="{FF2B5EF4-FFF2-40B4-BE49-F238E27FC236}">
                <a16:creationId xmlns:a16="http://schemas.microsoft.com/office/drawing/2014/main" id="{E8E7A3CF-989E-4731-8CA7-CDEEEE71926D}"/>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15333217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BFC853A-9CD5-432C-A807-263469888FBD}"/>
              </a:ext>
            </a:extLst>
          </p:cNvPr>
          <p:cNvPicPr>
            <a:picLocks xmlns:a="http://schemas.openxmlformats.org/drawingml/2006/main" noChangeAspect="1"/>
          </p:cNvPicPr>
          <p:nvPr/>
        </p:nvPicPr>
        <p:blipFill>
          <a:blip xmlns:r="http://schemas.openxmlformats.org/officeDocument/2006/relationships" xmlns:a="http://schemas.openxmlformats.org/drawingml/2006/main" r:embed="R5eac5bc13e054e0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C672713-85F4-413B-B4CB-B76E7EA8734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0AE5A6C-AA1B-4F6A-AF18-E0FDF0726B0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A67C29A-25C5-449B-8A21-DAE71705625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1407715-9FB1-431F-B115-100758DA44B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C7C0554E-273E-4CA6-A605-969008E509A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986229C7-C657-4F21-92B9-EF4DFBC90CA9}"/>
              </a:ext>
            </a:extLst>
          </p:cNvPr>
          <p:cNvPicPr>
            <a:picLocks xmlns:a="http://schemas.openxmlformats.org/drawingml/2006/main" noChangeAspect="1"/>
          </p:cNvPicPr>
          <p:nvPr/>
        </p:nvPicPr>
        <p:blipFill>
          <a:blip xmlns:r="http://schemas.openxmlformats.org/officeDocument/2006/relationships" xmlns:a="http://schemas.openxmlformats.org/drawingml/2006/main" r:embed="R2d3e068de9064c42"/>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2B21AAC-4E60-42F1-8084-87F66D82A6DF}"/>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C7CD77DF-3FF7-4185-8579-42E1DDA8A0AE}"/>
              </a:ext>
            </a:extLst>
          </p:cNvPr>
          <p:cNvPicPr>
            <a:picLocks xmlns:a="http://schemas.openxmlformats.org/drawingml/2006/main" noChangeAspect="1"/>
          </p:cNvPicPr>
          <p:nvPr/>
        </p:nvPicPr>
        <p:blipFill>
          <a:blip xmlns:r="http://schemas.openxmlformats.org/officeDocument/2006/relationships" xmlns:a="http://schemas.openxmlformats.org/drawingml/2006/main" r:embed="R9793c90a54a847a9"/>
          <a:stretch xmlns:a="http://schemas.openxmlformats.org/drawingml/2006/main"/>
        </p:blipFill>
        <p:spPr>
          <a:xfrm xmlns:a="http://schemas.openxmlformats.org/drawingml/2006/main">
            <a:off x="7524750" y="5125056"/>
            <a:ext cx="6310738" cy="60838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EFE4AA35-12C2-4CE0-9513-6FA25F93A1AA}"/>
              </a:ext>
            </a:extLst>
          </p:cNvPr>
          <p:cNvPicPr>
            <a:picLocks xmlns:a="http://schemas.openxmlformats.org/drawingml/2006/main" noChangeAspect="1"/>
          </p:cNvPicPr>
          <p:nvPr/>
        </p:nvPicPr>
        <p:blipFill>
          <a:blip xmlns:r="http://schemas.openxmlformats.org/officeDocument/2006/relationships" xmlns:a="http://schemas.openxmlformats.org/drawingml/2006/main" r:embed="R41c0485ce418484a"/>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14FB266E-BA3C-44A8-901A-B684B2D4C2C6}"/>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1DA446B0-7486-411F-9AF5-A457D84A4F7D}"/>
              </a:ext>
            </a:extLst>
          </p:cNvPr>
          <p:cNvPicPr>
            <a:picLocks xmlns:a="http://schemas.openxmlformats.org/drawingml/2006/main" noChangeAspect="1"/>
          </p:cNvPicPr>
          <p:nvPr/>
        </p:nvPicPr>
        <p:blipFill>
          <a:blip xmlns:r="http://schemas.openxmlformats.org/officeDocument/2006/relationships" xmlns:a="http://schemas.openxmlformats.org/drawingml/2006/main" r:embed="Rf3bc66d38b0f4ea9"/>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68213064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F96E70D-625C-459D-8828-B69F5215B346}"/>
              </a:ext>
            </a:extLst>
          </p:cNvPr>
          <p:cNvPicPr>
            <a:picLocks xmlns:a="http://schemas.openxmlformats.org/drawingml/2006/main" noChangeAspect="1"/>
          </p:cNvPicPr>
          <p:nvPr/>
        </p:nvPicPr>
        <p:blipFill>
          <a:blip xmlns:r="http://schemas.openxmlformats.org/officeDocument/2006/relationships" xmlns:a="http://schemas.openxmlformats.org/drawingml/2006/main" r:embed="Ra933a8c643ac4a9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56778E9-9CE5-4463-A8D3-ED961D754A1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105892E-C55A-4B0A-A9A0-CE95611FCAF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7D46E87-3E83-4B66-A011-38C530CD5A6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0834485-1415-468B-9424-024EA1D7DA8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9A7AC077-A7C1-42DE-9B66-A268B9918D0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67594C22-55A6-43A7-8361-52F64B6F5C73}"/>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5E42FA10-B2F9-4795-AA9E-4D43A1BC049D}"/>
              </a:ext>
            </a:extLst>
          </p:cNvPr>
          <p:cNvPicPr>
            <a:picLocks xmlns:a="http://schemas.openxmlformats.org/drawingml/2006/main" noChangeAspect="1"/>
          </p:cNvPicPr>
          <p:nvPr/>
        </p:nvPicPr>
        <p:blipFill>
          <a:blip xmlns:r="http://schemas.openxmlformats.org/officeDocument/2006/relationships" xmlns:a="http://schemas.openxmlformats.org/drawingml/2006/main" r:embed="Ra49b59751b1d44e9"/>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822D5EE-9DB5-4414-BEA4-3111E4693DF2}"/>
              </a:ext>
            </a:extLst>
          </p:cNvPr>
          <p:cNvPicPr>
            <a:picLocks xmlns:a="http://schemas.openxmlformats.org/drawingml/2006/main" noChangeAspect="1"/>
          </p:cNvPicPr>
          <p:nvPr/>
        </p:nvPicPr>
        <p:blipFill>
          <a:blip xmlns:r="http://schemas.openxmlformats.org/officeDocument/2006/relationships" xmlns:a="http://schemas.openxmlformats.org/drawingml/2006/main" r:embed="R6ffa07eb20644a38"/>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20DB2C76-2423-4FE4-9D1E-8FCFAF514BF8}"/>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D172D99B-EC2A-4ED2-9ECB-44C7B5973264}"/>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875DD7E4-5ECE-44E3-89B5-262269269A7F}"/>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72AD6544-5D7B-464E-B26A-83FCF602A6ED}"/>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00310775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A49C0A22-62B0-489F-AC90-06D0DB8C1F62}"/>
              </a:ext>
            </a:extLst>
          </p:cNvPr>
          <p:cNvPicPr>
            <a:picLocks xmlns:a="http://schemas.openxmlformats.org/drawingml/2006/main" noChangeAspect="1"/>
          </p:cNvPicPr>
          <p:nvPr/>
        </p:nvPicPr>
        <p:blipFill>
          <a:blip xmlns:r="http://schemas.openxmlformats.org/officeDocument/2006/relationships" xmlns:a="http://schemas.openxmlformats.org/drawingml/2006/main" r:embed="R622dbd2908eb469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B04775D-5D60-4F71-8631-3DB12FE1842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F2392C5-336A-439F-9243-7A9E087F240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34BCFA8-8523-4E09-BB12-E3278527A00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D1D14F2-E65F-4DEE-8167-FDC38CB04F2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13A16BE8-8C7A-4AA3-A285-63B5BC47AA6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96F5DC06-2FAB-4AC2-AA86-E4FEE75E6180}"/>
              </a:ext>
            </a:extLst>
          </p:cNvPr>
          <p:cNvSpPr>
            <a:spLocks xmlns:a="http://schemas.openxmlformats.org/drawingml/2006/main" noGrp="1"/>
          </p:cNvSpPr>
          <p:nvPr/>
        </p:nvSpPr>
        <p:spPr>
          <a:xfrm xmlns:a="http://schemas.openxmlformats.org/drawingml/2006/main">
            <a:off x="3781425" y="3933825"/>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57962F"/>
                </a:solidFill>
                <a:latin typeface="Pretendard"/>
                <a:ea typeface="Pretendard"/>
                <a:cs typeface="Pretendard"/>
              </a:defRPr>
            </a:defPPr>
            <a:lvl1pPr algn="l">
              <a:defRPr sz="5730" b="1">
                <a:solidFill>
                  <a:srgbClr val="57962F"/>
                </a:solidFill>
                <a:latin typeface="Pretendard"/>
                <a:ea typeface="Pretendard"/>
                <a:cs typeface="Pretendard"/>
              </a:defRPr>
            </a:lvl1pPr>
            <a:lvl2pPr algn="l">
              <a:defRPr sz="5730" b="1">
                <a:solidFill>
                  <a:srgbClr val="57962F"/>
                </a:solidFill>
                <a:latin typeface="Pretendard"/>
                <a:ea typeface="Pretendard"/>
                <a:cs typeface="Pretendard"/>
              </a:defRPr>
            </a:lvl2pPr>
            <a:lvl3pPr algn="l">
              <a:defRPr sz="5730" b="1">
                <a:solidFill>
                  <a:srgbClr val="57962F"/>
                </a:solidFill>
                <a:latin typeface="Pretendard"/>
                <a:ea typeface="Pretendard"/>
                <a:cs typeface="Pretendard"/>
              </a:defRPr>
            </a:lvl3pPr>
            <a:lvl4pPr algn="l">
              <a:defRPr sz="5730" b="1">
                <a:solidFill>
                  <a:srgbClr val="57962F"/>
                </a:solidFill>
                <a:latin typeface="Pretendard"/>
                <a:ea typeface="Pretendard"/>
                <a:cs typeface="Pretendard"/>
              </a:defRPr>
            </a:lvl4pPr>
            <a:lvl5pPr algn="l">
              <a:defRPr sz="5730" b="1">
                <a:solidFill>
                  <a:srgbClr val="57962F"/>
                </a:solidFill>
                <a:latin typeface="Pretendard"/>
                <a:ea typeface="Pretendard"/>
                <a:cs typeface="Pretendard"/>
              </a:defRPr>
            </a:lvl5pPr>
            <a:lvl6pPr algn="l">
              <a:defRPr sz="5730" b="1">
                <a:solidFill>
                  <a:srgbClr val="57962F"/>
                </a:solidFill>
                <a:latin typeface="Pretendard"/>
                <a:ea typeface="Pretendard"/>
                <a:cs typeface="Pretendard"/>
              </a:defRPr>
            </a:lvl6pPr>
            <a:lvl7pPr algn="l">
              <a:defRPr sz="5730" b="1">
                <a:solidFill>
                  <a:srgbClr val="57962F"/>
                </a:solidFill>
                <a:latin typeface="Pretendard"/>
                <a:ea typeface="Pretendard"/>
                <a:cs typeface="Pretendard"/>
              </a:defRPr>
            </a:lvl7pPr>
            <a:lvl8pPr algn="l">
              <a:defRPr sz="5730" b="1">
                <a:solidFill>
                  <a:srgbClr val="57962F"/>
                </a:solidFill>
                <a:latin typeface="Pretendard"/>
                <a:ea typeface="Pretendard"/>
                <a:cs typeface="Pretendard"/>
              </a:defRPr>
            </a:lvl8pPr>
            <a:lvl9pPr algn="l">
              <a:defRPr sz="5730" b="1">
                <a:solidFill>
                  <a:srgbClr val="57962F"/>
                </a:solidFill>
                <a:latin typeface="Pretendard"/>
                <a:ea typeface="Pretendard"/>
                <a:cs typeface="Pretendard"/>
              </a:defRPr>
            </a:lvl9pPr>
          </a:lstStyle>
          <a:p xmlns:a="http://schemas.openxmlformats.org/drawingml/2006/main">
            <a:pPr algn="l">
              <a:defRPr sz="5730" b="1">
                <a:solidFill>
                  <a:srgbClr val="57962F"/>
                </a:solidFill>
                <a:latin typeface="Pretendard"/>
                <a:ea typeface="Pretendard"/>
                <a:cs typeface="Pretendard"/>
              </a:defRPr>
            </a:pPr>
            <a:r>
              <a:t>Q용액 = c × m × Δt</a:t>
            </a:r>
          </a:p>
        </p:txBody>
      </p:sp>
      <p:sp>
        <p:nvSpPr>
          <p:cNvPr id="8" name="R04-33 기호 표제">
            <a:extLst xmlns:a="http://schemas.openxmlformats.org/drawingml/2006/main">
              <a:ext uri="{FF2B5EF4-FFF2-40B4-BE49-F238E27FC236}">
                <a16:creationId xmlns:a16="http://schemas.microsoft.com/office/drawing/2014/main" id="{133DA974-E583-42C1-B036-81EC3190CC26}"/>
              </a:ext>
            </a:extLst>
          </p:cNvPr>
          <p:cNvSpPr>
            <a:spLocks xmlns:a="http://schemas.openxmlformats.org/drawingml/2006/main" noGrp="1"/>
          </p:cNvSpPr>
          <p:nvPr/>
        </p:nvSpPr>
        <p:spPr>
          <a:xfrm xmlns:a="http://schemas.openxmlformats.org/drawingml/2006/main">
            <a:off x="3781425" y="54102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1A4F0769-D84B-419B-ABEC-73D215642A75}"/>
              </a:ext>
            </a:extLst>
          </p:cNvPr>
          <p:cNvSpPr>
            <a:spLocks xmlns:a="http://schemas.openxmlformats.org/drawingml/2006/main" noGrp="1"/>
          </p:cNvSpPr>
          <p:nvPr/>
        </p:nvSpPr>
        <p:spPr>
          <a:xfrm xmlns:a="http://schemas.openxmlformats.org/drawingml/2006/main">
            <a:off x="3924300" y="54959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c</a:t>
            </a:r>
          </a:p>
        </p:txBody>
      </p:sp>
      <p:sp>
        <p:nvSpPr>
          <p:cNvPr id="10" name="R04-33 기호 설명">
            <a:extLst xmlns:a="http://schemas.openxmlformats.org/drawingml/2006/main">
              <a:ext uri="{FF2B5EF4-FFF2-40B4-BE49-F238E27FC236}">
                <a16:creationId xmlns:a16="http://schemas.microsoft.com/office/drawing/2014/main" id="{69FF6B4D-5159-4450-B777-C7B8DE9CEFB1}"/>
              </a:ext>
            </a:extLst>
          </p:cNvPr>
          <p:cNvSpPr>
            <a:spLocks xmlns:a="http://schemas.openxmlformats.org/drawingml/2006/main" noGrp="1"/>
          </p:cNvSpPr>
          <p:nvPr/>
        </p:nvSpPr>
        <p:spPr>
          <a:xfrm xmlns:a="http://schemas.openxmlformats.org/drawingml/2006/main">
            <a:off x="5314950" y="54102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81811E89-2F4F-4B48-9F0C-84F3AB4047AF}"/>
              </a:ext>
            </a:extLst>
          </p:cNvPr>
          <p:cNvSpPr>
            <a:spLocks xmlns:a="http://schemas.openxmlformats.org/drawingml/2006/main" noGrp="1"/>
          </p:cNvSpPr>
          <p:nvPr/>
        </p:nvSpPr>
        <p:spPr>
          <a:xfrm xmlns:a="http://schemas.openxmlformats.org/drawingml/2006/main">
            <a:off x="5638800" y="54959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용액의 비열</a:t>
            </a:r>
          </a:p>
        </p:txBody>
      </p:sp>
      <p:sp>
        <p:nvSpPr>
          <p:cNvPr id="12" name="R04-33 기호 표제">
            <a:extLst xmlns:a="http://schemas.openxmlformats.org/drawingml/2006/main">
              <a:ext uri="{FF2B5EF4-FFF2-40B4-BE49-F238E27FC236}">
                <a16:creationId xmlns:a16="http://schemas.microsoft.com/office/drawing/2014/main" id="{50298D3C-A2C1-4887-9766-273A2C6A0555}"/>
              </a:ext>
            </a:extLst>
          </p:cNvPr>
          <p:cNvSpPr>
            <a:spLocks xmlns:a="http://schemas.openxmlformats.org/drawingml/2006/main" noGrp="1"/>
          </p:cNvSpPr>
          <p:nvPr/>
        </p:nvSpPr>
        <p:spPr>
          <a:xfrm xmlns:a="http://schemas.openxmlformats.org/drawingml/2006/main">
            <a:off x="3781425" y="638175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8032C6BF-B2D5-4030-BE88-CD96E8885351}"/>
              </a:ext>
            </a:extLst>
          </p:cNvPr>
          <p:cNvSpPr>
            <a:spLocks xmlns:a="http://schemas.openxmlformats.org/drawingml/2006/main" noGrp="1"/>
          </p:cNvSpPr>
          <p:nvPr/>
        </p:nvSpPr>
        <p:spPr>
          <a:xfrm xmlns:a="http://schemas.openxmlformats.org/drawingml/2006/main">
            <a:off x="3924300" y="646747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m</a:t>
            </a:r>
          </a:p>
        </p:txBody>
      </p:sp>
      <p:sp>
        <p:nvSpPr>
          <p:cNvPr id="14" name="R04-33 기호 설명">
            <a:extLst xmlns:a="http://schemas.openxmlformats.org/drawingml/2006/main">
              <a:ext uri="{FF2B5EF4-FFF2-40B4-BE49-F238E27FC236}">
                <a16:creationId xmlns:a16="http://schemas.microsoft.com/office/drawing/2014/main" id="{D1DBA4BE-88EB-462B-8EAE-A173451C7290}"/>
              </a:ext>
            </a:extLst>
          </p:cNvPr>
          <p:cNvSpPr>
            <a:spLocks xmlns:a="http://schemas.openxmlformats.org/drawingml/2006/main" noGrp="1"/>
          </p:cNvSpPr>
          <p:nvPr/>
        </p:nvSpPr>
        <p:spPr>
          <a:xfrm xmlns:a="http://schemas.openxmlformats.org/drawingml/2006/main">
            <a:off x="5314950" y="638175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A1D967F3-2437-46C6-BEC0-BC3BE5E85011}"/>
              </a:ext>
            </a:extLst>
          </p:cNvPr>
          <p:cNvSpPr>
            <a:spLocks xmlns:a="http://schemas.openxmlformats.org/drawingml/2006/main" noGrp="1"/>
          </p:cNvSpPr>
          <p:nvPr/>
        </p:nvSpPr>
        <p:spPr>
          <a:xfrm xmlns:a="http://schemas.openxmlformats.org/drawingml/2006/main">
            <a:off x="5638800" y="646747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 전체의 질량</a:t>
            </a:r>
          </a:p>
        </p:txBody>
      </p:sp>
      <p:sp>
        <p:nvSpPr>
          <p:cNvPr id="16" name="R04-33 기호 표제">
            <a:extLst xmlns:a="http://schemas.openxmlformats.org/drawingml/2006/main">
              <a:ext uri="{FF2B5EF4-FFF2-40B4-BE49-F238E27FC236}">
                <a16:creationId xmlns:a16="http://schemas.microsoft.com/office/drawing/2014/main" id="{D9F14D67-8324-4CD7-BBA3-5D7785860D9D}"/>
              </a:ext>
            </a:extLst>
          </p:cNvPr>
          <p:cNvSpPr>
            <a:spLocks xmlns:a="http://schemas.openxmlformats.org/drawingml/2006/main" noGrp="1"/>
          </p:cNvSpPr>
          <p:nvPr/>
        </p:nvSpPr>
        <p:spPr>
          <a:xfrm xmlns:a="http://schemas.openxmlformats.org/drawingml/2006/main">
            <a:off x="3781425" y="73533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C21B347E-9EE6-46FD-89CE-E995676C68BF}"/>
              </a:ext>
            </a:extLst>
          </p:cNvPr>
          <p:cNvSpPr>
            <a:spLocks xmlns:a="http://schemas.openxmlformats.org/drawingml/2006/main" noGrp="1"/>
          </p:cNvSpPr>
          <p:nvPr/>
        </p:nvSpPr>
        <p:spPr>
          <a:xfrm xmlns:a="http://schemas.openxmlformats.org/drawingml/2006/main">
            <a:off x="3924300" y="74390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Δt</a:t>
            </a:r>
          </a:p>
        </p:txBody>
      </p:sp>
      <p:sp>
        <p:nvSpPr>
          <p:cNvPr id="18" name="R04-33 기호 설명">
            <a:extLst xmlns:a="http://schemas.openxmlformats.org/drawingml/2006/main">
              <a:ext uri="{FF2B5EF4-FFF2-40B4-BE49-F238E27FC236}">
                <a16:creationId xmlns:a16="http://schemas.microsoft.com/office/drawing/2014/main" id="{D73F4B96-A159-4F3B-9730-B14376E8F6CA}"/>
              </a:ext>
            </a:extLst>
          </p:cNvPr>
          <p:cNvSpPr>
            <a:spLocks xmlns:a="http://schemas.openxmlformats.org/drawingml/2006/main" noGrp="1"/>
          </p:cNvSpPr>
          <p:nvPr/>
        </p:nvSpPr>
        <p:spPr>
          <a:xfrm xmlns:a="http://schemas.openxmlformats.org/drawingml/2006/main">
            <a:off x="5314950" y="73533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89EBBD8F-BA04-4544-BBF3-4F20768FC05E}"/>
              </a:ext>
            </a:extLst>
          </p:cNvPr>
          <p:cNvSpPr>
            <a:spLocks xmlns:a="http://schemas.openxmlformats.org/drawingml/2006/main" noGrp="1"/>
          </p:cNvSpPr>
          <p:nvPr/>
        </p:nvSpPr>
        <p:spPr>
          <a:xfrm xmlns:a="http://schemas.openxmlformats.org/drawingml/2006/main">
            <a:off x="5638800" y="74390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나중 온도 − 처음 온도</a:t>
            </a:r>
          </a:p>
        </p:txBody>
      </p:sp>
      <p:sp>
        <p:nvSpPr>
          <p:cNvPr id="25" name="해석·결론">
            <a:extLst xmlns:a="http://schemas.openxmlformats.org/drawingml/2006/main">
              <a:ext uri="{FF2B5EF4-FFF2-40B4-BE49-F238E27FC236}">
                <a16:creationId xmlns:a16="http://schemas.microsoft.com/office/drawing/2014/main" id="{B9E4FE7B-143A-498C-89C7-BAA017A0A2EB}"/>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26" name="반응식·수식">
            <a:extLst xmlns:a="http://schemas.openxmlformats.org/drawingml/2006/main">
              <a:ext uri="{FF2B5EF4-FFF2-40B4-BE49-F238E27FC236}">
                <a16:creationId xmlns:a16="http://schemas.microsoft.com/office/drawing/2014/main" id="{962572F2-A784-427C-9B05-A5A7CA605BD0}"/>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121459420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4200E75-7BC9-44C7-A0EE-56021EA00767}"/>
              </a:ext>
            </a:extLst>
          </p:cNvPr>
          <p:cNvPicPr>
            <a:picLocks xmlns:a="http://schemas.openxmlformats.org/drawingml/2006/main" noChangeAspect="1"/>
          </p:cNvPicPr>
          <p:nvPr/>
        </p:nvPicPr>
        <p:blipFill>
          <a:blip xmlns:r="http://schemas.openxmlformats.org/officeDocument/2006/relationships" xmlns:a="http://schemas.openxmlformats.org/drawingml/2006/main" r:embed="Re052070334854a7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ECB8DE9-D7FC-46D9-9C4A-18FC424ACED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E3C0066-CA27-429F-8B38-73C0CFFB2A2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3152A7D-32AD-4317-A65F-6E6D9503A08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A0BD2A1-9C31-4201-837C-DBDA5D6C8CF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D7047534-1C54-487E-8BDC-608A3C326D4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A0A1AFDB-1B45-4FE2-B11C-BCA986A97FAD}"/>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ECC3CDF9-72A0-4B81-BA4E-184A1EE7636E}"/>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6CEC4F18-FB6D-451B-A71E-0DACDAA5FE47}"/>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73B2BC2-B791-49FD-9E8F-750F50FC1F0C}"/>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A1C9CEF-8182-4D70-A5D9-DE770438C186}"/>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A3DC851-C84D-4E52-96E3-63B380BC5F1C}"/>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65381731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BC354DBD-8315-4C8B-896D-33A48F7E0282}"/>
              </a:ext>
            </a:extLst>
          </p:cNvPr>
          <p:cNvPicPr>
            <a:picLocks xmlns:a="http://schemas.openxmlformats.org/drawingml/2006/main" noChangeAspect="1"/>
          </p:cNvPicPr>
          <p:nvPr/>
        </p:nvPicPr>
        <p:blipFill>
          <a:blip xmlns:r="http://schemas.openxmlformats.org/officeDocument/2006/relationships" xmlns:a="http://schemas.openxmlformats.org/drawingml/2006/main" r:embed="R02502f4569894a9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72FFA65-F661-4FB6-A818-BF8E40939A8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A5E714E-22E9-44BF-A597-5F0463429A1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67594B5-6E0A-4A9F-9177-D7531EC3BF1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0BD6E15-B1CC-4FA8-8547-E1D834648A2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AC76EF4-E3ED-40B8-8298-88CD44DC6D5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R05-29 계산 행 01">
            <a:extLst xmlns:a="http://schemas.openxmlformats.org/drawingml/2006/main">
              <a:ext uri="{FF2B5EF4-FFF2-40B4-BE49-F238E27FC236}">
                <a16:creationId xmlns:a16="http://schemas.microsoft.com/office/drawing/2014/main" id="{ACE9D6F9-8700-4567-B18D-D9869EE53684}"/>
              </a:ext>
            </a:extLst>
          </p:cNvPr>
          <p:cNvSpPr>
            <a:spLocks xmlns:a="http://schemas.openxmlformats.org/drawingml/2006/main" noGrp="1"/>
          </p:cNvSpPr>
          <p:nvPr/>
        </p:nvSpPr>
        <p:spPr>
          <a:xfrm xmlns:a="http://schemas.openxmlformats.org/drawingml/2006/main">
            <a:off x="1857375" y="4038600"/>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CBFDC8CE-7F4C-4AD9-8E1C-0CD6ACD6E53B}"/>
              </a:ext>
            </a:extLst>
          </p:cNvPr>
          <p:cNvSpPr>
            <a:spLocks xmlns:a="http://schemas.openxmlformats.org/drawingml/2006/main" noGrp="1"/>
          </p:cNvSpPr>
          <p:nvPr/>
        </p:nvSpPr>
        <p:spPr>
          <a:xfrm xmlns:a="http://schemas.openxmlformats.org/drawingml/2006/main">
            <a:off x="2085975" y="446722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5ADFF5F1-A73D-49C5-B4DB-2AF04A55F12D}"/>
              </a:ext>
            </a:extLst>
          </p:cNvPr>
          <p:cNvSpPr>
            <a:spLocks xmlns:a="http://schemas.openxmlformats.org/drawingml/2006/main" noGrp="1"/>
          </p:cNvSpPr>
          <p:nvPr/>
        </p:nvSpPr>
        <p:spPr>
          <a:xfrm xmlns:a="http://schemas.openxmlformats.org/drawingml/2006/main">
            <a:off x="3114675" y="419100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용액이 얻은 열</a:t>
            </a:r>
          </a:p>
        </p:txBody>
      </p:sp>
      <p:sp>
        <p:nvSpPr>
          <p:cNvPr id="10" name="rich">
            <a:extLst xmlns:a="http://schemas.openxmlformats.org/drawingml/2006/main">
              <a:ext uri="{FF2B5EF4-FFF2-40B4-BE49-F238E27FC236}">
                <a16:creationId xmlns:a16="http://schemas.microsoft.com/office/drawing/2014/main" id="{C3481AB5-5E99-4FE3-95A0-D36BDAE91394}"/>
              </a:ext>
            </a:extLst>
          </p:cNvPr>
          <p:cNvSpPr>
            <a:spLocks xmlns:a="http://schemas.openxmlformats.org/drawingml/2006/main" noGrp="1"/>
          </p:cNvSpPr>
          <p:nvPr/>
        </p:nvSpPr>
        <p:spPr>
          <a:xfrm xmlns:a="http://schemas.openxmlformats.org/drawingml/2006/main">
            <a:off x="3114675" y="475297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Q용액 = 4.2 × 208 × 9.5 = 8299.2 J ≈ 8.30 kJ</a:t>
            </a:r>
          </a:p>
        </p:txBody>
      </p:sp>
      <p:sp>
        <p:nvSpPr>
          <p:cNvPr id="11" name="R05-29 계산 행 02">
            <a:extLst xmlns:a="http://schemas.openxmlformats.org/drawingml/2006/main">
              <a:ext uri="{FF2B5EF4-FFF2-40B4-BE49-F238E27FC236}">
                <a16:creationId xmlns:a16="http://schemas.microsoft.com/office/drawing/2014/main" id="{0B32C633-7405-4714-9F95-F7BD92E499C4}"/>
              </a:ext>
            </a:extLst>
          </p:cNvPr>
          <p:cNvSpPr>
            <a:spLocks xmlns:a="http://schemas.openxmlformats.org/drawingml/2006/main" noGrp="1"/>
          </p:cNvSpPr>
          <p:nvPr/>
        </p:nvSpPr>
        <p:spPr>
          <a:xfrm xmlns:a="http://schemas.openxmlformats.org/drawingml/2006/main">
            <a:off x="1857375" y="5781675"/>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0A57C27-2AC7-4AAE-B3B4-3ABA42E7BD09}"/>
              </a:ext>
            </a:extLst>
          </p:cNvPr>
          <p:cNvSpPr>
            <a:spLocks xmlns:a="http://schemas.openxmlformats.org/drawingml/2006/main" noGrp="1"/>
          </p:cNvSpPr>
          <p:nvPr/>
        </p:nvSpPr>
        <p:spPr>
          <a:xfrm xmlns:a="http://schemas.openxmlformats.org/drawingml/2006/main">
            <a:off x="2085975" y="6210300"/>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02</a:t>
            </a:r>
          </a:p>
        </p:txBody>
      </p:sp>
      <p:sp>
        <p:nvSpPr>
          <p:cNvPr id="13" name="rich">
            <a:extLst xmlns:a="http://schemas.openxmlformats.org/drawingml/2006/main">
              <a:ext uri="{FF2B5EF4-FFF2-40B4-BE49-F238E27FC236}">
                <a16:creationId xmlns:a16="http://schemas.microsoft.com/office/drawing/2014/main" id="{86C1FD96-4EAF-488B-942D-FC1F43F81900}"/>
              </a:ext>
            </a:extLst>
          </p:cNvPr>
          <p:cNvSpPr>
            <a:spLocks xmlns:a="http://schemas.openxmlformats.org/drawingml/2006/main" noGrp="1"/>
          </p:cNvSpPr>
          <p:nvPr/>
        </p:nvSpPr>
        <p:spPr>
          <a:xfrm xmlns:a="http://schemas.openxmlformats.org/drawingml/2006/main">
            <a:off x="3114675" y="5934075"/>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반응한 물질의 양</a:t>
            </a:r>
          </a:p>
        </p:txBody>
      </p:sp>
      <p:sp>
        <p:nvSpPr>
          <p:cNvPr id="14" name="rich">
            <a:extLst xmlns:a="http://schemas.openxmlformats.org/drawingml/2006/main">
              <a:ext uri="{FF2B5EF4-FFF2-40B4-BE49-F238E27FC236}">
                <a16:creationId xmlns:a16="http://schemas.microsoft.com/office/drawing/2014/main" id="{A1E39A30-A650-488A-9A3E-8E8E2AA287F2}"/>
              </a:ext>
            </a:extLst>
          </p:cNvPr>
          <p:cNvSpPr>
            <a:spLocks xmlns:a="http://schemas.openxmlformats.org/drawingml/2006/main" noGrp="1"/>
          </p:cNvSpPr>
          <p:nvPr/>
        </p:nvSpPr>
        <p:spPr>
          <a:xfrm xmlns:a="http://schemas.openxmlformats.org/drawingml/2006/main">
            <a:off x="3114675" y="6496050"/>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NaOH의 양 = 8.0 ÷ 40.0 = 0.200 mol</a:t>
            </a:r>
          </a:p>
        </p:txBody>
      </p:sp>
      <p:sp>
        <p:nvSpPr>
          <p:cNvPr id="15" name="R05-29 계산 행 03">
            <a:extLst xmlns:a="http://schemas.openxmlformats.org/drawingml/2006/main">
              <a:ext uri="{FF2B5EF4-FFF2-40B4-BE49-F238E27FC236}">
                <a16:creationId xmlns:a16="http://schemas.microsoft.com/office/drawing/2014/main" id="{214A1F98-B75B-45EB-ACEE-F19076F6896B}"/>
              </a:ext>
            </a:extLst>
          </p:cNvPr>
          <p:cNvSpPr>
            <a:spLocks xmlns:a="http://schemas.openxmlformats.org/drawingml/2006/main" noGrp="1"/>
          </p:cNvSpPr>
          <p:nvPr/>
        </p:nvSpPr>
        <p:spPr>
          <a:xfrm xmlns:a="http://schemas.openxmlformats.org/drawingml/2006/main">
            <a:off x="1857375" y="7524750"/>
            <a:ext cx="14573250" cy="1524000"/>
          </a:xfrm>
          <a:prstGeom xmlns:a="http://schemas.openxmlformats.org/drawingml/2006/main" prst="roundRect">
            <a:avLst>
              <a:gd name="adj" fmla="val 11250"/>
            </a:avLst>
          </a:prstGeom>
          <a:solidFill xmlns:a="http://schemas.openxmlformats.org/drawingml/2006/main">
            <a:srgbClr val="303030"/>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892C8C28-544E-444F-A59A-C6D9B61254EA}"/>
              </a:ext>
            </a:extLst>
          </p:cNvPr>
          <p:cNvSpPr>
            <a:spLocks xmlns:a="http://schemas.openxmlformats.org/drawingml/2006/main" noGrp="1"/>
          </p:cNvSpPr>
          <p:nvPr/>
        </p:nvSpPr>
        <p:spPr>
          <a:xfrm xmlns:a="http://schemas.openxmlformats.org/drawingml/2006/main">
            <a:off x="2085975" y="795337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9FFF68"/>
                </a:solidFill>
                <a:latin typeface="Pretendard"/>
                <a:ea typeface="Pretendard"/>
                <a:cs typeface="Pretendard"/>
              </a:defRPr>
            </a:defPPr>
            <a:lvl1pPr algn="ctr">
              <a:defRPr sz="3375" b="1">
                <a:solidFill>
                  <a:srgbClr val="9FFF68"/>
                </a:solidFill>
                <a:latin typeface="Pretendard"/>
                <a:ea typeface="Pretendard"/>
                <a:cs typeface="Pretendard"/>
              </a:defRPr>
            </a:lvl1pPr>
            <a:lvl2pPr algn="ctr">
              <a:defRPr sz="3375" b="1">
                <a:solidFill>
                  <a:srgbClr val="9FFF68"/>
                </a:solidFill>
                <a:latin typeface="Pretendard"/>
                <a:ea typeface="Pretendard"/>
                <a:cs typeface="Pretendard"/>
              </a:defRPr>
            </a:lvl2pPr>
            <a:lvl3pPr algn="ctr">
              <a:defRPr sz="3375" b="1">
                <a:solidFill>
                  <a:srgbClr val="9FFF68"/>
                </a:solidFill>
                <a:latin typeface="Pretendard"/>
                <a:ea typeface="Pretendard"/>
                <a:cs typeface="Pretendard"/>
              </a:defRPr>
            </a:lvl3pPr>
            <a:lvl4pPr algn="ctr">
              <a:defRPr sz="3375" b="1">
                <a:solidFill>
                  <a:srgbClr val="9FFF68"/>
                </a:solidFill>
                <a:latin typeface="Pretendard"/>
                <a:ea typeface="Pretendard"/>
                <a:cs typeface="Pretendard"/>
              </a:defRPr>
            </a:lvl4pPr>
            <a:lvl5pPr algn="ctr">
              <a:defRPr sz="3375" b="1">
                <a:solidFill>
                  <a:srgbClr val="9FFF68"/>
                </a:solidFill>
                <a:latin typeface="Pretendard"/>
                <a:ea typeface="Pretendard"/>
                <a:cs typeface="Pretendard"/>
              </a:defRPr>
            </a:lvl5pPr>
            <a:lvl6pPr algn="ctr">
              <a:defRPr sz="3375" b="1">
                <a:solidFill>
                  <a:srgbClr val="9FFF68"/>
                </a:solidFill>
                <a:latin typeface="Pretendard"/>
                <a:ea typeface="Pretendard"/>
                <a:cs typeface="Pretendard"/>
              </a:defRPr>
            </a:lvl6pPr>
            <a:lvl7pPr algn="ctr">
              <a:defRPr sz="3375" b="1">
                <a:solidFill>
                  <a:srgbClr val="9FFF68"/>
                </a:solidFill>
                <a:latin typeface="Pretendard"/>
                <a:ea typeface="Pretendard"/>
                <a:cs typeface="Pretendard"/>
              </a:defRPr>
            </a:lvl7pPr>
            <a:lvl8pPr algn="ctr">
              <a:defRPr sz="3375" b="1">
                <a:solidFill>
                  <a:srgbClr val="9FFF68"/>
                </a:solidFill>
                <a:latin typeface="Pretendard"/>
                <a:ea typeface="Pretendard"/>
                <a:cs typeface="Pretendard"/>
              </a:defRPr>
            </a:lvl8pPr>
            <a:lvl9pPr algn="ctr">
              <a:defRPr sz="3375" b="1">
                <a:solidFill>
                  <a:srgbClr val="9FFF68"/>
                </a:solidFill>
                <a:latin typeface="Pretendard"/>
                <a:ea typeface="Pretendard"/>
                <a:cs typeface="Pretendard"/>
              </a:defRPr>
            </a:lvl9pPr>
          </a:lstStyle>
          <a:p xmlns:a="http://schemas.openxmlformats.org/drawingml/2006/main">
            <a:pPr algn="ctr">
              <a:defRPr sz="3375" b="1">
                <a:solidFill>
                  <a:srgbClr val="9FFF68"/>
                </a:solidFill>
                <a:latin typeface="Pretendard"/>
                <a:ea typeface="Pretendard"/>
                <a:cs typeface="Pretendard"/>
              </a:defRPr>
            </a:pPr>
            <a:r>
              <a:rPr sz="3375" b="1">
                <a:solidFill>
                  <a:srgbClr val="9FFF68"/>
                </a:solidFill>
                <a:latin typeface="Pretendard"/>
                <a:ea typeface="Pretendard"/>
                <a:cs typeface="Pretendard"/>
              </a:rPr>
              <a:t>03</a:t>
            </a:r>
          </a:p>
        </p:txBody>
      </p:sp>
      <p:sp>
        <p:nvSpPr>
          <p:cNvPr id="17" name="rich">
            <a:extLst xmlns:a="http://schemas.openxmlformats.org/drawingml/2006/main">
              <a:ext uri="{FF2B5EF4-FFF2-40B4-BE49-F238E27FC236}">
                <a16:creationId xmlns:a16="http://schemas.microsoft.com/office/drawing/2014/main" id="{D7019B86-79E3-4BCA-83ED-EE4D9176B205}"/>
              </a:ext>
            </a:extLst>
          </p:cNvPr>
          <p:cNvSpPr>
            <a:spLocks xmlns:a="http://schemas.openxmlformats.org/drawingml/2006/main" noGrp="1"/>
          </p:cNvSpPr>
          <p:nvPr/>
        </p:nvSpPr>
        <p:spPr>
          <a:xfrm xmlns:a="http://schemas.openxmlformats.org/drawingml/2006/main">
            <a:off x="3114675" y="767715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C8C8C8"/>
                </a:solidFill>
                <a:latin typeface="Pretendard"/>
                <a:ea typeface="Pretendard"/>
                <a:cs typeface="Pretendard"/>
              </a:defRPr>
            </a:defPPr>
            <a:lvl1pPr algn="l">
              <a:defRPr sz="2625" b="1">
                <a:solidFill>
                  <a:srgbClr val="C8C8C8"/>
                </a:solidFill>
                <a:latin typeface="Pretendard"/>
                <a:ea typeface="Pretendard"/>
                <a:cs typeface="Pretendard"/>
              </a:defRPr>
            </a:lvl1pPr>
            <a:lvl2pPr algn="l">
              <a:defRPr sz="2625" b="1">
                <a:solidFill>
                  <a:srgbClr val="C8C8C8"/>
                </a:solidFill>
                <a:latin typeface="Pretendard"/>
                <a:ea typeface="Pretendard"/>
                <a:cs typeface="Pretendard"/>
              </a:defRPr>
            </a:lvl2pPr>
            <a:lvl3pPr algn="l">
              <a:defRPr sz="2625" b="1">
                <a:solidFill>
                  <a:srgbClr val="C8C8C8"/>
                </a:solidFill>
                <a:latin typeface="Pretendard"/>
                <a:ea typeface="Pretendard"/>
                <a:cs typeface="Pretendard"/>
              </a:defRPr>
            </a:lvl3pPr>
            <a:lvl4pPr algn="l">
              <a:defRPr sz="2625" b="1">
                <a:solidFill>
                  <a:srgbClr val="C8C8C8"/>
                </a:solidFill>
                <a:latin typeface="Pretendard"/>
                <a:ea typeface="Pretendard"/>
                <a:cs typeface="Pretendard"/>
              </a:defRPr>
            </a:lvl4pPr>
            <a:lvl5pPr algn="l">
              <a:defRPr sz="2625" b="1">
                <a:solidFill>
                  <a:srgbClr val="C8C8C8"/>
                </a:solidFill>
                <a:latin typeface="Pretendard"/>
                <a:ea typeface="Pretendard"/>
                <a:cs typeface="Pretendard"/>
              </a:defRPr>
            </a:lvl5pPr>
            <a:lvl6pPr algn="l">
              <a:defRPr sz="2625" b="1">
                <a:solidFill>
                  <a:srgbClr val="C8C8C8"/>
                </a:solidFill>
                <a:latin typeface="Pretendard"/>
                <a:ea typeface="Pretendard"/>
                <a:cs typeface="Pretendard"/>
              </a:defRPr>
            </a:lvl6pPr>
            <a:lvl7pPr algn="l">
              <a:defRPr sz="2625" b="1">
                <a:solidFill>
                  <a:srgbClr val="C8C8C8"/>
                </a:solidFill>
                <a:latin typeface="Pretendard"/>
                <a:ea typeface="Pretendard"/>
                <a:cs typeface="Pretendard"/>
              </a:defRPr>
            </a:lvl7pPr>
            <a:lvl8pPr algn="l">
              <a:defRPr sz="2625" b="1">
                <a:solidFill>
                  <a:srgbClr val="C8C8C8"/>
                </a:solidFill>
                <a:latin typeface="Pretendard"/>
                <a:ea typeface="Pretendard"/>
                <a:cs typeface="Pretendard"/>
              </a:defRPr>
            </a:lvl8pPr>
            <a:lvl9pPr algn="l">
              <a:defRPr sz="2625" b="1">
                <a:solidFill>
                  <a:srgbClr val="C8C8C8"/>
                </a:solidFill>
                <a:latin typeface="Pretendard"/>
                <a:ea typeface="Pretendard"/>
                <a:cs typeface="Pretendard"/>
              </a:defRPr>
            </a:lvl9pPr>
          </a:lstStyle>
          <a:p xmlns:a="http://schemas.openxmlformats.org/drawingml/2006/main">
            <a:pPr algn="l">
              <a:defRPr sz="2625" b="1">
                <a:solidFill>
                  <a:srgbClr val="C8C8C8"/>
                </a:solidFill>
                <a:latin typeface="Pretendard"/>
                <a:ea typeface="Pretendard"/>
                <a:cs typeface="Pretendard"/>
              </a:defRPr>
            </a:pPr>
            <a:r>
              <a:t>반응 엔탈피</a:t>
            </a:r>
          </a:p>
        </p:txBody>
      </p:sp>
      <p:sp>
        <p:nvSpPr>
          <p:cNvPr id="18" name="rich">
            <a:extLst xmlns:a="http://schemas.openxmlformats.org/drawingml/2006/main">
              <a:ext uri="{FF2B5EF4-FFF2-40B4-BE49-F238E27FC236}">
                <a16:creationId xmlns:a16="http://schemas.microsoft.com/office/drawing/2014/main" id="{28FFCF3C-8F39-4A03-8E6E-E2C7744BA2D4}"/>
              </a:ext>
            </a:extLst>
          </p:cNvPr>
          <p:cNvSpPr>
            <a:spLocks xmlns:a="http://schemas.openxmlformats.org/drawingml/2006/main" noGrp="1"/>
          </p:cNvSpPr>
          <p:nvPr/>
        </p:nvSpPr>
        <p:spPr>
          <a:xfrm xmlns:a="http://schemas.openxmlformats.org/drawingml/2006/main">
            <a:off x="3114675" y="823912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731367645"/>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2D4566F-DBCE-4F03-ACD2-2204A0A49144}"/>
              </a:ext>
            </a:extLst>
          </p:cNvPr>
          <p:cNvPicPr>
            <a:picLocks xmlns:a="http://schemas.openxmlformats.org/drawingml/2006/main" noChangeAspect="1"/>
          </p:cNvPicPr>
          <p:nvPr/>
        </p:nvPicPr>
        <p:blipFill>
          <a:blip xmlns:r="http://schemas.openxmlformats.org/officeDocument/2006/relationships" xmlns:a="http://schemas.openxmlformats.org/drawingml/2006/main" r:embed="Rbd974ae2c05b470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9AFDF0C-C17F-4A84-9B35-174ABE424E7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B126583-81E5-4E8D-A0AE-04A53E641FB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2590136-C84E-4BE7-99B9-2E6F80D734C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8B9E832-239A-4512-A614-28676571779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6EC71F24-D2BB-40FB-9990-9ED06E7CCDB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09BCE409-26B1-4749-8B64-BE95A2A335D4}"/>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D4C18290-3AF1-44DB-9D5B-A736DB2741D8}"/>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643ECCBE-18BF-4BD0-8D2E-BADBE244A7E5}"/>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7B6C868-3BAE-4313-AB82-F5CFCB3EBDF9}"/>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47E2B00-206F-43FC-A7D9-AB049B0CA470}"/>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CA3612C7-B693-4562-8201-1C4F8174692F}"/>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201550591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C972EE9-594B-4488-A7D8-BDBBD0E9E667}"/>
              </a:ext>
            </a:extLst>
          </p:cNvPr>
          <p:cNvPicPr>
            <a:picLocks xmlns:a="http://schemas.openxmlformats.org/drawingml/2006/main" noChangeAspect="1"/>
          </p:cNvPicPr>
          <p:nvPr/>
        </p:nvPicPr>
        <p:blipFill>
          <a:blip xmlns:r="http://schemas.openxmlformats.org/officeDocument/2006/relationships" xmlns:a="http://schemas.openxmlformats.org/drawingml/2006/main" r:embed="R78203bb8da7a493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8E015EF-3C78-4F96-867D-1BCDBE71D26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215D6B8-B7B6-46FA-8EFD-852D4A94A93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2C7F1031-3E70-4053-AF23-234209292E1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E066975-39F8-4742-8070-E3C11457850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124C365-6746-4D35-8BAE-B6181BD61F3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5BF6EB37-BA63-4706-98D9-EAC5C6AEFBA5}"/>
              </a:ext>
            </a:extLst>
          </p:cNvPr>
          <p:cNvSpPr>
            <a:spLocks xmlns:a="http://schemas.openxmlformats.org/drawingml/2006/main" noGrp="1"/>
          </p:cNvSpPr>
          <p:nvPr/>
        </p:nvSpPr>
        <p:spPr>
          <a:xfrm xmlns:a="http://schemas.openxmlformats.org/drawingml/2006/main">
            <a:off x="4000500" y="42100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두 단계의 합</a:t>
            </a:r>
          </a:p>
        </p:txBody>
      </p:sp>
      <p:sp>
        <p:nvSpPr>
          <p:cNvPr id="8" name="반응식·수식">
            <a:extLst xmlns:a="http://schemas.openxmlformats.org/drawingml/2006/main">
              <a:ext uri="{FF2B5EF4-FFF2-40B4-BE49-F238E27FC236}">
                <a16:creationId xmlns:a16="http://schemas.microsoft.com/office/drawing/2014/main" id="{F0ABD9D0-C913-4553-BCE9-F22EDCB5A08C}"/>
              </a:ext>
            </a:extLst>
          </p:cNvPr>
          <p:cNvSpPr>
            <a:spLocks xmlns:a="http://schemas.openxmlformats.org/drawingml/2006/main" noGrp="1"/>
          </p:cNvSpPr>
          <p:nvPr/>
        </p:nvSpPr>
        <p:spPr>
          <a:xfrm xmlns:a="http://schemas.openxmlformats.org/drawingml/2006/main">
            <a:off x="4000500" y="48958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0">
                <a:solidFill>
                  <a:srgbClr val="000000"/>
                </a:solidFill>
                <a:latin typeface="Pretendard"/>
                <a:ea typeface="Pretendard"/>
                <a:cs typeface="Pretendard"/>
              </a:defRPr>
            </a:defPPr>
            <a:lvl1pPr algn="l">
              <a:defRPr sz="4275" b="0">
                <a:solidFill>
                  <a:srgbClr val="000000"/>
                </a:solidFill>
                <a:latin typeface="Pretendard"/>
                <a:ea typeface="Pretendard"/>
                <a:cs typeface="Pretendard"/>
              </a:defRPr>
            </a:lvl1pPr>
            <a:lvl2pPr algn="l">
              <a:defRPr sz="4275" b="0">
                <a:solidFill>
                  <a:srgbClr val="000000"/>
                </a:solidFill>
                <a:latin typeface="Pretendard"/>
                <a:ea typeface="Pretendard"/>
                <a:cs typeface="Pretendard"/>
              </a:defRPr>
            </a:lvl2pPr>
            <a:lvl3pPr algn="l">
              <a:defRPr sz="4275" b="0">
                <a:solidFill>
                  <a:srgbClr val="000000"/>
                </a:solidFill>
                <a:latin typeface="Pretendard"/>
                <a:ea typeface="Pretendard"/>
                <a:cs typeface="Pretendard"/>
              </a:defRPr>
            </a:lvl3pPr>
            <a:lvl4pPr algn="l">
              <a:defRPr sz="4275" b="0">
                <a:solidFill>
                  <a:srgbClr val="000000"/>
                </a:solidFill>
                <a:latin typeface="Pretendard"/>
                <a:ea typeface="Pretendard"/>
                <a:cs typeface="Pretendard"/>
              </a:defRPr>
            </a:lvl4pPr>
            <a:lvl5pPr algn="l">
              <a:defRPr sz="4275" b="0">
                <a:solidFill>
                  <a:srgbClr val="000000"/>
                </a:solidFill>
                <a:latin typeface="Pretendard"/>
                <a:ea typeface="Pretendard"/>
                <a:cs typeface="Pretendard"/>
              </a:defRPr>
            </a:lvl5pPr>
            <a:lvl6pPr algn="l">
              <a:defRPr sz="4275" b="0">
                <a:solidFill>
                  <a:srgbClr val="000000"/>
                </a:solidFill>
                <a:latin typeface="Pretendard"/>
                <a:ea typeface="Pretendard"/>
                <a:cs typeface="Pretendard"/>
              </a:defRPr>
            </a:lvl6pPr>
            <a:lvl7pPr algn="l">
              <a:defRPr sz="4275" b="0">
                <a:solidFill>
                  <a:srgbClr val="000000"/>
                </a:solidFill>
                <a:latin typeface="Pretendard"/>
                <a:ea typeface="Pretendard"/>
                <a:cs typeface="Pretendard"/>
              </a:defRPr>
            </a:lvl7pPr>
            <a:lvl8pPr algn="l">
              <a:defRPr sz="4275" b="0">
                <a:solidFill>
                  <a:srgbClr val="000000"/>
                </a:solidFill>
                <a:latin typeface="Pretendard"/>
                <a:ea typeface="Pretendard"/>
                <a:cs typeface="Pretendard"/>
              </a:defRPr>
            </a:lvl8pPr>
            <a:lvl9pPr algn="l">
              <a:defRPr sz="4275" b="0">
                <a:solidFill>
                  <a:srgbClr val="000000"/>
                </a:solidFill>
                <a:latin typeface="Pretendard"/>
                <a:ea typeface="Pretendard"/>
                <a:cs typeface="Pretendard"/>
              </a:defRPr>
            </a:lvl9pPr>
          </a:lstStyle>
          <a:p xmlns:a="http://schemas.openxmlformats.org/drawingml/2006/main">
            <a:pPr algn="l">
              <a:defRPr sz="4275" b="0">
                <a:solidFill>
                  <a:srgbClr val="000000"/>
                </a:solidFill>
                <a:latin typeface="Pretendard"/>
                <a:ea typeface="Pretendard"/>
                <a:cs typeface="Pretendard"/>
              </a:defRPr>
            </a:pPr>
            <a:r>
              <a:rPr sz="4275"/>
              <a:t>−41.50 + (−52.25)</a:t>
            </a:r>
          </a:p>
        </p:txBody>
      </p:sp>
      <p:sp>
        <p:nvSpPr>
          <p:cNvPr id="9" name="text">
            <a:extLst xmlns:a="http://schemas.openxmlformats.org/drawingml/2006/main">
              <a:ext uri="{FF2B5EF4-FFF2-40B4-BE49-F238E27FC236}">
                <a16:creationId xmlns:a16="http://schemas.microsoft.com/office/drawing/2014/main" id="{E75BD07F-A05B-455E-B556-42191F4401AE}"/>
              </a:ext>
            </a:extLst>
          </p:cNvPr>
          <p:cNvSpPr>
            <a:spLocks xmlns:a="http://schemas.openxmlformats.org/drawingml/2006/main" noGrp="1"/>
          </p:cNvSpPr>
          <p:nvPr/>
        </p:nvSpPr>
        <p:spPr>
          <a:xfrm xmlns:a="http://schemas.openxmlformats.org/drawingml/2006/main">
            <a:off x="4000500" y="56769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1">
                <a:solidFill>
                  <a:srgbClr val="57962F"/>
                </a:solidFill>
                <a:latin typeface="Pretendard"/>
                <a:ea typeface="Pretendard"/>
                <a:cs typeface="Pretendard"/>
              </a:defRPr>
            </a:defPPr>
            <a:lvl1pPr algn="l">
              <a:defRPr sz="4275" b="1">
                <a:solidFill>
                  <a:srgbClr val="57962F"/>
                </a:solidFill>
                <a:latin typeface="Pretendard"/>
                <a:ea typeface="Pretendard"/>
                <a:cs typeface="Pretendard"/>
              </a:defRPr>
            </a:lvl1pPr>
            <a:lvl2pPr algn="l">
              <a:defRPr sz="4275" b="1">
                <a:solidFill>
                  <a:srgbClr val="57962F"/>
                </a:solidFill>
                <a:latin typeface="Pretendard"/>
                <a:ea typeface="Pretendard"/>
                <a:cs typeface="Pretendard"/>
              </a:defRPr>
            </a:lvl2pPr>
            <a:lvl3pPr algn="l">
              <a:defRPr sz="4275" b="1">
                <a:solidFill>
                  <a:srgbClr val="57962F"/>
                </a:solidFill>
                <a:latin typeface="Pretendard"/>
                <a:ea typeface="Pretendard"/>
                <a:cs typeface="Pretendard"/>
              </a:defRPr>
            </a:lvl3pPr>
            <a:lvl4pPr algn="l">
              <a:defRPr sz="4275" b="1">
                <a:solidFill>
                  <a:srgbClr val="57962F"/>
                </a:solidFill>
                <a:latin typeface="Pretendard"/>
                <a:ea typeface="Pretendard"/>
                <a:cs typeface="Pretendard"/>
              </a:defRPr>
            </a:lvl4pPr>
            <a:lvl5pPr algn="l">
              <a:defRPr sz="4275" b="1">
                <a:solidFill>
                  <a:srgbClr val="57962F"/>
                </a:solidFill>
                <a:latin typeface="Pretendard"/>
                <a:ea typeface="Pretendard"/>
                <a:cs typeface="Pretendard"/>
              </a:defRPr>
            </a:lvl5pPr>
            <a:lvl6pPr algn="l">
              <a:defRPr sz="4275" b="1">
                <a:solidFill>
                  <a:srgbClr val="57962F"/>
                </a:solidFill>
                <a:latin typeface="Pretendard"/>
                <a:ea typeface="Pretendard"/>
                <a:cs typeface="Pretendard"/>
              </a:defRPr>
            </a:lvl6pPr>
            <a:lvl7pPr algn="l">
              <a:defRPr sz="4275" b="1">
                <a:solidFill>
                  <a:srgbClr val="57962F"/>
                </a:solidFill>
                <a:latin typeface="Pretendard"/>
                <a:ea typeface="Pretendard"/>
                <a:cs typeface="Pretendard"/>
              </a:defRPr>
            </a:lvl7pPr>
            <a:lvl8pPr algn="l">
              <a:defRPr sz="4275" b="1">
                <a:solidFill>
                  <a:srgbClr val="57962F"/>
                </a:solidFill>
                <a:latin typeface="Pretendard"/>
                <a:ea typeface="Pretendard"/>
                <a:cs typeface="Pretendard"/>
              </a:defRPr>
            </a:lvl8pPr>
            <a:lvl9pPr algn="l">
              <a:defRPr sz="4275" b="1">
                <a:solidFill>
                  <a:srgbClr val="57962F"/>
                </a:solidFill>
                <a:latin typeface="Pretendard"/>
                <a:ea typeface="Pretendard"/>
                <a:cs typeface="Pretendard"/>
              </a:defRPr>
            </a:lvl9pPr>
          </a:lstStyle>
          <a:p xmlns:a="http://schemas.openxmlformats.org/drawingml/2006/main">
            <a:pPr algn="l">
              <a:defRPr sz="4275" b="1">
                <a:solidFill>
                  <a:srgbClr val="57962F"/>
                </a:solidFill>
                <a:latin typeface="Pretendard"/>
                <a:ea typeface="Pretendard"/>
                <a:cs typeface="Pretendard"/>
              </a:defRPr>
            </a:pPr>
            <a:r>
              <a:rPr sz="4275" b="1">
                <a:solidFill>
                  <a:srgbClr val="57962F"/>
                </a:solidFill>
                <a:latin typeface="Pretendard"/>
                <a:ea typeface="Pretendard"/>
                <a:cs typeface="Pretendard"/>
              </a:rPr>
              <a:t>= −93.75 kJ/mol</a:t>
            </a:r>
          </a:p>
        </p:txBody>
      </p:sp>
      <p:sp>
        <p:nvSpPr>
          <p:cNvPr id="10" name="text">
            <a:extLst xmlns:a="http://schemas.openxmlformats.org/drawingml/2006/main">
              <a:ext uri="{FF2B5EF4-FFF2-40B4-BE49-F238E27FC236}">
                <a16:creationId xmlns:a16="http://schemas.microsoft.com/office/drawing/2014/main" id="{21593C6B-96B6-49E8-BADC-D410FD2F37A8}"/>
              </a:ext>
            </a:extLst>
          </p:cNvPr>
          <p:cNvSpPr>
            <a:spLocks xmlns:a="http://schemas.openxmlformats.org/drawingml/2006/main" noGrp="1"/>
          </p:cNvSpPr>
          <p:nvPr/>
        </p:nvSpPr>
        <p:spPr>
          <a:xfrm xmlns:a="http://schemas.openxmlformats.org/drawingml/2006/main">
            <a:off x="4000500" y="69532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직접 반응</a:t>
            </a:r>
          </a:p>
        </p:txBody>
      </p:sp>
      <p:sp>
        <p:nvSpPr>
          <p:cNvPr id="11" name="text">
            <a:extLst xmlns:a="http://schemas.openxmlformats.org/drawingml/2006/main">
              <a:ext uri="{FF2B5EF4-FFF2-40B4-BE49-F238E27FC236}">
                <a16:creationId xmlns:a16="http://schemas.microsoft.com/office/drawing/2014/main" id="{208FDA93-605A-4754-A982-E0D7912C9C4D}"/>
              </a:ext>
            </a:extLst>
          </p:cNvPr>
          <p:cNvSpPr>
            <a:spLocks xmlns:a="http://schemas.openxmlformats.org/drawingml/2006/main" noGrp="1"/>
          </p:cNvSpPr>
          <p:nvPr/>
        </p:nvSpPr>
        <p:spPr>
          <a:xfrm xmlns:a="http://schemas.openxmlformats.org/drawingml/2006/main">
            <a:off x="4000500" y="76295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1">
                <a:solidFill>
                  <a:srgbClr val="000000"/>
                </a:solidFill>
                <a:latin typeface="Pretendard"/>
                <a:ea typeface="Pretendard"/>
                <a:cs typeface="Pretendard"/>
              </a:defRPr>
            </a:defPPr>
            <a:lvl1pPr algn="l">
              <a:defRPr sz="4275" b="1">
                <a:solidFill>
                  <a:srgbClr val="000000"/>
                </a:solidFill>
                <a:latin typeface="Pretendard"/>
                <a:ea typeface="Pretendard"/>
                <a:cs typeface="Pretendard"/>
              </a:defRPr>
            </a:lvl1pPr>
            <a:lvl2pPr algn="l">
              <a:defRPr sz="4275" b="1">
                <a:solidFill>
                  <a:srgbClr val="000000"/>
                </a:solidFill>
                <a:latin typeface="Pretendard"/>
                <a:ea typeface="Pretendard"/>
                <a:cs typeface="Pretendard"/>
              </a:defRPr>
            </a:lvl2pPr>
            <a:lvl3pPr algn="l">
              <a:defRPr sz="4275" b="1">
                <a:solidFill>
                  <a:srgbClr val="000000"/>
                </a:solidFill>
                <a:latin typeface="Pretendard"/>
                <a:ea typeface="Pretendard"/>
                <a:cs typeface="Pretendard"/>
              </a:defRPr>
            </a:lvl3pPr>
            <a:lvl4pPr algn="l">
              <a:defRPr sz="4275" b="1">
                <a:solidFill>
                  <a:srgbClr val="000000"/>
                </a:solidFill>
                <a:latin typeface="Pretendard"/>
                <a:ea typeface="Pretendard"/>
                <a:cs typeface="Pretendard"/>
              </a:defRPr>
            </a:lvl4pPr>
            <a:lvl5pPr algn="l">
              <a:defRPr sz="4275" b="1">
                <a:solidFill>
                  <a:srgbClr val="000000"/>
                </a:solidFill>
                <a:latin typeface="Pretendard"/>
                <a:ea typeface="Pretendard"/>
                <a:cs typeface="Pretendard"/>
              </a:defRPr>
            </a:lvl5pPr>
            <a:lvl6pPr algn="l">
              <a:defRPr sz="4275" b="1">
                <a:solidFill>
                  <a:srgbClr val="000000"/>
                </a:solidFill>
                <a:latin typeface="Pretendard"/>
                <a:ea typeface="Pretendard"/>
                <a:cs typeface="Pretendard"/>
              </a:defRPr>
            </a:lvl6pPr>
            <a:lvl7pPr algn="l">
              <a:defRPr sz="4275" b="1">
                <a:solidFill>
                  <a:srgbClr val="000000"/>
                </a:solidFill>
                <a:latin typeface="Pretendard"/>
                <a:ea typeface="Pretendard"/>
                <a:cs typeface="Pretendard"/>
              </a:defRPr>
            </a:lvl7pPr>
            <a:lvl8pPr algn="l">
              <a:defRPr sz="4275" b="1">
                <a:solidFill>
                  <a:srgbClr val="000000"/>
                </a:solidFill>
                <a:latin typeface="Pretendard"/>
                <a:ea typeface="Pretendard"/>
                <a:cs typeface="Pretendard"/>
              </a:defRPr>
            </a:lvl8pPr>
            <a:lvl9pPr algn="l">
              <a:defRPr sz="4275" b="1">
                <a:solidFill>
                  <a:srgbClr val="000000"/>
                </a:solidFill>
                <a:latin typeface="Pretendard"/>
                <a:ea typeface="Pretendard"/>
                <a:cs typeface="Pretendard"/>
              </a:defRPr>
            </a:lvl9pPr>
          </a:lstStyle>
          <a:p xmlns:a="http://schemas.openxmlformats.org/drawingml/2006/main">
            <a:pPr algn="l">
              <a:defRPr sz="4275" b="1">
                <a:solidFill>
                  <a:srgbClr val="000000"/>
                </a:solidFill>
                <a:latin typeface="Pretendard"/>
                <a:ea typeface="Pretendard"/>
                <a:cs typeface="Pretendard"/>
              </a:defRPr>
            </a:pPr>
            <a:r>
              <a:rPr sz="4275" b="1">
                <a:solidFill>
                  <a:srgbClr val="000000"/>
                </a:solidFill>
                <a:latin typeface="Pretendard"/>
                <a:ea typeface="Pretendard"/>
                <a:cs typeface="Pretendard"/>
              </a:rPr>
              <a:t>−94.25 kJ/mol</a:t>
            </a:r>
          </a:p>
        </p:txBody>
      </p:sp>
      <p:sp>
        <p:nvSpPr>
          <p:cNvPr id="17" name="해석·결론">
            <a:extLst xmlns:a="http://schemas.openxmlformats.org/drawingml/2006/main">
              <a:ext uri="{FF2B5EF4-FFF2-40B4-BE49-F238E27FC236}">
                <a16:creationId xmlns:a16="http://schemas.microsoft.com/office/drawing/2014/main" id="{F85A9142-77FB-4533-B244-A5958CD3767E}"/>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8" name="반응식·수식">
            <a:extLst xmlns:a="http://schemas.openxmlformats.org/drawingml/2006/main">
              <a:ext uri="{FF2B5EF4-FFF2-40B4-BE49-F238E27FC236}">
                <a16:creationId xmlns:a16="http://schemas.microsoft.com/office/drawing/2014/main" id="{900FB422-5EB6-4D21-8BAE-960926386E14}"/>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두 결과의 차이: 0.50 kJ/mol</a:t>
            </a:r>
          </a:p>
        </p:txBody>
      </p:sp>
    </p:spTree>
    <p:extLst>
      <p:ext uri="{BB962C8B-B14F-4D97-AF65-F5344CB8AC3E}">
        <p14:creationId xmlns:p14="http://schemas.microsoft.com/office/powerpoint/2010/main" val="189168515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4E68AC17-217C-4CC9-B022-939A406DAB45}"/>
              </a:ext>
            </a:extLst>
          </p:cNvPr>
          <p:cNvPicPr>
            <a:picLocks xmlns:a="http://schemas.openxmlformats.org/drawingml/2006/main" noChangeAspect="1"/>
          </p:cNvPicPr>
          <p:nvPr/>
        </p:nvPicPr>
        <p:blipFill>
          <a:blip xmlns:r="http://schemas.openxmlformats.org/officeDocument/2006/relationships" xmlns:a="http://schemas.openxmlformats.org/drawingml/2006/main" r:embed="Ra2f69523543e403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6EC906E-E11F-460A-AC67-AD5A8C08387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72359A5-F77E-4C13-8862-1623F2612C1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8091121-C9EB-4050-A0F3-4C63EECBD41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91E666BA-3FC7-4315-AA27-CDEE50226AC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8789631C-C8AD-4139-AD5A-66BB2165997A}"/>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pic>
        <p:nvPicPr>
          <p:cNvPr id="7" name="">
            <a:extLst xmlns:a="http://schemas.openxmlformats.org/drawingml/2006/main">
              <a:ext uri="{FF2B5EF4-FFF2-40B4-BE49-F238E27FC236}">
                <a16:creationId xmlns:a16="http://schemas.microsoft.com/office/drawing/2014/main" id="{D4CF1F80-1612-4FDB-A0CB-80B7540CD9D8}"/>
              </a:ext>
            </a:extLst>
          </p:cNvPr>
          <p:cNvPicPr>
            <a:picLocks xmlns:a="http://schemas.openxmlformats.org/drawingml/2006/main" noChangeAspect="1"/>
          </p:cNvPicPr>
          <p:nvPr/>
        </p:nvPicPr>
        <p:blipFill>
          <a:blip xmlns:r="http://schemas.openxmlformats.org/officeDocument/2006/relationships" xmlns:a="http://schemas.openxmlformats.org/drawingml/2006/main" r:embed="R7e97ac3b31d54d30"/>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CD93EE7B-DC99-4ED3-87ED-97B2BB0CA703}"/>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615CC7B0-37FA-40E2-B55B-5FF6EDC81670}"/>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여러 반응을 조합한다.</a:t>
            </a:r>
          </a:p>
        </p:txBody>
      </p:sp>
      <p:sp>
        <p:nvSpPr>
          <p:cNvPr id="10" name="text">
            <a:extLst xmlns:a="http://schemas.openxmlformats.org/drawingml/2006/main">
              <a:ext uri="{FF2B5EF4-FFF2-40B4-BE49-F238E27FC236}">
                <a16:creationId xmlns:a16="http://schemas.microsoft.com/office/drawing/2014/main" id="{006C8D12-0CDD-46F8-AE1A-1AD6927ED710}"/>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0B748EF7-B140-4E10-9DDC-2927731C3442}"/>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C3A35046-FBE0-4EE1-9718-7159BCD52DA3}"/>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67E938EF-579D-4CA6-8EFF-8B91A68BB09B}"/>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알려진 </a:t>
            </a:r>
            <a:r>
              <a:t>Δ</a:t>
            </a:r>
            <a:r>
              <a:rPr i="1">
                <a:latin typeface="Pretendard"/>
                <a:ea typeface="Pretendard"/>
                <a:cs typeface="Pretendard"/>
              </a:rPr>
              <a:t>H</a:t>
            </a:r>
            <a:r>
              <a:t>를 더해 구한다.</a:t>
            </a:r>
          </a:p>
        </p:txBody>
      </p:sp>
      <p:pic>
        <p:nvPicPr>
          <p:cNvPr id="14" name="">
            <a:extLst xmlns:a="http://schemas.openxmlformats.org/drawingml/2006/main">
              <a:ext uri="{FF2B5EF4-FFF2-40B4-BE49-F238E27FC236}">
                <a16:creationId xmlns:a16="http://schemas.microsoft.com/office/drawing/2014/main" id="{2EDDECE5-A531-4DB2-B424-76F4611BD6B9}"/>
              </a:ext>
            </a:extLst>
          </p:cNvPr>
          <p:cNvPicPr>
            <a:picLocks xmlns:a="http://schemas.openxmlformats.org/drawingml/2006/main" noChangeAspect="1"/>
          </p:cNvPicPr>
          <p:nvPr/>
        </p:nvPicPr>
        <p:blipFill>
          <a:blip xmlns:r="http://schemas.openxmlformats.org/officeDocument/2006/relationships" xmlns:a="http://schemas.openxmlformats.org/drawingml/2006/main" r:embed="R7d7189e15b674b6f"/>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61473A98-0F39-43D4-BAB9-DBA27A8CDEF3}"/>
              </a:ext>
            </a:extLst>
          </p:cNvPr>
          <p:cNvPicPr>
            <a:picLocks xmlns:a="http://schemas.openxmlformats.org/drawingml/2006/main" noChangeAspect="1"/>
          </p:cNvPicPr>
          <p:nvPr/>
        </p:nvPicPr>
        <p:blipFill>
          <a:blip xmlns:r="http://schemas.openxmlformats.org/officeDocument/2006/relationships" xmlns:a="http://schemas.openxmlformats.org/drawingml/2006/main" r:embed="R801d111435d54452"/>
          <a:stretch xmlns:a="http://schemas.openxmlformats.org/drawingml/2006/main"/>
        </p:blipFill>
        <p:spPr>
          <a:xfrm xmlns:a="http://schemas.openxmlformats.org/drawingml/2006/main">
            <a:off x="14395766" y="5695950"/>
            <a:ext cx="2164717" cy="361950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232F18B3-35CE-4DFC-94E4-8568A61CEFAA}"/>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A3D4C544-5727-4D69-9552-7B4A933F966A}"/>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24AF023A-C061-41BB-838E-26A00C2322D3}"/>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다른 경로로도</a:t>
            </a:r>
          </a:p>
        </p:txBody>
      </p:sp>
      <p:sp>
        <p:nvSpPr>
          <p:cNvPr id="19" name="캐릭터 질문 2">
            <a:extLst xmlns:a="http://schemas.openxmlformats.org/drawingml/2006/main">
              <a:ext uri="{FF2B5EF4-FFF2-40B4-BE49-F238E27FC236}">
                <a16:creationId xmlns:a16="http://schemas.microsoft.com/office/drawing/2014/main" id="{6921876C-6FE2-4599-8180-3F7E0EA81E86}"/>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56CC7A91-6893-48F6-9C17-B7924CF0B788}"/>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82D31872-39FE-4589-82B8-EED90614D05D}"/>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0D626ACA-CC24-4737-9171-A989F3330920}"/>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처음과 끝이</a:t>
            </a:r>
          </a:p>
        </p:txBody>
      </p:sp>
      <p:sp>
        <p:nvSpPr>
          <p:cNvPr id="23" name="캐릭터 질문 2">
            <a:extLst xmlns:a="http://schemas.openxmlformats.org/drawingml/2006/main">
              <a:ext uri="{FF2B5EF4-FFF2-40B4-BE49-F238E27FC236}">
                <a16:creationId xmlns:a16="http://schemas.microsoft.com/office/drawing/2014/main" id="{57CBD3F7-E1EB-4733-B1BA-005E0374767C}"/>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같으면 가능해!</a:t>
            </a:r>
          </a:p>
        </p:txBody>
      </p:sp>
    </p:spTree>
    <p:extLst>
      <p:ext uri="{BB962C8B-B14F-4D97-AF65-F5344CB8AC3E}">
        <p14:creationId xmlns:p14="http://schemas.microsoft.com/office/powerpoint/2010/main" val="169171557"/>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E1C5097-A501-44B2-9314-56EE8727196F}"/>
              </a:ext>
            </a:extLst>
          </p:cNvPr>
          <p:cNvPicPr>
            <a:picLocks xmlns:a="http://schemas.openxmlformats.org/drawingml/2006/main" noChangeAspect="1"/>
          </p:cNvPicPr>
          <p:nvPr/>
        </p:nvPicPr>
        <p:blipFill>
          <a:blip xmlns:r="http://schemas.openxmlformats.org/officeDocument/2006/relationships" xmlns:a="http://schemas.openxmlformats.org/drawingml/2006/main" r:embed="R182f938868dc40b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2137948-79AC-4938-85CA-93740FD5560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45D9025-D5B1-4F06-A3A0-C9A24170253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D89B400-ECF9-4B1F-BA49-D3775D8EF12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66270E3B-D26A-4313-BE76-92582E1FDCF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3FB8BF4E-D77F-47B0-A0BF-495767CF620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12" name="R03-38 확인 목록 영역">
            <a:extLst xmlns:a="http://schemas.openxmlformats.org/drawingml/2006/main">
              <a:ext uri="{FF2B5EF4-FFF2-40B4-BE49-F238E27FC236}">
                <a16:creationId xmlns:a16="http://schemas.microsoft.com/office/drawing/2014/main" id="{90695AF2-5542-43BC-97AA-29A20A7771C5}"/>
              </a:ext>
            </a:extLst>
          </p:cNvPr>
          <p:cNvSpPr>
            <a:spLocks xmlns:a="http://schemas.openxmlformats.org/drawingml/2006/main" noGrp="1"/>
          </p:cNvSpPr>
          <p:nvPr/>
        </p:nvSpPr>
        <p:spPr>
          <a:xfrm xmlns:a="http://schemas.openxmlformats.org/drawingml/2006/main">
            <a:off x="3810000" y="4410075"/>
            <a:ext cx="10668000" cy="5276850"/>
          </a:xfrm>
          <a:prstGeom xmlns:a="http://schemas.openxmlformats.org/drawingml/2006/main" prst="roundRect">
            <a:avLst>
              <a:gd name="adj" fmla="val 5054"/>
            </a:avLst>
          </a:prstGeom>
          <a:solidFill xmlns:a="http://schemas.openxmlformats.org/drawingml/2006/main">
            <a:srgbClr val="F5F5F5"/>
          </a:solidFill>
          <a:ln xmlns:a="http://schemas.openxmlformats.org/drawingml/2006/main" w="0">
            <a:noFill/>
          </a:ln>
        </p:spPr>
      </p:sp>
      <p:sp>
        <p:nvSpPr>
          <p:cNvPr id="13" name="R03-38 확인 칸">
            <a:extLst xmlns:a="http://schemas.openxmlformats.org/drawingml/2006/main">
              <a:ext uri="{FF2B5EF4-FFF2-40B4-BE49-F238E27FC236}">
                <a16:creationId xmlns:a16="http://schemas.microsoft.com/office/drawing/2014/main" id="{C722A4C4-68EA-4649-9F74-982FA95A0ECF}"/>
              </a:ext>
            </a:extLst>
          </p:cNvPr>
          <p:cNvSpPr>
            <a:spLocks xmlns:a="http://schemas.openxmlformats.org/drawingml/2006/main" noGrp="1"/>
          </p:cNvSpPr>
          <p:nvPr/>
        </p:nvSpPr>
        <p:spPr>
          <a:xfrm xmlns:a="http://schemas.openxmlformats.org/drawingml/2006/main">
            <a:off x="4114800" y="48101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4" name="rich">
            <a:extLst xmlns:a="http://schemas.openxmlformats.org/drawingml/2006/main">
              <a:ext uri="{FF2B5EF4-FFF2-40B4-BE49-F238E27FC236}">
                <a16:creationId xmlns:a16="http://schemas.microsoft.com/office/drawing/2014/main" id="{C8BF84A0-2F45-4C2A-BE36-D768A66F8370}"/>
              </a:ext>
            </a:extLst>
          </p:cNvPr>
          <p:cNvSpPr>
            <a:spLocks xmlns:a="http://schemas.openxmlformats.org/drawingml/2006/main" noGrp="1"/>
          </p:cNvSpPr>
          <p:nvPr/>
        </p:nvSpPr>
        <p:spPr>
          <a:xfrm xmlns:a="http://schemas.openxmlformats.org/drawingml/2006/main">
            <a:off x="4762500" y="46958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CO 생성 반응</a:t>
            </a:r>
          </a:p>
        </p:txBody>
      </p:sp>
      <p:sp>
        <p:nvSpPr>
          <p:cNvPr id="15" name="rich">
            <a:extLst xmlns:a="http://schemas.openxmlformats.org/drawingml/2006/main">
              <a:ext uri="{FF2B5EF4-FFF2-40B4-BE49-F238E27FC236}">
                <a16:creationId xmlns:a16="http://schemas.microsoft.com/office/drawing/2014/main" id="{4A38457C-A3AE-483E-A21E-B0958CE3F2AB}"/>
              </a:ext>
            </a:extLst>
          </p:cNvPr>
          <p:cNvSpPr>
            <a:spLocks xmlns:a="http://schemas.openxmlformats.org/drawingml/2006/main" noGrp="1"/>
          </p:cNvSpPr>
          <p:nvPr/>
        </p:nvSpPr>
        <p:spPr>
          <a:xfrm xmlns:a="http://schemas.openxmlformats.org/drawingml/2006/main">
            <a:off x="4762500" y="53149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₂가 되는 까닭은?</a:t>
            </a:r>
          </a:p>
        </p:txBody>
      </p:sp>
      <p:sp>
        <p:nvSpPr>
          <p:cNvPr id="16" name="R03-38 확인 칸">
            <a:extLst xmlns:a="http://schemas.openxmlformats.org/drawingml/2006/main">
              <a:ext uri="{FF2B5EF4-FFF2-40B4-BE49-F238E27FC236}">
                <a16:creationId xmlns:a16="http://schemas.microsoft.com/office/drawing/2014/main" id="{E3D10C39-1BC2-4AEC-91BE-C0C6D3F000E2}"/>
              </a:ext>
            </a:extLst>
          </p:cNvPr>
          <p:cNvSpPr>
            <a:spLocks xmlns:a="http://schemas.openxmlformats.org/drawingml/2006/main" noGrp="1"/>
          </p:cNvSpPr>
          <p:nvPr/>
        </p:nvSpPr>
        <p:spPr>
          <a:xfrm xmlns:a="http://schemas.openxmlformats.org/drawingml/2006/main">
            <a:off x="4114800" y="642937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7" name="rich">
            <a:extLst xmlns:a="http://schemas.openxmlformats.org/drawingml/2006/main">
              <a:ext uri="{FF2B5EF4-FFF2-40B4-BE49-F238E27FC236}">
                <a16:creationId xmlns:a16="http://schemas.microsoft.com/office/drawing/2014/main" id="{FF5490BD-96BE-4B1C-8360-A2E62C7AA473}"/>
              </a:ext>
            </a:extLst>
          </p:cNvPr>
          <p:cNvSpPr>
            <a:spLocks xmlns:a="http://schemas.openxmlformats.org/drawingml/2006/main" noGrp="1"/>
          </p:cNvSpPr>
          <p:nvPr/>
        </p:nvSpPr>
        <p:spPr>
          <a:xfrm xmlns:a="http://schemas.openxmlformats.org/drawingml/2006/main">
            <a:off x="4762500" y="631507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물의 기화</a:t>
            </a:r>
          </a:p>
        </p:txBody>
      </p:sp>
      <p:sp>
        <p:nvSpPr>
          <p:cNvPr id="18" name="rich">
            <a:extLst xmlns:a="http://schemas.openxmlformats.org/drawingml/2006/main">
              <a:ext uri="{FF2B5EF4-FFF2-40B4-BE49-F238E27FC236}">
                <a16:creationId xmlns:a16="http://schemas.microsoft.com/office/drawing/2014/main" id="{064E0B0C-46FA-415B-BC2F-06BD6BF0AFC8}"/>
              </a:ext>
            </a:extLst>
          </p:cNvPr>
          <p:cNvSpPr>
            <a:spLocks xmlns:a="http://schemas.openxmlformats.org/drawingml/2006/main" noGrp="1"/>
          </p:cNvSpPr>
          <p:nvPr/>
        </p:nvSpPr>
        <p:spPr>
          <a:xfrm xmlns:a="http://schemas.openxmlformats.org/drawingml/2006/main">
            <a:off x="4762500" y="693420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의 부호를 근거와 함께 설명하시오.</a:t>
            </a:r>
          </a:p>
        </p:txBody>
      </p:sp>
      <p:sp>
        <p:nvSpPr>
          <p:cNvPr id="19" name="R03-38 확인 칸">
            <a:extLst xmlns:a="http://schemas.openxmlformats.org/drawingml/2006/main">
              <a:ext uri="{FF2B5EF4-FFF2-40B4-BE49-F238E27FC236}">
                <a16:creationId xmlns:a16="http://schemas.microsoft.com/office/drawing/2014/main" id="{B61F0A23-2939-40AD-BD6B-E7DE965E84C5}"/>
              </a:ext>
            </a:extLst>
          </p:cNvPr>
          <p:cNvSpPr>
            <a:spLocks xmlns:a="http://schemas.openxmlformats.org/drawingml/2006/main" noGrp="1"/>
          </p:cNvSpPr>
          <p:nvPr/>
        </p:nvSpPr>
        <p:spPr>
          <a:xfrm xmlns:a="http://schemas.openxmlformats.org/drawingml/2006/main">
            <a:off x="4114800" y="80486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20" name="rich">
            <a:extLst xmlns:a="http://schemas.openxmlformats.org/drawingml/2006/main">
              <a:ext uri="{FF2B5EF4-FFF2-40B4-BE49-F238E27FC236}">
                <a16:creationId xmlns:a16="http://schemas.microsoft.com/office/drawing/2014/main" id="{66983D36-1595-49DF-A7B5-7F98151F85A0}"/>
              </a:ext>
            </a:extLst>
          </p:cNvPr>
          <p:cNvSpPr>
            <a:spLocks xmlns:a="http://schemas.openxmlformats.org/drawingml/2006/main" noGrp="1"/>
          </p:cNvSpPr>
          <p:nvPr/>
        </p:nvSpPr>
        <p:spPr>
          <a:xfrm xmlns:a="http://schemas.openxmlformats.org/drawingml/2006/main">
            <a:off x="4762500" y="79343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실험값의 차이</a:t>
            </a:r>
          </a:p>
        </p:txBody>
      </p:sp>
      <p:sp>
        <p:nvSpPr>
          <p:cNvPr id="21" name="rich">
            <a:extLst xmlns:a="http://schemas.openxmlformats.org/drawingml/2006/main">
              <a:ext uri="{FF2B5EF4-FFF2-40B4-BE49-F238E27FC236}">
                <a16:creationId xmlns:a16="http://schemas.microsoft.com/office/drawing/2014/main" id="{A4E30D99-614C-4693-8263-9C751B6A30DA}"/>
              </a:ext>
            </a:extLst>
          </p:cNvPr>
          <p:cNvSpPr>
            <a:spLocks xmlns:a="http://schemas.openxmlformats.org/drawingml/2006/main" noGrp="1"/>
          </p:cNvSpPr>
          <p:nvPr/>
        </p:nvSpPr>
        <p:spPr>
          <a:xfrm xmlns:a="http://schemas.openxmlformats.org/drawingml/2006/main">
            <a:off x="4762500" y="85534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두 값이 정확히 같지 않을 수 있는 이유는?</a:t>
            </a:r>
          </a:p>
        </p:txBody>
      </p:sp>
      <p:sp>
        <p:nvSpPr>
          <p:cNvPr id="22" name="text">
            <a:extLst xmlns:a="http://schemas.openxmlformats.org/drawingml/2006/main">
              <a:ext uri="{FF2B5EF4-FFF2-40B4-BE49-F238E27FC236}">
                <a16:creationId xmlns:a16="http://schemas.microsoft.com/office/drawing/2014/main" id="{8241B2C7-C593-49E9-A9C5-4113B2CF14F2}"/>
              </a:ext>
            </a:extLst>
          </p:cNvPr>
          <p:cNvSpPr>
            <a:spLocks xmlns:a="http://schemas.openxmlformats.org/drawingml/2006/main" noGrp="1"/>
          </p:cNvSpPr>
          <p:nvPr/>
        </p:nvSpPr>
        <p:spPr>
          <a:xfrm xmlns:a="http://schemas.openxmlformats.org/drawingml/2006/main">
            <a:off x="2286000" y="368617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898989"/>
                </a:solidFill>
                <a:latin typeface="Pretendard"/>
                <a:ea typeface="Pretendard"/>
                <a:cs typeface="Pretendard"/>
              </a:defRPr>
            </a:defPPr>
            <a:lvl1pPr algn="ctr">
              <a:defRPr sz="2700" b="0">
                <a:solidFill>
                  <a:srgbClr val="898989"/>
                </a:solidFill>
                <a:latin typeface="Pretendard"/>
                <a:ea typeface="Pretendard"/>
                <a:cs typeface="Pretendard"/>
              </a:defRPr>
            </a:lvl1pPr>
            <a:lvl2pPr algn="ctr">
              <a:defRPr sz="2700" b="0">
                <a:solidFill>
                  <a:srgbClr val="898989"/>
                </a:solidFill>
                <a:latin typeface="Pretendard"/>
                <a:ea typeface="Pretendard"/>
                <a:cs typeface="Pretendard"/>
              </a:defRPr>
            </a:lvl2pPr>
            <a:lvl3pPr algn="ctr">
              <a:defRPr sz="2700" b="0">
                <a:solidFill>
                  <a:srgbClr val="898989"/>
                </a:solidFill>
                <a:latin typeface="Pretendard"/>
                <a:ea typeface="Pretendard"/>
                <a:cs typeface="Pretendard"/>
              </a:defRPr>
            </a:lvl3pPr>
            <a:lvl4pPr algn="ctr">
              <a:defRPr sz="2700" b="0">
                <a:solidFill>
                  <a:srgbClr val="898989"/>
                </a:solidFill>
                <a:latin typeface="Pretendard"/>
                <a:ea typeface="Pretendard"/>
                <a:cs typeface="Pretendard"/>
              </a:defRPr>
            </a:lvl4pPr>
            <a:lvl5pPr algn="ctr">
              <a:defRPr sz="2700" b="0">
                <a:solidFill>
                  <a:srgbClr val="898989"/>
                </a:solidFill>
                <a:latin typeface="Pretendard"/>
                <a:ea typeface="Pretendard"/>
                <a:cs typeface="Pretendard"/>
              </a:defRPr>
            </a:lvl5pPr>
            <a:lvl6pPr algn="ctr">
              <a:defRPr sz="2700" b="0">
                <a:solidFill>
                  <a:srgbClr val="898989"/>
                </a:solidFill>
                <a:latin typeface="Pretendard"/>
                <a:ea typeface="Pretendard"/>
                <a:cs typeface="Pretendard"/>
              </a:defRPr>
            </a:lvl6pPr>
            <a:lvl7pPr algn="ctr">
              <a:defRPr sz="2700" b="0">
                <a:solidFill>
                  <a:srgbClr val="898989"/>
                </a:solidFill>
                <a:latin typeface="Pretendard"/>
                <a:ea typeface="Pretendard"/>
                <a:cs typeface="Pretendard"/>
              </a:defRPr>
            </a:lvl7pPr>
            <a:lvl8pPr algn="ctr">
              <a:defRPr sz="2700" b="0">
                <a:solidFill>
                  <a:srgbClr val="898989"/>
                </a:solidFill>
                <a:latin typeface="Pretendard"/>
                <a:ea typeface="Pretendard"/>
                <a:cs typeface="Pretendard"/>
              </a:defRPr>
            </a:lvl8pPr>
            <a:lvl9pPr algn="ctr">
              <a:defRPr sz="2700" b="0">
                <a:solidFill>
                  <a:srgbClr val="898989"/>
                </a:solidFill>
                <a:latin typeface="Pretendard"/>
                <a:ea typeface="Pretendard"/>
                <a:cs typeface="Pretendard"/>
              </a:defRPr>
            </a:lvl9pPr>
          </a:lstStyle>
          <a:p xmlns:a="http://schemas.openxmlformats.org/drawingml/2006/main">
            <a:pPr algn="ctr">
              <a:defRPr sz="2700" b="0">
                <a:solidFill>
                  <a:srgbClr val="898989"/>
                </a:solidFill>
                <a:latin typeface="Pretendard"/>
                <a:ea typeface="Pretendard"/>
                <a:cs typeface="Pretendard"/>
              </a:defRPr>
            </a:pPr>
            <a:r>
              <a:rPr sz="2700" b="0">
                <a:solidFill>
                  <a:srgbClr val="898989"/>
                </a:solidFill>
                <a:latin typeface="Pretendard"/>
                <a:ea typeface="Pretendard"/>
                <a:cs typeface="Pretendard"/>
              </a:rPr>
              <a:t>식과 그래프를 근거로 이유를 설명해 보자.</a:t>
            </a:r>
          </a:p>
        </p:txBody>
      </p:sp>
    </p:spTree>
    <p:extLst>
      <p:ext uri="{BB962C8B-B14F-4D97-AF65-F5344CB8AC3E}">
        <p14:creationId xmlns:p14="http://schemas.microsoft.com/office/powerpoint/2010/main" val="14399209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2026-10-28T08:37:59.4100000Z</dcterms:created>
  <dcterms:modified xsi:type="dcterms:W3CDTF">2026-10-28T08:37:59.4100000Z</dcterms:modified>
</coreProperties>
</file>