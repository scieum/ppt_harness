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70345f6f484a73" /><Relationship Type="http://schemas.openxmlformats.org/officeDocument/2006/relationships/extended-properties" Target="/docProps/app.xml" Id="R1dd76f3a24434c27" /><Relationship Type="http://schemas.openxmlformats.org/officeDocument/2006/relationships/officeDocument" Target="/ppt/presentation.xml" Id="R9780b3a241ac4a51" /></Relationships>
</file>

<file path=ppt/presentation.xml><?xml version="1.0" encoding="utf-8"?>
<p:presentation xmlns:p="http://schemas.openxmlformats.org/presentationml/2006/main">
  <p:sldMasterIdLst>
    <p:sldMasterId xmlns:r="http://schemas.openxmlformats.org/officeDocument/2006/relationships" id="2147483648" r:id="Rf2fff57174c647ed"/>
  </p:sldMasterIdLst>
  <p:notesMasterIdLst>
    <p:notesMasterId xmlns:r="http://schemas.openxmlformats.org/officeDocument/2006/relationships" r:id="Rd3d9069db58945ce"/>
  </p:notesMasterIdLst>
  <p:sldIdLst>
    <p:sldId xmlns:r="http://schemas.openxmlformats.org/officeDocument/2006/relationships" id="256" r:id="Rb85911783da3475e"/>
    <p:sldId xmlns:r="http://schemas.openxmlformats.org/officeDocument/2006/relationships" id="257" r:id="R123dd5e420ad43e8"/>
    <p:sldId xmlns:r="http://schemas.openxmlformats.org/officeDocument/2006/relationships" id="258" r:id="Rc75951f4579c4205"/>
    <p:sldId xmlns:r="http://schemas.openxmlformats.org/officeDocument/2006/relationships" id="259" r:id="Rd1df719bc81b4539"/>
    <p:sldId xmlns:r="http://schemas.openxmlformats.org/officeDocument/2006/relationships" id="260" r:id="R51b3a12631c44166"/>
    <p:sldId xmlns:r="http://schemas.openxmlformats.org/officeDocument/2006/relationships" id="261" r:id="R494e89386a2540a1"/>
    <p:sldId xmlns:r="http://schemas.openxmlformats.org/officeDocument/2006/relationships" id="262" r:id="Rd334af3f88ef43ee"/>
    <p:sldId xmlns:r="http://schemas.openxmlformats.org/officeDocument/2006/relationships" id="263" r:id="R43b31e8ad3524aa2"/>
    <p:sldId xmlns:r="http://schemas.openxmlformats.org/officeDocument/2006/relationships" id="264" r:id="R236bf64c46dc4163"/>
    <p:sldId xmlns:r="http://schemas.openxmlformats.org/officeDocument/2006/relationships" id="265" r:id="R864d1f524adb4a5a"/>
    <p:sldId xmlns:r="http://schemas.openxmlformats.org/officeDocument/2006/relationships" id="266" r:id="R414d3bf7dcc44ee7"/>
    <p:sldId xmlns:r="http://schemas.openxmlformats.org/officeDocument/2006/relationships" id="267" r:id="R73108a24fdb84afe"/>
    <p:sldId xmlns:r="http://schemas.openxmlformats.org/officeDocument/2006/relationships" id="268" r:id="R4e3b65ccb9a14abb"/>
    <p:sldId xmlns:r="http://schemas.openxmlformats.org/officeDocument/2006/relationships" id="269" r:id="R58169adf6f0c4307"/>
    <p:sldId xmlns:r="http://schemas.openxmlformats.org/officeDocument/2006/relationships" id="270" r:id="Rb3a4a202937a49c3"/>
    <p:sldId xmlns:r="http://schemas.openxmlformats.org/officeDocument/2006/relationships" id="271" r:id="Rddca5b86b2c04b5d"/>
    <p:sldId xmlns:r="http://schemas.openxmlformats.org/officeDocument/2006/relationships" id="272" r:id="Re97d9cf9b4284613"/>
    <p:sldId xmlns:r="http://schemas.openxmlformats.org/officeDocument/2006/relationships" id="273" r:id="Rdac940f580164bbf"/>
    <p:sldId xmlns:r="http://schemas.openxmlformats.org/officeDocument/2006/relationships" id="274" r:id="Rd6b64e47ce554ab7"/>
    <p:sldId xmlns:r="http://schemas.openxmlformats.org/officeDocument/2006/relationships" id="275" r:id="Rf970ddc404ab411d"/>
    <p:sldId xmlns:r="http://schemas.openxmlformats.org/officeDocument/2006/relationships" id="276" r:id="Reafb4b87e4564b4d"/>
    <p:sldId xmlns:r="http://schemas.openxmlformats.org/officeDocument/2006/relationships" id="277" r:id="R7696ca3abd5141ea"/>
    <p:sldId xmlns:r="http://schemas.openxmlformats.org/officeDocument/2006/relationships" id="278" r:id="Ra8d6e586ffb9404c"/>
    <p:sldId xmlns:r="http://schemas.openxmlformats.org/officeDocument/2006/relationships" id="279" r:id="R9c6904792f4b4b85"/>
    <p:sldId xmlns:r="http://schemas.openxmlformats.org/officeDocument/2006/relationships" id="280" r:id="R18fdc47e35b44869"/>
    <p:sldId xmlns:r="http://schemas.openxmlformats.org/officeDocument/2006/relationships" id="281" r:id="R29e0825a5992405b"/>
    <p:sldId xmlns:r="http://schemas.openxmlformats.org/officeDocument/2006/relationships" id="282" r:id="R1c2572ad426d46a0"/>
    <p:sldId xmlns:r="http://schemas.openxmlformats.org/officeDocument/2006/relationships" id="283" r:id="R52e73a41584949d2"/>
    <p:sldId xmlns:r="http://schemas.openxmlformats.org/officeDocument/2006/relationships" id="284" r:id="Ra1ce5762f9984f5d"/>
    <p:sldId xmlns:r="http://schemas.openxmlformats.org/officeDocument/2006/relationships" id="285" r:id="R99988664229c4f1f"/>
    <p:sldId xmlns:r="http://schemas.openxmlformats.org/officeDocument/2006/relationships" id="286" r:id="R786e1d075fa94068"/>
    <p:sldId xmlns:r="http://schemas.openxmlformats.org/officeDocument/2006/relationships" id="287" r:id="Ra2504d5e0ac8497b"/>
    <p:sldId xmlns:r="http://schemas.openxmlformats.org/officeDocument/2006/relationships" id="288" r:id="Rbd2d8ab8a6434098"/>
    <p:sldId xmlns:r="http://schemas.openxmlformats.org/officeDocument/2006/relationships" id="289" r:id="R264730ca67594adc"/>
    <p:sldId xmlns:r="http://schemas.openxmlformats.org/officeDocument/2006/relationships" id="290" r:id="Rfd021645d7c34a84"/>
    <p:sldId xmlns:r="http://schemas.openxmlformats.org/officeDocument/2006/relationships" id="291" r:id="Rb5f1271b3e1249b6"/>
    <p:sldId xmlns:r="http://schemas.openxmlformats.org/officeDocument/2006/relationships" id="292" r:id="R247ee2c09ae848d1"/>
    <p:sldId xmlns:r="http://schemas.openxmlformats.org/officeDocument/2006/relationships" id="293" r:id="R69e2f11947314302"/>
    <p:sldId xmlns:r="http://schemas.openxmlformats.org/officeDocument/2006/relationships" id="294" r:id="R8d927194aa95445b"/>
    <p:sldId xmlns:r="http://schemas.openxmlformats.org/officeDocument/2006/relationships" id="295" r:id="R940741d8550641cd"/>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5fd0e0f20b4526" /><Relationship Type="http://schemas.openxmlformats.org/officeDocument/2006/relationships/slideMaster" Target="/ppt/slideMasters/slideMaster1.xml" Id="Rf2fff57174c647ed" /><Relationship Type="http://schemas.openxmlformats.org/officeDocument/2006/relationships/notesMaster" Target="/ppt/notesMasters/notesMaster1.xml" Id="Rd3d9069db58945ce" /><Relationship Type="http://schemas.openxmlformats.org/officeDocument/2006/relationships/presProps" Target="/ppt/presProps.xml" Id="R029c7dd0450d4c9b" /><Relationship Type="http://schemas.openxmlformats.org/officeDocument/2006/relationships/tableStyles" Target="/ppt/tableStyles.xml" Id="Rc2919814199441d6" /><Relationship Type="http://schemas.openxmlformats.org/officeDocument/2006/relationships/slide" Target="/ppt/slides/slide1.xml" Id="Rb85911783da3475e" /><Relationship Type="http://schemas.openxmlformats.org/officeDocument/2006/relationships/slide" Target="/ppt/slides/slide2.xml" Id="R123dd5e420ad43e8" /><Relationship Type="http://schemas.openxmlformats.org/officeDocument/2006/relationships/slide" Target="/ppt/slides/slide3.xml" Id="Rc75951f4579c4205" /><Relationship Type="http://schemas.openxmlformats.org/officeDocument/2006/relationships/slide" Target="/ppt/slides/slide4.xml" Id="Rd1df719bc81b4539" /><Relationship Type="http://schemas.openxmlformats.org/officeDocument/2006/relationships/slide" Target="/ppt/slides/slide5.xml" Id="R51b3a12631c44166" /><Relationship Type="http://schemas.openxmlformats.org/officeDocument/2006/relationships/slide" Target="/ppt/slides/slide6.xml" Id="R494e89386a2540a1" /><Relationship Type="http://schemas.openxmlformats.org/officeDocument/2006/relationships/slide" Target="/ppt/slides/slide7.xml" Id="Rd334af3f88ef43ee" /><Relationship Type="http://schemas.openxmlformats.org/officeDocument/2006/relationships/slide" Target="/ppt/slides/slide8.xml" Id="R43b31e8ad3524aa2" /><Relationship Type="http://schemas.openxmlformats.org/officeDocument/2006/relationships/slide" Target="/ppt/slides/slide9.xml" Id="R236bf64c46dc4163" /><Relationship Type="http://schemas.openxmlformats.org/officeDocument/2006/relationships/slide" Target="/ppt/slides/slide10.xml" Id="R864d1f524adb4a5a" /><Relationship Type="http://schemas.openxmlformats.org/officeDocument/2006/relationships/slide" Target="/ppt/slides/slide11.xml" Id="R414d3bf7dcc44ee7" /><Relationship Type="http://schemas.openxmlformats.org/officeDocument/2006/relationships/slide" Target="/ppt/slides/slide12.xml" Id="R73108a24fdb84afe" /><Relationship Type="http://schemas.openxmlformats.org/officeDocument/2006/relationships/slide" Target="/ppt/slides/slide13.xml" Id="R4e3b65ccb9a14abb" /><Relationship Type="http://schemas.openxmlformats.org/officeDocument/2006/relationships/slide" Target="/ppt/slides/slide14.xml" Id="R58169adf6f0c4307" /><Relationship Type="http://schemas.openxmlformats.org/officeDocument/2006/relationships/slide" Target="/ppt/slides/slide15.xml" Id="Rb3a4a202937a49c3" /><Relationship Type="http://schemas.openxmlformats.org/officeDocument/2006/relationships/slide" Target="/ppt/slides/slide16.xml" Id="Rddca5b86b2c04b5d" /><Relationship Type="http://schemas.openxmlformats.org/officeDocument/2006/relationships/slide" Target="/ppt/slides/slide17.xml" Id="Re97d9cf9b4284613" /><Relationship Type="http://schemas.openxmlformats.org/officeDocument/2006/relationships/slide" Target="/ppt/slides/slide18.xml" Id="Rdac940f580164bbf" /><Relationship Type="http://schemas.openxmlformats.org/officeDocument/2006/relationships/slide" Target="/ppt/slides/slide19.xml" Id="Rd6b64e47ce554ab7" /><Relationship Type="http://schemas.openxmlformats.org/officeDocument/2006/relationships/slide" Target="/ppt/slides/slide20.xml" Id="Rf970ddc404ab411d" /><Relationship Type="http://schemas.openxmlformats.org/officeDocument/2006/relationships/slide" Target="/ppt/slides/slide21.xml" Id="Reafb4b87e4564b4d" /><Relationship Type="http://schemas.openxmlformats.org/officeDocument/2006/relationships/slide" Target="/ppt/slides/slide22.xml" Id="R7696ca3abd5141ea" /><Relationship Type="http://schemas.openxmlformats.org/officeDocument/2006/relationships/slide" Target="/ppt/slides/slide23.xml" Id="Ra8d6e586ffb9404c" /><Relationship Type="http://schemas.openxmlformats.org/officeDocument/2006/relationships/slide" Target="/ppt/slides/slide24.xml" Id="R9c6904792f4b4b85" /><Relationship Type="http://schemas.openxmlformats.org/officeDocument/2006/relationships/slide" Target="/ppt/slides/slide25.xml" Id="R18fdc47e35b44869" /><Relationship Type="http://schemas.openxmlformats.org/officeDocument/2006/relationships/slide" Target="/ppt/slides/slide26.xml" Id="R29e0825a5992405b" /><Relationship Type="http://schemas.openxmlformats.org/officeDocument/2006/relationships/slide" Target="/ppt/slides/slide27.xml" Id="R1c2572ad426d46a0" /><Relationship Type="http://schemas.openxmlformats.org/officeDocument/2006/relationships/slide" Target="/ppt/slides/slide28.xml" Id="R52e73a41584949d2" /><Relationship Type="http://schemas.openxmlformats.org/officeDocument/2006/relationships/slide" Target="/ppt/slides/slide29.xml" Id="Ra1ce5762f9984f5d" /><Relationship Type="http://schemas.openxmlformats.org/officeDocument/2006/relationships/slide" Target="/ppt/slides/slide30.xml" Id="R99988664229c4f1f" /><Relationship Type="http://schemas.openxmlformats.org/officeDocument/2006/relationships/slide" Target="/ppt/slides/slide31.xml" Id="R786e1d075fa94068" /><Relationship Type="http://schemas.openxmlformats.org/officeDocument/2006/relationships/slide" Target="/ppt/slides/slide32.xml" Id="Ra2504d5e0ac8497b" /><Relationship Type="http://schemas.openxmlformats.org/officeDocument/2006/relationships/slide" Target="/ppt/slides/slide33.xml" Id="Rbd2d8ab8a6434098" /><Relationship Type="http://schemas.openxmlformats.org/officeDocument/2006/relationships/slide" Target="/ppt/slides/slide34.xml" Id="R264730ca67594adc" /><Relationship Type="http://schemas.openxmlformats.org/officeDocument/2006/relationships/slide" Target="/ppt/slides/slide35.xml" Id="Rfd021645d7c34a84" /><Relationship Type="http://schemas.openxmlformats.org/officeDocument/2006/relationships/slide" Target="/ppt/slides/slide36.xml" Id="Rb5f1271b3e1249b6" /><Relationship Type="http://schemas.openxmlformats.org/officeDocument/2006/relationships/slide" Target="/ppt/slides/slide37.xml" Id="R247ee2c09ae848d1" /><Relationship Type="http://schemas.openxmlformats.org/officeDocument/2006/relationships/slide" Target="/ppt/slides/slide38.xml" Id="R69e2f11947314302" /><Relationship Type="http://schemas.openxmlformats.org/officeDocument/2006/relationships/slide" Target="/ppt/slides/slide39.xml" Id="R8d927194aa95445b" /><Relationship Type="http://schemas.openxmlformats.org/officeDocument/2006/relationships/slide" Target="/ppt/slides/slide40.xml" Id="R940741d8550641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3f8af0fcdaf45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27a3e275484703" /><Relationship Type="http://schemas.openxmlformats.org/officeDocument/2006/relationships/notesMaster" Target="/ppt/notesMasters/notesMaster1.xml" Id="R372376e3cdf646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a42ec64e934f04" /><Relationship Type="http://schemas.openxmlformats.org/officeDocument/2006/relationships/notesMaster" Target="/ppt/notesMasters/notesMaster1.xml" Id="R9d847cdb43d64f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b1f88090f449dd" /><Relationship Type="http://schemas.openxmlformats.org/officeDocument/2006/relationships/notesMaster" Target="/ppt/notesMasters/notesMaster1.xml" Id="R29fa7c4c3bba44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730d81e2414974" /><Relationship Type="http://schemas.openxmlformats.org/officeDocument/2006/relationships/notesMaster" Target="/ppt/notesMasters/notesMaster1.xml" Id="Rbd30d249ca3549de" /></Relationships>
</file>

<file path=ppt/notesSlides/_rels/notesSlide5.xml.rels>&#65279;<?xml version="1.0" encoding="utf-8"?><Relationships xmlns="http://schemas.openxmlformats.org/package/2006/relationships"><Relationship Type="http://schemas.openxmlformats.org/officeDocument/2006/relationships/slide" Target="/ppt/slides/slide5.xml" Id="R1a594bf0d23948d6" /><Relationship Type="http://schemas.openxmlformats.org/officeDocument/2006/relationships/notesMaster" Target="/ppt/notesMasters/notesMaster1.xml" Id="Rd38035c7dbbc4487"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df8ea1e51e49d9" /><Relationship Type="http://schemas.openxmlformats.org/officeDocument/2006/relationships/notesMaster" Target="/ppt/notesMasters/notesMaster1.xml" Id="R9b9bbf4e6a47443b" /></Relationships>
</file>

<file path=ppt/notesSlides/_rels/notesSlide7.xml.rels>&#65279;<?xml version="1.0" encoding="utf-8"?><Relationships xmlns="http://schemas.openxmlformats.org/package/2006/relationships"><Relationship Type="http://schemas.openxmlformats.org/officeDocument/2006/relationships/slide" Target="/ppt/slides/slide7.xml" Id="R5aa7ec1064e04636" /><Relationship Type="http://schemas.openxmlformats.org/officeDocument/2006/relationships/notesMaster" Target="/ppt/notesMasters/notesMaster1.xml" Id="Ra1dea751f8904817" /></Relationships>
</file>

<file path=ppt/notesSlides/_rels/notesSlide8.xml.rels>&#65279;<?xml version="1.0" encoding="utf-8"?><Relationships xmlns="http://schemas.openxmlformats.org/package/2006/relationships"><Relationship Type="http://schemas.openxmlformats.org/officeDocument/2006/relationships/slide" Target="/ppt/slides/slide8.xml" Id="R36e3af237c0a4a7a" /><Relationship Type="http://schemas.openxmlformats.org/officeDocument/2006/relationships/notesMaster" Target="/ppt/notesMasters/notesMaster1.xml" Id="Rd4c3a09ce0f943cb" /></Relationships>
</file>

<file path=ppt/notesSlides/_rels/notesSlide9.xml.rels>&#65279;<?xml version="1.0" encoding="utf-8"?><Relationships xmlns="http://schemas.openxmlformats.org/package/2006/relationships"><Relationship Type="http://schemas.openxmlformats.org/officeDocument/2006/relationships/slide" Target="/ppt/slides/slide9.xml" Id="Re9b45d4af64b4c81" /><Relationship Type="http://schemas.openxmlformats.org/officeDocument/2006/relationships/notesMaster" Target="/ppt/notesMasters/notesMaster1.xml" Id="R2b7f24a49a61478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e04040d88e34f4b" /><Relationship Type="http://schemas.openxmlformats.org/officeDocument/2006/relationships/notesMaster" Target="/ppt/notesMasters/notesMaster1.xml" Id="R8f108d95da4549f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d4cb63f8182448c" /><Relationship Type="http://schemas.openxmlformats.org/officeDocument/2006/relationships/notesMaster" Target="/ppt/notesMasters/notesMaster1.xml" Id="R2a25dd845355454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a95944db5694b86" /><Relationship Type="http://schemas.openxmlformats.org/officeDocument/2006/relationships/notesMaster" Target="/ppt/notesMasters/notesMaster1.xml" Id="Rd84ccae351424e8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adeb59f1bf148e2" /><Relationship Type="http://schemas.openxmlformats.org/officeDocument/2006/relationships/notesMaster" Target="/ppt/notesMasters/notesMaster1.xml" Id="Ra878081c51754a7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1f9f038702141e4" /><Relationship Type="http://schemas.openxmlformats.org/officeDocument/2006/relationships/notesMaster" Target="/ppt/notesMasters/notesMaster1.xml" Id="R58875ab733de4eb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50fac7ad9404982" /><Relationship Type="http://schemas.openxmlformats.org/officeDocument/2006/relationships/notesMaster" Target="/ppt/notesMasters/notesMaster1.xml" Id="Rf7c4c87da2b442e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f853d66b8124c8a" /><Relationship Type="http://schemas.openxmlformats.org/officeDocument/2006/relationships/notesMaster" Target="/ppt/notesMasters/notesMaster1.xml" Id="R0ae322492dd54a2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1275ef7e7964f6a" /><Relationship Type="http://schemas.openxmlformats.org/officeDocument/2006/relationships/notesMaster" Target="/ppt/notesMasters/notesMaster1.xml" Id="R2275200ded4b407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359d09179ed482d" /><Relationship Type="http://schemas.openxmlformats.org/officeDocument/2006/relationships/notesMaster" Target="/ppt/notesMasters/notesMaster1.xml" Id="R2a67e1fab1a5467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6a130e99ec64181" /><Relationship Type="http://schemas.openxmlformats.org/officeDocument/2006/relationships/notesMaster" Target="/ppt/notesMasters/notesMaster1.xml" Id="R95fb6dc082b04cd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964a9fe56944ad9" /><Relationship Type="http://schemas.openxmlformats.org/officeDocument/2006/relationships/notesMaster" Target="/ppt/notesMasters/notesMaster1.xml" Id="R65511e1058fb4e7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2124d0882d54772" /><Relationship Type="http://schemas.openxmlformats.org/officeDocument/2006/relationships/notesMaster" Target="/ppt/notesMasters/notesMaster1.xml" Id="R4e829d47737b437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3039545ec024a12" /><Relationship Type="http://schemas.openxmlformats.org/officeDocument/2006/relationships/notesMaster" Target="/ppt/notesMasters/notesMaster1.xml" Id="R14a17170c3b44c5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68f2b3604d34b4a" /><Relationship Type="http://schemas.openxmlformats.org/officeDocument/2006/relationships/notesMaster" Target="/ppt/notesMasters/notesMaster1.xml" Id="R2fe68cff5c794d9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f59cfccaff6427d" /><Relationship Type="http://schemas.openxmlformats.org/officeDocument/2006/relationships/notesMaster" Target="/ppt/notesMasters/notesMaster1.xml" Id="Rf6b0797378134e0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d6b1209276f460d" /><Relationship Type="http://schemas.openxmlformats.org/officeDocument/2006/relationships/notesMaster" Target="/ppt/notesMasters/notesMaster1.xml" Id="R2117cf832f8e4f9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79f25bc176b43b9" /><Relationship Type="http://schemas.openxmlformats.org/officeDocument/2006/relationships/notesMaster" Target="/ppt/notesMasters/notesMaster1.xml" Id="Ra3b23c6ccd274d4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c072f78f31f4433" /><Relationship Type="http://schemas.openxmlformats.org/officeDocument/2006/relationships/notesMaster" Target="/ppt/notesMasters/notesMaster1.xml" Id="R4fb83700fd57481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41884fff3934884" /><Relationship Type="http://schemas.openxmlformats.org/officeDocument/2006/relationships/notesMaster" Target="/ppt/notesMasters/notesMaster1.xml" Id="R7eabb0bafafe414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5cd938c3fc447fb" /><Relationship Type="http://schemas.openxmlformats.org/officeDocument/2006/relationships/notesMaster" Target="/ppt/notesMasters/notesMaster1.xml" Id="R904dfd007c7c41b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71b66dacbe441ed" /><Relationship Type="http://schemas.openxmlformats.org/officeDocument/2006/relationships/notesMaster" Target="/ppt/notesMasters/notesMaster1.xml" Id="R706ab57ed21146f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67eff496213435b" /><Relationship Type="http://schemas.openxmlformats.org/officeDocument/2006/relationships/notesMaster" Target="/ppt/notesMasters/notesMaster1.xml" Id="R0a4c0c349c5e476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8e4962a5e2c4385" /><Relationship Type="http://schemas.openxmlformats.org/officeDocument/2006/relationships/notesMaster" Target="/ppt/notesMasters/notesMaster1.xml" Id="Rf2ff147b81b3457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22626c301964267" /><Relationship Type="http://schemas.openxmlformats.org/officeDocument/2006/relationships/notesMaster" Target="/ppt/notesMasters/notesMaster1.xml" Id="Rb1219255dec5454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6d1036bb28b44f1" /><Relationship Type="http://schemas.openxmlformats.org/officeDocument/2006/relationships/notesMaster" Target="/ppt/notesMasters/notesMaster1.xml" Id="R74b48aea1b81486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c2d321f321b4795" /><Relationship Type="http://schemas.openxmlformats.org/officeDocument/2006/relationships/notesMaster" Target="/ppt/notesMasters/notesMaster1.xml" Id="Rc88ffb1bf6694b7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52d9763b49744f6" /><Relationship Type="http://schemas.openxmlformats.org/officeDocument/2006/relationships/notesMaster" Target="/ppt/notesMasters/notesMaster1.xml" Id="Rf77c1334c88a40d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0f48ce72fff480e" /><Relationship Type="http://schemas.openxmlformats.org/officeDocument/2006/relationships/notesMaster" Target="/ppt/notesMasters/notesMaster1.xml" Id="Re2c9bfec7e8d4d6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5d13690df9846fe" /><Relationship Type="http://schemas.openxmlformats.org/officeDocument/2006/relationships/notesMaster" Target="/ppt/notesMasters/notesMaster1.xml" Id="Rf1b30e49eb7a4f4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0f7fc6eec5a49fe" /><Relationship Type="http://schemas.openxmlformats.org/officeDocument/2006/relationships/notesMaster" Target="/ppt/notesMasters/notesMaster1.xml" Id="Rab7bf4119644493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6c283b80b744361" /><Relationship Type="http://schemas.openxmlformats.org/officeDocument/2006/relationships/notesMaster" Target="/ppt/notesMasters/notesMaster1.xml" Id="R5cb508d36cdf4e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1장.</a:t>
            </a:r>
          </a:p>
          <a:p xmlns:a="http://schemas.openxmlformats.org/drawingml/2006/main">
            <a:r>
              <a:t>대표 검토본 1/5. 전체 계획 1장. 원래 등록 캐릭터 에셋을 사용해야 하나 현재 원본이 열리지 않아 표지 캐릭터는 아직 미반영이다. 재생성 인물을 대체재로 넣지 않았다. 도입 순서는 표지→동기 유발→수업 목차→학습 목표.</a:t>
            </a:r>
          </a:p>
          <a:p xmlns:a="http://schemas.openxmlformats.org/drawingml/2006/main">
            <a:r>
              <a:t>출처: 등록 캐릭터 에셋 파일은 build/original-character-assets.json 및 자산 기록 참조. 디자인: 사용자 수정본 실제1쪽, brief.md. 생성 후 거부된 hess-cover-scene.png는 이 PPT에 포함하지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2장.</a:t>
            </a:r>
          </a:p>
          <a:p xmlns:a="http://schemas.openxmlformats.org/drawingml/2006/main">
            <a:r>
              <a:t>2026-10-27 사용자 수정 반영. 등록 assets/characters/body/references/body_guide_reading.png 원본을 그대로 사용한다. 얼굴·머리·비율 재생성 없음. 안내 인물을 크게 배치하고 말풍선 꼬리를 연결한다. 두 경로의 출발점과 도착점이 같다는 조건을 비교한다. 걷는 거리·신체 에너지를 반응열과 같다고 설명하지 않는다. 출처: 천재교육 물질과 에너지82쪽 도입의 경로·높이 차 질문. 과학 비교 도식은 별도 편집 가능한 요소. 캐릭터 출처·해시는 assets/registered-originals/provenance.json.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3/40. 수업 목차</a:t>
            </a:r>
          </a:p>
          <a:p xmlns:a="http://schemas.openxmlformats.org/drawingml/2006/main">
            <a:r>
              <a:t>핵심: 원리·계산·생성 엔탈피·실험의 네 흐름</a:t>
            </a:r>
          </a:p>
          <a:p xmlns:a="http://schemas.openxmlformats.org/drawingml/2006/main">
            <a:r>
              <a:t>교사용: 사용자 수정본2쪽의 실제 블록 윤곽을 추적해 편집 가능한 도형으로 재현. 블록을 맞붙이지 않고 꺾임 사이 좁은 여백 유지. 네 문구만 넣고 Part0 블록을 추가하지 않음.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4/40. 학습 목표</a:t>
            </a:r>
          </a:p>
          <a:p xmlns:a="http://schemas.openxmlformats.org/drawingml/2006/main">
            <a:r>
              <a:t>핵심: 경로를 비교하고 반응 엔탈피를 구해 실험 자료를 해석한다</a:t>
            </a:r>
          </a:p>
          <a:p xmlns:a="http://schemas.openxmlformats.org/drawingml/2006/main">
            <a:r>
              <a:t>교사용: 목표 목록의 가로 위치와 왼쪽 정렬 유지, 세로만 상자 중앙에 정렬. 원본 안내 캐릭터 파일 확보 전 신규 생성 인물을 넣지 않음.</a:t>
            </a:r>
          </a:p>
          <a:p xmlns:a="http://schemas.openxmlformats.org/drawingml/2006/main">
            <a:r>
              <a:t>출처: STD22; W22 118~124.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5/40. Part 1 헤스 법칙</a:t>
            </a:r>
          </a:p>
          <a:p xmlns:a="http://schemas.openxmlformats.org/drawingml/2006/main">
            <a:r>
              <a:t>핵심: 같은 반응이 다른 경로로 일어나면 출입하는 열도 달라질까?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6장.</a:t>
            </a:r>
          </a:p>
          <a:p xmlns:a="http://schemas.openxmlformats.org/drawingml/2006/main">
            <a:r>
              <a:t>대표 검토본3/5. 전체 계획6장. 최신 사용자 정정에 따라 정의·다른 이름·유용성의 서로 완결된 요점 세 개를 각각 한 행 한 줄로 제시한다. 한 문장의 연결어와 결론을 별도 단계로 쪼개지 않는다. 같은 온도·압력과 같은 반응 물질의 양을 맞춘 비교라는 조건을 말로 보완한다. 반응 속도·시간·최고 온도가 같다는 의미가 아니다.</a:t>
            </a:r>
          </a:p>
          <a:p xmlns:a="http://schemas.openxmlformats.org/drawingml/2006/main">
            <a:r>
              <a:t>출처: 통합_(22개정)완자 고등물질과에너지_본문_260415(교사용).pdf PDF/인쇄118, 헤스 법칙 정의. 디자인: 사용자 수정본 실제8·15쪽, 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7/40. 무엇이 같아야 할까?</a:t>
            </a:r>
          </a:p>
          <a:p xmlns:a="http://schemas.openxmlformats.org/drawingml/2006/main">
            <a:r>
              <a:t>핵심: 시작·끝의 종류·상태·양과 온도·압력 조건을 맞춰 비교한다</a:t>
            </a:r>
          </a:p>
          <a:p xmlns:a="http://schemas.openxmlformats.org/drawingml/2006/main">
            <a:r>
              <a:t>교사용: 조건 안내 후 반응식의 합·배수·역반응 세 조작을 소개한다. 8~11장에서 예시로 설명한다.</a:t>
            </a:r>
          </a:p>
          <a:p xmlns:a="http://schemas.openxmlformats.org/drawingml/2006/main">
            <a:r>
              <a:t>출처: W22 118~119; 3-01 선수 개념.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8장.</a:t>
            </a:r>
          </a:p>
          <a:p xmlns:a="http://schemas.openxmlformats.org/drawingml/2006/main">
            <a:r>
              <a:t>2026-10-27 원본 반응식 교체. 최신 출처: T84 그림III-8; ΔH1=-189.3, ΔH2=-76.9, ΔH3=-112.4 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검토본4/5. 전체 계획8장. 왼쪽은 완자 원본 그래프·실험 도식이다. 직접 경로와 두 단계 경로의 시작·끝 물질을 먼저 비교한다. 그 뒤 원본의 ΔH 화살표를 가리키고 오른쪽 수치와 대응한다. 중간에 물질의 상태와 희석 조건을 임의로 바꾸지 않는다. 식의 합은 다음 본문에서 분리해 설명한다. 장식 캐릭터는 쓰지 않는다.</a:t>
            </a:r>
          </a:p>
          <a:p xmlns:a="http://schemas.openxmlformats.org/drawingml/2006/main">
            <a:r>
              <a:t>출처: W22 PDF/인쇄118, CaO(s)·H2O(l)·HCl(aq)의 두 경로 도식 및 ΔH1=-193.5,ΔH2=-81.9,ΔH3=-111.6kJ. 교과서 원본은 아직 미열람으로 이번 검토본은 확인된 완자 원본 사용. 디자인: 사용자 수정본22·33~34쪽 왼쪽 원본/오른쪽 설명 차용.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T84 원본 반응식 세 개. ΔH2+ΔH3=ΔH1</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9/40. 반응식을 더하면</a:t>
            </a:r>
          </a:p>
          <a:p xmlns:a="http://schemas.openxmlformats.org/drawingml/2006/main">
            <a:r>
              <a:t>핵심: 중간 물질이 소거되면 두 단계의 합이 직접 반응식이 된다</a:t>
            </a:r>
          </a:p>
          <a:p xmlns:a="http://schemas.openxmlformats.org/drawingml/2006/main">
            <a:r>
              <a:t>교사용: 앞 장의 두 단계 반응을 합한다. Ca(OH)2(aq)와 양변의 물1mol이 소거되어 직접 반응식이 남는다. 상태가 다른 물질은 소거하지 않는다.</a:t>
            </a:r>
          </a:p>
          <a:p xmlns:a="http://schemas.openxmlformats.org/drawingml/2006/main">
            <a:r>
              <a:t>출처: W22 118~119 CaO 반응식①~③.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T76 물 생성 반응 1mol·2mol 원본. -285.8/-571.6kJ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10/40. 계수를 바꾸면 ΔH도 바뀐다</a:t>
            </a:r>
          </a:p>
          <a:p xmlns:a="http://schemas.openxmlformats.org/drawingml/2006/main">
            <a:r>
              <a:t>핵심: 반응식의 모든 계수에 k를 곱하면 ΔH에도 k를 곱한다</a:t>
            </a:r>
          </a:p>
          <a:p xmlns:a="http://schemas.openxmlformats.org/drawingml/2006/main">
            <a:r>
              <a:t>교사용: 반응식 전체 계수에 같은 비율을 적용한다. ΔH의 부호와 계수 변화량을 구분한다.</a:t>
            </a:r>
          </a:p>
          <a:p xmlns:a="http://schemas.openxmlformats.org/drawingml/2006/main">
            <a:r>
              <a:t>출처: W22 122 Q2 (가), 2배 비교는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T86 메테인 생성식과 T87 분해식 원본. -74.8/+74.8kJ/mol</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11/40. 반응을 뒤집으면 부호가 바뀐다</a:t>
            </a:r>
          </a:p>
          <a:p xmlns:a="http://schemas.openxmlformats.org/drawingml/2006/main">
            <a:r>
              <a:t>핵심: 역반응의 ΔH는 절댓값이 같고 부호가 반대다</a:t>
            </a:r>
          </a:p>
          <a:p xmlns:a="http://schemas.openxmlformats.org/drawingml/2006/main">
            <a:r>
              <a:t>교사용: 반응 방향·물질 위치·ΔH 부호를 한 번에 바꾼다.</a:t>
            </a:r>
          </a:p>
          <a:p xmlns:a="http://schemas.openxmlformats.org/drawingml/2006/main">
            <a:r>
              <a:t>출처: W22 119 반응③, 역반응은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12/40. 헤스 법칙의 세 가지 조작</a:t>
            </a:r>
          </a:p>
          <a:p xmlns:a="http://schemas.openxmlformats.org/drawingml/2006/main">
            <a:r>
              <a:t>핵심: 반응식의 배수·역반응·합에 ΔH도 같은 조작을 적용한다</a:t>
            </a:r>
          </a:p>
          <a:p xmlns:a="http://schemas.openxmlformats.org/drawingml/2006/main">
            <a:r>
              <a:t>교사용: 개념을 배운 Part1 안에서 바로 소정리한다. 설명한 세 조작을 이후 계산의 점검 기준으로 사용한다.</a:t>
            </a:r>
          </a:p>
          <a:p xmlns:a="http://schemas.openxmlformats.org/drawingml/2006/main">
            <a:r>
              <a:t>출처: W22 118~119·122.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13/40. Part 2 반응 엔탈피 구하기</a:t>
            </a:r>
          </a:p>
          <a:p xmlns:a="http://schemas.openxmlformats.org/drawingml/2006/main">
            <a:r>
              <a:t>핵심: 직접 측정하기 어려운 반응의 ΔH를 다른 반응으로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14/40. CO 생성열을 직접 재기 어려운 까닭</a:t>
            </a:r>
          </a:p>
          <a:p xmlns:a="http://schemas.openxmlformats.org/drawingml/2006/main">
            <a:r>
              <a:t>핵심: 탄소의 불완전 연소에서는 CO2도 함께 생길 수 있다</a:t>
            </a:r>
          </a:p>
          <a:p xmlns:a="http://schemas.openxmlformats.org/drawingml/2006/main">
            <a:r>
              <a:t>교사용: 혼합 생성물이 생길 수 있다는 측정의 어려움과 간접 방법의 필요성을 설명한다. 직접 측정이 원리적으로 영원히 불가능하다는 주장으로 확대하지 않는다.</a:t>
            </a:r>
          </a:p>
          <a:p xmlns:a="http://schemas.openxmlformats.org/drawingml/2006/main">
            <a:r>
              <a:t>출처: W22 119 헤스 법칙 이용 본문.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예제 세 반응식 원본. CO 생성 ΔH3, CO 산화 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15/40. 목표 반응과 주어진 반응</a:t>
            </a:r>
          </a:p>
          <a:p xmlns:a="http://schemas.openxmlformats.org/drawingml/2006/main">
            <a:r>
              <a:t>핵심: CO를 만드는 목표식과 알려진 두 연소식을 구별한다</a:t>
            </a:r>
          </a:p>
          <a:p xmlns:a="http://schemas.openxmlformats.org/drawingml/2006/main">
            <a:r>
              <a:t>교사용: 원하는 CO가 생성물에 계수1로 있어야 함을 먼저 표시한다. 주어진 식과 목표식을 구분한다.</a:t>
            </a:r>
          </a:p>
          <a:p xmlns:a="http://schemas.openxmlformats.org/drawingml/2006/main">
            <a:r>
              <a:t>출처: W22 119 반응①~③.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예제 원본 식 조합. ③=①−②</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16/40. 같은 물질을 소거하자</a:t>
            </a:r>
          </a:p>
          <a:p xmlns:a="http://schemas.openxmlformats.org/drawingml/2006/main">
            <a:r>
              <a:t>핵심: CO 산화 반응을 뒤집어 더하면 CO2가 소거된다</a:t>
            </a:r>
          </a:p>
          <a:p xmlns:a="http://schemas.openxmlformats.org/drawingml/2006/main">
            <a:r>
              <a:t>교사용: 처음부터 식을 단순 빼는 요령만 주지 않고 역반응의 부호와 물질 소거를 함께 보인다. 산소1/2mol이 남는지 검산한다.</a:t>
            </a:r>
          </a:p>
          <a:p xmlns:a="http://schemas.openxmlformats.org/drawingml/2006/main">
            <a:r>
              <a:t>출처: W22 119 CO 생성식 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17장.</a:t>
            </a:r>
          </a:p>
          <a:p xmlns:a="http://schemas.openxmlformats.org/drawingml/2006/main">
            <a:r>
              <a:t>2026-10-27 원본 반응식 교체. 최신 출처: T85 원본 식 두 개. ΔH3=ΔH1−ΔH2=-110.5kJ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검토본5/5. 전체 계획17장. 목표식은 C(s,흑연)+1/2O2(g)→CO(g). ΔH2=ΔH1−ΔH3을 먼저 읽는다. 위 두 원본 반응식에서 CO 산화 반응을 역으로 한 뒤 합하면 CO2가 소거됨을 앞 장에서 다루고, 이 장에서는 수치 계산에 집중한다. 두 음수를 빼므로 -393.5+283.0=-110.5kJ. 적힌 목표 반응 1회(탄소1mol)에 해당한다.</a:t>
            </a:r>
          </a:p>
          <a:p xmlns:a="http://schemas.openxmlformats.org/drawingml/2006/main">
            <a:r>
              <a:t>출처: W22 PDF/인쇄119, 탄소·CO 연소 반응식과 ΔH 계산. 원본 수식은 별도 크롭, 다른 문장은 편집 가능한 텍스트. 디자인: 사용자 수정본28·38쪽의 관계식→대입·결과 위계.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18/40. 헤스 법칙 계산의 순서</a:t>
            </a:r>
          </a:p>
          <a:p xmlns:a="http://schemas.openxmlformats.org/drawingml/2006/main">
            <a:r>
              <a:t>핵심: 목표식 확인→방향·계수 조절→물질 소거→ΔH 계산 순서로 푼다</a:t>
            </a:r>
          </a:p>
          <a:p xmlns:a="http://schemas.openxmlformats.org/drawingml/2006/main">
            <a:r>
              <a:t>교사용: 앞 CO 풀이와 네 단계를 연결한다. 3단계에서 상태가 다르면 소거하면 안 된다고 강조한다.</a:t>
            </a:r>
          </a:p>
          <a:p xmlns:a="http://schemas.openxmlformats.org/drawingml/2006/main">
            <a:r>
              <a:t>출처: W22 122 비법 특강.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W22 122 Q2 주어진식·목표식 원본</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19/40. SO2가 SO3로 바뀔 때</a:t>
            </a:r>
          </a:p>
          <a:p xmlns:a="http://schemas.openxmlformats.org/drawingml/2006/main">
            <a:r>
              <a:t>핵심: 목표식에 맞게 한 반응을 2배하고 다른 반응과 조합한다</a:t>
            </a:r>
          </a:p>
          <a:p xmlns:a="http://schemas.openxmlformats.org/drawingml/2006/main">
            <a:r>
              <a:t>교사용: 먼저 독립 풀이. 정답은 다음 장에 두고, 목표 SO2 계수2와 SO3 생성물 위치를 확인하게 한다.</a:t>
            </a:r>
          </a:p>
          <a:p xmlns:a="http://schemas.openxmlformats.org/drawingml/2006/main">
            <a:r>
              <a:t>출처: W22 122 Q2.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W22 122 Q2 주어진식·목표식 원본. 반응식 이미지 재생성 없음</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20/40. 반응식과 ΔH를 함께 검산</a:t>
            </a:r>
          </a:p>
          <a:p xmlns:a="http://schemas.openxmlformats.org/drawingml/2006/main">
            <a:r>
              <a:t>핵심: 2SO2+O2→2SO3의 ΔH는 -197 kJ이다</a:t>
            </a:r>
          </a:p>
          <a:p xmlns:a="http://schemas.openxmlformats.org/drawingml/2006/main">
            <a:r>
              <a:t>교사용: (가)를2배하고 뒤집어 (나)와 더한다. 황원자·산소분자와 ΔH 부호·단위를 검산한다.</a:t>
            </a:r>
          </a:p>
          <a:p xmlns:a="http://schemas.openxmlformats.org/drawingml/2006/main">
            <a:r>
              <a:t>출처: W22 122 Q2 해설.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실제38·39쪽;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원본 그래프. ΔH1=ΔH3+ΔH2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21/40. 그림도 반응식도 같은 관계</a:t>
            </a:r>
          </a:p>
          <a:p xmlns:a="http://schemas.openxmlformats.org/drawingml/2006/main">
            <a:r>
              <a:t>핵심: 경로 그림의 화살표와 식 조합은 같은 ΔH 관계를 나타낸다</a:t>
            </a:r>
          </a:p>
          <a:p xmlns:a="http://schemas.openxmlformats.org/drawingml/2006/main">
            <a:r>
              <a:t>교사용: 그림의 화살표 방향과 반응식의 방향이 대응함을 확인한다. 중간 수준에는 남은 산소1/2mol을 함께 표시한 원본을 쓴다.</a:t>
            </a:r>
          </a:p>
          <a:p xmlns:a="http://schemas.openxmlformats.org/drawingml/2006/main">
            <a:r>
              <a:t>출처: W22 119 엔탈피 그래프.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22/40. Part 3 표준 생성 엔탈피</a:t>
            </a:r>
          </a:p>
          <a:p xmlns:a="http://schemas.openxmlformats.org/drawingml/2006/main">
            <a:r>
              <a:t>핵심: 물질마다 같은 기준의 생성 엔탈피를 알면 어떤 반응의 열도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 생성식 원본. T86 표준 생성 엔탈피 정의·표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23/40. 표준 생성 엔탈피</a:t>
            </a:r>
          </a:p>
          <a:p xmlns:a="http://schemas.openxmlformats.org/drawingml/2006/main">
            <a:r>
              <a:t>핵심: 기준 원소 물질로부터 물질 1mol이 생성될 때의 반응 엔탈피다</a:t>
            </a:r>
          </a:p>
          <a:p xmlns:a="http://schemas.openxmlformats.org/drawingml/2006/main">
            <a:r>
              <a:t>교사용: f는formation, 위첨자°는표준상태라는 기호를 말로 보완한다. 이 자료의 수치는25°C 조건이며 온도를 표준상태 정의 자체와 동일시하지 않는다. 주 교과서 직접 대조 전 잠정 Part이다.</a:t>
            </a:r>
          </a:p>
          <a:p xmlns:a="http://schemas.openxmlformats.org/drawingml/2006/main">
            <a:r>
              <a:t>출처: W22 121 정의·물 생성식.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실제8·15쪽;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24/40. 기준 원소 물질의 값은 0</a:t>
            </a:r>
          </a:p>
          <a:p xmlns:a="http://schemas.openxmlformats.org/drawingml/2006/main">
            <a:r>
              <a:t>핵심: 가장 안정한 기준 원소 물질의 표준 생성 엔탈피를 0으로 정한다</a:t>
            </a:r>
          </a:p>
          <a:p xmlns:a="http://schemas.openxmlformats.org/drawingml/2006/main">
            <a:r>
              <a:t>교사용: 기준 원소 물질의 생성 엔탈피를0으로 정한 것이며, 물질의 엔탈피H가0이라는 의미가 아니다. 고립 원자·다른 동소체로 자동 확대하지 않는다.</a:t>
            </a:r>
          </a:p>
          <a:p xmlns:a="http://schemas.openxmlformats.org/drawingml/2006/main">
            <a:r>
              <a:t>출처: W22 121 표·원소 기준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물·수증기 생성 반응식 원본 두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25/40. 물과 수증기는 서로 다른 자료다</a:t>
            </a:r>
          </a:p>
          <a:p xmlns:a="http://schemas.openxmlformats.org/drawingml/2006/main">
            <a:r>
              <a:t>핵심: 물질의 상태가 다르면 표준 생성 엔탈피도 다르다</a:t>
            </a:r>
          </a:p>
          <a:p xmlns:a="http://schemas.openxmlformats.org/drawingml/2006/main">
            <a:r>
              <a:t>교사용: 비교하는 물질의 양과 온도조건은같고 생성물상태만다르다. 상태문자만기울이고괄호정자유지. 상태가다른H2O를서로소거하지않는다.</a:t>
            </a:r>
          </a:p>
          <a:p xmlns:a="http://schemas.openxmlformats.org/drawingml/2006/main">
            <a:r>
              <a:t>출처: W22 121 상태별 표;123 Q4.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T87 원본 과정1~3. CH4 분해식은 역반응이므로 모든 과정을 더함</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26/40. 생성물에서 반응물을 빼는 까닭</a:t>
            </a:r>
          </a:p>
          <a:p xmlns:a="http://schemas.openxmlformats.org/drawingml/2006/main">
            <a:r>
              <a:t>핵심: 원소에서 생성물로 가는 경로와 반응물을 거치는 경로를 비교한다</a:t>
            </a:r>
          </a:p>
          <a:p xmlns:a="http://schemas.openxmlformats.org/drawingml/2006/main">
            <a:r>
              <a:t>교사용: 원소에서생성물로가는경로와메테인을거치는경로를비교한다. CH4생성식①을뒤집고③을2배하여원소를소거한다. 다음장일반식으로연결한다.</a:t>
            </a:r>
          </a:p>
          <a:p xmlns:a="http://schemas.openxmlformats.org/drawingml/2006/main">
            <a:r>
              <a:t>출처: W22 121 CH4 생성식①②③·조합.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27/40. 계수를 곱해 합한다</a:t>
            </a:r>
          </a:p>
          <a:p xmlns:a="http://schemas.openxmlformats.org/drawingml/2006/main">
            <a:r>
              <a:t>핵심: ΔrH°=ΣνΔfH°(생성물)-ΣνΔfH°(반응물)이다</a:t>
            </a:r>
          </a:p>
          <a:p xmlns:a="http://schemas.openxmlformats.org/drawingml/2006/main">
            <a:r>
              <a:t>교사용: 일반식의합은그냥각물질값을한번씩더한다는뜻이아니라계수곱을포함한다. 엄밀한표준반응엔탈피기호와단위는주교과서대조후통일한다.</a:t>
            </a:r>
          </a:p>
          <a:p xmlns:a="http://schemas.openxmlformats.org/drawingml/2006/main">
            <a:r>
              <a:t>출처: W22 121 관계식.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T86 메테인 연소 반응식 원본, T86~87 수치로 -890.3kJ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28/40. 메테인 연소열 구하기</a:t>
            </a:r>
          </a:p>
          <a:p xmlns:a="http://schemas.openxmlformats.org/drawingml/2006/main">
            <a:r>
              <a:t>핵심: 제시된 표의 값으로 CH4 연소 ΔH는 -890.3 kJ이다</a:t>
            </a:r>
          </a:p>
          <a:p xmlns:a="http://schemas.openxmlformats.org/drawingml/2006/main">
            <a:r>
              <a:t>교사용: 이장수치세트는완자121의-74.8/-393.5/-285.8을그대로이용한다. 3-01자료의-890.5값과혼용하지않는다. CH4연소1mol기준식이다.</a:t>
            </a:r>
          </a:p>
          <a:p xmlns:a="http://schemas.openxmlformats.org/drawingml/2006/main">
            <a:r>
              <a:t>출처: W22 121 표·메테인 예제.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 기화식 원본. ΔH3=+44.0kJ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29/40. 물의 상태 변화 엔탈피</a:t>
            </a:r>
          </a:p>
          <a:p xmlns:a="http://schemas.openxmlformats.org/drawingml/2006/main">
            <a:r>
              <a:t>핵심: 제시된 두 생성 엔탈피 차이로 기화 ΔH=+44.0 kJ를 구한다</a:t>
            </a:r>
          </a:p>
          <a:p xmlns:a="http://schemas.openxmlformats.org/drawingml/2006/main">
            <a:r>
              <a:t>교사용: 25°C에서상태차이를나타낸값이다. 끓는점100°C의기화엔탈피와혼용하지않는다. 두반응의물질상태를구분한다.</a:t>
            </a:r>
          </a:p>
          <a:p xmlns:a="http://schemas.openxmlformats.org/drawingml/2006/main">
            <a:r>
              <a:t>출처: W22 123 Q4;121 상태별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실제20·24쪽;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30/40. 생성 엔탈피 계산의 확인점</a:t>
            </a:r>
          </a:p>
          <a:p xmlns:a="http://schemas.openxmlformats.org/drawingml/2006/main">
            <a:r>
              <a:t>핵심: 생성물 1mol 기준·기준 원소·물질 상태·반응 계수를 확인한다</a:t>
            </a:r>
          </a:p>
          <a:p xmlns:a="http://schemas.openxmlformats.org/drawingml/2006/main">
            <a:r>
              <a:t>교사용: 표의kJ/mol과적힌열화학반응식의kJ를구분한다. 단원뒤로밀지않고Part3안에서정리한다.</a:t>
            </a:r>
          </a:p>
          <a:p xmlns:a="http://schemas.openxmlformats.org/drawingml/2006/main">
            <a:r>
              <a:t>출처: W22 121·124 핵심체크.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31/40. Part 4 실험으로 확인하는 헤스 법칙</a:t>
            </a:r>
          </a:p>
          <a:p xmlns:a="http://schemas.openxmlformats.org/drawingml/2006/main">
            <a:r>
              <a:t>핵심: 용해한 뒤 중화할 때와 고체를 직접 반응시킬 때의 열은 어떤 관계일까?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W22 120 원본 NaOH 반응식 세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32/40. 같은 처음과 끝을 만드는 두 경로</a:t>
            </a:r>
          </a:p>
          <a:p xmlns:a="http://schemas.openxmlformats.org/drawingml/2006/main">
            <a:r>
              <a:t>핵심: NaOH 용해+수용액 중화와 고체 NaOH의 직접 반응을 비교한다</a:t>
            </a:r>
          </a:p>
          <a:p xmlns:a="http://schemas.openxmlformats.org/drawingml/2006/main">
            <a:r>
              <a:t>교사용: 처음·나중에있는물질전체를같게한다. 반응식에생략된용매물도경로조건에서비교한다. NaOH(aq)는중간물질로소거된다.</a:t>
            </a:r>
          </a:p>
          <a:p xmlns:a="http://schemas.openxmlformats.org/drawingml/2006/main">
            <a:r>
              <a:t>출처: W22 120 실험;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실제22·36쪽;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33/40. 실험 조건을 맞추자</a:t>
            </a:r>
          </a:p>
          <a:p xmlns:a="http://schemas.openxmlformats.org/drawingml/2006/main">
            <a:r>
              <a:t>핵심: NaOH 양·전체 물질·처음 온도와 열량계 조건을 비교한다</a:t>
            </a:r>
          </a:p>
          <a:p xmlns:a="http://schemas.openxmlformats.org/drawingml/2006/main">
            <a:r>
              <a:t>교사용: 완자예시실험Ⅰ용해뒤25°C로식히고중화한다. 실험Ⅱ에서는물과염산혼합뒤25°C로식힌후고체를넣는다. 원본사진의두패널이모두실험Ⅰ임을구분하고직접반응실험사진으로잘못이름붙이지않는다.</a:t>
            </a:r>
          </a:p>
          <a:p xmlns:a="http://schemas.openxmlformats.org/drawingml/2006/main">
            <a:r>
              <a:t>출처: W22 120 과정·실험Ⅰ 사진.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34/40. 열량계에서 읽는 것</a:t>
            </a:r>
          </a:p>
          <a:p xmlns:a="http://schemas.openxmlformats.org/drawingml/2006/main">
            <a:r>
              <a:t>핵심: 용액이 얻은 열 Q=cmΔt로 반응에서 방출한 열을 추정한다</a:t>
            </a:r>
          </a:p>
          <a:p xmlns:a="http://schemas.openxmlformats.org/drawingml/2006/main">
            <a:r>
              <a:t>교사용: 외부열출입·열량계열용량을무시하는근사에서용액이얻은열과반응에서방출한열의크기를연결한다. 반응mol기준으로환산하기전Q는J또는kJ이다. 용질질량도더한다.</a:t>
            </a:r>
          </a:p>
          <a:p xmlns:a="http://schemas.openxmlformats.org/drawingml/2006/main">
            <a:r>
              <a:t>출처: W22 120 Q=cmΔt·열량 계산;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실제23·28쪽;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35/40. 교재의 온도 자료 읽기</a:t>
            </a:r>
          </a:p>
          <a:p xmlns:a="http://schemas.openxmlformats.org/drawingml/2006/main">
            <a:r>
              <a:t>핵심: 각 반응 단계의 질량과 온도 변화를 따로 기록한다</a:t>
            </a:r>
          </a:p>
          <a:p xmlns:a="http://schemas.openxmlformats.org/drawingml/2006/main">
            <a:r>
              <a:t>교사용: 교재예시데이터이며이번수업에서실측한값으로표현하지않는다. W22와G22예시온도를섞지않는다. 각반응의처음온도를별도로기록한다.</a:t>
            </a:r>
          </a:p>
          <a:p xmlns:a="http://schemas.openxmlformats.org/drawingml/2006/main">
            <a:r>
              <a:t>출처: W22 120 결과·열량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36/40. 한 단계의 반응 엔탈피</a:t>
            </a:r>
          </a:p>
          <a:p xmlns:a="http://schemas.openxmlformats.org/drawingml/2006/main">
            <a:r>
              <a:t>핵심: 용해 단계는 Q≈8.30kJ, NaOH 0.200mol 기준 ΔH≈-41.50kJ/mol이다</a:t>
            </a:r>
          </a:p>
          <a:p xmlns:a="http://schemas.openxmlformats.org/drawingml/2006/main">
            <a:r>
              <a:t>교사용: 계산전의정확한값-41.496kJ/mol을최종반올림하면-41.50이다. 온도상승으로용액이열을얻었고반응ΔH는음수임을구분한다.</a:t>
            </a:r>
          </a:p>
          <a:p xmlns:a="http://schemas.openxmlformats.org/drawingml/2006/main">
            <a:r>
              <a:t>출처: W22 120 실험Ⅰ❶.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37/40. 나머지 두 단계와 비교</a:t>
            </a:r>
          </a:p>
          <a:p xmlns:a="http://schemas.openxmlformats.org/drawingml/2006/main">
            <a:r>
              <a:t>핵심: 교재 반올림값은 중화 -52.25, 직접 반응 -94.25kJ/mol이다</a:t>
            </a:r>
          </a:p>
          <a:p xmlns:a="http://schemas.openxmlformats.org/drawingml/2006/main">
            <a:r>
              <a:t>교사용: 중화10.45와직접18.85kJ는교재의중간반올림값이다. 연속계산의반올림전결과와혼합하지않고여기서는교재의반올림표를한세트로쓴다.</a:t>
            </a:r>
          </a:p>
          <a:p xmlns:a="http://schemas.openxmlformats.org/drawingml/2006/main">
            <a:r>
              <a:t>출처: W22 120 해석2.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38/40. 실험값은 얼마나 가까울까?</a:t>
            </a:r>
          </a:p>
          <a:p xmlns:a="http://schemas.openxmlformats.org/drawingml/2006/main">
            <a:r>
              <a:t>핵심: 두 단계 합 -93.75와 직접값 -94.25kJ/mol은 근사적으로 일치한다</a:t>
            </a:r>
          </a:p>
          <a:p xmlns:a="http://schemas.openxmlformats.org/drawingml/2006/main">
            <a:r>
              <a:t>교사용: 열손실·측정·증발및희석·농도조건의영향을교사발문으로연결한다. 데이터를고쳐정확히일치시키지않는다. 관찰은근사일치이며법칙실패로단정하지않는다.</a:t>
            </a:r>
          </a:p>
          <a:p xmlns:a="http://schemas.openxmlformats.org/drawingml/2006/main">
            <a:r>
              <a:t>출처: W22 120 해석3·오차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39/40. 직접 재지 못한 ΔH를 알게 되는 까닭</a:t>
            </a:r>
          </a:p>
          <a:p xmlns:a="http://schemas.openxmlformats.org/drawingml/2006/main">
            <a:r>
              <a:t>핵심: 알려진 반응을 조합해 같은 처음·끝을 만들면 미지 ΔH를 구할 수 있다</a:t>
            </a:r>
          </a:p>
          <a:p xmlns:a="http://schemas.openxmlformats.org/drawingml/2006/main">
            <a:r>
              <a:t>교사용: 도입의높이차비유와연결해경로와변화량을말로구분한다. 걷는거리나신체에너지와반응열을동일시하지않는다. 원래등록캐릭터를확보하지못해캐릭터는배치하지않았다.</a:t>
            </a:r>
          </a:p>
          <a:p xmlns:a="http://schemas.openxmlformats.org/drawingml/2006/main">
            <a:r>
              <a:t>출처: W22 118~123; STD22.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실제31·40쪽;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CO 생성 ΔH3=ΔH1−ΔH2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40/40. 경로와 식으로 설명하기</a:t>
            </a:r>
          </a:p>
          <a:p xmlns:a="http://schemas.openxmlformats.org/drawingml/2006/main">
            <a:r>
              <a:t>핵심: 경로 비교·식 조합·상태 확인을 근거로 헤스 법칙을 적용한다</a:t>
            </a:r>
          </a:p>
          <a:p xmlns:a="http://schemas.openxmlformats.org/drawingml/2006/main">
            <a:r>
              <a:t>교사용: 출구과제예상답:①두연소식을조합하면목표식이남음②양의값,생성엔탈피차이+44.0kJ③열손실·기기/온도측정·희석/농도조건등. 화면에정답을동시에적지않고교사노트에보존한다. 형식적정리문구보다실제개념활동이름으로끝낸다.</a:t>
            </a:r>
          </a:p>
          <a:p xmlns:a="http://schemas.openxmlformats.org/drawingml/2006/main">
            <a:r>
              <a:t>출처: W22 119·123·120 근거 교사 제작 확인 과제.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0a099146c5412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aca49b014494cb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0045897d60244e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5f767d523fa41c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cd11f836ede43e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d5b0ab03e8541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57DDA7-9068-4883-997B-C98C0DB973A6}"/>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56EA459-906F-4AAF-9EB1-0CAAC231B0C3}"/>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34A4A0A-46E6-4146-B31F-29385AAED523}"/>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8CA8D78-9129-4437-84D1-9B9CA05EB92C}"/>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9E69789-F9D5-4F6E-8259-66A977A5AD9A}"/>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5ABEC59-9CA6-4E71-9298-6308A70A6D07}"/>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3322578-8AC0-4294-BF94-64A486A461A3}"/>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7C1810E-7CD3-4C54-B584-81882A211C1C}"/>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D5BD750-AAA3-4BC4-A556-52681DC02E0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C738857-BEC9-4B7C-87F7-0909CC07100F}"/>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dcbf9bfdb24bc4" /><Relationship Type="http://schemas.openxmlformats.org/officeDocument/2006/relationships/slideLayout" Target="/ppt/slideLayouts/slideLayout1.xml" Id="Rc42f091513034c1b" /><Relationship Type="http://schemas.openxmlformats.org/officeDocument/2006/relationships/slideLayout" Target="/ppt/slideLayouts/slideLayout2.xml" Id="R5f857af502aa40ad" /><Relationship Type="http://schemas.openxmlformats.org/officeDocument/2006/relationships/slideLayout" Target="/ppt/slideLayouts/slideLayout3.xml" Id="Rb3cbd8ef21864f20" /><Relationship Type="http://schemas.openxmlformats.org/officeDocument/2006/relationships/slideLayout" Target="/ppt/slideLayouts/slideLayout4.xml" Id="Ra1df1cc1447e446b" /><Relationship Type="http://schemas.openxmlformats.org/officeDocument/2006/relationships/slideLayout" Target="/ppt/slideLayouts/slideLayout5.xml" Id="Rd252637ccdfd4a21" /><Relationship Type="http://schemas.openxmlformats.org/officeDocument/2006/relationships/slideLayout" Target="/ppt/slideLayouts/slideLayout6.xml" Id="R14813d9707654f6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42f091513034c1b"/>
    <p:sldLayoutId xmlns:r="http://schemas.openxmlformats.org/officeDocument/2006/relationships" id="2147483650" r:id="R5f857af502aa40ad"/>
    <p:sldLayoutId xmlns:r="http://schemas.openxmlformats.org/officeDocument/2006/relationships" id="2147483651" r:id="Rb3cbd8ef21864f20"/>
    <p:sldLayoutId xmlns:r="http://schemas.openxmlformats.org/officeDocument/2006/relationships" id="2147483652" r:id="Ra1df1cc1447e446b"/>
    <p:sldLayoutId xmlns:r="http://schemas.openxmlformats.org/officeDocument/2006/relationships" id="2147483653" r:id="Rd252637ccdfd4a21"/>
    <p:sldLayoutId xmlns:r="http://schemas.openxmlformats.org/officeDocument/2006/relationships" id="2147483654" r:id="R14813d9707654f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f99c2a0ce9740e3" /><Relationship Type="http://schemas.openxmlformats.org/officeDocument/2006/relationships/image" Target="/ppt/media/image.png" Id="Ra01154a41a7047a1" /><Relationship Type="http://schemas.openxmlformats.org/officeDocument/2006/relationships/image" Target="/ppt/media/image2.png" Id="R160f894618b94c6b" /><Relationship Type="http://schemas.openxmlformats.org/officeDocument/2006/relationships/notesSlide" Target="/ppt/notesSlides/notesSlide1.xml" Id="R2c2b8aa0950947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ce37359b9ce4cb5" /><Relationship Type="http://schemas.openxmlformats.org/officeDocument/2006/relationships/image" Target="/ppt/media/image3.png" Id="Rd6e60e7b5ba64a8e" /><Relationship Type="http://schemas.openxmlformats.org/officeDocument/2006/relationships/image" Target="/ppt/media/image4.png" Id="R99c4351b95d2426e" /><Relationship Type="http://schemas.openxmlformats.org/officeDocument/2006/relationships/notesSlide" Target="/ppt/notesSlides/notesSlide2.xml" Id="R97dfa608c6514fa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d1030255df44313" /><Relationship Type="http://schemas.openxmlformats.org/officeDocument/2006/relationships/image" Target="/ppt/media/image5.png" Id="R88fca846e85548b8" /><Relationship Type="http://schemas.openxmlformats.org/officeDocument/2006/relationships/notesSlide" Target="/ppt/notesSlides/notesSlide3.xml" Id="R20185523a18b45f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f9ab047aa8b4eaa" /><Relationship Type="http://schemas.openxmlformats.org/officeDocument/2006/relationships/image" Target="/ppt/media/image6.png" Id="Rb8afcae2ea714e08" /><Relationship Type="http://schemas.openxmlformats.org/officeDocument/2006/relationships/image" Target="/ppt/media/image7.png" Id="Rd5d115a02e61459b" /><Relationship Type="http://schemas.openxmlformats.org/officeDocument/2006/relationships/notesSlide" Target="/ppt/notesSlides/notesSlide4.xml" Id="Rbd9ce3322dd24be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2401bb69a974216" /><Relationship Type="http://schemas.openxmlformats.org/officeDocument/2006/relationships/image" Target="/ppt/media/image8.png" Id="R91c57881b3844e8e" /><Relationship Type="http://schemas.openxmlformats.org/officeDocument/2006/relationships/notesSlide" Target="/ppt/notesSlides/notesSlide5.xml" Id="R0706df12e0fc48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a63babecf3049d7" /><Relationship Type="http://schemas.openxmlformats.org/officeDocument/2006/relationships/image" Target="/ppt/media/image9.png" Id="Rd8845c1b540b4dec" /><Relationship Type="http://schemas.openxmlformats.org/officeDocument/2006/relationships/notesSlide" Target="/ppt/notesSlides/notesSlide6.xml" Id="Rf5ffb69e6734468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1747e0529fc408f" /><Relationship Type="http://schemas.openxmlformats.org/officeDocument/2006/relationships/image" Target="/ppt/media/image10.png" Id="Re9b625c8fc934aa3" /><Relationship Type="http://schemas.openxmlformats.org/officeDocument/2006/relationships/notesSlide" Target="/ppt/notesSlides/notesSlide7.xml" Id="Ree9b857223554df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c57b69fd457459d" /><Relationship Type="http://schemas.openxmlformats.org/officeDocument/2006/relationships/image" Target="/ppt/media/image11.png" Id="R6b17cae730c14ba9" /><Relationship Type="http://schemas.openxmlformats.org/officeDocument/2006/relationships/image" Target="/ppt/media/image12.png" Id="R5ed24f3e403d4254" /><Relationship Type="http://schemas.openxmlformats.org/officeDocument/2006/relationships/notesSlide" Target="/ppt/notesSlides/notesSlide8.xml" Id="R4b6ff471ae2b411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0b755d4f0764983" /><Relationship Type="http://schemas.openxmlformats.org/officeDocument/2006/relationships/image" Target="/ppt/media/image13.png" Id="Rd0867960d3de40da" /><Relationship Type="http://schemas.openxmlformats.org/officeDocument/2006/relationships/image" Target="/ppt/media/image14.png" Id="R0720b4918dd84a77" /><Relationship Type="http://schemas.openxmlformats.org/officeDocument/2006/relationships/image" Target="/ppt/media/image15.png" Id="R2e1e69305ba041d0" /><Relationship Type="http://schemas.openxmlformats.org/officeDocument/2006/relationships/image" Target="/ppt/media/image16.png" Id="R3db1adb1373c4c06" /><Relationship Type="http://schemas.openxmlformats.org/officeDocument/2006/relationships/notesSlide" Target="/ppt/notesSlides/notesSlide9.xml" Id="R705bb75bc5f4446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3d6792040fd4bf5" /><Relationship Type="http://schemas.openxmlformats.org/officeDocument/2006/relationships/image" Target="/ppt/media/image17.png" Id="R0e059d33d3cc4802" /><Relationship Type="http://schemas.openxmlformats.org/officeDocument/2006/relationships/image" Target="/ppt/media/image18.png" Id="R8c4d85ed4f73472c" /><Relationship Type="http://schemas.openxmlformats.org/officeDocument/2006/relationships/image" Target="/ppt/media/image19.png" Id="R74cb3458cd324906" /><Relationship Type="http://schemas.openxmlformats.org/officeDocument/2006/relationships/notesSlide" Target="/ppt/notesSlides/notesSlide10.xml" Id="R7c224e70b289491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21478e4fe5643de" /><Relationship Type="http://schemas.openxmlformats.org/officeDocument/2006/relationships/image" Target="/ppt/media/image20.png" Id="Ra21bbfb3bfa34dc5" /><Relationship Type="http://schemas.openxmlformats.org/officeDocument/2006/relationships/image" Target="/ppt/media/image21.png" Id="Rbae0c79eda3f4e04" /><Relationship Type="http://schemas.openxmlformats.org/officeDocument/2006/relationships/image" Target="/ppt/media/image22.png" Id="R731edf2a27c8412e" /><Relationship Type="http://schemas.openxmlformats.org/officeDocument/2006/relationships/notesSlide" Target="/ppt/notesSlides/notesSlide11.xml" Id="R5d4402af476d426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a6f3fd2a5a145e6" /><Relationship Type="http://schemas.openxmlformats.org/officeDocument/2006/relationships/image" Target="/ppt/media/image23.png" Id="R56a5d864802244a7" /><Relationship Type="http://schemas.openxmlformats.org/officeDocument/2006/relationships/notesSlide" Target="/ppt/notesSlides/notesSlide12.xml" Id="R469588366c96403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f3fedd707b14eba" /><Relationship Type="http://schemas.openxmlformats.org/officeDocument/2006/relationships/image" Target="/ppt/media/image24.png" Id="Rbc8e9849ce424c5c" /><Relationship Type="http://schemas.openxmlformats.org/officeDocument/2006/relationships/notesSlide" Target="/ppt/notesSlides/notesSlide13.xml" Id="R66759889da414ce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c1359b032184cfc" /><Relationship Type="http://schemas.openxmlformats.org/officeDocument/2006/relationships/image" Target="/ppt/media/image25.png" Id="Rd7d34c3aed8c4494" /><Relationship Type="http://schemas.openxmlformats.org/officeDocument/2006/relationships/notesSlide" Target="/ppt/notesSlides/notesSlide14.xml" Id="Rc2e569c05d9b439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dbc8a4ffca14ac5" /><Relationship Type="http://schemas.openxmlformats.org/officeDocument/2006/relationships/image" Target="/ppt/media/image26.png" Id="R2976d7f5efca4bb9" /><Relationship Type="http://schemas.openxmlformats.org/officeDocument/2006/relationships/image" Target="/ppt/media/image27.png" Id="R5bff8534c7814138" /><Relationship Type="http://schemas.openxmlformats.org/officeDocument/2006/relationships/image" Target="/ppt/media/image28.png" Id="R11638844c74f4915" /><Relationship Type="http://schemas.openxmlformats.org/officeDocument/2006/relationships/image" Target="/ppt/media/image29.png" Id="R457b4e10f5ad4fa6" /><Relationship Type="http://schemas.openxmlformats.org/officeDocument/2006/relationships/notesSlide" Target="/ppt/notesSlides/notesSlide15.xml" Id="Re8bec07ad94441f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d6db6c114644780" /><Relationship Type="http://schemas.openxmlformats.org/officeDocument/2006/relationships/image" Target="/ppt/media/image30.png" Id="R42191c4929f34c10" /><Relationship Type="http://schemas.openxmlformats.org/officeDocument/2006/relationships/image" Target="/ppt/media/image31.png" Id="R968af764f8a74532" /><Relationship Type="http://schemas.openxmlformats.org/officeDocument/2006/relationships/notesSlide" Target="/ppt/notesSlides/notesSlide16.xml" Id="Rf2aee1a5dbde43e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683d2cfdce74449" /><Relationship Type="http://schemas.openxmlformats.org/officeDocument/2006/relationships/image" Target="/ppt/media/image32.png" Id="R7c2ae91837d94210" /><Relationship Type="http://schemas.openxmlformats.org/officeDocument/2006/relationships/image" Target="/ppt/media/image33.png" Id="R6da11f70fe56437d" /><Relationship Type="http://schemas.openxmlformats.org/officeDocument/2006/relationships/image" Target="/ppt/media/image34.png" Id="Rc9415a0b4b374c6f" /><Relationship Type="http://schemas.openxmlformats.org/officeDocument/2006/relationships/notesSlide" Target="/ppt/notesSlides/notesSlide17.xml" Id="R3b9ba00452aa469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3440fefe5db481a" /><Relationship Type="http://schemas.openxmlformats.org/officeDocument/2006/relationships/image" Target="/ppt/media/image35.png" Id="R239e38bc76f6442a" /><Relationship Type="http://schemas.openxmlformats.org/officeDocument/2006/relationships/notesSlide" Target="/ppt/notesSlides/notesSlide18.xml" Id="R73a87d23644f424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8f42e921c0b4c85" /><Relationship Type="http://schemas.openxmlformats.org/officeDocument/2006/relationships/image" Target="/ppt/media/image36.png" Id="R12fa57b1d6134ff8" /><Relationship Type="http://schemas.openxmlformats.org/officeDocument/2006/relationships/image" Target="/ppt/media/image37.png" Id="Rcd6636e00f9145b5" /><Relationship Type="http://schemas.openxmlformats.org/officeDocument/2006/relationships/image" Target="/ppt/media/image38.png" Id="R2d3f66335caa483e" /><Relationship Type="http://schemas.openxmlformats.org/officeDocument/2006/relationships/notesSlide" Target="/ppt/notesSlides/notesSlide19.xml" Id="Re996201732a244e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4d46b46da794a70" /><Relationship Type="http://schemas.openxmlformats.org/officeDocument/2006/relationships/image" Target="/ppt/media/image39.png" Id="R168da337f4a14a4a" /><Relationship Type="http://schemas.openxmlformats.org/officeDocument/2006/relationships/image" Target="/ppt/media/image40.png" Id="R0cd5ec2d93204afc" /><Relationship Type="http://schemas.openxmlformats.org/officeDocument/2006/relationships/image" Target="/ppt/media/image41.png" Id="R2ba122e068f74349" /><Relationship Type="http://schemas.openxmlformats.org/officeDocument/2006/relationships/notesSlide" Target="/ppt/notesSlides/notesSlide20.xml" Id="R4ffda4a6349d4a6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a084ce0a55b4eed" /><Relationship Type="http://schemas.openxmlformats.org/officeDocument/2006/relationships/image" Target="/ppt/media/image42.png" Id="Rebc8e67b9b3c4dc2" /><Relationship Type="http://schemas.openxmlformats.org/officeDocument/2006/relationships/image" Target="/ppt/media/image43.png" Id="Rd0ffa3a91fd540f4" /><Relationship Type="http://schemas.openxmlformats.org/officeDocument/2006/relationships/notesSlide" Target="/ppt/notesSlides/notesSlide21.xml" Id="Rc4f11ec3d6524ce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4d83c03ba7f4e19" /><Relationship Type="http://schemas.openxmlformats.org/officeDocument/2006/relationships/image" Target="/ppt/media/image44.png" Id="R7d7e02faecf545f6" /><Relationship Type="http://schemas.openxmlformats.org/officeDocument/2006/relationships/notesSlide" Target="/ppt/notesSlides/notesSlide22.xml" Id="R08999c0f800d454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318f668c69947e4" /><Relationship Type="http://schemas.openxmlformats.org/officeDocument/2006/relationships/image" Target="/ppt/media/image45.png" Id="R45374d0a15e342d0" /><Relationship Type="http://schemas.openxmlformats.org/officeDocument/2006/relationships/image" Target="/ppt/media/image46.png" Id="Rb0316339d49e4ddc" /><Relationship Type="http://schemas.openxmlformats.org/officeDocument/2006/relationships/notesSlide" Target="/ppt/notesSlides/notesSlide23.xml" Id="R63c89457e5034c6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01a9471bbb2454b" /><Relationship Type="http://schemas.openxmlformats.org/officeDocument/2006/relationships/image" Target="/ppt/media/image47.png" Id="R3200cf6520be4dbd" /><Relationship Type="http://schemas.openxmlformats.org/officeDocument/2006/relationships/notesSlide" Target="/ppt/notesSlides/notesSlide24.xml" Id="Rcf6e232d31dc436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6b0ab9a481454353" /><Relationship Type="http://schemas.openxmlformats.org/officeDocument/2006/relationships/image" Target="/ppt/media/image48.png" Id="R28d0283a683f4ef8" /><Relationship Type="http://schemas.openxmlformats.org/officeDocument/2006/relationships/image" Target="/ppt/media/image49.png" Id="R86222cd0f855477d" /><Relationship Type="http://schemas.openxmlformats.org/officeDocument/2006/relationships/image" Target="/ppt/media/image50.png" Id="R1c800add49774c95" /><Relationship Type="http://schemas.openxmlformats.org/officeDocument/2006/relationships/notesSlide" Target="/ppt/notesSlides/notesSlide25.xml" Id="Rda834cbbd9e84e5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5495a920b86480e" /><Relationship Type="http://schemas.openxmlformats.org/officeDocument/2006/relationships/image" Target="/ppt/media/image51.png" Id="R891303aeeb174630" /><Relationship Type="http://schemas.openxmlformats.org/officeDocument/2006/relationships/image" Target="/ppt/media/image52.png" Id="Rfed40b7619f84c5c" /><Relationship Type="http://schemas.openxmlformats.org/officeDocument/2006/relationships/notesSlide" Target="/ppt/notesSlides/notesSlide26.xml" Id="R175db24899f04a1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6bd8e8930934b29" /><Relationship Type="http://schemas.openxmlformats.org/officeDocument/2006/relationships/image" Target="/ppt/media/image53.png" Id="R27e02a4784db44df" /><Relationship Type="http://schemas.openxmlformats.org/officeDocument/2006/relationships/notesSlide" Target="/ppt/notesSlides/notesSlide27.xml" Id="Rd9f4311e59de475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f56d92095c74d82" /><Relationship Type="http://schemas.openxmlformats.org/officeDocument/2006/relationships/image" Target="/ppt/media/image54.png" Id="Re1e5c27dd4a5429a" /><Relationship Type="http://schemas.openxmlformats.org/officeDocument/2006/relationships/image" Target="/ppt/media/image55.png" Id="R9a775d2dee82441e" /><Relationship Type="http://schemas.openxmlformats.org/officeDocument/2006/relationships/notesSlide" Target="/ppt/notesSlides/notesSlide28.xml" Id="Rd898add78e4040c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3806bc6a65c4b50" /><Relationship Type="http://schemas.openxmlformats.org/officeDocument/2006/relationships/image" Target="/ppt/media/image56.png" Id="R3d34f3753f414f78" /><Relationship Type="http://schemas.openxmlformats.org/officeDocument/2006/relationships/image" Target="/ppt/media/image57.png" Id="R8466ca6ccc5540b5" /><Relationship Type="http://schemas.openxmlformats.org/officeDocument/2006/relationships/image" Target="/ppt/media/image58.png" Id="R682cb379846f4b8b" /><Relationship Type="http://schemas.openxmlformats.org/officeDocument/2006/relationships/notesSlide" Target="/ppt/notesSlides/notesSlide29.xml" Id="R5cf9cea4d69544b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90bc3394bd4248b5" /><Relationship Type="http://schemas.openxmlformats.org/officeDocument/2006/relationships/image" Target="/ppt/media/image59.png" Id="R5c144d518d4143d5" /><Relationship Type="http://schemas.openxmlformats.org/officeDocument/2006/relationships/notesSlide" Target="/ppt/notesSlides/notesSlide30.xml" Id="Rb627bd3eb40d49c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2b077fabcc614104" /><Relationship Type="http://schemas.openxmlformats.org/officeDocument/2006/relationships/image" Target="/ppt/media/image60.png" Id="R20163822081148d7" /><Relationship Type="http://schemas.openxmlformats.org/officeDocument/2006/relationships/notesSlide" Target="/ppt/notesSlides/notesSlide31.xml" Id="R87a2934f8eac443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b8b1d39e04e04d88" /><Relationship Type="http://schemas.openxmlformats.org/officeDocument/2006/relationships/image" Target="/ppt/media/image61.png" Id="Rcee97877911f4b2e" /><Relationship Type="http://schemas.openxmlformats.org/officeDocument/2006/relationships/image" Target="/ppt/media/image62.png" Id="R1780d6a39a354466" /><Relationship Type="http://schemas.openxmlformats.org/officeDocument/2006/relationships/image" Target="/ppt/media/image63.png" Id="R7fbb3530aff74bbc" /><Relationship Type="http://schemas.openxmlformats.org/officeDocument/2006/relationships/image" Target="/ppt/media/image64.png" Id="R354120e29e154961" /><Relationship Type="http://schemas.openxmlformats.org/officeDocument/2006/relationships/image" Target="/ppt/media/image65.png" Id="Rd106f88a98b042d8" /><Relationship Type="http://schemas.openxmlformats.org/officeDocument/2006/relationships/notesSlide" Target="/ppt/notesSlides/notesSlide32.xml" Id="R149061eabd5b408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fd085464a8c24865" /><Relationship Type="http://schemas.openxmlformats.org/officeDocument/2006/relationships/image" Target="/ppt/media/image66.png" Id="Ra39e968304f04f0d" /><Relationship Type="http://schemas.openxmlformats.org/officeDocument/2006/relationships/image" Target="/ppt/media/image67.png" Id="R94cdfc5ddac541b1" /><Relationship Type="http://schemas.openxmlformats.org/officeDocument/2006/relationships/image" Target="/ppt/media/image68.png" Id="R1d670c3106f3491e" /><Relationship Type="http://schemas.openxmlformats.org/officeDocument/2006/relationships/notesSlide" Target="/ppt/notesSlides/notesSlide33.xml" Id="R153c75d21fb64cf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08b898866ca04d9e" /><Relationship Type="http://schemas.openxmlformats.org/officeDocument/2006/relationships/image" Target="/ppt/media/image69.png" Id="R14f114f3062a40ca" /><Relationship Type="http://schemas.openxmlformats.org/officeDocument/2006/relationships/notesSlide" Target="/ppt/notesSlides/notesSlide34.xml" Id="R2a9278b85ef249e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14b3eb3d54cb44c0" /><Relationship Type="http://schemas.openxmlformats.org/officeDocument/2006/relationships/image" Target="/ppt/media/image70.png" Id="R9629d99260f141c1" /><Relationship Type="http://schemas.openxmlformats.org/officeDocument/2006/relationships/notesSlide" Target="/ppt/notesSlides/notesSlide35.xml" Id="Rb3754f2b92ea4f9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d70a15304619460a" /><Relationship Type="http://schemas.openxmlformats.org/officeDocument/2006/relationships/image" Target="/ppt/media/image71.png" Id="R6b4afe4b68254bc8" /><Relationship Type="http://schemas.openxmlformats.org/officeDocument/2006/relationships/notesSlide" Target="/ppt/notesSlides/notesSlide36.xml" Id="Ra2398e348acb437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b5f1135d01584678" /><Relationship Type="http://schemas.openxmlformats.org/officeDocument/2006/relationships/image" Target="/ppt/media/image72.png" Id="R46e005930c4a44c9" /><Relationship Type="http://schemas.openxmlformats.org/officeDocument/2006/relationships/notesSlide" Target="/ppt/notesSlides/notesSlide37.xml" Id="R9919556cc3334d3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6f89791405a144a8" /><Relationship Type="http://schemas.openxmlformats.org/officeDocument/2006/relationships/image" Target="/ppt/media/image73.png" Id="R810b7323269a4d28" /><Relationship Type="http://schemas.openxmlformats.org/officeDocument/2006/relationships/notesSlide" Target="/ppt/notesSlides/notesSlide38.xml" Id="R297853501b644bd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005c5a9c0b2c40de" /><Relationship Type="http://schemas.openxmlformats.org/officeDocument/2006/relationships/image" Target="/ppt/media/image74.png" Id="R16d49d40082d4a74" /><Relationship Type="http://schemas.openxmlformats.org/officeDocument/2006/relationships/notesSlide" Target="/ppt/notesSlides/notesSlide39.xml" Id="Ra26a69583b6c491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780d497dcad64fa8" /><Relationship Type="http://schemas.openxmlformats.org/officeDocument/2006/relationships/image" Target="/ppt/media/image75.png" Id="Rd553454015d04694" /><Relationship Type="http://schemas.openxmlformats.org/officeDocument/2006/relationships/notesSlide" Target="/ppt/notesSlides/notesSlide40.xml" Id="Rb6e062d1850f44c2"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sp>
        <p:nvSpPr>
          <p:cNvPr id="9" name="원본형 녹색 그라데이션">
            <a:extLst xmlns:a="http://schemas.openxmlformats.org/drawingml/2006/main">
              <a:ext uri="{FF2B5EF4-FFF2-40B4-BE49-F238E27FC236}">
                <a16:creationId xmlns:a16="http://schemas.microsoft.com/office/drawing/2014/main" id="{2814C139-63EF-4C08-9DD2-055C269F3AB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C7D08"/>
              </a:gs>
              <a:gs pos="26000">
                <a:srgbClr val="0C7D08">
                  <a:alpha val="96000"/>
                </a:srgbClr>
              </a:gs>
              <a:gs pos="48000">
                <a:srgbClr val="0C7D08">
                  <a:alpha val="55000"/>
                </a:srgbClr>
              </a:gs>
              <a:gs pos="69000">
                <a:srgbClr val="0C7D08">
                  <a:alpha val="0"/>
                </a:srgbClr>
              </a:gs>
            </a:gsLst>
            <a:lin ang="0"/>
          </a:gradFill>
          <a:ln xmlns:a="http://schemas.openxmlformats.org/drawingml/2006/main" w="0">
            <a:noFill/>
          </a:ln>
        </p:spPr>
      </p:sp>
      <p:sp>
        <p:nvSpPr>
          <p:cNvPr id="2" name="대단원명">
            <a:extLst xmlns:a="http://schemas.openxmlformats.org/drawingml/2006/main">
              <a:ext uri="{FF2B5EF4-FFF2-40B4-BE49-F238E27FC236}">
                <a16:creationId xmlns:a16="http://schemas.microsoft.com/office/drawing/2014/main" id="{DE204FCE-B374-49E6-AB6B-71FC83550950}"/>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3" name="소단원명">
            <a:extLst xmlns:a="http://schemas.openxmlformats.org/drawingml/2006/main">
              <a:ext uri="{FF2B5EF4-FFF2-40B4-BE49-F238E27FC236}">
                <a16:creationId xmlns:a16="http://schemas.microsoft.com/office/drawing/2014/main" id="{178896F7-3C8C-4C40-809D-699CC2E5EE76}"/>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4" name="저자">
            <a:extLst xmlns:a="http://schemas.openxmlformats.org/drawingml/2006/main">
              <a:ext uri="{FF2B5EF4-FFF2-40B4-BE49-F238E27FC236}">
                <a16:creationId xmlns:a16="http://schemas.microsoft.com/office/drawing/2014/main" id="{97519AEF-2B75-4F77-AA0D-D5B6397E02B2}"/>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5" name="기존 AI 안내">
            <a:extLst xmlns:a="http://schemas.openxmlformats.org/drawingml/2006/main">
              <a:ext uri="{FF2B5EF4-FFF2-40B4-BE49-F238E27FC236}">
                <a16:creationId xmlns:a16="http://schemas.microsoft.com/office/drawing/2014/main" id="{C8D1924D-4D0E-43BB-84BF-9641775BB1E1}"/>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6" name="">
            <a:extLst xmlns:a="http://schemas.openxmlformats.org/drawingml/2006/main">
              <a:ext uri="{FF2B5EF4-FFF2-40B4-BE49-F238E27FC236}">
                <a16:creationId xmlns:a16="http://schemas.microsoft.com/office/drawing/2014/main" id="{F7DABF36-82E8-4DB5-9B9A-69DD4A6A56F3}"/>
              </a:ext>
            </a:extLst>
          </p:cNvPr>
          <p:cNvPicPr>
            <a:picLocks xmlns:a="http://schemas.openxmlformats.org/drawingml/2006/main" noChangeAspect="1"/>
          </p:cNvPicPr>
          <p:nvPr/>
        </p:nvPicPr>
        <p:blipFill>
          <a:blip xmlns:r="http://schemas.openxmlformats.org/officeDocument/2006/relationships" xmlns:a="http://schemas.openxmlformats.org/drawingml/2006/main" r:embed="Ra01154a41a7047a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2CB344A3-9C76-426E-B869-1F40DBA6059C}"/>
              </a:ext>
            </a:extLst>
          </p:cNvPr>
          <p:cNvPicPr>
            <a:picLocks xmlns:a="http://schemas.openxmlformats.org/drawingml/2006/main" noChangeAspect="1"/>
          </p:cNvPicPr>
          <p:nvPr/>
        </p:nvPicPr>
        <p:blipFill>
          <a:blip xmlns:r="http://schemas.openxmlformats.org/officeDocument/2006/relationships" xmlns:a="http://schemas.openxmlformats.org/drawingml/2006/main" r:embed="R160f894618b94c6b"/>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8" name="copyright">
            <a:extLst xmlns:a="http://schemas.openxmlformats.org/drawingml/2006/main">
              <a:ext uri="{FF2B5EF4-FFF2-40B4-BE49-F238E27FC236}">
                <a16:creationId xmlns:a16="http://schemas.microsoft.com/office/drawing/2014/main" id="{138454EE-CDA4-44E1-8844-1A895E5A9D7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57339269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1" name="">
            <a:extLst xmlns:a="http://schemas.openxmlformats.org/drawingml/2006/main">
              <a:ext uri="{FF2B5EF4-FFF2-40B4-BE49-F238E27FC236}">
                <a16:creationId xmlns:a16="http://schemas.microsoft.com/office/drawing/2014/main" id="{7F7DC98D-F1F1-411D-AB12-F268930B6E98}"/>
              </a:ext>
            </a:extLst>
          </p:cNvPr>
          <p:cNvPicPr>
            <a:picLocks xmlns:a="http://schemas.openxmlformats.org/drawingml/2006/main" noChangeAspect="1"/>
          </p:cNvPicPr>
          <p:nvPr/>
        </p:nvPicPr>
        <p:blipFill>
          <a:blip xmlns:r="http://schemas.openxmlformats.org/officeDocument/2006/relationships" xmlns:a="http://schemas.openxmlformats.org/drawingml/2006/main" r:embed="Rd6e60e7b5ba64a8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143C42C-2662-475E-BF73-45773C5750D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0142B3E-1BE0-4842-81BC-1ED7A32EF81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3092C696-D04D-49DD-A63C-16191B7EBE4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6F21211-7B37-4F80-88A0-E9240BEBBC3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경로와 변화</a:t>
            </a:r>
          </a:p>
        </p:txBody>
      </p:sp>
      <p:sp>
        <p:nvSpPr>
          <p:cNvPr id="6" name="핵심 문장">
            <a:extLst xmlns:a="http://schemas.openxmlformats.org/drawingml/2006/main">
              <a:ext uri="{FF2B5EF4-FFF2-40B4-BE49-F238E27FC236}">
                <a16:creationId xmlns:a16="http://schemas.microsoft.com/office/drawing/2014/main" id="{CA5EB270-E371-4A99-8C76-52B2BD743B2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질문">
            <a:extLst xmlns:a="http://schemas.openxmlformats.org/drawingml/2006/main">
              <a:ext uri="{FF2B5EF4-FFF2-40B4-BE49-F238E27FC236}">
                <a16:creationId xmlns:a16="http://schemas.microsoft.com/office/drawing/2014/main" id="{FD506710-6DB5-4AB1-8DB8-04BA9701D604}"/>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두 경로를 비교한 뒤, 반응에서 출입하는 열도 예상해 보자.</a:t>
            </a:r>
          </a:p>
        </p:txBody>
      </p:sp>
      <p:pic>
        <p:nvPicPr>
          <p:cNvPr id="8" name="">
            <a:extLst xmlns:a="http://schemas.openxmlformats.org/drawingml/2006/main">
              <a:ext uri="{FF2B5EF4-FFF2-40B4-BE49-F238E27FC236}">
                <a16:creationId xmlns:a16="http://schemas.microsoft.com/office/drawing/2014/main" id="{C9E443B9-80E8-4B6B-8156-8E9C15CE12CC}"/>
              </a:ext>
            </a:extLst>
          </p:cNvPr>
          <p:cNvPicPr>
            <a:picLocks xmlns:a="http://schemas.openxmlformats.org/drawingml/2006/main" noChangeAspect="1"/>
          </p:cNvPicPr>
          <p:nvPr/>
        </p:nvPicPr>
        <p:blipFill>
          <a:blip xmlns:r="http://schemas.openxmlformats.org/officeDocument/2006/relationships" xmlns:a="http://schemas.openxmlformats.org/drawingml/2006/main" r:embed="R99c4351b95d2426e"/>
          <a:stretch xmlns:a="http://schemas.openxmlformats.org/drawingml/2006/main"/>
        </p:blipFill>
        <p:spPr>
          <a:xfrm xmlns:a="http://schemas.openxmlformats.org/drawingml/2006/main">
            <a:off x="2333521" y="4572000"/>
            <a:ext cx="2381457" cy="5048250"/>
          </a:xfrm>
          <a:prstGeom xmlns:a="http://schemas.openxmlformats.org/drawingml/2006/main" prst="rect">
            <a:avLst/>
          </a:prstGeom>
        </p:spPr>
      </p:pic>
      <p:sp>
        <p:nvSpPr>
          <p:cNvPr id="9" name="캐릭터 질문 말풍선">
            <a:extLst xmlns:a="http://schemas.openxmlformats.org/drawingml/2006/main">
              <a:ext uri="{FF2B5EF4-FFF2-40B4-BE49-F238E27FC236}">
                <a16:creationId xmlns:a16="http://schemas.microsoft.com/office/drawing/2014/main" id="{D603829F-8627-430B-8FED-7C7AA606845C}"/>
              </a:ext>
            </a:extLst>
          </p:cNvPr>
          <p:cNvSpPr>
            <a:spLocks xmlns:a="http://schemas.openxmlformats.org/drawingml/2006/main" noGrp="1"/>
          </p:cNvSpPr>
          <p:nvPr/>
        </p:nvSpPr>
        <p:spPr>
          <a:xfrm xmlns:a="http://schemas.openxmlformats.org/drawingml/2006/main">
            <a:off x="5810250" y="4476750"/>
            <a:ext cx="10572750" cy="1476375"/>
          </a:xfrm>
          <a:prstGeom xmlns:a="http://schemas.openxmlformats.org/drawingml/2006/main" prst="roundRect">
            <a:avLst>
              <a:gd name="adj" fmla="val 15484"/>
            </a:avLst>
          </a:prstGeom>
          <a:solidFill xmlns:a="http://schemas.openxmlformats.org/drawingml/2006/main">
            <a:srgbClr val="F5F5F5"/>
          </a:solidFill>
          <a:ln xmlns:a="http://schemas.openxmlformats.org/drawingml/2006/main" w="0">
            <a:noFill/>
          </a:ln>
        </p:spPr>
      </p:sp>
      <p:sp>
        <p:nvSpPr>
          <p:cNvPr id="10" name="말풍선 꼬리">
            <a:extLst xmlns:a="http://schemas.openxmlformats.org/drawingml/2006/main">
              <a:ext uri="{FF2B5EF4-FFF2-40B4-BE49-F238E27FC236}">
                <a16:creationId xmlns:a16="http://schemas.microsoft.com/office/drawing/2014/main" id="{988649A6-E8B0-43EA-89CC-8491C06466C2}"/>
              </a:ext>
            </a:extLst>
          </p:cNvPr>
          <p:cNvSpPr>
            <a:spLocks xmlns:a="http://schemas.openxmlformats.org/drawingml/2006/main" noGrp="1"/>
          </p:cNvSpPr>
          <p:nvPr/>
        </p:nvSpPr>
        <p:spPr>
          <a:xfrm xmlns:a="http://schemas.openxmlformats.org/drawingml/2006/main">
            <a:off x="5153025" y="5162550"/>
            <a:ext cx="809625" cy="533400"/>
          </a:xfrm>
          <a:custGeom xmlns:a="http://schemas.openxmlformats.org/drawingml/2006/main">
            <a:pathLst>
              <a:path w="809625" h="533400">
                <a:moveTo>
                  <a:pt x="809625" y="0"/>
                </a:moveTo>
                <a:lnTo>
                  <a:pt x="0" y="447675"/>
                </a:lnTo>
                <a:lnTo>
                  <a:pt x="809625" y="533400"/>
                </a:lnTo>
                <a:close/>
              </a:path>
            </a:pathLst>
          </a:cu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9A386115-E147-470F-9825-3D9C2B3E0769}"/>
              </a:ext>
            </a:extLst>
          </p:cNvPr>
          <p:cNvSpPr>
            <a:spLocks xmlns:a="http://schemas.openxmlformats.org/drawingml/2006/main" noGrp="1"/>
          </p:cNvSpPr>
          <p:nvPr/>
        </p:nvSpPr>
        <p:spPr>
          <a:xfrm xmlns:a="http://schemas.openxmlformats.org/drawingml/2006/main">
            <a:off x="6191250" y="4581525"/>
            <a:ext cx="981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150" b="1">
                <a:solidFill>
                  <a:srgbClr val="000000"/>
                </a:solidFill>
                <a:latin typeface="Pretendard"/>
                <a:ea typeface="Pretendard"/>
                <a:cs typeface="Pretendard"/>
              </a:defRPr>
            </a:defPPr>
            <a:lvl1pPr algn="ctr">
              <a:defRPr sz="3150" b="1">
                <a:solidFill>
                  <a:srgbClr val="000000"/>
                </a:solidFill>
                <a:latin typeface="Pretendard"/>
                <a:ea typeface="Pretendard"/>
                <a:cs typeface="Pretendard"/>
              </a:defRPr>
            </a:lvl1pPr>
            <a:lvl2pPr algn="ctr">
              <a:defRPr sz="3150" b="1">
                <a:solidFill>
                  <a:srgbClr val="000000"/>
                </a:solidFill>
                <a:latin typeface="Pretendard"/>
                <a:ea typeface="Pretendard"/>
                <a:cs typeface="Pretendard"/>
              </a:defRPr>
            </a:lvl2pPr>
            <a:lvl3pPr algn="ctr">
              <a:defRPr sz="3150" b="1">
                <a:solidFill>
                  <a:srgbClr val="000000"/>
                </a:solidFill>
                <a:latin typeface="Pretendard"/>
                <a:ea typeface="Pretendard"/>
                <a:cs typeface="Pretendard"/>
              </a:defRPr>
            </a:lvl3pPr>
            <a:lvl4pPr algn="ctr">
              <a:defRPr sz="3150" b="1">
                <a:solidFill>
                  <a:srgbClr val="000000"/>
                </a:solidFill>
                <a:latin typeface="Pretendard"/>
                <a:ea typeface="Pretendard"/>
                <a:cs typeface="Pretendard"/>
              </a:defRPr>
            </a:lvl4pPr>
            <a:lvl5pPr algn="ctr">
              <a:defRPr sz="3150" b="1">
                <a:solidFill>
                  <a:srgbClr val="000000"/>
                </a:solidFill>
                <a:latin typeface="Pretendard"/>
                <a:ea typeface="Pretendard"/>
                <a:cs typeface="Pretendard"/>
              </a:defRPr>
            </a:lvl5pPr>
            <a:lvl6pPr algn="ctr">
              <a:defRPr sz="3150" b="1">
                <a:solidFill>
                  <a:srgbClr val="000000"/>
                </a:solidFill>
                <a:latin typeface="Pretendard"/>
                <a:ea typeface="Pretendard"/>
                <a:cs typeface="Pretendard"/>
              </a:defRPr>
            </a:lvl6pPr>
            <a:lvl7pPr algn="ctr">
              <a:defRPr sz="3150" b="1">
                <a:solidFill>
                  <a:srgbClr val="000000"/>
                </a:solidFill>
                <a:latin typeface="Pretendard"/>
                <a:ea typeface="Pretendard"/>
                <a:cs typeface="Pretendard"/>
              </a:defRPr>
            </a:lvl7pPr>
            <a:lvl8pPr algn="ctr">
              <a:defRPr sz="3150" b="1">
                <a:solidFill>
                  <a:srgbClr val="000000"/>
                </a:solidFill>
                <a:latin typeface="Pretendard"/>
                <a:ea typeface="Pretendard"/>
                <a:cs typeface="Pretendard"/>
              </a:defRPr>
            </a:lvl8pPr>
            <a:lvl9pPr algn="ctr">
              <a:defRPr sz="3150" b="1">
                <a:solidFill>
                  <a:srgbClr val="000000"/>
                </a:solidFill>
                <a:latin typeface="Pretendard"/>
                <a:ea typeface="Pretendard"/>
                <a:cs typeface="Pretendard"/>
              </a:defRPr>
            </a:lvl9pPr>
          </a:lstStyle>
          <a:p xmlns:a="http://schemas.openxmlformats.org/drawingml/2006/main">
            <a:pPr algn="ctr">
              <a:defRPr sz="3150" b="1">
                <a:solidFill>
                  <a:srgbClr val="000000"/>
                </a:solidFill>
                <a:latin typeface="Pretendard"/>
                <a:ea typeface="Pretendard"/>
                <a:cs typeface="Pretendard"/>
              </a:defRPr>
            </a:pPr>
            <a:r>
              <a:rPr sz="3150" b="1">
                <a:solidFill>
                  <a:srgbClr val="000000"/>
                </a:solidFill>
                <a:latin typeface="Pretendard"/>
                <a:ea typeface="Pretendard"/>
                <a:cs typeface="Pretendard"/>
              </a:rPr>
              <a:t>같은 출발점과 도착점이라면,</a:t>
            </a:r>
          </a:p>
        </p:txBody>
      </p:sp>
      <p:sp>
        <p:nvSpPr>
          <p:cNvPr id="12" name="text">
            <a:extLst xmlns:a="http://schemas.openxmlformats.org/drawingml/2006/main">
              <a:ext uri="{FF2B5EF4-FFF2-40B4-BE49-F238E27FC236}">
                <a16:creationId xmlns:a16="http://schemas.microsoft.com/office/drawing/2014/main" id="{10DAE91C-DB96-4213-9B98-36C111D5CD2E}"/>
              </a:ext>
            </a:extLst>
          </p:cNvPr>
          <p:cNvSpPr>
            <a:spLocks xmlns:a="http://schemas.openxmlformats.org/drawingml/2006/main" noGrp="1"/>
          </p:cNvSpPr>
          <p:nvPr/>
        </p:nvSpPr>
        <p:spPr>
          <a:xfrm xmlns:a="http://schemas.openxmlformats.org/drawingml/2006/main">
            <a:off x="6191250" y="5200650"/>
            <a:ext cx="981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150" b="1">
                <a:solidFill>
                  <a:srgbClr val="000000"/>
                </a:solidFill>
                <a:latin typeface="Pretendard"/>
                <a:ea typeface="Pretendard"/>
                <a:cs typeface="Pretendard"/>
              </a:defRPr>
            </a:defPPr>
            <a:lvl1pPr algn="ctr">
              <a:defRPr sz="3150" b="1">
                <a:solidFill>
                  <a:srgbClr val="000000"/>
                </a:solidFill>
                <a:latin typeface="Pretendard"/>
                <a:ea typeface="Pretendard"/>
                <a:cs typeface="Pretendard"/>
              </a:defRPr>
            </a:lvl1pPr>
            <a:lvl2pPr algn="ctr">
              <a:defRPr sz="3150" b="1">
                <a:solidFill>
                  <a:srgbClr val="000000"/>
                </a:solidFill>
                <a:latin typeface="Pretendard"/>
                <a:ea typeface="Pretendard"/>
                <a:cs typeface="Pretendard"/>
              </a:defRPr>
            </a:lvl2pPr>
            <a:lvl3pPr algn="ctr">
              <a:defRPr sz="3150" b="1">
                <a:solidFill>
                  <a:srgbClr val="000000"/>
                </a:solidFill>
                <a:latin typeface="Pretendard"/>
                <a:ea typeface="Pretendard"/>
                <a:cs typeface="Pretendard"/>
              </a:defRPr>
            </a:lvl3pPr>
            <a:lvl4pPr algn="ctr">
              <a:defRPr sz="3150" b="1">
                <a:solidFill>
                  <a:srgbClr val="000000"/>
                </a:solidFill>
                <a:latin typeface="Pretendard"/>
                <a:ea typeface="Pretendard"/>
                <a:cs typeface="Pretendard"/>
              </a:defRPr>
            </a:lvl4pPr>
            <a:lvl5pPr algn="ctr">
              <a:defRPr sz="3150" b="1">
                <a:solidFill>
                  <a:srgbClr val="000000"/>
                </a:solidFill>
                <a:latin typeface="Pretendard"/>
                <a:ea typeface="Pretendard"/>
                <a:cs typeface="Pretendard"/>
              </a:defRPr>
            </a:lvl5pPr>
            <a:lvl6pPr algn="ctr">
              <a:defRPr sz="3150" b="1">
                <a:solidFill>
                  <a:srgbClr val="000000"/>
                </a:solidFill>
                <a:latin typeface="Pretendard"/>
                <a:ea typeface="Pretendard"/>
                <a:cs typeface="Pretendard"/>
              </a:defRPr>
            </a:lvl6pPr>
            <a:lvl7pPr algn="ctr">
              <a:defRPr sz="3150" b="1">
                <a:solidFill>
                  <a:srgbClr val="000000"/>
                </a:solidFill>
                <a:latin typeface="Pretendard"/>
                <a:ea typeface="Pretendard"/>
                <a:cs typeface="Pretendard"/>
              </a:defRPr>
            </a:lvl7pPr>
            <a:lvl8pPr algn="ctr">
              <a:defRPr sz="3150" b="1">
                <a:solidFill>
                  <a:srgbClr val="000000"/>
                </a:solidFill>
                <a:latin typeface="Pretendard"/>
                <a:ea typeface="Pretendard"/>
                <a:cs typeface="Pretendard"/>
              </a:defRPr>
            </a:lvl8pPr>
            <a:lvl9pPr algn="ctr">
              <a:defRPr sz="3150" b="1">
                <a:solidFill>
                  <a:srgbClr val="000000"/>
                </a:solidFill>
                <a:latin typeface="Pretendard"/>
                <a:ea typeface="Pretendard"/>
                <a:cs typeface="Pretendard"/>
              </a:defRPr>
            </a:lvl9pPr>
          </a:lstStyle>
          <a:p xmlns:a="http://schemas.openxmlformats.org/drawingml/2006/main">
            <a:pPr algn="ctr">
              <a:defRPr sz="3150" b="1">
                <a:solidFill>
                  <a:srgbClr val="000000"/>
                </a:solidFill>
                <a:latin typeface="Pretendard"/>
                <a:ea typeface="Pretendard"/>
                <a:cs typeface="Pretendard"/>
              </a:defRPr>
            </a:pPr>
            <a:r>
              <a:rPr sz="3150" b="1">
                <a:solidFill>
                  <a:srgbClr val="000000"/>
                </a:solidFill>
                <a:latin typeface="Pretendard"/>
                <a:ea typeface="Pretendard"/>
                <a:cs typeface="Pretendard"/>
              </a:rPr>
              <a:t>어느 길로 가도 높이 차는 같을까?</a:t>
            </a:r>
          </a:p>
        </p:txBody>
      </p:sp>
      <p:sp>
        <p:nvSpPr>
          <p:cNvPr id="13" name="기준선">
            <a:extLst xmlns:a="http://schemas.openxmlformats.org/drawingml/2006/main">
              <a:ext uri="{FF2B5EF4-FFF2-40B4-BE49-F238E27FC236}">
                <a16:creationId xmlns:a16="http://schemas.microsoft.com/office/drawing/2014/main" id="{7520A496-9F79-4FD4-888F-2DFB39C6D7A4}"/>
              </a:ext>
            </a:extLst>
          </p:cNvPr>
          <p:cNvSpPr>
            <a:spLocks xmlns:a="http://schemas.openxmlformats.org/drawingml/2006/main" noGrp="1"/>
          </p:cNvSpPr>
          <p:nvPr/>
        </p:nvSpPr>
        <p:spPr>
          <a:xfrm xmlns:a="http://schemas.openxmlformats.org/drawingml/2006/main">
            <a:off x="6667500" y="9134475"/>
            <a:ext cx="8905875" cy="9525"/>
          </a:xfrm>
          <a:custGeom xmlns:a="http://schemas.openxmlformats.org/drawingml/2006/main">
            <a:pathLst>
              <a:path w="8905875" h="9525">
                <a:moveTo>
                  <a:pt x="0" y="0"/>
                </a:moveTo>
                <a:lnTo>
                  <a:pt x="8905875" y="0"/>
                </a:lnTo>
              </a:path>
            </a:pathLst>
          </a:custGeom>
          <a:noFill xmlns:a="http://schemas.openxmlformats.org/drawingml/2006/main"/>
          <a:ln xmlns:a="http://schemas.openxmlformats.org/drawingml/2006/main" w="28575">
            <a:solidFill>
              <a:srgbClr val="BDBDBD"/>
            </a:solidFill>
            <a:prstDash val="solid"/>
          </a:ln>
        </p:spPr>
      </p:sp>
      <p:sp>
        <p:nvSpPr>
          <p:cNvPr id="14" name="경로 A">
            <a:extLst xmlns:a="http://schemas.openxmlformats.org/drawingml/2006/main">
              <a:ext uri="{FF2B5EF4-FFF2-40B4-BE49-F238E27FC236}">
                <a16:creationId xmlns:a16="http://schemas.microsoft.com/office/drawing/2014/main" id="{E21E0960-5BD5-44FC-8076-39275B1DD449}"/>
              </a:ext>
            </a:extLst>
          </p:cNvPr>
          <p:cNvSpPr>
            <a:spLocks xmlns:a="http://schemas.openxmlformats.org/drawingml/2006/main" noGrp="1"/>
          </p:cNvSpPr>
          <p:nvPr/>
        </p:nvSpPr>
        <p:spPr>
          <a:xfrm xmlns:a="http://schemas.openxmlformats.org/drawingml/2006/main">
            <a:off x="7239000" y="6715125"/>
            <a:ext cx="7286625" cy="2124075"/>
          </a:xfrm>
          <a:custGeom xmlns:a="http://schemas.openxmlformats.org/drawingml/2006/main">
            <a:pathLst>
              <a:path w="7286625" h="2124075">
                <a:moveTo>
                  <a:pt x="0" y="2124075"/>
                </a:moveTo>
                <a:lnTo>
                  <a:pt x="7286625" y="0"/>
                </a:lnTo>
              </a:path>
            </a:pathLst>
          </a:custGeom>
          <a:noFill xmlns:a="http://schemas.openxmlformats.org/drawingml/2006/main"/>
          <a:ln xmlns:a="http://schemas.openxmlformats.org/drawingml/2006/main" w="95250">
            <a:solidFill>
              <a:srgbClr val="57962F"/>
            </a:solidFill>
            <a:prstDash val="solid"/>
          </a:ln>
        </p:spPr>
      </p:sp>
      <p:sp>
        <p:nvSpPr>
          <p:cNvPr id="15" name="경로 B">
            <a:extLst xmlns:a="http://schemas.openxmlformats.org/drawingml/2006/main">
              <a:ext uri="{FF2B5EF4-FFF2-40B4-BE49-F238E27FC236}">
                <a16:creationId xmlns:a16="http://schemas.microsoft.com/office/drawing/2014/main" id="{5B0CC56C-830B-448D-9760-D4623E2B0F08}"/>
              </a:ext>
            </a:extLst>
          </p:cNvPr>
          <p:cNvSpPr>
            <a:spLocks xmlns:a="http://schemas.openxmlformats.org/drawingml/2006/main" noGrp="1"/>
          </p:cNvSpPr>
          <p:nvPr/>
        </p:nvSpPr>
        <p:spPr>
          <a:xfrm xmlns:a="http://schemas.openxmlformats.org/drawingml/2006/main">
            <a:off x="7239000" y="8839200"/>
            <a:ext cx="2286000" cy="9525"/>
          </a:xfrm>
          <a:custGeom xmlns:a="http://schemas.openxmlformats.org/drawingml/2006/main">
            <a:pathLst>
              <a:path w="2286000" h="9525">
                <a:moveTo>
                  <a:pt x="0" y="0"/>
                </a:moveTo>
                <a:lnTo>
                  <a:pt x="2286000" y="0"/>
                </a:lnTo>
              </a:path>
            </a:pathLst>
          </a:custGeom>
          <a:noFill xmlns:a="http://schemas.openxmlformats.org/drawingml/2006/main"/>
          <a:ln xmlns:a="http://schemas.openxmlformats.org/drawingml/2006/main" w="76200">
            <a:solidFill>
              <a:srgbClr val="484847"/>
            </a:solidFill>
            <a:prstDash val="solid"/>
          </a:ln>
        </p:spPr>
      </p:sp>
      <p:sp>
        <p:nvSpPr>
          <p:cNvPr id="16" name="경로 B">
            <a:extLst xmlns:a="http://schemas.openxmlformats.org/drawingml/2006/main">
              <a:ext uri="{FF2B5EF4-FFF2-40B4-BE49-F238E27FC236}">
                <a16:creationId xmlns:a16="http://schemas.microsoft.com/office/drawing/2014/main" id="{55E57FEC-4FB0-4A08-B450-842172CE91D0}"/>
              </a:ext>
            </a:extLst>
          </p:cNvPr>
          <p:cNvSpPr>
            <a:spLocks xmlns:a="http://schemas.openxmlformats.org/drawingml/2006/main" noGrp="1"/>
          </p:cNvSpPr>
          <p:nvPr/>
        </p:nvSpPr>
        <p:spPr>
          <a:xfrm xmlns:a="http://schemas.openxmlformats.org/drawingml/2006/main">
            <a:off x="9525000" y="8058150"/>
            <a:ext cx="9525" cy="781050"/>
          </a:xfrm>
          <a:custGeom xmlns:a="http://schemas.openxmlformats.org/drawingml/2006/main">
            <a:pathLst>
              <a:path w="9525" h="781050">
                <a:moveTo>
                  <a:pt x="0" y="781050"/>
                </a:moveTo>
                <a:lnTo>
                  <a:pt x="0" y="0"/>
                </a:lnTo>
              </a:path>
            </a:pathLst>
          </a:custGeom>
          <a:noFill xmlns:a="http://schemas.openxmlformats.org/drawingml/2006/main"/>
          <a:ln xmlns:a="http://schemas.openxmlformats.org/drawingml/2006/main" w="76200">
            <a:solidFill>
              <a:srgbClr val="484847"/>
            </a:solidFill>
            <a:prstDash val="solid"/>
          </a:ln>
        </p:spPr>
      </p:sp>
      <p:sp>
        <p:nvSpPr>
          <p:cNvPr id="17" name="경로 B">
            <a:extLst xmlns:a="http://schemas.openxmlformats.org/drawingml/2006/main">
              <a:ext uri="{FF2B5EF4-FFF2-40B4-BE49-F238E27FC236}">
                <a16:creationId xmlns:a16="http://schemas.microsoft.com/office/drawing/2014/main" id="{6E0D71C4-E31C-4E93-8DAA-61E3DFC45CAC}"/>
              </a:ext>
            </a:extLst>
          </p:cNvPr>
          <p:cNvSpPr>
            <a:spLocks xmlns:a="http://schemas.openxmlformats.org/drawingml/2006/main" noGrp="1"/>
          </p:cNvSpPr>
          <p:nvPr/>
        </p:nvSpPr>
        <p:spPr>
          <a:xfrm xmlns:a="http://schemas.openxmlformats.org/drawingml/2006/main">
            <a:off x="9525000" y="8058150"/>
            <a:ext cx="2381250" cy="9525"/>
          </a:xfrm>
          <a:custGeom xmlns:a="http://schemas.openxmlformats.org/drawingml/2006/main">
            <a:pathLst>
              <a:path w="2381250" h="9525">
                <a:moveTo>
                  <a:pt x="0" y="0"/>
                </a:moveTo>
                <a:lnTo>
                  <a:pt x="2381250" y="0"/>
                </a:lnTo>
              </a:path>
            </a:pathLst>
          </a:custGeom>
          <a:noFill xmlns:a="http://schemas.openxmlformats.org/drawingml/2006/main"/>
          <a:ln xmlns:a="http://schemas.openxmlformats.org/drawingml/2006/main" w="76200">
            <a:solidFill>
              <a:srgbClr val="484847"/>
            </a:solidFill>
            <a:prstDash val="solid"/>
          </a:ln>
        </p:spPr>
      </p:sp>
      <p:sp>
        <p:nvSpPr>
          <p:cNvPr id="18" name="경로 B">
            <a:extLst xmlns:a="http://schemas.openxmlformats.org/drawingml/2006/main">
              <a:ext uri="{FF2B5EF4-FFF2-40B4-BE49-F238E27FC236}">
                <a16:creationId xmlns:a16="http://schemas.microsoft.com/office/drawing/2014/main" id="{7D179AD7-C19E-412D-BEEB-ACA5F74165DB}"/>
              </a:ext>
            </a:extLst>
          </p:cNvPr>
          <p:cNvSpPr>
            <a:spLocks xmlns:a="http://schemas.openxmlformats.org/drawingml/2006/main" noGrp="1"/>
          </p:cNvSpPr>
          <p:nvPr/>
        </p:nvSpPr>
        <p:spPr>
          <a:xfrm xmlns:a="http://schemas.openxmlformats.org/drawingml/2006/main">
            <a:off x="11906250" y="7400925"/>
            <a:ext cx="9525" cy="657225"/>
          </a:xfrm>
          <a:custGeom xmlns:a="http://schemas.openxmlformats.org/drawingml/2006/main">
            <a:pathLst>
              <a:path w="9525" h="657225">
                <a:moveTo>
                  <a:pt x="0" y="657225"/>
                </a:moveTo>
                <a:lnTo>
                  <a:pt x="0" y="0"/>
                </a:lnTo>
              </a:path>
            </a:pathLst>
          </a:custGeom>
          <a:noFill xmlns:a="http://schemas.openxmlformats.org/drawingml/2006/main"/>
          <a:ln xmlns:a="http://schemas.openxmlformats.org/drawingml/2006/main" w="76200">
            <a:solidFill>
              <a:srgbClr val="484847"/>
            </a:solidFill>
            <a:prstDash val="solid"/>
          </a:ln>
        </p:spPr>
      </p:sp>
      <p:sp>
        <p:nvSpPr>
          <p:cNvPr id="19" name="경로 B">
            <a:extLst xmlns:a="http://schemas.openxmlformats.org/drawingml/2006/main">
              <a:ext uri="{FF2B5EF4-FFF2-40B4-BE49-F238E27FC236}">
                <a16:creationId xmlns:a16="http://schemas.microsoft.com/office/drawing/2014/main" id="{E60E0F9F-FC88-4EC0-AB4D-4F6C9FFE101B}"/>
              </a:ext>
            </a:extLst>
          </p:cNvPr>
          <p:cNvSpPr>
            <a:spLocks xmlns:a="http://schemas.openxmlformats.org/drawingml/2006/main" noGrp="1"/>
          </p:cNvSpPr>
          <p:nvPr/>
        </p:nvSpPr>
        <p:spPr>
          <a:xfrm xmlns:a="http://schemas.openxmlformats.org/drawingml/2006/main">
            <a:off x="11906250" y="7400925"/>
            <a:ext cx="2619375" cy="9525"/>
          </a:xfrm>
          <a:custGeom xmlns:a="http://schemas.openxmlformats.org/drawingml/2006/main">
            <a:pathLst>
              <a:path w="2619375" h="9525">
                <a:moveTo>
                  <a:pt x="0" y="0"/>
                </a:moveTo>
                <a:lnTo>
                  <a:pt x="2619375" y="0"/>
                </a:lnTo>
              </a:path>
            </a:pathLst>
          </a:custGeom>
          <a:noFill xmlns:a="http://schemas.openxmlformats.org/drawingml/2006/main"/>
          <a:ln xmlns:a="http://schemas.openxmlformats.org/drawingml/2006/main" w="76200">
            <a:solidFill>
              <a:srgbClr val="484847"/>
            </a:solidFill>
            <a:prstDash val="solid"/>
          </a:ln>
        </p:spPr>
      </p:sp>
      <p:sp>
        <p:nvSpPr>
          <p:cNvPr id="20" name="경로 B">
            <a:extLst xmlns:a="http://schemas.openxmlformats.org/drawingml/2006/main">
              <a:ext uri="{FF2B5EF4-FFF2-40B4-BE49-F238E27FC236}">
                <a16:creationId xmlns:a16="http://schemas.microsoft.com/office/drawing/2014/main" id="{79919EF5-8189-4E04-9E70-B13A6B4DE788}"/>
              </a:ext>
            </a:extLst>
          </p:cNvPr>
          <p:cNvSpPr>
            <a:spLocks xmlns:a="http://schemas.openxmlformats.org/drawingml/2006/main" noGrp="1"/>
          </p:cNvSpPr>
          <p:nvPr/>
        </p:nvSpPr>
        <p:spPr>
          <a:xfrm xmlns:a="http://schemas.openxmlformats.org/drawingml/2006/main">
            <a:off x="14525625" y="6715125"/>
            <a:ext cx="9525" cy="685800"/>
          </a:xfrm>
          <a:custGeom xmlns:a="http://schemas.openxmlformats.org/drawingml/2006/main">
            <a:pathLst>
              <a:path w="9525" h="685800">
                <a:moveTo>
                  <a:pt x="0" y="685800"/>
                </a:moveTo>
                <a:lnTo>
                  <a:pt x="0" y="0"/>
                </a:lnTo>
              </a:path>
            </a:pathLst>
          </a:custGeom>
          <a:noFill xmlns:a="http://schemas.openxmlformats.org/drawingml/2006/main"/>
          <a:ln xmlns:a="http://schemas.openxmlformats.org/drawingml/2006/main" w="76200">
            <a:solidFill>
              <a:srgbClr val="484847"/>
            </a:solidFill>
            <a:prstDash val="solid"/>
          </a:ln>
        </p:spPr>
      </p:sp>
      <p:sp>
        <p:nvSpPr>
          <p:cNvPr id="21" name="">
            <a:extLst xmlns:a="http://schemas.openxmlformats.org/drawingml/2006/main">
              <a:ext uri="{FF2B5EF4-FFF2-40B4-BE49-F238E27FC236}">
                <a16:creationId xmlns:a16="http://schemas.microsoft.com/office/drawing/2014/main" id="{983A6CB1-557A-4FFD-886A-53870AEA92B1}"/>
              </a:ext>
            </a:extLst>
          </p:cNvPr>
          <p:cNvSpPr>
            <a:spLocks xmlns:a="http://schemas.openxmlformats.org/drawingml/2006/main" noGrp="1"/>
          </p:cNvSpPr>
          <p:nvPr/>
        </p:nvSpPr>
        <p:spPr>
          <a:xfrm xmlns:a="http://schemas.openxmlformats.org/drawingml/2006/main">
            <a:off x="7134225" y="8734425"/>
            <a:ext cx="209550" cy="209550"/>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064C32D-464B-41F9-991E-02A4B1B0A3A2}"/>
              </a:ext>
            </a:extLst>
          </p:cNvPr>
          <p:cNvSpPr>
            <a:spLocks xmlns:a="http://schemas.openxmlformats.org/drawingml/2006/main" noGrp="1"/>
          </p:cNvSpPr>
          <p:nvPr/>
        </p:nvSpPr>
        <p:spPr>
          <a:xfrm xmlns:a="http://schemas.openxmlformats.org/drawingml/2006/main">
            <a:off x="14420850" y="6610350"/>
            <a:ext cx="209550" cy="209550"/>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4F5F1D30-43CC-41FE-9EAD-93C6BECC2517}"/>
              </a:ext>
            </a:extLst>
          </p:cNvPr>
          <p:cNvSpPr>
            <a:spLocks xmlns:a="http://schemas.openxmlformats.org/drawingml/2006/main" noGrp="1"/>
          </p:cNvSpPr>
          <p:nvPr/>
        </p:nvSpPr>
        <p:spPr>
          <a:xfrm xmlns:a="http://schemas.openxmlformats.org/drawingml/2006/main">
            <a:off x="6191250" y="9210675"/>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000000"/>
                </a:solidFill>
                <a:latin typeface="Pretendard"/>
                <a:ea typeface="Pretendard"/>
                <a:cs typeface="Pretendard"/>
              </a:defRPr>
            </a:defPPr>
            <a:lvl1pPr algn="ctr">
              <a:defRPr sz="2550" b="1">
                <a:solidFill>
                  <a:srgbClr val="000000"/>
                </a:solidFill>
                <a:latin typeface="Pretendard"/>
                <a:ea typeface="Pretendard"/>
                <a:cs typeface="Pretendard"/>
              </a:defRPr>
            </a:lvl1pPr>
            <a:lvl2pPr algn="ctr">
              <a:defRPr sz="2550" b="1">
                <a:solidFill>
                  <a:srgbClr val="000000"/>
                </a:solidFill>
                <a:latin typeface="Pretendard"/>
                <a:ea typeface="Pretendard"/>
                <a:cs typeface="Pretendard"/>
              </a:defRPr>
            </a:lvl2pPr>
            <a:lvl3pPr algn="ctr">
              <a:defRPr sz="2550" b="1">
                <a:solidFill>
                  <a:srgbClr val="000000"/>
                </a:solidFill>
                <a:latin typeface="Pretendard"/>
                <a:ea typeface="Pretendard"/>
                <a:cs typeface="Pretendard"/>
              </a:defRPr>
            </a:lvl3pPr>
            <a:lvl4pPr algn="ctr">
              <a:defRPr sz="2550" b="1">
                <a:solidFill>
                  <a:srgbClr val="000000"/>
                </a:solidFill>
                <a:latin typeface="Pretendard"/>
                <a:ea typeface="Pretendard"/>
                <a:cs typeface="Pretendard"/>
              </a:defRPr>
            </a:lvl4pPr>
            <a:lvl5pPr algn="ctr">
              <a:defRPr sz="2550" b="1">
                <a:solidFill>
                  <a:srgbClr val="000000"/>
                </a:solidFill>
                <a:latin typeface="Pretendard"/>
                <a:ea typeface="Pretendard"/>
                <a:cs typeface="Pretendard"/>
              </a:defRPr>
            </a:lvl5pPr>
            <a:lvl6pPr algn="ctr">
              <a:defRPr sz="2550" b="1">
                <a:solidFill>
                  <a:srgbClr val="000000"/>
                </a:solidFill>
                <a:latin typeface="Pretendard"/>
                <a:ea typeface="Pretendard"/>
                <a:cs typeface="Pretendard"/>
              </a:defRPr>
            </a:lvl6pPr>
            <a:lvl7pPr algn="ctr">
              <a:defRPr sz="2550" b="1">
                <a:solidFill>
                  <a:srgbClr val="000000"/>
                </a:solidFill>
                <a:latin typeface="Pretendard"/>
                <a:ea typeface="Pretendard"/>
                <a:cs typeface="Pretendard"/>
              </a:defRPr>
            </a:lvl7pPr>
            <a:lvl8pPr algn="ctr">
              <a:defRPr sz="2550" b="1">
                <a:solidFill>
                  <a:srgbClr val="000000"/>
                </a:solidFill>
                <a:latin typeface="Pretendard"/>
                <a:ea typeface="Pretendard"/>
                <a:cs typeface="Pretendard"/>
              </a:defRPr>
            </a:lvl8pPr>
            <a:lvl9pPr algn="ctr">
              <a:defRPr sz="2550" b="1">
                <a:solidFill>
                  <a:srgbClr val="000000"/>
                </a:solidFill>
                <a:latin typeface="Pretendard"/>
                <a:ea typeface="Pretendard"/>
                <a:cs typeface="Pretendard"/>
              </a:defRPr>
            </a:lvl9pPr>
          </a:lstStyle>
          <a:p xmlns:a="http://schemas.openxmlformats.org/drawingml/2006/main">
            <a:pPr algn="ctr">
              <a:defRPr sz="2550" b="1">
                <a:solidFill>
                  <a:srgbClr val="000000"/>
                </a:solidFill>
                <a:latin typeface="Pretendard"/>
                <a:ea typeface="Pretendard"/>
                <a:cs typeface="Pretendard"/>
              </a:defRPr>
            </a:pPr>
            <a:r>
              <a:rPr sz="2550" b="1">
                <a:solidFill>
                  <a:srgbClr val="000000"/>
                </a:solidFill>
                <a:latin typeface="Pretendard"/>
                <a:ea typeface="Pretendard"/>
                <a:cs typeface="Pretendard"/>
              </a:rPr>
              <a:t>출발점</a:t>
            </a:r>
          </a:p>
        </p:txBody>
      </p:sp>
      <p:sp>
        <p:nvSpPr>
          <p:cNvPr id="24" name="text">
            <a:extLst xmlns:a="http://schemas.openxmlformats.org/drawingml/2006/main">
              <a:ext uri="{FF2B5EF4-FFF2-40B4-BE49-F238E27FC236}">
                <a16:creationId xmlns:a16="http://schemas.microsoft.com/office/drawing/2014/main" id="{C8EAE9FE-3CB6-4A92-B3A4-D7A5F3637DD4}"/>
              </a:ext>
            </a:extLst>
          </p:cNvPr>
          <p:cNvSpPr>
            <a:spLocks xmlns:a="http://schemas.openxmlformats.org/drawingml/2006/main" noGrp="1"/>
          </p:cNvSpPr>
          <p:nvPr/>
        </p:nvSpPr>
        <p:spPr>
          <a:xfrm xmlns:a="http://schemas.openxmlformats.org/drawingml/2006/main">
            <a:off x="13477875" y="6105525"/>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000000"/>
                </a:solidFill>
                <a:latin typeface="Pretendard"/>
                <a:ea typeface="Pretendard"/>
                <a:cs typeface="Pretendard"/>
              </a:defRPr>
            </a:defPPr>
            <a:lvl1pPr algn="ctr">
              <a:defRPr sz="2550" b="1">
                <a:solidFill>
                  <a:srgbClr val="000000"/>
                </a:solidFill>
                <a:latin typeface="Pretendard"/>
                <a:ea typeface="Pretendard"/>
                <a:cs typeface="Pretendard"/>
              </a:defRPr>
            </a:lvl1pPr>
            <a:lvl2pPr algn="ctr">
              <a:defRPr sz="2550" b="1">
                <a:solidFill>
                  <a:srgbClr val="000000"/>
                </a:solidFill>
                <a:latin typeface="Pretendard"/>
                <a:ea typeface="Pretendard"/>
                <a:cs typeface="Pretendard"/>
              </a:defRPr>
            </a:lvl2pPr>
            <a:lvl3pPr algn="ctr">
              <a:defRPr sz="2550" b="1">
                <a:solidFill>
                  <a:srgbClr val="000000"/>
                </a:solidFill>
                <a:latin typeface="Pretendard"/>
                <a:ea typeface="Pretendard"/>
                <a:cs typeface="Pretendard"/>
              </a:defRPr>
            </a:lvl3pPr>
            <a:lvl4pPr algn="ctr">
              <a:defRPr sz="2550" b="1">
                <a:solidFill>
                  <a:srgbClr val="000000"/>
                </a:solidFill>
                <a:latin typeface="Pretendard"/>
                <a:ea typeface="Pretendard"/>
                <a:cs typeface="Pretendard"/>
              </a:defRPr>
            </a:lvl4pPr>
            <a:lvl5pPr algn="ctr">
              <a:defRPr sz="2550" b="1">
                <a:solidFill>
                  <a:srgbClr val="000000"/>
                </a:solidFill>
                <a:latin typeface="Pretendard"/>
                <a:ea typeface="Pretendard"/>
                <a:cs typeface="Pretendard"/>
              </a:defRPr>
            </a:lvl5pPr>
            <a:lvl6pPr algn="ctr">
              <a:defRPr sz="2550" b="1">
                <a:solidFill>
                  <a:srgbClr val="000000"/>
                </a:solidFill>
                <a:latin typeface="Pretendard"/>
                <a:ea typeface="Pretendard"/>
                <a:cs typeface="Pretendard"/>
              </a:defRPr>
            </a:lvl6pPr>
            <a:lvl7pPr algn="ctr">
              <a:defRPr sz="2550" b="1">
                <a:solidFill>
                  <a:srgbClr val="000000"/>
                </a:solidFill>
                <a:latin typeface="Pretendard"/>
                <a:ea typeface="Pretendard"/>
                <a:cs typeface="Pretendard"/>
              </a:defRPr>
            </a:lvl7pPr>
            <a:lvl8pPr algn="ctr">
              <a:defRPr sz="2550" b="1">
                <a:solidFill>
                  <a:srgbClr val="000000"/>
                </a:solidFill>
                <a:latin typeface="Pretendard"/>
                <a:ea typeface="Pretendard"/>
                <a:cs typeface="Pretendard"/>
              </a:defRPr>
            </a:lvl8pPr>
            <a:lvl9pPr algn="ctr">
              <a:defRPr sz="2550" b="1">
                <a:solidFill>
                  <a:srgbClr val="000000"/>
                </a:solidFill>
                <a:latin typeface="Pretendard"/>
                <a:ea typeface="Pretendard"/>
                <a:cs typeface="Pretendard"/>
              </a:defRPr>
            </a:lvl9pPr>
          </a:lstStyle>
          <a:p xmlns:a="http://schemas.openxmlformats.org/drawingml/2006/main">
            <a:pPr algn="ctr">
              <a:defRPr sz="2550" b="1">
                <a:solidFill>
                  <a:srgbClr val="000000"/>
                </a:solidFill>
                <a:latin typeface="Pretendard"/>
                <a:ea typeface="Pretendard"/>
                <a:cs typeface="Pretendard"/>
              </a:defRPr>
            </a:pPr>
            <a:r>
              <a:rPr sz="2550" b="1">
                <a:solidFill>
                  <a:srgbClr val="000000"/>
                </a:solidFill>
                <a:latin typeface="Pretendard"/>
                <a:ea typeface="Pretendard"/>
                <a:cs typeface="Pretendard"/>
              </a:rPr>
              <a:t>도착점</a:t>
            </a:r>
          </a:p>
        </p:txBody>
      </p:sp>
      <p:sp>
        <p:nvSpPr>
          <p:cNvPr id="25" name="text">
            <a:extLst xmlns:a="http://schemas.openxmlformats.org/drawingml/2006/main">
              <a:ext uri="{FF2B5EF4-FFF2-40B4-BE49-F238E27FC236}">
                <a16:creationId xmlns:a16="http://schemas.microsoft.com/office/drawing/2014/main" id="{DE3BFDB8-9C38-4EF3-B269-F2671649F8D1}"/>
              </a:ext>
            </a:extLst>
          </p:cNvPr>
          <p:cNvSpPr>
            <a:spLocks xmlns:a="http://schemas.openxmlformats.org/drawingml/2006/main" noGrp="1"/>
          </p:cNvSpPr>
          <p:nvPr/>
        </p:nvSpPr>
        <p:spPr>
          <a:xfrm xmlns:a="http://schemas.openxmlformats.org/drawingml/2006/main">
            <a:off x="9906000" y="7162800"/>
            <a:ext cx="171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57962F"/>
                </a:solidFill>
                <a:latin typeface="Pretendard"/>
                <a:ea typeface="Pretendard"/>
                <a:cs typeface="Pretendard"/>
              </a:defRPr>
            </a:defPPr>
            <a:lvl1pPr algn="ctr">
              <a:defRPr sz="2700" b="1">
                <a:solidFill>
                  <a:srgbClr val="57962F"/>
                </a:solidFill>
                <a:latin typeface="Pretendard"/>
                <a:ea typeface="Pretendard"/>
                <a:cs typeface="Pretendard"/>
              </a:defRPr>
            </a:lvl1pPr>
            <a:lvl2pPr algn="ctr">
              <a:defRPr sz="2700" b="1">
                <a:solidFill>
                  <a:srgbClr val="57962F"/>
                </a:solidFill>
                <a:latin typeface="Pretendard"/>
                <a:ea typeface="Pretendard"/>
                <a:cs typeface="Pretendard"/>
              </a:defRPr>
            </a:lvl2pPr>
            <a:lvl3pPr algn="ctr">
              <a:defRPr sz="2700" b="1">
                <a:solidFill>
                  <a:srgbClr val="57962F"/>
                </a:solidFill>
                <a:latin typeface="Pretendard"/>
                <a:ea typeface="Pretendard"/>
                <a:cs typeface="Pretendard"/>
              </a:defRPr>
            </a:lvl3pPr>
            <a:lvl4pPr algn="ctr">
              <a:defRPr sz="2700" b="1">
                <a:solidFill>
                  <a:srgbClr val="57962F"/>
                </a:solidFill>
                <a:latin typeface="Pretendard"/>
                <a:ea typeface="Pretendard"/>
                <a:cs typeface="Pretendard"/>
              </a:defRPr>
            </a:lvl4pPr>
            <a:lvl5pPr algn="ctr">
              <a:defRPr sz="2700" b="1">
                <a:solidFill>
                  <a:srgbClr val="57962F"/>
                </a:solidFill>
                <a:latin typeface="Pretendard"/>
                <a:ea typeface="Pretendard"/>
                <a:cs typeface="Pretendard"/>
              </a:defRPr>
            </a:lvl5pPr>
            <a:lvl6pPr algn="ctr">
              <a:defRPr sz="2700" b="1">
                <a:solidFill>
                  <a:srgbClr val="57962F"/>
                </a:solidFill>
                <a:latin typeface="Pretendard"/>
                <a:ea typeface="Pretendard"/>
                <a:cs typeface="Pretendard"/>
              </a:defRPr>
            </a:lvl6pPr>
            <a:lvl7pPr algn="ctr">
              <a:defRPr sz="2700" b="1">
                <a:solidFill>
                  <a:srgbClr val="57962F"/>
                </a:solidFill>
                <a:latin typeface="Pretendard"/>
                <a:ea typeface="Pretendard"/>
                <a:cs typeface="Pretendard"/>
              </a:defRPr>
            </a:lvl7pPr>
            <a:lvl8pPr algn="ctr">
              <a:defRPr sz="2700" b="1">
                <a:solidFill>
                  <a:srgbClr val="57962F"/>
                </a:solidFill>
                <a:latin typeface="Pretendard"/>
                <a:ea typeface="Pretendard"/>
                <a:cs typeface="Pretendard"/>
              </a:defRPr>
            </a:lvl8pPr>
            <a:lvl9pPr algn="ctr">
              <a:defRPr sz="2700" b="1">
                <a:solidFill>
                  <a:srgbClr val="57962F"/>
                </a:solidFill>
                <a:latin typeface="Pretendard"/>
                <a:ea typeface="Pretendard"/>
                <a:cs typeface="Pretendard"/>
              </a:defRPr>
            </a:lvl9pPr>
          </a:lstStyle>
          <a:p xmlns:a="http://schemas.openxmlformats.org/drawingml/2006/main">
            <a:pPr algn="ctr">
              <a:defRPr sz="2700" b="1">
                <a:solidFill>
                  <a:srgbClr val="57962F"/>
                </a:solidFill>
                <a:latin typeface="Pretendard"/>
                <a:ea typeface="Pretendard"/>
                <a:cs typeface="Pretendard"/>
              </a:defRPr>
            </a:pPr>
            <a:r>
              <a:rPr sz="2700" b="1">
                <a:solidFill>
                  <a:srgbClr val="57962F"/>
                </a:solidFill>
                <a:latin typeface="Pretendard"/>
                <a:ea typeface="Pretendard"/>
                <a:cs typeface="Pretendard"/>
              </a:rPr>
              <a:t>경로 A</a:t>
            </a:r>
          </a:p>
        </p:txBody>
      </p:sp>
      <p:sp>
        <p:nvSpPr>
          <p:cNvPr id="26" name="text">
            <a:extLst xmlns:a="http://schemas.openxmlformats.org/drawingml/2006/main">
              <a:ext uri="{FF2B5EF4-FFF2-40B4-BE49-F238E27FC236}">
                <a16:creationId xmlns:a16="http://schemas.microsoft.com/office/drawing/2014/main" id="{E52FFED2-2472-48C5-8636-CF1DE3D3C9FB}"/>
              </a:ext>
            </a:extLst>
          </p:cNvPr>
          <p:cNvSpPr>
            <a:spLocks xmlns:a="http://schemas.openxmlformats.org/drawingml/2006/main" noGrp="1"/>
          </p:cNvSpPr>
          <p:nvPr/>
        </p:nvSpPr>
        <p:spPr>
          <a:xfrm xmlns:a="http://schemas.openxmlformats.org/drawingml/2006/main">
            <a:off x="10001250" y="8382000"/>
            <a:ext cx="171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484847"/>
                </a:solidFill>
                <a:latin typeface="Pretendard"/>
                <a:ea typeface="Pretendard"/>
                <a:cs typeface="Pretendard"/>
              </a:defRPr>
            </a:defPPr>
            <a:lvl1pPr algn="ctr">
              <a:defRPr sz="2700" b="1">
                <a:solidFill>
                  <a:srgbClr val="484847"/>
                </a:solidFill>
                <a:latin typeface="Pretendard"/>
                <a:ea typeface="Pretendard"/>
                <a:cs typeface="Pretendard"/>
              </a:defRPr>
            </a:lvl1pPr>
            <a:lvl2pPr algn="ctr">
              <a:defRPr sz="2700" b="1">
                <a:solidFill>
                  <a:srgbClr val="484847"/>
                </a:solidFill>
                <a:latin typeface="Pretendard"/>
                <a:ea typeface="Pretendard"/>
                <a:cs typeface="Pretendard"/>
              </a:defRPr>
            </a:lvl2pPr>
            <a:lvl3pPr algn="ctr">
              <a:defRPr sz="2700" b="1">
                <a:solidFill>
                  <a:srgbClr val="484847"/>
                </a:solidFill>
                <a:latin typeface="Pretendard"/>
                <a:ea typeface="Pretendard"/>
                <a:cs typeface="Pretendard"/>
              </a:defRPr>
            </a:lvl3pPr>
            <a:lvl4pPr algn="ctr">
              <a:defRPr sz="2700" b="1">
                <a:solidFill>
                  <a:srgbClr val="484847"/>
                </a:solidFill>
                <a:latin typeface="Pretendard"/>
                <a:ea typeface="Pretendard"/>
                <a:cs typeface="Pretendard"/>
              </a:defRPr>
            </a:lvl4pPr>
            <a:lvl5pPr algn="ctr">
              <a:defRPr sz="2700" b="1">
                <a:solidFill>
                  <a:srgbClr val="484847"/>
                </a:solidFill>
                <a:latin typeface="Pretendard"/>
                <a:ea typeface="Pretendard"/>
                <a:cs typeface="Pretendard"/>
              </a:defRPr>
            </a:lvl5pPr>
            <a:lvl6pPr algn="ctr">
              <a:defRPr sz="2700" b="1">
                <a:solidFill>
                  <a:srgbClr val="484847"/>
                </a:solidFill>
                <a:latin typeface="Pretendard"/>
                <a:ea typeface="Pretendard"/>
                <a:cs typeface="Pretendard"/>
              </a:defRPr>
            </a:lvl6pPr>
            <a:lvl7pPr algn="ctr">
              <a:defRPr sz="2700" b="1">
                <a:solidFill>
                  <a:srgbClr val="484847"/>
                </a:solidFill>
                <a:latin typeface="Pretendard"/>
                <a:ea typeface="Pretendard"/>
                <a:cs typeface="Pretendard"/>
              </a:defRPr>
            </a:lvl7pPr>
            <a:lvl8pPr algn="ctr">
              <a:defRPr sz="2700" b="1">
                <a:solidFill>
                  <a:srgbClr val="484847"/>
                </a:solidFill>
                <a:latin typeface="Pretendard"/>
                <a:ea typeface="Pretendard"/>
                <a:cs typeface="Pretendard"/>
              </a:defRPr>
            </a:lvl8pPr>
            <a:lvl9pPr algn="ctr">
              <a:defRPr sz="2700" b="1">
                <a:solidFill>
                  <a:srgbClr val="484847"/>
                </a:solidFill>
                <a:latin typeface="Pretendard"/>
                <a:ea typeface="Pretendard"/>
                <a:cs typeface="Pretendard"/>
              </a:defRPr>
            </a:lvl9pPr>
          </a:lstStyle>
          <a:p xmlns:a="http://schemas.openxmlformats.org/drawingml/2006/main">
            <a:pPr algn="ctr">
              <a:defRPr sz="2700" b="1">
                <a:solidFill>
                  <a:srgbClr val="484847"/>
                </a:solidFill>
                <a:latin typeface="Pretendard"/>
                <a:ea typeface="Pretendard"/>
                <a:cs typeface="Pretendard"/>
              </a:defRPr>
            </a:pPr>
            <a:r>
              <a:rPr sz="2700" b="1">
                <a:solidFill>
                  <a:srgbClr val="484847"/>
                </a:solidFill>
                <a:latin typeface="Pretendard"/>
                <a:ea typeface="Pretendard"/>
                <a:cs typeface="Pretendard"/>
              </a:rPr>
              <a:t>경로 B</a:t>
            </a:r>
          </a:p>
        </p:txBody>
      </p:sp>
      <p:sp>
        <p:nvSpPr>
          <p:cNvPr id="27" name="높이 차">
            <a:extLst xmlns:a="http://schemas.openxmlformats.org/drawingml/2006/main">
              <a:ext uri="{FF2B5EF4-FFF2-40B4-BE49-F238E27FC236}">
                <a16:creationId xmlns:a16="http://schemas.microsoft.com/office/drawing/2014/main" id="{D4887A65-FC07-4D00-AD3A-FD49D2E5EBB4}"/>
              </a:ext>
            </a:extLst>
          </p:cNvPr>
          <p:cNvSpPr>
            <a:spLocks xmlns:a="http://schemas.openxmlformats.org/drawingml/2006/main" noGrp="1"/>
          </p:cNvSpPr>
          <p:nvPr/>
        </p:nvSpPr>
        <p:spPr>
          <a:xfrm xmlns:a="http://schemas.openxmlformats.org/drawingml/2006/main">
            <a:off x="15287625" y="6772275"/>
            <a:ext cx="9525" cy="2019300"/>
          </a:xfrm>
          <a:custGeom xmlns:a="http://schemas.openxmlformats.org/drawingml/2006/main">
            <a:pathLst>
              <a:path w="9525" h="2019300">
                <a:moveTo>
                  <a:pt x="0" y="0"/>
                </a:moveTo>
                <a:lnTo>
                  <a:pt x="0" y="2019300"/>
                </a:lnTo>
              </a:path>
            </a:pathLst>
          </a:custGeom>
          <a:noFill xmlns:a="http://schemas.openxmlformats.org/drawingml/2006/main"/>
          <a:ln xmlns:a="http://schemas.openxmlformats.org/drawingml/2006/main" w="38100">
            <a:solidFill>
              <a:srgbClr val="898989"/>
            </a:solidFill>
            <a:prstDash val="solid"/>
          </a:ln>
        </p:spPr>
      </p:sp>
      <p:sp>
        <p:nvSpPr>
          <p:cNvPr id="28" name="line">
            <a:extLst xmlns:a="http://schemas.openxmlformats.org/drawingml/2006/main">
              <a:ext uri="{FF2B5EF4-FFF2-40B4-BE49-F238E27FC236}">
                <a16:creationId xmlns:a16="http://schemas.microsoft.com/office/drawing/2014/main" id="{A22BE3FA-4347-407A-92A7-F0D338742673}"/>
              </a:ext>
            </a:extLst>
          </p:cNvPr>
          <p:cNvSpPr>
            <a:spLocks xmlns:a="http://schemas.openxmlformats.org/drawingml/2006/main" noGrp="1"/>
          </p:cNvSpPr>
          <p:nvPr/>
        </p:nvSpPr>
        <p:spPr>
          <a:xfrm xmlns:a="http://schemas.openxmlformats.org/drawingml/2006/main">
            <a:off x="15125700" y="6772275"/>
            <a:ext cx="323850" cy="9525"/>
          </a:xfrm>
          <a:custGeom xmlns:a="http://schemas.openxmlformats.org/drawingml/2006/main">
            <a:pathLst>
              <a:path w="323850" h="9525">
                <a:moveTo>
                  <a:pt x="0" y="0"/>
                </a:moveTo>
                <a:lnTo>
                  <a:pt x="323850" y="0"/>
                </a:lnTo>
              </a:path>
            </a:pathLst>
          </a:custGeom>
          <a:noFill xmlns:a="http://schemas.openxmlformats.org/drawingml/2006/main"/>
          <a:ln xmlns:a="http://schemas.openxmlformats.org/drawingml/2006/main" w="38100">
            <a:solidFill>
              <a:srgbClr val="898989"/>
            </a:solidFill>
            <a:prstDash val="solid"/>
          </a:ln>
        </p:spPr>
      </p:sp>
      <p:sp>
        <p:nvSpPr>
          <p:cNvPr id="29" name="line">
            <a:extLst xmlns:a="http://schemas.openxmlformats.org/drawingml/2006/main">
              <a:ext uri="{FF2B5EF4-FFF2-40B4-BE49-F238E27FC236}">
                <a16:creationId xmlns:a16="http://schemas.microsoft.com/office/drawing/2014/main" id="{B83F757D-67B7-433A-B001-C1AAE96089D8}"/>
              </a:ext>
            </a:extLst>
          </p:cNvPr>
          <p:cNvSpPr>
            <a:spLocks xmlns:a="http://schemas.openxmlformats.org/drawingml/2006/main" noGrp="1"/>
          </p:cNvSpPr>
          <p:nvPr/>
        </p:nvSpPr>
        <p:spPr>
          <a:xfrm xmlns:a="http://schemas.openxmlformats.org/drawingml/2006/main">
            <a:off x="15125700" y="8791575"/>
            <a:ext cx="323850" cy="9525"/>
          </a:xfrm>
          <a:custGeom xmlns:a="http://schemas.openxmlformats.org/drawingml/2006/main">
            <a:pathLst>
              <a:path w="323850" h="9525">
                <a:moveTo>
                  <a:pt x="0" y="0"/>
                </a:moveTo>
                <a:lnTo>
                  <a:pt x="323850" y="0"/>
                </a:lnTo>
              </a:path>
            </a:pathLst>
          </a:custGeom>
          <a:noFill xmlns:a="http://schemas.openxmlformats.org/drawingml/2006/main"/>
          <a:ln xmlns:a="http://schemas.openxmlformats.org/drawingml/2006/main" w="38100">
            <a:solidFill>
              <a:srgbClr val="898989"/>
            </a:solidFill>
            <a:prstDash val="solid"/>
          </a:ln>
        </p:spPr>
      </p:sp>
      <p:sp>
        <p:nvSpPr>
          <p:cNvPr id="30" name="text">
            <a:extLst xmlns:a="http://schemas.openxmlformats.org/drawingml/2006/main">
              <a:ext uri="{FF2B5EF4-FFF2-40B4-BE49-F238E27FC236}">
                <a16:creationId xmlns:a16="http://schemas.microsoft.com/office/drawing/2014/main" id="{9693F9F5-BD51-4ADB-ADEE-E5588E63C9AE}"/>
              </a:ext>
            </a:extLst>
          </p:cNvPr>
          <p:cNvSpPr>
            <a:spLocks xmlns:a="http://schemas.openxmlformats.org/drawingml/2006/main" noGrp="1"/>
          </p:cNvSpPr>
          <p:nvPr/>
        </p:nvSpPr>
        <p:spPr>
          <a:xfrm xmlns:a="http://schemas.openxmlformats.org/drawingml/2006/main">
            <a:off x="15525750" y="7524750"/>
            <a:ext cx="171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898989"/>
                </a:solidFill>
                <a:latin typeface="Pretendard"/>
                <a:ea typeface="Pretendard"/>
                <a:cs typeface="Pretendard"/>
              </a:defRPr>
            </a:defPPr>
            <a:lvl1pPr algn="l">
              <a:defRPr sz="2400" b="1">
                <a:solidFill>
                  <a:srgbClr val="898989"/>
                </a:solidFill>
                <a:latin typeface="Pretendard"/>
                <a:ea typeface="Pretendard"/>
                <a:cs typeface="Pretendard"/>
              </a:defRPr>
            </a:lvl1pPr>
            <a:lvl2pPr algn="l">
              <a:defRPr sz="2400" b="1">
                <a:solidFill>
                  <a:srgbClr val="898989"/>
                </a:solidFill>
                <a:latin typeface="Pretendard"/>
                <a:ea typeface="Pretendard"/>
                <a:cs typeface="Pretendard"/>
              </a:defRPr>
            </a:lvl2pPr>
            <a:lvl3pPr algn="l">
              <a:defRPr sz="2400" b="1">
                <a:solidFill>
                  <a:srgbClr val="898989"/>
                </a:solidFill>
                <a:latin typeface="Pretendard"/>
                <a:ea typeface="Pretendard"/>
                <a:cs typeface="Pretendard"/>
              </a:defRPr>
            </a:lvl3pPr>
            <a:lvl4pPr algn="l">
              <a:defRPr sz="2400" b="1">
                <a:solidFill>
                  <a:srgbClr val="898989"/>
                </a:solidFill>
                <a:latin typeface="Pretendard"/>
                <a:ea typeface="Pretendard"/>
                <a:cs typeface="Pretendard"/>
              </a:defRPr>
            </a:lvl4pPr>
            <a:lvl5pPr algn="l">
              <a:defRPr sz="2400" b="1">
                <a:solidFill>
                  <a:srgbClr val="898989"/>
                </a:solidFill>
                <a:latin typeface="Pretendard"/>
                <a:ea typeface="Pretendard"/>
                <a:cs typeface="Pretendard"/>
              </a:defRPr>
            </a:lvl5pPr>
            <a:lvl6pPr algn="l">
              <a:defRPr sz="2400" b="1">
                <a:solidFill>
                  <a:srgbClr val="898989"/>
                </a:solidFill>
                <a:latin typeface="Pretendard"/>
                <a:ea typeface="Pretendard"/>
                <a:cs typeface="Pretendard"/>
              </a:defRPr>
            </a:lvl6pPr>
            <a:lvl7pPr algn="l">
              <a:defRPr sz="2400" b="1">
                <a:solidFill>
                  <a:srgbClr val="898989"/>
                </a:solidFill>
                <a:latin typeface="Pretendard"/>
                <a:ea typeface="Pretendard"/>
                <a:cs typeface="Pretendard"/>
              </a:defRPr>
            </a:lvl7pPr>
            <a:lvl8pPr algn="l">
              <a:defRPr sz="2400" b="1">
                <a:solidFill>
                  <a:srgbClr val="898989"/>
                </a:solidFill>
                <a:latin typeface="Pretendard"/>
                <a:ea typeface="Pretendard"/>
                <a:cs typeface="Pretendard"/>
              </a:defRPr>
            </a:lvl8pPr>
            <a:lvl9pPr algn="l">
              <a:defRPr sz="2400" b="1">
                <a:solidFill>
                  <a:srgbClr val="898989"/>
                </a:solidFill>
                <a:latin typeface="Pretendard"/>
                <a:ea typeface="Pretendard"/>
                <a:cs typeface="Pretendard"/>
              </a:defRPr>
            </a:lvl9pPr>
          </a:lstStyle>
          <a:p xmlns:a="http://schemas.openxmlformats.org/drawingml/2006/main">
            <a:pPr algn="l">
              <a:defRPr sz="2400" b="1">
                <a:solidFill>
                  <a:srgbClr val="898989"/>
                </a:solidFill>
                <a:latin typeface="Pretendard"/>
                <a:ea typeface="Pretendard"/>
                <a:cs typeface="Pretendard"/>
              </a:defRPr>
            </a:pPr>
            <a:r>
              <a:rPr sz="2400" b="1">
                <a:solidFill>
                  <a:srgbClr val="898989"/>
                </a:solidFill>
                <a:latin typeface="Pretendard"/>
                <a:ea typeface="Pretendard"/>
                <a:cs typeface="Pretendard"/>
              </a:rPr>
              <a:t>높이 차</a:t>
            </a:r>
          </a:p>
        </p:txBody>
      </p:sp>
    </p:spTree>
    <p:extLst>
      <p:ext uri="{BB962C8B-B14F-4D97-AF65-F5344CB8AC3E}">
        <p14:creationId xmlns:p14="http://schemas.microsoft.com/office/powerpoint/2010/main" val="135353213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18BEBCE2-3A85-473C-B98F-FCF26B94381F}"/>
              </a:ext>
            </a:extLst>
          </p:cNvPr>
          <p:cNvPicPr>
            <a:picLocks xmlns:a="http://schemas.openxmlformats.org/drawingml/2006/main" noChangeAspect="1"/>
          </p:cNvPicPr>
          <p:nvPr/>
        </p:nvPicPr>
        <p:blipFill>
          <a:blip xmlns:r="http://schemas.openxmlformats.org/officeDocument/2006/relationships" xmlns:a="http://schemas.openxmlformats.org/drawingml/2006/main" r:embed="R88fca846e85548b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49405B5-B682-4A2E-B150-86CAAC9B8D4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109D2B8-6438-4683-A6C5-CFAECC974789}"/>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F2CAE229-6AF6-4166-B717-16627467495F}"/>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9BF0F393-62D9-47C8-9442-CE6F5CEB425D}"/>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52E01A43-A4D1-4631-94C8-8191F6FAD7F5}"/>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A3BD1874-A300-465D-8CC8-DE7CCF70DA73}"/>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018D05DD-4CE0-4AA8-9F51-40EBA478C2EC}"/>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DB6F2CBA-D3BB-4051-8A58-0AC0FAE17496}"/>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8DEBA01E-1B5B-449C-8550-BE2B6F1E2E62}"/>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8948BA40-790E-45BB-9915-9C836DDDF030}"/>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831A7628-9404-4E86-9705-B8F32DDA11DC}"/>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406553A4-22AC-42C1-959A-78A143AD5430}"/>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08E79B81-6E31-4943-AC8F-85E3A6BADDFF}"/>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067FA801-9440-4C0C-90D5-D312103002FE}"/>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2305194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B6FD3872-52C2-4797-8A94-3177A6001392}"/>
              </a:ext>
            </a:extLst>
          </p:cNvPr>
          <p:cNvPicPr>
            <a:picLocks xmlns:a="http://schemas.openxmlformats.org/drawingml/2006/main" noChangeAspect="1"/>
          </p:cNvPicPr>
          <p:nvPr/>
        </p:nvPicPr>
        <p:blipFill>
          <a:blip xmlns:r="http://schemas.openxmlformats.org/officeDocument/2006/relationships" xmlns:a="http://schemas.openxmlformats.org/drawingml/2006/main" r:embed="Rb8afcae2ea714e0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046AC8A-8F3D-4082-924C-CBA0ACF8E44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9F66DC7-1C31-418E-8058-DD3AE05962E3}"/>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1623234D-F095-4C44-9035-E95DBF057870}"/>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227CC83-504D-46BA-BA48-5655F7C64C39}"/>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48846C2C-D617-47B3-ACCD-562FA0A2EC18}"/>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EACEE99A-7514-46C7-8B25-B9C88ABCF81B}"/>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3BC19656-9C27-4754-B458-F71856C3663D}"/>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DB621931-389C-42C9-874F-1D632415FA15}"/>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4DAC4CFC-5109-4209-ADDF-5664DF0B8688}"/>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A6790161-196C-40DE-907E-52A4FE4F4BE9}"/>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D4501A26-2E52-4964-9923-7CAEB6558DCB}"/>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4C920DEF-876F-49C7-B9E7-3392F5A2226F}"/>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09E667A0-12A7-437D-83AC-30B2BE45F05F}"/>
              </a:ext>
            </a:extLst>
          </p:cNvPr>
          <p:cNvPicPr>
            <a:picLocks xmlns:a="http://schemas.openxmlformats.org/drawingml/2006/main" noChangeAspect="1"/>
          </p:cNvPicPr>
          <p:nvPr/>
        </p:nvPicPr>
        <p:blipFill>
          <a:blip xmlns:r="http://schemas.openxmlformats.org/officeDocument/2006/relationships" xmlns:a="http://schemas.openxmlformats.org/drawingml/2006/main" r:embed="Rd5d115a02e61459b"/>
          <a:stretch xmlns:a="http://schemas.openxmlformats.org/drawingml/2006/main"/>
        </p:blipFill>
        <p:spPr>
          <a:xfrm xmlns:a="http://schemas.openxmlformats.org/drawingml/2006/main">
            <a:off x="15906750" y="5372100"/>
            <a:ext cx="2066925" cy="4381500"/>
          </a:xfrm>
          <a:prstGeom xmlns:a="http://schemas.openxmlformats.org/drawingml/2006/main" prst="rect">
            <a:avLst/>
          </a:prstGeom>
        </p:spPr>
      </p:pic>
    </p:spTree>
    <p:extLst>
      <p:ext uri="{BB962C8B-B14F-4D97-AF65-F5344CB8AC3E}">
        <p14:creationId xmlns:p14="http://schemas.microsoft.com/office/powerpoint/2010/main" val="1058468514"/>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AAC2E61A-9C3E-431E-AD53-752A9E81BD11}"/>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2E0BCD65-2357-4E4A-BC1E-547A5DD14F8A}"/>
              </a:ext>
            </a:extLst>
          </p:cNvPr>
          <p:cNvPicPr>
            <a:picLocks xmlns:a="http://schemas.openxmlformats.org/drawingml/2006/main" noChangeAspect="1"/>
          </p:cNvPicPr>
          <p:nvPr/>
        </p:nvPicPr>
        <p:blipFill>
          <a:blip xmlns:r="http://schemas.openxmlformats.org/officeDocument/2006/relationships" xmlns:a="http://schemas.openxmlformats.org/drawingml/2006/main" r:embed="R91c57881b3844e8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4A4622CF-305F-40CB-9111-4A8A389A659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AD148AAC-BD89-48DE-B6B5-07B49A35402A}"/>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5" name="text">
            <a:extLst xmlns:a="http://schemas.openxmlformats.org/drawingml/2006/main">
              <a:ext uri="{FF2B5EF4-FFF2-40B4-BE49-F238E27FC236}">
                <a16:creationId xmlns:a16="http://schemas.microsoft.com/office/drawing/2014/main" id="{3224D43F-353E-41F2-91D2-75F94B68D12C}"/>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6" name="text">
            <a:extLst xmlns:a="http://schemas.openxmlformats.org/drawingml/2006/main">
              <a:ext uri="{FF2B5EF4-FFF2-40B4-BE49-F238E27FC236}">
                <a16:creationId xmlns:a16="http://schemas.microsoft.com/office/drawing/2014/main" id="{DFB46089-3B77-4C97-A286-1A5D5068E43B}"/>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81716852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D306A0C-70CF-4A9E-BF66-EFA53DEC2DBE}"/>
              </a:ext>
            </a:extLst>
          </p:cNvPr>
          <p:cNvPicPr>
            <a:picLocks xmlns:a="http://schemas.openxmlformats.org/drawingml/2006/main" noChangeAspect="1"/>
          </p:cNvPicPr>
          <p:nvPr/>
        </p:nvPicPr>
        <p:blipFill>
          <a:blip xmlns:r="http://schemas.openxmlformats.org/officeDocument/2006/relationships" xmlns:a="http://schemas.openxmlformats.org/drawingml/2006/main" r:embed="Rd8845c1b540b4de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C8CDC44-FF90-4D08-9AED-B916074B524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58C7856-D764-4BEA-951C-3F25DD546E9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9AF6697A-6831-4EDC-B820-76F1153F385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A74E50E-CC06-41D1-BB14-F3313740B23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E9C33290-EC7A-4DE0-8D64-A087F4ED4EED}"/>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8D01FF45-CB7F-47EA-9F03-6B0C5308F531}"/>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DD1A1B0E-10DF-4714-AB0D-4A7B2A227179}"/>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720EB3E5-EEE4-47BC-8EB9-33093CE42F96}"/>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E51E092C-023C-49B2-BECE-63F879CEF7DD}"/>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7F1F0A88-6628-4E4C-A1AC-74B15400ECA4}"/>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9C0B1AAB-965C-4F58-8B46-D1A6CFB631B4}"/>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134197695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E71D1E35-AF7F-44B0-892D-A5E3483DB000}"/>
              </a:ext>
            </a:extLst>
          </p:cNvPr>
          <p:cNvPicPr>
            <a:picLocks xmlns:a="http://schemas.openxmlformats.org/drawingml/2006/main" noChangeAspect="1"/>
          </p:cNvPicPr>
          <p:nvPr/>
        </p:nvPicPr>
        <p:blipFill>
          <a:blip xmlns:r="http://schemas.openxmlformats.org/officeDocument/2006/relationships" xmlns:a="http://schemas.openxmlformats.org/drawingml/2006/main" r:embed="Re9b625c8fc934aa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57CE5B9-0361-452A-8020-948C903AD40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EB8AF6D-66CD-4058-AA40-B40608C8120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1086D9EA-46AB-47F4-B07A-C061A5055B6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7C8B143-9FDC-484C-ADE3-0CC5C3C5817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E75B7921-BC8E-464A-9C47-27C359B1F5E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sp>
        <p:nvSpPr>
          <p:cNvPr id="7" name="text">
            <a:extLst xmlns:a="http://schemas.openxmlformats.org/drawingml/2006/main">
              <a:ext uri="{FF2B5EF4-FFF2-40B4-BE49-F238E27FC236}">
                <a16:creationId xmlns:a16="http://schemas.microsoft.com/office/drawing/2014/main" id="{BDAB624B-AA6D-4BD6-BBF4-573BAF56959C}"/>
              </a:ext>
            </a:extLst>
          </p:cNvPr>
          <p:cNvSpPr>
            <a:spLocks xmlns:a="http://schemas.openxmlformats.org/drawingml/2006/main" noGrp="1"/>
          </p:cNvSpPr>
          <p:nvPr/>
        </p:nvSpPr>
        <p:spPr>
          <a:xfrm xmlns:a="http://schemas.openxmlformats.org/drawingml/2006/main">
            <a:off x="1428750" y="36671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반응 경로만 달리하고, 비교 조건은 맞춘다.</a:t>
            </a:r>
          </a:p>
        </p:txBody>
      </p:sp>
      <p:sp>
        <p:nvSpPr>
          <p:cNvPr id="8" name="설명·계산 행 1">
            <a:extLst xmlns:a="http://schemas.openxmlformats.org/drawingml/2006/main">
              <a:ext uri="{FF2B5EF4-FFF2-40B4-BE49-F238E27FC236}">
                <a16:creationId xmlns:a16="http://schemas.microsoft.com/office/drawing/2014/main" id="{CECD4296-98E2-4FF5-9BD5-C734D490E21E}"/>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6A29C2AC-408F-4E98-A959-7A50A9A19CC5}"/>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상태를 같게 한다.</a:t>
            </a:r>
          </a:p>
        </p:txBody>
      </p:sp>
      <p:sp>
        <p:nvSpPr>
          <p:cNvPr id="10" name="설명·계산 행 2">
            <a:extLst xmlns:a="http://schemas.openxmlformats.org/drawingml/2006/main">
              <a:ext uri="{FF2B5EF4-FFF2-40B4-BE49-F238E27FC236}">
                <a16:creationId xmlns:a16="http://schemas.microsoft.com/office/drawing/2014/main" id="{0F9B26A6-4FFA-43D8-A39B-F84389057487}"/>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C3347091-9B18-4D09-A3F5-D8032891D2D7}"/>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반응하는 물질의 양을 같게 한다.</a:t>
            </a:r>
          </a:p>
        </p:txBody>
      </p:sp>
      <p:sp>
        <p:nvSpPr>
          <p:cNvPr id="12" name="설명·계산 행 3">
            <a:extLst xmlns:a="http://schemas.openxmlformats.org/drawingml/2006/main">
              <a:ext uri="{FF2B5EF4-FFF2-40B4-BE49-F238E27FC236}">
                <a16:creationId xmlns:a16="http://schemas.microsoft.com/office/drawing/2014/main" id="{09149252-532D-4E60-A4AE-E37888154654}"/>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3">
            <a:extLst xmlns:a="http://schemas.openxmlformats.org/drawingml/2006/main">
              <a:ext uri="{FF2B5EF4-FFF2-40B4-BE49-F238E27FC236}">
                <a16:creationId xmlns:a16="http://schemas.microsoft.com/office/drawing/2014/main" id="{049DDCAE-C082-4C4D-99CC-DE89BFB2A1B7}"/>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온도와 압력 조건을 같게 한다.</a:t>
            </a:r>
          </a:p>
        </p:txBody>
      </p:sp>
    </p:spTree>
    <p:extLst>
      <p:ext uri="{BB962C8B-B14F-4D97-AF65-F5344CB8AC3E}">
        <p14:creationId xmlns:p14="http://schemas.microsoft.com/office/powerpoint/2010/main" val="71867937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540311EB-7C45-4ADC-A87F-564360C59A06}"/>
              </a:ext>
            </a:extLst>
          </p:cNvPr>
          <p:cNvPicPr>
            <a:picLocks xmlns:a="http://schemas.openxmlformats.org/drawingml/2006/main" noChangeAspect="1"/>
          </p:cNvPicPr>
          <p:nvPr/>
        </p:nvPicPr>
        <p:blipFill>
          <a:blip xmlns:r="http://schemas.openxmlformats.org/officeDocument/2006/relationships" xmlns:a="http://schemas.openxmlformats.org/drawingml/2006/main" r:embed="R6b17cae730c14ba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8C979CC-D869-41C1-A7C3-2547E6C176D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FC3080F-F0DB-40BA-90FF-063885C42A3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71D3DB27-85C9-43CC-9A38-9C2AD3E7087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32BB5A0-6FA3-4F2F-AE49-E1CEAA8D6FD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E91544D4-3F3B-48CA-8053-FAFB13DA0F55}"/>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C47A7357-22B6-46A9-866F-95599CBFB398}"/>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9DEBF190-E858-48BA-908F-A22D23564905}"/>
              </a:ext>
            </a:extLst>
          </p:cNvPr>
          <p:cNvPicPr>
            <a:picLocks xmlns:a="http://schemas.openxmlformats.org/drawingml/2006/main" noChangeAspect="1"/>
          </p:cNvPicPr>
          <p:nvPr/>
        </p:nvPicPr>
        <p:blipFill>
          <a:blip xmlns:r="http://schemas.openxmlformats.org/officeDocument/2006/relationships" xmlns:a="http://schemas.openxmlformats.org/drawingml/2006/main" r:embed="R5ed24f3e403d4254"/>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CDBF8F07-D476-49FA-9E73-EDFE6544EE0C}"/>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BE877FBD-6C5F-4D64-BDCF-CFA4C4D81DA4}"/>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₁ = −189.3 kJ</a:t>
            </a:r>
          </a:p>
        </p:txBody>
      </p:sp>
      <p:sp>
        <p:nvSpPr>
          <p:cNvPr id="11" name="text">
            <a:extLst xmlns:a="http://schemas.openxmlformats.org/drawingml/2006/main">
              <a:ext uri="{FF2B5EF4-FFF2-40B4-BE49-F238E27FC236}">
                <a16:creationId xmlns:a16="http://schemas.microsoft.com/office/drawing/2014/main" id="{1E9ADB2E-EE8B-46F6-B189-12B9CB43CD35}"/>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8DE52116-BAE3-4D80-BBD9-3A4FFDD09957}"/>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3" name="text">
            <a:extLst xmlns:a="http://schemas.openxmlformats.org/drawingml/2006/main">
              <a:ext uri="{FF2B5EF4-FFF2-40B4-BE49-F238E27FC236}">
                <a16:creationId xmlns:a16="http://schemas.microsoft.com/office/drawing/2014/main" id="{5394FA07-1A94-4FB5-9365-4E66EF96F2BE}"/>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4CE07DDC-27B0-4770-89A3-FE9DCAA8E858}"/>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rPr sz="375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086F0CCC-FDBA-4928-82E8-B1370C448415}"/>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7D34A0D2-824F-485F-A572-EAE52EA8C7BF}"/>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Tree>
    <p:extLst>
      <p:ext uri="{BB962C8B-B14F-4D97-AF65-F5344CB8AC3E}">
        <p14:creationId xmlns:p14="http://schemas.microsoft.com/office/powerpoint/2010/main" val="64075582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0E72B02-A325-4F62-8F32-6121E518F0EE}"/>
              </a:ext>
            </a:extLst>
          </p:cNvPr>
          <p:cNvPicPr>
            <a:picLocks xmlns:a="http://schemas.openxmlformats.org/drawingml/2006/main" noChangeAspect="1"/>
          </p:cNvPicPr>
          <p:nvPr/>
        </p:nvPicPr>
        <p:blipFill>
          <a:blip xmlns:r="http://schemas.openxmlformats.org/officeDocument/2006/relationships" xmlns:a="http://schemas.openxmlformats.org/drawingml/2006/main" r:embed="Rd0867960d3de40d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3DC8295-84D8-4C1C-AE74-94E546E318D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D54FD39-505E-4829-AEA8-90BD2A26CD0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C92291E6-DE8F-45E2-91E7-79D7388829D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8E85493-F1BE-420C-815E-AA772F211E8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8B0EE546-1F7A-4929-ADAC-4F46B9E3E46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608F2FA7-03B8-4E17-8903-DBB1A642D66C}"/>
              </a:ext>
            </a:extLst>
          </p:cNvPr>
          <p:cNvPicPr>
            <a:picLocks xmlns:a="http://schemas.openxmlformats.org/drawingml/2006/main" noChangeAspect="1"/>
          </p:cNvPicPr>
          <p:nvPr/>
        </p:nvPicPr>
        <p:blipFill>
          <a:blip xmlns:r="http://schemas.openxmlformats.org/officeDocument/2006/relationships" xmlns:a="http://schemas.openxmlformats.org/drawingml/2006/main" r:embed="R0720b4918dd84a77"/>
          <a:stretch xmlns:a="http://schemas.openxmlformats.org/drawingml/2006/main"/>
        </p:blipFill>
        <p:spPr>
          <a:xfrm xmlns:a="http://schemas.openxmlformats.org/drawingml/2006/main">
            <a:off x="2247900" y="4261037"/>
            <a:ext cx="13811250" cy="812426"/>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568D35B1-593B-4568-8343-35AA002E8080}"/>
              </a:ext>
            </a:extLst>
          </p:cNvPr>
          <p:cNvPicPr>
            <a:picLocks xmlns:a="http://schemas.openxmlformats.org/drawingml/2006/main" noChangeAspect="1"/>
          </p:cNvPicPr>
          <p:nvPr/>
        </p:nvPicPr>
        <p:blipFill>
          <a:blip xmlns:r="http://schemas.openxmlformats.org/officeDocument/2006/relationships" xmlns:a="http://schemas.openxmlformats.org/drawingml/2006/main" r:embed="R2e1e69305ba041d0"/>
          <a:stretch xmlns:a="http://schemas.openxmlformats.org/drawingml/2006/main"/>
        </p:blipFill>
        <p:spPr>
          <a:xfrm xmlns:a="http://schemas.openxmlformats.org/drawingml/2006/main">
            <a:off x="2295525" y="5391150"/>
            <a:ext cx="13716000" cy="1524000"/>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8B04BA63-3ADA-4848-BD12-586BD0628370}"/>
              </a:ext>
            </a:extLst>
          </p:cNvPr>
          <p:cNvSpPr>
            <a:spLocks xmlns:a="http://schemas.openxmlformats.org/drawingml/2006/main" noGrp="1"/>
          </p:cNvSpPr>
          <p:nvPr/>
        </p:nvSpPr>
        <p:spPr>
          <a:xfrm xmlns:a="http://schemas.openxmlformats.org/drawingml/2006/main">
            <a:off x="2219325" y="7181850"/>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7B97EEC2-D1DD-4B36-AF78-01D184311C97}"/>
              </a:ext>
            </a:extLst>
          </p:cNvPr>
          <p:cNvPicPr>
            <a:picLocks xmlns:a="http://schemas.openxmlformats.org/drawingml/2006/main" noChangeAspect="1"/>
          </p:cNvPicPr>
          <p:nvPr/>
        </p:nvPicPr>
        <p:blipFill>
          <a:blip xmlns:r="http://schemas.openxmlformats.org/officeDocument/2006/relationships" xmlns:a="http://schemas.openxmlformats.org/drawingml/2006/main" r:embed="R3db1adb1373c4c06"/>
          <a:stretch xmlns:a="http://schemas.openxmlformats.org/drawingml/2006/main"/>
        </p:blipFill>
        <p:spPr>
          <a:xfrm xmlns:a="http://schemas.openxmlformats.org/drawingml/2006/main">
            <a:off x="2247900" y="7413812"/>
            <a:ext cx="13811250" cy="812426"/>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4DE9E0DD-3B3D-4809-B52D-39085CE43AD4}"/>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BA670896-71C1-4912-82A4-939E75E1C494}"/>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54255397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E2050B91-DD51-43DD-A8A7-D992A3ABAE8E}"/>
              </a:ext>
            </a:extLst>
          </p:cNvPr>
          <p:cNvPicPr>
            <a:picLocks xmlns:a="http://schemas.openxmlformats.org/drawingml/2006/main" noChangeAspect="1"/>
          </p:cNvPicPr>
          <p:nvPr/>
        </p:nvPicPr>
        <p:blipFill>
          <a:blip xmlns:r="http://schemas.openxmlformats.org/officeDocument/2006/relationships" xmlns:a="http://schemas.openxmlformats.org/drawingml/2006/main" r:embed="R0e059d33d3cc480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A871F94-BC0C-4AA2-AD6B-DA40EABB433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A8FD0CC-F029-4141-A4D7-CCA1687C4DD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E2C9F9DC-FAC2-49C6-99D9-CCB124B8ED6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D59CC64-000B-41C9-853D-34AD8156894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CE6179EA-351A-44C1-949A-8CDFFD3208E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1830B889-B6AF-4991-BD69-FAA14B4248D8}"/>
              </a:ext>
            </a:extLst>
          </p:cNvPr>
          <p:cNvPicPr>
            <a:picLocks xmlns:a="http://schemas.openxmlformats.org/drawingml/2006/main" noChangeAspect="1"/>
          </p:cNvPicPr>
          <p:nvPr/>
        </p:nvPicPr>
        <p:blipFill>
          <a:blip xmlns:r="http://schemas.openxmlformats.org/officeDocument/2006/relationships" xmlns:a="http://schemas.openxmlformats.org/drawingml/2006/main" r:embed="R8c4d85ed4f73472c"/>
          <a:stretch xmlns:a="http://schemas.openxmlformats.org/drawingml/2006/main"/>
        </p:blipFill>
        <p:spPr>
          <a:xfrm xmlns:a="http://schemas.openxmlformats.org/drawingml/2006/main">
            <a:off x="2247900" y="4401025"/>
            <a:ext cx="13811250" cy="1313499"/>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0033523E-EC78-41F6-8224-4C7D53441DC2}"/>
              </a:ext>
            </a:extLst>
          </p:cNvPr>
          <p:cNvPicPr>
            <a:picLocks xmlns:a="http://schemas.openxmlformats.org/drawingml/2006/main" noChangeAspect="1"/>
          </p:cNvPicPr>
          <p:nvPr/>
        </p:nvPicPr>
        <p:blipFill>
          <a:blip xmlns:r="http://schemas.openxmlformats.org/officeDocument/2006/relationships" xmlns:a="http://schemas.openxmlformats.org/drawingml/2006/main" r:embed="R74cb3458cd324906"/>
          <a:stretch xmlns:a="http://schemas.openxmlformats.org/drawingml/2006/main"/>
        </p:blipFill>
        <p:spPr>
          <a:xfrm xmlns:a="http://schemas.openxmlformats.org/drawingml/2006/main">
            <a:off x="2269578" y="6096000"/>
            <a:ext cx="8529145" cy="182880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D8BC7BEF-58C9-42BF-892D-F5578DE1DDEF}"/>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4525F769-58B7-4822-93F3-1B06F08A55E1}"/>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Tree>
    <p:extLst>
      <p:ext uri="{BB962C8B-B14F-4D97-AF65-F5344CB8AC3E}">
        <p14:creationId xmlns:p14="http://schemas.microsoft.com/office/powerpoint/2010/main" val="9874511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39E2A30A-BA60-46B1-8E7A-65D9D448215F}"/>
              </a:ext>
            </a:extLst>
          </p:cNvPr>
          <p:cNvPicPr>
            <a:picLocks xmlns:a="http://schemas.openxmlformats.org/drawingml/2006/main" noChangeAspect="1"/>
          </p:cNvPicPr>
          <p:nvPr/>
        </p:nvPicPr>
        <p:blipFill>
          <a:blip xmlns:r="http://schemas.openxmlformats.org/officeDocument/2006/relationships" xmlns:a="http://schemas.openxmlformats.org/drawingml/2006/main" r:embed="Ra21bbfb3bfa34dc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A5A39D3-71BE-4BB3-B149-9F046334C9E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0216F9A-0A79-40C1-9A8E-11D28883EA1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5CCFA35A-A5B9-40ED-A434-C017A02BB15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118F73C-1845-45D0-BE98-B0AB792C1A6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815DF682-A8AD-4B44-89ED-F1C59DBBDA3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CA52E4AB-C4D4-4F9E-B35D-C8DC76CF72B1}"/>
              </a:ext>
            </a:extLst>
          </p:cNvPr>
          <p:cNvPicPr>
            <a:picLocks xmlns:a="http://schemas.openxmlformats.org/drawingml/2006/main" noChangeAspect="1"/>
          </p:cNvPicPr>
          <p:nvPr/>
        </p:nvPicPr>
        <p:blipFill>
          <a:blip xmlns:r="http://schemas.openxmlformats.org/officeDocument/2006/relationships" xmlns:a="http://schemas.openxmlformats.org/drawingml/2006/main" r:embed="Rbae0c79eda3f4e04"/>
          <a:stretch xmlns:a="http://schemas.openxmlformats.org/drawingml/2006/main"/>
        </p:blipFill>
        <p:spPr>
          <a:xfrm xmlns:a="http://schemas.openxmlformats.org/drawingml/2006/main">
            <a:off x="2247900" y="4402701"/>
            <a:ext cx="13811250" cy="8910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41D55B69-FBBA-4351-A5C9-F2CB8C47F2CB}"/>
              </a:ext>
            </a:extLst>
          </p:cNvPr>
          <p:cNvPicPr>
            <a:picLocks xmlns:a="http://schemas.openxmlformats.org/drawingml/2006/main" noChangeAspect="1"/>
          </p:cNvPicPr>
          <p:nvPr/>
        </p:nvPicPr>
        <p:blipFill>
          <a:blip xmlns:r="http://schemas.openxmlformats.org/officeDocument/2006/relationships" xmlns:a="http://schemas.openxmlformats.org/drawingml/2006/main" r:embed="R731edf2a27c8412e"/>
          <a:stretch xmlns:a="http://schemas.openxmlformats.org/drawingml/2006/main"/>
        </p:blipFill>
        <p:spPr>
          <a:xfrm xmlns:a="http://schemas.openxmlformats.org/drawingml/2006/main">
            <a:off x="2247900" y="6074707"/>
            <a:ext cx="13811250" cy="1585636"/>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15995C14-7C76-4C37-88D4-06BC07E4ADDF}"/>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0E340D8C-428D-47D6-8750-43441615698D}"/>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Tree>
    <p:extLst>
      <p:ext uri="{BB962C8B-B14F-4D97-AF65-F5344CB8AC3E}">
        <p14:creationId xmlns:p14="http://schemas.microsoft.com/office/powerpoint/2010/main" val="12583482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14318A9D-F6FD-4818-8D21-F59FFE188AAC}"/>
              </a:ext>
            </a:extLst>
          </p:cNvPr>
          <p:cNvPicPr>
            <a:picLocks xmlns:a="http://schemas.openxmlformats.org/drawingml/2006/main" noChangeAspect="1"/>
          </p:cNvPicPr>
          <p:nvPr/>
        </p:nvPicPr>
        <p:blipFill>
          <a:blip xmlns:r="http://schemas.openxmlformats.org/officeDocument/2006/relationships" xmlns:a="http://schemas.openxmlformats.org/drawingml/2006/main" r:embed="R56a5d864802244a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F27E6E1-4D38-4502-B973-147A98FFF8D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B7F5817-B0BD-4969-A730-8815CAE4CB5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63942411-683F-46AB-926A-8DA54647731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FB9B855-AB01-469B-9039-F3C35FA1869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AE3751CF-093D-406B-8542-3D42621DCDF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74E394FC-53C9-47AB-AD0A-9068FC08B369}"/>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7315200"/>
                <a:gridCol w="7324725"/>
              </a:tblGrid>
              <a:tr h="1047750">
                <a:tc>
                  <a:txBody>
                    <a:bodyPr wrap="none" lIns="114300" tIns="114300" rIns="114300" bIns="114300"/>
                    <a:lstStyle/>
                    <a:p>
                      <a:pPr algn="ctr"/>
                      <a:r>
                        <a:rPr sz="330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각 </a:t>
                      </a: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41E7F482-5517-43EA-86E2-61BADDCEF422}"/>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BA275978-5497-4447-8DD2-2D677FAEA0A1}"/>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AABC8738-9FC2-4BF2-935F-1447480156E1}"/>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18F40670-4FB4-48E2-BF97-16F863031417}"/>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588795576"/>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1C72DD65-6875-46B1-B673-923B4A3D2389}"/>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D640D10B-42A1-47C4-AAA8-2CB044B03C7A}"/>
              </a:ext>
            </a:extLst>
          </p:cNvPr>
          <p:cNvPicPr>
            <a:picLocks xmlns:a="http://schemas.openxmlformats.org/drawingml/2006/main" noChangeAspect="1"/>
          </p:cNvPicPr>
          <p:nvPr/>
        </p:nvPicPr>
        <p:blipFill>
          <a:blip xmlns:r="http://schemas.openxmlformats.org/officeDocument/2006/relationships" xmlns:a="http://schemas.openxmlformats.org/drawingml/2006/main" r:embed="Rbc8e9849ce424c5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7BE44D96-777B-4BDC-A448-4CC9BFAC75F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06EBD10F-370F-498C-9675-6B21046DFD00}"/>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5" name="text">
            <a:extLst xmlns:a="http://schemas.openxmlformats.org/drawingml/2006/main">
              <a:ext uri="{FF2B5EF4-FFF2-40B4-BE49-F238E27FC236}">
                <a16:creationId xmlns:a16="http://schemas.microsoft.com/office/drawing/2014/main" id="{75B7157D-5BA4-45E2-BFE4-B8BE1A578FFE}"/>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6" name="text">
            <a:extLst xmlns:a="http://schemas.openxmlformats.org/drawingml/2006/main">
              <a:ext uri="{FF2B5EF4-FFF2-40B4-BE49-F238E27FC236}">
                <a16:creationId xmlns:a16="http://schemas.microsoft.com/office/drawing/2014/main" id="{9B4157F9-3105-49F2-86E0-E5C3BBC3D5C9}"/>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0947014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270FC68-6A76-4049-8A07-312408884DCC}"/>
              </a:ext>
            </a:extLst>
          </p:cNvPr>
          <p:cNvPicPr>
            <a:picLocks xmlns:a="http://schemas.openxmlformats.org/drawingml/2006/main" noChangeAspect="1"/>
          </p:cNvPicPr>
          <p:nvPr/>
        </p:nvPicPr>
        <p:blipFill>
          <a:blip xmlns:r="http://schemas.openxmlformats.org/officeDocument/2006/relationships" xmlns:a="http://schemas.openxmlformats.org/drawingml/2006/main" r:embed="Rd7d34c3aed8c449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5E54769-9A4B-47D3-B8AF-B05E8FF480F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3B96BDC-2C15-4C7A-8FE7-8A513FE2471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C91A8A3-873E-470D-9B5B-D34EAE8F877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37F7953-9F27-4FDB-B5EB-026426715F2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E23FA73C-B2C4-4DE6-BA0F-4AC170C7E55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sp>
        <p:nvSpPr>
          <p:cNvPr id="7" name="설명·계산 행 1">
            <a:extLst xmlns:a="http://schemas.openxmlformats.org/drawingml/2006/main">
              <a:ext uri="{FF2B5EF4-FFF2-40B4-BE49-F238E27FC236}">
                <a16:creationId xmlns:a16="http://schemas.microsoft.com/office/drawing/2014/main" id="{2ADDD279-F782-408B-B441-99D8C0F2A0EB}"/>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512FC56E-DC87-40B3-A742-476B4D638467}"/>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탄소가 불완전 연소할 때 CO₂도 함께 생성될 수 있다.</a:t>
            </a:r>
          </a:p>
        </p:txBody>
      </p:sp>
      <p:sp>
        <p:nvSpPr>
          <p:cNvPr id="9" name="설명·계산 행 2">
            <a:extLst xmlns:a="http://schemas.openxmlformats.org/drawingml/2006/main">
              <a:ext uri="{FF2B5EF4-FFF2-40B4-BE49-F238E27FC236}">
                <a16:creationId xmlns:a16="http://schemas.microsoft.com/office/drawing/2014/main" id="{95CC7ED0-6A50-4D65-A4D1-BD299AB9E2F1}"/>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B4B9DD3A-5179-4609-BBA8-8CA24BFBAB35}"/>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CO만 생성되는 반응의 열을 따로 측정하기 어렵다.</a:t>
            </a:r>
          </a:p>
        </p:txBody>
      </p:sp>
      <p:sp>
        <p:nvSpPr>
          <p:cNvPr id="11" name="설명·계산 행 3">
            <a:extLst xmlns:a="http://schemas.openxmlformats.org/drawingml/2006/main">
              <a:ext uri="{FF2B5EF4-FFF2-40B4-BE49-F238E27FC236}">
                <a16:creationId xmlns:a16="http://schemas.microsoft.com/office/drawing/2014/main" id="{AA5C0856-303B-4A9F-BDCE-FFED62448737}"/>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DD3E1420-58A0-4652-B0E6-4E5D2E5F0709}"/>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다른 반응의 </a:t>
            </a:r>
            <a:r>
              <a:t>Δ</a:t>
            </a:r>
            <a:r>
              <a:rPr i="1">
                <a:latin typeface="Pretendard"/>
                <a:ea typeface="Pretendard"/>
                <a:cs typeface="Pretendard"/>
              </a:rPr>
              <a:t>H</a:t>
            </a:r>
            <a:r>
              <a:t>를 이용한다.</a:t>
            </a:r>
          </a:p>
        </p:txBody>
      </p:sp>
    </p:spTree>
    <p:extLst>
      <p:ext uri="{BB962C8B-B14F-4D97-AF65-F5344CB8AC3E}">
        <p14:creationId xmlns:p14="http://schemas.microsoft.com/office/powerpoint/2010/main" val="206248582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4F173020-EE9B-44EE-A506-E8597658B1E0}"/>
              </a:ext>
            </a:extLst>
          </p:cNvPr>
          <p:cNvPicPr>
            <a:picLocks xmlns:a="http://schemas.openxmlformats.org/drawingml/2006/main" noChangeAspect="1"/>
          </p:cNvPicPr>
          <p:nvPr/>
        </p:nvPicPr>
        <p:blipFill>
          <a:blip xmlns:r="http://schemas.openxmlformats.org/officeDocument/2006/relationships" xmlns:a="http://schemas.openxmlformats.org/drawingml/2006/main" r:embed="R2976d7f5efca4bb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3C65D48-513A-43F4-9B21-32D4B65F2BC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ECA73AE-C6AF-4824-9DE2-BECDA90A8A1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DD2C5800-263C-4382-A948-D235C3BC376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305EF25-4F3B-4492-99C3-D604F05E93C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BAC9C9B7-4232-4EF6-B558-691EB52AFB0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17D79F85-AC53-4B17-918D-A7C23B90082C}"/>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4A557AD0-14A1-4A59-94B0-3ACFDD2E8819}"/>
              </a:ext>
            </a:extLst>
          </p:cNvPr>
          <p:cNvPicPr>
            <a:picLocks xmlns:a="http://schemas.openxmlformats.org/drawingml/2006/main" noChangeAspect="1"/>
          </p:cNvPicPr>
          <p:nvPr/>
        </p:nvPicPr>
        <p:blipFill>
          <a:blip xmlns:r="http://schemas.openxmlformats.org/officeDocument/2006/relationships" xmlns:a="http://schemas.openxmlformats.org/drawingml/2006/main" r:embed="R5bff8534c7814138"/>
          <a:stretch xmlns:a="http://schemas.openxmlformats.org/drawingml/2006/main"/>
        </p:blipFill>
        <p:spPr>
          <a:xfrm xmlns:a="http://schemas.openxmlformats.org/drawingml/2006/main">
            <a:off x="3997971" y="4572000"/>
            <a:ext cx="10292058" cy="104775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BAF03F26-36E5-46C0-AE38-AA9DCAF0608D}"/>
              </a:ext>
            </a:extLst>
          </p:cNvPr>
          <p:cNvPicPr>
            <a:picLocks xmlns:a="http://schemas.openxmlformats.org/drawingml/2006/main" noChangeAspect="1"/>
          </p:cNvPicPr>
          <p:nvPr/>
        </p:nvPicPr>
        <p:blipFill>
          <a:blip xmlns:r="http://schemas.openxmlformats.org/officeDocument/2006/relationships" xmlns:a="http://schemas.openxmlformats.org/drawingml/2006/main" r:embed="R11638844c74f4915"/>
          <a:stretch xmlns:a="http://schemas.openxmlformats.org/drawingml/2006/main"/>
        </p:blipFill>
        <p:spPr>
          <a:xfrm xmlns:a="http://schemas.openxmlformats.org/drawingml/2006/main">
            <a:off x="2505075" y="6275526"/>
            <a:ext cx="13192125" cy="80299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07F07679-0E5B-4BB7-A4EA-CB5B56B967A7}"/>
              </a:ext>
            </a:extLst>
          </p:cNvPr>
          <p:cNvPicPr>
            <a:picLocks xmlns:a="http://schemas.openxmlformats.org/drawingml/2006/main" noChangeAspect="1"/>
          </p:cNvPicPr>
          <p:nvPr/>
        </p:nvPicPr>
        <p:blipFill>
          <a:blip xmlns:r="http://schemas.openxmlformats.org/officeDocument/2006/relationships" xmlns:a="http://schemas.openxmlformats.org/drawingml/2006/main" r:embed="R457b4e10f5ad4fa6"/>
          <a:stretch xmlns:a="http://schemas.openxmlformats.org/drawingml/2006/main"/>
        </p:blipFill>
        <p:spPr>
          <a:xfrm xmlns:a="http://schemas.openxmlformats.org/drawingml/2006/main">
            <a:off x="3129890" y="7629525"/>
            <a:ext cx="11942496" cy="1066800"/>
          </a:xfrm>
          <a:prstGeom xmlns:a="http://schemas.openxmlformats.org/drawingml/2006/main" prst="rect">
            <a:avLst/>
          </a:prstGeom>
        </p:spPr>
      </p:pic>
    </p:spTree>
    <p:extLst>
      <p:ext uri="{BB962C8B-B14F-4D97-AF65-F5344CB8AC3E}">
        <p14:creationId xmlns:p14="http://schemas.microsoft.com/office/powerpoint/2010/main" val="159031131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49B26F80-C1FF-44A2-9240-3DDFCEAFEEBE}"/>
              </a:ext>
            </a:extLst>
          </p:cNvPr>
          <p:cNvPicPr>
            <a:picLocks xmlns:a="http://schemas.openxmlformats.org/drawingml/2006/main" noChangeAspect="1"/>
          </p:cNvPicPr>
          <p:nvPr/>
        </p:nvPicPr>
        <p:blipFill>
          <a:blip xmlns:r="http://schemas.openxmlformats.org/officeDocument/2006/relationships" xmlns:a="http://schemas.openxmlformats.org/drawingml/2006/main" r:embed="R42191c4929f34c1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BDF4875-BB27-4523-8C31-5C37380F316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F6FD601-2232-450F-9B2A-CD6F7A26910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530B1D1F-44C0-49B6-9709-1931E6D4523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D2E7E8A-21E4-4A3E-A7A9-82FC3083342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EC64707E-0C30-4C60-8AEF-CC070383EA0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1F3B2CDC-FFDA-494E-ADD4-E4265AA25B97}"/>
              </a:ext>
            </a:extLst>
          </p:cNvPr>
          <p:cNvPicPr>
            <a:picLocks xmlns:a="http://schemas.openxmlformats.org/drawingml/2006/main" noChangeAspect="1"/>
          </p:cNvPicPr>
          <p:nvPr/>
        </p:nvPicPr>
        <p:blipFill>
          <a:blip xmlns:r="http://schemas.openxmlformats.org/officeDocument/2006/relationships" xmlns:a="http://schemas.openxmlformats.org/drawingml/2006/main" r:embed="R968af764f8a74532"/>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2F3E13BB-3584-4E9C-B9C5-B6F6F43C4111}"/>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4D502F53-A9D6-4F2E-9189-4BB4AB849F91}"/>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9F5A5616-471A-4048-A4A7-7D52DB43D14A}"/>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210524579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E516EFB4-310D-43BF-9D63-224156389141}"/>
              </a:ext>
            </a:extLst>
          </p:cNvPr>
          <p:cNvPicPr>
            <a:picLocks xmlns:a="http://schemas.openxmlformats.org/drawingml/2006/main" noChangeAspect="1"/>
          </p:cNvPicPr>
          <p:nvPr/>
        </p:nvPicPr>
        <p:blipFill>
          <a:blip xmlns:r="http://schemas.openxmlformats.org/officeDocument/2006/relationships" xmlns:a="http://schemas.openxmlformats.org/drawingml/2006/main" r:embed="R7c2ae91837d9421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4AA1204-A5A9-4BFB-9D7C-76A9F9A256C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1146081-B25B-4F36-8084-34CA7D3BF7B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87355A35-E955-4046-86AC-646F6F9CC0F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957BC62-801F-4D19-B37D-5287BF0601C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23108154-884A-4829-8D92-2619DA2DC14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E78010C5-931E-4EA2-8835-E17308C14CC2}"/>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0076A79C-F0EE-49D1-96BD-1BF361A7C1C9}"/>
              </a:ext>
            </a:extLst>
          </p:cNvPr>
          <p:cNvPicPr>
            <a:picLocks xmlns:a="http://schemas.openxmlformats.org/drawingml/2006/main" noChangeAspect="1"/>
          </p:cNvPicPr>
          <p:nvPr/>
        </p:nvPicPr>
        <p:blipFill>
          <a:blip xmlns:r="http://schemas.openxmlformats.org/officeDocument/2006/relationships" xmlns:a="http://schemas.openxmlformats.org/drawingml/2006/main" r:embed="R6da11f70fe56437d"/>
          <a:stretch xmlns:a="http://schemas.openxmlformats.org/drawingml/2006/main"/>
        </p:blipFill>
        <p:spPr>
          <a:xfrm xmlns:a="http://schemas.openxmlformats.org/drawingml/2006/main">
            <a:off x="2505075" y="5237301"/>
            <a:ext cx="13192125" cy="802999"/>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CBD97028-2B0B-4049-9C1E-A8188F50D8C8}"/>
              </a:ext>
            </a:extLst>
          </p:cNvPr>
          <p:cNvPicPr>
            <a:picLocks xmlns:a="http://schemas.openxmlformats.org/drawingml/2006/main" noChangeAspect="1"/>
          </p:cNvPicPr>
          <p:nvPr/>
        </p:nvPicPr>
        <p:blipFill>
          <a:blip xmlns:r="http://schemas.openxmlformats.org/officeDocument/2006/relationships" xmlns:a="http://schemas.openxmlformats.org/drawingml/2006/main" r:embed="Rc9415a0b4b374c6f"/>
          <a:stretch xmlns:a="http://schemas.openxmlformats.org/drawingml/2006/main"/>
        </p:blipFill>
        <p:spPr>
          <a:xfrm xmlns:a="http://schemas.openxmlformats.org/drawingml/2006/main">
            <a:off x="3129890" y="6543675"/>
            <a:ext cx="11942496" cy="1066800"/>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0F9B2D4D-A9C5-453F-8CF8-276DEC4140B2}"/>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7B58EB91-7164-4953-B7EF-DBAB22E2F4E8}"/>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65605033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DC6EF8A1-C9A4-4955-94E6-31AAB8EE4C24}"/>
              </a:ext>
            </a:extLst>
          </p:cNvPr>
          <p:cNvPicPr>
            <a:picLocks xmlns:a="http://schemas.openxmlformats.org/drawingml/2006/main" noChangeAspect="1"/>
          </p:cNvPicPr>
          <p:nvPr/>
        </p:nvPicPr>
        <p:blipFill>
          <a:blip xmlns:r="http://schemas.openxmlformats.org/officeDocument/2006/relationships" xmlns:a="http://schemas.openxmlformats.org/drawingml/2006/main" r:embed="R239e38bc76f6442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8E4D0FD-F96A-45E0-BFD6-5EE5727C1F3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A4AC2C3-BDEF-4DB3-8659-EBCFE1F97A1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909B5099-4206-4086-A5D0-6C08B903F48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20C2B25-EAEE-4266-98C3-2335ACFAFD5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7E957871-A0C0-4D7D-B75B-3E0A45ED8D1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풀이 단계">
            <a:extLst xmlns:a="http://schemas.openxmlformats.org/drawingml/2006/main">
              <a:ext uri="{FF2B5EF4-FFF2-40B4-BE49-F238E27FC236}">
                <a16:creationId xmlns:a16="http://schemas.microsoft.com/office/drawing/2014/main" id="{FB5E74B9-2F9F-4D81-8502-EF4D177E21FC}"/>
              </a:ext>
            </a:extLst>
          </p:cNvPr>
          <p:cNvSpPr>
            <a:spLocks xmlns:a="http://schemas.openxmlformats.org/drawingml/2006/main" noGrp="1"/>
          </p:cNvSpPr>
          <p:nvPr/>
        </p:nvSpPr>
        <p:spPr>
          <a:xfrm xmlns:a="http://schemas.openxmlformats.org/drawingml/2006/main">
            <a:off x="1828800" y="425767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48C7D3D-D3D0-46B0-8B9D-AAFBBCFE8252}"/>
              </a:ext>
            </a:extLst>
          </p:cNvPr>
          <p:cNvSpPr>
            <a:spLocks xmlns:a="http://schemas.openxmlformats.org/drawingml/2006/main" noGrp="1"/>
          </p:cNvSpPr>
          <p:nvPr/>
        </p:nvSpPr>
        <p:spPr>
          <a:xfrm xmlns:a="http://schemas.openxmlformats.org/drawingml/2006/main">
            <a:off x="2324100" y="454342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EADEFC3E-9838-43C4-9EFC-CDDAA5855457}"/>
              </a:ext>
            </a:extLst>
          </p:cNvPr>
          <p:cNvSpPr>
            <a:spLocks xmlns:a="http://schemas.openxmlformats.org/drawingml/2006/main" noGrp="1"/>
          </p:cNvSpPr>
          <p:nvPr/>
        </p:nvSpPr>
        <p:spPr>
          <a:xfrm xmlns:a="http://schemas.openxmlformats.org/drawingml/2006/main">
            <a:off x="2324100" y="444817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1</a:t>
            </a:r>
          </a:p>
        </p:txBody>
      </p:sp>
      <p:sp>
        <p:nvSpPr>
          <p:cNvPr id="10" name="text">
            <a:extLst xmlns:a="http://schemas.openxmlformats.org/drawingml/2006/main">
              <a:ext uri="{FF2B5EF4-FFF2-40B4-BE49-F238E27FC236}">
                <a16:creationId xmlns:a16="http://schemas.microsoft.com/office/drawing/2014/main" id="{D6491620-3A60-4710-BC62-D8F526E42685}"/>
              </a:ext>
            </a:extLst>
          </p:cNvPr>
          <p:cNvSpPr>
            <a:spLocks xmlns:a="http://schemas.openxmlformats.org/drawingml/2006/main" noGrp="1"/>
          </p:cNvSpPr>
          <p:nvPr/>
        </p:nvSpPr>
        <p:spPr>
          <a:xfrm xmlns:a="http://schemas.openxmlformats.org/drawingml/2006/main">
            <a:off x="3143250" y="44481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목표식 확인</a:t>
            </a:r>
          </a:p>
        </p:txBody>
      </p:sp>
      <p:sp>
        <p:nvSpPr>
          <p:cNvPr id="11" name="text">
            <a:extLst xmlns:a="http://schemas.openxmlformats.org/drawingml/2006/main">
              <a:ext uri="{FF2B5EF4-FFF2-40B4-BE49-F238E27FC236}">
                <a16:creationId xmlns:a16="http://schemas.microsoft.com/office/drawing/2014/main" id="{97ED566D-5B37-4554-A001-EF11C43600CA}"/>
              </a:ext>
            </a:extLst>
          </p:cNvPr>
          <p:cNvSpPr>
            <a:spLocks xmlns:a="http://schemas.openxmlformats.org/drawingml/2006/main" noGrp="1"/>
          </p:cNvSpPr>
          <p:nvPr/>
        </p:nvSpPr>
        <p:spPr>
          <a:xfrm xmlns:a="http://schemas.openxmlformats.org/drawingml/2006/main">
            <a:off x="6429375" y="444817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구하려는 반응의 물질·위치·계수를 확인한다.</a:t>
            </a:r>
          </a:p>
        </p:txBody>
      </p:sp>
      <p:sp>
        <p:nvSpPr>
          <p:cNvPr id="12" name="풀이 단계">
            <a:extLst xmlns:a="http://schemas.openxmlformats.org/drawingml/2006/main">
              <a:ext uri="{FF2B5EF4-FFF2-40B4-BE49-F238E27FC236}">
                <a16:creationId xmlns:a16="http://schemas.microsoft.com/office/drawing/2014/main" id="{1BD2DE88-856B-441F-843C-F34711C720EB}"/>
              </a:ext>
            </a:extLst>
          </p:cNvPr>
          <p:cNvSpPr>
            <a:spLocks xmlns:a="http://schemas.openxmlformats.org/drawingml/2006/main" noGrp="1"/>
          </p:cNvSpPr>
          <p:nvPr/>
        </p:nvSpPr>
        <p:spPr>
          <a:xfrm xmlns:a="http://schemas.openxmlformats.org/drawingml/2006/main">
            <a:off x="1828800" y="546735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4074B83-D501-4B99-85B8-8B2DCE1FA48D}"/>
              </a:ext>
            </a:extLst>
          </p:cNvPr>
          <p:cNvSpPr>
            <a:spLocks xmlns:a="http://schemas.openxmlformats.org/drawingml/2006/main" noGrp="1"/>
          </p:cNvSpPr>
          <p:nvPr/>
        </p:nvSpPr>
        <p:spPr>
          <a:xfrm xmlns:a="http://schemas.openxmlformats.org/drawingml/2006/main">
            <a:off x="2324100" y="575310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C3848EE4-DB9D-461B-ABC4-2302F9978B7C}"/>
              </a:ext>
            </a:extLst>
          </p:cNvPr>
          <p:cNvSpPr>
            <a:spLocks xmlns:a="http://schemas.openxmlformats.org/drawingml/2006/main" noGrp="1"/>
          </p:cNvSpPr>
          <p:nvPr/>
        </p:nvSpPr>
        <p:spPr>
          <a:xfrm xmlns:a="http://schemas.openxmlformats.org/drawingml/2006/main">
            <a:off x="2324100" y="565785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2</a:t>
            </a:r>
          </a:p>
        </p:txBody>
      </p:sp>
      <p:sp>
        <p:nvSpPr>
          <p:cNvPr id="15" name="text">
            <a:extLst xmlns:a="http://schemas.openxmlformats.org/drawingml/2006/main">
              <a:ext uri="{FF2B5EF4-FFF2-40B4-BE49-F238E27FC236}">
                <a16:creationId xmlns:a16="http://schemas.microsoft.com/office/drawing/2014/main" id="{2E3F197E-4560-4F47-BF83-1BA4FBA50835}"/>
              </a:ext>
            </a:extLst>
          </p:cNvPr>
          <p:cNvSpPr>
            <a:spLocks xmlns:a="http://schemas.openxmlformats.org/drawingml/2006/main" noGrp="1"/>
          </p:cNvSpPr>
          <p:nvPr/>
        </p:nvSpPr>
        <p:spPr>
          <a:xfrm xmlns:a="http://schemas.openxmlformats.org/drawingml/2006/main">
            <a:off x="3143250" y="56578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방향·계수 조절</a:t>
            </a:r>
          </a:p>
        </p:txBody>
      </p:sp>
      <p:sp>
        <p:nvSpPr>
          <p:cNvPr id="16" name="text">
            <a:extLst xmlns:a="http://schemas.openxmlformats.org/drawingml/2006/main">
              <a:ext uri="{FF2B5EF4-FFF2-40B4-BE49-F238E27FC236}">
                <a16:creationId xmlns:a16="http://schemas.microsoft.com/office/drawing/2014/main" id="{E18E904B-5064-44C5-8583-34E3B8472E08}"/>
              </a:ext>
            </a:extLst>
          </p:cNvPr>
          <p:cNvSpPr>
            <a:spLocks xmlns:a="http://schemas.openxmlformats.org/drawingml/2006/main" noGrp="1"/>
          </p:cNvSpPr>
          <p:nvPr/>
        </p:nvSpPr>
        <p:spPr>
          <a:xfrm xmlns:a="http://schemas.openxmlformats.org/drawingml/2006/main">
            <a:off x="6429375" y="565785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풀이 단계">
            <a:extLst xmlns:a="http://schemas.openxmlformats.org/drawingml/2006/main">
              <a:ext uri="{FF2B5EF4-FFF2-40B4-BE49-F238E27FC236}">
                <a16:creationId xmlns:a16="http://schemas.microsoft.com/office/drawing/2014/main" id="{BCBBE1BE-CBEC-4E8B-8D33-7AB99A334744}"/>
              </a:ext>
            </a:extLst>
          </p:cNvPr>
          <p:cNvSpPr>
            <a:spLocks xmlns:a="http://schemas.openxmlformats.org/drawingml/2006/main" noGrp="1"/>
          </p:cNvSpPr>
          <p:nvPr/>
        </p:nvSpPr>
        <p:spPr>
          <a:xfrm xmlns:a="http://schemas.openxmlformats.org/drawingml/2006/main">
            <a:off x="1828800" y="667702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9EE05C2-2EEA-4F40-BC1F-3F2AF880ACB2}"/>
              </a:ext>
            </a:extLst>
          </p:cNvPr>
          <p:cNvSpPr>
            <a:spLocks xmlns:a="http://schemas.openxmlformats.org/drawingml/2006/main" noGrp="1"/>
          </p:cNvSpPr>
          <p:nvPr/>
        </p:nvSpPr>
        <p:spPr>
          <a:xfrm xmlns:a="http://schemas.openxmlformats.org/drawingml/2006/main">
            <a:off x="2324100" y="696277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C5E3F7FC-B741-4119-A433-9E069FF085DB}"/>
              </a:ext>
            </a:extLst>
          </p:cNvPr>
          <p:cNvSpPr>
            <a:spLocks xmlns:a="http://schemas.openxmlformats.org/drawingml/2006/main" noGrp="1"/>
          </p:cNvSpPr>
          <p:nvPr/>
        </p:nvSpPr>
        <p:spPr>
          <a:xfrm xmlns:a="http://schemas.openxmlformats.org/drawingml/2006/main">
            <a:off x="2324100" y="686752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3</a:t>
            </a:r>
          </a:p>
        </p:txBody>
      </p:sp>
      <p:sp>
        <p:nvSpPr>
          <p:cNvPr id="20" name="text">
            <a:extLst xmlns:a="http://schemas.openxmlformats.org/drawingml/2006/main">
              <a:ext uri="{FF2B5EF4-FFF2-40B4-BE49-F238E27FC236}">
                <a16:creationId xmlns:a16="http://schemas.microsoft.com/office/drawing/2014/main" id="{B7A99511-7447-4CCD-9100-1CFF9B5E0761}"/>
              </a:ext>
            </a:extLst>
          </p:cNvPr>
          <p:cNvSpPr>
            <a:spLocks xmlns:a="http://schemas.openxmlformats.org/drawingml/2006/main" noGrp="1"/>
          </p:cNvSpPr>
          <p:nvPr/>
        </p:nvSpPr>
        <p:spPr>
          <a:xfrm xmlns:a="http://schemas.openxmlformats.org/drawingml/2006/main">
            <a:off x="3143250" y="68675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중간 물질 소거</a:t>
            </a:r>
          </a:p>
        </p:txBody>
      </p:sp>
      <p:sp>
        <p:nvSpPr>
          <p:cNvPr id="21" name="text">
            <a:extLst xmlns:a="http://schemas.openxmlformats.org/drawingml/2006/main">
              <a:ext uri="{FF2B5EF4-FFF2-40B4-BE49-F238E27FC236}">
                <a16:creationId xmlns:a16="http://schemas.microsoft.com/office/drawing/2014/main" id="{A0995CBD-F7C6-4491-B385-B6E11B6C8564}"/>
              </a:ext>
            </a:extLst>
          </p:cNvPr>
          <p:cNvSpPr>
            <a:spLocks xmlns:a="http://schemas.openxmlformats.org/drawingml/2006/main" noGrp="1"/>
          </p:cNvSpPr>
          <p:nvPr/>
        </p:nvSpPr>
        <p:spPr>
          <a:xfrm xmlns:a="http://schemas.openxmlformats.org/drawingml/2006/main">
            <a:off x="6429375" y="686752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종류·상태·양이 같은 항을 소거한다.</a:t>
            </a:r>
          </a:p>
        </p:txBody>
      </p:sp>
      <p:sp>
        <p:nvSpPr>
          <p:cNvPr id="22" name="풀이 단계">
            <a:extLst xmlns:a="http://schemas.openxmlformats.org/drawingml/2006/main">
              <a:ext uri="{FF2B5EF4-FFF2-40B4-BE49-F238E27FC236}">
                <a16:creationId xmlns:a16="http://schemas.microsoft.com/office/drawing/2014/main" id="{A85E3E08-AC85-48A4-902D-7B1A2F2BFCEC}"/>
              </a:ext>
            </a:extLst>
          </p:cNvPr>
          <p:cNvSpPr>
            <a:spLocks xmlns:a="http://schemas.openxmlformats.org/drawingml/2006/main" noGrp="1"/>
          </p:cNvSpPr>
          <p:nvPr/>
        </p:nvSpPr>
        <p:spPr>
          <a:xfrm xmlns:a="http://schemas.openxmlformats.org/drawingml/2006/main">
            <a:off x="1828800" y="788670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67E6261-1745-491B-A2A4-46ED32009942}"/>
              </a:ext>
            </a:extLst>
          </p:cNvPr>
          <p:cNvSpPr>
            <a:spLocks xmlns:a="http://schemas.openxmlformats.org/drawingml/2006/main" noGrp="1"/>
          </p:cNvSpPr>
          <p:nvPr/>
        </p:nvSpPr>
        <p:spPr>
          <a:xfrm xmlns:a="http://schemas.openxmlformats.org/drawingml/2006/main">
            <a:off x="2324100" y="817245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C4DCD78F-4069-40D8-91D7-ECA07FEC3164}"/>
              </a:ext>
            </a:extLst>
          </p:cNvPr>
          <p:cNvSpPr>
            <a:spLocks xmlns:a="http://schemas.openxmlformats.org/drawingml/2006/main" noGrp="1"/>
          </p:cNvSpPr>
          <p:nvPr/>
        </p:nvSpPr>
        <p:spPr>
          <a:xfrm xmlns:a="http://schemas.openxmlformats.org/drawingml/2006/main">
            <a:off x="2324100" y="807720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4</a:t>
            </a:r>
          </a:p>
        </p:txBody>
      </p:sp>
      <p:sp>
        <p:nvSpPr>
          <p:cNvPr id="25" name="text">
            <a:extLst xmlns:a="http://schemas.openxmlformats.org/drawingml/2006/main">
              <a:ext uri="{FF2B5EF4-FFF2-40B4-BE49-F238E27FC236}">
                <a16:creationId xmlns:a16="http://schemas.microsoft.com/office/drawing/2014/main" id="{C0938842-72FE-452C-853C-F3ECBC899157}"/>
              </a:ext>
            </a:extLst>
          </p:cNvPr>
          <p:cNvSpPr>
            <a:spLocks xmlns:a="http://schemas.openxmlformats.org/drawingml/2006/main" noGrp="1"/>
          </p:cNvSpPr>
          <p:nvPr/>
        </p:nvSpPr>
        <p:spPr>
          <a:xfrm xmlns:a="http://schemas.openxmlformats.org/drawingml/2006/main">
            <a:off x="3143250" y="80772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t>Δ</a:t>
            </a:r>
            <a:r>
              <a:rPr i="1">
                <a:latin typeface="Pretendard"/>
                <a:ea typeface="Pretendard"/>
                <a:cs typeface="Pretendard"/>
              </a:rPr>
              <a:t>H</a:t>
            </a:r>
            <a:r>
              <a:t> 계산·검산</a:t>
            </a:r>
          </a:p>
        </p:txBody>
      </p:sp>
      <p:sp>
        <p:nvSpPr>
          <p:cNvPr id="26" name="text">
            <a:extLst xmlns:a="http://schemas.openxmlformats.org/drawingml/2006/main">
              <a:ext uri="{FF2B5EF4-FFF2-40B4-BE49-F238E27FC236}">
                <a16:creationId xmlns:a16="http://schemas.microsoft.com/office/drawing/2014/main" id="{7CA20177-DF5A-43A1-843A-330B6CFD84B5}"/>
              </a:ext>
            </a:extLst>
          </p:cNvPr>
          <p:cNvSpPr>
            <a:spLocks xmlns:a="http://schemas.openxmlformats.org/drawingml/2006/main" noGrp="1"/>
          </p:cNvSpPr>
          <p:nvPr/>
        </p:nvSpPr>
        <p:spPr>
          <a:xfrm xmlns:a="http://schemas.openxmlformats.org/drawingml/2006/main">
            <a:off x="6429375" y="807720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남은 반응식과 부호·단위를 확인한다.</a:t>
            </a:r>
          </a:p>
        </p:txBody>
      </p:sp>
    </p:spTree>
    <p:extLst>
      <p:ext uri="{BB962C8B-B14F-4D97-AF65-F5344CB8AC3E}">
        <p14:creationId xmlns:p14="http://schemas.microsoft.com/office/powerpoint/2010/main" val="113337977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50D2F864-5764-4051-BD57-009F4751515F}"/>
              </a:ext>
            </a:extLst>
          </p:cNvPr>
          <p:cNvPicPr>
            <a:picLocks xmlns:a="http://schemas.openxmlformats.org/drawingml/2006/main" noChangeAspect="1"/>
          </p:cNvPicPr>
          <p:nvPr/>
        </p:nvPicPr>
        <p:blipFill>
          <a:blip xmlns:r="http://schemas.openxmlformats.org/officeDocument/2006/relationships" xmlns:a="http://schemas.openxmlformats.org/drawingml/2006/main" r:embed="R12fa57b1d6134ff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4635F34-E4E2-4412-B60E-0CAF6C58EB4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73B471A-637D-4463-A352-35F371ED1DC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CCD615A1-C115-401F-894C-8C66763B1FE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17A9ADE-69C8-4B39-87FD-B01292E9EC9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30FF3452-C603-4229-A21A-1576D2A0FFC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A0FD725A-AEBE-4804-9848-A13B51AA5CE7}"/>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t>다음 두 반응을 이용하여 목표 반응의 </a:t>
            </a:r>
            <a:r>
              <a:t>Δ</a:t>
            </a:r>
            <a:r>
              <a:rPr i="1">
                <a:latin typeface="Pretendard"/>
                <a:ea typeface="Pretendard"/>
                <a:cs typeface="Pretendard"/>
              </a:rPr>
              <a:t>H</a:t>
            </a:r>
            <a:r>
              <a:t>를 구하시오.</a:t>
            </a:r>
          </a:p>
        </p:txBody>
      </p:sp>
      <p:pic>
        <p:nvPicPr>
          <p:cNvPr id="8" name="">
            <a:extLst xmlns:a="http://schemas.openxmlformats.org/drawingml/2006/main">
              <a:ext uri="{FF2B5EF4-FFF2-40B4-BE49-F238E27FC236}">
                <a16:creationId xmlns:a16="http://schemas.microsoft.com/office/drawing/2014/main" id="{B23474DB-D21C-4820-9F3C-87833D2BBE09}"/>
              </a:ext>
            </a:extLst>
          </p:cNvPr>
          <p:cNvPicPr>
            <a:picLocks xmlns:a="http://schemas.openxmlformats.org/drawingml/2006/main" noChangeAspect="1"/>
          </p:cNvPicPr>
          <p:nvPr/>
        </p:nvPicPr>
        <p:blipFill>
          <a:blip xmlns:r="http://schemas.openxmlformats.org/officeDocument/2006/relationships" xmlns:a="http://schemas.openxmlformats.org/drawingml/2006/main" r:embed="Rcd6636e00f9145b5"/>
          <a:stretch xmlns:a="http://schemas.openxmlformats.org/drawingml/2006/main"/>
        </p:blipFill>
        <p:spPr>
          <a:xfrm xmlns:a="http://schemas.openxmlformats.org/drawingml/2006/main">
            <a:off x="2409198" y="4552950"/>
            <a:ext cx="13469605" cy="228600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2C6D414A-CC30-4A87-B563-2AD090D13F75}"/>
              </a:ext>
            </a:extLst>
          </p:cNvPr>
          <p:cNvSpPr>
            <a:spLocks xmlns:a="http://schemas.openxmlformats.org/drawingml/2006/main" noGrp="1"/>
          </p:cNvSpPr>
          <p:nvPr/>
        </p:nvSpPr>
        <p:spPr>
          <a:xfrm xmlns:a="http://schemas.openxmlformats.org/drawingml/2006/main">
            <a:off x="2247900" y="74771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E34B45AD-D3B7-4F05-9688-3A4CEE52B2D6}"/>
              </a:ext>
            </a:extLst>
          </p:cNvPr>
          <p:cNvPicPr>
            <a:picLocks xmlns:a="http://schemas.openxmlformats.org/drawingml/2006/main" noChangeAspect="1"/>
          </p:cNvPicPr>
          <p:nvPr/>
        </p:nvPicPr>
        <p:blipFill>
          <a:blip xmlns:r="http://schemas.openxmlformats.org/officeDocument/2006/relationships" xmlns:a="http://schemas.openxmlformats.org/drawingml/2006/main" r:embed="R2d3f66335caa483e"/>
          <a:stretch xmlns:a="http://schemas.openxmlformats.org/drawingml/2006/main"/>
        </p:blipFill>
        <p:spPr>
          <a:xfrm xmlns:a="http://schemas.openxmlformats.org/drawingml/2006/main">
            <a:off x="6961890" y="7362825"/>
            <a:ext cx="7602720" cy="1000125"/>
          </a:xfrm>
          <a:prstGeom xmlns:a="http://schemas.openxmlformats.org/drawingml/2006/main" prst="rect">
            <a:avLst/>
          </a:prstGeom>
        </p:spPr>
      </p:pic>
    </p:spTree>
    <p:extLst>
      <p:ext uri="{BB962C8B-B14F-4D97-AF65-F5344CB8AC3E}">
        <p14:creationId xmlns:p14="http://schemas.microsoft.com/office/powerpoint/2010/main" val="63729694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1AC4BA87-60A7-4ABC-84CA-2F85D6383F40}"/>
              </a:ext>
            </a:extLst>
          </p:cNvPr>
          <p:cNvPicPr>
            <a:picLocks xmlns:a="http://schemas.openxmlformats.org/drawingml/2006/main" noChangeAspect="1"/>
          </p:cNvPicPr>
          <p:nvPr/>
        </p:nvPicPr>
        <p:blipFill>
          <a:blip xmlns:r="http://schemas.openxmlformats.org/officeDocument/2006/relationships" xmlns:a="http://schemas.openxmlformats.org/drawingml/2006/main" r:embed="R168da337f4a14a4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CF39C70-90A3-41F4-8403-D85B3CEE7F4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239F4B9-D436-4023-AB2E-79175882E75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D399809-35DC-4197-A0C1-F14551EF772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E8AFBDF-FD45-4E08-B286-E062B2DA74B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9C2B9008-2D8E-47AB-BD7B-E7791962643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C6AEE971-6056-463D-BBAE-62DD5EEE672C}"/>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A7F73B75-1613-46F9-A8AC-A6B70239A98A}"/>
              </a:ext>
            </a:extLst>
          </p:cNvPr>
          <p:cNvPicPr>
            <a:picLocks xmlns:a="http://schemas.openxmlformats.org/drawingml/2006/main" noChangeAspect="1"/>
          </p:cNvPicPr>
          <p:nvPr/>
        </p:nvPicPr>
        <p:blipFill>
          <a:blip xmlns:r="http://schemas.openxmlformats.org/officeDocument/2006/relationships" xmlns:a="http://schemas.openxmlformats.org/drawingml/2006/main" r:embed="R0cd5ec2d93204afc"/>
          <a:stretch xmlns:a="http://schemas.openxmlformats.org/drawingml/2006/main"/>
        </p:blipFill>
        <p:spPr>
          <a:xfrm xmlns:a="http://schemas.openxmlformats.org/drawingml/2006/main">
            <a:off x="2409198" y="4552950"/>
            <a:ext cx="13469605" cy="22860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5B8BF513-2D29-457F-A471-7C4DA23AB5B0}"/>
              </a:ext>
            </a:extLst>
          </p:cNvPr>
          <p:cNvPicPr>
            <a:picLocks xmlns:a="http://schemas.openxmlformats.org/drawingml/2006/main" noChangeAspect="1"/>
          </p:cNvPicPr>
          <p:nvPr/>
        </p:nvPicPr>
        <p:blipFill>
          <a:blip xmlns:r="http://schemas.openxmlformats.org/officeDocument/2006/relationships" xmlns:a="http://schemas.openxmlformats.org/drawingml/2006/main" r:embed="R2ba122e068f74349"/>
          <a:stretch xmlns:a="http://schemas.openxmlformats.org/drawingml/2006/main"/>
        </p:blipFill>
        <p:spPr>
          <a:xfrm xmlns:a="http://schemas.openxmlformats.org/drawingml/2006/main">
            <a:off x="4628096" y="7048500"/>
            <a:ext cx="9050857" cy="1190625"/>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E261E1BA-A35B-46A1-8508-F23D0E39ACEA}"/>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A7180804-1A99-4C76-AAD7-CC899F2EAAB9}"/>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135324298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5E3DA46B-AA36-403A-B551-CBE159DFA980}"/>
              </a:ext>
            </a:extLst>
          </p:cNvPr>
          <p:cNvPicPr>
            <a:picLocks xmlns:a="http://schemas.openxmlformats.org/drawingml/2006/main" noChangeAspect="1"/>
          </p:cNvPicPr>
          <p:nvPr/>
        </p:nvPicPr>
        <p:blipFill>
          <a:blip xmlns:r="http://schemas.openxmlformats.org/officeDocument/2006/relationships" xmlns:a="http://schemas.openxmlformats.org/drawingml/2006/main" r:embed="Rebc8e67b9b3c4dc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5773F8A-A4E0-4EC1-8B97-5B57D963A89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6053027-562B-44EF-8B54-E400FFDB2DF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852DC58F-E095-4954-8A3D-1E0056A8D51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132934D-39AF-4983-84EE-35E20DB95D8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78846129-3BE2-4E63-912C-6E0A76D3FBE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84DD480D-14F9-4EF6-95BF-8812524E208F}"/>
              </a:ext>
            </a:extLst>
          </p:cNvPr>
          <p:cNvPicPr>
            <a:picLocks xmlns:a="http://schemas.openxmlformats.org/drawingml/2006/main" noChangeAspect="1"/>
          </p:cNvPicPr>
          <p:nvPr/>
        </p:nvPicPr>
        <p:blipFill>
          <a:blip xmlns:r="http://schemas.openxmlformats.org/officeDocument/2006/relationships" xmlns:a="http://schemas.openxmlformats.org/drawingml/2006/main" r:embed="Rd0ffa3a91fd540f4"/>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F458C6FC-441A-4034-A58A-296C122A5FDA}"/>
              </a:ext>
            </a:extLst>
          </p:cNvPr>
          <p:cNvSpPr>
            <a:spLocks xmlns:a="http://schemas.openxmlformats.org/drawingml/2006/main" noGrp="1"/>
          </p:cNvSpPr>
          <p:nvPr/>
        </p:nvSpPr>
        <p:spPr>
          <a:xfrm xmlns:a="http://schemas.openxmlformats.org/drawingml/2006/main">
            <a:off x="10668000" y="454342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F04A0FCB-430C-44C2-A512-89992337F808}"/>
              </a:ext>
            </a:extLst>
          </p:cNvPr>
          <p:cNvSpPr>
            <a:spLocks xmlns:a="http://schemas.openxmlformats.org/drawingml/2006/main" noGrp="1"/>
          </p:cNvSpPr>
          <p:nvPr/>
        </p:nvSpPr>
        <p:spPr>
          <a:xfrm xmlns:a="http://schemas.openxmlformats.org/drawingml/2006/main">
            <a:off x="10668000" y="5305425"/>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6B1E5509-A578-41B9-99D0-246711FFF72A}"/>
              </a:ext>
            </a:extLst>
          </p:cNvPr>
          <p:cNvSpPr>
            <a:spLocks xmlns:a="http://schemas.openxmlformats.org/drawingml/2006/main" noGrp="1"/>
          </p:cNvSpPr>
          <p:nvPr/>
        </p:nvSpPr>
        <p:spPr>
          <a:xfrm xmlns:a="http://schemas.openxmlformats.org/drawingml/2006/main">
            <a:off x="10668000" y="6581775"/>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AFDF161E-5D7F-4DE8-9E04-7204CCA331B3}"/>
              </a:ext>
            </a:extLst>
          </p:cNvPr>
          <p:cNvSpPr>
            <a:spLocks xmlns:a="http://schemas.openxmlformats.org/drawingml/2006/main" noGrp="1"/>
          </p:cNvSpPr>
          <p:nvPr/>
        </p:nvSpPr>
        <p:spPr>
          <a:xfrm xmlns:a="http://schemas.openxmlformats.org/drawingml/2006/main">
            <a:off x="10668000" y="735330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478426579"/>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9DF22628-8560-425F-8122-24A9C348DEC3}"/>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4849AE94-C56C-44A5-868B-7FEBF72DC483}"/>
              </a:ext>
            </a:extLst>
          </p:cNvPr>
          <p:cNvPicPr>
            <a:picLocks xmlns:a="http://schemas.openxmlformats.org/drawingml/2006/main" noChangeAspect="1"/>
          </p:cNvPicPr>
          <p:nvPr/>
        </p:nvPicPr>
        <p:blipFill>
          <a:blip xmlns:r="http://schemas.openxmlformats.org/officeDocument/2006/relationships" xmlns:a="http://schemas.openxmlformats.org/drawingml/2006/main" r:embed="R7d7e02faecf545f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299171DD-F8A8-47A8-9DCF-7D24CC2C3DC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C642073E-BBAA-4BFF-8B1D-DC83F37C4B44}"/>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5" name="text">
            <a:extLst xmlns:a="http://schemas.openxmlformats.org/drawingml/2006/main">
              <a:ext uri="{FF2B5EF4-FFF2-40B4-BE49-F238E27FC236}">
                <a16:creationId xmlns:a16="http://schemas.microsoft.com/office/drawing/2014/main" id="{A8DC0B4F-67F1-4549-89FE-B719C04A27B8}"/>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6" name="text">
            <a:extLst xmlns:a="http://schemas.openxmlformats.org/drawingml/2006/main">
              <a:ext uri="{FF2B5EF4-FFF2-40B4-BE49-F238E27FC236}">
                <a16:creationId xmlns:a16="http://schemas.microsoft.com/office/drawing/2014/main" id="{D6312F49-587E-4B7B-A184-7F484AEC9097}"/>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64909756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0B2CA49-E811-404A-A2AD-99D47E8D9D02}"/>
              </a:ext>
            </a:extLst>
          </p:cNvPr>
          <p:cNvPicPr>
            <a:picLocks xmlns:a="http://schemas.openxmlformats.org/drawingml/2006/main" noChangeAspect="1"/>
          </p:cNvPicPr>
          <p:nvPr/>
        </p:nvPicPr>
        <p:blipFill>
          <a:blip xmlns:r="http://schemas.openxmlformats.org/officeDocument/2006/relationships" xmlns:a="http://schemas.openxmlformats.org/drawingml/2006/main" r:embed="R45374d0a15e342d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C365CAA-CEEA-4645-9341-375DB048C79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2DBC7BF-22F1-4231-B410-91BD2B9E645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252DD14-DD4F-4910-AFDF-C57AF83A888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C31EED2-9073-48DF-AAD4-C7BCFFE395E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916AD138-68BE-4492-9A9F-71BA9D84ED0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A0F5D884-7E82-46A6-A6B5-9C56AD4644ED}"/>
              </a:ext>
            </a:extLst>
          </p:cNvPr>
          <p:cNvSpPr>
            <a:spLocks xmlns:a="http://schemas.openxmlformats.org/drawingml/2006/main" noGrp="1"/>
          </p:cNvSpPr>
          <p:nvPr/>
        </p:nvSpPr>
        <p:spPr>
          <a:xfrm xmlns:a="http://schemas.openxmlformats.org/drawingml/2006/main">
            <a:off x="1714500" y="3705225"/>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표준 상태의 성분 원소로부터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23FAE297-0F69-4B6C-BBA9-BEC342343B34}"/>
              </a:ext>
            </a:extLst>
          </p:cNvPr>
          <p:cNvPicPr>
            <a:picLocks xmlns:a="http://schemas.openxmlformats.org/drawingml/2006/main" noChangeAspect="1"/>
          </p:cNvPicPr>
          <p:nvPr/>
        </p:nvPicPr>
        <p:blipFill>
          <a:blip xmlns:r="http://schemas.openxmlformats.org/officeDocument/2006/relationships" xmlns:a="http://schemas.openxmlformats.org/drawingml/2006/main" r:embed="Rb0316339d49e4ddc"/>
          <a:stretch xmlns:a="http://schemas.openxmlformats.org/drawingml/2006/main"/>
        </p:blipFill>
        <p:spPr>
          <a:xfrm xmlns:a="http://schemas.openxmlformats.org/drawingml/2006/main">
            <a:off x="4648041" y="4524375"/>
            <a:ext cx="8229918" cy="876300"/>
          </a:xfrm>
          <a:prstGeom xmlns:a="http://schemas.openxmlformats.org/drawingml/2006/main" prst="rect">
            <a:avLst/>
          </a:prstGeom>
        </p:spPr>
      </p:pic>
      <p:sp>
        <p:nvSpPr>
          <p:cNvPr id="9" name="설명·계산 행 1">
            <a:extLst xmlns:a="http://schemas.openxmlformats.org/drawingml/2006/main">
              <a:ext uri="{FF2B5EF4-FFF2-40B4-BE49-F238E27FC236}">
                <a16:creationId xmlns:a16="http://schemas.microsoft.com/office/drawing/2014/main" id="{95045EE6-51BF-4170-B67C-59462B1BB400}"/>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82E7E266-8B2A-4E52-A916-7CB89B86C3F5}"/>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생성되는 물질 1 mol을 기준으로 나타낸다.</a:t>
            </a:r>
          </a:p>
        </p:txBody>
      </p:sp>
      <p:sp>
        <p:nvSpPr>
          <p:cNvPr id="11" name="설명·계산 행 2">
            <a:extLst xmlns:a="http://schemas.openxmlformats.org/drawingml/2006/main">
              <a:ext uri="{FF2B5EF4-FFF2-40B4-BE49-F238E27FC236}">
                <a16:creationId xmlns:a16="http://schemas.microsoft.com/office/drawing/2014/main" id="{FE6F3937-6C0C-465A-B5F0-3AA936FB2900}"/>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2959B87E-2BEC-454F-878A-3071B9C1EC79}"/>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H₂O</a:t>
            </a:r>
            <a:r>
              <a:t>(</a:t>
            </a:r>
            <a:r>
              <a:rPr i="1">
                <a:latin typeface="Pretendard"/>
                <a:ea typeface="Pretendard"/>
                <a:cs typeface="Pretendard"/>
              </a:rPr>
              <a:t>l</a:t>
            </a:r>
            <a:r>
              <a:t>)의 표준 생성 엔탈피는 −285.8 kJ/mol이다.</a:t>
            </a:r>
          </a:p>
        </p:txBody>
      </p:sp>
    </p:spTree>
    <p:extLst>
      <p:ext uri="{BB962C8B-B14F-4D97-AF65-F5344CB8AC3E}">
        <p14:creationId xmlns:p14="http://schemas.microsoft.com/office/powerpoint/2010/main" val="156653472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3001F5AA-D2E4-4171-A9FA-0D4EFDC90830}"/>
              </a:ext>
            </a:extLst>
          </p:cNvPr>
          <p:cNvPicPr>
            <a:picLocks xmlns:a="http://schemas.openxmlformats.org/drawingml/2006/main" noChangeAspect="1"/>
          </p:cNvPicPr>
          <p:nvPr/>
        </p:nvPicPr>
        <p:blipFill>
          <a:blip xmlns:r="http://schemas.openxmlformats.org/officeDocument/2006/relationships" xmlns:a="http://schemas.openxmlformats.org/drawingml/2006/main" r:embed="R3200cf6520be4db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3C97A10-187C-48A6-9CF8-08A3527C624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C8AA903-17A4-428E-804D-A1356C0CAAB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47052CE-8D4C-4765-B893-7B31F546962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CD56709-28E5-4C7F-A930-1C6EE791B23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FEA8990E-1364-48DC-B94B-B0832D2B2CF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E09166DC-FC35-488E-9DA6-6CC27A75D1BF}"/>
              </a:ext>
            </a:extLst>
          </p:cNvPr>
          <p:cNvGraphicFramePr/>
          <p:nvPr/>
        </p:nvGraphicFramePr>
        <p:xfrm>
          <a:off xmlns:a="http://schemas.openxmlformats.org/drawingml/2006/main" x="1828800" y="4238625"/>
          <a:ext xmlns:a="http://schemas.openxmlformats.org/drawingml/2006/main" cx="14639925" cy="4048125"/>
        </p:xfrm>
        <a:graphic xmlns:a="http://schemas.openxmlformats.org/drawingml/2006/main">
          <a:graphicData uri="http://schemas.openxmlformats.org/drawingml/2006/table">
            <a:tbl>
              <a:tblPr/>
              <a:tblGrid>
                <a:gridCol w="7315200"/>
                <a:gridCol w="7324725"/>
              </a:tblGrid>
              <a:tr h="1012031">
                <a:tc>
                  <a:txBody>
                    <a:bodyPr wrap="none" lIns="114300" tIns="114300" rIns="114300" bIns="114300"/>
                    <a:lstStyle/>
                    <a:p>
                      <a:pPr algn="ctr"/>
                      <a:r>
                        <a:rPr sz="330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12031">
                <a:tc>
                  <a:txBody>
                    <a:bodyPr wrap="none" lIns="114300" tIns="114300" rIns="114300" bIns="114300"/>
                    <a:lstStyle/>
                    <a:p>
                      <a:pPr algn="ctr"/>
                      <a:r>
                        <a:rPr sz="3300" b="1">
                          <a:solidFill>
                            <a:srgbClr val="FFFFFF"/>
                          </a:solidFill>
                          <a:latin typeface="Pretendard"/>
                          <a:ea typeface="Pretendard"/>
                          <a:cs typeface="Pretendard"/>
                        </a:rPr>
                        <a:t>C</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s</a:t>
                      </a:r>
                      <a:r>
                        <a:rPr sz="330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H₂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O₂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CECD3912-244C-4589-AE70-EB622F5B570F}"/>
              </a:ext>
            </a:extLst>
          </p:cNvPr>
          <p:cNvSpPr>
            <a:spLocks xmlns:a="http://schemas.openxmlformats.org/drawingml/2006/main" noGrp="1"/>
          </p:cNvSpPr>
          <p:nvPr/>
        </p:nvSpPr>
        <p:spPr>
          <a:xfrm xmlns:a="http://schemas.openxmlformats.org/drawingml/2006/main" rot="0">
            <a:off x="1828800"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4A4F4EB6-8AEB-4767-A603-3EC4DAD733B1}"/>
              </a:ext>
            </a:extLst>
          </p:cNvPr>
          <p:cNvSpPr>
            <a:spLocks xmlns:a="http://schemas.openxmlformats.org/drawingml/2006/main" noGrp="1"/>
          </p:cNvSpPr>
          <p:nvPr/>
        </p:nvSpPr>
        <p:spPr>
          <a:xfrm xmlns:a="http://schemas.openxmlformats.org/drawingml/2006/main" rot="5400000">
            <a:off x="1627822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813B3DF0-DE4B-4408-B599-92F1F947FA53}"/>
              </a:ext>
            </a:extLst>
          </p:cNvPr>
          <p:cNvSpPr>
            <a:spLocks xmlns:a="http://schemas.openxmlformats.org/drawingml/2006/main" noGrp="1"/>
          </p:cNvSpPr>
          <p:nvPr/>
        </p:nvSpPr>
        <p:spPr>
          <a:xfrm xmlns:a="http://schemas.openxmlformats.org/drawingml/2006/main" rot="10800000">
            <a:off x="16278225"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598F122B-0AE8-4102-BC59-FB7B5E327EFB}"/>
              </a:ext>
            </a:extLst>
          </p:cNvPr>
          <p:cNvSpPr>
            <a:spLocks xmlns:a="http://schemas.openxmlformats.org/drawingml/2006/main" noGrp="1"/>
          </p:cNvSpPr>
          <p:nvPr/>
        </p:nvSpPr>
        <p:spPr>
          <a:xfrm xmlns:a="http://schemas.openxmlformats.org/drawingml/2006/main" rot="16200000">
            <a:off x="1828800"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39B6220A-5505-4664-A792-7223C1299018}"/>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5A7141BE-A99C-48CC-BBC3-EF38132F19A8}"/>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Tree>
    <p:extLst>
      <p:ext uri="{BB962C8B-B14F-4D97-AF65-F5344CB8AC3E}">
        <p14:creationId xmlns:p14="http://schemas.microsoft.com/office/powerpoint/2010/main" val="123927166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68BCAC95-A0EC-489B-9BBC-DD55CE4800E0}"/>
              </a:ext>
            </a:extLst>
          </p:cNvPr>
          <p:cNvPicPr>
            <a:picLocks xmlns:a="http://schemas.openxmlformats.org/drawingml/2006/main" noChangeAspect="1"/>
          </p:cNvPicPr>
          <p:nvPr/>
        </p:nvPicPr>
        <p:blipFill>
          <a:blip xmlns:r="http://schemas.openxmlformats.org/officeDocument/2006/relationships" xmlns:a="http://schemas.openxmlformats.org/drawingml/2006/main" r:embed="R28d0283a683f4ef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03BE0EE-A451-4CD1-ACD4-EA595B87FAC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8F49B24-8C31-49E5-8B0C-E1F4E0C8CD4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0827173-C726-4A8F-8F63-9158CD1A48F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AEE50F3-8083-4267-BC30-EC9D12BCD82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1A92E11B-B8A0-4DFB-8175-C4F0C179AE4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17FFE9F2-6E1C-4C36-B652-C3BD151C4541}"/>
              </a:ext>
            </a:extLst>
          </p:cNvPr>
          <p:cNvPicPr>
            <a:picLocks xmlns:a="http://schemas.openxmlformats.org/drawingml/2006/main" noChangeAspect="1"/>
          </p:cNvPicPr>
          <p:nvPr/>
        </p:nvPicPr>
        <p:blipFill>
          <a:blip xmlns:r="http://schemas.openxmlformats.org/officeDocument/2006/relationships" xmlns:a="http://schemas.openxmlformats.org/drawingml/2006/main" r:embed="R86222cd0f855477d"/>
          <a:stretch xmlns:a="http://schemas.openxmlformats.org/drawingml/2006/main"/>
        </p:blipFill>
        <p:spPr>
          <a:xfrm xmlns:a="http://schemas.openxmlformats.org/drawingml/2006/main">
            <a:off x="2444353" y="4457700"/>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0CCC1A18-F019-4ABF-8D33-69A10E684B38}"/>
              </a:ext>
            </a:extLst>
          </p:cNvPr>
          <p:cNvPicPr>
            <a:picLocks xmlns:a="http://schemas.openxmlformats.org/drawingml/2006/main" noChangeAspect="1"/>
          </p:cNvPicPr>
          <p:nvPr/>
        </p:nvPicPr>
        <p:blipFill>
          <a:blip xmlns:r="http://schemas.openxmlformats.org/officeDocument/2006/relationships" xmlns:a="http://schemas.openxmlformats.org/drawingml/2006/main" r:embed="R1c800add49774c95"/>
          <a:stretch xmlns:a="http://schemas.openxmlformats.org/drawingml/2006/main"/>
        </p:blipFill>
        <p:spPr>
          <a:xfrm xmlns:a="http://schemas.openxmlformats.org/drawingml/2006/main">
            <a:off x="2444353" y="6248400"/>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29ABF67E-D7CF-4E8B-9006-86D560980F5B}"/>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97D8CCEA-820B-4D08-A52F-DBA536CFB3DF}"/>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Tree>
    <p:extLst>
      <p:ext uri="{BB962C8B-B14F-4D97-AF65-F5344CB8AC3E}">
        <p14:creationId xmlns:p14="http://schemas.microsoft.com/office/powerpoint/2010/main" val="98573218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229B2E3-3372-4623-8C5C-4CA4E0639C21}"/>
              </a:ext>
            </a:extLst>
          </p:cNvPr>
          <p:cNvPicPr>
            <a:picLocks xmlns:a="http://schemas.openxmlformats.org/drawingml/2006/main" noChangeAspect="1"/>
          </p:cNvPicPr>
          <p:nvPr/>
        </p:nvPicPr>
        <p:blipFill>
          <a:blip xmlns:r="http://schemas.openxmlformats.org/officeDocument/2006/relationships" xmlns:a="http://schemas.openxmlformats.org/drawingml/2006/main" r:embed="R891303aeeb17463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B78CEEF-3946-42AB-AE23-37C5C23000A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58004D3-7A34-4056-9A1F-D1CDA981796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9593784-62BE-47AF-8CDC-D0E16137CD7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5B9F42F-4D44-48C7-A8CE-A0BD69363B1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DD792DC0-F494-4310-A2CA-C37BF213E64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2D8B9F52-B432-4AE6-B589-C40C8E568D98}"/>
              </a:ext>
            </a:extLst>
          </p:cNvPr>
          <p:cNvPicPr>
            <a:picLocks xmlns:a="http://schemas.openxmlformats.org/drawingml/2006/main" noChangeAspect="1"/>
          </p:cNvPicPr>
          <p:nvPr/>
        </p:nvPicPr>
        <p:blipFill>
          <a:blip xmlns:r="http://schemas.openxmlformats.org/officeDocument/2006/relationships" xmlns:a="http://schemas.openxmlformats.org/drawingml/2006/main" r:embed="Rfed40b7619f84c5c"/>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792A722F-6DA6-4416-8EE4-0B787E8AD6F2}"/>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DF175B3E-3AF1-42B9-BE4F-085D1017258F}"/>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194453939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958D12B4-C5F3-427C-8EB0-1E6165ED6E5E}"/>
              </a:ext>
            </a:extLst>
          </p:cNvPr>
          <p:cNvPicPr>
            <a:picLocks xmlns:a="http://schemas.openxmlformats.org/drawingml/2006/main" noChangeAspect="1"/>
          </p:cNvPicPr>
          <p:nvPr/>
        </p:nvPicPr>
        <p:blipFill>
          <a:blip xmlns:r="http://schemas.openxmlformats.org/officeDocument/2006/relationships" xmlns:a="http://schemas.openxmlformats.org/drawingml/2006/main" r:embed="R27e02a4784db44d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253B8FD-C700-4E42-AC33-BE7DE410777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2297D09-B504-4672-8B5B-6201850A1AE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7D5DA33D-CE93-463E-A5D8-053852D30A4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D8026C7-FB24-495F-B236-3DBED1AD278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F3338A76-C900-4C24-B634-5EBCA01A37E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ich">
            <a:extLst xmlns:a="http://schemas.openxmlformats.org/drawingml/2006/main">
              <a:ext uri="{FF2B5EF4-FFF2-40B4-BE49-F238E27FC236}">
                <a16:creationId xmlns:a16="http://schemas.microsoft.com/office/drawing/2014/main" id="{B079645C-9F96-43F3-9A16-E3C86C7E079E}"/>
              </a:ext>
            </a:extLst>
          </p:cNvPr>
          <p:cNvSpPr>
            <a:spLocks xmlns:a="http://schemas.openxmlformats.org/drawingml/2006/main" noGrp="1"/>
          </p:cNvSpPr>
          <p:nvPr/>
        </p:nvSpPr>
        <p:spPr>
          <a:xfrm xmlns:a="http://schemas.openxmlformats.org/drawingml/2006/main">
            <a:off x="1714500" y="387667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8" name="text">
            <a:extLst xmlns:a="http://schemas.openxmlformats.org/drawingml/2006/main">
              <a:ext uri="{FF2B5EF4-FFF2-40B4-BE49-F238E27FC236}">
                <a16:creationId xmlns:a16="http://schemas.microsoft.com/office/drawing/2014/main" id="{763266A2-F1FB-437B-8314-245DC9B23477}"/>
              </a:ext>
            </a:extLst>
          </p:cNvPr>
          <p:cNvSpPr>
            <a:spLocks xmlns:a="http://schemas.openxmlformats.org/drawingml/2006/main" noGrp="1"/>
          </p:cNvSpPr>
          <p:nvPr/>
        </p:nvSpPr>
        <p:spPr>
          <a:xfrm xmlns:a="http://schemas.openxmlformats.org/drawingml/2006/main">
            <a:off x="1714500" y="477202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rPr sz="4800" b="1">
                <a:solidFill>
                  <a:srgbClr val="57962F"/>
                </a:solidFill>
                <a:latin typeface="Pretendard"/>
                <a:ea typeface="Pretendard"/>
                <a:cs typeface="Pretendard"/>
              </a:rPr>
              <a:t>− 반응물의 표준 생성 엔탈피 합</a:t>
            </a:r>
          </a:p>
        </p:txBody>
      </p:sp>
      <p:sp>
        <p:nvSpPr>
          <p:cNvPr id="9" name="설명·계산 행 1">
            <a:extLst xmlns:a="http://schemas.openxmlformats.org/drawingml/2006/main">
              <a:ext uri="{FF2B5EF4-FFF2-40B4-BE49-F238E27FC236}">
                <a16:creationId xmlns:a16="http://schemas.microsoft.com/office/drawing/2014/main" id="{7D7C9B77-5BF4-437B-982A-7133DEBDDB8D}"/>
              </a:ext>
            </a:extLst>
          </p:cNvPr>
          <p:cNvSpPr>
            <a:spLocks xmlns:a="http://schemas.openxmlformats.org/drawingml/2006/main" noGrp="1"/>
          </p:cNvSpPr>
          <p:nvPr/>
        </p:nvSpPr>
        <p:spPr>
          <a:xfrm xmlns:a="http://schemas.openxmlformats.org/drawingml/2006/main">
            <a:off x="1828800" y="622935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DD137078-899D-4236-B3DC-8D026F4F6D01}"/>
              </a:ext>
            </a:extLst>
          </p:cNvPr>
          <p:cNvSpPr>
            <a:spLocks xmlns:a="http://schemas.openxmlformats.org/drawingml/2006/main" noGrp="1"/>
          </p:cNvSpPr>
          <p:nvPr/>
        </p:nvSpPr>
        <p:spPr>
          <a:xfrm xmlns:a="http://schemas.openxmlformats.org/drawingml/2006/main">
            <a:off x="2476500" y="64770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표의 값에 각 물질의 반응 계수를 곱한다.</a:t>
            </a:r>
          </a:p>
        </p:txBody>
      </p:sp>
      <p:sp>
        <p:nvSpPr>
          <p:cNvPr id="11" name="설명·계산 행 2">
            <a:extLst xmlns:a="http://schemas.openxmlformats.org/drawingml/2006/main">
              <a:ext uri="{FF2B5EF4-FFF2-40B4-BE49-F238E27FC236}">
                <a16:creationId xmlns:a16="http://schemas.microsoft.com/office/drawing/2014/main" id="{641E27D6-8B8E-4E8F-A855-662971841B3B}"/>
              </a:ext>
            </a:extLst>
          </p:cNvPr>
          <p:cNvSpPr>
            <a:spLocks xmlns:a="http://schemas.openxmlformats.org/drawingml/2006/main" noGrp="1"/>
          </p:cNvSpPr>
          <p:nvPr/>
        </p:nvSpPr>
        <p:spPr>
          <a:xfrm xmlns:a="http://schemas.openxmlformats.org/drawingml/2006/main">
            <a:off x="1828800" y="7762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3E13844F-FA90-4367-9DDD-FA49A8A73820}"/>
              </a:ext>
            </a:extLst>
          </p:cNvPr>
          <p:cNvSpPr>
            <a:spLocks xmlns:a="http://schemas.openxmlformats.org/drawingml/2006/main" noGrp="1"/>
          </p:cNvSpPr>
          <p:nvPr/>
        </p:nvSpPr>
        <p:spPr>
          <a:xfrm xmlns:a="http://schemas.openxmlformats.org/drawingml/2006/main">
            <a:off x="2476500" y="8010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생성물의 합에서 반응물의 합을 뺀다.</a:t>
            </a:r>
          </a:p>
        </p:txBody>
      </p:sp>
    </p:spTree>
    <p:extLst>
      <p:ext uri="{BB962C8B-B14F-4D97-AF65-F5344CB8AC3E}">
        <p14:creationId xmlns:p14="http://schemas.microsoft.com/office/powerpoint/2010/main" val="76933165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E5CEB8BD-11F0-4300-B287-831E6F778D6C}"/>
              </a:ext>
            </a:extLst>
          </p:cNvPr>
          <p:cNvPicPr>
            <a:picLocks xmlns:a="http://schemas.openxmlformats.org/drawingml/2006/main" noChangeAspect="1"/>
          </p:cNvPicPr>
          <p:nvPr/>
        </p:nvPicPr>
        <p:blipFill>
          <a:blip xmlns:r="http://schemas.openxmlformats.org/officeDocument/2006/relationships" xmlns:a="http://schemas.openxmlformats.org/drawingml/2006/main" r:embed="Re1e5c27dd4a5429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150A499-B9CB-49E8-BCAF-93DDC1264AB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5008890-1A2D-4CE6-8714-F45A7A346A8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F3E6543-0249-4133-8E6A-9B4CB41A0A8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0FE9E9A-DC68-4EB1-95F6-52B5EE97875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C397A0A9-5039-4329-9E94-18295071715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11A75A75-2FCA-472B-B4FE-CE0FEC0C8BB2}"/>
              </a:ext>
            </a:extLst>
          </p:cNvPr>
          <p:cNvPicPr>
            <a:picLocks xmlns:a="http://schemas.openxmlformats.org/drawingml/2006/main" noChangeAspect="1"/>
          </p:cNvPicPr>
          <p:nvPr/>
        </p:nvPicPr>
        <p:blipFill>
          <a:blip xmlns:r="http://schemas.openxmlformats.org/officeDocument/2006/relationships" xmlns:a="http://schemas.openxmlformats.org/drawingml/2006/main" r:embed="R9a775d2dee82441e"/>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801B0722-F306-468B-B80D-F0421D4B8F87}"/>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Δ</a:t>
                      </a:r>
                      <a:r>
                        <a:rPr sz="3000" b="1">
                          <a:solidFill>
                            <a:srgbClr val="FFFFFF"/>
                          </a:solidFill>
                          <a:latin typeface="Pretendard"/>
                          <a:ea typeface="Pretendard"/>
                          <a:cs typeface="Pretendard"/>
                        </a:rPr>
                        <a:t>f</a:t>
                      </a:r>
                      <a:r>
                        <a:rPr sz="3000" b="1" i="1">
                          <a:solidFill>
                            <a:srgbClr val="FFFFFF"/>
                          </a:solidFill>
                          <a:latin typeface="Pretendard"/>
                          <a:ea typeface="Pretendard"/>
                          <a:cs typeface="Pretendard"/>
                        </a:rPr>
                        <a:t>H</a:t>
                      </a:r>
                      <a:r>
                        <a:rPr sz="3000" b="1">
                          <a:solidFill>
                            <a:srgbClr val="FFFFFF"/>
                          </a:solidFill>
                          <a:latin typeface="Pretendard"/>
                          <a:ea typeface="Pretendard"/>
                          <a:cs typeface="Pretendard"/>
                        </a:rPr>
                        <a:t>°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735F37A3-4B75-4F23-A0CD-04E903F649AA}"/>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9E6D756C-C1CF-43FF-83FC-66FDD66CAE18}"/>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069AB42-E1A8-4AAC-B112-0A48377DF514}"/>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44375CC9-AB72-4DFA-98FC-430953F9C7C7}"/>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3545E4FA-23A6-420A-AC1B-B493D6C63894}"/>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B0603D60-C55D-4C10-AA8A-DF314F1E9463}"/>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42F946DD-392F-471E-B633-C59B61557424}"/>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08D8A310-44F9-4654-8EB0-D554062ECA44}"/>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27058959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BC816A9C-26EA-49E4-A3E2-3FDED2D91988}"/>
              </a:ext>
            </a:extLst>
          </p:cNvPr>
          <p:cNvPicPr>
            <a:picLocks xmlns:a="http://schemas.openxmlformats.org/drawingml/2006/main" noChangeAspect="1"/>
          </p:cNvPicPr>
          <p:nvPr/>
        </p:nvPicPr>
        <p:blipFill>
          <a:blip xmlns:r="http://schemas.openxmlformats.org/officeDocument/2006/relationships" xmlns:a="http://schemas.openxmlformats.org/drawingml/2006/main" r:embed="R3d34f3753f414f7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AAB411A-1193-41A2-8A4C-714CD1B3ECF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6E97453-EC63-4AF5-85DA-D1895783DDE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34CA5B7-1F4E-496E-87C9-D9A54485EF9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5AFCFBD-6EA7-4392-95C2-69233B881AC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4D19C9C9-4E4D-4E12-9BAA-02287992F8A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6DC5859C-F42E-4D65-89AD-3FC924A7BE5E}"/>
              </a:ext>
            </a:extLst>
          </p:cNvPr>
          <p:cNvPicPr>
            <a:picLocks xmlns:a="http://schemas.openxmlformats.org/drawingml/2006/main" noChangeAspect="1"/>
          </p:cNvPicPr>
          <p:nvPr/>
        </p:nvPicPr>
        <p:blipFill>
          <a:blip xmlns:r="http://schemas.openxmlformats.org/officeDocument/2006/relationships" xmlns:a="http://schemas.openxmlformats.org/drawingml/2006/main" r:embed="R8466ca6ccc5540b5"/>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AF57F784-DB83-4899-9B3A-CE89BF575A90}"/>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D9F6A9F3-05D8-481D-B25E-7E63D5A31C0C}"/>
              </a:ext>
            </a:extLst>
          </p:cNvPr>
          <p:cNvPicPr>
            <a:picLocks xmlns:a="http://schemas.openxmlformats.org/drawingml/2006/main" noChangeAspect="1"/>
          </p:cNvPicPr>
          <p:nvPr/>
        </p:nvPicPr>
        <p:blipFill>
          <a:blip xmlns:r="http://schemas.openxmlformats.org/officeDocument/2006/relationships" xmlns:a="http://schemas.openxmlformats.org/drawingml/2006/main" r:embed="R682cb379846f4b8b"/>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C1777D8C-8FB7-4FEB-8B75-9095FA12FC02}"/>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Δ</a:t>
            </a:r>
            <a:r>
              <a:rPr i="1">
                <a:latin typeface="Pretendard"/>
                <a:ea typeface="Pretendard"/>
                <a:cs typeface="Pretendard"/>
              </a:rPr>
              <a:t>H</a:t>
            </a:r>
            <a:r>
              <a:t> = −241.8 − (−285.8)</a:t>
            </a:r>
          </a:p>
        </p:txBody>
      </p:sp>
      <p:sp>
        <p:nvSpPr>
          <p:cNvPr id="11" name="반응식·수식">
            <a:extLst xmlns:a="http://schemas.openxmlformats.org/drawingml/2006/main">
              <a:ext uri="{FF2B5EF4-FFF2-40B4-BE49-F238E27FC236}">
                <a16:creationId xmlns:a16="http://schemas.microsoft.com/office/drawing/2014/main" id="{6D3A92D5-B49F-4DCA-8B26-478FF21142D4}"/>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57962F"/>
                </a:solidFill>
                <a:latin typeface="Pretendard"/>
                <a:ea typeface="Pretendard"/>
                <a:cs typeface="Pretendard"/>
              </a:defRPr>
            </a:defPPr>
            <a:lvl1pPr algn="l">
              <a:defRPr sz="4200" b="1">
                <a:solidFill>
                  <a:srgbClr val="57962F"/>
                </a:solidFill>
                <a:latin typeface="Pretendard"/>
                <a:ea typeface="Pretendard"/>
                <a:cs typeface="Pretendard"/>
              </a:defRPr>
            </a:lvl1pPr>
            <a:lvl2pPr algn="l">
              <a:defRPr sz="4200" b="1">
                <a:solidFill>
                  <a:srgbClr val="57962F"/>
                </a:solidFill>
                <a:latin typeface="Pretendard"/>
                <a:ea typeface="Pretendard"/>
                <a:cs typeface="Pretendard"/>
              </a:defRPr>
            </a:lvl2pPr>
            <a:lvl3pPr algn="l">
              <a:defRPr sz="4200" b="1">
                <a:solidFill>
                  <a:srgbClr val="57962F"/>
                </a:solidFill>
                <a:latin typeface="Pretendard"/>
                <a:ea typeface="Pretendard"/>
                <a:cs typeface="Pretendard"/>
              </a:defRPr>
            </a:lvl3pPr>
            <a:lvl4pPr algn="l">
              <a:defRPr sz="4200" b="1">
                <a:solidFill>
                  <a:srgbClr val="57962F"/>
                </a:solidFill>
                <a:latin typeface="Pretendard"/>
                <a:ea typeface="Pretendard"/>
                <a:cs typeface="Pretendard"/>
              </a:defRPr>
            </a:lvl4pPr>
            <a:lvl5pPr algn="l">
              <a:defRPr sz="4200" b="1">
                <a:solidFill>
                  <a:srgbClr val="57962F"/>
                </a:solidFill>
                <a:latin typeface="Pretendard"/>
                <a:ea typeface="Pretendard"/>
                <a:cs typeface="Pretendard"/>
              </a:defRPr>
            </a:lvl5pPr>
            <a:lvl6pPr algn="l">
              <a:defRPr sz="4200" b="1">
                <a:solidFill>
                  <a:srgbClr val="57962F"/>
                </a:solidFill>
                <a:latin typeface="Pretendard"/>
                <a:ea typeface="Pretendard"/>
                <a:cs typeface="Pretendard"/>
              </a:defRPr>
            </a:lvl6pPr>
            <a:lvl7pPr algn="l">
              <a:defRPr sz="4200" b="1">
                <a:solidFill>
                  <a:srgbClr val="57962F"/>
                </a:solidFill>
                <a:latin typeface="Pretendard"/>
                <a:ea typeface="Pretendard"/>
                <a:cs typeface="Pretendard"/>
              </a:defRPr>
            </a:lvl7pPr>
            <a:lvl8pPr algn="l">
              <a:defRPr sz="4200" b="1">
                <a:solidFill>
                  <a:srgbClr val="57962F"/>
                </a:solidFill>
                <a:latin typeface="Pretendard"/>
                <a:ea typeface="Pretendard"/>
                <a:cs typeface="Pretendard"/>
              </a:defRPr>
            </a:lvl8pPr>
            <a:lvl9pPr algn="l">
              <a:defRPr sz="4200" b="1">
                <a:solidFill>
                  <a:srgbClr val="57962F"/>
                </a:solidFill>
                <a:latin typeface="Pretendard"/>
                <a:ea typeface="Pretendard"/>
                <a:cs typeface="Pretendard"/>
              </a:defRPr>
            </a:lvl9pPr>
          </a:lstStyle>
          <a:p xmlns:a="http://schemas.openxmlformats.org/drawingml/2006/main">
            <a:pPr algn="l">
              <a:defRPr sz="4200" b="1">
                <a:solidFill>
                  <a:srgbClr val="57962F"/>
                </a:solidFill>
                <a:latin typeface="Pretendard"/>
                <a:ea typeface="Pretendard"/>
                <a:cs typeface="Pretendard"/>
              </a:defRPr>
            </a:pPr>
            <a:r>
              <a:t>= +44.0 kJ</a:t>
            </a:r>
          </a:p>
        </p:txBody>
      </p:sp>
      <p:sp>
        <p:nvSpPr>
          <p:cNvPr id="12" name="해석·결론">
            <a:extLst xmlns:a="http://schemas.openxmlformats.org/drawingml/2006/main">
              <a:ext uri="{FF2B5EF4-FFF2-40B4-BE49-F238E27FC236}">
                <a16:creationId xmlns:a16="http://schemas.microsoft.com/office/drawing/2014/main" id="{EA449CFF-7275-49F6-BC8C-25D74CB67407}"/>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781CF33D-F631-43F2-9A76-62E6F056E9C2}"/>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72761348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1EB8F797-5434-4F95-872B-E4A1B31724CD}"/>
              </a:ext>
            </a:extLst>
          </p:cNvPr>
          <p:cNvPicPr>
            <a:picLocks xmlns:a="http://schemas.openxmlformats.org/drawingml/2006/main" noChangeAspect="1"/>
          </p:cNvPicPr>
          <p:nvPr/>
        </p:nvPicPr>
        <p:blipFill>
          <a:blip xmlns:r="http://schemas.openxmlformats.org/officeDocument/2006/relationships" xmlns:a="http://schemas.openxmlformats.org/drawingml/2006/main" r:embed="R5c144d518d4143d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021FFBA-CBA8-4897-8F87-7A5D63DC790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F85D799-212D-4475-8DB5-2D8F6BF4A42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58A9707-8BE0-4E37-8D15-80BC9752329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1B090C9-31AA-4D42-A490-46CE7E963B6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7A6EC681-7C94-4931-8C5E-BFCFC30F087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89B18F01-F746-4FF3-9BC2-FA83879FEBB2}"/>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4000500"/>
                <a:gridCol w="10639425"/>
              </a:tblGrid>
              <a:tr h="1047750">
                <a:tc>
                  <a:txBody>
                    <a:bodyPr wrap="none" lIns="114300" tIns="114300" rIns="114300" bIns="114300"/>
                    <a:lstStyle/>
                    <a:p>
                      <a:pPr algn="ctr"/>
                      <a:r>
                        <a:rPr sz="33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17FB8FB7-1F46-470D-BF41-DD8CA9C64FFB}"/>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06981EC1-51CA-4123-ADD4-FBB360D6D28A}"/>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0A71AB2B-2116-48A5-8D9B-36390E5D7EA2}"/>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82023F3-C939-4A5F-8DD8-6D4DBD9AD90E}"/>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264218847"/>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4C8B8AAF-7055-4E84-B8C8-A4E1C5B1D11D}"/>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08B141B2-AD02-4335-94C5-09ECA76124BB}"/>
              </a:ext>
            </a:extLst>
          </p:cNvPr>
          <p:cNvPicPr>
            <a:picLocks xmlns:a="http://schemas.openxmlformats.org/drawingml/2006/main" noChangeAspect="1"/>
          </p:cNvPicPr>
          <p:nvPr/>
        </p:nvPicPr>
        <p:blipFill>
          <a:blip xmlns:r="http://schemas.openxmlformats.org/officeDocument/2006/relationships" xmlns:a="http://schemas.openxmlformats.org/drawingml/2006/main" r:embed="R20163822081148d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B3A798F0-454C-48A6-A23C-7E246E4CBCA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AA80EEB1-D0A3-4C79-B48D-F95BBCBFB1EA}"/>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5" name="text">
            <a:extLst xmlns:a="http://schemas.openxmlformats.org/drawingml/2006/main">
              <a:ext uri="{FF2B5EF4-FFF2-40B4-BE49-F238E27FC236}">
                <a16:creationId xmlns:a16="http://schemas.microsoft.com/office/drawing/2014/main" id="{AC21B914-1B42-40FF-9B9E-CD9402C96C48}"/>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6" name="text">
            <a:extLst xmlns:a="http://schemas.openxmlformats.org/drawingml/2006/main">
              <a:ext uri="{FF2B5EF4-FFF2-40B4-BE49-F238E27FC236}">
                <a16:creationId xmlns:a16="http://schemas.microsoft.com/office/drawing/2014/main" id="{AD576777-01FF-45A5-B098-BF8F9236028D}"/>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61543104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159572E-4D6B-4555-B980-D8ECA41E5FCB}"/>
              </a:ext>
            </a:extLst>
          </p:cNvPr>
          <p:cNvPicPr>
            <a:picLocks xmlns:a="http://schemas.openxmlformats.org/drawingml/2006/main" noChangeAspect="1"/>
          </p:cNvPicPr>
          <p:nvPr/>
        </p:nvPicPr>
        <p:blipFill>
          <a:blip xmlns:r="http://schemas.openxmlformats.org/officeDocument/2006/relationships" xmlns:a="http://schemas.openxmlformats.org/drawingml/2006/main" r:embed="Rcee97877911f4b2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416CD14-9453-4E04-A3DB-72A7577B593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DAEDF33-C52A-48CD-843A-1E22D44AF32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90AE4DE-8991-4BDF-8814-5B01EA6F6DD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258AE09-3547-403D-8AC2-A01C471C38D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C98FA213-1CFF-4FF5-BC04-9A7C70A5E4F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19C92761-EC3C-4FFC-8E3A-A816CF3C0686}"/>
              </a:ext>
            </a:extLst>
          </p:cNvPr>
          <p:cNvPicPr>
            <a:picLocks xmlns:a="http://schemas.openxmlformats.org/drawingml/2006/main" noChangeAspect="1"/>
          </p:cNvPicPr>
          <p:nvPr/>
        </p:nvPicPr>
        <p:blipFill>
          <a:blip xmlns:r="http://schemas.openxmlformats.org/officeDocument/2006/relationships" xmlns:a="http://schemas.openxmlformats.org/drawingml/2006/main" r:embed="R1780d6a39a354466"/>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E3236ADD-AF38-4C75-A456-374DCE346EBE}"/>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215BD57D-5578-4FDE-B7C2-020208789993}"/>
              </a:ext>
            </a:extLst>
          </p:cNvPr>
          <p:cNvPicPr>
            <a:picLocks xmlns:a="http://schemas.openxmlformats.org/drawingml/2006/main" noChangeAspect="1"/>
          </p:cNvPicPr>
          <p:nvPr/>
        </p:nvPicPr>
        <p:blipFill>
          <a:blip xmlns:r="http://schemas.openxmlformats.org/officeDocument/2006/relationships" xmlns:a="http://schemas.openxmlformats.org/drawingml/2006/main" r:embed="R7fbb3530aff74bbc"/>
          <a:stretch xmlns:a="http://schemas.openxmlformats.org/drawingml/2006/main"/>
        </p:blipFill>
        <p:spPr>
          <a:xfrm xmlns:a="http://schemas.openxmlformats.org/drawingml/2006/main">
            <a:off x="8686316" y="5095875"/>
            <a:ext cx="6916119" cy="6667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517A462D-B2DA-4C07-B9C7-C5ECF6A3A98D}"/>
              </a:ext>
            </a:extLst>
          </p:cNvPr>
          <p:cNvPicPr>
            <a:picLocks xmlns:a="http://schemas.openxmlformats.org/drawingml/2006/main" noChangeAspect="1"/>
          </p:cNvPicPr>
          <p:nvPr/>
        </p:nvPicPr>
        <p:blipFill>
          <a:blip xmlns:r="http://schemas.openxmlformats.org/officeDocument/2006/relationships" xmlns:a="http://schemas.openxmlformats.org/drawingml/2006/main" r:embed="R354120e29e154961"/>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9493471C-F35E-4A1B-875B-1C413A7CF5BF}"/>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683490A7-2125-4352-82BD-732C753E9992}"/>
              </a:ext>
            </a:extLst>
          </p:cNvPr>
          <p:cNvPicPr>
            <a:picLocks xmlns:a="http://schemas.openxmlformats.org/drawingml/2006/main" noChangeAspect="1"/>
          </p:cNvPicPr>
          <p:nvPr/>
        </p:nvPicPr>
        <p:blipFill>
          <a:blip xmlns:r="http://schemas.openxmlformats.org/officeDocument/2006/relationships" xmlns:a="http://schemas.openxmlformats.org/drawingml/2006/main" r:embed="Rd106f88a98b042d8"/>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19070356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49CE593-FD9C-402F-9744-B97370E4F363}"/>
              </a:ext>
            </a:extLst>
          </p:cNvPr>
          <p:cNvPicPr>
            <a:picLocks xmlns:a="http://schemas.openxmlformats.org/drawingml/2006/main" noChangeAspect="1"/>
          </p:cNvPicPr>
          <p:nvPr/>
        </p:nvPicPr>
        <p:blipFill>
          <a:blip xmlns:r="http://schemas.openxmlformats.org/officeDocument/2006/relationships" xmlns:a="http://schemas.openxmlformats.org/drawingml/2006/main" r:embed="Ra39e968304f04f0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4EAC356-7A6C-4DA5-823B-ED31776F74D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2A4DCBA-641F-4E53-875B-C541CF02786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1B4E199B-FA82-4A6C-9FD6-FFD2A3209B8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6102CC0-B195-4CA5-8E58-2DF424CE922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BE844FDB-649E-4197-989F-8963E9C1EA4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FE50C958-4F1F-43AF-92DE-79B1BE0B08D7}"/>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19447860-01B6-4908-820F-80858A2CBD15}"/>
              </a:ext>
            </a:extLst>
          </p:cNvPr>
          <p:cNvPicPr>
            <a:picLocks xmlns:a="http://schemas.openxmlformats.org/drawingml/2006/main" noChangeAspect="1"/>
          </p:cNvPicPr>
          <p:nvPr/>
        </p:nvPicPr>
        <p:blipFill>
          <a:blip xmlns:r="http://schemas.openxmlformats.org/officeDocument/2006/relationships" xmlns:a="http://schemas.openxmlformats.org/drawingml/2006/main" r:embed="R94cdfc5ddac541b1"/>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332371AB-5764-4EE6-B0B0-5F9C3D659623}"/>
              </a:ext>
            </a:extLst>
          </p:cNvPr>
          <p:cNvPicPr>
            <a:picLocks xmlns:a="http://schemas.openxmlformats.org/drawingml/2006/main" noChangeAspect="1"/>
          </p:cNvPicPr>
          <p:nvPr/>
        </p:nvPicPr>
        <p:blipFill>
          <a:blip xmlns:r="http://schemas.openxmlformats.org/officeDocument/2006/relationships" xmlns:a="http://schemas.openxmlformats.org/drawingml/2006/main" r:embed="R1d670c3106f3491e"/>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F9446770-0AB4-45B5-85FC-EF45AE4CC8B1}"/>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853348F2-66DC-450B-AF1F-6451164D0574}"/>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ADAA5B96-1B41-4F13-9E17-DF0D5602055D}"/>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E87F5182-77FB-4230-9784-AC99D0B12F6F}"/>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1672288663"/>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7AF0C8CE-FA19-42ED-8C22-A0E0F66E121F}"/>
              </a:ext>
            </a:extLst>
          </p:cNvPr>
          <p:cNvPicPr>
            <a:picLocks xmlns:a="http://schemas.openxmlformats.org/drawingml/2006/main" noChangeAspect="1"/>
          </p:cNvPicPr>
          <p:nvPr/>
        </p:nvPicPr>
        <p:blipFill>
          <a:blip xmlns:r="http://schemas.openxmlformats.org/officeDocument/2006/relationships" xmlns:a="http://schemas.openxmlformats.org/drawingml/2006/main" r:embed="R14f114f3062a40c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3C8346D-46A3-4410-B393-7B532CE59E3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058FCFA-67DD-4737-A0A6-13A0D01EB3B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8099B484-1119-4D99-967C-C521BFF7967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0507A18-EFAF-4E36-8723-57C7E844288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1A472F08-8792-41C8-A9BC-74616FAD526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4BF1AA25-AE5E-4465-A5FC-42A6CE705E70}"/>
              </a:ext>
            </a:extLst>
          </p:cNvPr>
          <p:cNvSpPr>
            <a:spLocks xmlns:a="http://schemas.openxmlformats.org/drawingml/2006/main" noGrp="1"/>
          </p:cNvSpPr>
          <p:nvPr/>
        </p:nvSpPr>
        <p:spPr>
          <a:xfrm xmlns:a="http://schemas.openxmlformats.org/drawingml/2006/main">
            <a:off x="1905000" y="3886200"/>
            <a:ext cx="1447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Q용액 = c × m × Δt</a:t>
            </a:r>
          </a:p>
        </p:txBody>
      </p:sp>
      <p:sp>
        <p:nvSpPr>
          <p:cNvPr id="8" name="설명·계산 행 1">
            <a:extLst xmlns:a="http://schemas.openxmlformats.org/drawingml/2006/main">
              <a:ext uri="{FF2B5EF4-FFF2-40B4-BE49-F238E27FC236}">
                <a16:creationId xmlns:a16="http://schemas.microsoft.com/office/drawing/2014/main" id="{A4EED432-3C80-4CF5-8064-520D3DD6C0D7}"/>
              </a:ext>
            </a:extLst>
          </p:cNvPr>
          <p:cNvSpPr>
            <a:spLocks xmlns:a="http://schemas.openxmlformats.org/drawingml/2006/main" noGrp="1"/>
          </p:cNvSpPr>
          <p:nvPr/>
        </p:nvSpPr>
        <p:spPr>
          <a:xfrm xmlns:a="http://schemas.openxmlformats.org/drawingml/2006/main">
            <a:off x="1828800" y="5476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0FBE70EA-8846-4D50-A6C2-6D474BAA2734}"/>
              </a:ext>
            </a:extLst>
          </p:cNvPr>
          <p:cNvSpPr>
            <a:spLocks xmlns:a="http://schemas.openxmlformats.org/drawingml/2006/main" noGrp="1"/>
          </p:cNvSpPr>
          <p:nvPr/>
        </p:nvSpPr>
        <p:spPr>
          <a:xfrm xmlns:a="http://schemas.openxmlformats.org/drawingml/2006/main">
            <a:off x="2476500" y="5724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 용액의 비열, m: 용액 전체의 질량</a:t>
            </a:r>
          </a:p>
        </p:txBody>
      </p:sp>
      <p:sp>
        <p:nvSpPr>
          <p:cNvPr id="10" name="설명·계산 행 2">
            <a:extLst xmlns:a="http://schemas.openxmlformats.org/drawingml/2006/main">
              <a:ext uri="{FF2B5EF4-FFF2-40B4-BE49-F238E27FC236}">
                <a16:creationId xmlns:a16="http://schemas.microsoft.com/office/drawing/2014/main" id="{282AA193-2519-46C0-A083-70EFC1A55969}"/>
              </a:ext>
            </a:extLst>
          </p:cNvPr>
          <p:cNvSpPr>
            <a:spLocks xmlns:a="http://schemas.openxmlformats.org/drawingml/2006/main" noGrp="1"/>
          </p:cNvSpPr>
          <p:nvPr/>
        </p:nvSpPr>
        <p:spPr>
          <a:xfrm xmlns:a="http://schemas.openxmlformats.org/drawingml/2006/main">
            <a:off x="1828800" y="7000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F272B9F0-B076-4ED7-8341-423F1DD54621}"/>
              </a:ext>
            </a:extLst>
          </p:cNvPr>
          <p:cNvSpPr>
            <a:spLocks xmlns:a="http://schemas.openxmlformats.org/drawingml/2006/main" noGrp="1"/>
          </p:cNvSpPr>
          <p:nvPr/>
        </p:nvSpPr>
        <p:spPr>
          <a:xfrm xmlns:a="http://schemas.openxmlformats.org/drawingml/2006/main">
            <a:off x="2476500" y="7248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Δt = 나중 온도 − 처음 온도</a:t>
            </a:r>
          </a:p>
        </p:txBody>
      </p:sp>
      <p:sp>
        <p:nvSpPr>
          <p:cNvPr id="12" name="해석·결론">
            <a:extLst xmlns:a="http://schemas.openxmlformats.org/drawingml/2006/main">
              <a:ext uri="{FF2B5EF4-FFF2-40B4-BE49-F238E27FC236}">
                <a16:creationId xmlns:a16="http://schemas.microsoft.com/office/drawing/2014/main" id="{49591E10-463E-446D-A08E-802867727564}"/>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45991496-589B-4688-A07F-499C70E3B3A4}"/>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210941904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3F27FDA-5CA2-48F8-BF6F-699538C0CA3B}"/>
              </a:ext>
            </a:extLst>
          </p:cNvPr>
          <p:cNvPicPr>
            <a:picLocks xmlns:a="http://schemas.openxmlformats.org/drawingml/2006/main" noChangeAspect="1"/>
          </p:cNvPicPr>
          <p:nvPr/>
        </p:nvPicPr>
        <p:blipFill>
          <a:blip xmlns:r="http://schemas.openxmlformats.org/officeDocument/2006/relationships" xmlns:a="http://schemas.openxmlformats.org/drawingml/2006/main" r:embed="R9629d99260f141c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EC98368-E88F-4813-B7CA-26A24B2ABFD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F9FDB5E-FC80-4D5C-9D36-0B0F6C74697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D5952AB-C200-42E9-909B-E1373A56F4E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8AF7D5F-EF1E-4E09-BF3E-E8F76B249DA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91091E84-0B7D-4566-889D-A2CFCFAF07D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교재의 온도 자료 읽기</a:t>
            </a:r>
          </a:p>
        </p:txBody>
      </p:sp>
      <p:graphicFrame>
        <p:nvGraphicFramePr>
          <p:cNvPr id="7" name="">
            <a:extLst xmlns:a="http://schemas.openxmlformats.org/drawingml/2006/main">
              <a:ext uri="{FF2B5EF4-FFF2-40B4-BE49-F238E27FC236}">
                <a16:creationId xmlns:a16="http://schemas.microsoft.com/office/drawing/2014/main" id="{EF9CD176-5285-4BAC-B63B-F36055280872}"/>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06A099C7-C7B7-449A-AFCE-CE8A98842E3A}"/>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C8D6F4A2-C657-456E-B33A-0492D5A51F29}"/>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192E7575-B531-45A1-A9CD-727A9E41F258}"/>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1C13FA1C-0738-4048-99FC-E9718B5FF8C6}"/>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F94C54A3-BC4E-4FBD-9BBB-D99B3A680A1B}"/>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2024981196"/>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5FE21B5-1073-4C3A-A0E7-77050BB716A3}"/>
              </a:ext>
            </a:extLst>
          </p:cNvPr>
          <p:cNvPicPr>
            <a:picLocks xmlns:a="http://schemas.openxmlformats.org/drawingml/2006/main" noChangeAspect="1"/>
          </p:cNvPicPr>
          <p:nvPr/>
        </p:nvPicPr>
        <p:blipFill>
          <a:blip xmlns:r="http://schemas.openxmlformats.org/officeDocument/2006/relationships" xmlns:a="http://schemas.openxmlformats.org/drawingml/2006/main" r:embed="R6b4afe4b68254bc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6F3C5F3-4762-4C8D-A254-329F3BFA192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D36A2F8-B925-40F3-A2D2-C77CE558909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F8CBC4B-2CBC-4DCC-89DC-2A7BEDCD2F0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CE7343F-05AB-4950-ADB3-D8C2BFB8FC9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9D24DD91-48CA-42AC-AF3C-C346E500B02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설명·계산 행 1">
            <a:extLst xmlns:a="http://schemas.openxmlformats.org/drawingml/2006/main">
              <a:ext uri="{FF2B5EF4-FFF2-40B4-BE49-F238E27FC236}">
                <a16:creationId xmlns:a16="http://schemas.microsoft.com/office/drawing/2014/main" id="{D5835B4E-F148-4658-AA16-D57B9ACED4B2}"/>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68866766-CCB7-44B0-8AE8-31D898569A27}"/>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Q용액 = 4.2 × 208 × 9.5 = 8299.2 J ≈ 8.30 kJ</a:t>
            </a:r>
          </a:p>
        </p:txBody>
      </p:sp>
      <p:sp>
        <p:nvSpPr>
          <p:cNvPr id="9" name="설명·계산 행 2">
            <a:extLst xmlns:a="http://schemas.openxmlformats.org/drawingml/2006/main">
              <a:ext uri="{FF2B5EF4-FFF2-40B4-BE49-F238E27FC236}">
                <a16:creationId xmlns:a16="http://schemas.microsoft.com/office/drawing/2014/main" id="{74224FB6-5F04-431A-B771-8A09464C5E14}"/>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17117F02-BA8E-4BDA-A5FE-5028EBF09C5F}"/>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NaOH의 양 = 8.0 ÷ 40.0 = 0.200 mol</a:t>
            </a:r>
          </a:p>
        </p:txBody>
      </p:sp>
      <p:sp>
        <p:nvSpPr>
          <p:cNvPr id="11" name="설명·계산 행 3">
            <a:extLst xmlns:a="http://schemas.openxmlformats.org/drawingml/2006/main">
              <a:ext uri="{FF2B5EF4-FFF2-40B4-BE49-F238E27FC236}">
                <a16:creationId xmlns:a16="http://schemas.microsoft.com/office/drawing/2014/main" id="{672F8EA1-C2B9-4363-B864-4A287C3307E1}"/>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981DB584-7517-47F7-9AF3-FAEA3DDB2F73}"/>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a:t>
            </a: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26178126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677ED40-1E0F-403B-A127-3F4F76F600A9}"/>
              </a:ext>
            </a:extLst>
          </p:cNvPr>
          <p:cNvPicPr>
            <a:picLocks xmlns:a="http://schemas.openxmlformats.org/drawingml/2006/main" noChangeAspect="1"/>
          </p:cNvPicPr>
          <p:nvPr/>
        </p:nvPicPr>
        <p:blipFill>
          <a:blip xmlns:r="http://schemas.openxmlformats.org/officeDocument/2006/relationships" xmlns:a="http://schemas.openxmlformats.org/drawingml/2006/main" r:embed="R46e005930c4a44c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EACC99C-B32E-4C28-BDE7-75D422AD633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1186254-6590-4472-B00A-DC42AF5D53B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161C492A-7723-4910-B698-B2E7DE76EC1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43AD52F-D87D-4236-B3AD-559A54C815D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3FFC31B5-DC22-4012-83DA-E4C5994E1FE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B6CD37C8-EEAE-4954-BED9-2AD27DE6AEF1}"/>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59991491-BA62-402D-8741-2FFE001957D3}"/>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CF250FF2-8BAF-41DA-B250-70CF68E22D82}"/>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ADFEB5E0-4790-4A57-B7F6-12F1E441F5E8}"/>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325D681A-A266-49D6-B42D-55DBF506F164}"/>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5037E61F-4B32-4239-868B-C833C460FBA5}"/>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1508610140"/>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BD80175-2B49-4101-9B1E-08A6C8B518F4}"/>
              </a:ext>
            </a:extLst>
          </p:cNvPr>
          <p:cNvPicPr>
            <a:picLocks xmlns:a="http://schemas.openxmlformats.org/drawingml/2006/main" noChangeAspect="1"/>
          </p:cNvPicPr>
          <p:nvPr/>
        </p:nvPicPr>
        <p:blipFill>
          <a:blip xmlns:r="http://schemas.openxmlformats.org/officeDocument/2006/relationships" xmlns:a="http://schemas.openxmlformats.org/drawingml/2006/main" r:embed="R810b7323269a4d2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A5BEFCB-871B-42A4-ACE8-BF209D5789B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8A0E3A7-165A-49C2-8DF1-9F36EA973AA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692C6DBE-2BAF-4BF3-848E-EC1725E302F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CF55FB9-334C-4DC8-A85D-66F878C9AAF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74A3F99E-0404-488C-A71E-5E3ADC56FDA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설명·계산 행 1">
            <a:extLst xmlns:a="http://schemas.openxmlformats.org/drawingml/2006/main">
              <a:ext uri="{FF2B5EF4-FFF2-40B4-BE49-F238E27FC236}">
                <a16:creationId xmlns:a16="http://schemas.microsoft.com/office/drawing/2014/main" id="{B8CB8AB6-44CA-43CB-B491-B0323055D694}"/>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D42A683E-012D-4C83-BF45-BB3B3D9C73D9}"/>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단계 합: −41.50 + (−52.25) = −93.75 kJ/mol</a:t>
            </a:r>
          </a:p>
        </p:txBody>
      </p:sp>
      <p:sp>
        <p:nvSpPr>
          <p:cNvPr id="9" name="설명·계산 행 2">
            <a:extLst xmlns:a="http://schemas.openxmlformats.org/drawingml/2006/main">
              <a:ext uri="{FF2B5EF4-FFF2-40B4-BE49-F238E27FC236}">
                <a16:creationId xmlns:a16="http://schemas.microsoft.com/office/drawing/2014/main" id="{EA8856AB-EBB5-4682-BDDB-86E1469BA6DE}"/>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F0D6A53A-A59D-4565-887A-952821F51952}"/>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직접 반응: −94.25 kJ/mol</a:t>
            </a:r>
          </a:p>
        </p:txBody>
      </p:sp>
      <p:sp>
        <p:nvSpPr>
          <p:cNvPr id="11" name="설명·계산 행 3">
            <a:extLst xmlns:a="http://schemas.openxmlformats.org/drawingml/2006/main">
              <a:ext uri="{FF2B5EF4-FFF2-40B4-BE49-F238E27FC236}">
                <a16:creationId xmlns:a16="http://schemas.microsoft.com/office/drawing/2014/main" id="{7B1AEBD0-3915-4B9F-89B5-FE686B658D47}"/>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A08930C8-35C2-4724-AFCC-6A816630479A}"/>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결과의 차이: 0.50 kJ/mol</a:t>
            </a:r>
          </a:p>
        </p:txBody>
      </p:sp>
    </p:spTree>
    <p:extLst>
      <p:ext uri="{BB962C8B-B14F-4D97-AF65-F5344CB8AC3E}">
        <p14:creationId xmlns:p14="http://schemas.microsoft.com/office/powerpoint/2010/main" val="439976088"/>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7F8069B-909A-4F77-8B9C-2092F3AC9076}"/>
              </a:ext>
            </a:extLst>
          </p:cNvPr>
          <p:cNvPicPr>
            <a:picLocks xmlns:a="http://schemas.openxmlformats.org/drawingml/2006/main" noChangeAspect="1"/>
          </p:cNvPicPr>
          <p:nvPr/>
        </p:nvPicPr>
        <p:blipFill>
          <a:blip xmlns:r="http://schemas.openxmlformats.org/officeDocument/2006/relationships" xmlns:a="http://schemas.openxmlformats.org/drawingml/2006/main" r:embed="R16d49d40082d4a7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2BC80B3-3140-4FD3-B162-26614A46450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234006F-57C7-4147-A558-1D1B4A14692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4AF3352C-E25F-4992-83E4-0FDF0D455E2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55870754-F661-4DF9-B35E-DA48BE6AC72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7D65FFA4-AA5B-47D7-89D7-8D73F60622E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sp>
        <p:nvSpPr>
          <p:cNvPr id="7" name="설명·계산 행 1">
            <a:extLst xmlns:a="http://schemas.openxmlformats.org/drawingml/2006/main">
              <a:ext uri="{FF2B5EF4-FFF2-40B4-BE49-F238E27FC236}">
                <a16:creationId xmlns:a16="http://schemas.microsoft.com/office/drawing/2014/main" id="{25013BF6-9CD5-4B17-A167-8AC2097EF81C}"/>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2D19D63B-3A04-441D-9241-C12AEC258600}"/>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반응들을 조합한다.</a:t>
            </a:r>
          </a:p>
        </p:txBody>
      </p:sp>
      <p:sp>
        <p:nvSpPr>
          <p:cNvPr id="9" name="설명·계산 행 2">
            <a:extLst xmlns:a="http://schemas.openxmlformats.org/drawingml/2006/main">
              <a:ext uri="{FF2B5EF4-FFF2-40B4-BE49-F238E27FC236}">
                <a16:creationId xmlns:a16="http://schemas.microsoft.com/office/drawing/2014/main" id="{6A2D2B52-81A1-442C-9506-C694F5F37BE1}"/>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8FDB770B-6276-4EE0-9667-48B5205D193E}"/>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같은 처음 상태와 나중 상태를 만든다.</a:t>
            </a:r>
          </a:p>
        </p:txBody>
      </p:sp>
      <p:sp>
        <p:nvSpPr>
          <p:cNvPr id="11" name="설명·계산 행 3">
            <a:extLst xmlns:a="http://schemas.openxmlformats.org/drawingml/2006/main">
              <a:ext uri="{FF2B5EF4-FFF2-40B4-BE49-F238E27FC236}">
                <a16:creationId xmlns:a16="http://schemas.microsoft.com/office/drawing/2014/main" id="{39AA41D0-B1E1-435C-85A2-690FB9AA37B8}"/>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2DFBDF0C-535C-4A1C-9854-4B145034B6F6}"/>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알려진 </a:t>
            </a:r>
            <a:r>
              <a:t>Δ</a:t>
            </a:r>
            <a:r>
              <a:rPr i="1">
                <a:latin typeface="Pretendard"/>
                <a:ea typeface="Pretendard"/>
                <a:cs typeface="Pretendard"/>
              </a:rPr>
              <a:t>H</a:t>
            </a:r>
            <a:r>
              <a:t>를 더해 미지의 </a:t>
            </a:r>
            <a:r>
              <a:t>Δ</a:t>
            </a:r>
            <a:r>
              <a:rPr i="1">
                <a:latin typeface="Pretendard"/>
                <a:ea typeface="Pretendard"/>
                <a:cs typeface="Pretendard"/>
              </a:rPr>
              <a:t>H</a:t>
            </a:r>
            <a:r>
              <a:t>를 구한다.</a:t>
            </a:r>
          </a:p>
        </p:txBody>
      </p:sp>
    </p:spTree>
    <p:extLst>
      <p:ext uri="{BB962C8B-B14F-4D97-AF65-F5344CB8AC3E}">
        <p14:creationId xmlns:p14="http://schemas.microsoft.com/office/powerpoint/2010/main" val="2036537716"/>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BD80E12-5B40-40F6-B518-BAFD79050C5B}"/>
              </a:ext>
            </a:extLst>
          </p:cNvPr>
          <p:cNvPicPr>
            <a:picLocks xmlns:a="http://schemas.openxmlformats.org/drawingml/2006/main" noChangeAspect="1"/>
          </p:cNvPicPr>
          <p:nvPr/>
        </p:nvPicPr>
        <p:blipFill>
          <a:blip xmlns:r="http://schemas.openxmlformats.org/officeDocument/2006/relationships" xmlns:a="http://schemas.openxmlformats.org/drawingml/2006/main" r:embed="Rd553454015d0469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1086025-D904-48E3-9796-CAF98E37F1E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D86A4EA-48AD-4723-995E-FFAADC28ECA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8E7B4161-F343-48F8-B76B-F4BA5A0F5D5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9BA2597B-6C70-4AD2-881A-A3B261D3D0B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441EC741-1210-4DF5-A58C-BBB29FA8A47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7" name="설명·계산 행 1">
            <a:extLst xmlns:a="http://schemas.openxmlformats.org/drawingml/2006/main">
              <a:ext uri="{FF2B5EF4-FFF2-40B4-BE49-F238E27FC236}">
                <a16:creationId xmlns:a16="http://schemas.microsoft.com/office/drawing/2014/main" id="{8CF04817-730A-4789-B650-848D3750A98B}"/>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1577E7B9-0E9C-4BA5-8580-FC3BF5FF210E}"/>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CO 생성 반응: </a:t>
            </a: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₂인 까닭을 설명하시오.</a:t>
            </a:r>
          </a:p>
        </p:txBody>
      </p:sp>
      <p:sp>
        <p:nvSpPr>
          <p:cNvPr id="9" name="설명·계산 행 2">
            <a:extLst xmlns:a="http://schemas.openxmlformats.org/drawingml/2006/main">
              <a:ext uri="{FF2B5EF4-FFF2-40B4-BE49-F238E27FC236}">
                <a16:creationId xmlns:a16="http://schemas.microsoft.com/office/drawing/2014/main" id="{EE3CCEA1-6536-40AE-A6F5-CD494EBD4B27}"/>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732EF88E-8429-44C9-8795-F00C1A54EA42}"/>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물의 기화 반응에서 </a:t>
            </a:r>
            <a:r>
              <a:t>Δ</a:t>
            </a:r>
            <a:r>
              <a:rPr i="1">
                <a:latin typeface="Pretendard"/>
                <a:ea typeface="Pretendard"/>
                <a:cs typeface="Pretendard"/>
              </a:rPr>
              <a:t>H</a:t>
            </a:r>
            <a:r>
              <a:t> 부호를 근거와 함께 말하시오.</a:t>
            </a:r>
          </a:p>
        </p:txBody>
      </p:sp>
      <p:sp>
        <p:nvSpPr>
          <p:cNvPr id="11" name="설명·계산 행 3">
            <a:extLst xmlns:a="http://schemas.openxmlformats.org/drawingml/2006/main">
              <a:ext uri="{FF2B5EF4-FFF2-40B4-BE49-F238E27FC236}">
                <a16:creationId xmlns:a16="http://schemas.microsoft.com/office/drawing/2014/main" id="{C9A0E353-B91C-447A-9F31-66044468E8D7}"/>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77470901-5D60-4A4B-B15C-82FF865BAD89}"/>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실험값이 정확히 같지 않을 수 있는 이유를 말하시오.</a:t>
            </a:r>
          </a:p>
        </p:txBody>
      </p:sp>
    </p:spTree>
    <p:extLst>
      <p:ext uri="{BB962C8B-B14F-4D97-AF65-F5344CB8AC3E}">
        <p14:creationId xmlns:p14="http://schemas.microsoft.com/office/powerpoint/2010/main" val="14103491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2026-10-27T13:12:41.6730000Z</dcterms:created>
  <dcterms:modified xsi:type="dcterms:W3CDTF">2026-10-27T13:12:41.6740000Z</dcterms:modified>
</coreProperties>
</file>