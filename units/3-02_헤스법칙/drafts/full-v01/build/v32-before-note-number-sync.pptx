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74b499e0e74050" /><Relationship Type="http://schemas.openxmlformats.org/officeDocument/2006/relationships/extended-properties" Target="/docProps/app.xml" Id="R915515f27d45430e" /><Relationship Type="http://schemas.openxmlformats.org/officeDocument/2006/relationships/officeDocument" Target="/ppt/presentation.xml" Id="R27d731e79ee7463c" /></Relationships>
</file>

<file path=ppt/presentation.xml><?xml version="1.0" encoding="utf-8"?>
<p:presentation xmlns:p="http://schemas.openxmlformats.org/presentationml/2006/main">
  <p:sldMasterIdLst>
    <p:sldMasterId xmlns:r="http://schemas.openxmlformats.org/officeDocument/2006/relationships" id="2147483648" r:id="R093d091cf09e4dfb"/>
  </p:sldMasterIdLst>
  <p:notesMasterIdLst>
    <p:notesMasterId xmlns:r="http://schemas.openxmlformats.org/officeDocument/2006/relationships" r:id="Ra75be04c86b842d1"/>
  </p:notesMasterIdLst>
  <p:sldIdLst>
    <p:sldId xmlns:r="http://schemas.openxmlformats.org/officeDocument/2006/relationships" id="256" r:id="R4997a3ce0ba940c5"/>
    <p:sldId xmlns:r="http://schemas.openxmlformats.org/officeDocument/2006/relationships" id="257" r:id="Rd5a76ed855944462"/>
    <p:sldId xmlns:r="http://schemas.openxmlformats.org/officeDocument/2006/relationships" id="258" r:id="Rfb234e2c84c44cf3"/>
    <p:sldId xmlns:r="http://schemas.openxmlformats.org/officeDocument/2006/relationships" id="259" r:id="Re3c80fe913a548a8"/>
    <p:sldId xmlns:r="http://schemas.openxmlformats.org/officeDocument/2006/relationships" id="260" r:id="Ra59e7147c8db4a18"/>
    <p:sldId xmlns:r="http://schemas.openxmlformats.org/officeDocument/2006/relationships" id="261" r:id="R412f1b1e5a6e49c6"/>
    <p:sldId xmlns:r="http://schemas.openxmlformats.org/officeDocument/2006/relationships" id="262" r:id="R4e35acac54394c57"/>
    <p:sldId xmlns:r="http://schemas.openxmlformats.org/officeDocument/2006/relationships" id="263" r:id="R46054eb18c7a4076"/>
    <p:sldId xmlns:r="http://schemas.openxmlformats.org/officeDocument/2006/relationships" id="264" r:id="R495ccafb4b6f4e6a"/>
    <p:sldId xmlns:r="http://schemas.openxmlformats.org/officeDocument/2006/relationships" id="265" r:id="R3fe3768c11c545a1"/>
    <p:sldId xmlns:r="http://schemas.openxmlformats.org/officeDocument/2006/relationships" id="266" r:id="R3b84b320b6784500"/>
    <p:sldId xmlns:r="http://schemas.openxmlformats.org/officeDocument/2006/relationships" id="267" r:id="R8d353e44a6f549b5"/>
    <p:sldId xmlns:r="http://schemas.openxmlformats.org/officeDocument/2006/relationships" id="268" r:id="R6de769d3ecba405f"/>
    <p:sldId xmlns:r="http://schemas.openxmlformats.org/officeDocument/2006/relationships" id="269" r:id="R93c9a955a8cc4760"/>
    <p:sldId xmlns:r="http://schemas.openxmlformats.org/officeDocument/2006/relationships" id="270" r:id="Ree567c5431f04a76"/>
    <p:sldId xmlns:r="http://schemas.openxmlformats.org/officeDocument/2006/relationships" id="271" r:id="R63a9de84177541c8"/>
    <p:sldId xmlns:r="http://schemas.openxmlformats.org/officeDocument/2006/relationships" id="272" r:id="Rdb42afe86e484ffd"/>
    <p:sldId xmlns:r="http://schemas.openxmlformats.org/officeDocument/2006/relationships" id="273" r:id="Rb211fa7136744009"/>
    <p:sldId xmlns:r="http://schemas.openxmlformats.org/officeDocument/2006/relationships" id="274" r:id="R217439ee3a684d75"/>
    <p:sldId xmlns:r="http://schemas.openxmlformats.org/officeDocument/2006/relationships" id="275" r:id="R6eb381e600d542b8"/>
    <p:sldId xmlns:r="http://schemas.openxmlformats.org/officeDocument/2006/relationships" id="276" r:id="R20d1e45697d24115"/>
    <p:sldId xmlns:r="http://schemas.openxmlformats.org/officeDocument/2006/relationships" id="277" r:id="R1f2510de51df4242"/>
    <p:sldId xmlns:r="http://schemas.openxmlformats.org/officeDocument/2006/relationships" id="278" r:id="R677a629f79b74ec6"/>
    <p:sldId xmlns:r="http://schemas.openxmlformats.org/officeDocument/2006/relationships" id="279" r:id="R860f4037c2b44136"/>
    <p:sldId xmlns:r="http://schemas.openxmlformats.org/officeDocument/2006/relationships" id="280" r:id="R8a5ff79509864aa7"/>
    <p:sldId xmlns:r="http://schemas.openxmlformats.org/officeDocument/2006/relationships" id="281" r:id="R9cde11ceb3894b65"/>
    <p:sldId xmlns:r="http://schemas.openxmlformats.org/officeDocument/2006/relationships" id="282" r:id="R99a3736d5ab94b22"/>
    <p:sldId xmlns:r="http://schemas.openxmlformats.org/officeDocument/2006/relationships" id="283" r:id="Rdf3daa6e4882401d"/>
    <p:sldId xmlns:r="http://schemas.openxmlformats.org/officeDocument/2006/relationships" id="284" r:id="R6887d8525f5c4ee6"/>
    <p:sldId xmlns:r="http://schemas.openxmlformats.org/officeDocument/2006/relationships" id="285" r:id="R1349a7e7cafe40bb"/>
    <p:sldId xmlns:r="http://schemas.openxmlformats.org/officeDocument/2006/relationships" id="286" r:id="R2f950d339181415d"/>
    <p:sldId xmlns:r="http://schemas.openxmlformats.org/officeDocument/2006/relationships" id="287" r:id="Ree34596985ca4390"/>
    <p:sldId xmlns:r="http://schemas.openxmlformats.org/officeDocument/2006/relationships" id="288" r:id="Rc49bc67767614c4e"/>
    <p:sldId xmlns:r="http://schemas.openxmlformats.org/officeDocument/2006/relationships" id="289" r:id="R6536f7a8bde74031"/>
    <p:sldId xmlns:r="http://schemas.openxmlformats.org/officeDocument/2006/relationships" id="290" r:id="R8208409a073b448d"/>
    <p:sldId xmlns:r="http://schemas.openxmlformats.org/officeDocument/2006/relationships" id="291" r:id="R90749a1909524271"/>
    <p:sldId xmlns:r="http://schemas.openxmlformats.org/officeDocument/2006/relationships" id="292" r:id="Rf5bd940e49484cfd"/>
    <p:sldId xmlns:r="http://schemas.openxmlformats.org/officeDocument/2006/relationships" id="293" r:id="R9fa253736cee450e"/>
    <p:sldId xmlns:r="http://schemas.openxmlformats.org/officeDocument/2006/relationships" id="294" r:id="Rf2eed7891db646de"/>
    <p:sldId xmlns:r="http://schemas.openxmlformats.org/officeDocument/2006/relationships" id="295" r:id="Radf264c78aa14ea6"/>
    <p:sldId xmlns:r="http://schemas.openxmlformats.org/officeDocument/2006/relationships" id="296" r:id="R6f257bf0022644ce"/>
    <p:sldId xmlns:r="http://schemas.openxmlformats.org/officeDocument/2006/relationships" id="297" r:id="Rae958d1c04464d4d"/>
    <p:sldId xmlns:r="http://schemas.openxmlformats.org/officeDocument/2006/relationships" id="298" r:id="Rd0beacf3416a4602"/>
    <p:sldId xmlns:r="http://schemas.openxmlformats.org/officeDocument/2006/relationships" id="299" r:id="Rc2bbbbbe78b4477d"/>
    <p:sldId xmlns:r="http://schemas.openxmlformats.org/officeDocument/2006/relationships" id="300" r:id="Rb402dbb8bceb46e2"/>
    <p:sldId xmlns:r="http://schemas.openxmlformats.org/officeDocument/2006/relationships" id="301" r:id="R9ece02db94a34452"/>
    <p:sldId xmlns:r="http://schemas.openxmlformats.org/officeDocument/2006/relationships" id="302" r:id="R73bb82955ed8495e"/>
    <p:sldId xmlns:r="http://schemas.openxmlformats.org/officeDocument/2006/relationships" id="303" r:id="R921b3b5d49814dd5"/>
    <p:sldId xmlns:r="http://schemas.openxmlformats.org/officeDocument/2006/relationships" id="304" r:id="R0acf830d292a4641"/>
    <p:sldId xmlns:r="http://schemas.openxmlformats.org/officeDocument/2006/relationships" id="305" r:id="Rf1d4c4f6a60c483e"/>
    <p:sldId xmlns:r="http://schemas.openxmlformats.org/officeDocument/2006/relationships" id="306" r:id="Rdaeaf417d4b04da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ff6ce2eea04ac3" /><Relationship Type="http://schemas.openxmlformats.org/officeDocument/2006/relationships/slideMaster" Target="/ppt/slideMasters/slideMaster1.xml" Id="R093d091cf09e4dfb" /><Relationship Type="http://schemas.openxmlformats.org/officeDocument/2006/relationships/notesMaster" Target="/ppt/notesMasters/notesMaster1.xml" Id="Ra75be04c86b842d1" /><Relationship Type="http://schemas.openxmlformats.org/officeDocument/2006/relationships/presProps" Target="/ppt/presProps.xml" Id="R784247c120314ee0" /><Relationship Type="http://schemas.openxmlformats.org/officeDocument/2006/relationships/tableStyles" Target="/ppt/tableStyles.xml" Id="R2bccb4fffa434507" /><Relationship Type="http://schemas.openxmlformats.org/officeDocument/2006/relationships/slide" Target="/ppt/slides/slide1.xml" Id="R4997a3ce0ba940c5" /><Relationship Type="http://schemas.openxmlformats.org/officeDocument/2006/relationships/slide" Target="/ppt/slides/slide2.xml" Id="Rd5a76ed855944462" /><Relationship Type="http://schemas.openxmlformats.org/officeDocument/2006/relationships/slide" Target="/ppt/slides/slide3.xml" Id="Rfb234e2c84c44cf3" /><Relationship Type="http://schemas.openxmlformats.org/officeDocument/2006/relationships/slide" Target="/ppt/slides/slide4.xml" Id="Re3c80fe913a548a8" /><Relationship Type="http://schemas.openxmlformats.org/officeDocument/2006/relationships/slide" Target="/ppt/slides/slide5.xml" Id="Ra59e7147c8db4a18" /><Relationship Type="http://schemas.openxmlformats.org/officeDocument/2006/relationships/slide" Target="/ppt/slides/slide6.xml" Id="R412f1b1e5a6e49c6" /><Relationship Type="http://schemas.openxmlformats.org/officeDocument/2006/relationships/slide" Target="/ppt/slides/slide7.xml" Id="R4e35acac54394c57" /><Relationship Type="http://schemas.openxmlformats.org/officeDocument/2006/relationships/slide" Target="/ppt/slides/slide8.xml" Id="R46054eb18c7a4076" /><Relationship Type="http://schemas.openxmlformats.org/officeDocument/2006/relationships/slide" Target="/ppt/slides/slide9.xml" Id="R495ccafb4b6f4e6a" /><Relationship Type="http://schemas.openxmlformats.org/officeDocument/2006/relationships/slide" Target="/ppt/slides/slide10.xml" Id="R3fe3768c11c545a1" /><Relationship Type="http://schemas.openxmlformats.org/officeDocument/2006/relationships/slide" Target="/ppt/slides/slide11.xml" Id="R3b84b320b6784500" /><Relationship Type="http://schemas.openxmlformats.org/officeDocument/2006/relationships/slide" Target="/ppt/slides/slide12.xml" Id="R8d353e44a6f549b5" /><Relationship Type="http://schemas.openxmlformats.org/officeDocument/2006/relationships/slide" Target="/ppt/slides/slide13.xml" Id="R6de769d3ecba405f" /><Relationship Type="http://schemas.openxmlformats.org/officeDocument/2006/relationships/slide" Target="/ppt/slides/slide14.xml" Id="R93c9a955a8cc4760" /><Relationship Type="http://schemas.openxmlformats.org/officeDocument/2006/relationships/slide" Target="/ppt/slides/slide15.xml" Id="Ree567c5431f04a76" /><Relationship Type="http://schemas.openxmlformats.org/officeDocument/2006/relationships/slide" Target="/ppt/slides/slide16.xml" Id="R63a9de84177541c8" /><Relationship Type="http://schemas.openxmlformats.org/officeDocument/2006/relationships/slide" Target="/ppt/slides/slide17.xml" Id="Rdb42afe86e484ffd" /><Relationship Type="http://schemas.openxmlformats.org/officeDocument/2006/relationships/slide" Target="/ppt/slides/slide18.xml" Id="Rb211fa7136744009" /><Relationship Type="http://schemas.openxmlformats.org/officeDocument/2006/relationships/slide" Target="/ppt/slides/slide19.xml" Id="R217439ee3a684d75" /><Relationship Type="http://schemas.openxmlformats.org/officeDocument/2006/relationships/slide" Target="/ppt/slides/slide20.xml" Id="R6eb381e600d542b8" /><Relationship Type="http://schemas.openxmlformats.org/officeDocument/2006/relationships/slide" Target="/ppt/slides/slide21.xml" Id="R20d1e45697d24115" /><Relationship Type="http://schemas.openxmlformats.org/officeDocument/2006/relationships/slide" Target="/ppt/slides/slide22.xml" Id="R1f2510de51df4242" /><Relationship Type="http://schemas.openxmlformats.org/officeDocument/2006/relationships/slide" Target="/ppt/slides/slide23.xml" Id="R677a629f79b74ec6" /><Relationship Type="http://schemas.openxmlformats.org/officeDocument/2006/relationships/slide" Target="/ppt/slides/slide24.xml" Id="R860f4037c2b44136" /><Relationship Type="http://schemas.openxmlformats.org/officeDocument/2006/relationships/slide" Target="/ppt/slides/slide25.xml" Id="R8a5ff79509864aa7" /><Relationship Type="http://schemas.openxmlformats.org/officeDocument/2006/relationships/slide" Target="/ppt/slides/slide26.xml" Id="R9cde11ceb3894b65" /><Relationship Type="http://schemas.openxmlformats.org/officeDocument/2006/relationships/slide" Target="/ppt/slides/slide27.xml" Id="R99a3736d5ab94b22" /><Relationship Type="http://schemas.openxmlformats.org/officeDocument/2006/relationships/slide" Target="/ppt/slides/slide28.xml" Id="Rdf3daa6e4882401d" /><Relationship Type="http://schemas.openxmlformats.org/officeDocument/2006/relationships/slide" Target="/ppt/slides/slide29.xml" Id="R6887d8525f5c4ee6" /><Relationship Type="http://schemas.openxmlformats.org/officeDocument/2006/relationships/slide" Target="/ppt/slides/slide30.xml" Id="R1349a7e7cafe40bb" /><Relationship Type="http://schemas.openxmlformats.org/officeDocument/2006/relationships/slide" Target="/ppt/slides/slide31.xml" Id="R2f950d339181415d" /><Relationship Type="http://schemas.openxmlformats.org/officeDocument/2006/relationships/slide" Target="/ppt/slides/slide32.xml" Id="Ree34596985ca4390" /><Relationship Type="http://schemas.openxmlformats.org/officeDocument/2006/relationships/slide" Target="/ppt/slides/slide33.xml" Id="Rc49bc67767614c4e" /><Relationship Type="http://schemas.openxmlformats.org/officeDocument/2006/relationships/slide" Target="/ppt/slides/slide34.xml" Id="R6536f7a8bde74031" /><Relationship Type="http://schemas.openxmlformats.org/officeDocument/2006/relationships/slide" Target="/ppt/slides/slide35.xml" Id="R8208409a073b448d" /><Relationship Type="http://schemas.openxmlformats.org/officeDocument/2006/relationships/slide" Target="/ppt/slides/slide36.xml" Id="R90749a1909524271" /><Relationship Type="http://schemas.openxmlformats.org/officeDocument/2006/relationships/slide" Target="/ppt/slides/slide37.xml" Id="Rf5bd940e49484cfd" /><Relationship Type="http://schemas.openxmlformats.org/officeDocument/2006/relationships/slide" Target="/ppt/slides/slide38.xml" Id="R9fa253736cee450e" /><Relationship Type="http://schemas.openxmlformats.org/officeDocument/2006/relationships/slide" Target="/ppt/slides/slide39.xml" Id="Rf2eed7891db646de" /><Relationship Type="http://schemas.openxmlformats.org/officeDocument/2006/relationships/slide" Target="/ppt/slides/slide40.xml" Id="Radf264c78aa14ea6" /><Relationship Type="http://schemas.openxmlformats.org/officeDocument/2006/relationships/slide" Target="/ppt/slides/slide41.xml" Id="R6f257bf0022644ce" /><Relationship Type="http://schemas.openxmlformats.org/officeDocument/2006/relationships/slide" Target="/ppt/slides/slide42.xml" Id="Rae958d1c04464d4d" /><Relationship Type="http://schemas.openxmlformats.org/officeDocument/2006/relationships/slide" Target="/ppt/slides/slide43.xml" Id="Rd0beacf3416a4602" /><Relationship Type="http://schemas.openxmlformats.org/officeDocument/2006/relationships/slide" Target="/ppt/slides/slide44.xml" Id="Rc2bbbbbe78b4477d" /><Relationship Type="http://schemas.openxmlformats.org/officeDocument/2006/relationships/slide" Target="/ppt/slides/slide45.xml" Id="Rb402dbb8bceb46e2" /><Relationship Type="http://schemas.openxmlformats.org/officeDocument/2006/relationships/slide" Target="/ppt/slides/slide46.xml" Id="R9ece02db94a34452" /><Relationship Type="http://schemas.openxmlformats.org/officeDocument/2006/relationships/slide" Target="/ppt/slides/slide47.xml" Id="R73bb82955ed8495e" /><Relationship Type="http://schemas.openxmlformats.org/officeDocument/2006/relationships/slide" Target="/ppt/slides/slide48.xml" Id="R921b3b5d49814dd5" /><Relationship Type="http://schemas.openxmlformats.org/officeDocument/2006/relationships/slide" Target="/ppt/slides/slide49.xml" Id="R0acf830d292a4641" /><Relationship Type="http://schemas.openxmlformats.org/officeDocument/2006/relationships/slide" Target="/ppt/slides/slide50.xml" Id="Rf1d4c4f6a60c483e" /><Relationship Type="http://schemas.openxmlformats.org/officeDocument/2006/relationships/slide" Target="/ppt/slides/slide51.xml" Id="Rdaeaf417d4b04d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15bffc60fe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48325ca50f46de" /><Relationship Type="http://schemas.openxmlformats.org/officeDocument/2006/relationships/notesMaster" Target="/ppt/notesMasters/notesMaster1.xml" Id="R0a3c618422af43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2b82876f3945bd" /><Relationship Type="http://schemas.openxmlformats.org/officeDocument/2006/relationships/notesMaster" Target="/ppt/notesMasters/notesMaster1.xml" Id="R8ece92ceff9d43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f5b0f5e2074d56" /><Relationship Type="http://schemas.openxmlformats.org/officeDocument/2006/relationships/notesMaster" Target="/ppt/notesMasters/notesMaster1.xml" Id="R0b26e0d3f3b248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522f0761d8481d" /><Relationship Type="http://schemas.openxmlformats.org/officeDocument/2006/relationships/notesMaster" Target="/ppt/notesMasters/notesMaster1.xml" Id="Rac0d1c50f07044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a4134007844254" /><Relationship Type="http://schemas.openxmlformats.org/officeDocument/2006/relationships/notesMaster" Target="/ppt/notesMasters/notesMaster1.xml" Id="R5f80c367bf6b46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96c57d8d554163" /><Relationship Type="http://schemas.openxmlformats.org/officeDocument/2006/relationships/notesMaster" Target="/ppt/notesMasters/notesMaster1.xml" Id="Rf8e797576b464c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c60be842354ecb" /><Relationship Type="http://schemas.openxmlformats.org/officeDocument/2006/relationships/notesMaster" Target="/ppt/notesMasters/notesMaster1.xml" Id="Rd5e52caf367c4c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bbe195abe44f59" /><Relationship Type="http://schemas.openxmlformats.org/officeDocument/2006/relationships/notesMaster" Target="/ppt/notesMasters/notesMaster1.xml" Id="R7f3dd78965ac44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30a6f74db94228" /><Relationship Type="http://schemas.openxmlformats.org/officeDocument/2006/relationships/notesMaster" Target="/ppt/notesMasters/notesMaster1.xml" Id="Rc108abd65c0a4e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545956c76b4fdb" /><Relationship Type="http://schemas.openxmlformats.org/officeDocument/2006/relationships/notesMaster" Target="/ppt/notesMasters/notesMaster1.xml" Id="R6fa4a12a415f43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68003c24ab4c43" /><Relationship Type="http://schemas.openxmlformats.org/officeDocument/2006/relationships/notesMaster" Target="/ppt/notesMasters/notesMaster1.xml" Id="Rc589fadf756e44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4c63d5b8e241b2" /><Relationship Type="http://schemas.openxmlformats.org/officeDocument/2006/relationships/notesMaster" Target="/ppt/notesMasters/notesMaster1.xml" Id="R34f0150d94f742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491310df384960" /><Relationship Type="http://schemas.openxmlformats.org/officeDocument/2006/relationships/notesMaster" Target="/ppt/notesMasters/notesMaster1.xml" Id="R5edcbddc560c4e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301871a3324a9c" /><Relationship Type="http://schemas.openxmlformats.org/officeDocument/2006/relationships/notesMaster" Target="/ppt/notesMasters/notesMaster1.xml" Id="R976ffc45aeed40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9ed6ba98f174b59" /><Relationship Type="http://schemas.openxmlformats.org/officeDocument/2006/relationships/notesMaster" Target="/ppt/notesMasters/notesMaster1.xml" Id="R0657db508ade42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b06b528e3b4d15" /><Relationship Type="http://schemas.openxmlformats.org/officeDocument/2006/relationships/notesMaster" Target="/ppt/notesMasters/notesMaster1.xml" Id="Ra6f3fa5f5ab54f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e54ee65e7746e0" /><Relationship Type="http://schemas.openxmlformats.org/officeDocument/2006/relationships/notesMaster" Target="/ppt/notesMasters/notesMaster1.xml" Id="R6b3c0ceb348540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6b30e1f9de464a" /><Relationship Type="http://schemas.openxmlformats.org/officeDocument/2006/relationships/notesMaster" Target="/ppt/notesMasters/notesMaster1.xml" Id="Rc89d2b87b54649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8c6e29d2144b61" /><Relationship Type="http://schemas.openxmlformats.org/officeDocument/2006/relationships/notesMaster" Target="/ppt/notesMasters/notesMaster1.xml" Id="R347654016eb044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4b731667da4720" /><Relationship Type="http://schemas.openxmlformats.org/officeDocument/2006/relationships/notesMaster" Target="/ppt/notesMasters/notesMaster1.xml" Id="R0b28c8c5711544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0445e9321241d5" /><Relationship Type="http://schemas.openxmlformats.org/officeDocument/2006/relationships/notesMaster" Target="/ppt/notesMasters/notesMaster1.xml" Id="Rb518665244cc4f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36790b464d4f26" /><Relationship Type="http://schemas.openxmlformats.org/officeDocument/2006/relationships/notesMaster" Target="/ppt/notesMasters/notesMaster1.xml" Id="R79bd8f85b7a946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9360ad37f04e99" /><Relationship Type="http://schemas.openxmlformats.org/officeDocument/2006/relationships/notesMaster" Target="/ppt/notesMasters/notesMaster1.xml" Id="Rfb515b04aa004d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4512e026374e13" /><Relationship Type="http://schemas.openxmlformats.org/officeDocument/2006/relationships/notesMaster" Target="/ppt/notesMasters/notesMaster1.xml" Id="Rb5cdca24f3e342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7970459114e48f7" /><Relationship Type="http://schemas.openxmlformats.org/officeDocument/2006/relationships/notesMaster" Target="/ppt/notesMasters/notesMaster1.xml" Id="R9c2da6b7ea714ad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c8779a894f43e4" /><Relationship Type="http://schemas.openxmlformats.org/officeDocument/2006/relationships/notesMaster" Target="/ppt/notesMasters/notesMaster1.xml" Id="Rf8354f77b2124f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af1fa828e4947d4" /><Relationship Type="http://schemas.openxmlformats.org/officeDocument/2006/relationships/notesMaster" Target="/ppt/notesMasters/notesMaster1.xml" Id="R200136ad7a4a4d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a76786a15b44ef3" /><Relationship Type="http://schemas.openxmlformats.org/officeDocument/2006/relationships/notesMaster" Target="/ppt/notesMasters/notesMaster1.xml" Id="R97448a7b032546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a4d6a0e5c634805" /><Relationship Type="http://schemas.openxmlformats.org/officeDocument/2006/relationships/notesMaster" Target="/ppt/notesMasters/notesMaster1.xml" Id="Rea540c393657458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29cbd9accb94daa" /><Relationship Type="http://schemas.openxmlformats.org/officeDocument/2006/relationships/notesMaster" Target="/ppt/notesMasters/notesMaster1.xml" Id="Re16c0f7e114149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e937183ca0f4a92" /><Relationship Type="http://schemas.openxmlformats.org/officeDocument/2006/relationships/notesMaster" Target="/ppt/notesMasters/notesMaster1.xml" Id="R8253c7daed464d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b38615c783e42dd" /><Relationship Type="http://schemas.openxmlformats.org/officeDocument/2006/relationships/notesMaster" Target="/ppt/notesMasters/notesMaster1.xml" Id="R74da94207a484b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a2d7f46f82243ca" /><Relationship Type="http://schemas.openxmlformats.org/officeDocument/2006/relationships/notesMaster" Target="/ppt/notesMasters/notesMaster1.xml" Id="R2ba0c522eb5d42f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5758dfec0f4468b" /><Relationship Type="http://schemas.openxmlformats.org/officeDocument/2006/relationships/notesMaster" Target="/ppt/notesMasters/notesMaster1.xml" Id="Rf9c79e830b6e45e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cafbf33468f44e1" /><Relationship Type="http://schemas.openxmlformats.org/officeDocument/2006/relationships/notesMaster" Target="/ppt/notesMasters/notesMaster1.xml" Id="R7fbf80f0c46f468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169a49d28394318" /><Relationship Type="http://schemas.openxmlformats.org/officeDocument/2006/relationships/notesMaster" Target="/ppt/notesMasters/notesMaster1.xml" Id="R2a77adcef5ff42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a334b5de52440dd" /><Relationship Type="http://schemas.openxmlformats.org/officeDocument/2006/relationships/notesMaster" Target="/ppt/notesMasters/notesMaster1.xml" Id="Rc0fc4e7640c0432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bff835900ac4f76" /><Relationship Type="http://schemas.openxmlformats.org/officeDocument/2006/relationships/notesMaster" Target="/ppt/notesMasters/notesMaster1.xml" Id="Rf98d827edf2347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1d06afa35bf4a74" /><Relationship Type="http://schemas.openxmlformats.org/officeDocument/2006/relationships/notesMaster" Target="/ppt/notesMasters/notesMaster1.xml" Id="Rec69e32e8d31440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799c00783c545c9" /><Relationship Type="http://schemas.openxmlformats.org/officeDocument/2006/relationships/notesMaster" Target="/ppt/notesMasters/notesMaster1.xml" Id="R83c2e75c0694476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77475416dd34d14" /><Relationship Type="http://schemas.openxmlformats.org/officeDocument/2006/relationships/notesMaster" Target="/ppt/notesMasters/notesMaster1.xml" Id="Rc23cf6b73da1461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9f21c7808454c2d" /><Relationship Type="http://schemas.openxmlformats.org/officeDocument/2006/relationships/notesMaster" Target="/ppt/notesMasters/notesMaster1.xml" Id="Rb095836fbfc345c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fbd39313444553" /><Relationship Type="http://schemas.openxmlformats.org/officeDocument/2006/relationships/notesMaster" Target="/ppt/notesMasters/notesMaster1.xml" Id="Rcf4cf033f55348d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2ba4a8b05c14206" /><Relationship Type="http://schemas.openxmlformats.org/officeDocument/2006/relationships/notesMaster" Target="/ppt/notesMasters/notesMaster1.xml" Id="R1411153a0e97469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9dfb82d2ace4068" /><Relationship Type="http://schemas.openxmlformats.org/officeDocument/2006/relationships/notesMaster" Target="/ppt/notesMasters/notesMaster1.xml" Id="R6543afee294b4b6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685be5f45d34d26" /><Relationship Type="http://schemas.openxmlformats.org/officeDocument/2006/relationships/notesMaster" Target="/ppt/notesMasters/notesMaster1.xml" Id="Rb9dd0ab1e64f488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43eade42ec64b98" /><Relationship Type="http://schemas.openxmlformats.org/officeDocument/2006/relationships/notesMaster" Target="/ppt/notesMasters/notesMaster1.xml" Id="R4f3c936afbd945e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220fa6265a94ce7" /><Relationship Type="http://schemas.openxmlformats.org/officeDocument/2006/relationships/notesMaster" Target="/ppt/notesMasters/notesMaster1.xml" Id="Rc921fff1c2ce4c1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d4a3f8ec2444dcb" /><Relationship Type="http://schemas.openxmlformats.org/officeDocument/2006/relationships/notesMaster" Target="/ppt/notesMasters/notesMaster1.xml" Id="R0a2fa38df5a24d7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812a1278d247d4" /><Relationship Type="http://schemas.openxmlformats.org/officeDocument/2006/relationships/notesMaster" Target="/ppt/notesMasters/notesMaster1.xml" Id="R3ffe14f56dc0426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e0d8db3d94d4108" /><Relationship Type="http://schemas.openxmlformats.org/officeDocument/2006/relationships/notesMaster" Target="/ppt/notesMasters/notesMaster1.xml" Id="R56071766647645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69a71e9a7745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f51eaebf6b41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82928de23746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e61fc44e1b4a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067c4e42a942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851d1cf5bb4e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CD99D0-B861-49B9-A8D5-CEB8B4C179D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D42AEC-6D87-48AC-B1AF-0B78C971C51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9B096F-44D6-4B58-8348-18F6ACD1889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37FBC3-B594-4B91-A0C6-6145405FD3B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E334D4-DDD3-48F8-9CC7-E773D3000C4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72A492-BD95-4BC7-AA9D-FB6167E7FF1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80A527-519A-49DA-8D74-BF20F52E311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7CA4E0-27B5-4AB2-9872-DA3E69D69D3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EE021-6408-41B2-99A6-ABC9B768C53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F7B053-98CB-4693-B3C2-CCA58BEFE89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8fae8e3e584d33" /><Relationship Type="http://schemas.openxmlformats.org/officeDocument/2006/relationships/slideLayout" Target="/ppt/slideLayouts/slideLayout1.xml" Id="Ra8e34ebfe53b4595" /><Relationship Type="http://schemas.openxmlformats.org/officeDocument/2006/relationships/slideLayout" Target="/ppt/slideLayouts/slideLayout2.xml" Id="R8788a57918e54268" /><Relationship Type="http://schemas.openxmlformats.org/officeDocument/2006/relationships/slideLayout" Target="/ppt/slideLayouts/slideLayout3.xml" Id="R592d397d41d94cf7" /><Relationship Type="http://schemas.openxmlformats.org/officeDocument/2006/relationships/slideLayout" Target="/ppt/slideLayouts/slideLayout4.xml" Id="R31a31fa7ffd84897" /><Relationship Type="http://schemas.openxmlformats.org/officeDocument/2006/relationships/slideLayout" Target="/ppt/slideLayouts/slideLayout5.xml" Id="R94e6d3c079f14551" /><Relationship Type="http://schemas.openxmlformats.org/officeDocument/2006/relationships/slideLayout" Target="/ppt/slideLayouts/slideLayout6.xml" Id="Rb4ae14a98fba4b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e34ebfe53b4595"/>
    <p:sldLayoutId xmlns:r="http://schemas.openxmlformats.org/officeDocument/2006/relationships" id="2147483650" r:id="R8788a57918e54268"/>
    <p:sldLayoutId xmlns:r="http://schemas.openxmlformats.org/officeDocument/2006/relationships" id="2147483651" r:id="R592d397d41d94cf7"/>
    <p:sldLayoutId xmlns:r="http://schemas.openxmlformats.org/officeDocument/2006/relationships" id="2147483652" r:id="R31a31fa7ffd84897"/>
    <p:sldLayoutId xmlns:r="http://schemas.openxmlformats.org/officeDocument/2006/relationships" id="2147483653" r:id="R94e6d3c079f14551"/>
    <p:sldLayoutId xmlns:r="http://schemas.openxmlformats.org/officeDocument/2006/relationships" id="2147483654" r:id="Rb4ae14a98fba4b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3d51b5f86642dc" /><Relationship Type="http://schemas.openxmlformats.org/officeDocument/2006/relationships/image" Target="/ppt/media/image.png" Id="R91f2bf75310d40f9" /><Relationship Type="http://schemas.openxmlformats.org/officeDocument/2006/relationships/image" Target="/ppt/media/image2.png" Id="R8a76208fbbad4687" /><Relationship Type="http://schemas.openxmlformats.org/officeDocument/2006/relationships/image" Target="/ppt/media/image3.png" Id="R3f549a566d3b451c" /><Relationship Type="http://schemas.openxmlformats.org/officeDocument/2006/relationships/notesSlide" Target="/ppt/notesSlides/notesSlide1.xml" Id="Rcc070a91af2f43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9996e321694867" /><Relationship Type="http://schemas.openxmlformats.org/officeDocument/2006/relationships/image" Target="/ppt/media/image4.png" Id="Re8b2652245994a49" /><Relationship Type="http://schemas.openxmlformats.org/officeDocument/2006/relationships/image" Target="/ppt/media/image5.png" Id="R424d30d2065d4915" /><Relationship Type="http://schemas.openxmlformats.org/officeDocument/2006/relationships/image" Target="/ppt/media/image6.png" Id="R3f5cb21f5b8240ba" /><Relationship Type="http://schemas.openxmlformats.org/officeDocument/2006/relationships/notesSlide" Target="/ppt/notesSlides/notesSlide2.xml" Id="R7c5682b1b3b445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9d90b9eddd4a60" /><Relationship Type="http://schemas.openxmlformats.org/officeDocument/2006/relationships/image" Target="/ppt/media/image7.png" Id="Rb9c18cccd4ab4a54" /><Relationship Type="http://schemas.openxmlformats.org/officeDocument/2006/relationships/notesSlide" Target="/ppt/notesSlides/notesSlide3.xml" Id="R5b82170a78934b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4d34575c6b47aa" /><Relationship Type="http://schemas.openxmlformats.org/officeDocument/2006/relationships/image" Target="/ppt/media/image8.png" Id="Rcb726bb3e3314b21" /><Relationship Type="http://schemas.openxmlformats.org/officeDocument/2006/relationships/image" Target="/ppt/media/image9.png" Id="R2cfe78f8d9f748c4" /><Relationship Type="http://schemas.openxmlformats.org/officeDocument/2006/relationships/notesSlide" Target="/ppt/notesSlides/notesSlide4.xml" Id="R158f5476771840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a90f36abc4aaa" /><Relationship Type="http://schemas.openxmlformats.org/officeDocument/2006/relationships/image" Target="/ppt/media/image10.png" Id="Rac58b699b1bc4860" /><Relationship Type="http://schemas.openxmlformats.org/officeDocument/2006/relationships/image" Target="/ppt/media/image11.png" Id="R03430e097a6c49c4" /><Relationship Type="http://schemas.openxmlformats.org/officeDocument/2006/relationships/notesSlide" Target="/ppt/notesSlides/notesSlide5.xml" Id="R83b17a26b0b240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74507319924228" /><Relationship Type="http://schemas.openxmlformats.org/officeDocument/2006/relationships/image" Target="/ppt/media/image12.png" Id="Rc2069f166bca4e1c" /><Relationship Type="http://schemas.openxmlformats.org/officeDocument/2006/relationships/image" Target="/ppt/media/image13.png" Id="R5d3f0fc66aae4c99" /><Relationship Type="http://schemas.openxmlformats.org/officeDocument/2006/relationships/notesSlide" Target="/ppt/notesSlides/notesSlide6.xml" Id="R3f563a6b75f344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99764df7bc4a11" /><Relationship Type="http://schemas.openxmlformats.org/officeDocument/2006/relationships/image" Target="/ppt/media/image14.png" Id="R143cd5efc4334352" /><Relationship Type="http://schemas.openxmlformats.org/officeDocument/2006/relationships/image" Target="/ppt/media/image15.png" Id="Rb40b56fb5a3046a9" /><Relationship Type="http://schemas.openxmlformats.org/officeDocument/2006/relationships/image" Target="/ppt/media/image16.png" Id="R944dfa92cfb641ec" /><Relationship Type="http://schemas.openxmlformats.org/officeDocument/2006/relationships/image" Target="/ppt/media/image17.png" Id="R326cd798892a4585" /><Relationship Type="http://schemas.openxmlformats.org/officeDocument/2006/relationships/notesSlide" Target="/ppt/notesSlides/notesSlide7.xml" Id="Rbdb2fdf30fa4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625e87be2a4500" /><Relationship Type="http://schemas.openxmlformats.org/officeDocument/2006/relationships/image" Target="/ppt/media/image18.png" Id="Rd3eac975d2e74c9b" /><Relationship Type="http://schemas.openxmlformats.org/officeDocument/2006/relationships/image" Target="/ppt/media/image19.png" Id="R573d8669203c4f5c" /><Relationship Type="http://schemas.openxmlformats.org/officeDocument/2006/relationships/image" Target="/ppt/media/image20.png" Id="Rce1a5761da134fb8" /><Relationship Type="http://schemas.openxmlformats.org/officeDocument/2006/relationships/image" Target="/ppt/media/image21.png" Id="R3cb622dccfbe447a" /><Relationship Type="http://schemas.openxmlformats.org/officeDocument/2006/relationships/notesSlide" Target="/ppt/notesSlides/notesSlide8.xml" Id="R0e58615418d347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1fb2f9619a4a74" /><Relationship Type="http://schemas.openxmlformats.org/officeDocument/2006/relationships/image" Target="/ppt/media/image22.png" Id="R76419a21b720443b" /><Relationship Type="http://schemas.openxmlformats.org/officeDocument/2006/relationships/image" Target="/ppt/media/image23.png" Id="Rc37a92897fb4481f" /><Relationship Type="http://schemas.openxmlformats.org/officeDocument/2006/relationships/notesSlide" Target="/ppt/notesSlides/notesSlide9.xml" Id="R798875498f524c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7b0f4b9c68a4a32" /><Relationship Type="http://schemas.openxmlformats.org/officeDocument/2006/relationships/image" Target="/ppt/media/image24.png" Id="R75da0aaa7930443b" /><Relationship Type="http://schemas.openxmlformats.org/officeDocument/2006/relationships/image" Target="/ppt/media/image25.png" Id="Rebe765f9652540d3" /><Relationship Type="http://schemas.openxmlformats.org/officeDocument/2006/relationships/image" Target="/ppt/media/image26.png" Id="Re6112f375b634a8a" /><Relationship Type="http://schemas.openxmlformats.org/officeDocument/2006/relationships/image" Target="/ppt/media/image27.png" Id="R26b8c5f175434162" /><Relationship Type="http://schemas.openxmlformats.org/officeDocument/2006/relationships/image" Target="/ppt/media/image28.png" Id="R16f15e15b25a43a7" /><Relationship Type="http://schemas.openxmlformats.org/officeDocument/2006/relationships/notesSlide" Target="/ppt/notesSlides/notesSlide10.xml" Id="Racfd6afd4ff744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4bb0b3d522e4d8d" /><Relationship Type="http://schemas.openxmlformats.org/officeDocument/2006/relationships/image" Target="/ppt/media/image29.png" Id="Rd8191ed448a94c33" /><Relationship Type="http://schemas.openxmlformats.org/officeDocument/2006/relationships/image" Target="/ppt/media/image30.png" Id="R44bda307f6b04d04" /><Relationship Type="http://schemas.openxmlformats.org/officeDocument/2006/relationships/image" Target="/ppt/media/image31.png" Id="R1867c920ebca445d" /><Relationship Type="http://schemas.openxmlformats.org/officeDocument/2006/relationships/notesSlide" Target="/ppt/notesSlides/notesSlide11.xml" Id="R5a14ec56bd464c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d8309485c54433a" /><Relationship Type="http://schemas.openxmlformats.org/officeDocument/2006/relationships/image" Target="/ppt/media/image32.png" Id="R0128a0b268e14ca4" /><Relationship Type="http://schemas.openxmlformats.org/officeDocument/2006/relationships/image" Target="/ppt/media/image33.png" Id="R4a290adc076e4d37" /><Relationship Type="http://schemas.openxmlformats.org/officeDocument/2006/relationships/image" Target="/ppt/media/image34.png" Id="R7ce69205315747e6" /><Relationship Type="http://schemas.openxmlformats.org/officeDocument/2006/relationships/notesSlide" Target="/ppt/notesSlides/notesSlide12.xml" Id="Rc71111be688041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497bbc27a54354" /><Relationship Type="http://schemas.openxmlformats.org/officeDocument/2006/relationships/image" Target="/ppt/media/image35.png" Id="Rebc0bbf67d774a64" /><Relationship Type="http://schemas.openxmlformats.org/officeDocument/2006/relationships/notesSlide" Target="/ppt/notesSlides/notesSlide13.xml" Id="R752f0341db574f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861e3b15b44616" /><Relationship Type="http://schemas.openxmlformats.org/officeDocument/2006/relationships/image" Target="/ppt/media/image36.png" Id="Rcb346b7bcb5e40f4" /><Relationship Type="http://schemas.openxmlformats.org/officeDocument/2006/relationships/image" Target="/ppt/media/image37.png" Id="R0ffd5bbbd4be422e" /><Relationship Type="http://schemas.openxmlformats.org/officeDocument/2006/relationships/notesSlide" Target="/ppt/notesSlides/notesSlide14.xml" Id="Ra7360a6cbbca45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03a2ca2e6d42c8" /><Relationship Type="http://schemas.openxmlformats.org/officeDocument/2006/relationships/image" Target="/ppt/media/image38.png" Id="Rf6a308f495304459" /><Relationship Type="http://schemas.openxmlformats.org/officeDocument/2006/relationships/image" Target="/ppt/media/image39.png" Id="R5c85b1a66ea2445b" /><Relationship Type="http://schemas.openxmlformats.org/officeDocument/2006/relationships/image" Target="/ppt/media/image40.png" Id="R435750d79b4c4af5" /><Relationship Type="http://schemas.openxmlformats.org/officeDocument/2006/relationships/notesSlide" Target="/ppt/notesSlides/notesSlide15.xml" Id="Rc9b8491ac0fb48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e8e59f25694924" /><Relationship Type="http://schemas.openxmlformats.org/officeDocument/2006/relationships/image" Target="/ppt/media/image41.png" Id="Rab944aecc43f4a1d" /><Relationship Type="http://schemas.openxmlformats.org/officeDocument/2006/relationships/image" Target="/ppt/media/image42.png" Id="Rba1f4a29adb3443c" /><Relationship Type="http://schemas.openxmlformats.org/officeDocument/2006/relationships/image" Target="/ppt/media/image43.png" Id="Re469b4ec39304d7c" /><Relationship Type="http://schemas.openxmlformats.org/officeDocument/2006/relationships/image" Target="/ppt/media/image44.png" Id="Rf4c558c981c743e7" /><Relationship Type="http://schemas.openxmlformats.org/officeDocument/2006/relationships/notesSlide" Target="/ppt/notesSlides/notesSlide16.xml" Id="R482a5d5f6aa44c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f00aa42359b4797" /><Relationship Type="http://schemas.openxmlformats.org/officeDocument/2006/relationships/image" Target="/ppt/media/image45.png" Id="Ra76f679807574541" /><Relationship Type="http://schemas.openxmlformats.org/officeDocument/2006/relationships/image" Target="/ppt/media/image46.png" Id="Ree98c2c60bf0448a" /><Relationship Type="http://schemas.openxmlformats.org/officeDocument/2006/relationships/image" Target="/ppt/media/image47.png" Id="R69b290fcb18f4d65" /><Relationship Type="http://schemas.openxmlformats.org/officeDocument/2006/relationships/notesSlide" Target="/ppt/notesSlides/notesSlide17.xml" Id="R192e0844120e4a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2448e76ad8d4cdf" /><Relationship Type="http://schemas.openxmlformats.org/officeDocument/2006/relationships/image" Target="/ppt/media/image48.png" Id="R47c4f7dce7ca4e37" /><Relationship Type="http://schemas.openxmlformats.org/officeDocument/2006/relationships/image" Target="/ppt/media/image49.png" Id="Raed048e3e1584f23" /><Relationship Type="http://schemas.openxmlformats.org/officeDocument/2006/relationships/image" Target="/ppt/media/image50.png" Id="R521c47e35b99453b" /><Relationship Type="http://schemas.openxmlformats.org/officeDocument/2006/relationships/image" Target="/ppt/media/image51.png" Id="R0a10b3612dce4c74" /><Relationship Type="http://schemas.openxmlformats.org/officeDocument/2006/relationships/notesSlide" Target="/ppt/notesSlides/notesSlide18.xml" Id="Rbb555b955bb047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ab7ca248ec04fcf" /><Relationship Type="http://schemas.openxmlformats.org/officeDocument/2006/relationships/image" Target="/ppt/media/image52.png" Id="R3bd06310de6147da" /><Relationship Type="http://schemas.openxmlformats.org/officeDocument/2006/relationships/image" Target="/ppt/media/image53.png" Id="R2f0c14b6fe494c32" /><Relationship Type="http://schemas.openxmlformats.org/officeDocument/2006/relationships/image" Target="/ppt/media/image54.png" Id="R2523ffb16bf546a9" /><Relationship Type="http://schemas.openxmlformats.org/officeDocument/2006/relationships/image" Target="/ppt/media/image55.png" Id="Rff9ac70a698849ea" /><Relationship Type="http://schemas.openxmlformats.org/officeDocument/2006/relationships/notesSlide" Target="/ppt/notesSlides/notesSlide19.xml" Id="Rd8c3c3e292b44c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1de6b793f464f3c" /><Relationship Type="http://schemas.openxmlformats.org/officeDocument/2006/relationships/image" Target="/ppt/media/image56.png" Id="Reccfaaa940d44675" /><Relationship Type="http://schemas.openxmlformats.org/officeDocument/2006/relationships/image" Target="/ppt/media/image57.png" Id="R746e5ae985dc4bb0" /><Relationship Type="http://schemas.openxmlformats.org/officeDocument/2006/relationships/image" Target="/ppt/media/image58.png" Id="R038f8e4a68ab4d6a" /><Relationship Type="http://schemas.openxmlformats.org/officeDocument/2006/relationships/image" Target="/ppt/media/image59.png" Id="R32c73021e682431c" /><Relationship Type="http://schemas.openxmlformats.org/officeDocument/2006/relationships/notesSlide" Target="/ppt/notesSlides/notesSlide20.xml" Id="Rc96a3755758343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baf7d26026e4cda" /><Relationship Type="http://schemas.openxmlformats.org/officeDocument/2006/relationships/image" Target="/ppt/media/image60.png" Id="Rb2c76e19beb5489b" /><Relationship Type="http://schemas.openxmlformats.org/officeDocument/2006/relationships/image" Target="/ppt/media/image61.png" Id="Rb26d99f482914f72" /><Relationship Type="http://schemas.openxmlformats.org/officeDocument/2006/relationships/notesSlide" Target="/ppt/notesSlides/notesSlide21.xml" Id="R294287c09a334c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096eee202a4245" /><Relationship Type="http://schemas.openxmlformats.org/officeDocument/2006/relationships/image" Target="/ppt/media/image62.png" Id="R2e80435fec3b4af2" /><Relationship Type="http://schemas.openxmlformats.org/officeDocument/2006/relationships/image" Target="/ppt/media/image63.png" Id="Rdbffadc12d7a4e6b" /><Relationship Type="http://schemas.openxmlformats.org/officeDocument/2006/relationships/image" Target="/ppt/media/image64.png" Id="R2b2a70292a5e49b4" /><Relationship Type="http://schemas.openxmlformats.org/officeDocument/2006/relationships/notesSlide" Target="/ppt/notesSlides/notesSlide22.xml" Id="Rfc3de13be4fb467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99355b7532b4932" /><Relationship Type="http://schemas.openxmlformats.org/officeDocument/2006/relationships/image" Target="/ppt/media/image65.png" Id="Rd0f9cb5295d74ad3" /><Relationship Type="http://schemas.openxmlformats.org/officeDocument/2006/relationships/image" Target="/ppt/media/image66.png" Id="Rdad600525a2341f3" /><Relationship Type="http://schemas.openxmlformats.org/officeDocument/2006/relationships/image" Target="/ppt/media/image67.png" Id="R2b1ecdbaae6c4b8f" /><Relationship Type="http://schemas.openxmlformats.org/officeDocument/2006/relationships/image" Target="/ppt/media/image68.png" Id="R52059ad68b1d4a5b" /><Relationship Type="http://schemas.openxmlformats.org/officeDocument/2006/relationships/notesSlide" Target="/ppt/notesSlides/notesSlide23.xml" Id="R9c4b47927cd44ec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ba91160331644d4" /><Relationship Type="http://schemas.openxmlformats.org/officeDocument/2006/relationships/image" Target="/ppt/media/image69.png" Id="Rdb9893135e754d83" /><Relationship Type="http://schemas.openxmlformats.org/officeDocument/2006/relationships/image" Target="/ppt/media/image70.png" Id="R4225274003aa4c6a" /><Relationship Type="http://schemas.openxmlformats.org/officeDocument/2006/relationships/image" Target="/ppt/media/image71.png" Id="R67b85016ed954418" /><Relationship Type="http://schemas.openxmlformats.org/officeDocument/2006/relationships/notesSlide" Target="/ppt/notesSlides/notesSlide24.xml" Id="R6afc76795a8a426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6d0345bbee24e2b" /><Relationship Type="http://schemas.openxmlformats.org/officeDocument/2006/relationships/image" Target="/ppt/media/image72.png" Id="R58875e2399694cb0" /><Relationship Type="http://schemas.openxmlformats.org/officeDocument/2006/relationships/image" Target="/ppt/media/image73.png" Id="Rc97e6983e007448c" /><Relationship Type="http://schemas.openxmlformats.org/officeDocument/2006/relationships/notesSlide" Target="/ppt/notesSlides/notesSlide25.xml" Id="Rc4eff61e919044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bdda6440645498e" /><Relationship Type="http://schemas.openxmlformats.org/officeDocument/2006/relationships/image" Target="/ppt/media/image74.png" Id="R78508dd694d341ec" /><Relationship Type="http://schemas.openxmlformats.org/officeDocument/2006/relationships/image" Target="/ppt/media/image75.png" Id="Rb08cde88b40b477a" /><Relationship Type="http://schemas.openxmlformats.org/officeDocument/2006/relationships/notesSlide" Target="/ppt/notesSlides/notesSlide26.xml" Id="Ra2cf793427174ef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04b2ee4f1bb4323" /><Relationship Type="http://schemas.openxmlformats.org/officeDocument/2006/relationships/image" Target="/ppt/media/image76.png" Id="Rdcf010aca245407b" /><Relationship Type="http://schemas.openxmlformats.org/officeDocument/2006/relationships/image" Target="/ppt/media/image77.png" Id="R72dd369a015f4d64" /><Relationship Type="http://schemas.openxmlformats.org/officeDocument/2006/relationships/notesSlide" Target="/ppt/notesSlides/notesSlide27.xml" Id="R2656c486f7ef49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330b33bfb99485e" /><Relationship Type="http://schemas.openxmlformats.org/officeDocument/2006/relationships/image" Target="/ppt/media/image78.png" Id="R3212d0ef06294cb5" /><Relationship Type="http://schemas.openxmlformats.org/officeDocument/2006/relationships/notesSlide" Target="/ppt/notesSlides/notesSlide28.xml" Id="Rf3513fbe68c44a2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6ea5375941e475c" /><Relationship Type="http://schemas.openxmlformats.org/officeDocument/2006/relationships/image" Target="/ppt/media/image79.png" Id="Re9ec1a67958a4710" /><Relationship Type="http://schemas.openxmlformats.org/officeDocument/2006/relationships/notesSlide" Target="/ppt/notesSlides/notesSlide29.xml" Id="R12a7b1f0350247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833b94983334090" /><Relationship Type="http://schemas.openxmlformats.org/officeDocument/2006/relationships/image" Target="/ppt/media/image80.png" Id="R9ce9ebbd8fa946ae" /><Relationship Type="http://schemas.openxmlformats.org/officeDocument/2006/relationships/notesSlide" Target="/ppt/notesSlides/notesSlide30.xml" Id="R34dbac1ac26a449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493693127ac4baf" /><Relationship Type="http://schemas.openxmlformats.org/officeDocument/2006/relationships/image" Target="/ppt/media/image81.png" Id="R6ac737a9a0574277" /><Relationship Type="http://schemas.openxmlformats.org/officeDocument/2006/relationships/notesSlide" Target="/ppt/notesSlides/notesSlide31.xml" Id="R1213ba159d7d460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05bec77b1594de4" /><Relationship Type="http://schemas.openxmlformats.org/officeDocument/2006/relationships/image" Target="/ppt/media/image82.png" Id="R463b2c7a7def46e5" /><Relationship Type="http://schemas.openxmlformats.org/officeDocument/2006/relationships/image" Target="/ppt/media/image83.png" Id="Rd0a1915ebe1a4c12" /><Relationship Type="http://schemas.openxmlformats.org/officeDocument/2006/relationships/image" Target="/ppt/media/image84.png" Id="Rc2ccc6d85f414942" /><Relationship Type="http://schemas.openxmlformats.org/officeDocument/2006/relationships/notesSlide" Target="/ppt/notesSlides/notesSlide32.xml" Id="R38f63a2047424f3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cc09f13a66343de" /><Relationship Type="http://schemas.openxmlformats.org/officeDocument/2006/relationships/image" Target="/ppt/media/image85.png" Id="R3fec36dd6b5c4506" /><Relationship Type="http://schemas.openxmlformats.org/officeDocument/2006/relationships/image" Target="/ppt/media/image86.png" Id="Rc32777f032c441a2" /><Relationship Type="http://schemas.openxmlformats.org/officeDocument/2006/relationships/image" Target="/ppt/media/image87.png" Id="Rfaa1a3c6a15c4041" /><Relationship Type="http://schemas.openxmlformats.org/officeDocument/2006/relationships/notesSlide" Target="/ppt/notesSlides/notesSlide33.xml" Id="R5a675898d0854f5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cf08ec6700048aa" /><Relationship Type="http://schemas.openxmlformats.org/officeDocument/2006/relationships/image" Target="/ppt/media/image88.png" Id="R393767e7a9ad4662" /><Relationship Type="http://schemas.openxmlformats.org/officeDocument/2006/relationships/image" Target="/ppt/media/image89.png" Id="Reb523d957bd045a5" /><Relationship Type="http://schemas.openxmlformats.org/officeDocument/2006/relationships/notesSlide" Target="/ppt/notesSlides/notesSlide34.xml" Id="Reac5acb77ef2482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fdc8a769c7141f0" /><Relationship Type="http://schemas.openxmlformats.org/officeDocument/2006/relationships/image" Target="/ppt/media/image90.png" Id="Rc0624f465ef146ce" /><Relationship Type="http://schemas.openxmlformats.org/officeDocument/2006/relationships/image" Target="/ppt/media/image91.png" Id="R1012da537f4346fa" /><Relationship Type="http://schemas.openxmlformats.org/officeDocument/2006/relationships/notesSlide" Target="/ppt/notesSlides/notesSlide35.xml" Id="R2417e18656d4462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f53bbac1170432b" /><Relationship Type="http://schemas.openxmlformats.org/officeDocument/2006/relationships/image" Target="/ppt/media/image92.png" Id="R92c0363901834f9b" /><Relationship Type="http://schemas.openxmlformats.org/officeDocument/2006/relationships/image" Target="/ppt/media/image93.png" Id="Re1fb7694772c41db" /><Relationship Type="http://schemas.openxmlformats.org/officeDocument/2006/relationships/notesSlide" Target="/ppt/notesSlides/notesSlide36.xml" Id="Rab2fc7a744424d8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a7b53cd994a41e5" /><Relationship Type="http://schemas.openxmlformats.org/officeDocument/2006/relationships/image" Target="/ppt/media/image94.png" Id="R86fadd35208f4c8a" /><Relationship Type="http://schemas.openxmlformats.org/officeDocument/2006/relationships/image" Target="/ppt/media/image95.png" Id="R7dc3a450fcc64338" /><Relationship Type="http://schemas.openxmlformats.org/officeDocument/2006/relationships/image" Target="/ppt/media/image96.png" Id="R29fa6b9a27b04729" /><Relationship Type="http://schemas.openxmlformats.org/officeDocument/2006/relationships/notesSlide" Target="/ppt/notesSlides/notesSlide37.xml" Id="R46803c135c7b47c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2d8ab2e12445bb" /><Relationship Type="http://schemas.openxmlformats.org/officeDocument/2006/relationships/image" Target="/ppt/media/image97.png" Id="Re85ee60e93cb4d46" /><Relationship Type="http://schemas.openxmlformats.org/officeDocument/2006/relationships/image" Target="/ppt/media/image98.png" Id="Rdb03958570ff4041" /><Relationship Type="http://schemas.openxmlformats.org/officeDocument/2006/relationships/notesSlide" Target="/ppt/notesSlides/notesSlide38.xml" Id="R0f4217813a834ef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b692cede5364d98" /><Relationship Type="http://schemas.openxmlformats.org/officeDocument/2006/relationships/image" Target="/ppt/media/image99.png" Id="R13b8358ac905471c" /><Relationship Type="http://schemas.openxmlformats.org/officeDocument/2006/relationships/image" Target="/ppt/media/image100.png" Id="R67fadc258b054192" /><Relationship Type="http://schemas.openxmlformats.org/officeDocument/2006/relationships/notesSlide" Target="/ppt/notesSlides/notesSlide39.xml" Id="R359372fdf5b047a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ba5ad6830f04b89" /><Relationship Type="http://schemas.openxmlformats.org/officeDocument/2006/relationships/image" Target="/ppt/media/image101.png" Id="Rf5854a20328e471e" /><Relationship Type="http://schemas.openxmlformats.org/officeDocument/2006/relationships/image" Target="/ppt/media/image102.png" Id="R6d7a2c90425f4cbd" /><Relationship Type="http://schemas.openxmlformats.org/officeDocument/2006/relationships/image" Target="/ppt/media/image103.png" Id="R7a917faff75a4c5f" /><Relationship Type="http://schemas.openxmlformats.org/officeDocument/2006/relationships/image" Target="/ppt/media/image104.png" Id="R2c4aea31dc344e5e" /><Relationship Type="http://schemas.openxmlformats.org/officeDocument/2006/relationships/notesSlide" Target="/ppt/notesSlides/notesSlide40.xml" Id="R2c7e82d5c90d4e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516e80a86a54343" /><Relationship Type="http://schemas.openxmlformats.org/officeDocument/2006/relationships/image" Target="/ppt/media/image105.png" Id="R0c381a99791d466c" /><Relationship Type="http://schemas.openxmlformats.org/officeDocument/2006/relationships/notesSlide" Target="/ppt/notesSlides/notesSlide41.xml" Id="R3184686096b244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640119fcbc84f47" /><Relationship Type="http://schemas.openxmlformats.org/officeDocument/2006/relationships/image" Target="/ppt/media/image106.png" Id="R697f0dbab5df4380" /><Relationship Type="http://schemas.openxmlformats.org/officeDocument/2006/relationships/image" Target="/ppt/media/image107.png" Id="Re72188ef1dd74a01" /><Relationship Type="http://schemas.openxmlformats.org/officeDocument/2006/relationships/notesSlide" Target="/ppt/notesSlides/notesSlide42.xml" Id="Red97b2161c8a4ff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2246e24057844dd" /><Relationship Type="http://schemas.openxmlformats.org/officeDocument/2006/relationships/image" Target="/ppt/media/image108.png" Id="R3b00395446554df0" /><Relationship Type="http://schemas.openxmlformats.org/officeDocument/2006/relationships/image" Target="/ppt/media/image109.png" Id="Rdb17b890f7534f79" /><Relationship Type="http://schemas.openxmlformats.org/officeDocument/2006/relationships/image" Target="/ppt/media/image110.png" Id="Rf3c965109cfd4871" /><Relationship Type="http://schemas.openxmlformats.org/officeDocument/2006/relationships/image" Target="/ppt/media/image111.png" Id="R9c9a31cf33c04caa" /><Relationship Type="http://schemas.openxmlformats.org/officeDocument/2006/relationships/image" Target="/ppt/media/image112.png" Id="Rec91430d17474188" /><Relationship Type="http://schemas.openxmlformats.org/officeDocument/2006/relationships/notesSlide" Target="/ppt/notesSlides/notesSlide43.xml" Id="R8938d95c419e41f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7f35cd3de634918" /><Relationship Type="http://schemas.openxmlformats.org/officeDocument/2006/relationships/image" Target="/ppt/media/image113.png" Id="Re14168e0a814482b" /><Relationship Type="http://schemas.openxmlformats.org/officeDocument/2006/relationships/image" Target="/ppt/media/image114.png" Id="Reaf37106ee0249d9" /><Relationship Type="http://schemas.openxmlformats.org/officeDocument/2006/relationships/image" Target="/ppt/media/image115.png" Id="Re00908b7f4d04430" /><Relationship Type="http://schemas.openxmlformats.org/officeDocument/2006/relationships/image" Target="/ppt/media/image116.png" Id="R369f0f72b8984f04" /><Relationship Type="http://schemas.openxmlformats.org/officeDocument/2006/relationships/notesSlide" Target="/ppt/notesSlides/notesSlide44.xml" Id="R236f73c49e5f49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3daeea1a9d84e43" /><Relationship Type="http://schemas.openxmlformats.org/officeDocument/2006/relationships/image" Target="/ppt/media/image117.png" Id="R430cfe0435f04c67" /><Relationship Type="http://schemas.openxmlformats.org/officeDocument/2006/relationships/image" Target="/ppt/media/image118.png" Id="R531de37108f64aa6" /><Relationship Type="http://schemas.openxmlformats.org/officeDocument/2006/relationships/notesSlide" Target="/ppt/notesSlides/notesSlide45.xml" Id="R2f475315dca24d4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36650ceeb224894" /><Relationship Type="http://schemas.openxmlformats.org/officeDocument/2006/relationships/image" Target="/ppt/media/image119.png" Id="R8b575510d9b94e32" /><Relationship Type="http://schemas.openxmlformats.org/officeDocument/2006/relationships/notesSlide" Target="/ppt/notesSlides/notesSlide46.xml" Id="R376fbeb1c5d44a4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daaa5e57e8440e1" /><Relationship Type="http://schemas.openxmlformats.org/officeDocument/2006/relationships/image" Target="/ppt/media/image120.png" Id="Rc4cfcb61d5fb44be" /><Relationship Type="http://schemas.openxmlformats.org/officeDocument/2006/relationships/image" Target="/ppt/media/image121.png" Id="Rf9f56f664f734528" /><Relationship Type="http://schemas.openxmlformats.org/officeDocument/2006/relationships/notesSlide" Target="/ppt/notesSlides/notesSlide47.xml" Id="Reb60a287d9dd4eb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8d44f1b88634293" /><Relationship Type="http://schemas.openxmlformats.org/officeDocument/2006/relationships/image" Target="/ppt/media/image122.png" Id="R6cb69bc51cf54df0" /><Relationship Type="http://schemas.openxmlformats.org/officeDocument/2006/relationships/notesSlide" Target="/ppt/notesSlides/notesSlide48.xml" Id="Rfb38cabc06fe4c8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d1d799dbf214e27" /><Relationship Type="http://schemas.openxmlformats.org/officeDocument/2006/relationships/image" Target="/ppt/media/image123.png" Id="R8cfd06136ecb4fd8" /><Relationship Type="http://schemas.openxmlformats.org/officeDocument/2006/relationships/image" Target="/ppt/media/image124.png" Id="R727fabadc0b843b6" /><Relationship Type="http://schemas.openxmlformats.org/officeDocument/2006/relationships/notesSlide" Target="/ppt/notesSlides/notesSlide49.xml" Id="R3ea46118d5444e0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6d50fe5141f4b70" /><Relationship Type="http://schemas.openxmlformats.org/officeDocument/2006/relationships/image" Target="/ppt/media/image125.png" Id="R43ba81d6e0ce4770" /><Relationship Type="http://schemas.openxmlformats.org/officeDocument/2006/relationships/image" Target="/ppt/media/image126.png" Id="Rbcb8317c51a94507" /><Relationship Type="http://schemas.openxmlformats.org/officeDocument/2006/relationships/image" Target="/ppt/media/image127.png" Id="R8b655d1af3624c0a" /><Relationship Type="http://schemas.openxmlformats.org/officeDocument/2006/relationships/image" Target="/ppt/media/image128.png" Id="R845b4b29ce8142c7" /><Relationship Type="http://schemas.openxmlformats.org/officeDocument/2006/relationships/notesSlide" Target="/ppt/notesSlides/notesSlide50.xml" Id="R060104903d3648a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aeeca8fd9cb74600" /><Relationship Type="http://schemas.openxmlformats.org/officeDocument/2006/relationships/image" Target="/ppt/media/image129.png" Id="R98bac346b6124ac1" /><Relationship Type="http://schemas.openxmlformats.org/officeDocument/2006/relationships/notesSlide" Target="/ppt/notesSlides/notesSlide51.xml" Id="R63e31ae7b908428e"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6B54D52-9858-4CB7-BC6E-0DC791B1DEFC}"/>
              </a:ext>
            </a:extLst>
          </p:cNvPr>
          <p:cNvPicPr>
            <a:picLocks xmlns:a="http://schemas.openxmlformats.org/drawingml/2006/main" noChangeAspect="1"/>
          </p:cNvPicPr>
          <p:nvPr/>
        </p:nvPicPr>
        <p:blipFill>
          <a:blip xmlns:r="http://schemas.openxmlformats.org/officeDocument/2006/relationships" xmlns:a="http://schemas.openxmlformats.org/drawingml/2006/main" r:embed="R91f2bf75310d40f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78A8B8D6-42E5-4727-B909-2DB53B61E26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BAF638D2-9370-402A-8BC8-01B4C2FE4265}"/>
              </a:ext>
            </a:extLst>
          </p:cNvPr>
          <p:cNvSpPr>
            <a:spLocks xmlns:a="http://schemas.openxmlformats.org/drawingml/2006/main" noGrp="1"/>
          </p:cNvSpPr>
          <p:nvPr/>
        </p:nvSpPr>
        <p:spPr>
          <a:xfrm xmlns:a="http://schemas.openxmlformats.org/drawingml/2006/main">
            <a:off x="1323975" y="238125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800" b="1">
                <a:solidFill>
                  <a:srgbClr val="FFFFFF"/>
                </a:solidFill>
                <a:latin typeface="Pretendard"/>
                <a:ea typeface="Pretendard"/>
                <a:cs typeface="Pretendard"/>
              </a:defRPr>
            </a:defPPr>
            <a:lvl1pPr algn="l">
              <a:defRPr sz="4800" b="1">
                <a:solidFill>
                  <a:srgbClr val="FFFFFF"/>
                </a:solidFill>
                <a:latin typeface="Pretendard"/>
                <a:ea typeface="Pretendard"/>
                <a:cs typeface="Pretendard"/>
              </a:defRPr>
            </a:lvl1pPr>
            <a:lvl2pPr algn="l">
              <a:defRPr sz="4800" b="1">
                <a:solidFill>
                  <a:srgbClr val="FFFFFF"/>
                </a:solidFill>
                <a:latin typeface="Pretendard"/>
                <a:ea typeface="Pretendard"/>
                <a:cs typeface="Pretendard"/>
              </a:defRPr>
            </a:lvl2pPr>
            <a:lvl3pPr algn="l">
              <a:defRPr sz="4800" b="1">
                <a:solidFill>
                  <a:srgbClr val="FFFFFF"/>
                </a:solidFill>
                <a:latin typeface="Pretendard"/>
                <a:ea typeface="Pretendard"/>
                <a:cs typeface="Pretendard"/>
              </a:defRPr>
            </a:lvl3pPr>
            <a:lvl4pPr algn="l">
              <a:defRPr sz="4800" b="1">
                <a:solidFill>
                  <a:srgbClr val="FFFFFF"/>
                </a:solidFill>
                <a:latin typeface="Pretendard"/>
                <a:ea typeface="Pretendard"/>
                <a:cs typeface="Pretendard"/>
              </a:defRPr>
            </a:lvl4pPr>
            <a:lvl5pPr algn="l">
              <a:defRPr sz="4800" b="1">
                <a:solidFill>
                  <a:srgbClr val="FFFFFF"/>
                </a:solidFill>
                <a:latin typeface="Pretendard"/>
                <a:ea typeface="Pretendard"/>
                <a:cs typeface="Pretendard"/>
              </a:defRPr>
            </a:lvl5pPr>
            <a:lvl6pPr algn="l">
              <a:defRPr sz="4800" b="1">
                <a:solidFill>
                  <a:srgbClr val="FFFFFF"/>
                </a:solidFill>
                <a:latin typeface="Pretendard"/>
                <a:ea typeface="Pretendard"/>
                <a:cs typeface="Pretendard"/>
              </a:defRPr>
            </a:lvl6pPr>
            <a:lvl7pPr algn="l">
              <a:defRPr sz="4800" b="1">
                <a:solidFill>
                  <a:srgbClr val="FFFFFF"/>
                </a:solidFill>
                <a:latin typeface="Pretendard"/>
                <a:ea typeface="Pretendard"/>
                <a:cs typeface="Pretendard"/>
              </a:defRPr>
            </a:lvl7pPr>
            <a:lvl8pPr algn="l">
              <a:defRPr sz="4800" b="1">
                <a:solidFill>
                  <a:srgbClr val="FFFFFF"/>
                </a:solidFill>
                <a:latin typeface="Pretendard"/>
                <a:ea typeface="Pretendard"/>
                <a:cs typeface="Pretendard"/>
              </a:defRPr>
            </a:lvl8pPr>
            <a:lvl9pPr algn="l">
              <a:defRPr sz="4800" b="1">
                <a:solidFill>
                  <a:srgbClr val="FFFFFF"/>
                </a:solidFill>
                <a:latin typeface="Pretendard"/>
                <a:ea typeface="Pretendard"/>
                <a:cs typeface="Pretendard"/>
              </a:defRPr>
            </a:lvl9pPr>
          </a:lstStyle>
          <a:p xmlns:a="http://schemas.openxmlformats.org/drawingml/2006/main">
            <a:pPr algn="l">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A3A750ED-7E13-41CE-A314-17400965183A}"/>
              </a:ext>
            </a:extLst>
          </p:cNvPr>
          <p:cNvSpPr>
            <a:spLocks xmlns:a="http://schemas.openxmlformats.org/drawingml/2006/main" noGrp="1"/>
          </p:cNvSpPr>
          <p:nvPr/>
        </p:nvSpPr>
        <p:spPr>
          <a:xfrm xmlns:a="http://schemas.openxmlformats.org/drawingml/2006/main">
            <a:off x="1323975" y="3429000"/>
            <a:ext cx="838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7CC858A7-F726-44B2-AEB8-B9A3A71CC422}"/>
              </a:ext>
            </a:extLst>
          </p:cNvPr>
          <p:cNvSpPr>
            <a:spLocks xmlns:a="http://schemas.openxmlformats.org/drawingml/2006/main" noGrp="1"/>
          </p:cNvSpPr>
          <p:nvPr/>
        </p:nvSpPr>
        <p:spPr>
          <a:xfrm xmlns:a="http://schemas.openxmlformats.org/drawingml/2006/main">
            <a:off x="1362075" y="50006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43D77620-DBFC-4F56-ACD5-1D405B3CA3E6}"/>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4FFF0820-B8C7-4F36-93C8-4D3D3056A2F2}"/>
              </a:ext>
            </a:extLst>
          </p:cNvPr>
          <p:cNvPicPr>
            <a:picLocks xmlns:a="http://schemas.openxmlformats.org/drawingml/2006/main" noChangeAspect="1"/>
          </p:cNvPicPr>
          <p:nvPr/>
        </p:nvPicPr>
        <p:blipFill>
          <a:blip xmlns:r="http://schemas.openxmlformats.org/officeDocument/2006/relationships" xmlns:a="http://schemas.openxmlformats.org/drawingml/2006/main" r:embed="R8a76208fbbad46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A9F78F7-788C-4770-B962-0DA247C707CA}"/>
              </a:ext>
            </a:extLst>
          </p:cNvPr>
          <p:cNvPicPr>
            <a:picLocks xmlns:a="http://schemas.openxmlformats.org/drawingml/2006/main" noChangeAspect="1"/>
          </p:cNvPicPr>
          <p:nvPr/>
        </p:nvPicPr>
        <p:blipFill>
          <a:blip xmlns:r="http://schemas.openxmlformats.org/officeDocument/2006/relationships" xmlns:a="http://schemas.openxmlformats.org/drawingml/2006/main" r:embed="R3f549a566d3b451c"/>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AE45FA9F-8573-4E23-9543-59FB96143E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6118225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6E6A52B-883E-47BB-AE11-27E03C7EEDA2}"/>
              </a:ext>
            </a:extLst>
          </p:cNvPr>
          <p:cNvPicPr>
            <a:picLocks xmlns:a="http://schemas.openxmlformats.org/drawingml/2006/main" noChangeAspect="1"/>
          </p:cNvPicPr>
          <p:nvPr/>
        </p:nvPicPr>
        <p:blipFill>
          <a:blip xmlns:r="http://schemas.openxmlformats.org/officeDocument/2006/relationships" xmlns:a="http://schemas.openxmlformats.org/drawingml/2006/main" r:embed="Re8b2652245994a4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347C2C4-1332-401E-8BFE-29BE144B478A}"/>
              </a:ext>
            </a:extLst>
          </p:cNvPr>
          <p:cNvPicPr>
            <a:picLocks xmlns:a="http://schemas.openxmlformats.org/drawingml/2006/main" noChangeAspect="1"/>
          </p:cNvPicPr>
          <p:nvPr/>
        </p:nvPicPr>
        <p:blipFill>
          <a:blip xmlns:r="http://schemas.openxmlformats.org/officeDocument/2006/relationships" xmlns:a="http://schemas.openxmlformats.org/drawingml/2006/main" r:embed="R424d30d2065d491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3BB5E3-4A8E-41DA-AC39-8D57B8C1D1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7A5D94-48BF-4521-AD14-A4C64F14139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2A592A1C-FF12-4924-96A7-9801838B86A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5477713-D879-45FF-AC9A-0293064287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8D5633D-0A83-4EB9-858C-691B092420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E0625D60-10D0-4445-8BA3-87D9F56899B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0753E552-D2D2-4284-90D1-6461934FA349}"/>
              </a:ext>
            </a:extLst>
          </p:cNvPr>
          <p:cNvPicPr>
            <a:picLocks xmlns:a="http://schemas.openxmlformats.org/drawingml/2006/main" noChangeAspect="1"/>
          </p:cNvPicPr>
          <p:nvPr/>
        </p:nvPicPr>
        <p:blipFill>
          <a:blip xmlns:r="http://schemas.openxmlformats.org/officeDocument/2006/relationships" xmlns:a="http://schemas.openxmlformats.org/drawingml/2006/main" r:embed="R3f5cb21f5b8240ba"/>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232965847"/>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82BC9265-D754-4DF7-833E-31FA3FA4BCAA}"/>
              </a:ext>
            </a:extLst>
          </p:cNvPr>
          <p:cNvPicPr>
            <a:picLocks xmlns:a="http://schemas.openxmlformats.org/drawingml/2006/main" noChangeAspect="1"/>
          </p:cNvPicPr>
          <p:nvPr/>
        </p:nvPicPr>
        <p:blipFill>
          <a:blip xmlns:r="http://schemas.openxmlformats.org/officeDocument/2006/relationships" xmlns:a="http://schemas.openxmlformats.org/drawingml/2006/main" r:embed="Rb9c18cccd4ab4a5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8FA05F-CDA3-4106-AD73-43196F47F58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E74784D-3320-49DB-88F8-5AD5DFF4377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83137E0B-228C-4F71-A32C-6706F965AF0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76444DDA-3B9C-4AFB-9F6A-D1EC2B04A7C9}"/>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FD7BA108-4E74-47A0-A22A-C0FE67A87C2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5729885E-3881-4CAC-8F0C-23A3BC68A70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CAE4440-BCC8-4165-A69A-59CE8B083D64}"/>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DB750A0E-ABB3-4508-B232-3210D4B7067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A4161C4C-C822-4FC7-9B2A-A9AC44741DE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F68017B-7030-4BF0-8020-E640CD91178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F56BB174-C7BC-44EE-A1AC-7AA1EF5A458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D386CCC1-5DE1-404D-980D-5552247D7D6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0F40AB2-314E-4441-BDA3-972378E99D82}"/>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E8EC0AD0-7A94-47DC-B52A-9263AC3C427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07050417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77D47FA-D103-4361-A537-62AF05CB5FC8}"/>
              </a:ext>
            </a:extLst>
          </p:cNvPr>
          <p:cNvPicPr>
            <a:picLocks xmlns:a="http://schemas.openxmlformats.org/drawingml/2006/main" noChangeAspect="1"/>
          </p:cNvPicPr>
          <p:nvPr/>
        </p:nvPicPr>
        <p:blipFill>
          <a:blip xmlns:r="http://schemas.openxmlformats.org/officeDocument/2006/relationships" xmlns:a="http://schemas.openxmlformats.org/drawingml/2006/main" r:embed="Rcb726bb3e3314b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8B5F39-D7B8-4EDC-8D39-006B034D68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32AE53-EA5D-4330-8409-F63E37F21E48}"/>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2A32A9C5-270D-477D-B544-3823237720E0}"/>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4364D9-E693-4DB8-B6DC-DDF3DAF704F0}"/>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641A56C-12A6-40F7-A261-E28532027DA2}"/>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ED66EAA-7B4F-4679-B5CD-44B11A3A404B}"/>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33DF7EA8-9597-4280-A896-D57CAF11D3FF}"/>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1315425-BD15-4A16-AC72-749EAC07FF9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3D0D3CC1-E72C-46AB-8E26-BF379AB2E34E}"/>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헤스 법칙으로 측정하기 어려운 반응의 </a:t>
            </a:r>
            <a:r>
              <a:rPr sz="3600" b="1">
                <a:solidFill>
                  <a:srgbClr val="BBBBBB"/>
                </a:solidFill>
                <a:latin typeface="Pretendard"/>
                <a:ea typeface="Pretendard"/>
                <a:cs typeface="Pretendard"/>
              </a:rPr>
              <a:t>Δ</a:t>
            </a:r>
            <a:r>
              <a:rPr sz="3600" b="1" i="1">
                <a:solidFill>
                  <a:srgbClr val="BBBBBB"/>
                </a:solidFill>
                <a:latin typeface="Pretendard"/>
                <a:ea typeface="Pretendard"/>
                <a:cs typeface="Pretendard"/>
              </a:rPr>
              <a:t>H</a:t>
            </a:r>
            <a:r>
              <a:rPr sz="3600" b="1">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536953A6-0223-4543-AE7E-54A23C4A6EE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F47CA95-24EE-4526-87C8-81A6E483E45C}"/>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B571723F-1AF6-4F0B-9AFB-E80865985236}"/>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70AA6155-4212-44B1-87DC-63141D4DAD06}"/>
              </a:ext>
            </a:extLst>
          </p:cNvPr>
          <p:cNvPicPr>
            <a:picLocks xmlns:a="http://schemas.openxmlformats.org/drawingml/2006/main" noChangeAspect="1"/>
          </p:cNvPicPr>
          <p:nvPr/>
        </p:nvPicPr>
        <p:blipFill>
          <a:blip xmlns:r="http://schemas.openxmlformats.org/officeDocument/2006/relationships" xmlns:a="http://schemas.openxmlformats.org/drawingml/2006/main" r:embed="R2cfe78f8d9f748c4"/>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87402119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08D1708-7861-4109-9BBB-6BCA79B0843F}"/>
              </a:ext>
            </a:extLst>
          </p:cNvPr>
          <p:cNvPicPr>
            <a:picLocks xmlns:a="http://schemas.openxmlformats.org/drawingml/2006/main" noChangeAspect="1"/>
          </p:cNvPicPr>
          <p:nvPr/>
        </p:nvPicPr>
        <p:blipFill>
          <a:blip xmlns:r="http://schemas.openxmlformats.org/officeDocument/2006/relationships" xmlns:a="http://schemas.openxmlformats.org/drawingml/2006/main" r:embed="Rac58b699b1bc486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279702B-B580-454B-80FD-A75C0C49C00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92698CD-C32F-4C94-8879-8AA56103516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5CC4B98-FA29-4235-BC3B-47932090F745}"/>
              </a:ext>
            </a:extLst>
          </p:cNvPr>
          <p:cNvPicPr>
            <a:picLocks xmlns:a="http://schemas.openxmlformats.org/drawingml/2006/main" noChangeAspect="1"/>
          </p:cNvPicPr>
          <p:nvPr/>
        </p:nvPicPr>
        <p:blipFill>
          <a:blip xmlns:r="http://schemas.openxmlformats.org/officeDocument/2006/relationships" xmlns:a="http://schemas.openxmlformats.org/drawingml/2006/main" r:embed="R03430e097a6c49c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8BDA793E-6C9B-408D-B8E6-F5C5A9C261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72038DA7-B783-4139-B81E-CC8801F95BC2}"/>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1A955E12-98C1-4486-B9BB-EAF986A96C29}"/>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4ED804F1-6FAE-4438-BA6C-B2362FC7C886}"/>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81362990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20EE9C77-AD73-4FAE-81BE-D5573E33743B}"/>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705D2259-AC48-46AE-B796-984367F7E995}"/>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1568CAA-52EA-4538-8CAF-97189DE05A62}"/>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F0F08954-8F9D-4A5C-812A-07F14482A244}"/>
              </a:ext>
            </a:extLst>
          </p:cNvPr>
          <p:cNvPicPr>
            <a:picLocks xmlns:a="http://schemas.openxmlformats.org/drawingml/2006/main" noChangeAspect="1"/>
          </p:cNvPicPr>
          <p:nvPr/>
        </p:nvPicPr>
        <p:blipFill>
          <a:blip xmlns:r="http://schemas.openxmlformats.org/officeDocument/2006/relationships" xmlns:a="http://schemas.openxmlformats.org/drawingml/2006/main" r:embed="Rc2069f166bca4e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1EABA1-8173-433B-B543-4DC13A20909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4024DD-6C74-44CF-AE0F-F4F158B800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D44D858-724D-487D-BC2F-1B268F73841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E94AAE-7EFF-4523-B91E-2496A948BF8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874205E-8E84-43EA-BFBB-824929C2FE4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F833E3D2-F2E0-409C-A1EB-F15C2A671973}"/>
              </a:ext>
            </a:extLst>
          </p:cNvPr>
          <p:cNvPicPr>
            <a:picLocks xmlns:a="http://schemas.openxmlformats.org/drawingml/2006/main" noChangeAspect="1"/>
          </p:cNvPicPr>
          <p:nvPr/>
        </p:nvPicPr>
        <p:blipFill>
          <a:blip xmlns:r="http://schemas.openxmlformats.org/officeDocument/2006/relationships" xmlns:a="http://schemas.openxmlformats.org/drawingml/2006/main" r:embed="R5d3f0fc66aae4c99"/>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AA2F60A-5CFB-418C-83B0-74CD35171869}"/>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EF00ED49-EA9A-4FA5-99DF-4972DB0B7D4D}"/>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72361D73-69C4-4718-8CB8-653D133CB194}"/>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4B6D2A9C-8AD7-44E3-AA83-930F586046D2}"/>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1826604363"/>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0A9F81C5-4EE1-47EA-8891-174086272176}"/>
              </a:ext>
            </a:extLst>
          </p:cNvPr>
          <p:cNvPicPr>
            <a:picLocks xmlns:a="http://schemas.openxmlformats.org/drawingml/2006/main" noChangeAspect="1"/>
          </p:cNvPicPr>
          <p:nvPr/>
        </p:nvPicPr>
        <p:blipFill>
          <a:blip xmlns:r="http://schemas.openxmlformats.org/officeDocument/2006/relationships" xmlns:a="http://schemas.openxmlformats.org/drawingml/2006/main" r:embed="R143cd5efc433435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0BA23D-C4B1-41A9-AE17-C42051AE0E7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E1431C-5D0A-46D7-8670-2B801D289BC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1C60D4E3-7AE5-4359-B986-11B1FA6735C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23EDEB0-3AD6-4DBD-9655-D69EECCABAB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2F71488-B08E-4A8B-ABA0-A8C25BCB7421}"/>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8AF1613E-118A-47E7-A390-3CA605B141B3}"/>
              </a:ext>
            </a:extLst>
          </p:cNvPr>
          <p:cNvPicPr>
            <a:picLocks xmlns:a="http://schemas.openxmlformats.org/drawingml/2006/main" noChangeAspect="1"/>
          </p:cNvPicPr>
          <p:nvPr/>
        </p:nvPicPr>
        <p:blipFill>
          <a:blip xmlns:r="http://schemas.openxmlformats.org/officeDocument/2006/relationships" xmlns:a="http://schemas.openxmlformats.org/drawingml/2006/main" r:embed="Rb40b56fb5a3046a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D78BE27-42C3-4727-BDE0-C475CBB00A2B}"/>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4477A024-85C4-4485-A455-F524DAD13082}"/>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52182BF6-627A-4D37-8470-9C1D45B2EC8D}"/>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2F8994E-C7B4-4BE0-9F5F-60A1D290BA63}"/>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DB30A4C5-DF06-4412-B465-AC254246F3C7}"/>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1A18424C-F958-42AD-81E4-F6ECB3A86971}"/>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5CED6DE5-18CF-4532-89E8-18DCE2825549}"/>
              </a:ext>
            </a:extLst>
          </p:cNvPr>
          <p:cNvPicPr>
            <a:picLocks xmlns:a="http://schemas.openxmlformats.org/drawingml/2006/main" noChangeAspect="1"/>
          </p:cNvPicPr>
          <p:nvPr/>
        </p:nvPicPr>
        <p:blipFill>
          <a:blip xmlns:r="http://schemas.openxmlformats.org/officeDocument/2006/relationships" xmlns:a="http://schemas.openxmlformats.org/drawingml/2006/main" r:embed="R944dfa92cfb641ec"/>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FED16B1E-573A-4E5E-BB82-05C2484921A5}"/>
              </a:ext>
            </a:extLst>
          </p:cNvPr>
          <p:cNvPicPr>
            <a:picLocks xmlns:a="http://schemas.openxmlformats.org/drawingml/2006/main" noChangeAspect="1"/>
          </p:cNvPicPr>
          <p:nvPr/>
        </p:nvPicPr>
        <p:blipFill>
          <a:blip xmlns:r="http://schemas.openxmlformats.org/officeDocument/2006/relationships" xmlns:a="http://schemas.openxmlformats.org/drawingml/2006/main" r:embed="R326cd798892a4585"/>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1254A45-0B26-4AFC-A0AA-22AF41CEB15D}"/>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B89D33F-F786-4D2B-8F7E-AFF0A94C9074}"/>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9FA65EB8-9BB2-4122-AD4A-F6BC296C08BC}"/>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9E62A7EA-F04B-40B0-8DB4-F61608156043}"/>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A812E57B-0B6D-4E15-B9C6-14C6B8813C21}"/>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A2BE2408-4526-4B0E-B005-F1EF83C93A52}"/>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226075C-D99B-44DF-A910-DDE838F6B477}"/>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8D497D12-0EE9-4EFF-BB98-F66C45868171}"/>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43688775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ED15525-9867-43A9-B656-4B212EAF2C84}"/>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72B1B48-AEC4-444B-A539-F94D96B3E3DF}"/>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D4CE557-1E22-4F42-B79B-FA8D11ECA83E}"/>
              </a:ext>
            </a:extLst>
          </p:cNvPr>
          <p:cNvPicPr>
            <a:picLocks xmlns:a="http://schemas.openxmlformats.org/drawingml/2006/main" noChangeAspect="1"/>
          </p:cNvPicPr>
          <p:nvPr/>
        </p:nvPicPr>
        <p:blipFill>
          <a:blip xmlns:r="http://schemas.openxmlformats.org/officeDocument/2006/relationships" xmlns:a="http://schemas.openxmlformats.org/drawingml/2006/main" r:embed="Rd3eac975d2e74c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A50933-E7D5-4CF4-A03D-3D7C47C4FB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869D4A-755C-4F37-AA53-98398AD32DB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0DCE7ABE-41CC-4517-A7DE-AF51D21FB15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8CA236-CB99-4E0F-B324-144AB1ECF71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37133CE4-5BA4-4A9A-83B1-C6B2DA2347D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2D0C0BC0-8A5E-4A38-A72B-ABFBDE92DE6B}"/>
              </a:ext>
            </a:extLst>
          </p:cNvPr>
          <p:cNvPicPr>
            <a:picLocks xmlns:a="http://schemas.openxmlformats.org/drawingml/2006/main" noChangeAspect="1"/>
          </p:cNvPicPr>
          <p:nvPr/>
        </p:nvPicPr>
        <p:blipFill>
          <a:blip xmlns:r="http://schemas.openxmlformats.org/officeDocument/2006/relationships" xmlns:a="http://schemas.openxmlformats.org/drawingml/2006/main" r:embed="R573d8669203c4f5c"/>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20E1680-6423-4088-837B-CA4AB0A2D83C}"/>
              </a:ext>
            </a:extLst>
          </p:cNvPr>
          <p:cNvSpPr>
            <a:spLocks xmlns:a="http://schemas.openxmlformats.org/drawingml/2006/main" noGrp="1"/>
          </p:cNvSpPr>
          <p:nvPr/>
        </p:nvSpPr>
        <p:spPr>
          <a:xfrm xmlns:a="http://schemas.openxmlformats.org/drawingml/2006/main">
            <a:off x="1285875" y="538162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34DC2539-D45F-4B90-B524-C66A9552FB0B}"/>
              </a:ext>
            </a:extLst>
          </p:cNvPr>
          <p:cNvSpPr>
            <a:spLocks xmlns:a="http://schemas.openxmlformats.org/drawingml/2006/main" noGrp="1"/>
          </p:cNvSpPr>
          <p:nvPr/>
        </p:nvSpPr>
        <p:spPr>
          <a:xfrm xmlns:a="http://schemas.openxmlformats.org/drawingml/2006/main">
            <a:off x="13477875" y="538162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9A3EFA2A-2224-4960-BE2B-E91B1C7E45FD}"/>
              </a:ext>
            </a:extLst>
          </p:cNvPr>
          <p:cNvPicPr>
            <a:picLocks xmlns:a="http://schemas.openxmlformats.org/drawingml/2006/main" noChangeAspect="1"/>
          </p:cNvPicPr>
          <p:nvPr/>
        </p:nvPicPr>
        <p:blipFill>
          <a:blip xmlns:r="http://schemas.openxmlformats.org/officeDocument/2006/relationships" xmlns:a="http://schemas.openxmlformats.org/drawingml/2006/main" r:embed="Rce1a5761da134fb8"/>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B5AB31AE-444D-4DD3-862B-3667716D7A37}"/>
              </a:ext>
            </a:extLst>
          </p:cNvPr>
          <p:cNvPicPr>
            <a:picLocks xmlns:a="http://schemas.openxmlformats.org/drawingml/2006/main" noChangeAspect="1"/>
          </p:cNvPicPr>
          <p:nvPr/>
        </p:nvPicPr>
        <p:blipFill>
          <a:blip xmlns:r="http://schemas.openxmlformats.org/officeDocument/2006/relationships" xmlns:a="http://schemas.openxmlformats.org/drawingml/2006/main" r:embed="R3cb622dccfbe447a"/>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2AD0510-AFAD-4B96-A7D5-045BA902823B}"/>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F9DE00E-F460-4C33-9B9D-765846DF0A3D}"/>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8DFCFAA-AA45-41BF-A2D9-86BC8D6C481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81151196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D0685232-8D8C-454E-9747-6FB131601CC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A3D1E351-74A6-4434-A458-842EE69C3A2D}"/>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46961970-6595-4D45-97AC-E4F25C063B01}"/>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8710B6C7-A94F-494F-A4E0-10A899DC5DFD}"/>
              </a:ext>
            </a:extLst>
          </p:cNvPr>
          <p:cNvPicPr>
            <a:picLocks xmlns:a="http://schemas.openxmlformats.org/drawingml/2006/main" noChangeAspect="1"/>
          </p:cNvPicPr>
          <p:nvPr/>
        </p:nvPicPr>
        <p:blipFill>
          <a:blip xmlns:r="http://schemas.openxmlformats.org/officeDocument/2006/relationships" xmlns:a="http://schemas.openxmlformats.org/drawingml/2006/main" r:embed="R76419a21b72044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AA8CE46-FCF1-415D-BD15-7A51811723C5}"/>
              </a:ext>
            </a:extLst>
          </p:cNvPr>
          <p:cNvPicPr>
            <a:picLocks xmlns:a="http://schemas.openxmlformats.org/drawingml/2006/main" noChangeAspect="1"/>
          </p:cNvPicPr>
          <p:nvPr/>
        </p:nvPicPr>
        <p:blipFill>
          <a:blip xmlns:r="http://schemas.openxmlformats.org/officeDocument/2006/relationships" xmlns:a="http://schemas.openxmlformats.org/drawingml/2006/main" r:embed="Rc37a92897fb4481f"/>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35E5A3C7-2765-4A32-9ED2-730445B6FD5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208337552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F114A787-5E83-4381-AA3E-A201370E4873}"/>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F542A636-7343-4AAB-B60F-B902ECE2BBD8}"/>
              </a:ext>
            </a:extLst>
          </p:cNvPr>
          <p:cNvPicPr>
            <a:picLocks xmlns:a="http://schemas.openxmlformats.org/drawingml/2006/main" noChangeAspect="1"/>
          </p:cNvPicPr>
          <p:nvPr/>
        </p:nvPicPr>
        <p:blipFill>
          <a:blip xmlns:r="http://schemas.openxmlformats.org/officeDocument/2006/relationships" xmlns:a="http://schemas.openxmlformats.org/drawingml/2006/main" r:embed="R75da0aaa793044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501FCF-C83A-4EFA-A767-2A2672DBF5C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7362F2-B785-4DCC-ABA4-AEFB7D23579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25A09300-9248-4448-924E-C805447003F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EE16F6-E3A4-49CF-BC7B-12A4181D133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CDCBFAE-D0A4-47F5-B8DD-9FCBCD69C0E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2072B614-09C7-4D5E-B071-4A64194C8592}"/>
              </a:ext>
            </a:extLst>
          </p:cNvPr>
          <p:cNvPicPr>
            <a:picLocks xmlns:a="http://schemas.openxmlformats.org/drawingml/2006/main" noChangeAspect="1"/>
          </p:cNvPicPr>
          <p:nvPr/>
        </p:nvPicPr>
        <p:blipFill>
          <a:blip xmlns:r="http://schemas.openxmlformats.org/officeDocument/2006/relationships" xmlns:a="http://schemas.openxmlformats.org/drawingml/2006/main" r:embed="Rebe765f9652540d3"/>
          <a:stretch xmlns:a="http://schemas.openxmlformats.org/drawingml/2006/main"/>
        </p:blipFill>
        <p:spPr>
          <a:xfrm xmlns:a="http://schemas.openxmlformats.org/drawingml/2006/main">
            <a:off x="4087237" y="4750793"/>
            <a:ext cx="10113525" cy="594913"/>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39D710E-EE84-48B9-BC7B-5314332079B3}"/>
              </a:ext>
            </a:extLst>
          </p:cNvPr>
          <p:cNvPicPr>
            <a:picLocks xmlns:a="http://schemas.openxmlformats.org/drawingml/2006/main" noChangeAspect="1"/>
          </p:cNvPicPr>
          <p:nvPr/>
        </p:nvPicPr>
        <p:blipFill>
          <a:blip xmlns:r="http://schemas.openxmlformats.org/officeDocument/2006/relationships" xmlns:a="http://schemas.openxmlformats.org/drawingml/2006/main" r:embed="Re6112f375b634a8a"/>
          <a:stretch xmlns:a="http://schemas.openxmlformats.org/drawingml/2006/main"/>
        </p:blipFill>
        <p:spPr>
          <a:xfrm xmlns:a="http://schemas.openxmlformats.org/drawingml/2006/main">
            <a:off x="3492324" y="5838129"/>
            <a:ext cx="11303352" cy="61099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0B8CAC0-D435-4B72-8A0D-5B7EEA9C9FC3}"/>
              </a:ext>
            </a:extLst>
          </p:cNvPr>
          <p:cNvPicPr>
            <a:picLocks xmlns:a="http://schemas.openxmlformats.org/drawingml/2006/main" noChangeAspect="1"/>
          </p:cNvPicPr>
          <p:nvPr/>
        </p:nvPicPr>
        <p:blipFill>
          <a:blip xmlns:r="http://schemas.openxmlformats.org/officeDocument/2006/relationships" xmlns:a="http://schemas.openxmlformats.org/drawingml/2006/main" r:embed="R26b8c5f175434162"/>
          <a:stretch xmlns:a="http://schemas.openxmlformats.org/drawingml/2006/main"/>
        </p:blipFill>
        <p:spPr>
          <a:xfrm xmlns:a="http://schemas.openxmlformats.org/drawingml/2006/main">
            <a:off x="4087237" y="7179668"/>
            <a:ext cx="10113525" cy="5949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C94B174-1E13-4407-85EB-988426FD5E09}"/>
              </a:ext>
            </a:extLst>
          </p:cNvPr>
          <p:cNvPicPr>
            <a:picLocks xmlns:a="http://schemas.openxmlformats.org/drawingml/2006/main" noChangeAspect="1"/>
          </p:cNvPicPr>
          <p:nvPr/>
        </p:nvPicPr>
        <p:blipFill>
          <a:blip xmlns:r="http://schemas.openxmlformats.org/officeDocument/2006/relationships" xmlns:a="http://schemas.openxmlformats.org/drawingml/2006/main" r:embed="R16f15e15b25a43a7"/>
          <a:stretch xmlns:a="http://schemas.openxmlformats.org/drawingml/2006/main"/>
        </p:blipFill>
        <p:spPr>
          <a:xfrm xmlns:a="http://schemas.openxmlformats.org/drawingml/2006/main">
            <a:off x="6786892" y="8477250"/>
            <a:ext cx="4714215" cy="809625"/>
          </a:xfrm>
          <a:prstGeom xmlns:a="http://schemas.openxmlformats.org/drawingml/2006/main" prst="rect">
            <a:avLst/>
          </a:prstGeom>
        </p:spPr>
      </p:pic>
    </p:spTree>
    <p:extLst>
      <p:ext uri="{BB962C8B-B14F-4D97-AF65-F5344CB8AC3E}">
        <p14:creationId xmlns:p14="http://schemas.microsoft.com/office/powerpoint/2010/main" val="1322139232"/>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8BBBC8A-F939-4B96-97B0-D3006F6E68EB}"/>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967F647-DA41-411E-AFA2-DB66CEFA82BF}"/>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6208323-DFD4-42D9-8BDF-354B7002CC2B}"/>
              </a:ext>
            </a:extLst>
          </p:cNvPr>
          <p:cNvPicPr>
            <a:picLocks xmlns:a="http://schemas.openxmlformats.org/drawingml/2006/main" noChangeAspect="1"/>
          </p:cNvPicPr>
          <p:nvPr/>
        </p:nvPicPr>
        <p:blipFill>
          <a:blip xmlns:r="http://schemas.openxmlformats.org/officeDocument/2006/relationships" xmlns:a="http://schemas.openxmlformats.org/drawingml/2006/main" r:embed="Rd8191ed448a94c3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1794BA-C030-4A40-9E8D-CF316FB84F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874003-8C1E-40ED-917D-FA48918834B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6B3E15E-DDFE-451E-A572-E96CBAE7E0F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5F53F9-9064-49C0-95DC-67C8199DD13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F97F3A5-BAD2-4B35-8B54-B56E3C9F89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CF1E8102-2104-4AF2-A808-FD557BC4EB0F}"/>
              </a:ext>
            </a:extLst>
          </p:cNvPr>
          <p:cNvPicPr>
            <a:picLocks xmlns:a="http://schemas.openxmlformats.org/drawingml/2006/main" noChangeAspect="1"/>
          </p:cNvPicPr>
          <p:nvPr/>
        </p:nvPicPr>
        <p:blipFill>
          <a:blip xmlns:r="http://schemas.openxmlformats.org/officeDocument/2006/relationships" xmlns:a="http://schemas.openxmlformats.org/drawingml/2006/main" r:embed="R44bda307f6b04d04"/>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885C7C0-27BC-4A91-BB3C-5F08928D67E7}"/>
              </a:ext>
            </a:extLst>
          </p:cNvPr>
          <p:cNvPicPr>
            <a:picLocks xmlns:a="http://schemas.openxmlformats.org/drawingml/2006/main" noChangeAspect="1"/>
          </p:cNvPicPr>
          <p:nvPr/>
        </p:nvPicPr>
        <p:blipFill>
          <a:blip xmlns:r="http://schemas.openxmlformats.org/officeDocument/2006/relationships" xmlns:a="http://schemas.openxmlformats.org/drawingml/2006/main" r:embed="R1867c920ebca445d"/>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7B97873-A076-45C7-8DC7-0336318ECC82}"/>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D17455C1-0080-4368-B098-FE650D59232C}"/>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9A843E9F-9D99-4827-8063-DBDECAE79E36}"/>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347748240"/>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EE98316-180C-4916-8E1C-B04C36E897D3}"/>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7F97985B-C297-4C78-84AF-D5F223BD588F}"/>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7BA1E40-93ED-40CC-9FC4-F015181B2652}"/>
              </a:ext>
            </a:extLst>
          </p:cNvPr>
          <p:cNvPicPr>
            <a:picLocks xmlns:a="http://schemas.openxmlformats.org/drawingml/2006/main" noChangeAspect="1"/>
          </p:cNvPicPr>
          <p:nvPr/>
        </p:nvPicPr>
        <p:blipFill>
          <a:blip xmlns:r="http://schemas.openxmlformats.org/officeDocument/2006/relationships" xmlns:a="http://schemas.openxmlformats.org/drawingml/2006/main" r:embed="R0128a0b268e14ca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F72CE2-2E9E-4975-811D-9B9C8EBB6F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E010873-42BB-4137-A604-9351F670084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6743F131-BFF6-47CF-B885-5F4993685B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3CE2468-87AB-4781-9CD2-66C991E55B5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0208590-7634-4269-AE8D-2403728DF3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006FEC8-2E42-4F55-917F-4EC9E2E56483}"/>
              </a:ext>
            </a:extLst>
          </p:cNvPr>
          <p:cNvPicPr>
            <a:picLocks xmlns:a="http://schemas.openxmlformats.org/drawingml/2006/main" noChangeAspect="1"/>
          </p:cNvPicPr>
          <p:nvPr/>
        </p:nvPicPr>
        <p:blipFill>
          <a:blip xmlns:r="http://schemas.openxmlformats.org/officeDocument/2006/relationships" xmlns:a="http://schemas.openxmlformats.org/drawingml/2006/main" r:embed="R4a290adc076e4d37"/>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B1D41F9-558B-4161-8DCC-CE9426911E42}"/>
              </a:ext>
            </a:extLst>
          </p:cNvPr>
          <p:cNvPicPr>
            <a:picLocks xmlns:a="http://schemas.openxmlformats.org/drawingml/2006/main" noChangeAspect="1"/>
          </p:cNvPicPr>
          <p:nvPr/>
        </p:nvPicPr>
        <p:blipFill>
          <a:blip xmlns:r="http://schemas.openxmlformats.org/officeDocument/2006/relationships" xmlns:a="http://schemas.openxmlformats.org/drawingml/2006/main" r:embed="R7ce69205315747e6"/>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A0AD2C0-07E2-4EEC-AD2D-709B9E6F1747}"/>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B0AD9FC7-269B-45A0-97B6-1059230A6CC1}"/>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827D0C24-A00A-40E7-B0BF-02042958ABF8}"/>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44715942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B75FDEE6-0CB6-4594-8350-6BA3F627F891}"/>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F013357F-6934-4FED-B099-63CC9ACE935A}"/>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FCFC3016-06B3-46EC-A589-0DCB1BE1F88A}"/>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BFE461C5-5D86-48F3-B6E2-A2A90D7B8BCB}"/>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01D5BC17-CE71-42C9-A6B6-1612AD5EAB44}"/>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6E060261-D888-480F-B476-B49D80B1026B}"/>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37821017-071F-4191-9652-F7B898548CDB}"/>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9EA78A32-D5B9-40E0-AFEA-0BC925845598}"/>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47E2F798-231B-45FF-964A-777047ABB947}"/>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4CF75DE4-410F-4896-8C90-3BD567FB556E}"/>
              </a:ext>
            </a:extLst>
          </p:cNvPr>
          <p:cNvPicPr>
            <a:picLocks xmlns:a="http://schemas.openxmlformats.org/drawingml/2006/main" noChangeAspect="1"/>
          </p:cNvPicPr>
          <p:nvPr/>
        </p:nvPicPr>
        <p:blipFill>
          <a:blip xmlns:r="http://schemas.openxmlformats.org/officeDocument/2006/relationships" xmlns:a="http://schemas.openxmlformats.org/drawingml/2006/main" r:embed="Rebc0bbf67d774a6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5C97C7-53F4-4905-BC63-93515911E99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A398E1E-8334-404F-84E9-BAA07E9DABD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8F14BCB9-8263-40D7-B4D1-2AEF0CDD2F8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84989E-541A-4B7D-83BD-1449BAF004F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DED116E-5F43-4491-B02A-D1DC43F7A7F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B54D4028-06F6-4C59-ACD5-E0AE9644687A}"/>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DB0284D9-3FC9-4F26-BE4A-786927F1F8AA}"/>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7677C76B-40F1-4450-B572-A85132EF737B}"/>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95FEE1D5-2ABD-408A-A76A-45906C75274F}"/>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16CFF545-451C-4C6E-B43F-D1CD89FC442B}"/>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C42384B0-93C8-45E2-81B7-CFF02675E6DD}"/>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1F260644-AD45-4EF4-9572-B7849088188A}"/>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AA7F790B-54E4-41E9-86DF-4701E82C2BCD}"/>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5943D622-607E-4782-BD37-2DFAC08B6BCC}"/>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77D97FA9-F58C-424F-965E-272E0CC30009}"/>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978D452C-8A40-42EA-8A6B-5C5CAC7B7325}"/>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4519CAB2-F628-40EF-92F0-D94BBE42EB8A}"/>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26778202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B881DA5-68C5-4BF9-9F69-57EC9C70B0E4}"/>
              </a:ext>
            </a:extLst>
          </p:cNvPr>
          <p:cNvPicPr>
            <a:picLocks xmlns:a="http://schemas.openxmlformats.org/drawingml/2006/main" noChangeAspect="1"/>
          </p:cNvPicPr>
          <p:nvPr/>
        </p:nvPicPr>
        <p:blipFill>
          <a:blip xmlns:r="http://schemas.openxmlformats.org/officeDocument/2006/relationships" xmlns:a="http://schemas.openxmlformats.org/drawingml/2006/main" r:embed="Rcb346b7bcb5e40f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FBED0F7-77A5-426A-8A46-B230D96E021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64B18E7-6DCF-4BCB-846D-B7D228EE598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ACF1D92-8988-4EFD-8CF8-368EC87F03A3}"/>
              </a:ext>
            </a:extLst>
          </p:cNvPr>
          <p:cNvPicPr>
            <a:picLocks xmlns:a="http://schemas.openxmlformats.org/drawingml/2006/main" noChangeAspect="1"/>
          </p:cNvPicPr>
          <p:nvPr/>
        </p:nvPicPr>
        <p:blipFill>
          <a:blip xmlns:r="http://schemas.openxmlformats.org/officeDocument/2006/relationships" xmlns:a="http://schemas.openxmlformats.org/drawingml/2006/main" r:embed="R0ffd5bbbd4be422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2EE6618-B6ED-4325-9F85-3C9CC70D3F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F529831-AB6B-4259-98CA-299914B6BB76}"/>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364EE9D1-7986-4CDF-AF27-C92A75BE0DC1}"/>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8D11C223-E176-4B66-BC0D-7A452B47C5C0}"/>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331004548"/>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6C6D810-41EE-4DC7-B322-372B68751CE8}"/>
              </a:ext>
            </a:extLst>
          </p:cNvPr>
          <p:cNvPicPr>
            <a:picLocks xmlns:a="http://schemas.openxmlformats.org/drawingml/2006/main" noChangeAspect="1"/>
          </p:cNvPicPr>
          <p:nvPr/>
        </p:nvPicPr>
        <p:blipFill>
          <a:blip xmlns:r="http://schemas.openxmlformats.org/officeDocument/2006/relationships" xmlns:a="http://schemas.openxmlformats.org/drawingml/2006/main" r:embed="Rf6a308f49530445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969970C2-6F85-46D4-9984-6C4889BF3209}"/>
              </a:ext>
            </a:extLst>
          </p:cNvPr>
          <p:cNvPicPr>
            <a:picLocks xmlns:a="http://schemas.openxmlformats.org/drawingml/2006/main" noChangeAspect="1"/>
          </p:cNvPicPr>
          <p:nvPr/>
        </p:nvPicPr>
        <p:blipFill>
          <a:blip xmlns:r="http://schemas.openxmlformats.org/officeDocument/2006/relationships" xmlns:a="http://schemas.openxmlformats.org/drawingml/2006/main" r:embed="R5c85b1a66ea244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CF1F51-E8CD-4371-9FF6-2FFEF41A912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248096-B5C9-44F8-8A2B-48F116561DF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3ADC85E-BFF4-46DE-9D9D-E8798FDBD736}"/>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A0DC24-52E6-4E78-B4B2-621C37B13FF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82EBC5A4-9471-4847-8015-F358FD92A7F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F4E0E614-6B49-4F95-8221-8A256D9FC901}"/>
              </a:ext>
            </a:extLst>
          </p:cNvPr>
          <p:cNvPicPr>
            <a:picLocks xmlns:a="http://schemas.openxmlformats.org/drawingml/2006/main" noChangeAspect="1"/>
          </p:cNvPicPr>
          <p:nvPr/>
        </p:nvPicPr>
        <p:blipFill>
          <a:blip xmlns:r="http://schemas.openxmlformats.org/officeDocument/2006/relationships" xmlns:a="http://schemas.openxmlformats.org/drawingml/2006/main" r:embed="R435750d79b4c4af5"/>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B23099F4-9494-4F36-A377-237CBA62E7C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EB9E7B0-4E2B-4555-AF9A-4A6BDBCAFA97}"/>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9AB8161A-7259-433A-B233-AD7FE5C73ECB}"/>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306810D9-5AE1-4813-8D26-1D4FE33A1A28}"/>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2BB80B73-DE2F-4B88-9D14-7B2951BA1064}"/>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0288808E-5E56-4F7C-AD62-54294029677C}"/>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7A0509CD-AF06-4CC3-8AF6-86A8C9738681}"/>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BBD3D90-1AC8-4968-8447-D2871E140FC1}"/>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147498A8-BE21-4856-A426-0C11404AF7C5}"/>
              </a:ext>
            </a:extLst>
          </p:cNvPr>
          <p:cNvSpPr>
            <a:spLocks xmlns:a="http://schemas.openxmlformats.org/drawingml/2006/main" noGrp="1"/>
          </p:cNvSpPr>
          <p:nvPr/>
        </p:nvSpPr>
        <p:spPr>
          <a:xfrm xmlns:a="http://schemas.openxmlformats.org/drawingml/2006/main">
            <a:off x="214312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127569DD-C494-46F7-863B-7C14F683B2B8}"/>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2E650751-4DDE-43DF-8042-AB74DF101664}"/>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4661A70B-63D7-4925-910D-B1AC14D3464F}"/>
              </a:ext>
            </a:extLst>
          </p:cNvPr>
          <p:cNvSpPr>
            <a:spLocks xmlns:a="http://schemas.openxmlformats.org/drawingml/2006/main" noGrp="1"/>
          </p:cNvSpPr>
          <p:nvPr/>
        </p:nvSpPr>
        <p:spPr>
          <a:xfrm xmlns:a="http://schemas.openxmlformats.org/drawingml/2006/main">
            <a:off x="1023937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534576431"/>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BC27D03-289D-4D63-A047-6E6CFD8ABF47}"/>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EDD28C4-A692-418F-8693-205167DF11BD}"/>
              </a:ext>
            </a:extLst>
          </p:cNvPr>
          <p:cNvPicPr>
            <a:picLocks xmlns:a="http://schemas.openxmlformats.org/drawingml/2006/main" noChangeAspect="1"/>
          </p:cNvPicPr>
          <p:nvPr/>
        </p:nvPicPr>
        <p:blipFill>
          <a:blip xmlns:r="http://schemas.openxmlformats.org/officeDocument/2006/relationships" xmlns:a="http://schemas.openxmlformats.org/drawingml/2006/main" r:embed="Rab944aecc43f4a1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E7CADF-2CFD-43A0-BE58-6B5C9357EC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F7A0EB-57E9-4156-BF25-A4F8E38ED77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67B85741-2E9B-497F-AC04-C17F5B32C89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EF2F56D-1C83-46FD-8611-96238E393A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96A6B4B-DA67-4131-A12C-26CDF9B33F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485EDCED-A313-4CCB-BE87-E6AED4E19A8E}"/>
              </a:ext>
            </a:extLst>
          </p:cNvPr>
          <p:cNvPicPr>
            <a:picLocks xmlns:a="http://schemas.openxmlformats.org/drawingml/2006/main" noChangeAspect="1"/>
          </p:cNvPicPr>
          <p:nvPr/>
        </p:nvPicPr>
        <p:blipFill>
          <a:blip xmlns:r="http://schemas.openxmlformats.org/officeDocument/2006/relationships" xmlns:a="http://schemas.openxmlformats.org/drawingml/2006/main" r:embed="Rba1f4a29adb3443c"/>
          <a:stretch xmlns:a="http://schemas.openxmlformats.org/drawingml/2006/main"/>
        </p:blipFill>
        <p:spPr>
          <a:xfrm xmlns:a="http://schemas.openxmlformats.org/drawingml/2006/main">
            <a:off x="4933613" y="4857750"/>
            <a:ext cx="8420774" cy="857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E6DA8B7-B07B-4233-9DC8-9CEB058C9FC7}"/>
              </a:ext>
            </a:extLst>
          </p:cNvPr>
          <p:cNvPicPr>
            <a:picLocks xmlns:a="http://schemas.openxmlformats.org/drawingml/2006/main" noChangeAspect="1"/>
          </p:cNvPicPr>
          <p:nvPr/>
        </p:nvPicPr>
        <p:blipFill>
          <a:blip xmlns:r="http://schemas.openxmlformats.org/officeDocument/2006/relationships" xmlns:a="http://schemas.openxmlformats.org/drawingml/2006/main" r:embed="Re469b4ec39304d7c"/>
          <a:stretch xmlns:a="http://schemas.openxmlformats.org/drawingml/2006/main"/>
        </p:blipFill>
        <p:spPr>
          <a:xfrm xmlns:a="http://schemas.openxmlformats.org/drawingml/2006/main">
            <a:off x="4345676" y="6946928"/>
            <a:ext cx="9596648" cy="58414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DCCB307-3B2C-4A33-B3C2-B4301827B5FF}"/>
              </a:ext>
            </a:extLst>
          </p:cNvPr>
          <p:cNvPicPr>
            <a:picLocks xmlns:a="http://schemas.openxmlformats.org/drawingml/2006/main" noChangeAspect="1"/>
          </p:cNvPicPr>
          <p:nvPr/>
        </p:nvPicPr>
        <p:blipFill>
          <a:blip xmlns:r="http://schemas.openxmlformats.org/officeDocument/2006/relationships" xmlns:a="http://schemas.openxmlformats.org/drawingml/2006/main" r:embed="Rf4c558c981c743e7"/>
          <a:stretch xmlns:a="http://schemas.openxmlformats.org/drawingml/2006/main"/>
        </p:blipFill>
        <p:spPr>
          <a:xfrm xmlns:a="http://schemas.openxmlformats.org/drawingml/2006/main">
            <a:off x="4345676" y="7810500"/>
            <a:ext cx="9596648"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14C614E-2CEC-4532-A5EB-2FAFB43EEF80}"/>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50BA120C-C642-44BD-8C2F-5D8838603819}"/>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552220988"/>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0E70D2A-854A-4916-A4F3-3A0DE2C2422A}"/>
              </a:ext>
            </a:extLst>
          </p:cNvPr>
          <p:cNvPicPr>
            <a:picLocks xmlns:a="http://schemas.openxmlformats.org/drawingml/2006/main" noChangeAspect="1"/>
          </p:cNvPicPr>
          <p:nvPr/>
        </p:nvPicPr>
        <p:blipFill>
          <a:blip xmlns:r="http://schemas.openxmlformats.org/officeDocument/2006/relationships" xmlns:a="http://schemas.openxmlformats.org/drawingml/2006/main" r:embed="Ra76f67980757454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23F91A-1A7D-40F5-B17A-2062D2611E8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4E8055-1DF0-4B93-84D8-8BA87AF8369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663671C-88A4-484A-900A-C7D4042B780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7551EB-2016-4B15-BA02-D0214482456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A2F280E-BAA3-4A38-951B-9FC0741722C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FF7F508-2AA3-4F2A-B554-6543D6556918}"/>
              </a:ext>
            </a:extLst>
          </p:cNvPr>
          <p:cNvPicPr>
            <a:picLocks xmlns:a="http://schemas.openxmlformats.org/drawingml/2006/main" noChangeAspect="1"/>
          </p:cNvPicPr>
          <p:nvPr/>
        </p:nvPicPr>
        <p:blipFill>
          <a:blip xmlns:r="http://schemas.openxmlformats.org/officeDocument/2006/relationships" xmlns:a="http://schemas.openxmlformats.org/drawingml/2006/main" r:embed="Ree98c2c60bf0448a"/>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03C8968-4AD1-475F-A693-158EBF2F7F43}"/>
              </a:ext>
            </a:extLst>
          </p:cNvPr>
          <p:cNvPicPr>
            <a:picLocks xmlns:a="http://schemas.openxmlformats.org/drawingml/2006/main" noChangeAspect="1"/>
          </p:cNvPicPr>
          <p:nvPr/>
        </p:nvPicPr>
        <p:blipFill>
          <a:blip xmlns:r="http://schemas.openxmlformats.org/officeDocument/2006/relationships" xmlns:a="http://schemas.openxmlformats.org/drawingml/2006/main" r:embed="R69b290fcb18f4d65"/>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7E9B830-6569-43B0-832E-0A865B1144CC}"/>
              </a:ext>
            </a:extLst>
          </p:cNvPr>
          <p:cNvSpPr>
            <a:spLocks xmlns:a="http://schemas.openxmlformats.org/drawingml/2006/main" noGrp="1"/>
          </p:cNvSpPr>
          <p:nvPr/>
        </p:nvSpPr>
        <p:spPr>
          <a:xfrm xmlns:a="http://schemas.openxmlformats.org/drawingml/2006/main">
            <a:off x="2667000" y="7667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635518249"/>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6DAF0B4F-DEA0-4490-8348-203990D027CD}"/>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BA999E4-10B0-4DBD-881D-89FEC94E7ED9}"/>
              </a:ext>
            </a:extLst>
          </p:cNvPr>
          <p:cNvPicPr>
            <a:picLocks xmlns:a="http://schemas.openxmlformats.org/drawingml/2006/main" noChangeAspect="1"/>
          </p:cNvPicPr>
          <p:nvPr/>
        </p:nvPicPr>
        <p:blipFill>
          <a:blip xmlns:r="http://schemas.openxmlformats.org/officeDocument/2006/relationships" xmlns:a="http://schemas.openxmlformats.org/drawingml/2006/main" r:embed="R47c4f7dce7ca4e3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A462C9-6F09-4498-8BE5-2336D32B8F8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95919F-8717-49FE-8BBC-32DB9E7F1D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F99B3661-8174-45F0-BB44-15E4D237C1D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523A92-56CC-4AE7-A371-5C69A519C3B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121F420-7A25-425B-82A5-175BB6A6BC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5EA5C0BA-09A9-4BF0-9E2C-282D15B92CD9}"/>
              </a:ext>
            </a:extLst>
          </p:cNvPr>
          <p:cNvPicPr>
            <a:picLocks xmlns:a="http://schemas.openxmlformats.org/drawingml/2006/main" noChangeAspect="1"/>
          </p:cNvPicPr>
          <p:nvPr/>
        </p:nvPicPr>
        <p:blipFill>
          <a:blip xmlns:r="http://schemas.openxmlformats.org/officeDocument/2006/relationships" xmlns:a="http://schemas.openxmlformats.org/drawingml/2006/main" r:embed="Raed048e3e1584f23"/>
          <a:stretch xmlns:a="http://schemas.openxmlformats.org/drawingml/2006/main"/>
        </p:blipFill>
        <p:spPr>
          <a:xfrm xmlns:a="http://schemas.openxmlformats.org/drawingml/2006/main">
            <a:off x="4345676" y="4851428"/>
            <a:ext cx="9596648" cy="584144"/>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A22FA42-E7C6-4F8E-A16A-1801446B27DF}"/>
              </a:ext>
            </a:extLst>
          </p:cNvPr>
          <p:cNvPicPr>
            <a:picLocks xmlns:a="http://schemas.openxmlformats.org/drawingml/2006/main" noChangeAspect="1"/>
          </p:cNvPicPr>
          <p:nvPr/>
        </p:nvPicPr>
        <p:blipFill>
          <a:blip xmlns:r="http://schemas.openxmlformats.org/officeDocument/2006/relationships" xmlns:a="http://schemas.openxmlformats.org/drawingml/2006/main" r:embed="R521c47e35b99453b"/>
          <a:stretch xmlns:a="http://schemas.openxmlformats.org/drawingml/2006/main"/>
        </p:blipFill>
        <p:spPr>
          <a:xfrm xmlns:a="http://schemas.openxmlformats.org/drawingml/2006/main">
            <a:off x="4345676" y="5953125"/>
            <a:ext cx="9596648" cy="8572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69E89E0-143C-4A91-A2E8-CD6259FD6F21}"/>
              </a:ext>
            </a:extLst>
          </p:cNvPr>
          <p:cNvPicPr>
            <a:picLocks xmlns:a="http://schemas.openxmlformats.org/drawingml/2006/main" noChangeAspect="1"/>
          </p:cNvPicPr>
          <p:nvPr/>
        </p:nvPicPr>
        <p:blipFill>
          <a:blip xmlns:r="http://schemas.openxmlformats.org/officeDocument/2006/relationships" xmlns:a="http://schemas.openxmlformats.org/drawingml/2006/main" r:embed="R0a10b3612dce4c74"/>
          <a:stretch xmlns:a="http://schemas.openxmlformats.org/drawingml/2006/main"/>
        </p:blipFill>
        <p:spPr>
          <a:xfrm xmlns:a="http://schemas.openxmlformats.org/drawingml/2006/main">
            <a:off x="6590945" y="7786447"/>
            <a:ext cx="5106110" cy="1238732"/>
          </a:xfrm>
          <a:prstGeom xmlns:a="http://schemas.openxmlformats.org/drawingml/2006/main" prst="rect">
            <a:avLst/>
          </a:prstGeom>
        </p:spPr>
      </p:pic>
    </p:spTree>
    <p:extLst>
      <p:ext uri="{BB962C8B-B14F-4D97-AF65-F5344CB8AC3E}">
        <p14:creationId xmlns:p14="http://schemas.microsoft.com/office/powerpoint/2010/main" val="748935510"/>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B99476A-3E6C-436F-BDC9-0327037B0678}"/>
              </a:ext>
            </a:extLst>
          </p:cNvPr>
          <p:cNvPicPr>
            <a:picLocks xmlns:a="http://schemas.openxmlformats.org/drawingml/2006/main" noChangeAspect="1"/>
          </p:cNvPicPr>
          <p:nvPr/>
        </p:nvPicPr>
        <p:blipFill>
          <a:blip xmlns:r="http://schemas.openxmlformats.org/officeDocument/2006/relationships" xmlns:a="http://schemas.openxmlformats.org/drawingml/2006/main" r:embed="R3bd06310de6147d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DFA568F4-BF95-406F-9130-ACBEFB4E9213}"/>
              </a:ext>
            </a:extLst>
          </p:cNvPr>
          <p:cNvPicPr>
            <a:picLocks xmlns:a="http://schemas.openxmlformats.org/drawingml/2006/main" noChangeAspect="1"/>
          </p:cNvPicPr>
          <p:nvPr/>
        </p:nvPicPr>
        <p:blipFill>
          <a:blip xmlns:r="http://schemas.openxmlformats.org/officeDocument/2006/relationships" xmlns:a="http://schemas.openxmlformats.org/drawingml/2006/main" r:embed="R2f0c14b6fe494c3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7D17D6-2E5D-4C12-A668-6A047533D8F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40EB9C9-987D-48FE-8EBF-084B47EAC89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817CF7A-F4BA-40FF-A65B-980AB6BFB6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710770-718A-46E8-B003-83DF1DF626B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A80CDC7-C872-43EE-B05F-E7983E5D883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4796E57-D59A-4619-9BA8-43ED2484398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A0F46ACB-4637-4700-B8BD-E3ABFECA8A94}"/>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54BB4232-558D-4772-9BAB-E4B4280733B3}"/>
              </a:ext>
            </a:extLst>
          </p:cNvPr>
          <p:cNvPicPr>
            <a:picLocks xmlns:a="http://schemas.openxmlformats.org/drawingml/2006/main" noChangeAspect="1"/>
          </p:cNvPicPr>
          <p:nvPr/>
        </p:nvPicPr>
        <p:blipFill>
          <a:blip xmlns:r="http://schemas.openxmlformats.org/officeDocument/2006/relationships" xmlns:a="http://schemas.openxmlformats.org/drawingml/2006/main" r:embed="R2523ffb16bf546a9"/>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C1EDA07B-F81B-405D-94D0-5F8C5BB7806C}"/>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9C4E739-4A95-4BC1-981D-4A7EBFB7E6F6}"/>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002DAFE6-EC2F-4F7E-9C8E-6410A172C017}"/>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C8F394AA-FCDA-4B0B-AC5E-13928D95699F}"/>
              </a:ext>
            </a:extLst>
          </p:cNvPr>
          <p:cNvPicPr>
            <a:picLocks xmlns:a="http://schemas.openxmlformats.org/drawingml/2006/main" noChangeAspect="1"/>
          </p:cNvPicPr>
          <p:nvPr/>
        </p:nvPicPr>
        <p:blipFill>
          <a:blip xmlns:r="http://schemas.openxmlformats.org/officeDocument/2006/relationships" xmlns:a="http://schemas.openxmlformats.org/drawingml/2006/main" r:embed="Rff9ac70a698849ea"/>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207459082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B6C55B52-0FBD-43DF-A2D3-71A9E6C66B50}"/>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737A162-9039-4C65-9329-DA4FDB2DB967}"/>
              </a:ext>
            </a:extLst>
          </p:cNvPr>
          <p:cNvPicPr>
            <a:picLocks xmlns:a="http://schemas.openxmlformats.org/drawingml/2006/main" noChangeAspect="1"/>
          </p:cNvPicPr>
          <p:nvPr/>
        </p:nvPicPr>
        <p:blipFill>
          <a:blip xmlns:r="http://schemas.openxmlformats.org/officeDocument/2006/relationships" xmlns:a="http://schemas.openxmlformats.org/drawingml/2006/main" r:embed="Reccfaaa940d446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EEF43C-8B5E-4DA8-A3E4-67A91E1B142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AFB3F4-A272-4049-81C0-F981DE33AEB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0E6E858-D50E-431E-BE57-2D82FF1EC97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35369F-0EC1-47E6-BDDC-3C230BF1A48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0E67E34-A7AE-4A3E-AB91-645973360FE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9EEFA496-35C1-4EA2-9EFC-4CF17ECAE9D0}"/>
              </a:ext>
            </a:extLst>
          </p:cNvPr>
          <p:cNvPicPr>
            <a:picLocks xmlns:a="http://schemas.openxmlformats.org/drawingml/2006/main" noChangeAspect="1"/>
          </p:cNvPicPr>
          <p:nvPr/>
        </p:nvPicPr>
        <p:blipFill>
          <a:blip xmlns:r="http://schemas.openxmlformats.org/officeDocument/2006/relationships" xmlns:a="http://schemas.openxmlformats.org/drawingml/2006/main" r:embed="R746e5ae985dc4bb0"/>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2CD3DD4-5A39-4892-9DA0-2C897FDC8D6C}"/>
              </a:ext>
            </a:extLst>
          </p:cNvPr>
          <p:cNvPicPr>
            <a:picLocks xmlns:a="http://schemas.openxmlformats.org/drawingml/2006/main" noChangeAspect="1"/>
          </p:cNvPicPr>
          <p:nvPr/>
        </p:nvPicPr>
        <p:blipFill>
          <a:blip xmlns:r="http://schemas.openxmlformats.org/officeDocument/2006/relationships" xmlns:a="http://schemas.openxmlformats.org/drawingml/2006/main" r:embed="R038f8e4a68ab4d6a"/>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C704F66-BC53-4D1E-B9AD-5495A764E375}"/>
              </a:ext>
            </a:extLst>
          </p:cNvPr>
          <p:cNvPicPr>
            <a:picLocks xmlns:a="http://schemas.openxmlformats.org/drawingml/2006/main" noChangeAspect="1"/>
          </p:cNvPicPr>
          <p:nvPr/>
        </p:nvPicPr>
        <p:blipFill>
          <a:blip xmlns:r="http://schemas.openxmlformats.org/officeDocument/2006/relationships" xmlns:a="http://schemas.openxmlformats.org/drawingml/2006/main" r:embed="R32c73021e682431c"/>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0762E336-5CD8-44A4-9604-47B4CAAC1270}"/>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F3D0B034-01AF-486C-BFE3-D69D5F8D91E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00136741"/>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2" name="레퍼런스 내용 영역">
            <a:extLst xmlns:a="http://schemas.openxmlformats.org/drawingml/2006/main">
              <a:ext uri="{FF2B5EF4-FFF2-40B4-BE49-F238E27FC236}">
                <a16:creationId xmlns:a16="http://schemas.microsoft.com/office/drawing/2014/main" id="{4CCFA0D7-3DEF-468F-8794-CCBF36F52370}"/>
              </a:ext>
            </a:extLst>
          </p:cNvPr>
          <p:cNvSpPr>
            <a:spLocks xmlns:a="http://schemas.openxmlformats.org/drawingml/2006/main" noGrp="1"/>
          </p:cNvSpPr>
          <p:nvPr/>
        </p:nvSpPr>
        <p:spPr>
          <a:xfrm xmlns:a="http://schemas.openxmlformats.org/drawingml/2006/main">
            <a:off x="13335000"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B7BB2656-9A3A-44C6-808B-A18ACF60CCC1}"/>
              </a:ext>
            </a:extLst>
          </p:cNvPr>
          <p:cNvSpPr>
            <a:spLocks xmlns:a="http://schemas.openxmlformats.org/drawingml/2006/main" noGrp="1"/>
          </p:cNvSpPr>
          <p:nvPr/>
        </p:nvSpPr>
        <p:spPr>
          <a:xfrm xmlns:a="http://schemas.openxmlformats.org/drawingml/2006/main">
            <a:off x="9286875"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166A2E17-FBAE-4D92-99D5-AECE6A8924A2}"/>
              </a:ext>
            </a:extLst>
          </p:cNvPr>
          <p:cNvSpPr>
            <a:spLocks xmlns:a="http://schemas.openxmlformats.org/drawingml/2006/main" noGrp="1"/>
          </p:cNvSpPr>
          <p:nvPr/>
        </p:nvSpPr>
        <p:spPr>
          <a:xfrm xmlns:a="http://schemas.openxmlformats.org/drawingml/2006/main">
            <a:off x="5238750"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7ACDA177-343A-4ECA-B753-A00556990F2E}"/>
              </a:ext>
            </a:extLst>
          </p:cNvPr>
          <p:cNvSpPr>
            <a:spLocks xmlns:a="http://schemas.openxmlformats.org/drawingml/2006/main" noGrp="1"/>
          </p:cNvSpPr>
          <p:nvPr/>
        </p:nvSpPr>
        <p:spPr>
          <a:xfrm xmlns:a="http://schemas.openxmlformats.org/drawingml/2006/main">
            <a:off x="1190625" y="4429125"/>
            <a:ext cx="3762375" cy="1285875"/>
          </a:xfrm>
          <a:prstGeom xmlns:a="http://schemas.openxmlformats.org/drawingml/2006/main" prst="roundRect">
            <a:avLst>
              <a:gd name="adj" fmla="val 16296"/>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C5665B73-A602-42C7-941F-18450BF0A985}"/>
              </a:ext>
            </a:extLst>
          </p:cNvPr>
          <p:cNvPicPr>
            <a:picLocks xmlns:a="http://schemas.openxmlformats.org/drawingml/2006/main" noChangeAspect="1"/>
          </p:cNvPicPr>
          <p:nvPr/>
        </p:nvPicPr>
        <p:blipFill>
          <a:blip xmlns:r="http://schemas.openxmlformats.org/officeDocument/2006/relationships" xmlns:a="http://schemas.openxmlformats.org/drawingml/2006/main" r:embed="Rb2c76e19beb548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56DBAF-EC25-4B82-B813-BB440C9D6F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51D7F4-34FA-4CBC-AE57-A2C49AAD5A9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E680A3F-E273-4D7E-BA49-4C732744DA8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9EC186-7A04-4976-B6CA-BD74300DA2C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D7300D07-2176-433B-A86D-327ADE077D0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8" name="">
            <a:extLst xmlns:a="http://schemas.openxmlformats.org/drawingml/2006/main">
              <a:ext uri="{FF2B5EF4-FFF2-40B4-BE49-F238E27FC236}">
                <a16:creationId xmlns:a16="http://schemas.microsoft.com/office/drawing/2014/main" id="{A4FE2ABD-BAF5-491E-BC72-CD8DD82B192F}"/>
              </a:ext>
            </a:extLst>
          </p:cNvPr>
          <p:cNvSpPr>
            <a:spLocks xmlns:a="http://schemas.openxmlformats.org/drawingml/2006/main" noGrp="1"/>
          </p:cNvSpPr>
          <p:nvPr/>
        </p:nvSpPr>
        <p:spPr>
          <a:xfrm xmlns:a="http://schemas.openxmlformats.org/drawingml/2006/main">
            <a:off x="1419225"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46E9E26-1A5D-408E-84E0-164D7EF8FC27}"/>
              </a:ext>
            </a:extLst>
          </p:cNvPr>
          <p:cNvSpPr>
            <a:spLocks xmlns:a="http://schemas.openxmlformats.org/drawingml/2006/main" noGrp="1"/>
          </p:cNvSpPr>
          <p:nvPr/>
        </p:nvSpPr>
        <p:spPr>
          <a:xfrm xmlns:a="http://schemas.openxmlformats.org/drawingml/2006/main">
            <a:off x="1419225"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7A2581D4-B27E-407E-A775-7C855EB65137}"/>
              </a:ext>
            </a:extLst>
          </p:cNvPr>
          <p:cNvSpPr>
            <a:spLocks xmlns:a="http://schemas.openxmlformats.org/drawingml/2006/main" noGrp="1"/>
          </p:cNvSpPr>
          <p:nvPr/>
        </p:nvSpPr>
        <p:spPr>
          <a:xfrm xmlns:a="http://schemas.openxmlformats.org/drawingml/2006/main">
            <a:off x="2066925"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EE850F8C-911E-4ADF-B581-E6A95926EED1}"/>
              </a:ext>
            </a:extLst>
          </p:cNvPr>
          <p:cNvSpPr>
            <a:spLocks xmlns:a="http://schemas.openxmlformats.org/drawingml/2006/main" noGrp="1"/>
          </p:cNvSpPr>
          <p:nvPr/>
        </p:nvSpPr>
        <p:spPr>
          <a:xfrm xmlns:a="http://schemas.openxmlformats.org/drawingml/2006/main">
            <a:off x="1190625"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물질·위치·계수</a:t>
            </a:r>
          </a:p>
        </p:txBody>
      </p:sp>
      <p:sp>
        <p:nvSpPr>
          <p:cNvPr id="13" name="">
            <a:extLst xmlns:a="http://schemas.openxmlformats.org/drawingml/2006/main">
              <a:ext uri="{FF2B5EF4-FFF2-40B4-BE49-F238E27FC236}">
                <a16:creationId xmlns:a16="http://schemas.microsoft.com/office/drawing/2014/main" id="{3856C704-DCA4-4B4A-98CB-71BEF9649B44}"/>
              </a:ext>
            </a:extLst>
          </p:cNvPr>
          <p:cNvSpPr>
            <a:spLocks xmlns:a="http://schemas.openxmlformats.org/drawingml/2006/main" noGrp="1"/>
          </p:cNvSpPr>
          <p:nvPr/>
        </p:nvSpPr>
        <p:spPr>
          <a:xfrm xmlns:a="http://schemas.openxmlformats.org/drawingml/2006/main">
            <a:off x="5467350"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A6BB7BC-5D75-4176-ADB8-141D8008E185}"/>
              </a:ext>
            </a:extLst>
          </p:cNvPr>
          <p:cNvSpPr>
            <a:spLocks xmlns:a="http://schemas.openxmlformats.org/drawingml/2006/main" noGrp="1"/>
          </p:cNvSpPr>
          <p:nvPr/>
        </p:nvSpPr>
        <p:spPr>
          <a:xfrm xmlns:a="http://schemas.openxmlformats.org/drawingml/2006/main">
            <a:off x="5467350"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AC6B2A5D-47F8-4DDE-B5F7-8ABFF3792B5B}"/>
              </a:ext>
            </a:extLst>
          </p:cNvPr>
          <p:cNvSpPr>
            <a:spLocks xmlns:a="http://schemas.openxmlformats.org/drawingml/2006/main" noGrp="1"/>
          </p:cNvSpPr>
          <p:nvPr/>
        </p:nvSpPr>
        <p:spPr>
          <a:xfrm xmlns:a="http://schemas.openxmlformats.org/drawingml/2006/main">
            <a:off x="6115050"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94ECA1F9-1B8D-4001-B4D0-77E0AC25F9AD}"/>
              </a:ext>
            </a:extLst>
          </p:cNvPr>
          <p:cNvSpPr>
            <a:spLocks xmlns:a="http://schemas.openxmlformats.org/drawingml/2006/main" noGrp="1"/>
          </p:cNvSpPr>
          <p:nvPr/>
        </p:nvSpPr>
        <p:spPr>
          <a:xfrm xmlns:a="http://schemas.openxmlformats.org/drawingml/2006/main">
            <a:off x="5238750"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t>반응식과 </a:t>
            </a:r>
            <a:r>
              <a:t>Δ</a:t>
            </a:r>
            <a:r>
              <a:rPr i="1">
                <a:latin typeface="Pretendard"/>
                <a:ea typeface="Pretendard"/>
                <a:cs typeface="Pretendard"/>
              </a:rPr>
              <a:t>H</a:t>
            </a:r>
            <a:r>
              <a:t>를 함께</a:t>
            </a:r>
          </a:p>
        </p:txBody>
      </p:sp>
      <p:sp>
        <p:nvSpPr>
          <p:cNvPr id="18" name="">
            <a:extLst xmlns:a="http://schemas.openxmlformats.org/drawingml/2006/main">
              <a:ext uri="{FF2B5EF4-FFF2-40B4-BE49-F238E27FC236}">
                <a16:creationId xmlns:a16="http://schemas.microsoft.com/office/drawing/2014/main" id="{27790E37-9E41-4BE9-A02D-F29E5999EC78}"/>
              </a:ext>
            </a:extLst>
          </p:cNvPr>
          <p:cNvSpPr>
            <a:spLocks xmlns:a="http://schemas.openxmlformats.org/drawingml/2006/main" noGrp="1"/>
          </p:cNvSpPr>
          <p:nvPr/>
        </p:nvSpPr>
        <p:spPr>
          <a:xfrm xmlns:a="http://schemas.openxmlformats.org/drawingml/2006/main">
            <a:off x="9515475"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E5E1D09-1D22-4D65-90C9-DA920CE06431}"/>
              </a:ext>
            </a:extLst>
          </p:cNvPr>
          <p:cNvSpPr>
            <a:spLocks xmlns:a="http://schemas.openxmlformats.org/drawingml/2006/main" noGrp="1"/>
          </p:cNvSpPr>
          <p:nvPr/>
        </p:nvSpPr>
        <p:spPr>
          <a:xfrm xmlns:a="http://schemas.openxmlformats.org/drawingml/2006/main">
            <a:off x="9515475"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6E29D000-A380-4DB6-ADD3-5527398C063A}"/>
              </a:ext>
            </a:extLst>
          </p:cNvPr>
          <p:cNvSpPr>
            <a:spLocks xmlns:a="http://schemas.openxmlformats.org/drawingml/2006/main" noGrp="1"/>
          </p:cNvSpPr>
          <p:nvPr/>
        </p:nvSpPr>
        <p:spPr>
          <a:xfrm xmlns:a="http://schemas.openxmlformats.org/drawingml/2006/main">
            <a:off x="10163175"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CC7E093F-E960-4F01-9A96-B93BE9911160}"/>
              </a:ext>
            </a:extLst>
          </p:cNvPr>
          <p:cNvSpPr>
            <a:spLocks xmlns:a="http://schemas.openxmlformats.org/drawingml/2006/main" noGrp="1"/>
          </p:cNvSpPr>
          <p:nvPr/>
        </p:nvSpPr>
        <p:spPr>
          <a:xfrm xmlns:a="http://schemas.openxmlformats.org/drawingml/2006/main">
            <a:off x="9286875"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종류·상태·양 확인</a:t>
            </a:r>
          </a:p>
        </p:txBody>
      </p:sp>
      <p:sp>
        <p:nvSpPr>
          <p:cNvPr id="23" name="">
            <a:extLst xmlns:a="http://schemas.openxmlformats.org/drawingml/2006/main">
              <a:ext uri="{FF2B5EF4-FFF2-40B4-BE49-F238E27FC236}">
                <a16:creationId xmlns:a16="http://schemas.microsoft.com/office/drawing/2014/main" id="{DE9A3B64-9712-4969-B40E-A1612C250FC2}"/>
              </a:ext>
            </a:extLst>
          </p:cNvPr>
          <p:cNvSpPr>
            <a:spLocks xmlns:a="http://schemas.openxmlformats.org/drawingml/2006/main" noGrp="1"/>
          </p:cNvSpPr>
          <p:nvPr/>
        </p:nvSpPr>
        <p:spPr>
          <a:xfrm xmlns:a="http://schemas.openxmlformats.org/drawingml/2006/main">
            <a:off x="13563600" y="4781550"/>
            <a:ext cx="495300" cy="49530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D488158-3B77-443C-9865-A7C3C16381E1}"/>
              </a:ext>
            </a:extLst>
          </p:cNvPr>
          <p:cNvSpPr>
            <a:spLocks xmlns:a="http://schemas.openxmlformats.org/drawingml/2006/main" noGrp="1"/>
          </p:cNvSpPr>
          <p:nvPr/>
        </p:nvSpPr>
        <p:spPr>
          <a:xfrm xmlns:a="http://schemas.openxmlformats.org/drawingml/2006/main">
            <a:off x="13563600" y="47815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0E"/>
                </a:solidFill>
                <a:latin typeface="Pretendard"/>
                <a:ea typeface="Pretendard"/>
                <a:cs typeface="Pretendard"/>
              </a:defRPr>
            </a:defPPr>
            <a:lvl1pPr algn="ctr">
              <a:defRPr sz="2250" b="1">
                <a:solidFill>
                  <a:srgbClr val="17210E"/>
                </a:solidFill>
                <a:latin typeface="Pretendard"/>
                <a:ea typeface="Pretendard"/>
                <a:cs typeface="Pretendard"/>
              </a:defRPr>
            </a:lvl1pPr>
            <a:lvl2pPr algn="ctr">
              <a:defRPr sz="2250" b="1">
                <a:solidFill>
                  <a:srgbClr val="17210E"/>
                </a:solidFill>
                <a:latin typeface="Pretendard"/>
                <a:ea typeface="Pretendard"/>
                <a:cs typeface="Pretendard"/>
              </a:defRPr>
            </a:lvl2pPr>
            <a:lvl3pPr algn="ctr">
              <a:defRPr sz="2250" b="1">
                <a:solidFill>
                  <a:srgbClr val="17210E"/>
                </a:solidFill>
                <a:latin typeface="Pretendard"/>
                <a:ea typeface="Pretendard"/>
                <a:cs typeface="Pretendard"/>
              </a:defRPr>
            </a:lvl3pPr>
            <a:lvl4pPr algn="ctr">
              <a:defRPr sz="2250" b="1">
                <a:solidFill>
                  <a:srgbClr val="17210E"/>
                </a:solidFill>
                <a:latin typeface="Pretendard"/>
                <a:ea typeface="Pretendard"/>
                <a:cs typeface="Pretendard"/>
              </a:defRPr>
            </a:lvl4pPr>
            <a:lvl5pPr algn="ctr">
              <a:defRPr sz="2250" b="1">
                <a:solidFill>
                  <a:srgbClr val="17210E"/>
                </a:solidFill>
                <a:latin typeface="Pretendard"/>
                <a:ea typeface="Pretendard"/>
                <a:cs typeface="Pretendard"/>
              </a:defRPr>
            </a:lvl5pPr>
            <a:lvl6pPr algn="ctr">
              <a:defRPr sz="2250" b="1">
                <a:solidFill>
                  <a:srgbClr val="17210E"/>
                </a:solidFill>
                <a:latin typeface="Pretendard"/>
                <a:ea typeface="Pretendard"/>
                <a:cs typeface="Pretendard"/>
              </a:defRPr>
            </a:lvl6pPr>
            <a:lvl7pPr algn="ctr">
              <a:defRPr sz="2250" b="1">
                <a:solidFill>
                  <a:srgbClr val="17210E"/>
                </a:solidFill>
                <a:latin typeface="Pretendard"/>
                <a:ea typeface="Pretendard"/>
                <a:cs typeface="Pretendard"/>
              </a:defRPr>
            </a:lvl7pPr>
            <a:lvl8pPr algn="ctr">
              <a:defRPr sz="2250" b="1">
                <a:solidFill>
                  <a:srgbClr val="17210E"/>
                </a:solidFill>
                <a:latin typeface="Pretendard"/>
                <a:ea typeface="Pretendard"/>
                <a:cs typeface="Pretendard"/>
              </a:defRPr>
            </a:lvl8pPr>
            <a:lvl9pPr algn="ctr">
              <a:defRPr sz="2250" b="1">
                <a:solidFill>
                  <a:srgbClr val="17210E"/>
                </a:solidFill>
                <a:latin typeface="Pretendard"/>
                <a:ea typeface="Pretendard"/>
                <a:cs typeface="Pretendard"/>
              </a:defRPr>
            </a:lvl9pPr>
          </a:lstStyle>
          <a:p xmlns:a="http://schemas.openxmlformats.org/drawingml/2006/main">
            <a:pPr algn="ctr">
              <a:defRPr sz="2250" b="1">
                <a:solidFill>
                  <a:srgbClr val="17210E"/>
                </a:solidFill>
                <a:latin typeface="Pretendard"/>
                <a:ea typeface="Pretendard"/>
                <a:cs typeface="Pretendard"/>
              </a:defRPr>
            </a:pPr>
            <a:r>
              <a:rPr sz="2250" b="1">
                <a:solidFill>
                  <a:srgbClr val="17210E"/>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48A94B80-7E72-4341-B4DE-C6B8CE2C71C5}"/>
              </a:ext>
            </a:extLst>
          </p:cNvPr>
          <p:cNvSpPr>
            <a:spLocks xmlns:a="http://schemas.openxmlformats.org/drawingml/2006/main" noGrp="1"/>
          </p:cNvSpPr>
          <p:nvPr/>
        </p:nvSpPr>
        <p:spPr>
          <a:xfrm xmlns:a="http://schemas.openxmlformats.org/drawingml/2006/main">
            <a:off x="14211300" y="4667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계산·검산</a:t>
            </a:r>
          </a:p>
        </p:txBody>
      </p:sp>
      <p:sp>
        <p:nvSpPr>
          <p:cNvPr id="26" name="text">
            <a:extLst xmlns:a="http://schemas.openxmlformats.org/drawingml/2006/main">
              <a:ext uri="{FF2B5EF4-FFF2-40B4-BE49-F238E27FC236}">
                <a16:creationId xmlns:a16="http://schemas.microsoft.com/office/drawing/2014/main" id="{98129027-9686-403A-808D-7BF793F2F3CC}"/>
              </a:ext>
            </a:extLst>
          </p:cNvPr>
          <p:cNvSpPr>
            <a:spLocks xmlns:a="http://schemas.openxmlformats.org/drawingml/2006/main" noGrp="1"/>
          </p:cNvSpPr>
          <p:nvPr/>
        </p:nvSpPr>
        <p:spPr>
          <a:xfrm xmlns:a="http://schemas.openxmlformats.org/drawingml/2006/main">
            <a:off x="13335000" y="5953125"/>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a:solidFill>
                  <a:srgbClr val="BBBBBB"/>
                </a:solidFill>
                <a:latin typeface="Pretendard"/>
                <a:ea typeface="Pretendard"/>
                <a:cs typeface="Pretendard"/>
              </a:defRPr>
            </a:defPPr>
            <a:lvl1pPr algn="ctr">
              <a:defRPr sz="2025" b="0">
                <a:solidFill>
                  <a:srgbClr val="BBBBBB"/>
                </a:solidFill>
                <a:latin typeface="Pretendard"/>
                <a:ea typeface="Pretendard"/>
                <a:cs typeface="Pretendard"/>
              </a:defRPr>
            </a:lvl1pPr>
            <a:lvl2pPr algn="ctr">
              <a:defRPr sz="2025" b="0">
                <a:solidFill>
                  <a:srgbClr val="BBBBBB"/>
                </a:solidFill>
                <a:latin typeface="Pretendard"/>
                <a:ea typeface="Pretendard"/>
                <a:cs typeface="Pretendard"/>
              </a:defRPr>
            </a:lvl2pPr>
            <a:lvl3pPr algn="ctr">
              <a:defRPr sz="2025" b="0">
                <a:solidFill>
                  <a:srgbClr val="BBBBBB"/>
                </a:solidFill>
                <a:latin typeface="Pretendard"/>
                <a:ea typeface="Pretendard"/>
                <a:cs typeface="Pretendard"/>
              </a:defRPr>
            </a:lvl3pPr>
            <a:lvl4pPr algn="ctr">
              <a:defRPr sz="2025" b="0">
                <a:solidFill>
                  <a:srgbClr val="BBBBBB"/>
                </a:solidFill>
                <a:latin typeface="Pretendard"/>
                <a:ea typeface="Pretendard"/>
                <a:cs typeface="Pretendard"/>
              </a:defRPr>
            </a:lvl4pPr>
            <a:lvl5pPr algn="ctr">
              <a:defRPr sz="2025" b="0">
                <a:solidFill>
                  <a:srgbClr val="BBBBBB"/>
                </a:solidFill>
                <a:latin typeface="Pretendard"/>
                <a:ea typeface="Pretendard"/>
                <a:cs typeface="Pretendard"/>
              </a:defRPr>
            </a:lvl5pPr>
            <a:lvl6pPr algn="ctr">
              <a:defRPr sz="2025" b="0">
                <a:solidFill>
                  <a:srgbClr val="BBBBBB"/>
                </a:solidFill>
                <a:latin typeface="Pretendard"/>
                <a:ea typeface="Pretendard"/>
                <a:cs typeface="Pretendard"/>
              </a:defRPr>
            </a:lvl6pPr>
            <a:lvl7pPr algn="ctr">
              <a:defRPr sz="2025" b="0">
                <a:solidFill>
                  <a:srgbClr val="BBBBBB"/>
                </a:solidFill>
                <a:latin typeface="Pretendard"/>
                <a:ea typeface="Pretendard"/>
                <a:cs typeface="Pretendard"/>
              </a:defRPr>
            </a:lvl7pPr>
            <a:lvl8pPr algn="ctr">
              <a:defRPr sz="2025" b="0">
                <a:solidFill>
                  <a:srgbClr val="BBBBBB"/>
                </a:solidFill>
                <a:latin typeface="Pretendard"/>
                <a:ea typeface="Pretendard"/>
                <a:cs typeface="Pretendard"/>
              </a:defRPr>
            </a:lvl8pPr>
            <a:lvl9pPr algn="ctr">
              <a:defRPr sz="2025" b="0">
                <a:solidFill>
                  <a:srgbClr val="BBBBBB"/>
                </a:solidFill>
                <a:latin typeface="Pretendard"/>
                <a:ea typeface="Pretendard"/>
                <a:cs typeface="Pretendard"/>
              </a:defRPr>
            </a:lvl9pPr>
          </a:lstStyle>
          <a:p xmlns:a="http://schemas.openxmlformats.org/drawingml/2006/main">
            <a:pPr algn="ctr">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남은 식·부호·단위</a:t>
            </a:r>
          </a:p>
        </p:txBody>
      </p:sp>
      <p:pic>
        <p:nvPicPr>
          <p:cNvPr id="27" name="">
            <a:extLst xmlns:a="http://schemas.openxmlformats.org/drawingml/2006/main">
              <a:ext uri="{FF2B5EF4-FFF2-40B4-BE49-F238E27FC236}">
                <a16:creationId xmlns:a16="http://schemas.microsoft.com/office/drawing/2014/main" id="{1F51E21B-26D9-4997-9CBA-79D5BE2D0819}"/>
              </a:ext>
            </a:extLst>
          </p:cNvPr>
          <p:cNvPicPr>
            <a:picLocks xmlns:a="http://schemas.openxmlformats.org/drawingml/2006/main" noChangeAspect="1"/>
          </p:cNvPicPr>
          <p:nvPr/>
        </p:nvPicPr>
        <p:blipFill>
          <a:blip xmlns:r="http://schemas.openxmlformats.org/officeDocument/2006/relationships" xmlns:a="http://schemas.openxmlformats.org/drawingml/2006/main" r:embed="Rb26d99f482914f72"/>
          <a:stretch xmlns:a="http://schemas.openxmlformats.org/drawingml/2006/main"/>
        </p:blipFill>
        <p:spPr>
          <a:xfrm xmlns:a="http://schemas.openxmlformats.org/drawingml/2006/main">
            <a:off x="8436303" y="6667500"/>
            <a:ext cx="1415394" cy="3000375"/>
          </a:xfrm>
          <a:prstGeom xmlns:a="http://schemas.openxmlformats.org/drawingml/2006/main" prst="rect">
            <a:avLst/>
          </a:prstGeom>
        </p:spPr>
      </p:pic>
    </p:spTree>
    <p:extLst>
      <p:ext uri="{BB962C8B-B14F-4D97-AF65-F5344CB8AC3E}">
        <p14:creationId xmlns:p14="http://schemas.microsoft.com/office/powerpoint/2010/main" val="338238356"/>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2F42D9D-4B44-4472-9678-EBED4D269445}"/>
              </a:ext>
            </a:extLst>
          </p:cNvPr>
          <p:cNvPicPr>
            <a:picLocks xmlns:a="http://schemas.openxmlformats.org/drawingml/2006/main" noChangeAspect="1"/>
          </p:cNvPicPr>
          <p:nvPr/>
        </p:nvPicPr>
        <p:blipFill>
          <a:blip xmlns:r="http://schemas.openxmlformats.org/officeDocument/2006/relationships" xmlns:a="http://schemas.openxmlformats.org/drawingml/2006/main" r:embed="R2e80435fec3b4af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AA353B-17CD-4CCD-BEF7-7DD950A7A4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521EA1-5700-4839-9DF2-0A82943F18F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BFDE658B-DD63-4E16-9562-983E0771D2A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379BE76-49B0-4CEF-9CC1-7A22DF116A7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B07E81B-5BFA-4282-BB65-2C531B9FB66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4BA01B18-B7CC-4477-A598-326AF8931D73}"/>
              </a:ext>
            </a:extLst>
          </p:cNvPr>
          <p:cNvPicPr>
            <a:picLocks xmlns:a="http://schemas.openxmlformats.org/drawingml/2006/main" noChangeAspect="1"/>
          </p:cNvPicPr>
          <p:nvPr/>
        </p:nvPicPr>
        <p:blipFill>
          <a:blip xmlns:r="http://schemas.openxmlformats.org/officeDocument/2006/relationships" xmlns:a="http://schemas.openxmlformats.org/drawingml/2006/main" r:embed="Rdbffadc12d7a4e6b"/>
          <a:stretch xmlns:a="http://schemas.openxmlformats.org/drawingml/2006/main"/>
        </p:blipFill>
        <p:spPr>
          <a:xfrm xmlns:a="http://schemas.openxmlformats.org/drawingml/2006/main">
            <a:off x="4996832" y="4915912"/>
            <a:ext cx="8294336" cy="1407677"/>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E6E52EC-53A0-4AE5-B46B-002A653A6FA1}"/>
              </a:ext>
            </a:extLst>
          </p:cNvPr>
          <p:cNvPicPr>
            <a:picLocks xmlns:a="http://schemas.openxmlformats.org/drawingml/2006/main" noChangeAspect="1"/>
          </p:cNvPicPr>
          <p:nvPr/>
        </p:nvPicPr>
        <p:blipFill>
          <a:blip xmlns:r="http://schemas.openxmlformats.org/officeDocument/2006/relationships" xmlns:a="http://schemas.openxmlformats.org/drawingml/2006/main" r:embed="R2b2a70292a5e49b4"/>
          <a:stretch xmlns:a="http://schemas.openxmlformats.org/drawingml/2006/main"/>
        </p:blipFill>
        <p:spPr>
          <a:xfrm xmlns:a="http://schemas.openxmlformats.org/drawingml/2006/main">
            <a:off x="5523657" y="7429500"/>
            <a:ext cx="7240686"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6912EAB-1272-44D8-B23D-F3B129DD77AC}"/>
              </a:ext>
            </a:extLst>
          </p:cNvPr>
          <p:cNvSpPr>
            <a:spLocks xmlns:a="http://schemas.openxmlformats.org/drawingml/2006/main" noGrp="1"/>
          </p:cNvSpPr>
          <p:nvPr/>
        </p:nvSpPr>
        <p:spPr>
          <a:xfrm xmlns:a="http://schemas.openxmlformats.org/drawingml/2006/main">
            <a:off x="2952750" y="681037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2" name="text">
            <a:extLst xmlns:a="http://schemas.openxmlformats.org/drawingml/2006/main">
              <a:ext uri="{FF2B5EF4-FFF2-40B4-BE49-F238E27FC236}">
                <a16:creationId xmlns:a16="http://schemas.microsoft.com/office/drawing/2014/main" id="{99F4BA75-1EB4-47FA-8BDA-A0E8ECB3F3F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Tree>
    <p:extLst>
      <p:ext uri="{BB962C8B-B14F-4D97-AF65-F5344CB8AC3E}">
        <p14:creationId xmlns:p14="http://schemas.microsoft.com/office/powerpoint/2010/main" val="686671043"/>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2F200BA-AC26-45C8-8285-DBD87EFDFE54}"/>
              </a:ext>
            </a:extLst>
          </p:cNvPr>
          <p:cNvPicPr>
            <a:picLocks xmlns:a="http://schemas.openxmlformats.org/drawingml/2006/main" noChangeAspect="1"/>
          </p:cNvPicPr>
          <p:nvPr/>
        </p:nvPicPr>
        <p:blipFill>
          <a:blip xmlns:r="http://schemas.openxmlformats.org/officeDocument/2006/relationships" xmlns:a="http://schemas.openxmlformats.org/drawingml/2006/main" r:embed="Rd0f9cb5295d74ad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111861-ABBC-4294-9DC3-8115254FB34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1399CA-E101-48CB-A666-A4C2E4276A4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D82BE34-0F5A-42F8-AAEC-313BD5A9607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01FCD2D-7BD3-4092-B8EC-A78C2902603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7DCC469-4ED6-4DA4-9359-6D3D95CBF8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757443F2-BA98-4460-ADE2-7CBB6025EF5B}"/>
              </a:ext>
            </a:extLst>
          </p:cNvPr>
          <p:cNvPicPr>
            <a:picLocks xmlns:a="http://schemas.openxmlformats.org/drawingml/2006/main" noChangeAspect="1"/>
          </p:cNvPicPr>
          <p:nvPr/>
        </p:nvPicPr>
        <p:blipFill>
          <a:blip xmlns:r="http://schemas.openxmlformats.org/officeDocument/2006/relationships" xmlns:a="http://schemas.openxmlformats.org/drawingml/2006/main" r:embed="Rdad600525a2341f3"/>
          <a:stretch xmlns:a="http://schemas.openxmlformats.org/drawingml/2006/main"/>
        </p:blipFill>
        <p:spPr>
          <a:xfrm xmlns:a="http://schemas.openxmlformats.org/drawingml/2006/main">
            <a:off x="5411549" y="4891045"/>
            <a:ext cx="7464903" cy="126690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B6768BA-1AE3-426F-972B-27C3534A9B76}"/>
              </a:ext>
            </a:extLst>
          </p:cNvPr>
          <p:cNvPicPr>
            <a:picLocks xmlns:a="http://schemas.openxmlformats.org/drawingml/2006/main" noChangeAspect="1"/>
          </p:cNvPicPr>
          <p:nvPr/>
        </p:nvPicPr>
        <p:blipFill>
          <a:blip xmlns:r="http://schemas.openxmlformats.org/officeDocument/2006/relationships" xmlns:a="http://schemas.openxmlformats.org/drawingml/2006/main" r:embed="R2b1ecdbaae6c4b8f"/>
          <a:stretch xmlns:a="http://schemas.openxmlformats.org/drawingml/2006/main"/>
        </p:blipFill>
        <p:spPr>
          <a:xfrm xmlns:a="http://schemas.openxmlformats.org/drawingml/2006/main">
            <a:off x="5885691" y="7000875"/>
            <a:ext cx="6516617" cy="8572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15E05D2-9955-48A7-9E78-AD51C3409579}"/>
              </a:ext>
            </a:extLst>
          </p:cNvPr>
          <p:cNvPicPr>
            <a:picLocks xmlns:a="http://schemas.openxmlformats.org/drawingml/2006/main" noChangeAspect="1"/>
          </p:cNvPicPr>
          <p:nvPr/>
        </p:nvPicPr>
        <p:blipFill>
          <a:blip xmlns:r="http://schemas.openxmlformats.org/officeDocument/2006/relationships" xmlns:a="http://schemas.openxmlformats.org/drawingml/2006/main" r:embed="R52059ad68b1d4a5b"/>
          <a:stretch xmlns:a="http://schemas.openxmlformats.org/drawingml/2006/main"/>
        </p:blipFill>
        <p:spPr>
          <a:xfrm xmlns:a="http://schemas.openxmlformats.org/drawingml/2006/main">
            <a:off x="6229929" y="8688960"/>
            <a:ext cx="5828143" cy="481455"/>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BBCE5802-E22A-4905-8585-466C62E6D7F3}"/>
              </a:ext>
            </a:extLst>
          </p:cNvPr>
          <p:cNvSpPr>
            <a:spLocks xmlns:a="http://schemas.openxmlformats.org/drawingml/2006/main" noGrp="1"/>
          </p:cNvSpPr>
          <p:nvPr/>
        </p:nvSpPr>
        <p:spPr>
          <a:xfrm xmlns:a="http://schemas.openxmlformats.org/drawingml/2006/main">
            <a:off x="2952750" y="652462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7E5DA092-795E-4588-9725-90D5D0CB8FF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Tree>
    <p:extLst>
      <p:ext uri="{BB962C8B-B14F-4D97-AF65-F5344CB8AC3E}">
        <p14:creationId xmlns:p14="http://schemas.microsoft.com/office/powerpoint/2010/main" val="561347530"/>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E8B2F79-BFCE-4C38-BAB6-9609C79CBBF7}"/>
              </a:ext>
            </a:extLst>
          </p:cNvPr>
          <p:cNvPicPr>
            <a:picLocks xmlns:a="http://schemas.openxmlformats.org/drawingml/2006/main" noChangeAspect="1"/>
          </p:cNvPicPr>
          <p:nvPr/>
        </p:nvPicPr>
        <p:blipFill>
          <a:blip xmlns:r="http://schemas.openxmlformats.org/officeDocument/2006/relationships" xmlns:a="http://schemas.openxmlformats.org/drawingml/2006/main" r:embed="Rdb9893135e754d8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1CCE440-079E-4FED-974B-D577EAC3CBA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8F2B9C-AA70-4D4D-B631-84EA392267F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6A87514-0E02-42EB-B870-DE223B355D8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30CC0D-A91A-431A-ACAF-F98F8627570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2941950-D5DD-4143-BAE4-BC007DC2887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58DEE4B-250B-497C-842D-64D49D2745C2}"/>
              </a:ext>
            </a:extLst>
          </p:cNvPr>
          <p:cNvPicPr>
            <a:picLocks xmlns:a="http://schemas.openxmlformats.org/drawingml/2006/main" noChangeAspect="1"/>
          </p:cNvPicPr>
          <p:nvPr/>
        </p:nvPicPr>
        <p:blipFill>
          <a:blip xmlns:r="http://schemas.openxmlformats.org/officeDocument/2006/relationships" xmlns:a="http://schemas.openxmlformats.org/drawingml/2006/main" r:embed="R4225274003aa4c6a"/>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58E116E-5FA9-4657-BEBB-B578D58DEC63}"/>
              </a:ext>
            </a:extLst>
          </p:cNvPr>
          <p:cNvPicPr>
            <a:picLocks xmlns:a="http://schemas.openxmlformats.org/drawingml/2006/main" noChangeAspect="1"/>
          </p:cNvPicPr>
          <p:nvPr/>
        </p:nvPicPr>
        <p:blipFill>
          <a:blip xmlns:r="http://schemas.openxmlformats.org/officeDocument/2006/relationships" xmlns:a="http://schemas.openxmlformats.org/drawingml/2006/main" r:embed="R67b85016ed954418"/>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40F39F97-D1F5-4279-A321-C63E369BAEC7}"/>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285293961"/>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6CDD68C-3FC0-42BD-809C-513642F2DC97}"/>
              </a:ext>
            </a:extLst>
          </p:cNvPr>
          <p:cNvPicPr>
            <a:picLocks xmlns:a="http://schemas.openxmlformats.org/drawingml/2006/main" noChangeAspect="1"/>
          </p:cNvPicPr>
          <p:nvPr/>
        </p:nvPicPr>
        <p:blipFill>
          <a:blip xmlns:r="http://schemas.openxmlformats.org/officeDocument/2006/relationships" xmlns:a="http://schemas.openxmlformats.org/drawingml/2006/main" r:embed="R58875e2399694cb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DC13522-D6DC-4254-8BF1-1D39469BB1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E5488F3-1CCA-45B2-A388-92F93121C97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AF683E1-88D1-4D80-B5F1-9A9EC45F085D}"/>
              </a:ext>
            </a:extLst>
          </p:cNvPr>
          <p:cNvPicPr>
            <a:picLocks xmlns:a="http://schemas.openxmlformats.org/drawingml/2006/main" noChangeAspect="1"/>
          </p:cNvPicPr>
          <p:nvPr/>
        </p:nvPicPr>
        <p:blipFill>
          <a:blip xmlns:r="http://schemas.openxmlformats.org/officeDocument/2006/relationships" xmlns:a="http://schemas.openxmlformats.org/drawingml/2006/main" r:embed="Rc97e6983e007448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FA96927-0410-4E73-A01C-171C500B5C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B468023-FA4E-461F-8309-1F32C62D5C1A}"/>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91D9A549-EBA9-4A25-AB7D-EF41A0DAA657}"/>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0B12452E-AE01-4099-92BE-66669BAADE9F}"/>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63140200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8B03072-1ADF-4976-81CC-E170348F1550}"/>
              </a:ext>
            </a:extLst>
          </p:cNvPr>
          <p:cNvPicPr>
            <a:picLocks xmlns:a="http://schemas.openxmlformats.org/drawingml/2006/main" noChangeAspect="1"/>
          </p:cNvPicPr>
          <p:nvPr/>
        </p:nvPicPr>
        <p:blipFill>
          <a:blip xmlns:r="http://schemas.openxmlformats.org/officeDocument/2006/relationships" xmlns:a="http://schemas.openxmlformats.org/drawingml/2006/main" r:embed="R78508dd694d341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964F06-3023-4172-B1E9-00D8EC83DC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EE199B-B02E-4ADA-8BEB-FE6B305A521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AD6C3E4-CE9E-4B5B-AD73-7AE6593445E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150DC8-AD0C-4E84-AB2D-9831E53AE50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EEA88FB-01B1-42C1-81AB-86C8B3278F3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8DBE3188-0BD5-4153-BF56-F36EFCCA7840}"/>
              </a:ext>
            </a:extLst>
          </p:cNvPr>
          <p:cNvPicPr>
            <a:picLocks xmlns:a="http://schemas.openxmlformats.org/drawingml/2006/main" noChangeAspect="1"/>
          </p:cNvPicPr>
          <p:nvPr/>
        </p:nvPicPr>
        <p:blipFill>
          <a:blip xmlns:r="http://schemas.openxmlformats.org/officeDocument/2006/relationships" xmlns:a="http://schemas.openxmlformats.org/drawingml/2006/main" r:embed="Rb08cde88b40b477a"/>
          <a:stretch xmlns:a="http://schemas.openxmlformats.org/drawingml/2006/main"/>
        </p:blipFill>
        <p:spPr>
          <a:xfrm xmlns:a="http://schemas.openxmlformats.org/drawingml/2006/main">
            <a:off x="3329384" y="4905375"/>
            <a:ext cx="11629231" cy="12382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96C657D-BC4C-4798-AF06-68F16820D07A}"/>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45CE6EB2-4E2D-47AC-980F-0E8A3DB18CE0}"/>
              </a:ext>
            </a:extLst>
          </p:cNvPr>
          <p:cNvSpPr>
            <a:spLocks xmlns:a="http://schemas.openxmlformats.org/drawingml/2006/main" noGrp="1"/>
          </p:cNvSpPr>
          <p:nvPr/>
        </p:nvSpPr>
        <p:spPr>
          <a:xfrm xmlns:a="http://schemas.openxmlformats.org/drawingml/2006/main">
            <a:off x="3333750" y="700087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1F278FCD-CA7A-47F4-964B-DB06E4E49B3C}"/>
              </a:ext>
            </a:extLst>
          </p:cNvPr>
          <p:cNvSpPr>
            <a:spLocks xmlns:a="http://schemas.openxmlformats.org/drawingml/2006/main" noGrp="1"/>
          </p:cNvSpPr>
          <p:nvPr/>
        </p:nvSpPr>
        <p:spPr>
          <a:xfrm xmlns:a="http://schemas.openxmlformats.org/drawingml/2006/main">
            <a:off x="3333750" y="8096250"/>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506372022"/>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8E2A547B-0B9E-448B-92B7-7E10B9A9EB18}"/>
              </a:ext>
            </a:extLst>
          </p:cNvPr>
          <p:cNvSpPr>
            <a:spLocks xmlns:a="http://schemas.openxmlformats.org/drawingml/2006/main" noGrp="1"/>
          </p:cNvSpPr>
          <p:nvPr/>
        </p:nvSpPr>
        <p:spPr>
          <a:xfrm xmlns:a="http://schemas.openxmlformats.org/drawingml/2006/main">
            <a:off x="7620000" y="7620000"/>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21B93D0D-158C-49C0-A2A4-5C5EA601D9A6}"/>
              </a:ext>
            </a:extLst>
          </p:cNvPr>
          <p:cNvSpPr>
            <a:spLocks xmlns:a="http://schemas.openxmlformats.org/drawingml/2006/main" noGrp="1"/>
          </p:cNvSpPr>
          <p:nvPr/>
        </p:nvSpPr>
        <p:spPr>
          <a:xfrm xmlns:a="http://schemas.openxmlformats.org/drawingml/2006/main">
            <a:off x="7620000" y="5476875"/>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E000C29F-2BC4-4363-A67B-963B106B88BF}"/>
              </a:ext>
            </a:extLst>
          </p:cNvPr>
          <p:cNvPicPr>
            <a:picLocks xmlns:a="http://schemas.openxmlformats.org/drawingml/2006/main" noChangeAspect="1"/>
          </p:cNvPicPr>
          <p:nvPr/>
        </p:nvPicPr>
        <p:blipFill>
          <a:blip xmlns:r="http://schemas.openxmlformats.org/officeDocument/2006/relationships" xmlns:a="http://schemas.openxmlformats.org/drawingml/2006/main" r:embed="Rdcf010aca245407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97D416-FFAD-462B-B75E-B6259E18BF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4A6F85-73B6-41D3-98BF-7FC0FABBD8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5BE7C0D-8E52-4D32-B1E2-0144A106BAC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ED2EF8-2C6D-427F-8410-298B88D944F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E7BFA45-E05E-4514-86AA-AF25CF68C53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아래첨자 f와 윗첨자 °의 뜻</a:t>
            </a:r>
          </a:p>
        </p:txBody>
      </p:sp>
      <p:pic>
        <p:nvPicPr>
          <p:cNvPr id="7" name="">
            <a:extLst xmlns:a="http://schemas.openxmlformats.org/drawingml/2006/main">
              <a:ext uri="{FF2B5EF4-FFF2-40B4-BE49-F238E27FC236}">
                <a16:creationId xmlns:a16="http://schemas.microsoft.com/office/drawing/2014/main" id="{3511156A-459E-4BE2-9121-32E505BB55AE}"/>
              </a:ext>
            </a:extLst>
          </p:cNvPr>
          <p:cNvPicPr>
            <a:picLocks xmlns:a="http://schemas.openxmlformats.org/drawingml/2006/main" noChangeAspect="1"/>
          </p:cNvPicPr>
          <p:nvPr/>
        </p:nvPicPr>
        <p:blipFill>
          <a:blip xmlns:r="http://schemas.openxmlformats.org/officeDocument/2006/relationships" xmlns:a="http://schemas.openxmlformats.org/drawingml/2006/main" r:embed="R72dd369a015f4d64"/>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98336F2-11A7-4C7C-9A1A-5B423485324E}"/>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446F084C-B615-4B47-B9EB-4F4AC2DDFAB2}"/>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6947B372-E1C8-4A3E-B91F-73FDC2227D7E}"/>
              </a:ext>
            </a:extLst>
          </p:cNvPr>
          <p:cNvSpPr>
            <a:spLocks xmlns:a="http://schemas.openxmlformats.org/drawingml/2006/main" noGrp="1"/>
          </p:cNvSpPr>
          <p:nvPr/>
        </p:nvSpPr>
        <p:spPr>
          <a:xfrm xmlns:a="http://schemas.openxmlformats.org/drawingml/2006/main">
            <a:off x="9525000" y="7000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F7A8DF12-5045-4A72-82E0-2111D15922D6}"/>
              </a:ext>
            </a:extLst>
          </p:cNvPr>
          <p:cNvSpPr>
            <a:spLocks xmlns:a="http://schemas.openxmlformats.org/drawingml/2006/main" noGrp="1"/>
          </p:cNvSpPr>
          <p:nvPr/>
        </p:nvSpPr>
        <p:spPr>
          <a:xfrm xmlns:a="http://schemas.openxmlformats.org/drawingml/2006/main">
            <a:off x="9525000" y="7715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58C03CCE-6B29-4708-8536-97255E3F26B9}"/>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Tree>
    <p:extLst>
      <p:ext uri="{BB962C8B-B14F-4D97-AF65-F5344CB8AC3E}">
        <p14:creationId xmlns:p14="http://schemas.microsoft.com/office/powerpoint/2010/main" val="1664777023"/>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8CBD27D-79B1-4E77-859C-7704BE0754F4}"/>
              </a:ext>
            </a:extLst>
          </p:cNvPr>
          <p:cNvPicPr>
            <a:picLocks xmlns:a="http://schemas.openxmlformats.org/drawingml/2006/main" noChangeAspect="1"/>
          </p:cNvPicPr>
          <p:nvPr/>
        </p:nvPicPr>
        <p:blipFill>
          <a:blip xmlns:r="http://schemas.openxmlformats.org/officeDocument/2006/relationships" xmlns:a="http://schemas.openxmlformats.org/drawingml/2006/main" r:embed="R3212d0ef06294cb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2CE6E12-668D-4135-B291-24212E3C768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08D9A2-F877-4F64-94C1-0D1E9A10D7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D8F5364-2544-4FEB-B3E2-80FF043E817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393966-FF31-44B0-BDF6-3D4A25F879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4DC2467-E504-459E-B032-363FE0D6A1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BD951BBA-712D-4244-8740-845FCCEEAB9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E9068E6F-8F7E-4E53-9F05-50B61842C13C}"/>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E771800-2F83-4732-8D54-4888150CE166}"/>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70C4FA9-9058-45D2-B7F4-E930765583DB}"/>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1E7A439-ED7E-4825-8691-23A1A7EBE2D2}"/>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D16AC55-4225-4154-921A-F7F44F673A66}"/>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33BB25D-B813-4D63-8E7D-B9F7E2C83957}"/>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587825221"/>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F14EEA8A-C09A-426F-89C9-1F03AEB008CE}"/>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F6994AB-ABFE-4B3D-81A7-2B4AD34CA099}"/>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8A3DFD4-4A52-4BAC-AFEC-B0DAEBDF40F1}"/>
              </a:ext>
            </a:extLst>
          </p:cNvPr>
          <p:cNvPicPr>
            <a:picLocks xmlns:a="http://schemas.openxmlformats.org/drawingml/2006/main" noChangeAspect="1"/>
          </p:cNvPicPr>
          <p:nvPr/>
        </p:nvPicPr>
        <p:blipFill>
          <a:blip xmlns:r="http://schemas.openxmlformats.org/officeDocument/2006/relationships" xmlns:a="http://schemas.openxmlformats.org/drawingml/2006/main" r:embed="Re9ec1a67958a471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B1D020-5E88-4A1E-BC27-51E8144E36A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069BE3-35F1-4367-9F7E-E202DBDB54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923708E-BD8D-4074-931D-9C05C30E6A8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A425E5-2688-4152-B5CE-073CC5121B1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083E9CF-BEFA-4AB7-8401-7D534A5856C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020657CF-9E6B-473B-967B-9D5D99A01A1F}"/>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1DA23560-B68C-4AB9-88AC-78B48CB2D62E}"/>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8CC1E436-BB09-4BA8-B154-16D0688ADD8A}"/>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5B5396FA-35C0-4559-A0A1-A1C22A652EA0}"/>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76100458-B7BE-427A-968D-96DBD5EDDC79}"/>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94404208"/>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C63663C-C526-4BEC-BA04-BF5814052D46}"/>
              </a:ext>
            </a:extLst>
          </p:cNvPr>
          <p:cNvPicPr>
            <a:picLocks xmlns:a="http://schemas.openxmlformats.org/drawingml/2006/main" noChangeAspect="1"/>
          </p:cNvPicPr>
          <p:nvPr/>
        </p:nvPicPr>
        <p:blipFill>
          <a:blip xmlns:r="http://schemas.openxmlformats.org/officeDocument/2006/relationships" xmlns:a="http://schemas.openxmlformats.org/drawingml/2006/main" r:embed="R9ce9ebbd8fa946a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E88B70-2706-4933-850F-2F382C4CDF0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FDF700-5AB0-40B1-85C1-FF01BCB85B9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6143586-CAAF-43B7-B999-603CB077AE5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11B52C-9A17-40D8-B72E-3CE1D5EB321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1E027951-D919-4242-8945-4A9F4ACF75C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8D2C01C9-29D6-4C5A-93C4-6764246F853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34A471DC-84A3-4D35-BD37-E2197D051AC9}"/>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0BDFDB78-2DD7-49A1-A3AE-F593ED233D93}"/>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DF48743-793B-4168-8885-E4963EEF8D3B}"/>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18161F0-227E-47FF-B1A8-A516C30DF348}"/>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A218420-9614-4466-BF67-C05CBFC39EC4}"/>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6AD79DF-DC78-4962-BD9F-D7BECF3529C6}"/>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2074997352"/>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7682AD93-AA9B-44F2-A6B0-C9328390AA85}"/>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D52E373C-164C-4C26-A3BC-F65C947EA4ED}"/>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7D0A2113-32A2-40A5-B8A7-B17214DB8FE9}"/>
              </a:ext>
            </a:extLst>
          </p:cNvPr>
          <p:cNvPicPr>
            <a:picLocks xmlns:a="http://schemas.openxmlformats.org/drawingml/2006/main" noChangeAspect="1"/>
          </p:cNvPicPr>
          <p:nvPr/>
        </p:nvPicPr>
        <p:blipFill>
          <a:blip xmlns:r="http://schemas.openxmlformats.org/officeDocument/2006/relationships" xmlns:a="http://schemas.openxmlformats.org/drawingml/2006/main" r:embed="R6ac737a9a057427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77DC4C-CBA3-407B-868F-B1AB1609AF1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9D5054-0A31-47EE-9DD2-66FBC95C8ED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DF5DA22-9BF9-402F-833D-BF22FE9ECD8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582702-3C7F-438E-ABD6-FFF875875F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91D453B-4BC9-4B97-B24A-B14320E257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C8FD6D48-5286-4429-81A4-AFAAB8544AA7}"/>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5916E921-F386-46E7-BFCD-AFC121A95134}"/>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0ED5FA78-C5FE-42D1-B8FE-3323140A63AE}"/>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6671C307-3DD1-4876-9308-C7F24754F75D}"/>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A388DD4F-852D-4ECE-8801-146305724975}"/>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343307678"/>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레퍼런스 내용 영역">
            <a:extLst xmlns:a="http://schemas.openxmlformats.org/drawingml/2006/main">
              <a:ext uri="{FF2B5EF4-FFF2-40B4-BE49-F238E27FC236}">
                <a16:creationId xmlns:a16="http://schemas.microsoft.com/office/drawing/2014/main" id="{290DEF19-C190-4EEC-B15F-2685483BA1DB}"/>
              </a:ext>
            </a:extLst>
          </p:cNvPr>
          <p:cNvSpPr>
            <a:spLocks xmlns:a="http://schemas.openxmlformats.org/drawingml/2006/main" noGrp="1"/>
          </p:cNvSpPr>
          <p:nvPr/>
        </p:nvSpPr>
        <p:spPr>
          <a:xfrm xmlns:a="http://schemas.openxmlformats.org/drawingml/2006/main">
            <a:off x="1333500" y="4238625"/>
            <a:ext cx="6096000" cy="4238625"/>
          </a:xfrm>
          <a:prstGeom xmlns:a="http://schemas.openxmlformats.org/drawingml/2006/main" prst="roundRect">
            <a:avLst>
              <a:gd name="adj" fmla="val 5393"/>
            </a:avLst>
          </a:prstGeom>
          <a:solidFill xmlns:a="http://schemas.openxmlformats.org/drawingml/2006/main">
            <a:srgbClr val="E8E8E8"/>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0670F5FA-423F-408B-83C6-A61EF5CFBA2C}"/>
              </a:ext>
            </a:extLst>
          </p:cNvPr>
          <p:cNvPicPr>
            <a:picLocks xmlns:a="http://schemas.openxmlformats.org/drawingml/2006/main" noChangeAspect="1"/>
          </p:cNvPicPr>
          <p:nvPr/>
        </p:nvPicPr>
        <p:blipFill>
          <a:blip xmlns:r="http://schemas.openxmlformats.org/officeDocument/2006/relationships" xmlns:a="http://schemas.openxmlformats.org/drawingml/2006/main" r:embed="R463b2c7a7def46e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4AE07F-8B8A-4BB9-AB97-79C8893A9D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A7D403-0315-4083-BA9A-405169E46A2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3BF4EE8-C61B-4EC1-AAD9-E0FA2DC3D1E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2364D7D-DB7D-407F-B92C-61D8C6FBC7F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53C50DA-9F5D-4CEC-A6CC-A6B2823D959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8167BF36-424B-4FB6-AF7A-9AF227C33B6A}"/>
              </a:ext>
            </a:extLst>
          </p:cNvPr>
          <p:cNvPicPr>
            <a:picLocks xmlns:a="http://schemas.openxmlformats.org/drawingml/2006/main" noChangeAspect="1"/>
          </p:cNvPicPr>
          <p:nvPr/>
        </p:nvPicPr>
        <p:blipFill>
          <a:blip xmlns:r="http://schemas.openxmlformats.org/officeDocument/2006/relationships" xmlns:a="http://schemas.openxmlformats.org/drawingml/2006/main" r:embed="Rd0a1915ebe1a4c12"/>
          <a:stretch xmlns:a="http://schemas.openxmlformats.org/drawingml/2006/main"/>
        </p:blipFill>
        <p:spPr>
          <a:xfrm xmlns:a="http://schemas.openxmlformats.org/drawingml/2006/main">
            <a:off x="1693972" y="4572000"/>
            <a:ext cx="2517556" cy="3476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2CBAECB-C67E-432F-AE26-CE8C1E0FB47B}"/>
              </a:ext>
            </a:extLst>
          </p:cNvPr>
          <p:cNvPicPr>
            <a:picLocks xmlns:a="http://schemas.openxmlformats.org/drawingml/2006/main" noChangeAspect="1"/>
          </p:cNvPicPr>
          <p:nvPr/>
        </p:nvPicPr>
        <p:blipFill>
          <a:blip xmlns:r="http://schemas.openxmlformats.org/officeDocument/2006/relationships" xmlns:a="http://schemas.openxmlformats.org/drawingml/2006/main" r:embed="Rc2ccc6d85f414942"/>
          <a:stretch xmlns:a="http://schemas.openxmlformats.org/drawingml/2006/main"/>
        </p:blipFill>
        <p:spPr>
          <a:xfrm xmlns:a="http://schemas.openxmlformats.org/drawingml/2006/main">
            <a:off x="4671356" y="4572000"/>
            <a:ext cx="2277789" cy="3476625"/>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4A57603A-89F0-4EC5-A41A-E4D249486119}"/>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18F2955D-DA04-4F1A-94FB-81EAFE2D3B29}"/>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7E1D56A-DCBE-4F09-A9A7-98DE794173D3}"/>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6A5FC77-BBDA-4B7C-89DB-5FA8F8A69BE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C2271C28-40A6-4430-971F-601EA48DFA14}"/>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B87BACB-9416-4D58-9FF2-201D55B881B4}"/>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7641FD77-45AE-4949-A7ED-A27E677D6AF1}"/>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3BC52A3-A037-42EE-A959-86C5C510D164}"/>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spTree>
    <p:extLst>
      <p:ext uri="{BB962C8B-B14F-4D97-AF65-F5344CB8AC3E}">
        <p14:creationId xmlns:p14="http://schemas.microsoft.com/office/powerpoint/2010/main" val="44025039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5A2FAF0B-FC6C-4F07-A7A2-0558D632BB5D}"/>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9879E0D9-6F38-4F6C-A5C8-001428975A15}"/>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306F6740-823B-41E4-ABDF-A3DE1F81B2F5}"/>
              </a:ext>
            </a:extLst>
          </p:cNvPr>
          <p:cNvPicPr>
            <a:picLocks xmlns:a="http://schemas.openxmlformats.org/drawingml/2006/main" noChangeAspect="1"/>
          </p:cNvPicPr>
          <p:nvPr/>
        </p:nvPicPr>
        <p:blipFill>
          <a:blip xmlns:r="http://schemas.openxmlformats.org/officeDocument/2006/relationships" xmlns:a="http://schemas.openxmlformats.org/drawingml/2006/main" r:embed="R3fec36dd6b5c450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292B52-BA36-4561-9925-19ACC1858D5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5A9D5D-B90B-4496-9B4A-0473E7EAEA0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37E10C2-A45D-47E3-8416-8E5A17D3790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C9716A-ECB6-4642-B646-6B76DB571C2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3B17C28-A011-4027-AE53-A753E56BEA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0A8C4207-C56F-4C72-8F70-5C3A6B992E8F}"/>
              </a:ext>
            </a:extLst>
          </p:cNvPr>
          <p:cNvPicPr>
            <a:picLocks xmlns:a="http://schemas.openxmlformats.org/drawingml/2006/main" noChangeAspect="1"/>
          </p:cNvPicPr>
          <p:nvPr/>
        </p:nvPicPr>
        <p:blipFill>
          <a:blip xmlns:r="http://schemas.openxmlformats.org/officeDocument/2006/relationships" xmlns:a="http://schemas.openxmlformats.org/drawingml/2006/main" r:embed="Rc32777f032c441a2"/>
          <a:stretch xmlns:a="http://schemas.openxmlformats.org/drawingml/2006/main"/>
        </p:blipFill>
        <p:spPr>
          <a:xfrm xmlns:a="http://schemas.openxmlformats.org/drawingml/2006/main">
            <a:off x="5118497" y="4857750"/>
            <a:ext cx="805100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9E66194-229A-424A-97AE-064BC6029636}"/>
              </a:ext>
            </a:extLst>
          </p:cNvPr>
          <p:cNvPicPr>
            <a:picLocks xmlns:a="http://schemas.openxmlformats.org/drawingml/2006/main" noChangeAspect="1"/>
          </p:cNvPicPr>
          <p:nvPr/>
        </p:nvPicPr>
        <p:blipFill>
          <a:blip xmlns:r="http://schemas.openxmlformats.org/officeDocument/2006/relationships" xmlns:a="http://schemas.openxmlformats.org/drawingml/2006/main" r:embed="Rfaa1a3c6a15c4041"/>
          <a:stretch xmlns:a="http://schemas.openxmlformats.org/drawingml/2006/main"/>
        </p:blipFill>
        <p:spPr>
          <a:xfrm xmlns:a="http://schemas.openxmlformats.org/drawingml/2006/main">
            <a:off x="5118497" y="6715125"/>
            <a:ext cx="8051006" cy="8572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C3470C84-3D70-45F9-83C9-D4633FB79FFE}"/>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8FB8F7A1-0709-4857-89DA-B96C991F0FE5}"/>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55E6ED21-978C-4277-8310-4D4F9E37DAFB}"/>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9762558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A01EEF2-00BF-4DC9-BFCA-B3A4BC405FF4}"/>
              </a:ext>
            </a:extLst>
          </p:cNvPr>
          <p:cNvPicPr>
            <a:picLocks xmlns:a="http://schemas.openxmlformats.org/drawingml/2006/main" noChangeAspect="1"/>
          </p:cNvPicPr>
          <p:nvPr/>
        </p:nvPicPr>
        <p:blipFill>
          <a:blip xmlns:r="http://schemas.openxmlformats.org/officeDocument/2006/relationships" xmlns:a="http://schemas.openxmlformats.org/drawingml/2006/main" r:embed="R393767e7a9ad466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CE58E2-793A-4E69-B69D-CD59743D9C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8A3667-F852-4363-BE6F-BB0957F7FA5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D71BFBB3-C0E7-41D5-842D-68941987D0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435B9D8-019D-45F5-A2DA-143BA5BB504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CA5B796-371C-4CD2-9564-A1C032BDDED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3B60BC7-129E-429A-AFBB-23997819B3BA}"/>
              </a:ext>
            </a:extLst>
          </p:cNvPr>
          <p:cNvPicPr>
            <a:picLocks xmlns:a="http://schemas.openxmlformats.org/drawingml/2006/main" noChangeAspect="1"/>
          </p:cNvPicPr>
          <p:nvPr/>
        </p:nvPicPr>
        <p:blipFill>
          <a:blip xmlns:r="http://schemas.openxmlformats.org/officeDocument/2006/relationships" xmlns:a="http://schemas.openxmlformats.org/drawingml/2006/main" r:embed="Reb523d957bd045a5"/>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D2A9BCDE-BA43-4B9B-B9A3-FCB76F0E2FC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4B3DCCC-7BC6-4361-A97C-4451A23A8AC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074601626"/>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3333A9BC-781D-41F8-B71F-A2DCA6A97C23}"/>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1347E2E-4F60-4AA1-976C-DE0787CD83BE}"/>
              </a:ext>
            </a:extLst>
          </p:cNvPr>
          <p:cNvPicPr>
            <a:picLocks xmlns:a="http://schemas.openxmlformats.org/drawingml/2006/main" noChangeAspect="1"/>
          </p:cNvPicPr>
          <p:nvPr/>
        </p:nvPicPr>
        <p:blipFill>
          <a:blip xmlns:r="http://schemas.openxmlformats.org/officeDocument/2006/relationships" xmlns:a="http://schemas.openxmlformats.org/drawingml/2006/main" r:embed="Rc0624f465ef146c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CA6208-F468-4C3C-A36C-8B557DB5662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7B4757F-3937-481D-9F9E-146512E727D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739533F-123B-4AE8-A400-1C51AADC7C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381EFF1-CCBA-4C70-8AE9-F6BB0D7A807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AF3E445-F540-4F27-9A5E-E85FD100F5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계수를 곱해 더한다</a:t>
            </a:r>
          </a:p>
        </p:txBody>
      </p:sp>
      <p:pic>
        <p:nvPicPr>
          <p:cNvPr id="14" name="">
            <a:extLst xmlns:a="http://schemas.openxmlformats.org/drawingml/2006/main">
              <a:ext uri="{FF2B5EF4-FFF2-40B4-BE49-F238E27FC236}">
                <a16:creationId xmlns:a16="http://schemas.microsoft.com/office/drawing/2014/main" id="{862856FA-92AD-4860-879D-C07C8FF35439}"/>
              </a:ext>
            </a:extLst>
          </p:cNvPr>
          <p:cNvPicPr>
            <a:picLocks xmlns:a="http://schemas.openxmlformats.org/drawingml/2006/main" noChangeAspect="1"/>
          </p:cNvPicPr>
          <p:nvPr/>
        </p:nvPicPr>
        <p:blipFill>
          <a:blip xmlns:r="http://schemas.openxmlformats.org/officeDocument/2006/relationships" xmlns:a="http://schemas.openxmlformats.org/drawingml/2006/main" r:embed="R1012da537f4346fa"/>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4E50E366-6AD2-4DC8-A7EC-552A886B5068}"/>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각 물질의 반응 계수를 표의 값에 곱한다.</a:t>
            </a:r>
          </a:p>
        </p:txBody>
      </p:sp>
      <p:sp>
        <p:nvSpPr>
          <p:cNvPr id="17" name="text">
            <a:extLst xmlns:a="http://schemas.openxmlformats.org/drawingml/2006/main">
              <a:ext uri="{FF2B5EF4-FFF2-40B4-BE49-F238E27FC236}">
                <a16:creationId xmlns:a16="http://schemas.microsoft.com/office/drawing/2014/main" id="{9CF9480C-97BA-4E30-AA7A-A821CAB6BFB2}"/>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475862457"/>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3A400FFF-CCAE-40B7-AEFC-C26B56414F52}"/>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98A6E8D-7E4E-444E-8545-B2975923ABF5}"/>
              </a:ext>
            </a:extLst>
          </p:cNvPr>
          <p:cNvPicPr>
            <a:picLocks xmlns:a="http://schemas.openxmlformats.org/drawingml/2006/main" noChangeAspect="1"/>
          </p:cNvPicPr>
          <p:nvPr/>
        </p:nvPicPr>
        <p:blipFill>
          <a:blip xmlns:r="http://schemas.openxmlformats.org/officeDocument/2006/relationships" xmlns:a="http://schemas.openxmlformats.org/drawingml/2006/main" r:embed="R92c0363901834f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9EA6EA-01CB-44DA-806B-30B7B2BA00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FD4A40-BABB-4B03-B055-C7E8EB10E06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5418875-B370-4327-AFE5-F35134AA22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62B977-B7C9-4E8D-BB34-B4DDD906604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1E11B2E-6CD0-4F53-A128-568C2B64756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표의 값에 반응 계수를 곱한다</a:t>
            </a:r>
          </a:p>
        </p:txBody>
      </p:sp>
      <p:pic>
        <p:nvPicPr>
          <p:cNvPr id="14" name="">
            <a:extLst xmlns:a="http://schemas.openxmlformats.org/drawingml/2006/main">
              <a:ext uri="{FF2B5EF4-FFF2-40B4-BE49-F238E27FC236}">
                <a16:creationId xmlns:a16="http://schemas.microsoft.com/office/drawing/2014/main" id="{AD0D8E0B-E2FA-490F-B689-D176D8F6E651}"/>
              </a:ext>
            </a:extLst>
          </p:cNvPr>
          <p:cNvPicPr>
            <a:picLocks xmlns:a="http://schemas.openxmlformats.org/drawingml/2006/main" noChangeAspect="1"/>
          </p:cNvPicPr>
          <p:nvPr/>
        </p:nvPicPr>
        <p:blipFill>
          <a:blip xmlns:r="http://schemas.openxmlformats.org/officeDocument/2006/relationships" xmlns:a="http://schemas.openxmlformats.org/drawingml/2006/main" r:embed="Re1fb7694772c41db"/>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F43899BF-278E-433E-B208-36D0045D7B59}"/>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Σ는 각 물질의 값을 모두 더한다는 뜻이다.</a:t>
            </a:r>
          </a:p>
        </p:txBody>
      </p:sp>
      <p:sp>
        <p:nvSpPr>
          <p:cNvPr id="17" name="text">
            <a:extLst xmlns:a="http://schemas.openxmlformats.org/drawingml/2006/main">
              <a:ext uri="{FF2B5EF4-FFF2-40B4-BE49-F238E27FC236}">
                <a16:creationId xmlns:a16="http://schemas.microsoft.com/office/drawing/2014/main" id="{27274A65-479F-4987-A318-3484922FED75}"/>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
        <p:nvSpPr>
          <p:cNvPr id="18" name="text">
            <a:extLst xmlns:a="http://schemas.openxmlformats.org/drawingml/2006/main">
              <a:ext uri="{FF2B5EF4-FFF2-40B4-BE49-F238E27FC236}">
                <a16:creationId xmlns:a16="http://schemas.microsoft.com/office/drawing/2014/main" id="{9140D8E1-BFC7-416C-A87D-664C3AD5B06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표의 생성 엔탈피 값은 물질 1 mol을 기준으로 한다.</a:t>
            </a:r>
          </a:p>
        </p:txBody>
      </p:sp>
    </p:spTree>
    <p:extLst>
      <p:ext uri="{BB962C8B-B14F-4D97-AF65-F5344CB8AC3E}">
        <p14:creationId xmlns:p14="http://schemas.microsoft.com/office/powerpoint/2010/main" val="235774208"/>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6E50C49-8B7B-4CD9-9D9C-67AEEA49815A}"/>
              </a:ext>
            </a:extLst>
          </p:cNvPr>
          <p:cNvPicPr>
            <a:picLocks xmlns:a="http://schemas.openxmlformats.org/drawingml/2006/main" noChangeAspect="1"/>
          </p:cNvPicPr>
          <p:nvPr/>
        </p:nvPicPr>
        <p:blipFill>
          <a:blip xmlns:r="http://schemas.openxmlformats.org/officeDocument/2006/relationships" xmlns:a="http://schemas.openxmlformats.org/drawingml/2006/main" r:embed="R86fadd35208f4c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8B7D6A-5307-4672-B991-B2439BDE22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42A6C6-B2A3-4ACA-B3DB-B441FEE5B22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C7948B4-375D-46CB-B81F-7F3A0AD6084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B5B0D4-1A32-4E86-BD8C-412A69A1719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5473CD5-EDE1-4812-83CB-EC01574394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C3D5E239-49D9-43AF-A5B1-9D76E786E11A}"/>
              </a:ext>
            </a:extLst>
          </p:cNvPr>
          <p:cNvPicPr>
            <a:picLocks xmlns:a="http://schemas.openxmlformats.org/drawingml/2006/main" noChangeAspect="1"/>
          </p:cNvPicPr>
          <p:nvPr/>
        </p:nvPicPr>
        <p:blipFill>
          <a:blip xmlns:r="http://schemas.openxmlformats.org/officeDocument/2006/relationships" xmlns:a="http://schemas.openxmlformats.org/drawingml/2006/main" r:embed="R7dc3a450fcc6433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4B765CC1-0737-44BE-A4DA-8AB915D417AB}"/>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4B4E6EA3-D19D-44C8-89A0-5461CE7ECE9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07C8561-7917-427C-8E0D-654AF7ED96BB}"/>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A42AAF4-8726-4339-9D4B-FE5D86B3174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42FAE99-FD5E-4922-9C8D-81183C0C7F54}"/>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EE255E4D-A67F-4683-92AC-FAA8BD30A098}"/>
              </a:ext>
            </a:extLst>
          </p:cNvPr>
          <p:cNvPicPr>
            <a:picLocks xmlns:a="http://schemas.openxmlformats.org/drawingml/2006/main" noChangeAspect="1"/>
          </p:cNvPicPr>
          <p:nvPr/>
        </p:nvPicPr>
        <p:blipFill>
          <a:blip xmlns:r="http://schemas.openxmlformats.org/officeDocument/2006/relationships" xmlns:a="http://schemas.openxmlformats.org/drawingml/2006/main" r:embed="R29fa6b9a27b04729"/>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209977787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2DEC0C6-E66E-4C22-935B-9A5B9307455F}"/>
              </a:ext>
            </a:extLst>
          </p:cNvPr>
          <p:cNvPicPr>
            <a:picLocks xmlns:a="http://schemas.openxmlformats.org/drawingml/2006/main" noChangeAspect="1"/>
          </p:cNvPicPr>
          <p:nvPr/>
        </p:nvPicPr>
        <p:blipFill>
          <a:blip xmlns:r="http://schemas.openxmlformats.org/officeDocument/2006/relationships" xmlns:a="http://schemas.openxmlformats.org/drawingml/2006/main" r:embed="Re85ee60e93cb4d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86DF34-3B84-49FE-B679-72FD9614D24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285434-E57B-4C23-830C-B470587991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1E16E8B-B1E4-411B-9F7A-E0CACB1CF74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0FEFFFF-3033-457D-9C2B-18D702B8A13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1326747-89ED-4EEA-96EB-FF32A587BA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7309D7A6-DDAA-4ABD-9A80-8A0F3A1AAFE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75FAF00D-2714-4E55-8D23-A666C0B332AA}"/>
              </a:ext>
            </a:extLst>
          </p:cNvPr>
          <p:cNvPicPr>
            <a:picLocks xmlns:a="http://schemas.openxmlformats.org/drawingml/2006/main" noChangeAspect="1"/>
          </p:cNvPicPr>
          <p:nvPr/>
        </p:nvPicPr>
        <p:blipFill>
          <a:blip xmlns:r="http://schemas.openxmlformats.org/officeDocument/2006/relationships" xmlns:a="http://schemas.openxmlformats.org/drawingml/2006/main" r:embed="Rdb03958570ff4041"/>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0F372DE1-174F-4C49-A8FD-04DF21CEB9D3}"/>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F4ADF299-BE45-40AE-9DB2-C681176A7A02}"/>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87509BD4-30EC-4989-A687-C2EC7719FC89}"/>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③</a:t>
            </a:r>
          </a:p>
        </p:txBody>
      </p:sp>
    </p:spTree>
    <p:extLst>
      <p:ext uri="{BB962C8B-B14F-4D97-AF65-F5344CB8AC3E}">
        <p14:creationId xmlns:p14="http://schemas.microsoft.com/office/powerpoint/2010/main" val="1178254499"/>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936BD47-0FC6-4656-838D-09EF3516B7ED}"/>
              </a:ext>
            </a:extLst>
          </p:cNvPr>
          <p:cNvPicPr>
            <a:picLocks xmlns:a="http://schemas.openxmlformats.org/drawingml/2006/main" noChangeAspect="1"/>
          </p:cNvPicPr>
          <p:nvPr/>
        </p:nvPicPr>
        <p:blipFill>
          <a:blip xmlns:r="http://schemas.openxmlformats.org/officeDocument/2006/relationships" xmlns:a="http://schemas.openxmlformats.org/drawingml/2006/main" r:embed="R13b8358ac90547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A6C95A-6A7B-4663-87BF-8FD4C509639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252DDD-5C24-46E6-AB8D-6C67C176231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3992EDA-5EC9-47E3-82A8-B4D34539EF7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72A94E-0C1A-4CCE-BC7E-72045826482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9206FCD-C0D3-442E-BF61-623E110024C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2A5672F7-A297-4DBB-8DEA-52D76D5D8EE7}"/>
              </a:ext>
            </a:extLst>
          </p:cNvPr>
          <p:cNvPicPr>
            <a:picLocks xmlns:a="http://schemas.openxmlformats.org/drawingml/2006/main" noChangeAspect="1"/>
          </p:cNvPicPr>
          <p:nvPr/>
        </p:nvPicPr>
        <p:blipFill>
          <a:blip xmlns:r="http://schemas.openxmlformats.org/officeDocument/2006/relationships" xmlns:a="http://schemas.openxmlformats.org/drawingml/2006/main" r:embed="R67fadc258b054192"/>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88416666"/>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D62AE4C-E69A-4DA3-B370-CD440ADD2A8B}"/>
              </a:ext>
            </a:extLst>
          </p:cNvPr>
          <p:cNvPicPr>
            <a:picLocks xmlns:a="http://schemas.openxmlformats.org/drawingml/2006/main" noChangeAspect="1"/>
          </p:cNvPicPr>
          <p:nvPr/>
        </p:nvPicPr>
        <p:blipFill>
          <a:blip xmlns:r="http://schemas.openxmlformats.org/officeDocument/2006/relationships" xmlns:a="http://schemas.openxmlformats.org/drawingml/2006/main" r:embed="Rf5854a20328e471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2A2FB0-775B-4CC2-8180-38AC7FE2641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96461E-B437-4CFA-9474-202A490BCD2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E1C392B-D180-4D06-8B6D-65A4028DE9A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7DA231F-CFEE-4A09-9730-C51E1DC4D8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5049437-0894-4A27-B031-8D3AB78416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2B005FCB-92BF-4B2F-B70B-3ACCF4B1413F}"/>
              </a:ext>
            </a:extLst>
          </p:cNvPr>
          <p:cNvPicPr>
            <a:picLocks xmlns:a="http://schemas.openxmlformats.org/drawingml/2006/main" noChangeAspect="1"/>
          </p:cNvPicPr>
          <p:nvPr/>
        </p:nvPicPr>
        <p:blipFill>
          <a:blip xmlns:r="http://schemas.openxmlformats.org/officeDocument/2006/relationships" xmlns:a="http://schemas.openxmlformats.org/drawingml/2006/main" r:embed="R6d7a2c90425f4cbd"/>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FCFA7F6-3937-4FDE-A5AF-2609F68F625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6872A56D-8420-43E3-985B-091D8CB57A28}"/>
              </a:ext>
            </a:extLst>
          </p:cNvPr>
          <p:cNvPicPr>
            <a:picLocks xmlns:a="http://schemas.openxmlformats.org/drawingml/2006/main" noChangeAspect="1"/>
          </p:cNvPicPr>
          <p:nvPr/>
        </p:nvPicPr>
        <p:blipFill>
          <a:blip xmlns:r="http://schemas.openxmlformats.org/officeDocument/2006/relationships" xmlns:a="http://schemas.openxmlformats.org/drawingml/2006/main" r:embed="R7a917faff75a4c5f"/>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2" name="해석·결론">
            <a:extLst xmlns:a="http://schemas.openxmlformats.org/drawingml/2006/main">
              <a:ext uri="{FF2B5EF4-FFF2-40B4-BE49-F238E27FC236}">
                <a16:creationId xmlns:a16="http://schemas.microsoft.com/office/drawing/2014/main" id="{749C8EE0-330C-4526-9B8B-77691CD0E98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5520F80-A6FC-4985-B335-FDF22BD5DD2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기화는 열을 흡수하므로 </a:t>
            </a:r>
            <a:r>
              <a:rPr sz="3338">
                <a:solidFill>
                  <a:srgbClr val="FFFFFF"/>
                </a:solidFill>
                <a:latin typeface="Pretendard"/>
                <a:ea typeface="Pretendard"/>
                <a:cs typeface="Pretendard"/>
              </a:rPr>
              <a:t>Δ</a:t>
            </a:r>
            <a:r>
              <a:rPr sz="3338" i="1">
                <a:solidFill>
                  <a:srgbClr val="FFFFFF"/>
                </a:solidFill>
                <a:latin typeface="Pretendard"/>
                <a:ea typeface="Pretendard"/>
                <a:cs typeface="Pretendard"/>
              </a:rPr>
              <a:t>H</a:t>
            </a:r>
            <a:r>
              <a:rPr sz="3338">
                <a:solidFill>
                  <a:srgbClr val="FFFFFF"/>
                </a:solidFill>
                <a:latin typeface="Pretendard"/>
                <a:ea typeface="Pretendard"/>
                <a:cs typeface="Pretendard"/>
              </a:rPr>
              <a:t> &gt; 0</a:t>
            </a:r>
          </a:p>
        </p:txBody>
      </p:sp>
      <p:pic>
        <p:nvPicPr>
          <p:cNvPr id="14" name="">
            <a:extLst xmlns:a="http://schemas.openxmlformats.org/drawingml/2006/main">
              <a:ext uri="{FF2B5EF4-FFF2-40B4-BE49-F238E27FC236}">
                <a16:creationId xmlns:a16="http://schemas.microsoft.com/office/drawing/2014/main" id="{552935AE-C7A3-4DB2-91C4-7AA2BFE34080}"/>
              </a:ext>
            </a:extLst>
          </p:cNvPr>
          <p:cNvPicPr>
            <a:picLocks xmlns:a="http://schemas.openxmlformats.org/drawingml/2006/main" noChangeAspect="1"/>
          </p:cNvPicPr>
          <p:nvPr/>
        </p:nvPicPr>
        <p:blipFill>
          <a:blip xmlns:r="http://schemas.openxmlformats.org/officeDocument/2006/relationships" xmlns:a="http://schemas.openxmlformats.org/drawingml/2006/main" r:embed="R2c4aea31dc344e5e"/>
          <a:stretch xmlns:a="http://schemas.openxmlformats.org/drawingml/2006/main"/>
        </p:blipFill>
        <p:spPr>
          <a:xfrm xmlns:a="http://schemas.openxmlformats.org/drawingml/2006/main">
            <a:off x="11541108" y="6660735"/>
            <a:ext cx="3587784" cy="1013656"/>
          </a:xfrm>
          <a:prstGeom xmlns:a="http://schemas.openxmlformats.org/drawingml/2006/main" prst="rect">
            <a:avLst/>
          </a:prstGeom>
        </p:spPr>
      </p:pic>
    </p:spTree>
    <p:extLst>
      <p:ext uri="{BB962C8B-B14F-4D97-AF65-F5344CB8AC3E}">
        <p14:creationId xmlns:p14="http://schemas.microsoft.com/office/powerpoint/2010/main" val="1581688163"/>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65E9C1F3-7D5A-442D-BBCF-58407D7CBC21}"/>
              </a:ext>
            </a:extLst>
          </p:cNvPr>
          <p:cNvSpPr>
            <a:spLocks xmlns:a="http://schemas.openxmlformats.org/drawingml/2006/main" noGrp="1"/>
          </p:cNvSpPr>
          <p:nvPr/>
        </p:nvSpPr>
        <p:spPr>
          <a:xfrm xmlns:a="http://schemas.openxmlformats.org/drawingml/2006/main">
            <a:off x="112395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4EC87A79-0F40-4C19-9AAB-552B86EC3409}"/>
              </a:ext>
            </a:extLst>
          </p:cNvPr>
          <p:cNvSpPr>
            <a:spLocks xmlns:a="http://schemas.openxmlformats.org/drawingml/2006/main" noGrp="1"/>
          </p:cNvSpPr>
          <p:nvPr/>
        </p:nvSpPr>
        <p:spPr>
          <a:xfrm xmlns:a="http://schemas.openxmlformats.org/drawingml/2006/main">
            <a:off x="752475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1873F8F-0278-479C-BBAB-43D23F155B91}"/>
              </a:ext>
            </a:extLst>
          </p:cNvPr>
          <p:cNvSpPr>
            <a:spLocks xmlns:a="http://schemas.openxmlformats.org/drawingml/2006/main" noGrp="1"/>
          </p:cNvSpPr>
          <p:nvPr/>
        </p:nvSpPr>
        <p:spPr>
          <a:xfrm xmlns:a="http://schemas.openxmlformats.org/drawingml/2006/main">
            <a:off x="38100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EF61537B-86FD-4E49-806F-6CD9AD64D73C}"/>
              </a:ext>
            </a:extLst>
          </p:cNvPr>
          <p:cNvPicPr>
            <a:picLocks xmlns:a="http://schemas.openxmlformats.org/drawingml/2006/main" noChangeAspect="1"/>
          </p:cNvPicPr>
          <p:nvPr/>
        </p:nvPicPr>
        <p:blipFill>
          <a:blip xmlns:r="http://schemas.openxmlformats.org/officeDocument/2006/relationships" xmlns:a="http://schemas.openxmlformats.org/drawingml/2006/main" r:embed="R0c381a99791d46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ABA9D0-C718-41FB-AC43-90FCA7DE564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6B388B-7B2E-4AD3-9B6C-1400D8E66C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46CFAFC-281F-47E3-A000-AB1E47D49FD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AB1733B-E7BD-4A7B-90EF-E48DF56E884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6DFE84F7-83C2-4B42-8A33-BE862B3FDF5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21938696-7E4C-4250-8CB2-182749DB92E5}"/>
              </a:ext>
            </a:extLst>
          </p:cNvPr>
          <p:cNvSpPr>
            <a:spLocks xmlns:a="http://schemas.openxmlformats.org/drawingml/2006/main" noGrp="1"/>
          </p:cNvSpPr>
          <p:nvPr/>
        </p:nvSpPr>
        <p:spPr>
          <a:xfrm xmlns:a="http://schemas.openxmlformats.org/drawingml/2006/main">
            <a:off x="40005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9B994E9D-2FD7-41ED-8C1C-AC279814DFC7}"/>
              </a:ext>
            </a:extLst>
          </p:cNvPr>
          <p:cNvSpPr>
            <a:spLocks xmlns:a="http://schemas.openxmlformats.org/drawingml/2006/main" noGrp="1"/>
          </p:cNvSpPr>
          <p:nvPr/>
        </p:nvSpPr>
        <p:spPr>
          <a:xfrm xmlns:a="http://schemas.openxmlformats.org/drawingml/2006/main">
            <a:off x="40005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4DC445E1-C255-4F78-ABAB-C4B572E8BAC0}"/>
              </a:ext>
            </a:extLst>
          </p:cNvPr>
          <p:cNvSpPr>
            <a:spLocks xmlns:a="http://schemas.openxmlformats.org/drawingml/2006/main" noGrp="1"/>
          </p:cNvSpPr>
          <p:nvPr/>
        </p:nvSpPr>
        <p:spPr>
          <a:xfrm xmlns:a="http://schemas.openxmlformats.org/drawingml/2006/main">
            <a:off x="40005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생성되는 물질 1 mol을</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C5933C7A-4CD2-4D1B-A513-959A53DD9C3B}"/>
              </a:ext>
            </a:extLst>
          </p:cNvPr>
          <p:cNvSpPr>
            <a:spLocks xmlns:a="http://schemas.openxmlformats.org/drawingml/2006/main" noGrp="1"/>
          </p:cNvSpPr>
          <p:nvPr/>
        </p:nvSpPr>
        <p:spPr>
          <a:xfrm xmlns:a="http://schemas.openxmlformats.org/drawingml/2006/main">
            <a:off x="771525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79A626A8-A853-46FE-B4FB-EAD674729DE6}"/>
              </a:ext>
            </a:extLst>
          </p:cNvPr>
          <p:cNvSpPr>
            <a:spLocks xmlns:a="http://schemas.openxmlformats.org/drawingml/2006/main" noGrp="1"/>
          </p:cNvSpPr>
          <p:nvPr/>
        </p:nvSpPr>
        <p:spPr>
          <a:xfrm xmlns:a="http://schemas.openxmlformats.org/drawingml/2006/main">
            <a:off x="771525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8754CEE9-A43C-4D08-98EB-DBC534E7E6C1}"/>
              </a:ext>
            </a:extLst>
          </p:cNvPr>
          <p:cNvSpPr>
            <a:spLocks xmlns:a="http://schemas.openxmlformats.org/drawingml/2006/main" noGrp="1"/>
          </p:cNvSpPr>
          <p:nvPr/>
        </p:nvSpPr>
        <p:spPr>
          <a:xfrm xmlns:a="http://schemas.openxmlformats.org/drawingml/2006/main">
            <a:off x="771525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원소의 형태와</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0DDF1115-B63E-4D10-9D4F-C614DBD06277}"/>
              </a:ext>
            </a:extLst>
          </p:cNvPr>
          <p:cNvSpPr>
            <a:spLocks xmlns:a="http://schemas.openxmlformats.org/drawingml/2006/main" noGrp="1"/>
          </p:cNvSpPr>
          <p:nvPr/>
        </p:nvSpPr>
        <p:spPr>
          <a:xfrm xmlns:a="http://schemas.openxmlformats.org/drawingml/2006/main">
            <a:off x="114300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BC6BAF98-5420-4BDF-9809-9AF07293C580}"/>
              </a:ext>
            </a:extLst>
          </p:cNvPr>
          <p:cNvSpPr>
            <a:spLocks xmlns:a="http://schemas.openxmlformats.org/drawingml/2006/main" noGrp="1"/>
          </p:cNvSpPr>
          <p:nvPr/>
        </p:nvSpPr>
        <p:spPr>
          <a:xfrm xmlns:a="http://schemas.openxmlformats.org/drawingml/2006/main">
            <a:off x="114300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95505432-A0EA-4B17-8249-4609614AFD49}"/>
              </a:ext>
            </a:extLst>
          </p:cNvPr>
          <p:cNvSpPr>
            <a:spLocks xmlns:a="http://schemas.openxmlformats.org/drawingml/2006/main" noGrp="1"/>
          </p:cNvSpPr>
          <p:nvPr/>
        </p:nvSpPr>
        <p:spPr>
          <a:xfrm xmlns:a="http://schemas.openxmlformats.org/drawingml/2006/main">
            <a:off x="114300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반응 계수를 곱하고</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D9CDBEF7-E2F7-4A8E-A1EC-BE0561163470}"/>
              </a:ext>
            </a:extLst>
          </p:cNvPr>
          <p:cNvSpPr>
            <a:spLocks xmlns:a="http://schemas.openxmlformats.org/drawingml/2006/main" noGrp="1"/>
          </p:cNvSpPr>
          <p:nvPr/>
        </p:nvSpPr>
        <p:spPr>
          <a:xfrm xmlns:a="http://schemas.openxmlformats.org/drawingml/2006/main">
            <a:off x="2667000" y="871537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483567983"/>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477F816-9EF9-4B90-93A7-E484E4604209}"/>
              </a:ext>
            </a:extLst>
          </p:cNvPr>
          <p:cNvPicPr>
            <a:picLocks xmlns:a="http://schemas.openxmlformats.org/drawingml/2006/main" noChangeAspect="1"/>
          </p:cNvPicPr>
          <p:nvPr/>
        </p:nvPicPr>
        <p:blipFill>
          <a:blip xmlns:r="http://schemas.openxmlformats.org/officeDocument/2006/relationships" xmlns:a="http://schemas.openxmlformats.org/drawingml/2006/main" r:embed="R697f0dbab5df438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BAF566F-4247-4DE0-99AA-46A23F87105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0DB56CB-A5FD-41EC-9669-C20D97E081A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8D006AB-743B-49FA-949D-C14AF97D1E94}"/>
              </a:ext>
            </a:extLst>
          </p:cNvPr>
          <p:cNvPicPr>
            <a:picLocks xmlns:a="http://schemas.openxmlformats.org/drawingml/2006/main" noChangeAspect="1"/>
          </p:cNvPicPr>
          <p:nvPr/>
        </p:nvPicPr>
        <p:blipFill>
          <a:blip xmlns:r="http://schemas.openxmlformats.org/officeDocument/2006/relationships" xmlns:a="http://schemas.openxmlformats.org/drawingml/2006/main" r:embed="Re72188ef1dd74a0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02403A2D-09A6-49A9-B8D7-F4E8BFE43B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3EEED3B-2923-46B0-851D-35E24C8EF1F0}"/>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E51B3DA2-A2E8-4E8B-96B7-B16955C28C07}"/>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실험으로 확인하는</a:t>
            </a:r>
          </a:p>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690ADFA0-58E2-4620-BA4E-2E27E3BFC933}"/>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820707185"/>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1402D84-9D79-44E8-91DE-923EAD83504A}"/>
              </a:ext>
            </a:extLst>
          </p:cNvPr>
          <p:cNvPicPr>
            <a:picLocks xmlns:a="http://schemas.openxmlformats.org/drawingml/2006/main" noChangeAspect="1"/>
          </p:cNvPicPr>
          <p:nvPr/>
        </p:nvPicPr>
        <p:blipFill>
          <a:blip xmlns:r="http://schemas.openxmlformats.org/officeDocument/2006/relationships" xmlns:a="http://schemas.openxmlformats.org/drawingml/2006/main" r:embed="R3b00395446554df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02C610-084E-4D6A-8E74-EE7D39DCB40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CF93CA-2096-4901-AF3B-41D1D63613E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C27D18D2-8C1D-4D5E-9C6C-2E7320BC072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5CD57BF-910D-43BA-A0D7-A1C406D6FAE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6ECB6B9-EEBF-45CA-8285-D64F3D207C2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7E4D945-9A24-4D80-A014-ECECBD0D2255}"/>
              </a:ext>
            </a:extLst>
          </p:cNvPr>
          <p:cNvPicPr>
            <a:picLocks xmlns:a="http://schemas.openxmlformats.org/drawingml/2006/main" noChangeAspect="1"/>
          </p:cNvPicPr>
          <p:nvPr/>
        </p:nvPicPr>
        <p:blipFill>
          <a:blip xmlns:r="http://schemas.openxmlformats.org/officeDocument/2006/relationships" xmlns:a="http://schemas.openxmlformats.org/drawingml/2006/main" r:embed="Rdb17b890f7534f79"/>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78E3716-2D39-4957-8BFF-5690EE3D6436}"/>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58C644FD-05F0-47E4-AD06-02BA90067587}"/>
              </a:ext>
            </a:extLst>
          </p:cNvPr>
          <p:cNvPicPr>
            <a:picLocks xmlns:a="http://schemas.openxmlformats.org/drawingml/2006/main" noChangeAspect="1"/>
          </p:cNvPicPr>
          <p:nvPr/>
        </p:nvPicPr>
        <p:blipFill>
          <a:blip xmlns:r="http://schemas.openxmlformats.org/officeDocument/2006/relationships" xmlns:a="http://schemas.openxmlformats.org/drawingml/2006/main" r:embed="Rf3c965109cfd4871"/>
          <a:stretch xmlns:a="http://schemas.openxmlformats.org/drawingml/2006/main"/>
        </p:blipFill>
        <p:spPr>
          <a:xfrm xmlns:a="http://schemas.openxmlformats.org/drawingml/2006/main">
            <a:off x="7626536" y="5134869"/>
            <a:ext cx="6107166" cy="58876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0525984-6A2B-4BA4-A562-33153F3945F8}"/>
              </a:ext>
            </a:extLst>
          </p:cNvPr>
          <p:cNvPicPr>
            <a:picLocks xmlns:a="http://schemas.openxmlformats.org/drawingml/2006/main" noChangeAspect="1"/>
          </p:cNvPicPr>
          <p:nvPr/>
        </p:nvPicPr>
        <p:blipFill>
          <a:blip xmlns:r="http://schemas.openxmlformats.org/officeDocument/2006/relationships" xmlns:a="http://schemas.openxmlformats.org/drawingml/2006/main" r:embed="R9c9a31cf33c04caa"/>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D870FAD-2EB8-4A9B-9A9B-DD9763B64D4A}"/>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42A9CF15-62F4-45C0-A426-BFB92219B9A5}"/>
              </a:ext>
            </a:extLst>
          </p:cNvPr>
          <p:cNvPicPr>
            <a:picLocks xmlns:a="http://schemas.openxmlformats.org/drawingml/2006/main" noChangeAspect="1"/>
          </p:cNvPicPr>
          <p:nvPr/>
        </p:nvPicPr>
        <p:blipFill>
          <a:blip xmlns:r="http://schemas.openxmlformats.org/officeDocument/2006/relationships" xmlns:a="http://schemas.openxmlformats.org/drawingml/2006/main" r:embed="Rec91430d17474188"/>
          <a:stretch xmlns:a="http://schemas.openxmlformats.org/drawingml/2006/main"/>
        </p:blipFill>
        <p:spPr>
          <a:xfrm xmlns:a="http://schemas.openxmlformats.org/drawingml/2006/main">
            <a:off x="7600482" y="8060524"/>
            <a:ext cx="9087787" cy="547701"/>
          </a:xfrm>
          <a:prstGeom xmlns:a="http://schemas.openxmlformats.org/drawingml/2006/main" prst="rect">
            <a:avLst/>
          </a:prstGeom>
        </p:spPr>
      </p:pic>
    </p:spTree>
    <p:extLst>
      <p:ext uri="{BB962C8B-B14F-4D97-AF65-F5344CB8AC3E}">
        <p14:creationId xmlns:p14="http://schemas.microsoft.com/office/powerpoint/2010/main" val="1864231698"/>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E056893-CF99-4E8E-9CCA-B937EC95F0DA}"/>
              </a:ext>
            </a:extLst>
          </p:cNvPr>
          <p:cNvPicPr>
            <a:picLocks xmlns:a="http://schemas.openxmlformats.org/drawingml/2006/main" noChangeAspect="1"/>
          </p:cNvPicPr>
          <p:nvPr/>
        </p:nvPicPr>
        <p:blipFill>
          <a:blip xmlns:r="http://schemas.openxmlformats.org/officeDocument/2006/relationships" xmlns:a="http://schemas.openxmlformats.org/drawingml/2006/main" r:embed="Re14168e0a814482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E147D8-49DC-4199-93E5-191CF91DC8D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87CE25-A21E-433F-AFE4-844FAB5FAA7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2DD6B40-D378-498D-82A0-02916F77D94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157CC1-96B7-4957-8CE0-603F362BC33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FF730545-DB0F-4BCE-9DC2-871DF3365DF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8" name="">
            <a:extLst xmlns:a="http://schemas.openxmlformats.org/drawingml/2006/main">
              <a:ext uri="{FF2B5EF4-FFF2-40B4-BE49-F238E27FC236}">
                <a16:creationId xmlns:a16="http://schemas.microsoft.com/office/drawing/2014/main" id="{7BFF6B6F-3F83-40C8-B3E0-5457823BE970}"/>
              </a:ext>
            </a:extLst>
          </p:cNvPr>
          <p:cNvPicPr>
            <a:picLocks xmlns:a="http://schemas.openxmlformats.org/drawingml/2006/main" noChangeAspect="1"/>
          </p:cNvPicPr>
          <p:nvPr/>
        </p:nvPicPr>
        <p:blipFill>
          <a:blip xmlns:r="http://schemas.openxmlformats.org/officeDocument/2006/relationships" xmlns:a="http://schemas.openxmlformats.org/drawingml/2006/main" r:embed="Reaf37106ee0249d9"/>
          <a:stretch xmlns:a="http://schemas.openxmlformats.org/drawingml/2006/main"/>
        </p:blipFill>
        <p:spPr>
          <a:xfrm xmlns:a="http://schemas.openxmlformats.org/drawingml/2006/main">
            <a:off x="2969355" y="5715000"/>
            <a:ext cx="7005764"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666B638-9B59-4FC5-911E-F333F4F64756}"/>
              </a:ext>
            </a:extLst>
          </p:cNvPr>
          <p:cNvPicPr>
            <a:picLocks xmlns:a="http://schemas.openxmlformats.org/drawingml/2006/main" noChangeAspect="1"/>
          </p:cNvPicPr>
          <p:nvPr/>
        </p:nvPicPr>
        <p:blipFill>
          <a:blip xmlns:r="http://schemas.openxmlformats.org/officeDocument/2006/relationships" xmlns:a="http://schemas.openxmlformats.org/drawingml/2006/main" r:embed="Re00908b7f4d04430"/>
          <a:stretch xmlns:a="http://schemas.openxmlformats.org/drawingml/2006/main"/>
        </p:blipFill>
        <p:spPr>
          <a:xfrm xmlns:a="http://schemas.openxmlformats.org/drawingml/2006/main">
            <a:off x="12083621" y="5715000"/>
            <a:ext cx="3502882" cy="2286000"/>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AC986CCA-CB5B-475C-AC68-F2F6896E5378}"/>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A115625-BBE8-4075-BCAF-C9CBD9232E60}"/>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47A53CC0-9FC4-4F53-BDD3-55DB3388F279}"/>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14CB4CD-F382-44B7-B9AC-9C253D678D0A}"/>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pic>
        <p:nvPicPr>
          <p:cNvPr id="14" name="">
            <a:extLst xmlns:a="http://schemas.openxmlformats.org/drawingml/2006/main">
              <a:ext uri="{FF2B5EF4-FFF2-40B4-BE49-F238E27FC236}">
                <a16:creationId xmlns:a16="http://schemas.microsoft.com/office/drawing/2014/main" id="{D50FADEA-BBF8-414E-865F-08371459D047}"/>
              </a:ext>
            </a:extLst>
          </p:cNvPr>
          <p:cNvPicPr>
            <a:picLocks xmlns:a="http://schemas.openxmlformats.org/drawingml/2006/main" noChangeAspect="1"/>
          </p:cNvPicPr>
          <p:nvPr/>
        </p:nvPicPr>
        <p:blipFill>
          <a:blip xmlns:r="http://schemas.openxmlformats.org/officeDocument/2006/relationships" xmlns:a="http://schemas.openxmlformats.org/drawingml/2006/main" r:embed="R369f0f72b8984f04"/>
          <a:stretch xmlns:a="http://schemas.openxmlformats.org/drawingml/2006/main"/>
        </p:blipFill>
        <p:spPr>
          <a:xfrm xmlns:a="http://schemas.openxmlformats.org/drawingml/2006/main">
            <a:off x="5901411" y="4191000"/>
            <a:ext cx="6485178" cy="1238250"/>
          </a:xfrm>
          <a:prstGeom xmlns:a="http://schemas.openxmlformats.org/drawingml/2006/main" prst="rect">
            <a:avLst/>
          </a:prstGeom>
        </p:spPr>
      </p:pic>
    </p:spTree>
    <p:extLst>
      <p:ext uri="{BB962C8B-B14F-4D97-AF65-F5344CB8AC3E}">
        <p14:creationId xmlns:p14="http://schemas.microsoft.com/office/powerpoint/2010/main" val="1135920255"/>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레퍼런스 내용 영역">
            <a:extLst xmlns:a="http://schemas.openxmlformats.org/drawingml/2006/main">
              <a:ext uri="{FF2B5EF4-FFF2-40B4-BE49-F238E27FC236}">
                <a16:creationId xmlns:a16="http://schemas.microsoft.com/office/drawing/2014/main" id="{20D96657-F334-41CE-AFF2-F1C86D8D5813}"/>
              </a:ext>
            </a:extLst>
          </p:cNvPr>
          <p:cNvSpPr>
            <a:spLocks xmlns:a="http://schemas.openxmlformats.org/drawingml/2006/main" noGrp="1"/>
          </p:cNvSpPr>
          <p:nvPr/>
        </p:nvSpPr>
        <p:spPr>
          <a:xfrm xmlns:a="http://schemas.openxmlformats.org/drawingml/2006/main">
            <a:off x="5715000" y="762000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6" name="레퍼런스 내용 영역">
            <a:extLst xmlns:a="http://schemas.openxmlformats.org/drawingml/2006/main">
              <a:ext uri="{FF2B5EF4-FFF2-40B4-BE49-F238E27FC236}">
                <a16:creationId xmlns:a16="http://schemas.microsoft.com/office/drawing/2014/main" id="{35CCFD62-BF75-4D03-ACCF-D76D47D16B8E}"/>
              </a:ext>
            </a:extLst>
          </p:cNvPr>
          <p:cNvSpPr>
            <a:spLocks xmlns:a="http://schemas.openxmlformats.org/drawingml/2006/main" noGrp="1"/>
          </p:cNvSpPr>
          <p:nvPr/>
        </p:nvSpPr>
        <p:spPr>
          <a:xfrm xmlns:a="http://schemas.openxmlformats.org/drawingml/2006/main">
            <a:off x="3810000" y="762000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33" name="레퍼런스 내용 영역">
            <a:extLst xmlns:a="http://schemas.openxmlformats.org/drawingml/2006/main">
              <a:ext uri="{FF2B5EF4-FFF2-40B4-BE49-F238E27FC236}">
                <a16:creationId xmlns:a16="http://schemas.microsoft.com/office/drawing/2014/main" id="{D1162730-AFDD-43D6-90F9-DD0E554641DF}"/>
              </a:ext>
            </a:extLst>
          </p:cNvPr>
          <p:cNvSpPr>
            <a:spLocks xmlns:a="http://schemas.openxmlformats.org/drawingml/2006/main" noGrp="1"/>
          </p:cNvSpPr>
          <p:nvPr/>
        </p:nvSpPr>
        <p:spPr>
          <a:xfrm xmlns:a="http://schemas.openxmlformats.org/drawingml/2006/main">
            <a:off x="5715000" y="6619875"/>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2" name="레퍼런스 내용 영역">
            <a:extLst xmlns:a="http://schemas.openxmlformats.org/drawingml/2006/main">
              <a:ext uri="{FF2B5EF4-FFF2-40B4-BE49-F238E27FC236}">
                <a16:creationId xmlns:a16="http://schemas.microsoft.com/office/drawing/2014/main" id="{E6E6342D-11A2-4195-9BD9-06F03AF21CF7}"/>
              </a:ext>
            </a:extLst>
          </p:cNvPr>
          <p:cNvSpPr>
            <a:spLocks xmlns:a="http://schemas.openxmlformats.org/drawingml/2006/main" noGrp="1"/>
          </p:cNvSpPr>
          <p:nvPr/>
        </p:nvSpPr>
        <p:spPr>
          <a:xfrm xmlns:a="http://schemas.openxmlformats.org/drawingml/2006/main">
            <a:off x="3810000" y="6619875"/>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29" name="레퍼런스 내용 영역">
            <a:extLst xmlns:a="http://schemas.openxmlformats.org/drawingml/2006/main">
              <a:ext uri="{FF2B5EF4-FFF2-40B4-BE49-F238E27FC236}">
                <a16:creationId xmlns:a16="http://schemas.microsoft.com/office/drawing/2014/main" id="{373BC079-9FD4-419C-9741-02809434DAF5}"/>
              </a:ext>
            </a:extLst>
          </p:cNvPr>
          <p:cNvSpPr>
            <a:spLocks xmlns:a="http://schemas.openxmlformats.org/drawingml/2006/main" noGrp="1"/>
          </p:cNvSpPr>
          <p:nvPr/>
        </p:nvSpPr>
        <p:spPr>
          <a:xfrm xmlns:a="http://schemas.openxmlformats.org/drawingml/2006/main">
            <a:off x="5715000" y="561975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28" name="레퍼런스 내용 영역">
            <a:extLst xmlns:a="http://schemas.openxmlformats.org/drawingml/2006/main">
              <a:ext uri="{FF2B5EF4-FFF2-40B4-BE49-F238E27FC236}">
                <a16:creationId xmlns:a16="http://schemas.microsoft.com/office/drawing/2014/main" id="{6A19E906-3661-4573-B094-1B13CC695092}"/>
              </a:ext>
            </a:extLst>
          </p:cNvPr>
          <p:cNvSpPr>
            <a:spLocks xmlns:a="http://schemas.openxmlformats.org/drawingml/2006/main" noGrp="1"/>
          </p:cNvSpPr>
          <p:nvPr/>
        </p:nvSpPr>
        <p:spPr>
          <a:xfrm xmlns:a="http://schemas.openxmlformats.org/drawingml/2006/main">
            <a:off x="3810000" y="561975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6EF9F83-1873-4A3B-8041-FACDEA3597D4}"/>
              </a:ext>
            </a:extLst>
          </p:cNvPr>
          <p:cNvPicPr>
            <a:picLocks xmlns:a="http://schemas.openxmlformats.org/drawingml/2006/main" noChangeAspect="1"/>
          </p:cNvPicPr>
          <p:nvPr/>
        </p:nvPicPr>
        <p:blipFill>
          <a:blip xmlns:r="http://schemas.openxmlformats.org/officeDocument/2006/relationships" xmlns:a="http://schemas.openxmlformats.org/drawingml/2006/main" r:embed="R430cfe0435f04c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3E4960-1468-4DC9-9DA4-F91AFAC0C1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A22789-6DBF-4CCC-860B-242C54A8A96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8AEEFF95-F1D3-44BA-935D-5CE94B068F6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C52A860-9B5E-4C8E-9FF7-727B1D4AE03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7373C03-4141-40F0-ADC5-0436A0778CC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E93B4F79-436D-4E1D-B8A7-CC72AE2FC8B0}"/>
              </a:ext>
            </a:extLst>
          </p:cNvPr>
          <p:cNvPicPr>
            <a:picLocks xmlns:a="http://schemas.openxmlformats.org/drawingml/2006/main" noChangeAspect="1"/>
          </p:cNvPicPr>
          <p:nvPr/>
        </p:nvPicPr>
        <p:blipFill>
          <a:blip xmlns:r="http://schemas.openxmlformats.org/officeDocument/2006/relationships" xmlns:a="http://schemas.openxmlformats.org/drawingml/2006/main" r:embed="R531de37108f64aa6"/>
          <a:stretch xmlns:a="http://schemas.openxmlformats.org/drawingml/2006/main"/>
        </p:blipFill>
        <p:spPr>
          <a:xfrm xmlns:a="http://schemas.openxmlformats.org/drawingml/2006/main">
            <a:off x="6754559" y="4095750"/>
            <a:ext cx="4778882" cy="952500"/>
          </a:xfrm>
          <a:prstGeom xmlns:a="http://schemas.openxmlformats.org/drawingml/2006/main" prst="rect">
            <a:avLst/>
          </a:prstGeom>
        </p:spPr>
      </p:pic>
      <p:sp>
        <p:nvSpPr>
          <p:cNvPr id="30" name="text">
            <a:extLst xmlns:a="http://schemas.openxmlformats.org/drawingml/2006/main">
              <a:ext uri="{FF2B5EF4-FFF2-40B4-BE49-F238E27FC236}">
                <a16:creationId xmlns:a16="http://schemas.microsoft.com/office/drawing/2014/main" id="{670CD0D8-137A-4A97-8218-E6AA1E538BF7}"/>
              </a:ext>
            </a:extLst>
          </p:cNvPr>
          <p:cNvSpPr>
            <a:spLocks xmlns:a="http://schemas.openxmlformats.org/drawingml/2006/main" noGrp="1"/>
          </p:cNvSpPr>
          <p:nvPr/>
        </p:nvSpPr>
        <p:spPr>
          <a:xfrm xmlns:a="http://schemas.openxmlformats.org/drawingml/2006/main">
            <a:off x="4048125" y="573405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62788C2E-7645-404B-8A45-2B0E7F907E47}"/>
              </a:ext>
            </a:extLst>
          </p:cNvPr>
          <p:cNvSpPr>
            <a:spLocks xmlns:a="http://schemas.openxmlformats.org/drawingml/2006/main" noGrp="1"/>
          </p:cNvSpPr>
          <p:nvPr/>
        </p:nvSpPr>
        <p:spPr>
          <a:xfrm xmlns:a="http://schemas.openxmlformats.org/drawingml/2006/main">
            <a:off x="6048375" y="57340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용액의 비열</a:t>
            </a:r>
          </a:p>
        </p:txBody>
      </p:sp>
      <p:sp>
        <p:nvSpPr>
          <p:cNvPr id="34" name="text">
            <a:extLst xmlns:a="http://schemas.openxmlformats.org/drawingml/2006/main">
              <a:ext uri="{FF2B5EF4-FFF2-40B4-BE49-F238E27FC236}">
                <a16:creationId xmlns:a16="http://schemas.microsoft.com/office/drawing/2014/main" id="{6C98156C-8EFC-49F3-A975-37D6B4AD25FB}"/>
              </a:ext>
            </a:extLst>
          </p:cNvPr>
          <p:cNvSpPr>
            <a:spLocks xmlns:a="http://schemas.openxmlformats.org/drawingml/2006/main" noGrp="1"/>
          </p:cNvSpPr>
          <p:nvPr/>
        </p:nvSpPr>
        <p:spPr>
          <a:xfrm xmlns:a="http://schemas.openxmlformats.org/drawingml/2006/main">
            <a:off x="4048125" y="673417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F0285CB6-F8F0-4732-8FE9-DDB4A9C72C07}"/>
              </a:ext>
            </a:extLst>
          </p:cNvPr>
          <p:cNvSpPr>
            <a:spLocks xmlns:a="http://schemas.openxmlformats.org/drawingml/2006/main" noGrp="1"/>
          </p:cNvSpPr>
          <p:nvPr/>
        </p:nvSpPr>
        <p:spPr>
          <a:xfrm xmlns:a="http://schemas.openxmlformats.org/drawingml/2006/main">
            <a:off x="6048375" y="6734175"/>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 전체의 질량</a:t>
            </a:r>
          </a:p>
        </p:txBody>
      </p:sp>
      <p:sp>
        <p:nvSpPr>
          <p:cNvPr id="38" name="text">
            <a:extLst xmlns:a="http://schemas.openxmlformats.org/drawingml/2006/main">
              <a:ext uri="{FF2B5EF4-FFF2-40B4-BE49-F238E27FC236}">
                <a16:creationId xmlns:a16="http://schemas.microsoft.com/office/drawing/2014/main" id="{C5B9174C-BA20-4306-BC91-934728095B0C}"/>
              </a:ext>
            </a:extLst>
          </p:cNvPr>
          <p:cNvSpPr>
            <a:spLocks xmlns:a="http://schemas.openxmlformats.org/drawingml/2006/main" noGrp="1"/>
          </p:cNvSpPr>
          <p:nvPr/>
        </p:nvSpPr>
        <p:spPr>
          <a:xfrm xmlns:a="http://schemas.openxmlformats.org/drawingml/2006/main">
            <a:off x="4048125" y="77343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872C3C9D-268F-4AE3-B1EE-442E2AFF4B27}"/>
              </a:ext>
            </a:extLst>
          </p:cNvPr>
          <p:cNvSpPr>
            <a:spLocks xmlns:a="http://schemas.openxmlformats.org/drawingml/2006/main" noGrp="1"/>
          </p:cNvSpPr>
          <p:nvPr/>
        </p:nvSpPr>
        <p:spPr>
          <a:xfrm xmlns:a="http://schemas.openxmlformats.org/drawingml/2006/main">
            <a:off x="6048375" y="7734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3C467F70-5C7C-41C3-89EA-F93E2A532E0F}"/>
              </a:ext>
            </a:extLst>
          </p:cNvPr>
          <p:cNvSpPr>
            <a:spLocks xmlns:a="http://schemas.openxmlformats.org/drawingml/2006/main" noGrp="1"/>
          </p:cNvSpPr>
          <p:nvPr/>
        </p:nvSpPr>
        <p:spPr>
          <a:xfrm xmlns:a="http://schemas.openxmlformats.org/drawingml/2006/main">
            <a:off x="2667000" y="90487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온도가 오르면 용액이 열을 얻고, 반응에서는 열을 방출한다.</a:t>
            </a:r>
          </a:p>
        </p:txBody>
      </p:sp>
    </p:spTree>
    <p:extLst>
      <p:ext uri="{BB962C8B-B14F-4D97-AF65-F5344CB8AC3E}">
        <p14:creationId xmlns:p14="http://schemas.microsoft.com/office/powerpoint/2010/main" val="924897898"/>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7FA4F9D-281B-4EA6-8C9E-B1B3A7462F3A}"/>
              </a:ext>
            </a:extLst>
          </p:cNvPr>
          <p:cNvPicPr>
            <a:picLocks xmlns:a="http://schemas.openxmlformats.org/drawingml/2006/main" noChangeAspect="1"/>
          </p:cNvPicPr>
          <p:nvPr/>
        </p:nvPicPr>
        <p:blipFill>
          <a:blip xmlns:r="http://schemas.openxmlformats.org/officeDocument/2006/relationships" xmlns:a="http://schemas.openxmlformats.org/drawingml/2006/main" r:embed="R8b575510d9b94e3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312906-DC9C-4D4C-86E4-B11D91C05B1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B2A89D-A09A-4EEB-A179-A891A4CB6F1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4ED7D146-2E5F-44F0-80D6-09D94330FDC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B943C1-89E1-41DB-8D16-0A183DA0E9B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C1758C9-0126-40C4-A06A-5D34A2BB11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9C678B2D-B4ED-4948-89C0-7CD2569B9D17}"/>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6D80B73-1F52-493E-B896-05140C026CD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97D1916-06CA-4BFB-B227-6FE5CB9D3CA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508E630-8632-43A7-9FDE-3F88F71F837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338C7C5-288B-4411-9329-F050792B98F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B8F08B8-B995-4DF8-A4E8-673FF53E971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593008964"/>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9508F45-0245-4DFE-A885-166FE3F04D6E}"/>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5AE8908-8767-4CA7-8935-B29D53BB2466}"/>
              </a:ext>
            </a:extLst>
          </p:cNvPr>
          <p:cNvPicPr>
            <a:picLocks xmlns:a="http://schemas.openxmlformats.org/drawingml/2006/main" noChangeAspect="1"/>
          </p:cNvPicPr>
          <p:nvPr/>
        </p:nvPicPr>
        <p:blipFill>
          <a:blip xmlns:r="http://schemas.openxmlformats.org/officeDocument/2006/relationships" xmlns:a="http://schemas.openxmlformats.org/drawingml/2006/main" r:embed="Rc4cfcb61d5fb44b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F8C2D49-FEA8-430D-BE01-ED9A3EAD03C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0AFDD7-EB64-4C8B-A565-C3E94D61066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9DE57D7E-A6C3-499C-8B94-2267E4B8DA6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F9E9EE-BF85-4819-BA73-4983E73B7F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E817E71-9920-492A-83C9-9E7B509193F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62CE0073-880D-4AB2-B44E-30D85FBFBDF2}"/>
              </a:ext>
            </a:extLst>
          </p:cNvPr>
          <p:cNvPicPr>
            <a:picLocks xmlns:a="http://schemas.openxmlformats.org/drawingml/2006/main" noChangeAspect="1"/>
          </p:cNvPicPr>
          <p:nvPr/>
        </p:nvPicPr>
        <p:blipFill>
          <a:blip xmlns:r="http://schemas.openxmlformats.org/officeDocument/2006/relationships" xmlns:a="http://schemas.openxmlformats.org/drawingml/2006/main" r:embed="Rf9f56f664f734528"/>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8D57388-6008-4939-9675-115582E93CBC}"/>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527233217"/>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FEC09BD-35CA-4DED-A7AF-929BFDF81546}"/>
              </a:ext>
            </a:extLst>
          </p:cNvPr>
          <p:cNvPicPr>
            <a:picLocks xmlns:a="http://schemas.openxmlformats.org/drawingml/2006/main" noChangeAspect="1"/>
          </p:cNvPicPr>
          <p:nvPr/>
        </p:nvPicPr>
        <p:blipFill>
          <a:blip xmlns:r="http://schemas.openxmlformats.org/officeDocument/2006/relationships" xmlns:a="http://schemas.openxmlformats.org/drawingml/2006/main" r:embed="R6cb69bc51cf54df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8D4F05-DBCC-4061-B570-7B54BF71988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95C3D3-C880-46D2-9EEF-17628DB4B7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CB3A03C-6808-4EC9-B8E3-B1D323FA828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E98911A-8C90-4210-ADBB-A65606DEAFF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19230EC-1F41-47D1-A0FF-3EF0BB9A854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C11EE9A8-CDBB-48FC-9E1D-780F7B9B1D0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9810CB7-10FA-4E49-8080-9A8E530DE62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4B0FE51-4A67-4887-838F-64A1B0574D7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1C8FA88-C76C-46A9-AE2D-82FFD0E23BA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BF4A880-06FD-4D20-822B-2826B3AFBD8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3168C0E-5422-45DA-A8B1-16CBA928B516}"/>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05138076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BDEEC5A-4EA9-4F95-9FA6-C98D7BE9F426}"/>
              </a:ext>
            </a:extLst>
          </p:cNvPr>
          <p:cNvPicPr>
            <a:picLocks xmlns:a="http://schemas.openxmlformats.org/drawingml/2006/main" noChangeAspect="1"/>
          </p:cNvPicPr>
          <p:nvPr/>
        </p:nvPicPr>
        <p:blipFill>
          <a:blip xmlns:r="http://schemas.openxmlformats.org/officeDocument/2006/relationships" xmlns:a="http://schemas.openxmlformats.org/drawingml/2006/main" r:embed="R8cfd06136ecb4fd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0695A5-F6D4-441E-8252-1FD74259F46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79FFA6-6B1F-4317-97FB-CCCA7D4D4C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BEE43A5-B541-4224-B2C4-ACD9A8D5E1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5AED909-FF61-4D03-9552-3434ED4337C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411D550-5256-469D-B3C6-5AFFADAB2C7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68AC1534-1942-449F-A622-74CD49D1127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45502B00-ECF6-4DFF-833A-9DD952D7FFA6}"/>
              </a:ext>
            </a:extLst>
          </p:cNvPr>
          <p:cNvPicPr>
            <a:picLocks xmlns:a="http://schemas.openxmlformats.org/drawingml/2006/main" noChangeAspect="1"/>
          </p:cNvPicPr>
          <p:nvPr/>
        </p:nvPicPr>
        <p:blipFill>
          <a:blip xmlns:r="http://schemas.openxmlformats.org/officeDocument/2006/relationships" xmlns:a="http://schemas.openxmlformats.org/drawingml/2006/main" r:embed="R727fabadc0b843b6"/>
          <a:stretch xmlns:a="http://schemas.openxmlformats.org/drawingml/2006/main"/>
        </p:blipFill>
        <p:spPr>
          <a:xfrm xmlns:a="http://schemas.openxmlformats.org/drawingml/2006/main">
            <a:off x="5156200" y="5112808"/>
            <a:ext cx="8547100" cy="2633133"/>
          </a:xfrm>
          <a:prstGeom xmlns:a="http://schemas.openxmlformats.org/drawingml/2006/main" prst="rect">
            <a:avLst/>
          </a:prstGeom>
        </p:spPr>
      </p:pic>
    </p:spTree>
    <p:extLst>
      <p:ext uri="{BB962C8B-B14F-4D97-AF65-F5344CB8AC3E}">
        <p14:creationId xmlns:p14="http://schemas.microsoft.com/office/powerpoint/2010/main" val="192664184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437F64C-AC11-4123-AB20-07223D6C2298}"/>
              </a:ext>
            </a:extLst>
          </p:cNvPr>
          <p:cNvPicPr>
            <a:picLocks xmlns:a="http://schemas.openxmlformats.org/drawingml/2006/main" noChangeAspect="1"/>
          </p:cNvPicPr>
          <p:nvPr/>
        </p:nvPicPr>
        <p:blipFill>
          <a:blip xmlns:r="http://schemas.openxmlformats.org/officeDocument/2006/relationships" xmlns:a="http://schemas.openxmlformats.org/drawingml/2006/main" r:embed="R43ba81d6e0ce47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74DD55-AED6-4C92-A9A8-AD635BAF02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7CE30D-3127-404E-80C0-8ADFB7309C7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05703C6-8E18-4A20-B106-FD704C49DC2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E580E791-7EC6-4D5A-AFC9-9AA8C1D9E51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E66F216-5CC2-4ABF-AEC5-9AA8E17D1822}"/>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E6C7D657-84B8-4FBB-AB99-DB3C46A1CB0E}"/>
              </a:ext>
            </a:extLst>
          </p:cNvPr>
          <p:cNvPicPr>
            <a:picLocks xmlns:a="http://schemas.openxmlformats.org/drawingml/2006/main" noChangeAspect="1"/>
          </p:cNvPicPr>
          <p:nvPr/>
        </p:nvPicPr>
        <p:blipFill>
          <a:blip xmlns:r="http://schemas.openxmlformats.org/officeDocument/2006/relationships" xmlns:a="http://schemas.openxmlformats.org/drawingml/2006/main" r:embed="Rbcb8317c51a94507"/>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751BF7A-992A-4D02-8770-653174BAF258}"/>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7DEE54FB-D7B2-4B19-8452-B15AC9780CBF}"/>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A6090F71-F37F-4C5F-91FA-BD14EB2235BE}"/>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38622DAA-59B9-461D-A750-1E42B3CA804E}"/>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CFEE9347-010D-4B96-9E04-EBD13A36B96E}"/>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18647B78-135B-4355-96AC-67A84EF76242}"/>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BA82652E-7F7D-42D5-9216-6275A370561D}"/>
              </a:ext>
            </a:extLst>
          </p:cNvPr>
          <p:cNvPicPr>
            <a:picLocks xmlns:a="http://schemas.openxmlformats.org/drawingml/2006/main" noChangeAspect="1"/>
          </p:cNvPicPr>
          <p:nvPr/>
        </p:nvPicPr>
        <p:blipFill>
          <a:blip xmlns:r="http://schemas.openxmlformats.org/officeDocument/2006/relationships" xmlns:a="http://schemas.openxmlformats.org/drawingml/2006/main" r:embed="R8b655d1af3624c0a"/>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22441452-9B5F-42F8-A5D9-7E1F10A6C615}"/>
              </a:ext>
            </a:extLst>
          </p:cNvPr>
          <p:cNvPicPr>
            <a:picLocks xmlns:a="http://schemas.openxmlformats.org/drawingml/2006/main" noChangeAspect="1"/>
          </p:cNvPicPr>
          <p:nvPr/>
        </p:nvPicPr>
        <p:blipFill>
          <a:blip xmlns:r="http://schemas.openxmlformats.org/officeDocument/2006/relationships" xmlns:a="http://schemas.openxmlformats.org/drawingml/2006/main" r:embed="R845b4b29ce8142c7"/>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98036BC-F34D-4B80-899C-6239FD97A223}"/>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D9673888-AB41-4BB8-96EE-8ABC788B65BA}"/>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FB86417-510D-45A9-ABA9-5695946FA39D}"/>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1B1C3D21-798F-47C6-B0CD-0A79B996AA55}"/>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C25F0868-5480-4B45-A77A-6B37D8B84177}"/>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254FDE4-69D1-46EA-8280-6D699392C32F}"/>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C4F60B9-33D1-420D-B4E5-916F7A538E3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FBFBF529-1EF6-4E62-9901-F7F3349F015E}"/>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spTree>
    <p:extLst>
      <p:ext uri="{BB962C8B-B14F-4D97-AF65-F5344CB8AC3E}">
        <p14:creationId xmlns:p14="http://schemas.microsoft.com/office/powerpoint/2010/main" val="1372427047"/>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AD22DE2E-10FB-4318-91F3-1B090D0F5B6F}"/>
              </a:ext>
            </a:extLst>
          </p:cNvPr>
          <p:cNvSpPr>
            <a:spLocks xmlns:a="http://schemas.openxmlformats.org/drawingml/2006/main" noGrp="1"/>
          </p:cNvSpPr>
          <p:nvPr/>
        </p:nvSpPr>
        <p:spPr>
          <a:xfrm xmlns:a="http://schemas.openxmlformats.org/drawingml/2006/main">
            <a:off x="3810000" y="4476750"/>
            <a:ext cx="10668000" cy="447675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D0907EAD-5B1F-4F52-84EC-F246FAC3464D}"/>
              </a:ext>
            </a:extLst>
          </p:cNvPr>
          <p:cNvPicPr>
            <a:picLocks xmlns:a="http://schemas.openxmlformats.org/drawingml/2006/main" noChangeAspect="1"/>
          </p:cNvPicPr>
          <p:nvPr/>
        </p:nvPicPr>
        <p:blipFill>
          <a:blip xmlns:r="http://schemas.openxmlformats.org/officeDocument/2006/relationships" xmlns:a="http://schemas.openxmlformats.org/drawingml/2006/main" r:embed="R98bac346b6124ac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395883-DACD-4512-AEC8-A200173023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A13C4F-6BEB-4EEC-AA92-581F23BBE9B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518F40C-B7D6-43FD-B9C8-1B8369D205E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BB961EA2-8389-4769-BE9C-B75B1A7EEF4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66B2D832-CEC2-4A4B-8F76-BCEB35CFACD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E2E4FD50-1189-4C35-9C6E-788CCB0E1F21}"/>
              </a:ext>
            </a:extLst>
          </p:cNvPr>
          <p:cNvSpPr>
            <a:spLocks xmlns:a="http://schemas.openxmlformats.org/drawingml/2006/main" noGrp="1"/>
          </p:cNvSpPr>
          <p:nvPr/>
        </p:nvSpPr>
        <p:spPr>
          <a:xfrm xmlns:a="http://schemas.openxmlformats.org/drawingml/2006/main">
            <a:off x="4238625" y="490537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9FFF68"/>
                </a:solidFill>
                <a:latin typeface="Pretendard"/>
                <a:ea typeface="Pretendard"/>
                <a:cs typeface="Pretendard"/>
              </a:defRPr>
            </a:defPPr>
            <a:lvl1pPr algn="l">
              <a:defRPr sz="2550" b="1">
                <a:solidFill>
                  <a:srgbClr val="9FFF68"/>
                </a:solidFill>
                <a:latin typeface="Pretendard"/>
                <a:ea typeface="Pretendard"/>
                <a:cs typeface="Pretendard"/>
              </a:defRPr>
            </a:lvl1pPr>
            <a:lvl2pPr algn="l">
              <a:defRPr sz="2550" b="1">
                <a:solidFill>
                  <a:srgbClr val="9FFF68"/>
                </a:solidFill>
                <a:latin typeface="Pretendard"/>
                <a:ea typeface="Pretendard"/>
                <a:cs typeface="Pretendard"/>
              </a:defRPr>
            </a:lvl2pPr>
            <a:lvl3pPr algn="l">
              <a:defRPr sz="2550" b="1">
                <a:solidFill>
                  <a:srgbClr val="9FFF68"/>
                </a:solidFill>
                <a:latin typeface="Pretendard"/>
                <a:ea typeface="Pretendard"/>
                <a:cs typeface="Pretendard"/>
              </a:defRPr>
            </a:lvl3pPr>
            <a:lvl4pPr algn="l">
              <a:defRPr sz="2550" b="1">
                <a:solidFill>
                  <a:srgbClr val="9FFF68"/>
                </a:solidFill>
                <a:latin typeface="Pretendard"/>
                <a:ea typeface="Pretendard"/>
                <a:cs typeface="Pretendard"/>
              </a:defRPr>
            </a:lvl4pPr>
            <a:lvl5pPr algn="l">
              <a:defRPr sz="2550" b="1">
                <a:solidFill>
                  <a:srgbClr val="9FFF68"/>
                </a:solidFill>
                <a:latin typeface="Pretendard"/>
                <a:ea typeface="Pretendard"/>
                <a:cs typeface="Pretendard"/>
              </a:defRPr>
            </a:lvl5pPr>
            <a:lvl6pPr algn="l">
              <a:defRPr sz="2550" b="1">
                <a:solidFill>
                  <a:srgbClr val="9FFF68"/>
                </a:solidFill>
                <a:latin typeface="Pretendard"/>
                <a:ea typeface="Pretendard"/>
                <a:cs typeface="Pretendard"/>
              </a:defRPr>
            </a:lvl6pPr>
            <a:lvl7pPr algn="l">
              <a:defRPr sz="2550" b="1">
                <a:solidFill>
                  <a:srgbClr val="9FFF68"/>
                </a:solidFill>
                <a:latin typeface="Pretendard"/>
                <a:ea typeface="Pretendard"/>
                <a:cs typeface="Pretendard"/>
              </a:defRPr>
            </a:lvl7pPr>
            <a:lvl8pPr algn="l">
              <a:defRPr sz="2550" b="1">
                <a:solidFill>
                  <a:srgbClr val="9FFF68"/>
                </a:solidFill>
                <a:latin typeface="Pretendard"/>
                <a:ea typeface="Pretendard"/>
                <a:cs typeface="Pretendard"/>
              </a:defRPr>
            </a:lvl8pPr>
            <a:lvl9pPr algn="l">
              <a:defRPr sz="2550" b="1">
                <a:solidFill>
                  <a:srgbClr val="9FFF68"/>
                </a:solidFill>
                <a:latin typeface="Pretendard"/>
                <a:ea typeface="Pretendard"/>
                <a:cs typeface="Pretendard"/>
              </a:defRPr>
            </a:lvl9pPr>
          </a:lstStyle>
          <a:p xmlns:a="http://schemas.openxmlformats.org/drawingml/2006/main">
            <a:pPr algn="l">
              <a:defRPr sz="2550" b="1">
                <a:solidFill>
                  <a:srgbClr val="9FFF68"/>
                </a:solidFill>
                <a:latin typeface="Pretendard"/>
                <a:ea typeface="Pretendard"/>
                <a:cs typeface="Pretendard"/>
              </a:defRPr>
            </a:pPr>
            <a:r>
              <a:rPr sz="255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CB7DA12A-E4B8-4684-B715-4086DCE083D3}"/>
              </a:ext>
            </a:extLst>
          </p:cNvPr>
          <p:cNvSpPr>
            <a:spLocks xmlns:a="http://schemas.openxmlformats.org/drawingml/2006/main" noGrp="1"/>
          </p:cNvSpPr>
          <p:nvPr/>
        </p:nvSpPr>
        <p:spPr>
          <a:xfrm xmlns:a="http://schemas.openxmlformats.org/drawingml/2006/main">
            <a:off x="4953000" y="49053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EB5DC911-7CD0-4466-BC7B-4F78B8DD970A}"/>
              </a:ext>
            </a:extLst>
          </p:cNvPr>
          <p:cNvSpPr>
            <a:spLocks xmlns:a="http://schemas.openxmlformats.org/drawingml/2006/main" noGrp="1"/>
          </p:cNvSpPr>
          <p:nvPr/>
        </p:nvSpPr>
        <p:spPr>
          <a:xfrm xmlns:a="http://schemas.openxmlformats.org/drawingml/2006/main">
            <a:off x="4953000" y="54483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08A4DB7B-B58E-4741-BDB5-DF20D3DDAFDB}"/>
              </a:ext>
            </a:extLst>
          </p:cNvPr>
          <p:cNvSpPr>
            <a:spLocks xmlns:a="http://schemas.openxmlformats.org/drawingml/2006/main" noGrp="1"/>
          </p:cNvSpPr>
          <p:nvPr/>
        </p:nvSpPr>
        <p:spPr>
          <a:xfrm xmlns:a="http://schemas.openxmlformats.org/drawingml/2006/main">
            <a:off x="4238625" y="61912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23319619-40BC-4556-94B5-F021EDCF629C}"/>
              </a:ext>
            </a:extLst>
          </p:cNvPr>
          <p:cNvSpPr>
            <a:spLocks xmlns:a="http://schemas.openxmlformats.org/drawingml/2006/main" noGrp="1"/>
          </p:cNvSpPr>
          <p:nvPr/>
        </p:nvSpPr>
        <p:spPr>
          <a:xfrm xmlns:a="http://schemas.openxmlformats.org/drawingml/2006/main">
            <a:off x="4953000" y="6191250"/>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E8A75245-ED4D-4933-89B8-66C11C5FBB88}"/>
              </a:ext>
            </a:extLst>
          </p:cNvPr>
          <p:cNvSpPr>
            <a:spLocks xmlns:a="http://schemas.openxmlformats.org/drawingml/2006/main" noGrp="1"/>
          </p:cNvSpPr>
          <p:nvPr/>
        </p:nvSpPr>
        <p:spPr>
          <a:xfrm xmlns:a="http://schemas.openxmlformats.org/drawingml/2006/main">
            <a:off x="4953000" y="673417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9FDD5420-A298-4EB9-A3F3-884934F75482}"/>
              </a:ext>
            </a:extLst>
          </p:cNvPr>
          <p:cNvSpPr>
            <a:spLocks xmlns:a="http://schemas.openxmlformats.org/drawingml/2006/main" noGrp="1"/>
          </p:cNvSpPr>
          <p:nvPr/>
        </p:nvSpPr>
        <p:spPr>
          <a:xfrm xmlns:a="http://schemas.openxmlformats.org/drawingml/2006/main">
            <a:off x="4238625" y="747712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4D86F335-E6CC-4D09-BDC0-DF47537E685F}"/>
              </a:ext>
            </a:extLst>
          </p:cNvPr>
          <p:cNvSpPr>
            <a:spLocks xmlns:a="http://schemas.openxmlformats.org/drawingml/2006/main" noGrp="1"/>
          </p:cNvSpPr>
          <p:nvPr/>
        </p:nvSpPr>
        <p:spPr>
          <a:xfrm xmlns:a="http://schemas.openxmlformats.org/drawingml/2006/main">
            <a:off x="4953000" y="7477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9E317312-288B-44FB-932D-CFB789995626}"/>
              </a:ext>
            </a:extLst>
          </p:cNvPr>
          <p:cNvSpPr>
            <a:spLocks xmlns:a="http://schemas.openxmlformats.org/drawingml/2006/main" noGrp="1"/>
          </p:cNvSpPr>
          <p:nvPr/>
        </p:nvSpPr>
        <p:spPr>
          <a:xfrm xmlns:a="http://schemas.openxmlformats.org/drawingml/2006/main">
            <a:off x="4953000" y="80200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968899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2026-10-28T14:37:57.1180000Z</dcterms:created>
  <dcterms:modified xsi:type="dcterms:W3CDTF">2026-10-28T14:37:57.1180000Z</dcterms:modified>
</coreProperties>
</file>