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56ec8e2d57489a" /><Relationship Type="http://schemas.openxmlformats.org/officeDocument/2006/relationships/extended-properties" Target="/docProps/app.xml" Id="R91c600b0ba124c14" /><Relationship Type="http://schemas.openxmlformats.org/officeDocument/2006/relationships/officeDocument" Target="/ppt/presentation.xml" Id="R54c960246bca4a6f" /></Relationships>
</file>

<file path=ppt/presentation.xml><?xml version="1.0" encoding="utf-8"?>
<p:presentation xmlns:p="http://schemas.openxmlformats.org/presentationml/2006/main">
  <p:sldMasterIdLst>
    <p:sldMasterId xmlns:r="http://schemas.openxmlformats.org/officeDocument/2006/relationships" id="2147483648" r:id="Rb920a1b4bd3b4fa1"/>
  </p:sldMasterIdLst>
  <p:notesMasterIdLst>
    <p:notesMasterId xmlns:r="http://schemas.openxmlformats.org/officeDocument/2006/relationships" r:id="Rd46443b054cf4395"/>
  </p:notesMasterIdLst>
  <p:sldIdLst>
    <p:sldId xmlns:r="http://schemas.openxmlformats.org/officeDocument/2006/relationships" id="256" r:id="R5f15247339a9490a"/>
    <p:sldId xmlns:r="http://schemas.openxmlformats.org/officeDocument/2006/relationships" id="257" r:id="Ra514a026e7964d90"/>
    <p:sldId xmlns:r="http://schemas.openxmlformats.org/officeDocument/2006/relationships" id="258" r:id="Rb306e22f6fc44097"/>
    <p:sldId xmlns:r="http://schemas.openxmlformats.org/officeDocument/2006/relationships" id="259" r:id="R6bd8c86759d342e8"/>
    <p:sldId xmlns:r="http://schemas.openxmlformats.org/officeDocument/2006/relationships" id="260" r:id="R47b7bf760e60450b"/>
    <p:sldId xmlns:r="http://schemas.openxmlformats.org/officeDocument/2006/relationships" id="261" r:id="R244e6e815e0a4b8d"/>
    <p:sldId xmlns:r="http://schemas.openxmlformats.org/officeDocument/2006/relationships" id="262" r:id="R1b90ed8ae0414e49"/>
    <p:sldId xmlns:r="http://schemas.openxmlformats.org/officeDocument/2006/relationships" id="263" r:id="Rc67e8e651fdc4464"/>
    <p:sldId xmlns:r="http://schemas.openxmlformats.org/officeDocument/2006/relationships" id="264" r:id="R7c60d3d9dd4945d0"/>
    <p:sldId xmlns:r="http://schemas.openxmlformats.org/officeDocument/2006/relationships" id="265" r:id="R2e0b6fcf797f4826"/>
    <p:sldId xmlns:r="http://schemas.openxmlformats.org/officeDocument/2006/relationships" id="266" r:id="R4894cd99e1e74274"/>
    <p:sldId xmlns:r="http://schemas.openxmlformats.org/officeDocument/2006/relationships" id="267" r:id="R6a5555a54bd741c8"/>
    <p:sldId xmlns:r="http://schemas.openxmlformats.org/officeDocument/2006/relationships" id="268" r:id="R89be955f3ff84aaf"/>
    <p:sldId xmlns:r="http://schemas.openxmlformats.org/officeDocument/2006/relationships" id="269" r:id="R1d0716851acd4826"/>
    <p:sldId xmlns:r="http://schemas.openxmlformats.org/officeDocument/2006/relationships" id="270" r:id="Rf819ce36285344f0"/>
    <p:sldId xmlns:r="http://schemas.openxmlformats.org/officeDocument/2006/relationships" id="271" r:id="Re5a1e541337240ac"/>
    <p:sldId xmlns:r="http://schemas.openxmlformats.org/officeDocument/2006/relationships" id="272" r:id="Rb600655fcd6e49ae"/>
    <p:sldId xmlns:r="http://schemas.openxmlformats.org/officeDocument/2006/relationships" id="273" r:id="Rc0a4a4077e1a4c91"/>
    <p:sldId xmlns:r="http://schemas.openxmlformats.org/officeDocument/2006/relationships" id="274" r:id="R9d983bee6f1b4926"/>
    <p:sldId xmlns:r="http://schemas.openxmlformats.org/officeDocument/2006/relationships" id="275" r:id="R9f8a53cdacf94911"/>
    <p:sldId xmlns:r="http://schemas.openxmlformats.org/officeDocument/2006/relationships" id="276" r:id="Re64b6aec54924597"/>
    <p:sldId xmlns:r="http://schemas.openxmlformats.org/officeDocument/2006/relationships" id="277" r:id="R9d7d2afef49c4351"/>
    <p:sldId xmlns:r="http://schemas.openxmlformats.org/officeDocument/2006/relationships" id="278" r:id="R9a314dea23fa4e4d"/>
    <p:sldId xmlns:r="http://schemas.openxmlformats.org/officeDocument/2006/relationships" id="279" r:id="Rc2fb1919bd994bb5"/>
    <p:sldId xmlns:r="http://schemas.openxmlformats.org/officeDocument/2006/relationships" id="280" r:id="Rba12d14af3664836"/>
    <p:sldId xmlns:r="http://schemas.openxmlformats.org/officeDocument/2006/relationships" id="281" r:id="Rdf6d3dbda3d74494"/>
    <p:sldId xmlns:r="http://schemas.openxmlformats.org/officeDocument/2006/relationships" id="282" r:id="Rf793c26cbbed432a"/>
    <p:sldId xmlns:r="http://schemas.openxmlformats.org/officeDocument/2006/relationships" id="283" r:id="R9c312f24df4a40e7"/>
    <p:sldId xmlns:r="http://schemas.openxmlformats.org/officeDocument/2006/relationships" id="284" r:id="R1886d9ce91b84f0c"/>
    <p:sldId xmlns:r="http://schemas.openxmlformats.org/officeDocument/2006/relationships" id="285" r:id="Rd03c191867034006"/>
    <p:sldId xmlns:r="http://schemas.openxmlformats.org/officeDocument/2006/relationships" id="286" r:id="R5228388256a04fc2"/>
    <p:sldId xmlns:r="http://schemas.openxmlformats.org/officeDocument/2006/relationships" id="287" r:id="Rc6bcc214cba94a56"/>
    <p:sldId xmlns:r="http://schemas.openxmlformats.org/officeDocument/2006/relationships" id="288" r:id="Rc94242a956e34d9c"/>
    <p:sldId xmlns:r="http://schemas.openxmlformats.org/officeDocument/2006/relationships" id="289" r:id="R44d1a197db914f72"/>
    <p:sldId xmlns:r="http://schemas.openxmlformats.org/officeDocument/2006/relationships" id="290" r:id="R0e0fde55ac164cb1"/>
    <p:sldId xmlns:r="http://schemas.openxmlformats.org/officeDocument/2006/relationships" id="291" r:id="R919f93cad96348ae"/>
    <p:sldId xmlns:r="http://schemas.openxmlformats.org/officeDocument/2006/relationships" id="292" r:id="R1fa0ca51d50b4821"/>
    <p:sldId xmlns:r="http://schemas.openxmlformats.org/officeDocument/2006/relationships" id="293" r:id="R260b4372e87d496b"/>
    <p:sldId xmlns:r="http://schemas.openxmlformats.org/officeDocument/2006/relationships" id="294" r:id="Rdd8d877ad4d64146"/>
    <p:sldId xmlns:r="http://schemas.openxmlformats.org/officeDocument/2006/relationships" id="295" r:id="R7ef1d7d54313492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01f43e6a7e479d" /><Relationship Type="http://schemas.openxmlformats.org/officeDocument/2006/relationships/slideMaster" Target="/ppt/slideMasters/slideMaster1.xml" Id="Rb920a1b4bd3b4fa1" /><Relationship Type="http://schemas.openxmlformats.org/officeDocument/2006/relationships/notesMaster" Target="/ppt/notesMasters/notesMaster1.xml" Id="Rd46443b054cf4395" /><Relationship Type="http://schemas.openxmlformats.org/officeDocument/2006/relationships/presProps" Target="/ppt/presProps.xml" Id="Rebe4798e001a4d01" /><Relationship Type="http://schemas.openxmlformats.org/officeDocument/2006/relationships/tableStyles" Target="/ppt/tableStyles.xml" Id="Recb489a998e04d6c" /><Relationship Type="http://schemas.openxmlformats.org/officeDocument/2006/relationships/slide" Target="/ppt/slides/slide1.xml" Id="R5f15247339a9490a" /><Relationship Type="http://schemas.openxmlformats.org/officeDocument/2006/relationships/slide" Target="/ppt/slides/slide2.xml" Id="Ra514a026e7964d90" /><Relationship Type="http://schemas.openxmlformats.org/officeDocument/2006/relationships/slide" Target="/ppt/slides/slide3.xml" Id="Rb306e22f6fc44097" /><Relationship Type="http://schemas.openxmlformats.org/officeDocument/2006/relationships/slide" Target="/ppt/slides/slide4.xml" Id="R6bd8c86759d342e8" /><Relationship Type="http://schemas.openxmlformats.org/officeDocument/2006/relationships/slide" Target="/ppt/slides/slide5.xml" Id="R47b7bf760e60450b" /><Relationship Type="http://schemas.openxmlformats.org/officeDocument/2006/relationships/slide" Target="/ppt/slides/slide6.xml" Id="R244e6e815e0a4b8d" /><Relationship Type="http://schemas.openxmlformats.org/officeDocument/2006/relationships/slide" Target="/ppt/slides/slide7.xml" Id="R1b90ed8ae0414e49" /><Relationship Type="http://schemas.openxmlformats.org/officeDocument/2006/relationships/slide" Target="/ppt/slides/slide8.xml" Id="Rc67e8e651fdc4464" /><Relationship Type="http://schemas.openxmlformats.org/officeDocument/2006/relationships/slide" Target="/ppt/slides/slide9.xml" Id="R7c60d3d9dd4945d0" /><Relationship Type="http://schemas.openxmlformats.org/officeDocument/2006/relationships/slide" Target="/ppt/slides/slide10.xml" Id="R2e0b6fcf797f4826" /><Relationship Type="http://schemas.openxmlformats.org/officeDocument/2006/relationships/slide" Target="/ppt/slides/slide11.xml" Id="R4894cd99e1e74274" /><Relationship Type="http://schemas.openxmlformats.org/officeDocument/2006/relationships/slide" Target="/ppt/slides/slide12.xml" Id="R6a5555a54bd741c8" /><Relationship Type="http://schemas.openxmlformats.org/officeDocument/2006/relationships/slide" Target="/ppt/slides/slide13.xml" Id="R89be955f3ff84aaf" /><Relationship Type="http://schemas.openxmlformats.org/officeDocument/2006/relationships/slide" Target="/ppt/slides/slide14.xml" Id="R1d0716851acd4826" /><Relationship Type="http://schemas.openxmlformats.org/officeDocument/2006/relationships/slide" Target="/ppt/slides/slide15.xml" Id="Rf819ce36285344f0" /><Relationship Type="http://schemas.openxmlformats.org/officeDocument/2006/relationships/slide" Target="/ppt/slides/slide16.xml" Id="Re5a1e541337240ac" /><Relationship Type="http://schemas.openxmlformats.org/officeDocument/2006/relationships/slide" Target="/ppt/slides/slide17.xml" Id="Rb600655fcd6e49ae" /><Relationship Type="http://schemas.openxmlformats.org/officeDocument/2006/relationships/slide" Target="/ppt/slides/slide18.xml" Id="Rc0a4a4077e1a4c91" /><Relationship Type="http://schemas.openxmlformats.org/officeDocument/2006/relationships/slide" Target="/ppt/slides/slide19.xml" Id="R9d983bee6f1b4926" /><Relationship Type="http://schemas.openxmlformats.org/officeDocument/2006/relationships/slide" Target="/ppt/slides/slide20.xml" Id="R9f8a53cdacf94911" /><Relationship Type="http://schemas.openxmlformats.org/officeDocument/2006/relationships/slide" Target="/ppt/slides/slide21.xml" Id="Re64b6aec54924597" /><Relationship Type="http://schemas.openxmlformats.org/officeDocument/2006/relationships/slide" Target="/ppt/slides/slide22.xml" Id="R9d7d2afef49c4351" /><Relationship Type="http://schemas.openxmlformats.org/officeDocument/2006/relationships/slide" Target="/ppt/slides/slide23.xml" Id="R9a314dea23fa4e4d" /><Relationship Type="http://schemas.openxmlformats.org/officeDocument/2006/relationships/slide" Target="/ppt/slides/slide24.xml" Id="Rc2fb1919bd994bb5" /><Relationship Type="http://schemas.openxmlformats.org/officeDocument/2006/relationships/slide" Target="/ppt/slides/slide25.xml" Id="Rba12d14af3664836" /><Relationship Type="http://schemas.openxmlformats.org/officeDocument/2006/relationships/slide" Target="/ppt/slides/slide26.xml" Id="Rdf6d3dbda3d74494" /><Relationship Type="http://schemas.openxmlformats.org/officeDocument/2006/relationships/slide" Target="/ppt/slides/slide27.xml" Id="Rf793c26cbbed432a" /><Relationship Type="http://schemas.openxmlformats.org/officeDocument/2006/relationships/slide" Target="/ppt/slides/slide28.xml" Id="R9c312f24df4a40e7" /><Relationship Type="http://schemas.openxmlformats.org/officeDocument/2006/relationships/slide" Target="/ppt/slides/slide29.xml" Id="R1886d9ce91b84f0c" /><Relationship Type="http://schemas.openxmlformats.org/officeDocument/2006/relationships/slide" Target="/ppt/slides/slide30.xml" Id="Rd03c191867034006" /><Relationship Type="http://schemas.openxmlformats.org/officeDocument/2006/relationships/slide" Target="/ppt/slides/slide31.xml" Id="R5228388256a04fc2" /><Relationship Type="http://schemas.openxmlformats.org/officeDocument/2006/relationships/slide" Target="/ppt/slides/slide32.xml" Id="Rc6bcc214cba94a56" /><Relationship Type="http://schemas.openxmlformats.org/officeDocument/2006/relationships/slide" Target="/ppt/slides/slide33.xml" Id="Rc94242a956e34d9c" /><Relationship Type="http://schemas.openxmlformats.org/officeDocument/2006/relationships/slide" Target="/ppt/slides/slide34.xml" Id="R44d1a197db914f72" /><Relationship Type="http://schemas.openxmlformats.org/officeDocument/2006/relationships/slide" Target="/ppt/slides/slide35.xml" Id="R0e0fde55ac164cb1" /><Relationship Type="http://schemas.openxmlformats.org/officeDocument/2006/relationships/slide" Target="/ppt/slides/slide36.xml" Id="R919f93cad96348ae" /><Relationship Type="http://schemas.openxmlformats.org/officeDocument/2006/relationships/slide" Target="/ppt/slides/slide37.xml" Id="R1fa0ca51d50b4821" /><Relationship Type="http://schemas.openxmlformats.org/officeDocument/2006/relationships/slide" Target="/ppt/slides/slide38.xml" Id="R260b4372e87d496b" /><Relationship Type="http://schemas.openxmlformats.org/officeDocument/2006/relationships/slide" Target="/ppt/slides/slide39.xml" Id="Rdd8d877ad4d64146" /><Relationship Type="http://schemas.openxmlformats.org/officeDocument/2006/relationships/slide" Target="/ppt/slides/slide40.xml" Id="R7ef1d7d5431349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79ed52d69a4e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5cf9930b8948e6" /><Relationship Type="http://schemas.openxmlformats.org/officeDocument/2006/relationships/notesMaster" Target="/ppt/notesMasters/notesMaster1.xml" Id="Ree754ff36bc94e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1a806115ee429e" /><Relationship Type="http://schemas.openxmlformats.org/officeDocument/2006/relationships/notesMaster" Target="/ppt/notesMasters/notesMaster1.xml" Id="Rb7978ae460f54d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1d2c2825a5485d" /><Relationship Type="http://schemas.openxmlformats.org/officeDocument/2006/relationships/notesMaster" Target="/ppt/notesMasters/notesMaster1.xml" Id="Rb172bcd37a904c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d3f68055fd464b" /><Relationship Type="http://schemas.openxmlformats.org/officeDocument/2006/relationships/notesMaster" Target="/ppt/notesMasters/notesMaster1.xml" Id="R89f7d955920b4a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307830016c4153" /><Relationship Type="http://schemas.openxmlformats.org/officeDocument/2006/relationships/notesMaster" Target="/ppt/notesMasters/notesMaster1.xml" Id="Re6cf71f366d34e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604102bdfa4b9b" /><Relationship Type="http://schemas.openxmlformats.org/officeDocument/2006/relationships/notesMaster" Target="/ppt/notesMasters/notesMaster1.xml" Id="Re41c7126efe045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3e33eab3b147be" /><Relationship Type="http://schemas.openxmlformats.org/officeDocument/2006/relationships/notesMaster" Target="/ppt/notesMasters/notesMaster1.xml" Id="R8092db02d99947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7dcc5e812d4cdc" /><Relationship Type="http://schemas.openxmlformats.org/officeDocument/2006/relationships/notesMaster" Target="/ppt/notesMasters/notesMaster1.xml" Id="R0a2c65b4eac746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14dbb4b4634761" /><Relationship Type="http://schemas.openxmlformats.org/officeDocument/2006/relationships/notesMaster" Target="/ppt/notesMasters/notesMaster1.xml" Id="R5b8cf5cfd4d440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4c437a31c344ad" /><Relationship Type="http://schemas.openxmlformats.org/officeDocument/2006/relationships/notesMaster" Target="/ppt/notesMasters/notesMaster1.xml" Id="Rf42e1f83a0e445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595b95717c405b" /><Relationship Type="http://schemas.openxmlformats.org/officeDocument/2006/relationships/notesMaster" Target="/ppt/notesMasters/notesMaster1.xml" Id="Ra6defcf3418b4cf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dbc405badc4842" /><Relationship Type="http://schemas.openxmlformats.org/officeDocument/2006/relationships/notesMaster" Target="/ppt/notesMasters/notesMaster1.xml" Id="R35db470276d948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d3fa4387ad74d50" /><Relationship Type="http://schemas.openxmlformats.org/officeDocument/2006/relationships/notesMaster" Target="/ppt/notesMasters/notesMaster1.xml" Id="R4bf90397641d4f7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f5e9edba8894532" /><Relationship Type="http://schemas.openxmlformats.org/officeDocument/2006/relationships/notesMaster" Target="/ppt/notesMasters/notesMaster1.xml" Id="R5371fa05c38349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fb5eee921f948b2" /><Relationship Type="http://schemas.openxmlformats.org/officeDocument/2006/relationships/notesMaster" Target="/ppt/notesMasters/notesMaster1.xml" Id="Rfa9369849c954b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11e1253d4a4a57" /><Relationship Type="http://schemas.openxmlformats.org/officeDocument/2006/relationships/notesMaster" Target="/ppt/notesMasters/notesMaster1.xml" Id="Rc127a95e285d47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0d5583f9ab34180" /><Relationship Type="http://schemas.openxmlformats.org/officeDocument/2006/relationships/notesMaster" Target="/ppt/notesMasters/notesMaster1.xml" Id="R397dc4f68a344bd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cbbeb7f1cd4599" /><Relationship Type="http://schemas.openxmlformats.org/officeDocument/2006/relationships/notesMaster" Target="/ppt/notesMasters/notesMaster1.xml" Id="Re69449d9ac064fd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604b04e6222498e" /><Relationship Type="http://schemas.openxmlformats.org/officeDocument/2006/relationships/notesMaster" Target="/ppt/notesMasters/notesMaster1.xml" Id="Rc3f93ec8734f478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2159defba224b5d" /><Relationship Type="http://schemas.openxmlformats.org/officeDocument/2006/relationships/notesMaster" Target="/ppt/notesMasters/notesMaster1.xml" Id="R4d887b1fb5d4472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12c6463ef9d4a41" /><Relationship Type="http://schemas.openxmlformats.org/officeDocument/2006/relationships/notesMaster" Target="/ppt/notesMasters/notesMaster1.xml" Id="R1a1d905535ce434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9d6bb95835440b8" /><Relationship Type="http://schemas.openxmlformats.org/officeDocument/2006/relationships/notesMaster" Target="/ppt/notesMasters/notesMaster1.xml" Id="R2d0e90e12b224b6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8f5e1e6367c4547" /><Relationship Type="http://schemas.openxmlformats.org/officeDocument/2006/relationships/notesMaster" Target="/ppt/notesMasters/notesMaster1.xml" Id="Rc5c387c94419419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6ec20317e1c421d" /><Relationship Type="http://schemas.openxmlformats.org/officeDocument/2006/relationships/notesMaster" Target="/ppt/notesMasters/notesMaster1.xml" Id="R6403e350decb478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aa844a8d8354700" /><Relationship Type="http://schemas.openxmlformats.org/officeDocument/2006/relationships/notesMaster" Target="/ppt/notesMasters/notesMaster1.xml" Id="R72e2b197cfbe4da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6864fae7e474431" /><Relationship Type="http://schemas.openxmlformats.org/officeDocument/2006/relationships/notesMaster" Target="/ppt/notesMasters/notesMaster1.xml" Id="Re5be84c4c870459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f3edb3370b949da" /><Relationship Type="http://schemas.openxmlformats.org/officeDocument/2006/relationships/notesMaster" Target="/ppt/notesMasters/notesMaster1.xml" Id="R7094a444cf644db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a7e22a1d8e94e08" /><Relationship Type="http://schemas.openxmlformats.org/officeDocument/2006/relationships/notesMaster" Target="/ppt/notesMasters/notesMaster1.xml" Id="R03d2a37c4de846a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640a0dd5df6401f" /><Relationship Type="http://schemas.openxmlformats.org/officeDocument/2006/relationships/notesMaster" Target="/ppt/notesMasters/notesMaster1.xml" Id="Ra0ec8e9381bf471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e9a87c5fd0c4029" /><Relationship Type="http://schemas.openxmlformats.org/officeDocument/2006/relationships/notesMaster" Target="/ppt/notesMasters/notesMaster1.xml" Id="R13d2275c5c1149c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d5f7ca1448a485e" /><Relationship Type="http://schemas.openxmlformats.org/officeDocument/2006/relationships/notesMaster" Target="/ppt/notesMasters/notesMaster1.xml" Id="R50b43d0959fb430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3bbcc9ac78544b5" /><Relationship Type="http://schemas.openxmlformats.org/officeDocument/2006/relationships/notesMaster" Target="/ppt/notesMasters/notesMaster1.xml" Id="R202ad3e03aa946d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9c8dc100f554cca" /><Relationship Type="http://schemas.openxmlformats.org/officeDocument/2006/relationships/notesMaster" Target="/ppt/notesMasters/notesMaster1.xml" Id="Rc2f47adb828a4fe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ad69f369782469a" /><Relationship Type="http://schemas.openxmlformats.org/officeDocument/2006/relationships/notesMaster" Target="/ppt/notesMasters/notesMaster1.xml" Id="R998d6f392d4d455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4fc3204fe68445e" /><Relationship Type="http://schemas.openxmlformats.org/officeDocument/2006/relationships/notesMaster" Target="/ppt/notesMasters/notesMaster1.xml" Id="Rcdb746a534ee4f2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b987d2db68540a3" /><Relationship Type="http://schemas.openxmlformats.org/officeDocument/2006/relationships/notesMaster" Target="/ppt/notesMasters/notesMaster1.xml" Id="R287b5e65aee4451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e60f8dc0085472a" /><Relationship Type="http://schemas.openxmlformats.org/officeDocument/2006/relationships/notesMaster" Target="/ppt/notesMasters/notesMaster1.xml" Id="R22ccd327b13342a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121168fc26b45e3" /><Relationship Type="http://schemas.openxmlformats.org/officeDocument/2006/relationships/notesMaster" Target="/ppt/notesMasters/notesMaster1.xml" Id="Rf523627e42b44d6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2f74df9442448b3" /><Relationship Type="http://schemas.openxmlformats.org/officeDocument/2006/relationships/notesMaster" Target="/ppt/notesMasters/notesMaster1.xml" Id="R2911edcfc47e443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b67cf9bd2884191" /><Relationship Type="http://schemas.openxmlformats.org/officeDocument/2006/relationships/notesMaster" Target="/ppt/notesMasters/notesMaster1.xml" Id="R7508c9594ed943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실험복·플라스크를 제거하고 등산 재킷·배낭을 적용했다. 최신 사용자 첨부 캐릭터에 따라 남학생은 둥근 검정 안경과 머리 위 검정 고글을 착용한다. 이 첨부는 앞선 은색 무테 안경 요청을 대체한다. 그림의 두 등산로는 같은 출발점과 정상으로 연결된다. 경로에 따른 높이 차를 예상하는 동기 유발용 장면이며 과학적 실험 결과의 근거를 대체하지 않는다. 장면 출처 assets/generated/hiking-v09-provenance.json. 원본 PNG의 투명도는 유지하며 장표에서는 하체 일부와 좌우 투명 여백만 크롭했다. 원본 1774×887과 가로·세로 잔존율 0.76이 같으므로 표시 상자는 원본 비율 2:1인 1090×545로 맞췄다. 가로·세로 균일 배율을 적용하고 가운데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767549003540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30bb978b4e4f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38f26465f445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920ca0d08d49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a1df07a01140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8cfcc7952b47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CB6636-53F5-4B81-8E5D-76D0C648CE9B}"/>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0FBD4A1-241C-42CB-BC39-319B4039A29C}"/>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732967-F6DD-44F8-81F0-DB193064B9B6}"/>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D61D00-343C-4D29-9660-91C71DBE606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A6BF93-E1C4-46F3-8E9D-5018575533D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66B97C-2BB9-4D3D-9630-2696F84B7FD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5F3CE9-6FA2-40C5-AB75-93B15A846DC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420613-C8C7-4175-B335-CA470FC7605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630314-6832-4E9E-9D60-FBA7812BE5F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A40997-2C04-4C80-98C8-55D4B04C075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cc29446be14543" /><Relationship Type="http://schemas.openxmlformats.org/officeDocument/2006/relationships/slideLayout" Target="/ppt/slideLayouts/slideLayout1.xml" Id="R44f7390680af428d" /><Relationship Type="http://schemas.openxmlformats.org/officeDocument/2006/relationships/slideLayout" Target="/ppt/slideLayouts/slideLayout2.xml" Id="R8334bd4713604f81" /><Relationship Type="http://schemas.openxmlformats.org/officeDocument/2006/relationships/slideLayout" Target="/ppt/slideLayouts/slideLayout3.xml" Id="R299debb007ee4764" /><Relationship Type="http://schemas.openxmlformats.org/officeDocument/2006/relationships/slideLayout" Target="/ppt/slideLayouts/slideLayout4.xml" Id="R04e906673afc4d31" /><Relationship Type="http://schemas.openxmlformats.org/officeDocument/2006/relationships/slideLayout" Target="/ppt/slideLayouts/slideLayout5.xml" Id="R16bf8b4d016f420f" /><Relationship Type="http://schemas.openxmlformats.org/officeDocument/2006/relationships/slideLayout" Target="/ppt/slideLayouts/slideLayout6.xml" Id="R289ee34c697e4b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f7390680af428d"/>
    <p:sldLayoutId xmlns:r="http://schemas.openxmlformats.org/officeDocument/2006/relationships" id="2147483650" r:id="R8334bd4713604f81"/>
    <p:sldLayoutId xmlns:r="http://schemas.openxmlformats.org/officeDocument/2006/relationships" id="2147483651" r:id="R299debb007ee4764"/>
    <p:sldLayoutId xmlns:r="http://schemas.openxmlformats.org/officeDocument/2006/relationships" id="2147483652" r:id="R04e906673afc4d31"/>
    <p:sldLayoutId xmlns:r="http://schemas.openxmlformats.org/officeDocument/2006/relationships" id="2147483653" r:id="R16bf8b4d016f420f"/>
    <p:sldLayoutId xmlns:r="http://schemas.openxmlformats.org/officeDocument/2006/relationships" id="2147483654" r:id="R289ee34c697e4b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420af05e05e41e3" /><Relationship Type="http://schemas.openxmlformats.org/officeDocument/2006/relationships/image" Target="/ppt/media/image.png" Id="R5d48fc0be8014ea6" /><Relationship Type="http://schemas.openxmlformats.org/officeDocument/2006/relationships/image" Target="/ppt/media/image2.png" Id="R5943696767e84262" /><Relationship Type="http://schemas.openxmlformats.org/officeDocument/2006/relationships/notesSlide" Target="/ppt/notesSlides/notesSlide1.xml" Id="R64da3ad406404a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de88978e4064c03" /><Relationship Type="http://schemas.openxmlformats.org/officeDocument/2006/relationships/image" Target="/ppt/media/image3.png" Id="Reaaaed7c929a4f2b" /><Relationship Type="http://schemas.openxmlformats.org/officeDocument/2006/relationships/image" Target="/ppt/media/image4.png" Id="Raef2eea930e34501" /><Relationship Type="http://schemas.openxmlformats.org/officeDocument/2006/relationships/notesSlide" Target="/ppt/notesSlides/notesSlide2.xml" Id="Rfa8ac9277ef04a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e90f25aa064f3f" /><Relationship Type="http://schemas.openxmlformats.org/officeDocument/2006/relationships/image" Target="/ppt/media/image5.png" Id="Rd5a8165e12ca41ed" /><Relationship Type="http://schemas.openxmlformats.org/officeDocument/2006/relationships/notesSlide" Target="/ppt/notesSlides/notesSlide3.xml" Id="Rebad3f98a7064f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e970c027d594b71" /><Relationship Type="http://schemas.openxmlformats.org/officeDocument/2006/relationships/image" Target="/ppt/media/image6.png" Id="Rc082ca86318448cf" /><Relationship Type="http://schemas.openxmlformats.org/officeDocument/2006/relationships/image" Target="/ppt/media/image7.png" Id="R2a750f8fc94f438f" /><Relationship Type="http://schemas.openxmlformats.org/officeDocument/2006/relationships/notesSlide" Target="/ppt/notesSlides/notesSlide4.xml" Id="R461dd9e6aea441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ea06e458f941d0" /><Relationship Type="http://schemas.openxmlformats.org/officeDocument/2006/relationships/image" Target="/ppt/media/image8.png" Id="Rdfc21535b65b4cc4" /><Relationship Type="http://schemas.openxmlformats.org/officeDocument/2006/relationships/notesSlide" Target="/ppt/notesSlides/notesSlide5.xml" Id="R0c3d37d3ac8f4d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50f9895186c4251" /><Relationship Type="http://schemas.openxmlformats.org/officeDocument/2006/relationships/image" Target="/ppt/media/image9.png" Id="Rae11b08506354cfe" /><Relationship Type="http://schemas.openxmlformats.org/officeDocument/2006/relationships/notesSlide" Target="/ppt/notesSlides/notesSlide6.xml" Id="Rbad86a23d1a641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b621926ed58488f" /><Relationship Type="http://schemas.openxmlformats.org/officeDocument/2006/relationships/image" Target="/ppt/media/image10.png" Id="R941ebb2ecfb94b14" /><Relationship Type="http://schemas.openxmlformats.org/officeDocument/2006/relationships/notesSlide" Target="/ppt/notesSlides/notesSlide7.xml" Id="Re9588770898d46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75cf73ba0554a69" /><Relationship Type="http://schemas.openxmlformats.org/officeDocument/2006/relationships/image" Target="/ppt/media/image11.png" Id="Raa3940fd361f45f9" /><Relationship Type="http://schemas.openxmlformats.org/officeDocument/2006/relationships/image" Target="/ppt/media/image12.png" Id="R58d3165b3f8b4084" /><Relationship Type="http://schemas.openxmlformats.org/officeDocument/2006/relationships/notesSlide" Target="/ppt/notesSlides/notesSlide8.xml" Id="R91808411e26342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e137a4a96d84e34" /><Relationship Type="http://schemas.openxmlformats.org/officeDocument/2006/relationships/image" Target="/ppt/media/image13.png" Id="R034324b0b9d04663" /><Relationship Type="http://schemas.openxmlformats.org/officeDocument/2006/relationships/image" Target="/ppt/media/image14.png" Id="Rb070597e324843a5" /><Relationship Type="http://schemas.openxmlformats.org/officeDocument/2006/relationships/image" Target="/ppt/media/image15.png" Id="R0cc5481880ef4b58" /><Relationship Type="http://schemas.openxmlformats.org/officeDocument/2006/relationships/image" Target="/ppt/media/image16.png" Id="R3f8858061ed64357" /><Relationship Type="http://schemas.openxmlformats.org/officeDocument/2006/relationships/notesSlide" Target="/ppt/notesSlides/notesSlide9.xml" Id="Rea7ae95415d942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5eeedd09a99451f" /><Relationship Type="http://schemas.openxmlformats.org/officeDocument/2006/relationships/image" Target="/ppt/media/image17.png" Id="R88280d8c1941432b" /><Relationship Type="http://schemas.openxmlformats.org/officeDocument/2006/relationships/image" Target="/ppt/media/image18.png" Id="R1b802005f8c947dd" /><Relationship Type="http://schemas.openxmlformats.org/officeDocument/2006/relationships/image" Target="/ppt/media/image19.png" Id="R005a2ed0716e4b9c" /><Relationship Type="http://schemas.openxmlformats.org/officeDocument/2006/relationships/notesSlide" Target="/ppt/notesSlides/notesSlide10.xml" Id="R12bb8b6b2be54b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adfe8eb536f484e" /><Relationship Type="http://schemas.openxmlformats.org/officeDocument/2006/relationships/image" Target="/ppt/media/image20.png" Id="R635415a584784295" /><Relationship Type="http://schemas.openxmlformats.org/officeDocument/2006/relationships/image" Target="/ppt/media/image21.png" Id="Rbb47fe40cc2546ba" /><Relationship Type="http://schemas.openxmlformats.org/officeDocument/2006/relationships/image" Target="/ppt/media/image22.png" Id="R50337fb8dac34cee" /><Relationship Type="http://schemas.openxmlformats.org/officeDocument/2006/relationships/notesSlide" Target="/ppt/notesSlides/notesSlide11.xml" Id="R9974c16c00a543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4bc06a26c1b4d19" /><Relationship Type="http://schemas.openxmlformats.org/officeDocument/2006/relationships/image" Target="/ppt/media/image23.png" Id="Rfb062fd06bbc4bc3" /><Relationship Type="http://schemas.openxmlformats.org/officeDocument/2006/relationships/notesSlide" Target="/ppt/notesSlides/notesSlide12.xml" Id="R571d8144acf149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6fe1270ca464464" /><Relationship Type="http://schemas.openxmlformats.org/officeDocument/2006/relationships/image" Target="/ppt/media/image24.png" Id="Re3b445e6cbdf4133" /><Relationship Type="http://schemas.openxmlformats.org/officeDocument/2006/relationships/notesSlide" Target="/ppt/notesSlides/notesSlide13.xml" Id="R330768fe167449b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a709596e684480c" /><Relationship Type="http://schemas.openxmlformats.org/officeDocument/2006/relationships/image" Target="/ppt/media/image25.png" Id="R81048fab9db941ca" /><Relationship Type="http://schemas.openxmlformats.org/officeDocument/2006/relationships/notesSlide" Target="/ppt/notesSlides/notesSlide14.xml" Id="R7087593a36b048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f666fc8bf8a4a24" /><Relationship Type="http://schemas.openxmlformats.org/officeDocument/2006/relationships/image" Target="/ppt/media/image26.png" Id="R74b3779d41d54007" /><Relationship Type="http://schemas.openxmlformats.org/officeDocument/2006/relationships/image" Target="/ppt/media/image27.png" Id="Rf611fe26f72145d4" /><Relationship Type="http://schemas.openxmlformats.org/officeDocument/2006/relationships/image" Target="/ppt/media/image28.png" Id="R110d57b7b8944fb7" /><Relationship Type="http://schemas.openxmlformats.org/officeDocument/2006/relationships/image" Target="/ppt/media/image29.png" Id="R0d205e663af4427c" /><Relationship Type="http://schemas.openxmlformats.org/officeDocument/2006/relationships/notesSlide" Target="/ppt/notesSlides/notesSlide15.xml" Id="Rfc20485249bf411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2674b827e8a407b" /><Relationship Type="http://schemas.openxmlformats.org/officeDocument/2006/relationships/image" Target="/ppt/media/image30.png" Id="R9a8e6346e5ea49bb" /><Relationship Type="http://schemas.openxmlformats.org/officeDocument/2006/relationships/image" Target="/ppt/media/image31.png" Id="R58a5939227994638" /><Relationship Type="http://schemas.openxmlformats.org/officeDocument/2006/relationships/notesSlide" Target="/ppt/notesSlides/notesSlide16.xml" Id="R4e7b3564e23447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a02f88fa0a744fd" /><Relationship Type="http://schemas.openxmlformats.org/officeDocument/2006/relationships/image" Target="/ppt/media/image32.png" Id="R80d9298795934539" /><Relationship Type="http://schemas.openxmlformats.org/officeDocument/2006/relationships/image" Target="/ppt/media/image33.png" Id="Rfc679830474c4b8d" /><Relationship Type="http://schemas.openxmlformats.org/officeDocument/2006/relationships/image" Target="/ppt/media/image34.png" Id="R970f16727dca446f" /><Relationship Type="http://schemas.openxmlformats.org/officeDocument/2006/relationships/notesSlide" Target="/ppt/notesSlides/notesSlide17.xml" Id="R37ed996f773046a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febac81f4bf4b6d" /><Relationship Type="http://schemas.openxmlformats.org/officeDocument/2006/relationships/image" Target="/ppt/media/image35.png" Id="Re59a38f0242742b1" /><Relationship Type="http://schemas.openxmlformats.org/officeDocument/2006/relationships/notesSlide" Target="/ppt/notesSlides/notesSlide18.xml" Id="Ra1a9ea4b29904a3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00e24d8862d49a9" /><Relationship Type="http://schemas.openxmlformats.org/officeDocument/2006/relationships/image" Target="/ppt/media/image36.png" Id="Ra00923fb10034032" /><Relationship Type="http://schemas.openxmlformats.org/officeDocument/2006/relationships/image" Target="/ppt/media/image37.png" Id="R2c8fed79d4a14c47" /><Relationship Type="http://schemas.openxmlformats.org/officeDocument/2006/relationships/image" Target="/ppt/media/image38.png" Id="Ref85a3ea71734410" /><Relationship Type="http://schemas.openxmlformats.org/officeDocument/2006/relationships/notesSlide" Target="/ppt/notesSlides/notesSlide19.xml" Id="Ra09cf977c64744c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ee51fe061fc448e" /><Relationship Type="http://schemas.openxmlformats.org/officeDocument/2006/relationships/image" Target="/ppt/media/image39.png" Id="R70b04aebf0194e85" /><Relationship Type="http://schemas.openxmlformats.org/officeDocument/2006/relationships/image" Target="/ppt/media/image40.png" Id="Ra4ce3abc99514dbe" /><Relationship Type="http://schemas.openxmlformats.org/officeDocument/2006/relationships/image" Target="/ppt/media/image41.png" Id="Re18e35ba29314676" /><Relationship Type="http://schemas.openxmlformats.org/officeDocument/2006/relationships/notesSlide" Target="/ppt/notesSlides/notesSlide20.xml" Id="R308dd59124cb49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4057105b2ad49dc" /><Relationship Type="http://schemas.openxmlformats.org/officeDocument/2006/relationships/image" Target="/ppt/media/image42.png" Id="R89bfe103756b46d2" /><Relationship Type="http://schemas.openxmlformats.org/officeDocument/2006/relationships/image" Target="/ppt/media/image43.png" Id="Rd38fe61451f441f7" /><Relationship Type="http://schemas.openxmlformats.org/officeDocument/2006/relationships/notesSlide" Target="/ppt/notesSlides/notesSlide21.xml" Id="R6773cf3e4c684f4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39a71b6e0f548d6" /><Relationship Type="http://schemas.openxmlformats.org/officeDocument/2006/relationships/image" Target="/ppt/media/image44.png" Id="R96a937676a374237" /><Relationship Type="http://schemas.openxmlformats.org/officeDocument/2006/relationships/notesSlide" Target="/ppt/notesSlides/notesSlide22.xml" Id="Rb5594aba8ba6417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28bb2b66e3f44d1" /><Relationship Type="http://schemas.openxmlformats.org/officeDocument/2006/relationships/image" Target="/ppt/media/image45.png" Id="R32321f3dcae2418b" /><Relationship Type="http://schemas.openxmlformats.org/officeDocument/2006/relationships/image" Target="/ppt/media/image46.png" Id="Rc6a5e288baec4d9d" /><Relationship Type="http://schemas.openxmlformats.org/officeDocument/2006/relationships/notesSlide" Target="/ppt/notesSlides/notesSlide23.xml" Id="Rda5afbea1d6f44f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a6885f4339e4fd7" /><Relationship Type="http://schemas.openxmlformats.org/officeDocument/2006/relationships/image" Target="/ppt/media/image47.png" Id="Rf06c12e58bd246b9" /><Relationship Type="http://schemas.openxmlformats.org/officeDocument/2006/relationships/notesSlide" Target="/ppt/notesSlides/notesSlide24.xml" Id="Ra7b8d6ef4e124fb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a74c39db764377" /><Relationship Type="http://schemas.openxmlformats.org/officeDocument/2006/relationships/image" Target="/ppt/media/image48.png" Id="R947c9976f56b4370" /><Relationship Type="http://schemas.openxmlformats.org/officeDocument/2006/relationships/image" Target="/ppt/media/image49.png" Id="Rc2678e0161a34c3e" /><Relationship Type="http://schemas.openxmlformats.org/officeDocument/2006/relationships/image" Target="/ppt/media/image50.png" Id="Rd7c970e2d9834f1c" /><Relationship Type="http://schemas.openxmlformats.org/officeDocument/2006/relationships/notesSlide" Target="/ppt/notesSlides/notesSlide25.xml" Id="R1756faff2d504d2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a74f2d7514740ec" /><Relationship Type="http://schemas.openxmlformats.org/officeDocument/2006/relationships/image" Target="/ppt/media/image51.png" Id="R9964befb819f4a27" /><Relationship Type="http://schemas.openxmlformats.org/officeDocument/2006/relationships/image" Target="/ppt/media/image52.png" Id="Rbd8a019c58d74125" /><Relationship Type="http://schemas.openxmlformats.org/officeDocument/2006/relationships/notesSlide" Target="/ppt/notesSlides/notesSlide26.xml" Id="Re0f8fcaf9dd14b0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69a88ad0d784780" /><Relationship Type="http://schemas.openxmlformats.org/officeDocument/2006/relationships/image" Target="/ppt/media/image53.png" Id="R93429ae1d99744a1" /><Relationship Type="http://schemas.openxmlformats.org/officeDocument/2006/relationships/notesSlide" Target="/ppt/notesSlides/notesSlide27.xml" Id="Ra92b6c05c9e947f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26f05d339e74efc" /><Relationship Type="http://schemas.openxmlformats.org/officeDocument/2006/relationships/image" Target="/ppt/media/image54.png" Id="R6064257b05794770" /><Relationship Type="http://schemas.openxmlformats.org/officeDocument/2006/relationships/image" Target="/ppt/media/image55.png" Id="R0aa4e9d17855422c" /><Relationship Type="http://schemas.openxmlformats.org/officeDocument/2006/relationships/notesSlide" Target="/ppt/notesSlides/notesSlide28.xml" Id="R8e163496b894487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8b6c6d6aaea4cc1" /><Relationship Type="http://schemas.openxmlformats.org/officeDocument/2006/relationships/image" Target="/ppt/media/image56.png" Id="R538e64be391d422d" /><Relationship Type="http://schemas.openxmlformats.org/officeDocument/2006/relationships/image" Target="/ppt/media/image57.png" Id="R89e7301484b14a84" /><Relationship Type="http://schemas.openxmlformats.org/officeDocument/2006/relationships/image" Target="/ppt/media/image58.png" Id="Rf09665814fe640cf" /><Relationship Type="http://schemas.openxmlformats.org/officeDocument/2006/relationships/notesSlide" Target="/ppt/notesSlides/notesSlide29.xml" Id="Re0b165a4f5444dd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7779ee0e0884bd8" /><Relationship Type="http://schemas.openxmlformats.org/officeDocument/2006/relationships/image" Target="/ppt/media/image59.png" Id="Rd563cd791db242fa" /><Relationship Type="http://schemas.openxmlformats.org/officeDocument/2006/relationships/notesSlide" Target="/ppt/notesSlides/notesSlide30.xml" Id="Re93cc6de247c49c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ef7478fe5fa4428" /><Relationship Type="http://schemas.openxmlformats.org/officeDocument/2006/relationships/image" Target="/ppt/media/image60.png" Id="R467e1698bc7c4d61" /><Relationship Type="http://schemas.openxmlformats.org/officeDocument/2006/relationships/notesSlide" Target="/ppt/notesSlides/notesSlide31.xml" Id="R99a5da7addcc487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5200932f7be47d3" /><Relationship Type="http://schemas.openxmlformats.org/officeDocument/2006/relationships/image" Target="/ppt/media/image61.png" Id="R48b50d574c1e44b5" /><Relationship Type="http://schemas.openxmlformats.org/officeDocument/2006/relationships/image" Target="/ppt/media/image62.png" Id="Rb0ef872b67cb4ac0" /><Relationship Type="http://schemas.openxmlformats.org/officeDocument/2006/relationships/image" Target="/ppt/media/image63.png" Id="R765f1c1fd98345fe" /><Relationship Type="http://schemas.openxmlformats.org/officeDocument/2006/relationships/image" Target="/ppt/media/image64.png" Id="Reda887598b9c43d2" /><Relationship Type="http://schemas.openxmlformats.org/officeDocument/2006/relationships/image" Target="/ppt/media/image65.png" Id="R2de80ba6abc14117" /><Relationship Type="http://schemas.openxmlformats.org/officeDocument/2006/relationships/notesSlide" Target="/ppt/notesSlides/notesSlide32.xml" Id="R92f8b97ff73b4a8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1560ff6cfd54518" /><Relationship Type="http://schemas.openxmlformats.org/officeDocument/2006/relationships/image" Target="/ppt/media/image66.png" Id="R001f4df90fb44a8c" /><Relationship Type="http://schemas.openxmlformats.org/officeDocument/2006/relationships/image" Target="/ppt/media/image67.png" Id="Rf7574fdfd6ff4e61" /><Relationship Type="http://schemas.openxmlformats.org/officeDocument/2006/relationships/image" Target="/ppt/media/image68.png" Id="R5ab3da9775764c38" /><Relationship Type="http://schemas.openxmlformats.org/officeDocument/2006/relationships/notesSlide" Target="/ppt/notesSlides/notesSlide33.xml" Id="R869a02f946a1462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cbd1e53f54b4ea4" /><Relationship Type="http://schemas.openxmlformats.org/officeDocument/2006/relationships/image" Target="/ppt/media/image69.png" Id="R80d09735b9c6481a" /><Relationship Type="http://schemas.openxmlformats.org/officeDocument/2006/relationships/notesSlide" Target="/ppt/notesSlides/notesSlide34.xml" Id="Rbff1c5ba133b44f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77d3fedaad748d2" /><Relationship Type="http://schemas.openxmlformats.org/officeDocument/2006/relationships/image" Target="/ppt/media/image70.png" Id="Rcf982110be05484e" /><Relationship Type="http://schemas.openxmlformats.org/officeDocument/2006/relationships/notesSlide" Target="/ppt/notesSlides/notesSlide35.xml" Id="Rb52062ca7000498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936f31e5fa14c40" /><Relationship Type="http://schemas.openxmlformats.org/officeDocument/2006/relationships/image" Target="/ppt/media/image71.png" Id="R89804d3812314278" /><Relationship Type="http://schemas.openxmlformats.org/officeDocument/2006/relationships/notesSlide" Target="/ppt/notesSlides/notesSlide36.xml" Id="R0bcd3f74ab5b466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fa2aa99f4004ca3" /><Relationship Type="http://schemas.openxmlformats.org/officeDocument/2006/relationships/image" Target="/ppt/media/image72.png" Id="R01e45fc4196d46ed" /><Relationship Type="http://schemas.openxmlformats.org/officeDocument/2006/relationships/notesSlide" Target="/ppt/notesSlides/notesSlide37.xml" Id="R344d8d50e96e478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1bab92fd72c400e" /><Relationship Type="http://schemas.openxmlformats.org/officeDocument/2006/relationships/image" Target="/ppt/media/image73.png" Id="R61dec0a7d92c431b" /><Relationship Type="http://schemas.openxmlformats.org/officeDocument/2006/relationships/notesSlide" Target="/ppt/notesSlides/notesSlide38.xml" Id="Rb81e3889317e443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6f508059bdd4eb1" /><Relationship Type="http://schemas.openxmlformats.org/officeDocument/2006/relationships/image" Target="/ppt/media/image74.png" Id="R8b911b3d324b4e02" /><Relationship Type="http://schemas.openxmlformats.org/officeDocument/2006/relationships/notesSlide" Target="/ppt/notesSlides/notesSlide39.xml" Id="Ra39483c31f184c0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6f9c419f2dd34e10" /><Relationship Type="http://schemas.openxmlformats.org/officeDocument/2006/relationships/image" Target="/ppt/media/image75.png" Id="R04f504618e5941ba" /><Relationship Type="http://schemas.openxmlformats.org/officeDocument/2006/relationships/notesSlide" Target="/ppt/notesSlides/notesSlide40.xml" Id="R53fb861e7ba6426e"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92707681-CA07-477B-8336-1A319F67BE0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40948A47-60F8-4734-B24B-2D53FD468FAA}"/>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3267AFE4-7993-44B5-9951-B3D113DD5A45}"/>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57201F33-D800-46AC-A11C-196181F4C4EC}"/>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40BF8B54-6EAC-41E9-91A6-8E0FCCCD1296}"/>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7BAE7F5E-EBEE-4D3E-B008-9BB365F648A1}"/>
              </a:ext>
            </a:extLst>
          </p:cNvPr>
          <p:cNvPicPr>
            <a:picLocks xmlns:a="http://schemas.openxmlformats.org/drawingml/2006/main" noChangeAspect="1"/>
          </p:cNvPicPr>
          <p:nvPr/>
        </p:nvPicPr>
        <p:blipFill>
          <a:blip xmlns:r="http://schemas.openxmlformats.org/officeDocument/2006/relationships" xmlns:a="http://schemas.openxmlformats.org/drawingml/2006/main" r:embed="R5d48fc0be8014ea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CB941710-E3E7-4095-8AEC-AE02A0E1D30B}"/>
              </a:ext>
            </a:extLst>
          </p:cNvPr>
          <p:cNvPicPr>
            <a:picLocks xmlns:a="http://schemas.openxmlformats.org/drawingml/2006/main" noChangeAspect="1"/>
          </p:cNvPicPr>
          <p:nvPr/>
        </p:nvPicPr>
        <p:blipFill>
          <a:blip xmlns:r="http://schemas.openxmlformats.org/officeDocument/2006/relationships" xmlns:a="http://schemas.openxmlformats.org/drawingml/2006/main" r:embed="R5943696767e84262"/>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32488BCD-2457-406C-B949-6CB8EC3998D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8375418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B9E0114-63A9-434D-AAB2-CC49045D7F68}"/>
              </a:ext>
            </a:extLst>
          </p:cNvPr>
          <p:cNvPicPr>
            <a:picLocks xmlns:a="http://schemas.openxmlformats.org/drawingml/2006/main" noChangeAspect="1"/>
          </p:cNvPicPr>
          <p:nvPr/>
        </p:nvPicPr>
        <p:blipFill>
          <a:blip xmlns:r="http://schemas.openxmlformats.org/officeDocument/2006/relationships" xmlns:a="http://schemas.openxmlformats.org/drawingml/2006/main" r:embed="Reaaaed7c929a4f2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36E7E28-6F5D-49CF-9946-B69499265E1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46F297A-C03F-4CD6-8752-A13AB56F002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14E5A4C0-3693-4C83-ABC8-EB08DE4F265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254DCEC-7A6F-4BAE-9543-FE24ED8729E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02A53E0A-E0AB-4382-9990-825A54F8317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0761A1D8-F0E5-4575-99B7-5D776187614D}"/>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857272D1-BE88-4BF9-A848-6832A251EA4C}"/>
              </a:ext>
            </a:extLst>
          </p:cNvPr>
          <p:cNvPicPr>
            <a:picLocks xmlns:a="http://schemas.openxmlformats.org/drawingml/2006/main" noChangeAspect="1"/>
          </p:cNvPicPr>
          <p:nvPr/>
        </p:nvPicPr>
        <p:blipFill>
          <a:blip xmlns:r="http://schemas.openxmlformats.org/officeDocument/2006/relationships" xmlns:a="http://schemas.openxmlformats.org/drawingml/2006/main" r:embed="Raef2eea930e34501"/>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4886731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96B4091F-79FD-47DC-9510-52B421388D4E}"/>
              </a:ext>
            </a:extLst>
          </p:cNvPr>
          <p:cNvPicPr>
            <a:picLocks xmlns:a="http://schemas.openxmlformats.org/drawingml/2006/main" noChangeAspect="1"/>
          </p:cNvPicPr>
          <p:nvPr/>
        </p:nvPicPr>
        <p:blipFill>
          <a:blip xmlns:r="http://schemas.openxmlformats.org/officeDocument/2006/relationships" xmlns:a="http://schemas.openxmlformats.org/drawingml/2006/main" r:embed="Rd5a8165e12ca41e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FD71C64-6BD3-4637-8636-85FD6784062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2D64F9F-33C2-41DA-AAD1-A841AD3D286A}"/>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B2DE558E-9D24-4175-AEA4-5A2FD57A56AC}"/>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07C1D75D-BBCB-4DD1-8832-8E8B01FF9427}"/>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E7ACDA4B-FA3B-4CFA-8733-A4165912BE31}"/>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6F434085-765C-4216-8C0D-9EA2390DF4D0}"/>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F367BB4F-E095-4804-9739-E4451C853893}"/>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CF7088F7-FD5F-4B63-BE30-04CB2A2F70B1}"/>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B9DECB67-370A-4FFE-B5C0-9A9F7A6EFFBE}"/>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BF1F78F-814A-4D25-9498-8CE5C634CAA5}"/>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164719F7-5604-490C-A2D1-D440323316FC}"/>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30418516-CE28-483A-8114-7437A9EE7AF3}"/>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34D91634-9485-4E48-8460-2FB9008AA7C8}"/>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261F68DE-2D80-48EB-9516-04B50AA39E8E}"/>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0463663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4CD8A948-29B4-4B00-A664-4C5818D901E4}"/>
              </a:ext>
            </a:extLst>
          </p:cNvPr>
          <p:cNvPicPr>
            <a:picLocks xmlns:a="http://schemas.openxmlformats.org/drawingml/2006/main" noChangeAspect="1"/>
          </p:cNvPicPr>
          <p:nvPr/>
        </p:nvPicPr>
        <p:blipFill>
          <a:blip xmlns:r="http://schemas.openxmlformats.org/officeDocument/2006/relationships" xmlns:a="http://schemas.openxmlformats.org/drawingml/2006/main" r:embed="Rc082ca86318448c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D0B9D2-2336-47E0-9744-A92592B465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3AEF1C7-596D-43B1-AF9F-AF3B529C4F52}"/>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202DE1C7-3026-4304-B9ED-53EA0CAD8C3F}"/>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4AB4D4-9ABE-431A-9A85-C187BC6CB29F}"/>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EF45FB1E-3D97-47E1-98A8-699FFF4E1A4A}"/>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87C9059E-2DA7-446C-AEA5-01A3FE7C089A}"/>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BEEF3F39-51FE-4161-A497-97927D4254E9}"/>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FBD9610-9F4E-44BB-8BC0-B73CF10EE7BD}"/>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DE468249-1AA4-4FA8-9777-2BA4E64F9B8C}"/>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637B9E6A-488D-45CA-B03D-359996F7A146}"/>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A1F8ACB-72F5-4560-8974-E8A7256A3506}"/>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D3FCA8FB-E145-4EF1-8BA4-A708BC9D76F9}"/>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E8BC57B5-A255-497B-BFA4-C01DA072DD59}"/>
              </a:ext>
            </a:extLst>
          </p:cNvPr>
          <p:cNvPicPr>
            <a:picLocks xmlns:a="http://schemas.openxmlformats.org/drawingml/2006/main" noChangeAspect="1"/>
          </p:cNvPicPr>
          <p:nvPr/>
        </p:nvPicPr>
        <p:blipFill>
          <a:blip xmlns:r="http://schemas.openxmlformats.org/officeDocument/2006/relationships" xmlns:a="http://schemas.openxmlformats.org/drawingml/2006/main" r:embed="R2a750f8fc94f438f"/>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1601756517"/>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E4AB685F-FA61-4441-89E5-21167AC4A850}"/>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A955849A-65A4-49F9-942A-FEF601D58238}"/>
              </a:ext>
            </a:extLst>
          </p:cNvPr>
          <p:cNvPicPr>
            <a:picLocks xmlns:a="http://schemas.openxmlformats.org/drawingml/2006/main" noChangeAspect="1"/>
          </p:cNvPicPr>
          <p:nvPr/>
        </p:nvPicPr>
        <p:blipFill>
          <a:blip xmlns:r="http://schemas.openxmlformats.org/officeDocument/2006/relationships" xmlns:a="http://schemas.openxmlformats.org/drawingml/2006/main" r:embed="Rdfc21535b65b4cc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76F3A66A-F083-43B1-92D4-3BBC45ED490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415F791F-AD70-4231-A2BD-1A21806D1CC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2D6D6698-8689-4A31-8CAE-8D997047FDB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C2529BAA-0D74-442C-8856-73C7A657A8BC}"/>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7232769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90ADBB2-75C8-4A03-BBD6-4E2B41629E00}"/>
              </a:ext>
            </a:extLst>
          </p:cNvPr>
          <p:cNvPicPr>
            <a:picLocks xmlns:a="http://schemas.openxmlformats.org/drawingml/2006/main" noChangeAspect="1"/>
          </p:cNvPicPr>
          <p:nvPr/>
        </p:nvPicPr>
        <p:blipFill>
          <a:blip xmlns:r="http://schemas.openxmlformats.org/officeDocument/2006/relationships" xmlns:a="http://schemas.openxmlformats.org/drawingml/2006/main" r:embed="Rae11b08506354cf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DDAFD41-7866-4F67-AB4E-6D16D491A2F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2CA4835-810B-41C9-9BED-C51006165B9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5B599E0-FA5E-4AB5-8931-831C248840D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B5A9DF5-63DB-4F4F-81D8-45867EEE777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9E836E64-AF13-450B-A8C5-07CC76EF410F}"/>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64A24F56-3799-455D-8F17-6786FB7FC24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CF221411-035D-4188-9858-37D6B57C89D1}"/>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874485AA-85BD-404C-8320-FE14D73E1CF4}"/>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D876646B-44AA-45B0-8365-995E31EA293A}"/>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527C9663-CAA9-4A11-81FB-AE65312F777C}"/>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29C26F33-CB08-4BE7-94EE-41391DB06A4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20621698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E8E922F-BB5F-40A5-A79A-F9DBDEC2FC06}"/>
              </a:ext>
            </a:extLst>
          </p:cNvPr>
          <p:cNvPicPr>
            <a:picLocks xmlns:a="http://schemas.openxmlformats.org/drawingml/2006/main" noChangeAspect="1"/>
          </p:cNvPicPr>
          <p:nvPr/>
        </p:nvPicPr>
        <p:blipFill>
          <a:blip xmlns:r="http://schemas.openxmlformats.org/officeDocument/2006/relationships" xmlns:a="http://schemas.openxmlformats.org/drawingml/2006/main" r:embed="R941ebb2ecfb94b1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A74B85A-4ADF-4978-A986-3690AF1D4F8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D186F27-FDF7-447B-B17E-98CA5CCA570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191094C-CC57-469A-996D-7AABB85DF83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CCC8106-5847-4319-917A-FED30F36BD8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D1F49A07-673C-477B-A8DC-87539EC5EB2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84B1F2E6-D21E-41B5-AD29-83E4D12E6C71}"/>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DAFCDE82-BA27-4946-83D3-B28516158863}"/>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8E0693F1-2283-452C-9A08-142E1EED1487}"/>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E4094ADC-F914-4D77-9E13-E9EC8EB25D4F}"/>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4A8D9AB8-3FB9-4FF2-87D2-9623D3317744}"/>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A986CADD-8C03-4364-8D62-F9CF6311AB6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15EC446F-FBC4-4905-B8D5-D15C3462A487}"/>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18148692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66FB9A6C-22B7-4799-9532-F974543F1AC0}"/>
              </a:ext>
            </a:extLst>
          </p:cNvPr>
          <p:cNvPicPr>
            <a:picLocks xmlns:a="http://schemas.openxmlformats.org/drawingml/2006/main" noChangeAspect="1"/>
          </p:cNvPicPr>
          <p:nvPr/>
        </p:nvPicPr>
        <p:blipFill>
          <a:blip xmlns:r="http://schemas.openxmlformats.org/officeDocument/2006/relationships" xmlns:a="http://schemas.openxmlformats.org/drawingml/2006/main" r:embed="Raa3940fd361f45f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9AB03F6-EB8E-478C-84D3-32DD87A12C5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B9D629-23E4-4487-8983-96DC4D0883E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181DC6A-4224-4A25-B098-E431DF23511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A763DEB-1528-4626-8142-69B962362C2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40888FEB-2E4D-4638-983F-1490029988CA}"/>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B4BB9516-6DC7-4BCA-B49E-FB2BBA84810F}"/>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605CB24E-387C-466D-B3C4-135A8A2C292D}"/>
              </a:ext>
            </a:extLst>
          </p:cNvPr>
          <p:cNvPicPr>
            <a:picLocks xmlns:a="http://schemas.openxmlformats.org/drawingml/2006/main" noChangeAspect="1"/>
          </p:cNvPicPr>
          <p:nvPr/>
        </p:nvPicPr>
        <p:blipFill>
          <a:blip xmlns:r="http://schemas.openxmlformats.org/officeDocument/2006/relationships" xmlns:a="http://schemas.openxmlformats.org/drawingml/2006/main" r:embed="R58d3165b3f8b4084"/>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3E54AA4F-F551-48B2-AFAC-41EC160E6B49}"/>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CACE523F-0910-47D2-9B9E-87FF208A96DF}"/>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2091F973-ECDB-4FB9-BEEE-57D6006194D2}"/>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0658B598-64F8-41D8-ACCD-662236586AD0}"/>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85ABA454-70D7-4CA5-BA51-82132D724148}"/>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BC37956B-3D84-40A2-A752-5B309ECE74E9}"/>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2ED33A4E-46EC-476F-97E3-2E320C90C1CF}"/>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42C9984E-90C8-4BCC-A539-630224E4EBFD}"/>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3476839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6141C5E-DB19-4AA1-91DA-13EEB7401E8F}"/>
              </a:ext>
            </a:extLst>
          </p:cNvPr>
          <p:cNvPicPr>
            <a:picLocks xmlns:a="http://schemas.openxmlformats.org/drawingml/2006/main" noChangeAspect="1"/>
          </p:cNvPicPr>
          <p:nvPr/>
        </p:nvPicPr>
        <p:blipFill>
          <a:blip xmlns:r="http://schemas.openxmlformats.org/officeDocument/2006/relationships" xmlns:a="http://schemas.openxmlformats.org/drawingml/2006/main" r:embed="R034324b0b9d0466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05F5841-318A-45CE-86F5-EDA5C2FF1CD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B5022BB-A067-4D8B-84F3-00FDD7BB423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2316690-80FF-4802-A98D-D68D01A46EE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87AA397-639A-4EBA-9CE0-EC5FA563BE4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369F2DB-CDAF-4341-B7FA-E339FB5A357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49D5FA40-30C0-4E27-9D14-1F0EA128CE12}"/>
              </a:ext>
            </a:extLst>
          </p:cNvPr>
          <p:cNvPicPr>
            <a:picLocks xmlns:a="http://schemas.openxmlformats.org/drawingml/2006/main" noChangeAspect="1"/>
          </p:cNvPicPr>
          <p:nvPr/>
        </p:nvPicPr>
        <p:blipFill>
          <a:blip xmlns:r="http://schemas.openxmlformats.org/officeDocument/2006/relationships" xmlns:a="http://schemas.openxmlformats.org/drawingml/2006/main" r:embed="Rb070597e324843a5"/>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DFE0030-B7FF-46DB-A796-35B54EC7D01F}"/>
              </a:ext>
            </a:extLst>
          </p:cNvPr>
          <p:cNvPicPr>
            <a:picLocks xmlns:a="http://schemas.openxmlformats.org/drawingml/2006/main" noChangeAspect="1"/>
          </p:cNvPicPr>
          <p:nvPr/>
        </p:nvPicPr>
        <p:blipFill>
          <a:blip xmlns:r="http://schemas.openxmlformats.org/officeDocument/2006/relationships" xmlns:a="http://schemas.openxmlformats.org/drawingml/2006/main" r:embed="R0cc5481880ef4b58"/>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DDC98878-1EC5-4656-A600-77369026F312}"/>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001CF33D-6203-4AA2-B9E6-1A92CD403D80}"/>
              </a:ext>
            </a:extLst>
          </p:cNvPr>
          <p:cNvPicPr>
            <a:picLocks xmlns:a="http://schemas.openxmlformats.org/drawingml/2006/main" noChangeAspect="1"/>
          </p:cNvPicPr>
          <p:nvPr/>
        </p:nvPicPr>
        <p:blipFill>
          <a:blip xmlns:r="http://schemas.openxmlformats.org/officeDocument/2006/relationships" xmlns:a="http://schemas.openxmlformats.org/drawingml/2006/main" r:embed="R3f8858061ed64357"/>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CB13DF4F-F115-475A-B320-8900C545DDE6}"/>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22A1C5D6-D1C8-4F24-918E-46607E05C2D8}"/>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2088004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5B80BA8-BD70-43B3-909B-9791D8465429}"/>
              </a:ext>
            </a:extLst>
          </p:cNvPr>
          <p:cNvPicPr>
            <a:picLocks xmlns:a="http://schemas.openxmlformats.org/drawingml/2006/main" noChangeAspect="1"/>
          </p:cNvPicPr>
          <p:nvPr/>
        </p:nvPicPr>
        <p:blipFill>
          <a:blip xmlns:r="http://schemas.openxmlformats.org/officeDocument/2006/relationships" xmlns:a="http://schemas.openxmlformats.org/drawingml/2006/main" r:embed="R88280d8c1941432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1BCE4B8-0F0A-45E3-947D-72BFAF45125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7BBF679-16B1-4454-82D0-07F5F6CD388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6D22D21-3BFA-4601-989A-3D53ADB5783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2633740-50F3-4C60-A73F-0D487659F7E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7DD7391-5E78-4D05-B6DE-05757D2C29D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3F4BBF83-098A-4831-B399-4856606F296F}"/>
              </a:ext>
            </a:extLst>
          </p:cNvPr>
          <p:cNvPicPr>
            <a:picLocks xmlns:a="http://schemas.openxmlformats.org/drawingml/2006/main" noChangeAspect="1"/>
          </p:cNvPicPr>
          <p:nvPr/>
        </p:nvPicPr>
        <p:blipFill>
          <a:blip xmlns:r="http://schemas.openxmlformats.org/officeDocument/2006/relationships" xmlns:a="http://schemas.openxmlformats.org/drawingml/2006/main" r:embed="R1b802005f8c947dd"/>
          <a:stretch xmlns:a="http://schemas.openxmlformats.org/drawingml/2006/main"/>
        </p:blipFill>
        <p:spPr>
          <a:xfrm xmlns:a="http://schemas.openxmlformats.org/drawingml/2006/main">
            <a:off x="2247909" y="4400550"/>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45FA13D-B42F-485E-A865-9A37466B0ADC}"/>
              </a:ext>
            </a:extLst>
          </p:cNvPr>
          <p:cNvPicPr>
            <a:picLocks xmlns:a="http://schemas.openxmlformats.org/drawingml/2006/main" noChangeAspect="1"/>
          </p:cNvPicPr>
          <p:nvPr/>
        </p:nvPicPr>
        <p:blipFill>
          <a:blip xmlns:r="http://schemas.openxmlformats.org/officeDocument/2006/relationships" xmlns:a="http://schemas.openxmlformats.org/drawingml/2006/main" r:embed="R005a2ed0716e4b9c"/>
          <a:stretch xmlns:a="http://schemas.openxmlformats.org/drawingml/2006/main"/>
        </p:blipFill>
        <p:spPr>
          <a:xfrm xmlns:a="http://schemas.openxmlformats.org/drawingml/2006/main">
            <a:off x="2247909" y="6096000"/>
            <a:ext cx="13811231" cy="1313498"/>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3EA35413-26E0-4AEA-BD17-5D66EAE1F74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FE37B6F8-397D-4C46-9870-66CFD494758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6175272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4424D37-2A9A-44D5-BD6E-7326B08F11C5}"/>
              </a:ext>
            </a:extLst>
          </p:cNvPr>
          <p:cNvPicPr>
            <a:picLocks xmlns:a="http://schemas.openxmlformats.org/drawingml/2006/main" noChangeAspect="1"/>
          </p:cNvPicPr>
          <p:nvPr/>
        </p:nvPicPr>
        <p:blipFill>
          <a:blip xmlns:r="http://schemas.openxmlformats.org/officeDocument/2006/relationships" xmlns:a="http://schemas.openxmlformats.org/drawingml/2006/main" r:embed="R635415a58478429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DD6A89-2B57-4F2D-BAB3-0098A12CE16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4CB32ED-966E-4B18-B3E3-3514168CB83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99FF21A-EADA-4F61-A0EB-80611A04959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B00B2EC-0590-48FF-B690-D0B0C98C3A9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62075018-48B4-4F55-B64E-6D2C2966876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85D1FE00-B29F-4C70-89E4-94427E6F29D4}"/>
              </a:ext>
            </a:extLst>
          </p:cNvPr>
          <p:cNvPicPr>
            <a:picLocks xmlns:a="http://schemas.openxmlformats.org/drawingml/2006/main" noChangeAspect="1"/>
          </p:cNvPicPr>
          <p:nvPr/>
        </p:nvPicPr>
        <p:blipFill>
          <a:blip xmlns:r="http://schemas.openxmlformats.org/officeDocument/2006/relationships" xmlns:a="http://schemas.openxmlformats.org/drawingml/2006/main" r:embed="Rbb47fe40cc2546ba"/>
          <a:stretch xmlns:a="http://schemas.openxmlformats.org/drawingml/2006/main"/>
        </p:blipFill>
        <p:spPr>
          <a:xfrm xmlns:a="http://schemas.openxmlformats.org/drawingml/2006/main">
            <a:off x="2247929" y="4362450"/>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32F636D-3568-4874-BCA7-E7CA9A67E4D8}"/>
              </a:ext>
            </a:extLst>
          </p:cNvPr>
          <p:cNvPicPr>
            <a:picLocks xmlns:a="http://schemas.openxmlformats.org/drawingml/2006/main" noChangeAspect="1"/>
          </p:cNvPicPr>
          <p:nvPr/>
        </p:nvPicPr>
        <p:blipFill>
          <a:blip xmlns:r="http://schemas.openxmlformats.org/officeDocument/2006/relationships" xmlns:a="http://schemas.openxmlformats.org/drawingml/2006/main" r:embed="R50337fb8dac34cee"/>
          <a:stretch xmlns:a="http://schemas.openxmlformats.org/drawingml/2006/main"/>
        </p:blipFill>
        <p:spPr>
          <a:xfrm xmlns:a="http://schemas.openxmlformats.org/drawingml/2006/main">
            <a:off x="1828824" y="6010275"/>
            <a:ext cx="14479476" cy="891045"/>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D899AA45-211D-4C8E-837B-DEB267DA5B3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86A2FB12-70C6-4AA2-8886-492EB9546E66}"/>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9761836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F817DF0-EE40-46C6-ABC3-41115D3F3C93}"/>
              </a:ext>
            </a:extLst>
          </p:cNvPr>
          <p:cNvPicPr>
            <a:picLocks xmlns:a="http://schemas.openxmlformats.org/drawingml/2006/main" noChangeAspect="1"/>
          </p:cNvPicPr>
          <p:nvPr/>
        </p:nvPicPr>
        <p:blipFill>
          <a:blip xmlns:r="http://schemas.openxmlformats.org/officeDocument/2006/relationships" xmlns:a="http://schemas.openxmlformats.org/drawingml/2006/main" r:embed="Rfb062fd06bbc4bc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EB19463-1499-4816-BFB0-C72A4557821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45E43A-0353-49FE-B095-81119584272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89FE2CD-3A72-42CA-B498-3CA6F54F025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20E15EB-0CA6-4E0F-81DC-EDF91D54F6C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0B327A4-E4CC-44C6-BB65-D66835C48D5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F5A9FBCE-E226-4ADE-A47C-AD92BD5210B8}"/>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F2FD636C-3852-4AC0-8D47-28D964B40C50}"/>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241BC1D-A568-493B-AC87-0447E424E11F}"/>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547F6D7-4023-4A99-A825-63CC92DB47EB}"/>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A3B2AEC-EABB-423E-A187-3995013476EF}"/>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699441527"/>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4CE00083-A035-43C5-9359-4840C554B81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C8F1C4A9-7B4F-42EF-A9D3-389BACA10A32}"/>
              </a:ext>
            </a:extLst>
          </p:cNvPr>
          <p:cNvPicPr>
            <a:picLocks xmlns:a="http://schemas.openxmlformats.org/drawingml/2006/main" noChangeAspect="1"/>
          </p:cNvPicPr>
          <p:nvPr/>
        </p:nvPicPr>
        <p:blipFill>
          <a:blip xmlns:r="http://schemas.openxmlformats.org/officeDocument/2006/relationships" xmlns:a="http://schemas.openxmlformats.org/drawingml/2006/main" r:embed="Re3b445e6cbdf413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A42A7089-5717-4B72-BAB8-A44B82BB5DF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9C1E4273-F4F0-4BB0-BE61-8E5BF6F49F8D}"/>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AC90D24A-7ED5-406D-833D-65EC1C4E164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08674C78-47F0-4D2D-91EB-2E3C922D530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20321874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0BC94B0-227E-41A9-97E2-F0C32C4006C8}"/>
              </a:ext>
            </a:extLst>
          </p:cNvPr>
          <p:cNvPicPr>
            <a:picLocks xmlns:a="http://schemas.openxmlformats.org/drawingml/2006/main" noChangeAspect="1"/>
          </p:cNvPicPr>
          <p:nvPr/>
        </p:nvPicPr>
        <p:blipFill>
          <a:blip xmlns:r="http://schemas.openxmlformats.org/officeDocument/2006/relationships" xmlns:a="http://schemas.openxmlformats.org/drawingml/2006/main" r:embed="R81048fab9db941c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583DEFD-BFF5-47C6-8808-8A65822FC6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8FA7F0-4A72-4C30-AB78-A8E9F15F554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D99ADED-A99B-4B3E-BE54-99399A1F15A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D951654-006A-4233-AE05-ACC2B23CC51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760ADEB-429A-4539-9347-20DC5B09A90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2D82288C-44C0-4519-B78C-6785648D356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8F5882A8-3CC7-464A-9DDF-35F635C4E316}"/>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95088651-7A27-40B6-8DC5-9058BA68031A}"/>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EFE1657E-263F-4E2B-96E8-9F7617F94063}"/>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93B5D5AE-030A-4856-AD06-A2F6CE98322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170E5D54-6D7A-490A-9D4C-F5F0DC3C1C1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64891338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B55D361-0665-4974-B592-B33C036266A8}"/>
              </a:ext>
            </a:extLst>
          </p:cNvPr>
          <p:cNvPicPr>
            <a:picLocks xmlns:a="http://schemas.openxmlformats.org/drawingml/2006/main" noChangeAspect="1"/>
          </p:cNvPicPr>
          <p:nvPr/>
        </p:nvPicPr>
        <p:blipFill>
          <a:blip xmlns:r="http://schemas.openxmlformats.org/officeDocument/2006/relationships" xmlns:a="http://schemas.openxmlformats.org/drawingml/2006/main" r:embed="R74b3779d41d5400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BE5FC5C-D825-4D12-AF36-2A63681FFCB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B61F99B-6D0A-40C4-A3BF-757389EE854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C3AA329-A98F-44A4-B172-72AF385053D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D33D9BA-7540-43FC-A486-25EE4338CCA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644F5B2-7A0E-4489-8169-82F57977321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475CA9A3-85AD-420E-84D2-74CE92EA71F2}"/>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D87D4DC1-F17F-40B7-9D28-8BD6A2944B9D}"/>
              </a:ext>
            </a:extLst>
          </p:cNvPr>
          <p:cNvPicPr>
            <a:picLocks xmlns:a="http://schemas.openxmlformats.org/drawingml/2006/main" noChangeAspect="1"/>
          </p:cNvPicPr>
          <p:nvPr/>
        </p:nvPicPr>
        <p:blipFill>
          <a:blip xmlns:r="http://schemas.openxmlformats.org/officeDocument/2006/relationships" xmlns:a="http://schemas.openxmlformats.org/drawingml/2006/main" r:embed="Rf611fe26f72145d4"/>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5A8C66E-0FFB-40BE-97E0-F53E18BC5AB7}"/>
              </a:ext>
            </a:extLst>
          </p:cNvPr>
          <p:cNvPicPr>
            <a:picLocks xmlns:a="http://schemas.openxmlformats.org/drawingml/2006/main" noChangeAspect="1"/>
          </p:cNvPicPr>
          <p:nvPr/>
        </p:nvPicPr>
        <p:blipFill>
          <a:blip xmlns:r="http://schemas.openxmlformats.org/officeDocument/2006/relationships" xmlns:a="http://schemas.openxmlformats.org/drawingml/2006/main" r:embed="R110d57b7b8944fb7"/>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86BF727-E4B3-44BE-9414-BDAA45B33C53}"/>
              </a:ext>
            </a:extLst>
          </p:cNvPr>
          <p:cNvPicPr>
            <a:picLocks xmlns:a="http://schemas.openxmlformats.org/drawingml/2006/main" noChangeAspect="1"/>
          </p:cNvPicPr>
          <p:nvPr/>
        </p:nvPicPr>
        <p:blipFill>
          <a:blip xmlns:r="http://schemas.openxmlformats.org/officeDocument/2006/relationships" xmlns:a="http://schemas.openxmlformats.org/drawingml/2006/main" r:embed="R0d205e663af4427c"/>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21666382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C065C8F-011B-4AEC-8122-A8AC04ADFAF2}"/>
              </a:ext>
            </a:extLst>
          </p:cNvPr>
          <p:cNvPicPr>
            <a:picLocks xmlns:a="http://schemas.openxmlformats.org/drawingml/2006/main" noChangeAspect="1"/>
          </p:cNvPicPr>
          <p:nvPr/>
        </p:nvPicPr>
        <p:blipFill>
          <a:blip xmlns:r="http://schemas.openxmlformats.org/officeDocument/2006/relationships" xmlns:a="http://schemas.openxmlformats.org/drawingml/2006/main" r:embed="R9a8e6346e5ea49b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E211C4F-52AB-4571-ACA8-E7267FD915E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1C7199-65C3-4301-8200-376625C7FEB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54353DD-4657-4750-BB51-671ED769B00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E457FB8-6693-4802-B469-E5BD20E822E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6F10CDB-0C1B-4802-9511-024D4B48273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A68DD68C-E122-4975-BE6A-DC7A37936F23}"/>
              </a:ext>
            </a:extLst>
          </p:cNvPr>
          <p:cNvPicPr>
            <a:picLocks xmlns:a="http://schemas.openxmlformats.org/drawingml/2006/main" noChangeAspect="1"/>
          </p:cNvPicPr>
          <p:nvPr/>
        </p:nvPicPr>
        <p:blipFill>
          <a:blip xmlns:r="http://schemas.openxmlformats.org/officeDocument/2006/relationships" xmlns:a="http://schemas.openxmlformats.org/drawingml/2006/main" r:embed="R58a5939227994638"/>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0495E99-EB4E-4A14-853B-7D1902FDA16B}"/>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B9405EF6-69A5-4254-864D-BC8E7FB94780}"/>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FDCB98EE-886C-4FC2-B422-5378E1BD0F10}"/>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9160965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EC66C30-552B-4D2C-AA0C-77922514E945}"/>
              </a:ext>
            </a:extLst>
          </p:cNvPr>
          <p:cNvPicPr>
            <a:picLocks xmlns:a="http://schemas.openxmlformats.org/drawingml/2006/main" noChangeAspect="1"/>
          </p:cNvPicPr>
          <p:nvPr/>
        </p:nvPicPr>
        <p:blipFill>
          <a:blip xmlns:r="http://schemas.openxmlformats.org/officeDocument/2006/relationships" xmlns:a="http://schemas.openxmlformats.org/drawingml/2006/main" r:embed="R80d929879593453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C5A4C46-850A-487C-BB3C-2E254015058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3C12129-A26A-4B81-9475-22DD8286C79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79D194F-7A22-43DB-92DD-41FACD6DAF0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D774B52-7969-406E-B4A1-374D96C1B76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606513C-55A7-4A9A-807C-3AA2EE909B5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EC879C8D-FAFA-4F72-AF12-477F12C2811F}"/>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92FD1B02-36E9-4AB4-80CA-D50A2BF10000}"/>
              </a:ext>
            </a:extLst>
          </p:cNvPr>
          <p:cNvPicPr>
            <a:picLocks xmlns:a="http://schemas.openxmlformats.org/drawingml/2006/main" noChangeAspect="1"/>
          </p:cNvPicPr>
          <p:nvPr/>
        </p:nvPicPr>
        <p:blipFill>
          <a:blip xmlns:r="http://schemas.openxmlformats.org/officeDocument/2006/relationships" xmlns:a="http://schemas.openxmlformats.org/drawingml/2006/main" r:embed="Rfc679830474c4b8d"/>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868E33E-96DC-47DE-AE12-00F3035F5895}"/>
              </a:ext>
            </a:extLst>
          </p:cNvPr>
          <p:cNvPicPr>
            <a:picLocks xmlns:a="http://schemas.openxmlformats.org/drawingml/2006/main" noChangeAspect="1"/>
          </p:cNvPicPr>
          <p:nvPr/>
        </p:nvPicPr>
        <p:blipFill>
          <a:blip xmlns:r="http://schemas.openxmlformats.org/officeDocument/2006/relationships" xmlns:a="http://schemas.openxmlformats.org/drawingml/2006/main" r:embed="R970f16727dca446f"/>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3CE32022-2BA9-4B8D-9847-35D275DAC424}"/>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E3CC5E68-B05D-45B0-81F4-DD1980BD430A}"/>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3797491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E2DFFD60-AAFA-48F5-8A8A-AA5B5C53416E}"/>
              </a:ext>
            </a:extLst>
          </p:cNvPr>
          <p:cNvPicPr>
            <a:picLocks xmlns:a="http://schemas.openxmlformats.org/drawingml/2006/main" noChangeAspect="1"/>
          </p:cNvPicPr>
          <p:nvPr/>
        </p:nvPicPr>
        <p:blipFill>
          <a:blip xmlns:r="http://schemas.openxmlformats.org/officeDocument/2006/relationships" xmlns:a="http://schemas.openxmlformats.org/drawingml/2006/main" r:embed="Re59a38f0242742b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0A18EE3-62C7-4961-9288-DEC3EF261ED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F9826AC-3520-4368-B17E-60B5E76E991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7FEEF1A-1F60-4F0D-B671-1B8A20EB1C5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E3175E9-B204-4654-A497-CC58125BF3C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394049C0-EFE5-4FFB-BC8E-126223D9B9A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09909960-67D2-403B-82CB-56D0E83F75D4}"/>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EBABFB0-F99D-4928-8C29-8DAFE50516D0}"/>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E2C7279-1610-4A35-B4BB-561C128F5635}"/>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43EDC321-991C-46B9-94D1-EE90BB026B8D}"/>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936D2380-8687-48F1-AD3D-203A1C8E8D1C}"/>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40DC0414-6A56-4EDA-9415-6FD517672564}"/>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D986339-336A-486C-9C27-857F81E6E62F}"/>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830AF094-2390-467B-8B03-AC0835D4A1A0}"/>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A817D3DB-BA6C-4D00-8A4D-851609B249C9}"/>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FBE5BF9C-D467-4B4F-8A07-F4C0F72C611B}"/>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906C6245-2740-4BFB-B600-F800E24B9F12}"/>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D63A8BD-BD8C-4B08-9688-3036564C8935}"/>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878289E4-4B96-4E3D-B75B-87F976DEC6AD}"/>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CE3663C8-D65B-49D3-8C61-58ABD87C32B0}"/>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A1ED429B-31E1-4037-9704-6B50EDE83846}"/>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3EA9F16B-9B44-4A2F-9F02-504802DFA17A}"/>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AD4DA88-5D03-4CB6-AAF7-DC2E3C06B5B3}"/>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2F98CA86-05E9-4A63-9F28-68A0E386D17F}"/>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8186FD0A-46AF-450E-BAEF-A870F58C7D32}"/>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6C3C9598-FBED-42A0-A173-F043A7AD9713}"/>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13971572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0169543-A867-4B6D-9431-EEA0F8884B53}"/>
              </a:ext>
            </a:extLst>
          </p:cNvPr>
          <p:cNvPicPr>
            <a:picLocks xmlns:a="http://schemas.openxmlformats.org/drawingml/2006/main" noChangeAspect="1"/>
          </p:cNvPicPr>
          <p:nvPr/>
        </p:nvPicPr>
        <p:blipFill>
          <a:blip xmlns:r="http://schemas.openxmlformats.org/officeDocument/2006/relationships" xmlns:a="http://schemas.openxmlformats.org/drawingml/2006/main" r:embed="Ra00923fb1003403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AA46718-29E7-4D51-B50F-F933369909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73864F7-BEB7-4AB6-84FA-D9687B0CD0C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4DAF414-B90B-45BF-832B-8A1C688FE40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78BEDEF-5812-45E2-ACFA-3086E6BA9AB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3522FEE-A7C8-4D85-8118-00E1BD2328E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5C47D891-3DDC-41E2-B431-292028AE7964}"/>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676ECFE1-1A2E-4749-AFCF-28CB0B039043}"/>
              </a:ext>
            </a:extLst>
          </p:cNvPr>
          <p:cNvPicPr>
            <a:picLocks xmlns:a="http://schemas.openxmlformats.org/drawingml/2006/main" noChangeAspect="1"/>
          </p:cNvPicPr>
          <p:nvPr/>
        </p:nvPicPr>
        <p:blipFill>
          <a:blip xmlns:r="http://schemas.openxmlformats.org/officeDocument/2006/relationships" xmlns:a="http://schemas.openxmlformats.org/drawingml/2006/main" r:embed="R2c8fed79d4a14c47"/>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31D4511A-DCE2-4DB2-A9FA-B8F08119AE62}"/>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B9AE2E7B-6377-4495-85E2-FF4192FF469F}"/>
              </a:ext>
            </a:extLst>
          </p:cNvPr>
          <p:cNvPicPr>
            <a:picLocks xmlns:a="http://schemas.openxmlformats.org/drawingml/2006/main" noChangeAspect="1"/>
          </p:cNvPicPr>
          <p:nvPr/>
        </p:nvPicPr>
        <p:blipFill>
          <a:blip xmlns:r="http://schemas.openxmlformats.org/officeDocument/2006/relationships" xmlns:a="http://schemas.openxmlformats.org/drawingml/2006/main" r:embed="Ref85a3ea71734410"/>
          <a:stretch xmlns:a="http://schemas.openxmlformats.org/drawingml/2006/main"/>
        </p:blipFill>
        <p:spPr>
          <a:xfrm xmlns:a="http://schemas.openxmlformats.org/drawingml/2006/main">
            <a:off x="5619750" y="7096125"/>
            <a:ext cx="11782044" cy="1549908"/>
          </a:xfrm>
          <a:prstGeom xmlns:a="http://schemas.openxmlformats.org/drawingml/2006/main" prst="rect">
            <a:avLst/>
          </a:prstGeom>
        </p:spPr>
      </p:pic>
    </p:spTree>
    <p:extLst>
      <p:ext uri="{BB962C8B-B14F-4D97-AF65-F5344CB8AC3E}">
        <p14:creationId xmlns:p14="http://schemas.microsoft.com/office/powerpoint/2010/main" val="93090871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9EE1451-4D96-4C53-AB67-BA3ACFD9BF47}"/>
              </a:ext>
            </a:extLst>
          </p:cNvPr>
          <p:cNvPicPr>
            <a:picLocks xmlns:a="http://schemas.openxmlformats.org/drawingml/2006/main" noChangeAspect="1"/>
          </p:cNvPicPr>
          <p:nvPr/>
        </p:nvPicPr>
        <p:blipFill>
          <a:blip xmlns:r="http://schemas.openxmlformats.org/officeDocument/2006/relationships" xmlns:a="http://schemas.openxmlformats.org/drawingml/2006/main" r:embed="R70b04aebf0194e8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BA82BBD-9999-41CB-B432-4FFE71BDA64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DE3FF1E-5109-473F-9AEC-0CC6D4B7FB8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24DD49D-EFC6-437E-8455-0658843DCED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3A7AA8C-DEFC-440E-90DB-39DDF694B3E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B24B20C-1DF1-4723-84CE-24A08FB249F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154B2EE2-6B59-4486-8C30-7AB9C3FF1EEE}"/>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F0608E16-7D45-4550-BDE7-FEE7A2D2D09A}"/>
              </a:ext>
            </a:extLst>
          </p:cNvPr>
          <p:cNvPicPr>
            <a:picLocks xmlns:a="http://schemas.openxmlformats.org/drawingml/2006/main" noChangeAspect="1"/>
          </p:cNvPicPr>
          <p:nvPr/>
        </p:nvPicPr>
        <p:blipFill>
          <a:blip xmlns:r="http://schemas.openxmlformats.org/officeDocument/2006/relationships" xmlns:a="http://schemas.openxmlformats.org/drawingml/2006/main" r:embed="Ra4ce3abc99514dbe"/>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891AEF7-587C-4604-81F2-E16ED62024D1}"/>
              </a:ext>
            </a:extLst>
          </p:cNvPr>
          <p:cNvPicPr>
            <a:picLocks xmlns:a="http://schemas.openxmlformats.org/drawingml/2006/main" noChangeAspect="1"/>
          </p:cNvPicPr>
          <p:nvPr/>
        </p:nvPicPr>
        <p:blipFill>
          <a:blip xmlns:r="http://schemas.openxmlformats.org/officeDocument/2006/relationships" xmlns:a="http://schemas.openxmlformats.org/drawingml/2006/main" r:embed="Re18e35ba29314676"/>
          <a:stretch xmlns:a="http://schemas.openxmlformats.org/drawingml/2006/main"/>
        </p:blipFill>
        <p:spPr>
          <a:xfrm xmlns:a="http://schemas.openxmlformats.org/drawingml/2006/main">
            <a:off x="3252978" y="685800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3B9378BF-EF1D-499D-B9BD-0B4E66060E9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CF19D366-87CC-4F7B-BE10-AC67E265094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212652830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0BDA268-A201-43F0-9E1B-A50D74743E01}"/>
              </a:ext>
            </a:extLst>
          </p:cNvPr>
          <p:cNvPicPr>
            <a:picLocks xmlns:a="http://schemas.openxmlformats.org/drawingml/2006/main" noChangeAspect="1"/>
          </p:cNvPicPr>
          <p:nvPr/>
        </p:nvPicPr>
        <p:blipFill>
          <a:blip xmlns:r="http://schemas.openxmlformats.org/officeDocument/2006/relationships" xmlns:a="http://schemas.openxmlformats.org/drawingml/2006/main" r:embed="R89bfe103756b46d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3B44100-D19F-4A70-BC52-8963ABD699E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B3BBEC4-6A74-4566-B33C-0D3A339137F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A417CE4-A682-43C8-AF89-0BC80D26E0A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277AB03-6963-4D93-8B0F-66675204627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736C431-6C30-4F01-82EE-8502575C6D0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125A57E6-50BC-4962-9782-9157B3111917}"/>
              </a:ext>
            </a:extLst>
          </p:cNvPr>
          <p:cNvPicPr>
            <a:picLocks xmlns:a="http://schemas.openxmlformats.org/drawingml/2006/main" noChangeAspect="1"/>
          </p:cNvPicPr>
          <p:nvPr/>
        </p:nvPicPr>
        <p:blipFill>
          <a:blip xmlns:r="http://schemas.openxmlformats.org/officeDocument/2006/relationships" xmlns:a="http://schemas.openxmlformats.org/drawingml/2006/main" r:embed="Rd38fe61451f441f7"/>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760B3D7-88CF-404D-92EE-98D6A72FBA49}"/>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49925FC0-3234-4137-B704-19650509BB68}"/>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5FEBAF39-C0D3-4774-A4DF-F75B3CB5984C}"/>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D808958A-79B5-48A0-84C6-19B764A76526}"/>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237817231"/>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36683BEF-F369-46E0-87AA-F18405796485}"/>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984646CD-F2C4-4A73-8711-D103200BD341}"/>
              </a:ext>
            </a:extLst>
          </p:cNvPr>
          <p:cNvPicPr>
            <a:picLocks xmlns:a="http://schemas.openxmlformats.org/drawingml/2006/main" noChangeAspect="1"/>
          </p:cNvPicPr>
          <p:nvPr/>
        </p:nvPicPr>
        <p:blipFill>
          <a:blip xmlns:r="http://schemas.openxmlformats.org/officeDocument/2006/relationships" xmlns:a="http://schemas.openxmlformats.org/drawingml/2006/main" r:embed="R96a937676a37423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3707416D-FC7B-4673-ABB0-9B8F29EC911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D679A9DA-DDEA-4777-AD9F-5DA8B4B23177}"/>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AC39A2D1-7CE3-4A45-BFAD-6F04F7DB1C7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83DA9E5D-0B0B-4B0A-8E1A-F76849B0565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7096050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A8A8D6E-2855-425B-827D-3E31E6D8D9B5}"/>
              </a:ext>
            </a:extLst>
          </p:cNvPr>
          <p:cNvPicPr>
            <a:picLocks xmlns:a="http://schemas.openxmlformats.org/drawingml/2006/main" noChangeAspect="1"/>
          </p:cNvPicPr>
          <p:nvPr/>
        </p:nvPicPr>
        <p:blipFill>
          <a:blip xmlns:r="http://schemas.openxmlformats.org/officeDocument/2006/relationships" xmlns:a="http://schemas.openxmlformats.org/drawingml/2006/main" r:embed="R32321f3dcae2418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6440D97-83F6-4243-8454-EA9FACBE74E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365C082-98B2-4807-8759-97CF6E684B9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34A169F-F0C6-4D17-AC1C-78C8F8C6C82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9D3FFD8-F2DC-40BA-A6B6-E838AA149DB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5C57520-A990-4663-96DE-C381FB23CA8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26448207-BB8A-403A-A67E-0BAB28C7E6B2}"/>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F5B38FDD-85A0-412B-AC96-AE6064EF3F88}"/>
              </a:ext>
            </a:extLst>
          </p:cNvPr>
          <p:cNvPicPr>
            <a:picLocks xmlns:a="http://schemas.openxmlformats.org/drawingml/2006/main" noChangeAspect="1"/>
          </p:cNvPicPr>
          <p:nvPr/>
        </p:nvPicPr>
        <p:blipFill>
          <a:blip xmlns:r="http://schemas.openxmlformats.org/officeDocument/2006/relationships" xmlns:a="http://schemas.openxmlformats.org/drawingml/2006/main" r:embed="Rc6a5e288baec4d9d"/>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5D3B9F0B-B9FE-42CD-B467-CD6FFD785972}"/>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AEAE8E17-FB90-4AD6-96AB-7A1A0612F1E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8F20E1D6-7522-4172-8BBD-F1488F126BB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11FE0F31-BF02-449A-B4D5-DEA8A552B38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8253028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FB11F06-796D-4B2D-BBE3-02489FF159DA}"/>
              </a:ext>
            </a:extLst>
          </p:cNvPr>
          <p:cNvPicPr>
            <a:picLocks xmlns:a="http://schemas.openxmlformats.org/drawingml/2006/main" noChangeAspect="1"/>
          </p:cNvPicPr>
          <p:nvPr/>
        </p:nvPicPr>
        <p:blipFill>
          <a:blip xmlns:r="http://schemas.openxmlformats.org/officeDocument/2006/relationships" xmlns:a="http://schemas.openxmlformats.org/drawingml/2006/main" r:embed="Rf06c12e58bd246b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2A1E350-9FBB-42EC-A4D0-6547658F8E9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1313630-2437-441B-BFD3-1E7D308779A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54B1124-7D6E-48DB-B33A-A7A9D3A2997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2953CF4-F317-4987-984B-93A7FC6BF2A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5A4FEE2-B11E-46DD-A891-425B37320D6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2E37C381-636A-4B00-9A84-6CBC5FD1C351}"/>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C2548F2-FF48-459B-A3C1-74E762816A1F}"/>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7C2D527-58D5-4CD9-829B-A8737ADFE692}"/>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55A0451-6C08-4F81-B61C-BE6154FE7548}"/>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461B10E-D722-40A5-9553-43C1C4D93962}"/>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A518EE67-266D-4C3B-8D2E-1138B85954BB}"/>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328400DA-F95F-4F25-96F3-DBFACFEF349A}"/>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14986602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6457B2F-CC7E-4A6F-ACDF-4F08276FF5BE}"/>
              </a:ext>
            </a:extLst>
          </p:cNvPr>
          <p:cNvPicPr>
            <a:picLocks xmlns:a="http://schemas.openxmlformats.org/drawingml/2006/main" noChangeAspect="1"/>
          </p:cNvPicPr>
          <p:nvPr/>
        </p:nvPicPr>
        <p:blipFill>
          <a:blip xmlns:r="http://schemas.openxmlformats.org/officeDocument/2006/relationships" xmlns:a="http://schemas.openxmlformats.org/drawingml/2006/main" r:embed="R947c9976f56b437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4B84EAB-A836-4E23-88BD-DDDE1D7BC91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B8DCF55-CA8C-47D9-BFF0-6D0667EB224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5DA86E5-6436-42D9-ACD6-0499101F989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F6BD144-1BCF-4504-91BE-23A25207328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D328103-142E-4B9E-9DFB-2A0D2DF12D4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6B3063B2-92F3-4124-9070-2854DF601CCD}"/>
              </a:ext>
            </a:extLst>
          </p:cNvPr>
          <p:cNvPicPr>
            <a:picLocks xmlns:a="http://schemas.openxmlformats.org/drawingml/2006/main" noChangeAspect="1"/>
          </p:cNvPicPr>
          <p:nvPr/>
        </p:nvPicPr>
        <p:blipFill>
          <a:blip xmlns:r="http://schemas.openxmlformats.org/officeDocument/2006/relationships" xmlns:a="http://schemas.openxmlformats.org/drawingml/2006/main" r:embed="Rc2678e0161a34c3e"/>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9AEB704-03ED-4B64-90BE-B4511406A837}"/>
              </a:ext>
            </a:extLst>
          </p:cNvPr>
          <p:cNvPicPr>
            <a:picLocks xmlns:a="http://schemas.openxmlformats.org/drawingml/2006/main" noChangeAspect="1"/>
          </p:cNvPicPr>
          <p:nvPr/>
        </p:nvPicPr>
        <p:blipFill>
          <a:blip xmlns:r="http://schemas.openxmlformats.org/officeDocument/2006/relationships" xmlns:a="http://schemas.openxmlformats.org/drawingml/2006/main" r:embed="Rd7c970e2d9834f1c"/>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FD88B6C4-85B1-432F-8127-23B4E13B5092}"/>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DFAA3441-56B4-4A0F-9CA6-072B28E7996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80890702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64D479A-ECD3-47D6-8263-842FD3882070}"/>
              </a:ext>
            </a:extLst>
          </p:cNvPr>
          <p:cNvPicPr>
            <a:picLocks xmlns:a="http://schemas.openxmlformats.org/drawingml/2006/main" noChangeAspect="1"/>
          </p:cNvPicPr>
          <p:nvPr/>
        </p:nvPicPr>
        <p:blipFill>
          <a:blip xmlns:r="http://schemas.openxmlformats.org/officeDocument/2006/relationships" xmlns:a="http://schemas.openxmlformats.org/drawingml/2006/main" r:embed="R9964befb819f4a2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0CDC416-8456-49D6-85DB-A554BABCBF7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76EAF58-238A-4C00-8CD1-713B5CF5B62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9D5633E-0FA3-4F68-B726-34DE97AC619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51718D8-E6BD-4E1A-8D3C-1057C5C4D89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60A5098-CB9A-48EE-BDFC-8486D584361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77769DBF-8CB0-4471-B045-2B35F2DF6B4B}"/>
              </a:ext>
            </a:extLst>
          </p:cNvPr>
          <p:cNvPicPr>
            <a:picLocks xmlns:a="http://schemas.openxmlformats.org/drawingml/2006/main" noChangeAspect="1"/>
          </p:cNvPicPr>
          <p:nvPr/>
        </p:nvPicPr>
        <p:blipFill>
          <a:blip xmlns:r="http://schemas.openxmlformats.org/officeDocument/2006/relationships" xmlns:a="http://schemas.openxmlformats.org/drawingml/2006/main" r:embed="Rbd8a019c58d74125"/>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420702A8-E5D5-40A9-A231-8F240000FF9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BD9C4631-240A-4E2A-9B6B-B38100EB99C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65982789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394D139-158A-47DD-B94D-28352CD66345}"/>
              </a:ext>
            </a:extLst>
          </p:cNvPr>
          <p:cNvPicPr>
            <a:picLocks xmlns:a="http://schemas.openxmlformats.org/drawingml/2006/main" noChangeAspect="1"/>
          </p:cNvPicPr>
          <p:nvPr/>
        </p:nvPicPr>
        <p:blipFill>
          <a:blip xmlns:r="http://schemas.openxmlformats.org/officeDocument/2006/relationships" xmlns:a="http://schemas.openxmlformats.org/drawingml/2006/main" r:embed="R93429ae1d99744a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AAF1D19-8537-4A31-812B-1AB895333A9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1D46EFF-E2F0-48E8-802D-0F937A914E1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D6D5092-8DB7-4204-9BBF-E047AEA8616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8581311-01AD-4EFE-8179-E58FB4C2CED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FDFA1EC-AE43-4D9C-92B4-668D87F0E40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C04A2228-F82B-45D8-A8F9-56422355A4FF}"/>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84DB37DE-244C-4DE7-99CF-C02CC916BBA0}"/>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F53F8512-B8E9-4B4A-8355-04295A26DE28}"/>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FFC8BB80-2BD5-4A50-8EB3-5240227DF44A}"/>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72BE39EC-0DE8-44AF-AC6E-8E85540AB0C2}"/>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69203DBE-D44E-42D1-936B-C9A96E335FEA}"/>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00608763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797DE458-4179-4CDB-A8FB-1D8B027B4F87}"/>
              </a:ext>
            </a:extLst>
          </p:cNvPr>
          <p:cNvPicPr>
            <a:picLocks xmlns:a="http://schemas.openxmlformats.org/drawingml/2006/main" noChangeAspect="1"/>
          </p:cNvPicPr>
          <p:nvPr/>
        </p:nvPicPr>
        <p:blipFill>
          <a:blip xmlns:r="http://schemas.openxmlformats.org/officeDocument/2006/relationships" xmlns:a="http://schemas.openxmlformats.org/drawingml/2006/main" r:embed="R6064257b0579477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2A9170-A2DE-4B90-8B11-9FAF6CCB9F4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61817AE-D969-4145-8F47-365978580EB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320AF68-E042-471C-9DD4-37321FA8457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0559404-8927-40D5-AB59-F85C2DADA02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B6A0546-2C6E-4107-900F-5BEE0F2B7B6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6C6A5AF4-59E1-4E40-B51F-2D1CC0D58BCC}"/>
              </a:ext>
            </a:extLst>
          </p:cNvPr>
          <p:cNvPicPr>
            <a:picLocks xmlns:a="http://schemas.openxmlformats.org/drawingml/2006/main" noChangeAspect="1"/>
          </p:cNvPicPr>
          <p:nvPr/>
        </p:nvPicPr>
        <p:blipFill>
          <a:blip xmlns:r="http://schemas.openxmlformats.org/officeDocument/2006/relationships" xmlns:a="http://schemas.openxmlformats.org/drawingml/2006/main" r:embed="R0aa4e9d17855422c"/>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2AEF2F4A-CAE7-411A-95AE-AB400F0A66E2}"/>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847ACCDF-4FE7-4695-982D-E6EC8E42D249}"/>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9FC44BA-7FD8-4904-8A50-ABAC54DFFF1E}"/>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BAD4A41-48F5-4C93-B88D-E8968AE5A35F}"/>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061585A0-C40F-41F1-8EBC-28B2038956E2}"/>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F7EBE76D-580A-4091-AE20-5E7B9979F56F}"/>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797C9F7B-99F1-42E3-B456-A93C443ADDE5}"/>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859E9DDF-2AC5-4AEF-A002-F07AADE2D76F}"/>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465C374F-D971-4C93-A1BB-477F1609AE49}"/>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4180496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8865196-06FD-4838-AF1F-C19B311D8590}"/>
              </a:ext>
            </a:extLst>
          </p:cNvPr>
          <p:cNvPicPr>
            <a:picLocks xmlns:a="http://schemas.openxmlformats.org/drawingml/2006/main" noChangeAspect="1"/>
          </p:cNvPicPr>
          <p:nvPr/>
        </p:nvPicPr>
        <p:blipFill>
          <a:blip xmlns:r="http://schemas.openxmlformats.org/officeDocument/2006/relationships" xmlns:a="http://schemas.openxmlformats.org/drawingml/2006/main" r:embed="R538e64be391d422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80BF69F-BCDA-4A9F-A57A-C0C3BE3118D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AA5AC5E-52AF-4AB0-A232-113E7330866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B1A7B52-1F9A-49F2-BDA5-D388BD4CC90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C19AE04-7639-4158-9DE5-CF35022971A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5D9CC2E-EA0F-46ED-983A-A7A2B55E8F6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C6979678-C8D0-4B1E-9930-982FCE5E2DDD}"/>
              </a:ext>
            </a:extLst>
          </p:cNvPr>
          <p:cNvPicPr>
            <a:picLocks xmlns:a="http://schemas.openxmlformats.org/drawingml/2006/main" noChangeAspect="1"/>
          </p:cNvPicPr>
          <p:nvPr/>
        </p:nvPicPr>
        <p:blipFill>
          <a:blip xmlns:r="http://schemas.openxmlformats.org/officeDocument/2006/relationships" xmlns:a="http://schemas.openxmlformats.org/drawingml/2006/main" r:embed="R89e7301484b14a84"/>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86F6338-3F39-491F-A94C-D77E7B90CB23}"/>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B19B7046-FE4C-4BA6-88D4-06BBFC9450FC}"/>
              </a:ext>
            </a:extLst>
          </p:cNvPr>
          <p:cNvPicPr>
            <a:picLocks xmlns:a="http://schemas.openxmlformats.org/drawingml/2006/main" noChangeAspect="1"/>
          </p:cNvPicPr>
          <p:nvPr/>
        </p:nvPicPr>
        <p:blipFill>
          <a:blip xmlns:r="http://schemas.openxmlformats.org/officeDocument/2006/relationships" xmlns:a="http://schemas.openxmlformats.org/drawingml/2006/main" r:embed="Rf09665814fe640cf"/>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0D3A7916-1998-4E0C-92F8-281BD22A5D56}"/>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5645A230-FD10-47D5-93B0-10A5C20B8BE2}"/>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06E4BAC4-920F-4104-824F-DD1B81A220F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2FE193EE-A79C-475D-B26C-DB5C695BCFD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3012695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310AD33-2888-418F-8C28-610FB077EB35}"/>
              </a:ext>
            </a:extLst>
          </p:cNvPr>
          <p:cNvPicPr>
            <a:picLocks xmlns:a="http://schemas.openxmlformats.org/drawingml/2006/main" noChangeAspect="1"/>
          </p:cNvPicPr>
          <p:nvPr/>
        </p:nvPicPr>
        <p:blipFill>
          <a:blip xmlns:r="http://schemas.openxmlformats.org/officeDocument/2006/relationships" xmlns:a="http://schemas.openxmlformats.org/drawingml/2006/main" r:embed="Rd563cd791db242f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EB79294-FD49-45CD-83E1-FC537527A7E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1885BAB-7060-4BE2-8B91-B749436B476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0566EA8-2B34-44F6-AB4A-D597EC7A122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26C0DC5-9B52-4EB2-8F1F-E91EEC8EEFD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F79898E-0493-404F-B5B4-E259F8DB77E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3CEE5653-E856-4439-8B00-01980BE9EB2C}"/>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7A80376-1FED-4CD7-BF0F-EE2B8210DA98}"/>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19049B5-75FC-4E85-BE62-A5E1870E9AA3}"/>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B9EF84E-3477-48D2-A365-E804347C56D6}"/>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30F847A-23DB-4FB3-BBA3-8EE9FC039D4A}"/>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602377631"/>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7EDE7F8A-B65A-4F16-9806-85E2604C0DB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541D1C10-68BB-4178-B7B2-0A62B6F1CF6C}"/>
              </a:ext>
            </a:extLst>
          </p:cNvPr>
          <p:cNvPicPr>
            <a:picLocks xmlns:a="http://schemas.openxmlformats.org/drawingml/2006/main" noChangeAspect="1"/>
          </p:cNvPicPr>
          <p:nvPr/>
        </p:nvPicPr>
        <p:blipFill>
          <a:blip xmlns:r="http://schemas.openxmlformats.org/officeDocument/2006/relationships" xmlns:a="http://schemas.openxmlformats.org/drawingml/2006/main" r:embed="R467e1698bc7c4d6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A8FC4BD1-9ADA-4A9F-A799-A61D1FEB53A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7C3A452E-3D0B-4845-A0A2-D9CBFD3DACED}"/>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9C868ABD-30A0-4BE2-8A32-BD2BFB83C21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8A6CEFA4-67D0-48F1-8A3A-4647715BD3CB}"/>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93636988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243F7BC-40B5-4921-9402-F12170405CFD}"/>
              </a:ext>
            </a:extLst>
          </p:cNvPr>
          <p:cNvPicPr>
            <a:picLocks xmlns:a="http://schemas.openxmlformats.org/drawingml/2006/main" noChangeAspect="1"/>
          </p:cNvPicPr>
          <p:nvPr/>
        </p:nvPicPr>
        <p:blipFill>
          <a:blip xmlns:r="http://schemas.openxmlformats.org/officeDocument/2006/relationships" xmlns:a="http://schemas.openxmlformats.org/drawingml/2006/main" r:embed="R48b50d574c1e44b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D6D4B4F-5E64-4883-ACB5-61B15BC1A18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F4F465B-2E1A-4499-8823-D46F7F8C904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0937CAF-E66A-4782-A113-4D47883C3C7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60D1785-B9B7-459B-A8E5-D0D3326F9BB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265E7D65-18F5-48B1-A1B4-8CDE2E098F5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9789A6A0-FC7F-4FFA-8220-7BC318A35EE5}"/>
              </a:ext>
            </a:extLst>
          </p:cNvPr>
          <p:cNvPicPr>
            <a:picLocks xmlns:a="http://schemas.openxmlformats.org/drawingml/2006/main" noChangeAspect="1"/>
          </p:cNvPicPr>
          <p:nvPr/>
        </p:nvPicPr>
        <p:blipFill>
          <a:blip xmlns:r="http://schemas.openxmlformats.org/officeDocument/2006/relationships" xmlns:a="http://schemas.openxmlformats.org/drawingml/2006/main" r:embed="Rb0ef872b67cb4ac0"/>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5E23BA9C-2BCA-4B85-8451-13134DEA2CD5}"/>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83B93AEE-30F1-4150-9DE8-464B6CAB1619}"/>
              </a:ext>
            </a:extLst>
          </p:cNvPr>
          <p:cNvPicPr>
            <a:picLocks xmlns:a="http://schemas.openxmlformats.org/drawingml/2006/main" noChangeAspect="1"/>
          </p:cNvPicPr>
          <p:nvPr/>
        </p:nvPicPr>
        <p:blipFill>
          <a:blip xmlns:r="http://schemas.openxmlformats.org/officeDocument/2006/relationships" xmlns:a="http://schemas.openxmlformats.org/drawingml/2006/main" r:embed="R765f1c1fd98345fe"/>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3DEC1DD-BDE8-42D6-A39B-AC397F08B060}"/>
              </a:ext>
            </a:extLst>
          </p:cNvPr>
          <p:cNvPicPr>
            <a:picLocks xmlns:a="http://schemas.openxmlformats.org/drawingml/2006/main" noChangeAspect="1"/>
          </p:cNvPicPr>
          <p:nvPr/>
        </p:nvPicPr>
        <p:blipFill>
          <a:blip xmlns:r="http://schemas.openxmlformats.org/officeDocument/2006/relationships" xmlns:a="http://schemas.openxmlformats.org/drawingml/2006/main" r:embed="Reda887598b9c43d2"/>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3CD56050-1BF5-405E-A807-6EDCAD5E58D1}"/>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DB052625-F498-49EE-853E-10CDDE41634B}"/>
              </a:ext>
            </a:extLst>
          </p:cNvPr>
          <p:cNvPicPr>
            <a:picLocks xmlns:a="http://schemas.openxmlformats.org/drawingml/2006/main" noChangeAspect="1"/>
          </p:cNvPicPr>
          <p:nvPr/>
        </p:nvPicPr>
        <p:blipFill>
          <a:blip xmlns:r="http://schemas.openxmlformats.org/officeDocument/2006/relationships" xmlns:a="http://schemas.openxmlformats.org/drawingml/2006/main" r:embed="R2de80ba6abc14117"/>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82358093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E5A88AE-491B-4247-AFD1-19B60053A219}"/>
              </a:ext>
            </a:extLst>
          </p:cNvPr>
          <p:cNvPicPr>
            <a:picLocks xmlns:a="http://schemas.openxmlformats.org/drawingml/2006/main" noChangeAspect="1"/>
          </p:cNvPicPr>
          <p:nvPr/>
        </p:nvPicPr>
        <p:blipFill>
          <a:blip xmlns:r="http://schemas.openxmlformats.org/officeDocument/2006/relationships" xmlns:a="http://schemas.openxmlformats.org/drawingml/2006/main" r:embed="R001f4df90fb44a8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6D3504A-D674-4A43-B592-444081E3358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20E9D8B-D950-4265-9806-C63F1888AB7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12569AB-E451-4444-ACC6-689365D5439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D93D818-5C8B-4CA8-83F2-E173B1961EC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AB667BDB-266E-4722-86D1-08C2E889D03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E0422683-CABA-4F1A-B7BF-3D5819097DAB}"/>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4449986D-71AA-478A-A02A-8CE3501ED865}"/>
              </a:ext>
            </a:extLst>
          </p:cNvPr>
          <p:cNvPicPr>
            <a:picLocks xmlns:a="http://schemas.openxmlformats.org/drawingml/2006/main" noChangeAspect="1"/>
          </p:cNvPicPr>
          <p:nvPr/>
        </p:nvPicPr>
        <p:blipFill>
          <a:blip xmlns:r="http://schemas.openxmlformats.org/officeDocument/2006/relationships" xmlns:a="http://schemas.openxmlformats.org/drawingml/2006/main" r:embed="Rf7574fdfd6ff4e61"/>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B8C6B8E-B0A0-4E83-9044-EE2D316E3C9D}"/>
              </a:ext>
            </a:extLst>
          </p:cNvPr>
          <p:cNvPicPr>
            <a:picLocks xmlns:a="http://schemas.openxmlformats.org/drawingml/2006/main" noChangeAspect="1"/>
          </p:cNvPicPr>
          <p:nvPr/>
        </p:nvPicPr>
        <p:blipFill>
          <a:blip xmlns:r="http://schemas.openxmlformats.org/officeDocument/2006/relationships" xmlns:a="http://schemas.openxmlformats.org/drawingml/2006/main" r:embed="R5ab3da9775764c38"/>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D79A277A-7A38-4425-AAF0-AB85000B3CBE}"/>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7183ADC-C0E6-410B-A7D9-9CB4EC9CB6F1}"/>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1E7C02ED-421E-4D00-A823-CEAC71595162}"/>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F276A1F9-8910-4CB6-8D58-16917D050948}"/>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80890056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D7935D5-697C-42C3-A642-46B025D01379}"/>
              </a:ext>
            </a:extLst>
          </p:cNvPr>
          <p:cNvPicPr>
            <a:picLocks xmlns:a="http://schemas.openxmlformats.org/drawingml/2006/main" noChangeAspect="1"/>
          </p:cNvPicPr>
          <p:nvPr/>
        </p:nvPicPr>
        <p:blipFill>
          <a:blip xmlns:r="http://schemas.openxmlformats.org/officeDocument/2006/relationships" xmlns:a="http://schemas.openxmlformats.org/drawingml/2006/main" r:embed="R80d09735b9c6481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1122FDD-DDF1-4CD6-8789-1511678421C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67A001C-2343-4642-AC9D-ACA370AAEC2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518A60D-F10B-412A-B138-493CE23E376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B74E801-4EC1-4670-96DB-5A5F0A38C7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32FD6D8-A7EB-47BA-9FB6-A5E8578094F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8ABE295F-B625-4941-91E0-309E027F6ED3}"/>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0AF33CFE-2E04-4DAD-B41A-8475D7E33C72}"/>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EBEFC430-538E-4766-B30F-1E164AB17C3F}"/>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C842DE29-9850-459B-9A68-A2225DAFACF0}"/>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FFEA0699-796C-4299-A0CF-0B8CB6067CED}"/>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53F3C6EE-6075-4A1E-A797-00603FAD5A6B}"/>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A4B63478-A07B-45FE-9E7D-69E319FC8C0B}"/>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20758467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97CB644-000C-4EFB-908D-129572F1C502}"/>
              </a:ext>
            </a:extLst>
          </p:cNvPr>
          <p:cNvPicPr>
            <a:picLocks xmlns:a="http://schemas.openxmlformats.org/drawingml/2006/main" noChangeAspect="1"/>
          </p:cNvPicPr>
          <p:nvPr/>
        </p:nvPicPr>
        <p:blipFill>
          <a:blip xmlns:r="http://schemas.openxmlformats.org/officeDocument/2006/relationships" xmlns:a="http://schemas.openxmlformats.org/drawingml/2006/main" r:embed="Rcf982110be05484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DD5BAC-50A9-4FA9-A307-6D97697309C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91A8E43-3524-4030-A02D-225722FDBD3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D1165C3-6B82-49AC-AB8C-49749D3511C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B8D2901-BC14-4F3B-8EB3-7B89E9CBA61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E313902-8599-498D-801B-50BDD01041F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15E23ABA-8583-46CC-B890-CC1C27D7C874}"/>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BD52ED1-ABAF-4464-A657-B5180B7E6609}"/>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42F3315-2EC0-4713-A761-FA962E45C95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F02E0A7-5105-443C-B61A-946B53BF273C}"/>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CFEDC5F-EC35-44CD-8B97-D57F3623966A}"/>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AEE5295-48F9-4A19-8AC8-A7991565B577}"/>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28661641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438EE89-53E0-45ED-B4CB-8F40E23B1373}"/>
              </a:ext>
            </a:extLst>
          </p:cNvPr>
          <p:cNvPicPr>
            <a:picLocks xmlns:a="http://schemas.openxmlformats.org/drawingml/2006/main" noChangeAspect="1"/>
          </p:cNvPicPr>
          <p:nvPr/>
        </p:nvPicPr>
        <p:blipFill>
          <a:blip xmlns:r="http://schemas.openxmlformats.org/officeDocument/2006/relationships" xmlns:a="http://schemas.openxmlformats.org/drawingml/2006/main" r:embed="R89804d381231427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48B307F-2482-4016-9C80-7CB96D7D79F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D0D999B-D6C7-45EA-A110-2253307750F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EC7BF7B-EDF0-4A31-B6FB-0E116859E50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B8DDCFD-FB77-4C78-A5CC-68CEFFC6810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5EF4C24-F003-4F03-A77A-FD3BB7970C4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2088BBD8-99AD-4838-A88A-76474E148BC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DC588681-CBC7-4B37-84F9-BF7958B6B76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EEA38D32-2AF5-4B70-8355-51DC8545F63A}"/>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2FA77AB6-4DB3-4F53-B089-9847DF9FC15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B5C4DBB0-5513-45AA-975C-04507A7CDF7D}"/>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B7021321-B21A-41E5-AF0A-1019EF1D78C6}"/>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34659983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02E5564-4820-4E16-A90C-9EEDBF81D873}"/>
              </a:ext>
            </a:extLst>
          </p:cNvPr>
          <p:cNvPicPr>
            <a:picLocks xmlns:a="http://schemas.openxmlformats.org/drawingml/2006/main" noChangeAspect="1"/>
          </p:cNvPicPr>
          <p:nvPr/>
        </p:nvPicPr>
        <p:blipFill>
          <a:blip xmlns:r="http://schemas.openxmlformats.org/officeDocument/2006/relationships" xmlns:a="http://schemas.openxmlformats.org/drawingml/2006/main" r:embed="R01e45fc4196d46e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49D7D6-D769-4FBE-A604-B826B963C3F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C95B8AB-CF6B-4590-B143-DA1BB703D30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E187469-123A-4DF9-AD3F-01FF49F4AEC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275CD65-C45C-43E9-B1D9-9AAB4EF2201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D627BAE-560A-4508-AFE6-7B1F118B47F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8C773787-9D3B-44A1-9C8D-1A230BF56CF9}"/>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927FF0E-9962-4F2B-B218-9583013AA91F}"/>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FD9E5918-7EE0-4CE8-B344-F88F722949E1}"/>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EADD2CF-F6EE-4EFA-9806-815220E481B0}"/>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31FFF51-BC5C-4D78-A737-85772460090C}"/>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65D6B9A-9C8A-4D44-9CD3-8543C96B8D60}"/>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45060561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F330E05-739F-4E0F-BCF8-7B5B75A251B8}"/>
              </a:ext>
            </a:extLst>
          </p:cNvPr>
          <p:cNvPicPr>
            <a:picLocks xmlns:a="http://schemas.openxmlformats.org/drawingml/2006/main" noChangeAspect="1"/>
          </p:cNvPicPr>
          <p:nvPr/>
        </p:nvPicPr>
        <p:blipFill>
          <a:blip xmlns:r="http://schemas.openxmlformats.org/officeDocument/2006/relationships" xmlns:a="http://schemas.openxmlformats.org/drawingml/2006/main" r:embed="R61dec0a7d92c431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CAEE807-1FA4-4AA9-AF2D-AD4224B78DA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1452306-7FAD-47B6-A9CC-EC511278704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07406B1-29C9-4881-B41B-8C08C16328C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38FD8C0-2AC8-4BA3-9AC1-C3372756494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30C5DC9-779A-4B95-A5C5-F03DD5A3543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A7C43B29-3EDE-435B-B85E-7A5FFBB2CD07}"/>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6F91D39-8CA7-4565-87FD-ACFCBF22197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CFAADE7A-A19F-4580-B69F-48A9AA06203A}"/>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05579BDA-14E8-423D-A0CB-ABF6985B51E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AD62A82E-EAC5-4B64-B20D-6ACF3EFE665C}"/>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37788948-7FBE-4428-BE03-FA36F5829C6F}"/>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94141093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29BE58F-06F2-47A9-AAA7-D5B409F742E4}"/>
              </a:ext>
            </a:extLst>
          </p:cNvPr>
          <p:cNvPicPr>
            <a:picLocks xmlns:a="http://schemas.openxmlformats.org/drawingml/2006/main" noChangeAspect="1"/>
          </p:cNvPicPr>
          <p:nvPr/>
        </p:nvPicPr>
        <p:blipFill>
          <a:blip xmlns:r="http://schemas.openxmlformats.org/officeDocument/2006/relationships" xmlns:a="http://schemas.openxmlformats.org/drawingml/2006/main" r:embed="R8b911b3d324b4e0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3CB6AE5-D293-4F9F-B587-AEB207AD448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50286A3-073E-4560-891E-C9413724C3E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12E43D3-10D9-4A8C-AC51-90F02FA1A47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D239E700-23B0-4161-BB8C-62DD82B98B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6E11E500-1AE6-4A50-B6FC-D0331852E8E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8134362D-32BF-4CA4-ADB3-11D63DFCA8C4}"/>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40FDC425-B47A-4DDE-BEF9-C0521E3449F3}"/>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DA4D1597-77BF-4F1B-ADF1-91A16C35140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F17B0E88-5585-4760-AA4D-7B5146C9F2E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22B701ED-5BD2-4AAE-8338-4DA21C78890C}"/>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4CD2A6FC-D619-4366-85EE-E71364A3E7C3}"/>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48306608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C7A17F2-8CB3-4736-8413-E45225B97C09}"/>
              </a:ext>
            </a:extLst>
          </p:cNvPr>
          <p:cNvPicPr>
            <a:picLocks xmlns:a="http://schemas.openxmlformats.org/drawingml/2006/main" noChangeAspect="1"/>
          </p:cNvPicPr>
          <p:nvPr/>
        </p:nvPicPr>
        <p:blipFill>
          <a:blip xmlns:r="http://schemas.openxmlformats.org/officeDocument/2006/relationships" xmlns:a="http://schemas.openxmlformats.org/drawingml/2006/main" r:embed="R04f504618e5941b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4C31FA-0DE4-40D9-983B-BC94804E1A6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8D3F321-A1D5-4724-9606-AF15FCEDF2C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2BDE7D8-37B8-4DE9-93DD-B81EA0D5CBF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6CED206A-0868-46FC-9452-062489736FE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D981B144-5CE5-4F0E-9306-83555D57255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2E1C9F42-53A7-44DC-B3A4-C6FB13F96A99}"/>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23F24376-06BB-46F9-862C-6A59E2DBE009}"/>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89E05ADB-7887-4350-92E3-5B1E4B9D214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54C1253B-D4D9-41EE-B5AB-8FCBE832306B}"/>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9B08CF87-5CAB-4242-B740-4A28562070A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7246104E-93EB-47DE-8E58-FD769B0999F7}"/>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2774714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2026-10-27T14:05:10.8990000Z</dcterms:created>
  <dcterms:modified xsi:type="dcterms:W3CDTF">2026-10-27T14:05:10.8990000Z</dcterms:modified>
</coreProperties>
</file>