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ea5611f1284cb5" /><Relationship Type="http://schemas.openxmlformats.org/officeDocument/2006/relationships/extended-properties" Target="/docProps/app.xml" Id="Re13d5d2985d4449d" /><Relationship Type="http://schemas.openxmlformats.org/officeDocument/2006/relationships/officeDocument" Target="/ppt/presentation.xml" Id="R82b76f92f8504844" /></Relationships>
</file>

<file path=ppt/presentation.xml><?xml version="1.0" encoding="utf-8"?>
<p:presentation xmlns:p="http://schemas.openxmlformats.org/presentationml/2006/main">
  <p:sldMasterIdLst>
    <p:sldMasterId xmlns:r="http://schemas.openxmlformats.org/officeDocument/2006/relationships" id="2147483648" r:id="R3c61b2fa6e6846dd"/>
  </p:sldMasterIdLst>
  <p:notesMasterIdLst>
    <p:notesMasterId xmlns:r="http://schemas.openxmlformats.org/officeDocument/2006/relationships" r:id="R7a3b315887394a3b"/>
  </p:notesMasterIdLst>
  <p:sldIdLst>
    <p:sldId xmlns:r="http://schemas.openxmlformats.org/officeDocument/2006/relationships" id="256" r:id="Rd939c00fc6574b07"/>
    <p:sldId xmlns:r="http://schemas.openxmlformats.org/officeDocument/2006/relationships" id="257" r:id="Ra6a4bb7f16ed4fe9"/>
    <p:sldId xmlns:r="http://schemas.openxmlformats.org/officeDocument/2006/relationships" id="258" r:id="Rad3f89ec2a0f4618"/>
    <p:sldId xmlns:r="http://schemas.openxmlformats.org/officeDocument/2006/relationships" id="259" r:id="R63d09a6f03064336"/>
    <p:sldId xmlns:r="http://schemas.openxmlformats.org/officeDocument/2006/relationships" id="260" r:id="R9e931ed809964a96"/>
    <p:sldId xmlns:r="http://schemas.openxmlformats.org/officeDocument/2006/relationships" id="261" r:id="R865c3476deab4c3b"/>
    <p:sldId xmlns:r="http://schemas.openxmlformats.org/officeDocument/2006/relationships" id="262" r:id="Rd681cdcac5754bd7"/>
    <p:sldId xmlns:r="http://schemas.openxmlformats.org/officeDocument/2006/relationships" id="263" r:id="R0cbfd810c1c34952"/>
    <p:sldId xmlns:r="http://schemas.openxmlformats.org/officeDocument/2006/relationships" id="264" r:id="Rc6c2a979a5bc4a6d"/>
    <p:sldId xmlns:r="http://schemas.openxmlformats.org/officeDocument/2006/relationships" id="265" r:id="R78c892bacd284ccc"/>
    <p:sldId xmlns:r="http://schemas.openxmlformats.org/officeDocument/2006/relationships" id="266" r:id="Rf2c830fc11b34948"/>
    <p:sldId xmlns:r="http://schemas.openxmlformats.org/officeDocument/2006/relationships" id="267" r:id="Rd51a253bbc4d43f6"/>
    <p:sldId xmlns:r="http://schemas.openxmlformats.org/officeDocument/2006/relationships" id="268" r:id="R05f0012bc56f45ad"/>
    <p:sldId xmlns:r="http://schemas.openxmlformats.org/officeDocument/2006/relationships" id="269" r:id="R48d6d436a70c412a"/>
    <p:sldId xmlns:r="http://schemas.openxmlformats.org/officeDocument/2006/relationships" id="270" r:id="R8e87ca8ebd1f4224"/>
    <p:sldId xmlns:r="http://schemas.openxmlformats.org/officeDocument/2006/relationships" id="271" r:id="R75a8458e20bb4d64"/>
    <p:sldId xmlns:r="http://schemas.openxmlformats.org/officeDocument/2006/relationships" id="272" r:id="R20133fc4cdb4450b"/>
    <p:sldId xmlns:r="http://schemas.openxmlformats.org/officeDocument/2006/relationships" id="273" r:id="R50fe520e7db34a21"/>
    <p:sldId xmlns:r="http://schemas.openxmlformats.org/officeDocument/2006/relationships" id="274" r:id="R041a3188ad1a441f"/>
    <p:sldId xmlns:r="http://schemas.openxmlformats.org/officeDocument/2006/relationships" id="275" r:id="R7c0471a8287f4854"/>
    <p:sldId xmlns:r="http://schemas.openxmlformats.org/officeDocument/2006/relationships" id="276" r:id="R651ca089d64f44d1"/>
    <p:sldId xmlns:r="http://schemas.openxmlformats.org/officeDocument/2006/relationships" id="277" r:id="R93f4e3f4b46343a5"/>
    <p:sldId xmlns:r="http://schemas.openxmlformats.org/officeDocument/2006/relationships" id="278" r:id="R631b02e6da8e43e4"/>
    <p:sldId xmlns:r="http://schemas.openxmlformats.org/officeDocument/2006/relationships" id="279" r:id="R592c68efbb2f49c8"/>
    <p:sldId xmlns:r="http://schemas.openxmlformats.org/officeDocument/2006/relationships" id="280" r:id="Reab4988ec00d4212"/>
    <p:sldId xmlns:r="http://schemas.openxmlformats.org/officeDocument/2006/relationships" id="281" r:id="R9c9b39683eca4154"/>
    <p:sldId xmlns:r="http://schemas.openxmlformats.org/officeDocument/2006/relationships" id="282" r:id="R1622dec2fc904824"/>
    <p:sldId xmlns:r="http://schemas.openxmlformats.org/officeDocument/2006/relationships" id="283" r:id="Rc21817ed62594683"/>
    <p:sldId xmlns:r="http://schemas.openxmlformats.org/officeDocument/2006/relationships" id="284" r:id="R763b121fa4d54076"/>
    <p:sldId xmlns:r="http://schemas.openxmlformats.org/officeDocument/2006/relationships" id="285" r:id="R9a9ac4f9944b4a44"/>
    <p:sldId xmlns:r="http://schemas.openxmlformats.org/officeDocument/2006/relationships" id="286" r:id="R07f8ee5d949847ed"/>
    <p:sldId xmlns:r="http://schemas.openxmlformats.org/officeDocument/2006/relationships" id="287" r:id="R06017053e042470d"/>
    <p:sldId xmlns:r="http://schemas.openxmlformats.org/officeDocument/2006/relationships" id="288" r:id="R25887fde0b6b4acf"/>
    <p:sldId xmlns:r="http://schemas.openxmlformats.org/officeDocument/2006/relationships" id="289" r:id="R110df7d9e8834db8"/>
    <p:sldId xmlns:r="http://schemas.openxmlformats.org/officeDocument/2006/relationships" id="290" r:id="R8c5a2cf569ab46bd"/>
    <p:sldId xmlns:r="http://schemas.openxmlformats.org/officeDocument/2006/relationships" id="291" r:id="R6d8533ac2a3240f4"/>
    <p:sldId xmlns:r="http://schemas.openxmlformats.org/officeDocument/2006/relationships" id="292" r:id="Re74cb460e3ed4b4a"/>
    <p:sldId xmlns:r="http://schemas.openxmlformats.org/officeDocument/2006/relationships" id="293" r:id="R7d1277faef554613"/>
    <p:sldId xmlns:r="http://schemas.openxmlformats.org/officeDocument/2006/relationships" id="294" r:id="R4db5911f85544732"/>
    <p:sldId xmlns:r="http://schemas.openxmlformats.org/officeDocument/2006/relationships" id="295" r:id="R3af37deec2304478"/>
    <p:sldId xmlns:r="http://schemas.openxmlformats.org/officeDocument/2006/relationships" id="296" r:id="R55d4cc2fa6f44633"/>
    <p:sldId xmlns:r="http://schemas.openxmlformats.org/officeDocument/2006/relationships" id="297" r:id="R3e6fbe09169e4e6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4516fc98984c2a" /><Relationship Type="http://schemas.openxmlformats.org/officeDocument/2006/relationships/slideMaster" Target="/ppt/slideMasters/slideMaster1.xml" Id="R3c61b2fa6e6846dd" /><Relationship Type="http://schemas.openxmlformats.org/officeDocument/2006/relationships/notesMaster" Target="/ppt/notesMasters/notesMaster1.xml" Id="R7a3b315887394a3b" /><Relationship Type="http://schemas.openxmlformats.org/officeDocument/2006/relationships/presProps" Target="/ppt/presProps.xml" Id="Rfccc67a022be4699" /><Relationship Type="http://schemas.openxmlformats.org/officeDocument/2006/relationships/tableStyles" Target="/ppt/tableStyles.xml" Id="R414e3899427a49c7" /><Relationship Type="http://schemas.openxmlformats.org/officeDocument/2006/relationships/slide" Target="/ppt/slides/slide1.xml" Id="Rd939c00fc6574b07" /><Relationship Type="http://schemas.openxmlformats.org/officeDocument/2006/relationships/slide" Target="/ppt/slides/slide2.xml" Id="Ra6a4bb7f16ed4fe9" /><Relationship Type="http://schemas.openxmlformats.org/officeDocument/2006/relationships/slide" Target="/ppt/slides/slide3.xml" Id="Rad3f89ec2a0f4618" /><Relationship Type="http://schemas.openxmlformats.org/officeDocument/2006/relationships/slide" Target="/ppt/slides/slide4.xml" Id="R63d09a6f03064336" /><Relationship Type="http://schemas.openxmlformats.org/officeDocument/2006/relationships/slide" Target="/ppt/slides/slide5.xml" Id="R9e931ed809964a96" /><Relationship Type="http://schemas.openxmlformats.org/officeDocument/2006/relationships/slide" Target="/ppt/slides/slide6.xml" Id="R865c3476deab4c3b" /><Relationship Type="http://schemas.openxmlformats.org/officeDocument/2006/relationships/slide" Target="/ppt/slides/slide7.xml" Id="Rd681cdcac5754bd7" /><Relationship Type="http://schemas.openxmlformats.org/officeDocument/2006/relationships/slide" Target="/ppt/slides/slide8.xml" Id="R0cbfd810c1c34952" /><Relationship Type="http://schemas.openxmlformats.org/officeDocument/2006/relationships/slide" Target="/ppt/slides/slide9.xml" Id="Rc6c2a979a5bc4a6d" /><Relationship Type="http://schemas.openxmlformats.org/officeDocument/2006/relationships/slide" Target="/ppt/slides/slide10.xml" Id="R78c892bacd284ccc" /><Relationship Type="http://schemas.openxmlformats.org/officeDocument/2006/relationships/slide" Target="/ppt/slides/slide11.xml" Id="Rf2c830fc11b34948" /><Relationship Type="http://schemas.openxmlformats.org/officeDocument/2006/relationships/slide" Target="/ppt/slides/slide12.xml" Id="Rd51a253bbc4d43f6" /><Relationship Type="http://schemas.openxmlformats.org/officeDocument/2006/relationships/slide" Target="/ppt/slides/slide13.xml" Id="R05f0012bc56f45ad" /><Relationship Type="http://schemas.openxmlformats.org/officeDocument/2006/relationships/slide" Target="/ppt/slides/slide14.xml" Id="R48d6d436a70c412a" /><Relationship Type="http://schemas.openxmlformats.org/officeDocument/2006/relationships/slide" Target="/ppt/slides/slide15.xml" Id="R8e87ca8ebd1f4224" /><Relationship Type="http://schemas.openxmlformats.org/officeDocument/2006/relationships/slide" Target="/ppt/slides/slide16.xml" Id="R75a8458e20bb4d64" /><Relationship Type="http://schemas.openxmlformats.org/officeDocument/2006/relationships/slide" Target="/ppt/slides/slide17.xml" Id="R20133fc4cdb4450b" /><Relationship Type="http://schemas.openxmlformats.org/officeDocument/2006/relationships/slide" Target="/ppt/slides/slide18.xml" Id="R50fe520e7db34a21" /><Relationship Type="http://schemas.openxmlformats.org/officeDocument/2006/relationships/slide" Target="/ppt/slides/slide19.xml" Id="R041a3188ad1a441f" /><Relationship Type="http://schemas.openxmlformats.org/officeDocument/2006/relationships/slide" Target="/ppt/slides/slide20.xml" Id="R7c0471a8287f4854" /><Relationship Type="http://schemas.openxmlformats.org/officeDocument/2006/relationships/slide" Target="/ppt/slides/slide21.xml" Id="R651ca089d64f44d1" /><Relationship Type="http://schemas.openxmlformats.org/officeDocument/2006/relationships/slide" Target="/ppt/slides/slide22.xml" Id="R93f4e3f4b46343a5" /><Relationship Type="http://schemas.openxmlformats.org/officeDocument/2006/relationships/slide" Target="/ppt/slides/slide23.xml" Id="R631b02e6da8e43e4" /><Relationship Type="http://schemas.openxmlformats.org/officeDocument/2006/relationships/slide" Target="/ppt/slides/slide24.xml" Id="R592c68efbb2f49c8" /><Relationship Type="http://schemas.openxmlformats.org/officeDocument/2006/relationships/slide" Target="/ppt/slides/slide25.xml" Id="Reab4988ec00d4212" /><Relationship Type="http://schemas.openxmlformats.org/officeDocument/2006/relationships/slide" Target="/ppt/slides/slide26.xml" Id="R9c9b39683eca4154" /><Relationship Type="http://schemas.openxmlformats.org/officeDocument/2006/relationships/slide" Target="/ppt/slides/slide27.xml" Id="R1622dec2fc904824" /><Relationship Type="http://schemas.openxmlformats.org/officeDocument/2006/relationships/slide" Target="/ppt/slides/slide28.xml" Id="Rc21817ed62594683" /><Relationship Type="http://schemas.openxmlformats.org/officeDocument/2006/relationships/slide" Target="/ppt/slides/slide29.xml" Id="R763b121fa4d54076" /><Relationship Type="http://schemas.openxmlformats.org/officeDocument/2006/relationships/slide" Target="/ppt/slides/slide30.xml" Id="R9a9ac4f9944b4a44" /><Relationship Type="http://schemas.openxmlformats.org/officeDocument/2006/relationships/slide" Target="/ppt/slides/slide31.xml" Id="R07f8ee5d949847ed" /><Relationship Type="http://schemas.openxmlformats.org/officeDocument/2006/relationships/slide" Target="/ppt/slides/slide32.xml" Id="R06017053e042470d" /><Relationship Type="http://schemas.openxmlformats.org/officeDocument/2006/relationships/slide" Target="/ppt/slides/slide33.xml" Id="R25887fde0b6b4acf" /><Relationship Type="http://schemas.openxmlformats.org/officeDocument/2006/relationships/slide" Target="/ppt/slides/slide34.xml" Id="R110df7d9e8834db8" /><Relationship Type="http://schemas.openxmlformats.org/officeDocument/2006/relationships/slide" Target="/ppt/slides/slide35.xml" Id="R8c5a2cf569ab46bd" /><Relationship Type="http://schemas.openxmlformats.org/officeDocument/2006/relationships/slide" Target="/ppt/slides/slide36.xml" Id="R6d8533ac2a3240f4" /><Relationship Type="http://schemas.openxmlformats.org/officeDocument/2006/relationships/slide" Target="/ppt/slides/slide37.xml" Id="Re74cb460e3ed4b4a" /><Relationship Type="http://schemas.openxmlformats.org/officeDocument/2006/relationships/slide" Target="/ppt/slides/slide38.xml" Id="R7d1277faef554613" /><Relationship Type="http://schemas.openxmlformats.org/officeDocument/2006/relationships/slide" Target="/ppt/slides/slide39.xml" Id="R4db5911f85544732" /><Relationship Type="http://schemas.openxmlformats.org/officeDocument/2006/relationships/slide" Target="/ppt/slides/slide40.xml" Id="R3af37deec2304478" /><Relationship Type="http://schemas.openxmlformats.org/officeDocument/2006/relationships/slide" Target="/ppt/slides/slide41.xml" Id="R55d4cc2fa6f44633" /><Relationship Type="http://schemas.openxmlformats.org/officeDocument/2006/relationships/slide" Target="/ppt/slides/slide42.xml" Id="R3e6fbe09169e4e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a321de54f0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8145fe42ac437f" /><Relationship Type="http://schemas.openxmlformats.org/officeDocument/2006/relationships/notesMaster" Target="/ppt/notesMasters/notesMaster1.xml" Id="R44215387d5ce4e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17389359c46f3" /><Relationship Type="http://schemas.openxmlformats.org/officeDocument/2006/relationships/notesMaster" Target="/ppt/notesMasters/notesMaster1.xml" Id="Rc96ee82fa6254b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8bff65ed614079" /><Relationship Type="http://schemas.openxmlformats.org/officeDocument/2006/relationships/notesMaster" Target="/ppt/notesMasters/notesMaster1.xml" Id="R276b06b53c4e4a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c6d2415794b49" /><Relationship Type="http://schemas.openxmlformats.org/officeDocument/2006/relationships/notesMaster" Target="/ppt/notesMasters/notesMaster1.xml" Id="Re7f3596ad40f40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8730ac9ad414f" /><Relationship Type="http://schemas.openxmlformats.org/officeDocument/2006/relationships/notesMaster" Target="/ppt/notesMasters/notesMaster1.xml" Id="R8518e0bb7796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b21c9b68994a33" /><Relationship Type="http://schemas.openxmlformats.org/officeDocument/2006/relationships/notesMaster" Target="/ppt/notesMasters/notesMaster1.xml" Id="Rcdb7ef63c4324e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4544dc93a9474c" /><Relationship Type="http://schemas.openxmlformats.org/officeDocument/2006/relationships/notesMaster" Target="/ppt/notesMasters/notesMaster1.xml" Id="R6c8cbd06e4a845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02e84cc9b74736" /><Relationship Type="http://schemas.openxmlformats.org/officeDocument/2006/relationships/notesMaster" Target="/ppt/notesMasters/notesMaster1.xml" Id="Rd2974e7ccb2945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98ccae8e4849ff" /><Relationship Type="http://schemas.openxmlformats.org/officeDocument/2006/relationships/notesMaster" Target="/ppt/notesMasters/notesMaster1.xml" Id="Ra0db8c8e20a240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5bc3f1971b4629" /><Relationship Type="http://schemas.openxmlformats.org/officeDocument/2006/relationships/notesMaster" Target="/ppt/notesMasters/notesMaster1.xml" Id="Rc9cac8b3ae724d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0ec15174684e47" /><Relationship Type="http://schemas.openxmlformats.org/officeDocument/2006/relationships/notesMaster" Target="/ppt/notesMasters/notesMaster1.xml" Id="R35c1621327e04e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3dad6518bb4fcd" /><Relationship Type="http://schemas.openxmlformats.org/officeDocument/2006/relationships/notesMaster" Target="/ppt/notesMasters/notesMaster1.xml" Id="Rdd29be22131743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52267e9ec24c94" /><Relationship Type="http://schemas.openxmlformats.org/officeDocument/2006/relationships/notesMaster" Target="/ppt/notesMasters/notesMaster1.xml" Id="Re7914bf96a6c47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fa4b81d6a14f8e" /><Relationship Type="http://schemas.openxmlformats.org/officeDocument/2006/relationships/notesMaster" Target="/ppt/notesMasters/notesMaster1.xml" Id="R556cb8ac45c648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acda3bd5dc4bad" /><Relationship Type="http://schemas.openxmlformats.org/officeDocument/2006/relationships/notesMaster" Target="/ppt/notesMasters/notesMaster1.xml" Id="Re43efd2509e845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84dd2f2be3a4dca" /><Relationship Type="http://schemas.openxmlformats.org/officeDocument/2006/relationships/notesMaster" Target="/ppt/notesMasters/notesMaster1.xml" Id="Rc3c2a6e2d7da40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a47f46bb30464a" /><Relationship Type="http://schemas.openxmlformats.org/officeDocument/2006/relationships/notesMaster" Target="/ppt/notesMasters/notesMaster1.xml" Id="R83caf5e7861349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7417f2f07e4e24" /><Relationship Type="http://schemas.openxmlformats.org/officeDocument/2006/relationships/notesMaster" Target="/ppt/notesMasters/notesMaster1.xml" Id="Rd7552b9ca6ee4d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886f4d0ade64bf5" /><Relationship Type="http://schemas.openxmlformats.org/officeDocument/2006/relationships/notesMaster" Target="/ppt/notesMasters/notesMaster1.xml" Id="Rc453ef28f7184e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3bb7523413472d" /><Relationship Type="http://schemas.openxmlformats.org/officeDocument/2006/relationships/notesMaster" Target="/ppt/notesMasters/notesMaster1.xml" Id="R822e9b9885534a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6834afc1ee4618" /><Relationship Type="http://schemas.openxmlformats.org/officeDocument/2006/relationships/notesMaster" Target="/ppt/notesMasters/notesMaster1.xml" Id="Rb4e306f6eaec46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66201d488243ec" /><Relationship Type="http://schemas.openxmlformats.org/officeDocument/2006/relationships/notesMaster" Target="/ppt/notesMasters/notesMaster1.xml" Id="R8d71a513167a4c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ad793b301245d6" /><Relationship Type="http://schemas.openxmlformats.org/officeDocument/2006/relationships/notesMaster" Target="/ppt/notesMasters/notesMaster1.xml" Id="R4366a719517c4a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23b79dab3845b5" /><Relationship Type="http://schemas.openxmlformats.org/officeDocument/2006/relationships/notesMaster" Target="/ppt/notesMasters/notesMaster1.xml" Id="Rdf77619b0b7a47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dd26b29595e4034" /><Relationship Type="http://schemas.openxmlformats.org/officeDocument/2006/relationships/notesMaster" Target="/ppt/notesMasters/notesMaster1.xml" Id="R7af0f71b284b478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3403e91cbae4083" /><Relationship Type="http://schemas.openxmlformats.org/officeDocument/2006/relationships/notesMaster" Target="/ppt/notesMasters/notesMaster1.xml" Id="Rbf4a3bbb9dfc4e1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4bc0b7b57843b9" /><Relationship Type="http://schemas.openxmlformats.org/officeDocument/2006/relationships/notesMaster" Target="/ppt/notesMasters/notesMaster1.xml" Id="R1ff1baee69184eb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c70354e09b4ff6" /><Relationship Type="http://schemas.openxmlformats.org/officeDocument/2006/relationships/notesMaster" Target="/ppt/notesMasters/notesMaster1.xml" Id="R687970573e2041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8e377f951d47c9" /><Relationship Type="http://schemas.openxmlformats.org/officeDocument/2006/relationships/notesMaster" Target="/ppt/notesMasters/notesMaster1.xml" Id="R5efe4619712e4fb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3cbad1f2ee4456d" /><Relationship Type="http://schemas.openxmlformats.org/officeDocument/2006/relationships/notesMaster" Target="/ppt/notesMasters/notesMaster1.xml" Id="Re8791dcbeef24b2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de96cc75ab4810" /><Relationship Type="http://schemas.openxmlformats.org/officeDocument/2006/relationships/notesMaster" Target="/ppt/notesMasters/notesMaster1.xml" Id="R4cfe3d8dfd0545a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133f8276234992" /><Relationship Type="http://schemas.openxmlformats.org/officeDocument/2006/relationships/notesMaster" Target="/ppt/notesMasters/notesMaster1.xml" Id="Rced37ad1939142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58eec97796b4e60" /><Relationship Type="http://schemas.openxmlformats.org/officeDocument/2006/relationships/notesMaster" Target="/ppt/notesMasters/notesMaster1.xml" Id="R753562e15e494d0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d682eb64840429a" /><Relationship Type="http://schemas.openxmlformats.org/officeDocument/2006/relationships/notesMaster" Target="/ppt/notesMasters/notesMaster1.xml" Id="R5c154ea66d9d4d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50912761e741bb" /><Relationship Type="http://schemas.openxmlformats.org/officeDocument/2006/relationships/notesMaster" Target="/ppt/notesMasters/notesMaster1.xml" Id="R0d1be632e4b0468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abe8f4225b94138" /><Relationship Type="http://schemas.openxmlformats.org/officeDocument/2006/relationships/notesMaster" Target="/ppt/notesMasters/notesMaster1.xml" Id="Rb13c332cc54a444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7335bd3690d43b3" /><Relationship Type="http://schemas.openxmlformats.org/officeDocument/2006/relationships/notesMaster" Target="/ppt/notesMasters/notesMaster1.xml" Id="R3d3d7a42fe5043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a2a81c7184543c6" /><Relationship Type="http://schemas.openxmlformats.org/officeDocument/2006/relationships/notesMaster" Target="/ppt/notesMasters/notesMaster1.xml" Id="R8c775ab71da4438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91e06d6499547d1" /><Relationship Type="http://schemas.openxmlformats.org/officeDocument/2006/relationships/notesMaster" Target="/ppt/notesMasters/notesMaster1.xml" Id="Rcf98605ef8114b4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c627ecde24343f8" /><Relationship Type="http://schemas.openxmlformats.org/officeDocument/2006/relationships/notesMaster" Target="/ppt/notesMasters/notesMaster1.xml" Id="R91cb1686ac9d4b7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f413a0be6ff45ed" /><Relationship Type="http://schemas.openxmlformats.org/officeDocument/2006/relationships/notesMaster" Target="/ppt/notesMasters/notesMaster1.xml" Id="Rb410b7b65555482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9ba357874de44ac" /><Relationship Type="http://schemas.openxmlformats.org/officeDocument/2006/relationships/notesMaster" Target="/ppt/notesMasters/notesMaster1.xml" Id="Rdb2b4de67db84d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1장.</a:t>
            </a:r>
          </a:p>
          <a:p xmlns:a="http://schemas.openxmlformats.org/drawingml/2006/main">
            <a:r>
              <a:t>2026-10-27 사용자 정정: 참고 첨부 이미지는 녹색 그라데이션의 진하기만 참고하는 자료다. 표지 장면은 직전에 만든 cover-four-original-students.png의 네 학생과 산 모형을 유지한다. 원본 이미지 위에 편집 가능한 진한 녹색 그라데이션만 추가했으며 인물·산 모형을 재생성하지 않았다. 제목·저자·로고 배치를 유지한다.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3장.</a:t>
            </a:r>
          </a:p>
          <a:p xmlns:a="http://schemas.openxmlformats.org/drawingml/2006/main">
            <a:r>
              <a:t>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4장.</a:t>
            </a:r>
          </a:p>
          <a:p xmlns:a="http://schemas.openxmlformats.org/drawingml/2006/main">
            <a:r>
              <a:t>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5장.</a:t>
            </a:r>
          </a:p>
          <a:p xmlns:a="http://schemas.openxmlformats.org/drawingml/2006/main">
            <a:r>
              <a:t>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7장.</a:t>
            </a:r>
          </a:p>
          <a:p xmlns:a="http://schemas.openxmlformats.org/drawingml/2006/main">
            <a:r>
              <a:t>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9장.</a:t>
            </a:r>
          </a:p>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10장.</a:t>
            </a:r>
          </a:p>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11장.</a:t>
            </a:r>
          </a:p>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12장.</a:t>
            </a:r>
          </a:p>
          <a:p xmlns:a="http://schemas.openxmlformats.org/drawingml/2006/main">
            <a:r>
              <a:t>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13장.</a:t>
            </a:r>
          </a:p>
          <a:p xmlns:a="http://schemas.openxmlformats.org/drawingml/2006/main">
            <a:r>
              <a:t>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14장.</a:t>
            </a:r>
          </a:p>
          <a:p xmlns:a="http://schemas.openxmlformats.org/drawingml/2006/main">
            <a:r>
              <a:t>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15장.</a:t>
            </a:r>
          </a:p>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16장.</a:t>
            </a:r>
          </a:p>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18장.</a:t>
            </a:r>
          </a:p>
          <a:p xmlns:a="http://schemas.openxmlformats.org/drawingml/2006/main">
            <a:r>
              <a:t>사용자 요청 추가 예시. 오른쪽 여학생은 등록 body_student_two_flasks의 얼굴·머리·비율을 참조한 생성 삽화이다. 흑연을 손으로 눌러 다이아몬드를 만들려 애쓰는 개념적 상상 장면이며 실제 합성 방법이나 성공을 뜻하지 않는다. 보통 조건에서 직접 전환의 열량 측정은 어렵기 때문에 두 연소 반응을 이용한다. 고온·고압 등의 특수 합성 조건에서 제조 가능함과 구별한다. 원본 목표 반응식: 2015 완자 PDF/인쇄137쪽 풀이2. 2022 완자127쪽Q7·131쪽Q6 대조; 천재교과서86쪽 동소체/표 대조. 원본 식을 생성하거나 재입력하지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19장.</a:t>
            </a:r>
          </a:p>
          <a:p xmlns:a="http://schemas.openxmlformats.org/drawingml/2006/main">
            <a:r>
              <a:t>출처: 2022 완자 PDF/인쇄127쪽 Q7의 두 원본 연소 반응식과 모범답안. 2015 완자 PDF/인쇄137쪽 그래프·풀이 대조. 흑연 연소식에서 다이아몬드 연소식을 빼면 O2와CO2가 소거되어 C(s,흑연)→C(s,다이아몬드)만 남는다. 흑연1mol 기준 ΔH=+1.9kJ, 흡열반응. 25°C1기압 자료. 천재86쪽 표의1.88kJ/mol과는 표시 정밀도가 다르므로 이 장은 완자Q7의 반올림 수치만 사용한다. 표준 생성 엔탈피 정의는 뒤 Part3에서 다루고 여기서는 연소열과 헤스법칙만 이용한다.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20장.</a:t>
            </a:r>
          </a:p>
          <a:p xmlns:a="http://schemas.openxmlformats.org/drawingml/2006/main">
            <a:r>
              <a:t>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21장.</a:t>
            </a:r>
          </a:p>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22장.</a:t>
            </a:r>
          </a:p>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23장.</a:t>
            </a:r>
          </a:p>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24장.</a:t>
            </a:r>
          </a:p>
          <a:p xmlns:a="http://schemas.openxmlformats.org/drawingml/2006/main">
            <a:r>
              <a:t>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25장.</a:t>
            </a:r>
          </a:p>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26장.</a:t>
            </a:r>
          </a:p>
          <a:p xmlns:a="http://schemas.openxmlformats.org/drawingml/2006/main">
            <a:r>
              <a:t>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27장.</a:t>
            </a:r>
          </a:p>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28장.</a:t>
            </a:r>
          </a:p>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29장.</a:t>
            </a:r>
          </a:p>
          <a:p xmlns:a="http://schemas.openxmlformats.org/drawingml/2006/main">
            <a:r>
              <a:t>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30장.</a:t>
            </a:r>
          </a:p>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31장.</a:t>
            </a:r>
          </a:p>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32장.</a:t>
            </a:r>
          </a:p>
          <a:p xmlns:a="http://schemas.openxmlformats.org/drawingml/2006/main">
            <a:r>
              <a:t>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33장.</a:t>
            </a:r>
          </a:p>
          <a:p xmlns:a="http://schemas.openxmlformats.org/drawingml/2006/main">
            <a:r>
              <a:t>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34장.</a:t>
            </a:r>
          </a:p>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35장.</a:t>
            </a:r>
          </a:p>
          <a:p xmlns:a="http://schemas.openxmlformats.org/drawingml/2006/main">
            <a:r>
              <a:t>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36장.</a:t>
            </a:r>
          </a:p>
          <a:p xmlns:a="http://schemas.openxmlformats.org/drawingml/2006/main">
            <a:r>
              <a:t>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37장.</a:t>
            </a:r>
          </a:p>
          <a:p xmlns:a="http://schemas.openxmlformats.org/drawingml/2006/main">
            <a:r>
              <a:t>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38장.</a:t>
            </a:r>
          </a:p>
          <a:p xmlns:a="http://schemas.openxmlformats.org/drawingml/2006/main">
            <a:r>
              <a:t>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39장.</a:t>
            </a:r>
          </a:p>
          <a:p xmlns:a="http://schemas.openxmlformats.org/drawingml/2006/main">
            <a:r>
              <a:t>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40장.</a:t>
            </a:r>
          </a:p>
          <a:p xmlns:a="http://schemas.openxmlformats.org/drawingml/2006/main">
            <a:r>
              <a:t>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41장.</a:t>
            </a:r>
          </a:p>
          <a:p xmlns:a="http://schemas.openxmlformats.org/drawingml/2006/main">
            <a:r>
              <a:t>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42장.</a:t>
            </a:r>
          </a:p>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ba5961cf3c4c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a893ff8bca49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7639d0467644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011c78af4c40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dc4d01fb6248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22cf4e49bd48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03BB-90D4-4141-8547-DE614B67252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BD5DC0-9A11-46DB-B101-1E95CFEC4EEB}"/>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8068BD-F7B6-4F07-9072-1F3A1D4C2A3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C08ABE-ADB5-473A-9F8E-A31F6E92954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EB2935-628F-4D59-937A-FB8209F5937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C40BF6-F590-4869-BD4A-1C620CAF266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586EBC-2763-42AA-A1C7-8F8A71C0835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8BE250-CAFE-4B70-9C3A-7499543E9C7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3EBB2A-CFE0-488A-A22D-C941E726F24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10942C-E3E2-40EC-9090-33B7ACA7DC6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6295c050404263" /><Relationship Type="http://schemas.openxmlformats.org/officeDocument/2006/relationships/slideLayout" Target="/ppt/slideLayouts/slideLayout1.xml" Id="R229ab81f9f594528" /><Relationship Type="http://schemas.openxmlformats.org/officeDocument/2006/relationships/slideLayout" Target="/ppt/slideLayouts/slideLayout2.xml" Id="Rc7ca79ab80bb47b1" /><Relationship Type="http://schemas.openxmlformats.org/officeDocument/2006/relationships/slideLayout" Target="/ppt/slideLayouts/slideLayout3.xml" Id="R005c7a9379f443f6" /><Relationship Type="http://schemas.openxmlformats.org/officeDocument/2006/relationships/slideLayout" Target="/ppt/slideLayouts/slideLayout4.xml" Id="R325237ca4b66488c" /><Relationship Type="http://schemas.openxmlformats.org/officeDocument/2006/relationships/slideLayout" Target="/ppt/slideLayouts/slideLayout5.xml" Id="Rbdbb9500406d48a9" /><Relationship Type="http://schemas.openxmlformats.org/officeDocument/2006/relationships/slideLayout" Target="/ppt/slideLayouts/slideLayout6.xml" Id="R47c163d92b2844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9ab81f9f594528"/>
    <p:sldLayoutId xmlns:r="http://schemas.openxmlformats.org/officeDocument/2006/relationships" id="2147483650" r:id="Rc7ca79ab80bb47b1"/>
    <p:sldLayoutId xmlns:r="http://schemas.openxmlformats.org/officeDocument/2006/relationships" id="2147483651" r:id="R005c7a9379f443f6"/>
    <p:sldLayoutId xmlns:r="http://schemas.openxmlformats.org/officeDocument/2006/relationships" id="2147483652" r:id="R325237ca4b66488c"/>
    <p:sldLayoutId xmlns:r="http://schemas.openxmlformats.org/officeDocument/2006/relationships" id="2147483653" r:id="Rbdbb9500406d48a9"/>
    <p:sldLayoutId xmlns:r="http://schemas.openxmlformats.org/officeDocument/2006/relationships" id="2147483654" r:id="R47c163d92b2844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073abcc5c7492e" /><Relationship Type="http://schemas.openxmlformats.org/officeDocument/2006/relationships/image" Target="/ppt/media/image.png" Id="R1b2eb739087642fb" /><Relationship Type="http://schemas.openxmlformats.org/officeDocument/2006/relationships/image" Target="/ppt/media/image2.png" Id="R5aec6a6359254258" /><Relationship Type="http://schemas.openxmlformats.org/officeDocument/2006/relationships/image" Target="/ppt/media/image3.png" Id="Rba846222ef434579" /><Relationship Type="http://schemas.openxmlformats.org/officeDocument/2006/relationships/notesSlide" Target="/ppt/notesSlides/notesSlide1.xml" Id="Rbb6ba367e1dc4f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f9682503d94975" /><Relationship Type="http://schemas.openxmlformats.org/officeDocument/2006/relationships/image" Target="/ppt/media/image4.png" Id="Re36e5385b1144bf3" /><Relationship Type="http://schemas.openxmlformats.org/officeDocument/2006/relationships/image" Target="/ppt/media/image5.png" Id="Rd64fedeb80a7482b" /><Relationship Type="http://schemas.openxmlformats.org/officeDocument/2006/relationships/notesSlide" Target="/ppt/notesSlides/notesSlide2.xml" Id="Raab702692e764f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ec265a10574505" /><Relationship Type="http://schemas.openxmlformats.org/officeDocument/2006/relationships/image" Target="/ppt/media/image6.png" Id="Rba5b381ebcfc4597" /><Relationship Type="http://schemas.openxmlformats.org/officeDocument/2006/relationships/notesSlide" Target="/ppt/notesSlides/notesSlide3.xml" Id="R6ff8f27943534a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b5600caab84c3b" /><Relationship Type="http://schemas.openxmlformats.org/officeDocument/2006/relationships/image" Target="/ppt/media/image7.png" Id="R6d9f2e80227e4872" /><Relationship Type="http://schemas.openxmlformats.org/officeDocument/2006/relationships/image" Target="/ppt/media/image8.png" Id="R2d0d0c4607864be8" /><Relationship Type="http://schemas.openxmlformats.org/officeDocument/2006/relationships/notesSlide" Target="/ppt/notesSlides/notesSlide4.xml" Id="Ra4462afcc7a24a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4755d1a10841ac" /><Relationship Type="http://schemas.openxmlformats.org/officeDocument/2006/relationships/image" Target="/ppt/media/image9.png" Id="Rd2ba2939d0f441b6" /><Relationship Type="http://schemas.openxmlformats.org/officeDocument/2006/relationships/image" Target="/ppt/media/image10.png" Id="R5f4b2b41aad04798" /><Relationship Type="http://schemas.openxmlformats.org/officeDocument/2006/relationships/notesSlide" Target="/ppt/notesSlides/notesSlide5.xml" Id="R88108b93d53443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3701fbebfba45ea" /><Relationship Type="http://schemas.openxmlformats.org/officeDocument/2006/relationships/image" Target="/ppt/media/image11.png" Id="R93f7801201874b93" /><Relationship Type="http://schemas.openxmlformats.org/officeDocument/2006/relationships/notesSlide" Target="/ppt/notesSlides/notesSlide6.xml" Id="R3e94be02871a40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cad3f2bdd84d17" /><Relationship Type="http://schemas.openxmlformats.org/officeDocument/2006/relationships/image" Target="/ppt/media/image12.png" Id="R0b63ff2e9f244741" /><Relationship Type="http://schemas.openxmlformats.org/officeDocument/2006/relationships/notesSlide" Target="/ppt/notesSlides/notesSlide7.xml" Id="R69d8c8d87e6546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9b1b969e024803" /><Relationship Type="http://schemas.openxmlformats.org/officeDocument/2006/relationships/image" Target="/ppt/media/image13.png" Id="Rda3c6535bce94d94" /><Relationship Type="http://schemas.openxmlformats.org/officeDocument/2006/relationships/image" Target="/ppt/media/image14.png" Id="R5d966481c80f42ce" /><Relationship Type="http://schemas.openxmlformats.org/officeDocument/2006/relationships/notesSlide" Target="/ppt/notesSlides/notesSlide8.xml" Id="R8c774114a7734e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3098623ff24a56" /><Relationship Type="http://schemas.openxmlformats.org/officeDocument/2006/relationships/image" Target="/ppt/media/image15.png" Id="R51c2d12506a94f18" /><Relationship Type="http://schemas.openxmlformats.org/officeDocument/2006/relationships/image" Target="/ppt/media/image16.png" Id="R44782f6e8d00467f" /><Relationship Type="http://schemas.openxmlformats.org/officeDocument/2006/relationships/image" Target="/ppt/media/image17.png" Id="R955c5b66e6574aae" /><Relationship Type="http://schemas.openxmlformats.org/officeDocument/2006/relationships/image" Target="/ppt/media/image18.png" Id="R8f08a703a6f54ef1" /><Relationship Type="http://schemas.openxmlformats.org/officeDocument/2006/relationships/notesSlide" Target="/ppt/notesSlides/notesSlide9.xml" Id="R6c5ad473805945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b85ff60c5e49f8" /><Relationship Type="http://schemas.openxmlformats.org/officeDocument/2006/relationships/image" Target="/ppt/media/image19.png" Id="Rbcb98fe388c04bcd" /><Relationship Type="http://schemas.openxmlformats.org/officeDocument/2006/relationships/image" Target="/ppt/media/image20.png" Id="R7285b642fdbe4b33" /><Relationship Type="http://schemas.openxmlformats.org/officeDocument/2006/relationships/image" Target="/ppt/media/image21.png" Id="R6e576e962e5c447e" /><Relationship Type="http://schemas.openxmlformats.org/officeDocument/2006/relationships/notesSlide" Target="/ppt/notesSlides/notesSlide10.xml" Id="Ra376cdb59ee246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f4eef86e1d4a44" /><Relationship Type="http://schemas.openxmlformats.org/officeDocument/2006/relationships/image" Target="/ppt/media/image22.png" Id="R2b833fa820fa4731" /><Relationship Type="http://schemas.openxmlformats.org/officeDocument/2006/relationships/image" Target="/ppt/media/image23.png" Id="Rf275cd6683c4456a" /><Relationship Type="http://schemas.openxmlformats.org/officeDocument/2006/relationships/image" Target="/ppt/media/image24.png" Id="Rd7a917c0bbca4c2e" /><Relationship Type="http://schemas.openxmlformats.org/officeDocument/2006/relationships/notesSlide" Target="/ppt/notesSlides/notesSlide11.xml" Id="Re357e99c112640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16ae4b4e324b35" /><Relationship Type="http://schemas.openxmlformats.org/officeDocument/2006/relationships/image" Target="/ppt/media/image25.png" Id="R11c6680e31e548ce" /><Relationship Type="http://schemas.openxmlformats.org/officeDocument/2006/relationships/notesSlide" Target="/ppt/notesSlides/notesSlide12.xml" Id="R0c3f1effcdfb4e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8bb5475c504630" /><Relationship Type="http://schemas.openxmlformats.org/officeDocument/2006/relationships/image" Target="/ppt/media/image26.png" Id="Rc7b2730622244a92" /><Relationship Type="http://schemas.openxmlformats.org/officeDocument/2006/relationships/image" Target="/ppt/media/image27.png" Id="Rbd1030584188424d" /><Relationship Type="http://schemas.openxmlformats.org/officeDocument/2006/relationships/notesSlide" Target="/ppt/notesSlides/notesSlide13.xml" Id="R5d5ce15927b84c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1f3cf6fe5b452d" /><Relationship Type="http://schemas.openxmlformats.org/officeDocument/2006/relationships/image" Target="/ppt/media/image28.png" Id="Rf83bf3473f1e460c" /><Relationship Type="http://schemas.openxmlformats.org/officeDocument/2006/relationships/notesSlide" Target="/ppt/notesSlides/notesSlide14.xml" Id="R28be54bc3dc048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2277047baa4b55" /><Relationship Type="http://schemas.openxmlformats.org/officeDocument/2006/relationships/image" Target="/ppt/media/image29.png" Id="Rf5adcfa44c1b4d1f" /><Relationship Type="http://schemas.openxmlformats.org/officeDocument/2006/relationships/image" Target="/ppt/media/image30.png" Id="Rd3335734e0054df4" /><Relationship Type="http://schemas.openxmlformats.org/officeDocument/2006/relationships/image" Target="/ppt/media/image31.png" Id="R2342b6b33a654587" /><Relationship Type="http://schemas.openxmlformats.org/officeDocument/2006/relationships/image" Target="/ppt/media/image32.png" Id="R99d07f659d83477f" /><Relationship Type="http://schemas.openxmlformats.org/officeDocument/2006/relationships/notesSlide" Target="/ppt/notesSlides/notesSlide15.xml" Id="Rbafbff03fcbe40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17c0ac05abd49c1" /><Relationship Type="http://schemas.openxmlformats.org/officeDocument/2006/relationships/image" Target="/ppt/media/image33.png" Id="Rfba46511a70044f2" /><Relationship Type="http://schemas.openxmlformats.org/officeDocument/2006/relationships/image" Target="/ppt/media/image34.png" Id="Rb9406ef554c8436c" /><Relationship Type="http://schemas.openxmlformats.org/officeDocument/2006/relationships/notesSlide" Target="/ppt/notesSlides/notesSlide16.xml" Id="Rb163ab91715c44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771c0bdc2c4768" /><Relationship Type="http://schemas.openxmlformats.org/officeDocument/2006/relationships/image" Target="/ppt/media/image35.png" Id="R07532144f5dd48c5" /><Relationship Type="http://schemas.openxmlformats.org/officeDocument/2006/relationships/image" Target="/ppt/media/image36.png" Id="Rf4fe530f9caf4511" /><Relationship Type="http://schemas.openxmlformats.org/officeDocument/2006/relationships/image" Target="/ppt/media/image37.png" Id="Rb6d4dfe97ef44367" /><Relationship Type="http://schemas.openxmlformats.org/officeDocument/2006/relationships/notesSlide" Target="/ppt/notesSlides/notesSlide17.xml" Id="Ra8a5a906217745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9828f150584652" /><Relationship Type="http://schemas.openxmlformats.org/officeDocument/2006/relationships/image" Target="/ppt/media/image38.png" Id="Rf4c5ba3510e5456b" /><Relationship Type="http://schemas.openxmlformats.org/officeDocument/2006/relationships/image" Target="/ppt/media/image39.png" Id="R2159f45be465472d" /><Relationship Type="http://schemas.openxmlformats.org/officeDocument/2006/relationships/image" Target="/ppt/media/image40.png" Id="R0c5d018493404035" /><Relationship Type="http://schemas.openxmlformats.org/officeDocument/2006/relationships/notesSlide" Target="/ppt/notesSlides/notesSlide18.xml" Id="R25ea6789e7be426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46d93592f074395" /><Relationship Type="http://schemas.openxmlformats.org/officeDocument/2006/relationships/image" Target="/ppt/media/image41.png" Id="R334816080a4444fe" /><Relationship Type="http://schemas.openxmlformats.org/officeDocument/2006/relationships/image" Target="/ppt/media/image42.png" Id="Rf9b7dc8a77844186" /><Relationship Type="http://schemas.openxmlformats.org/officeDocument/2006/relationships/image" Target="/ppt/media/image43.png" Id="R51668fd090824489" /><Relationship Type="http://schemas.openxmlformats.org/officeDocument/2006/relationships/notesSlide" Target="/ppt/notesSlides/notesSlide19.xml" Id="Rbe040eda139741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ff65db678d4d42" /><Relationship Type="http://schemas.openxmlformats.org/officeDocument/2006/relationships/image" Target="/ppt/media/image44.png" Id="R5292fac9085241c7" /><Relationship Type="http://schemas.openxmlformats.org/officeDocument/2006/relationships/notesSlide" Target="/ppt/notesSlides/notesSlide20.xml" Id="Rde28ddbc98ee43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0d86d5329034768" /><Relationship Type="http://schemas.openxmlformats.org/officeDocument/2006/relationships/image" Target="/ppt/media/image45.png" Id="Re0011e1b5b9f4d5d" /><Relationship Type="http://schemas.openxmlformats.org/officeDocument/2006/relationships/image" Target="/ppt/media/image46.png" Id="R59fb622a5591433c" /><Relationship Type="http://schemas.openxmlformats.org/officeDocument/2006/relationships/image" Target="/ppt/media/image47.png" Id="R4d06981a3fa54595" /><Relationship Type="http://schemas.openxmlformats.org/officeDocument/2006/relationships/notesSlide" Target="/ppt/notesSlides/notesSlide21.xml" Id="R783fd2f256b64a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c8974fd8574929" /><Relationship Type="http://schemas.openxmlformats.org/officeDocument/2006/relationships/image" Target="/ppt/media/image48.png" Id="Re513947c54684020" /><Relationship Type="http://schemas.openxmlformats.org/officeDocument/2006/relationships/image" Target="/ppt/media/image49.png" Id="Rc1631d2fa7c44ee6" /><Relationship Type="http://schemas.openxmlformats.org/officeDocument/2006/relationships/image" Target="/ppt/media/image50.png" Id="R9088cb44bf8d4673" /><Relationship Type="http://schemas.openxmlformats.org/officeDocument/2006/relationships/notesSlide" Target="/ppt/notesSlides/notesSlide22.xml" Id="Rf06781f6cb5a4f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2e27f5448c049b3" /><Relationship Type="http://schemas.openxmlformats.org/officeDocument/2006/relationships/image" Target="/ppt/media/image51.png" Id="R9f2abcd776184f5c" /><Relationship Type="http://schemas.openxmlformats.org/officeDocument/2006/relationships/image" Target="/ppt/media/image52.png" Id="R735b48928cfa4f1f" /><Relationship Type="http://schemas.openxmlformats.org/officeDocument/2006/relationships/notesSlide" Target="/ppt/notesSlides/notesSlide23.xml" Id="Rbdd50aaf462744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5b92e56f0f2465e" /><Relationship Type="http://schemas.openxmlformats.org/officeDocument/2006/relationships/image" Target="/ppt/media/image53.png" Id="R51d17c206d3b4357" /><Relationship Type="http://schemas.openxmlformats.org/officeDocument/2006/relationships/image" Target="/ppt/media/image54.png" Id="R6e583702ead144eb" /><Relationship Type="http://schemas.openxmlformats.org/officeDocument/2006/relationships/notesSlide" Target="/ppt/notesSlides/notesSlide24.xml" Id="Re297cf3c5a904b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e4ea1682d264f23" /><Relationship Type="http://schemas.openxmlformats.org/officeDocument/2006/relationships/image" Target="/ppt/media/image55.png" Id="Rcced1251bc4445d1" /><Relationship Type="http://schemas.openxmlformats.org/officeDocument/2006/relationships/image" Target="/ppt/media/image56.png" Id="Radf0514bf74541d8" /><Relationship Type="http://schemas.openxmlformats.org/officeDocument/2006/relationships/notesSlide" Target="/ppt/notesSlides/notesSlide25.xml" Id="R069bb1ad91a6427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cf3d6d3b63b4cd0" /><Relationship Type="http://schemas.openxmlformats.org/officeDocument/2006/relationships/image" Target="/ppt/media/image57.png" Id="Rfe06404ce48c4b25" /><Relationship Type="http://schemas.openxmlformats.org/officeDocument/2006/relationships/notesSlide" Target="/ppt/notesSlides/notesSlide26.xml" Id="Rd363189c9c7449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7edeb410bc0489c" /><Relationship Type="http://schemas.openxmlformats.org/officeDocument/2006/relationships/image" Target="/ppt/media/image58.png" Id="Raa22113733a34d02" /><Relationship Type="http://schemas.openxmlformats.org/officeDocument/2006/relationships/image" Target="/ppt/media/image59.png" Id="Rd3b9488bad3b4366" /><Relationship Type="http://schemas.openxmlformats.org/officeDocument/2006/relationships/image" Target="/ppt/media/image60.png" Id="R006fb565ce924bf5" /><Relationship Type="http://schemas.openxmlformats.org/officeDocument/2006/relationships/notesSlide" Target="/ppt/notesSlides/notesSlide27.xml" Id="R1e539011df6b479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dbe85a9df774013" /><Relationship Type="http://schemas.openxmlformats.org/officeDocument/2006/relationships/image" Target="/ppt/media/image61.png" Id="Re038ead032a04490" /><Relationship Type="http://schemas.openxmlformats.org/officeDocument/2006/relationships/image" Target="/ppt/media/image62.png" Id="R965cbfa1b81a42e4" /><Relationship Type="http://schemas.openxmlformats.org/officeDocument/2006/relationships/notesSlide" Target="/ppt/notesSlides/notesSlide28.xml" Id="R8bd15868fef946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2a55695fb914bef" /><Relationship Type="http://schemas.openxmlformats.org/officeDocument/2006/relationships/image" Target="/ppt/media/image63.png" Id="R2082401e35714996" /><Relationship Type="http://schemas.openxmlformats.org/officeDocument/2006/relationships/notesSlide" Target="/ppt/notesSlides/notesSlide29.xml" Id="Rc0f79060e8f9436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4d681f6c3514a5e" /><Relationship Type="http://schemas.openxmlformats.org/officeDocument/2006/relationships/image" Target="/ppt/media/image64.png" Id="Ree1388b1866d4673" /><Relationship Type="http://schemas.openxmlformats.org/officeDocument/2006/relationships/image" Target="/ppt/media/image65.png" Id="R6e2e9176983140c0" /><Relationship Type="http://schemas.openxmlformats.org/officeDocument/2006/relationships/notesSlide" Target="/ppt/notesSlides/notesSlide30.xml" Id="R3a2cfbd4a98c44d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019b0caef4f46d1" /><Relationship Type="http://schemas.openxmlformats.org/officeDocument/2006/relationships/image" Target="/ppt/media/image66.png" Id="R25150ce18e964299" /><Relationship Type="http://schemas.openxmlformats.org/officeDocument/2006/relationships/image" Target="/ppt/media/image67.png" Id="Rf3e37576c3344c16" /><Relationship Type="http://schemas.openxmlformats.org/officeDocument/2006/relationships/image" Target="/ppt/media/image68.png" Id="R7200e2fdd5714ee8" /><Relationship Type="http://schemas.openxmlformats.org/officeDocument/2006/relationships/notesSlide" Target="/ppt/notesSlides/notesSlide31.xml" Id="R371ff78f440b4c1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0bd9b6f4cca4148" /><Relationship Type="http://schemas.openxmlformats.org/officeDocument/2006/relationships/image" Target="/ppt/media/image69.png" Id="Radd9e7a15b9a4491" /><Relationship Type="http://schemas.openxmlformats.org/officeDocument/2006/relationships/notesSlide" Target="/ppt/notesSlides/notesSlide32.xml" Id="R1b58ad64ae9a468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32f35af0484e48" /><Relationship Type="http://schemas.openxmlformats.org/officeDocument/2006/relationships/image" Target="/ppt/media/image70.png" Id="R4c67ef4a5859459b" /><Relationship Type="http://schemas.openxmlformats.org/officeDocument/2006/relationships/image" Target="/ppt/media/image71.png" Id="R80a6f7ef48e44628" /><Relationship Type="http://schemas.openxmlformats.org/officeDocument/2006/relationships/notesSlide" Target="/ppt/notesSlides/notesSlide33.xml" Id="R94df8ae54dbb4a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706cb7dc527491d" /><Relationship Type="http://schemas.openxmlformats.org/officeDocument/2006/relationships/image" Target="/ppt/media/image72.png" Id="Rc0c3c242a1b04193" /><Relationship Type="http://schemas.openxmlformats.org/officeDocument/2006/relationships/image" Target="/ppt/media/image73.png" Id="R6b34e0d3ef284650" /><Relationship Type="http://schemas.openxmlformats.org/officeDocument/2006/relationships/image" Target="/ppt/media/image74.png" Id="Ra29f20d1266a4751" /><Relationship Type="http://schemas.openxmlformats.org/officeDocument/2006/relationships/image" Target="/ppt/media/image75.png" Id="R3bf666ab645b42c7" /><Relationship Type="http://schemas.openxmlformats.org/officeDocument/2006/relationships/image" Target="/ppt/media/image76.png" Id="Ra16c0f4c0b8649af" /><Relationship Type="http://schemas.openxmlformats.org/officeDocument/2006/relationships/notesSlide" Target="/ppt/notesSlides/notesSlide34.xml" Id="R12132b5f4aea41f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c6cf694f27f462c" /><Relationship Type="http://schemas.openxmlformats.org/officeDocument/2006/relationships/image" Target="/ppt/media/image77.png" Id="R5d9ee4d9063a430e" /><Relationship Type="http://schemas.openxmlformats.org/officeDocument/2006/relationships/image" Target="/ppt/media/image78.png" Id="Rbeadb74ecb9248be" /><Relationship Type="http://schemas.openxmlformats.org/officeDocument/2006/relationships/image" Target="/ppt/media/image79.png" Id="Rd869e587bd3e4cda" /><Relationship Type="http://schemas.openxmlformats.org/officeDocument/2006/relationships/notesSlide" Target="/ppt/notesSlides/notesSlide35.xml" Id="R51d5dae9eb06492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dc541b4d58d4a69" /><Relationship Type="http://schemas.openxmlformats.org/officeDocument/2006/relationships/image" Target="/ppt/media/image80.png" Id="R1fe0628fc6f84035" /><Relationship Type="http://schemas.openxmlformats.org/officeDocument/2006/relationships/notesSlide" Target="/ppt/notesSlides/notesSlide36.xml" Id="Ra98f5a98c7224ee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13456a90e334299" /><Relationship Type="http://schemas.openxmlformats.org/officeDocument/2006/relationships/image" Target="/ppt/media/image81.png" Id="R6292ca67606045ea" /><Relationship Type="http://schemas.openxmlformats.org/officeDocument/2006/relationships/notesSlide" Target="/ppt/notesSlides/notesSlide37.xml" Id="R5018d216e1694f2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fff3b5788e34e3a" /><Relationship Type="http://schemas.openxmlformats.org/officeDocument/2006/relationships/image" Target="/ppt/media/image82.png" Id="R4f59a0c95623408f" /><Relationship Type="http://schemas.openxmlformats.org/officeDocument/2006/relationships/notesSlide" Target="/ppt/notesSlides/notesSlide38.xml" Id="R1d154dd397de46a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6b66b8f10fc4217" /><Relationship Type="http://schemas.openxmlformats.org/officeDocument/2006/relationships/image" Target="/ppt/media/image83.png" Id="Re7a68b8039194295" /><Relationship Type="http://schemas.openxmlformats.org/officeDocument/2006/relationships/notesSlide" Target="/ppt/notesSlides/notesSlide39.xml" Id="R79f9b1d5cce3449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52dd7fe4299431d" /><Relationship Type="http://schemas.openxmlformats.org/officeDocument/2006/relationships/image" Target="/ppt/media/image84.png" Id="R74ab53cc50c3496a" /><Relationship Type="http://schemas.openxmlformats.org/officeDocument/2006/relationships/notesSlide" Target="/ppt/notesSlides/notesSlide40.xml" Id="Ree480261986d470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9fe926a7ce34430" /><Relationship Type="http://schemas.openxmlformats.org/officeDocument/2006/relationships/image" Target="/ppt/media/image85.png" Id="R9ab97095c888440a" /><Relationship Type="http://schemas.openxmlformats.org/officeDocument/2006/relationships/notesSlide" Target="/ppt/notesSlides/notesSlide41.xml" Id="Rdb22581e07c1400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2905e84d9d34b7c" /><Relationship Type="http://schemas.openxmlformats.org/officeDocument/2006/relationships/image" Target="/ppt/media/image86.png" Id="R0756fe2866bc4388" /><Relationship Type="http://schemas.openxmlformats.org/officeDocument/2006/relationships/notesSlide" Target="/ppt/notesSlides/notesSlide42.xml" Id="R6e87dd9d3d29438c"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241BCCE-75E3-4900-98CC-FD16653AB227}"/>
              </a:ext>
            </a:extLst>
          </p:cNvPr>
          <p:cNvPicPr>
            <a:picLocks xmlns:a="http://schemas.openxmlformats.org/drawingml/2006/main" noChangeAspect="1"/>
          </p:cNvPicPr>
          <p:nvPr/>
        </p:nvPicPr>
        <p:blipFill>
          <a:blip xmlns:r="http://schemas.openxmlformats.org/officeDocument/2006/relationships" xmlns:a="http://schemas.openxmlformats.org/drawingml/2006/main" r:embed="R1b2eb739087642f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867A4FEC-A511-4CFE-B982-B0A0C842284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BE41ECFA-ED42-4A35-891F-D5F89A20BB10}"/>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ED2A6DD3-3892-440F-87FB-6AF3D3B07CE4}"/>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727F70A8-1661-4C63-BBDB-147FEE34AA14}"/>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E077A8E7-0401-4ACD-BDCD-B2138FBE7AA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C9D1DDCF-A059-4C93-A1A0-53871E5D56BD}"/>
              </a:ext>
            </a:extLst>
          </p:cNvPr>
          <p:cNvPicPr>
            <a:picLocks xmlns:a="http://schemas.openxmlformats.org/drawingml/2006/main" noChangeAspect="1"/>
          </p:cNvPicPr>
          <p:nvPr/>
        </p:nvPicPr>
        <p:blipFill>
          <a:blip xmlns:r="http://schemas.openxmlformats.org/officeDocument/2006/relationships" xmlns:a="http://schemas.openxmlformats.org/drawingml/2006/main" r:embed="R5aec6a63592542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77318FB-9D43-422E-9C42-B088271737A6}"/>
              </a:ext>
            </a:extLst>
          </p:cNvPr>
          <p:cNvPicPr>
            <a:picLocks xmlns:a="http://schemas.openxmlformats.org/drawingml/2006/main" noChangeAspect="1"/>
          </p:cNvPicPr>
          <p:nvPr/>
        </p:nvPicPr>
        <p:blipFill>
          <a:blip xmlns:r="http://schemas.openxmlformats.org/officeDocument/2006/relationships" xmlns:a="http://schemas.openxmlformats.org/drawingml/2006/main" r:embed="Rba846222ef434579"/>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E1D501AD-23E6-4FA6-9C18-5589CDA8DF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5872722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07CE841-7C13-456E-B686-D210540BD946}"/>
              </a:ext>
            </a:extLst>
          </p:cNvPr>
          <p:cNvPicPr>
            <a:picLocks xmlns:a="http://schemas.openxmlformats.org/drawingml/2006/main" noChangeAspect="1"/>
          </p:cNvPicPr>
          <p:nvPr/>
        </p:nvPicPr>
        <p:blipFill>
          <a:blip xmlns:r="http://schemas.openxmlformats.org/officeDocument/2006/relationships" xmlns:a="http://schemas.openxmlformats.org/drawingml/2006/main" r:embed="Re36e5385b1144b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22ECB8-659D-4A6B-8AF7-14EF1F83D6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27AC50-E754-466E-9C77-6B5F48038E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4E19AAB0-88D4-4791-8F00-EC0DD2CB10C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214414-E562-4AB1-98CE-876E5FEAE31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4F531726-D180-4635-972E-49551F80D83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9273602C-2E09-436A-BB6E-06E384004A7B}"/>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5FEFEF98-7B37-4DCF-A4DE-6848E7E8619C}"/>
              </a:ext>
            </a:extLst>
          </p:cNvPr>
          <p:cNvPicPr>
            <a:picLocks xmlns:a="http://schemas.openxmlformats.org/drawingml/2006/main" noChangeAspect="1"/>
          </p:cNvPicPr>
          <p:nvPr/>
        </p:nvPicPr>
        <p:blipFill>
          <a:blip xmlns:r="http://schemas.openxmlformats.org/officeDocument/2006/relationships" xmlns:a="http://schemas.openxmlformats.org/drawingml/2006/main" r:embed="Rd64fedeb80a7482b"/>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4107257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58FB5BA-37BC-4EF1-B35A-DA29AE2B1A1A}"/>
              </a:ext>
            </a:extLst>
          </p:cNvPr>
          <p:cNvPicPr>
            <a:picLocks xmlns:a="http://schemas.openxmlformats.org/drawingml/2006/main" noChangeAspect="1"/>
          </p:cNvPicPr>
          <p:nvPr/>
        </p:nvPicPr>
        <p:blipFill>
          <a:blip xmlns:r="http://schemas.openxmlformats.org/officeDocument/2006/relationships" xmlns:a="http://schemas.openxmlformats.org/drawingml/2006/main" r:embed="Rba5b381ebcfc45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36DCC6-1C14-464D-A7DD-6F47A7AE03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2B5828-181C-4BBE-8FF9-E2000486337F}"/>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00C286C6-FBDA-4017-82FF-E79B63EC2C4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0D558615-9495-4E7C-B941-C748F96777C6}"/>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FD8C3CB-9133-40A1-B840-AC38CCB7545B}"/>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E575D0D3-C99D-416E-B8F0-8153C54F4B6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0F39A0B-273F-423F-8923-B6DE456126FC}"/>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F57F533-AC8F-4FDE-8459-7A18CEB2F636}"/>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A2E74953-C079-438B-B475-308379260F2F}"/>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0393282-9ED9-41E4-8711-8A4093F3BD30}"/>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5D50EDAA-C02E-4DFA-81FB-62ACC1964E5D}"/>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AEE24508-07DC-43EC-9347-76E837B5627A}"/>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FFBBF3A-CF86-4B89-B43B-042F2EB6C0D4}"/>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20F76D43-2891-4E42-A235-9AD6F65D20AF}"/>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236132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BA5EC48-7C3D-44D4-AB51-34E399072301}"/>
              </a:ext>
            </a:extLst>
          </p:cNvPr>
          <p:cNvPicPr>
            <a:picLocks xmlns:a="http://schemas.openxmlformats.org/drawingml/2006/main" noChangeAspect="1"/>
          </p:cNvPicPr>
          <p:nvPr/>
        </p:nvPicPr>
        <p:blipFill>
          <a:blip xmlns:r="http://schemas.openxmlformats.org/officeDocument/2006/relationships" xmlns:a="http://schemas.openxmlformats.org/drawingml/2006/main" r:embed="R6d9f2e80227e487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EDE46B-1EEC-4A1E-A8ED-7A260E833EA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14F186-1F8F-46BE-8507-730645360336}"/>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3F4024A-FBCF-4240-BEB0-B2AE7C5387E2}"/>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59A24A-E237-4BEC-AA93-73F2A6080E46}"/>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B7B041B-FE43-45DD-B451-9B8A7D466ACA}"/>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0A92C20D-3170-4940-9975-C4C15F87728D}"/>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5B2F514-6239-4355-AEF2-FC603788328B}"/>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136BA85-526A-4407-9958-5ABC22A5BC3E}"/>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3972BBD0-9154-4941-8DEF-5032D427EA4F}"/>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7416D139-86AD-45A9-A020-24A115104424}"/>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B5305D6-A70B-4081-A5F6-4504B13394F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917003E-FA03-47F1-8FAD-B34A382B859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505A5041-8276-4BE8-A8FA-C01B6FCFEB39}"/>
              </a:ext>
            </a:extLst>
          </p:cNvPr>
          <p:cNvPicPr>
            <a:picLocks xmlns:a="http://schemas.openxmlformats.org/drawingml/2006/main" noChangeAspect="1"/>
          </p:cNvPicPr>
          <p:nvPr/>
        </p:nvPicPr>
        <p:blipFill>
          <a:blip xmlns:r="http://schemas.openxmlformats.org/officeDocument/2006/relationships" xmlns:a="http://schemas.openxmlformats.org/drawingml/2006/main" r:embed="R2d0d0c4607864be8"/>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82511197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C21F8C5-E72A-4D71-80BE-8956F23784FB}"/>
              </a:ext>
            </a:extLst>
          </p:cNvPr>
          <p:cNvPicPr>
            <a:picLocks xmlns:a="http://schemas.openxmlformats.org/drawingml/2006/main" noChangeAspect="1"/>
          </p:cNvPicPr>
          <p:nvPr/>
        </p:nvPicPr>
        <p:blipFill>
          <a:blip xmlns:r="http://schemas.openxmlformats.org/officeDocument/2006/relationships" xmlns:a="http://schemas.openxmlformats.org/drawingml/2006/main" r:embed="Rd2ba2939d0f441b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FA722C3-852B-4891-9BF3-DEC94DDB77F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98272DB-6E02-4DFE-BC26-799A29E60A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2408592-C2A3-4B14-BCBA-0776B79D6E5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F51B932-9A53-48AA-BB82-05F4F6CB1E77}"/>
              </a:ext>
            </a:extLst>
          </p:cNvPr>
          <p:cNvPicPr>
            <a:picLocks xmlns:a="http://schemas.openxmlformats.org/drawingml/2006/main" noChangeAspect="1"/>
          </p:cNvPicPr>
          <p:nvPr/>
        </p:nvPicPr>
        <p:blipFill>
          <a:blip xmlns:r="http://schemas.openxmlformats.org/officeDocument/2006/relationships" xmlns:a="http://schemas.openxmlformats.org/drawingml/2006/main" r:embed="R5f4b2b41aad0479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BC747A9-A72B-4E7D-81A4-6358872619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F5DF4C5-AA55-4787-92D7-18EF72C8520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4CA66C4A-A81E-4800-9432-2888C0FF580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993868A8-4C74-4E71-B4F6-49CC8D8117A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472809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0A091AE-07DF-4456-89A4-A491993299C4}"/>
              </a:ext>
            </a:extLst>
          </p:cNvPr>
          <p:cNvPicPr>
            <a:picLocks xmlns:a="http://schemas.openxmlformats.org/drawingml/2006/main" noChangeAspect="1"/>
          </p:cNvPicPr>
          <p:nvPr/>
        </p:nvPicPr>
        <p:blipFill>
          <a:blip xmlns:r="http://schemas.openxmlformats.org/officeDocument/2006/relationships" xmlns:a="http://schemas.openxmlformats.org/drawingml/2006/main" r:embed="R93f7801201874b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F124C3-26EF-40C0-9FD9-0940696DD06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ABDC79-F830-4130-A318-F1D1A22D17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EBED2BF-2368-4859-9A66-DB550A01A94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296178-4CE6-4F06-AC20-C7FB7E6ED5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C0A6A94-CADA-4BDF-BB8E-7C52BD8F1D88}"/>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01794967-246E-4926-B2AB-21BA56DD7C1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B6A9F176-74CB-446F-A760-DE49750AFF1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3306B5D9-94AB-4494-A312-0F4A29CAF8B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A67E703A-29E3-4DC9-8058-C0BB46ACE33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5DD93520-A8BD-40B6-BB6A-18FE03FAE3C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6819451-C63C-43B3-8128-35D9FD81504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9808810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9C673DB-A731-45D8-8FB3-956C7275094F}"/>
              </a:ext>
            </a:extLst>
          </p:cNvPr>
          <p:cNvPicPr>
            <a:picLocks xmlns:a="http://schemas.openxmlformats.org/drawingml/2006/main" noChangeAspect="1"/>
          </p:cNvPicPr>
          <p:nvPr/>
        </p:nvPicPr>
        <p:blipFill>
          <a:blip xmlns:r="http://schemas.openxmlformats.org/officeDocument/2006/relationships" xmlns:a="http://schemas.openxmlformats.org/drawingml/2006/main" r:embed="R0b63ff2e9f2447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F32329-DBB6-43CD-89DC-2BC5E67FDC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45EFB6-CD4B-4CA0-8E3C-BD68B80EC1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B3FB2A7-35B9-4764-AAE6-9F7214706A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428AECA-67D6-402D-BFFE-58D70496FFA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1F949A2-53BE-429F-A6FE-151521FCFC0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2BB84555-4467-48F3-B919-F3E333E13E80}"/>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642E7CBA-A45C-4E2A-A247-B873A98DA82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CC5BDA61-AB4B-4BCE-9648-3740AAA5FEFF}"/>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A9CB10C9-47B7-4F99-9B4A-572B5415B81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F9F332F5-3A03-48D1-A8D2-188141E87DC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DFF6836C-88A9-46F7-9C32-C35629CC2CC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D0F57E1F-94EB-4EEC-8EED-164FB541ACE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6602800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EDD7A58-CAE3-44F0-95BB-6EEC1F616083}"/>
              </a:ext>
            </a:extLst>
          </p:cNvPr>
          <p:cNvPicPr>
            <a:picLocks xmlns:a="http://schemas.openxmlformats.org/drawingml/2006/main" noChangeAspect="1"/>
          </p:cNvPicPr>
          <p:nvPr/>
        </p:nvPicPr>
        <p:blipFill>
          <a:blip xmlns:r="http://schemas.openxmlformats.org/officeDocument/2006/relationships" xmlns:a="http://schemas.openxmlformats.org/drawingml/2006/main" r:embed="Rda3c6535bce94d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3A4FCC-91E7-439C-A242-BCBC4277BB4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1CB438-3186-4412-878F-895A90F4369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D9228F5-E6C1-463A-9453-FAAAD4F89E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C84BAD-564B-45D2-9564-775C20A70C6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0BA6B0AB-34CA-446E-A6FB-6BB217A9D223}"/>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F5F4A5D7-4A24-402F-96F6-9800A673FE52}"/>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3AFAADD5-F103-4F04-BFCD-873F6C0D3EDF}"/>
              </a:ext>
            </a:extLst>
          </p:cNvPr>
          <p:cNvPicPr>
            <a:picLocks xmlns:a="http://schemas.openxmlformats.org/drawingml/2006/main" noChangeAspect="1"/>
          </p:cNvPicPr>
          <p:nvPr/>
        </p:nvPicPr>
        <p:blipFill>
          <a:blip xmlns:r="http://schemas.openxmlformats.org/officeDocument/2006/relationships" xmlns:a="http://schemas.openxmlformats.org/drawingml/2006/main" r:embed="R5d966481c80f42ce"/>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12F409B-64FA-40FB-A1BF-026A9E34464D}"/>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BE1395BC-EFC7-4815-8C11-BE76ACEB3F05}"/>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E01A1919-344E-4F28-890D-D4207BF0E31A}"/>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7B5C3E4C-74E5-41B8-AEE3-5587EF693B80}"/>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4A051C58-0C04-4330-A775-F6CBAAAA48CC}"/>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37B1BA75-84EB-45E7-AA7E-B9C980B742A0}"/>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38F197E7-200B-4A47-AA05-7CEDB4920E41}"/>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1001E1F7-EAF3-4576-A474-00AB7B6F9B0E}"/>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7885038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1F093E8-0517-4B40-862C-27026A98FBCA}"/>
              </a:ext>
            </a:extLst>
          </p:cNvPr>
          <p:cNvPicPr>
            <a:picLocks xmlns:a="http://schemas.openxmlformats.org/drawingml/2006/main" noChangeAspect="1"/>
          </p:cNvPicPr>
          <p:nvPr/>
        </p:nvPicPr>
        <p:blipFill>
          <a:blip xmlns:r="http://schemas.openxmlformats.org/officeDocument/2006/relationships" xmlns:a="http://schemas.openxmlformats.org/drawingml/2006/main" r:embed="R51c2d12506a94f1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6E56BE-D378-45E0-91F3-18AE13537B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96240F-F458-478C-B114-D204DEF8F3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EB48EC0-3ECD-4EF0-9A15-FEF8D03125C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E50EB9-7110-4E79-B788-0A6276822D0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02AA77E-E50F-464A-981B-5C3A09A499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40C889DF-458C-481B-BCC2-63D9A84DC15B}"/>
              </a:ext>
            </a:extLst>
          </p:cNvPr>
          <p:cNvPicPr>
            <a:picLocks xmlns:a="http://schemas.openxmlformats.org/drawingml/2006/main" noChangeAspect="1"/>
          </p:cNvPicPr>
          <p:nvPr/>
        </p:nvPicPr>
        <p:blipFill>
          <a:blip xmlns:r="http://schemas.openxmlformats.org/officeDocument/2006/relationships" xmlns:a="http://schemas.openxmlformats.org/drawingml/2006/main" r:embed="R44782f6e8d00467f"/>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BFA9BC8-2BC1-4C56-8ED3-21228D978FF4}"/>
              </a:ext>
            </a:extLst>
          </p:cNvPr>
          <p:cNvPicPr>
            <a:picLocks xmlns:a="http://schemas.openxmlformats.org/drawingml/2006/main" noChangeAspect="1"/>
          </p:cNvPicPr>
          <p:nvPr/>
        </p:nvPicPr>
        <p:blipFill>
          <a:blip xmlns:r="http://schemas.openxmlformats.org/officeDocument/2006/relationships" xmlns:a="http://schemas.openxmlformats.org/drawingml/2006/main" r:embed="R955c5b66e6574aae"/>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30E3F9B1-B3BC-4419-A766-5F36593714E2}"/>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DF2CBAAA-7DC5-43C5-80FF-A61E95C88330}"/>
              </a:ext>
            </a:extLst>
          </p:cNvPr>
          <p:cNvPicPr>
            <a:picLocks xmlns:a="http://schemas.openxmlformats.org/drawingml/2006/main" noChangeAspect="1"/>
          </p:cNvPicPr>
          <p:nvPr/>
        </p:nvPicPr>
        <p:blipFill>
          <a:blip xmlns:r="http://schemas.openxmlformats.org/officeDocument/2006/relationships" xmlns:a="http://schemas.openxmlformats.org/drawingml/2006/main" r:embed="R8f08a703a6f54ef1"/>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0061E5D1-CFF4-4CBA-A1C9-B780E6CB465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5E20D31-7A48-432A-ADF2-C74C32FF322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2623806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8D167E5-8140-4845-990B-F124CDC7E298}"/>
              </a:ext>
            </a:extLst>
          </p:cNvPr>
          <p:cNvPicPr>
            <a:picLocks xmlns:a="http://schemas.openxmlformats.org/drawingml/2006/main" noChangeAspect="1"/>
          </p:cNvPicPr>
          <p:nvPr/>
        </p:nvPicPr>
        <p:blipFill>
          <a:blip xmlns:r="http://schemas.openxmlformats.org/officeDocument/2006/relationships" xmlns:a="http://schemas.openxmlformats.org/drawingml/2006/main" r:embed="Rbcb98fe388c04bc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074371-41BA-40B8-9518-AA884F766D7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80415B-85AD-47C5-AB8F-5F49F5E87A9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A760119-8FB2-4A38-AC0F-166FD1648B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946F5B-016D-4823-AEAF-28EFC77809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ECCB218-2D28-4FDB-9DFD-5262DC9E9F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7C8B1B08-6A72-4394-8E9B-F2366801141E}"/>
              </a:ext>
            </a:extLst>
          </p:cNvPr>
          <p:cNvPicPr>
            <a:picLocks xmlns:a="http://schemas.openxmlformats.org/drawingml/2006/main" noChangeAspect="1"/>
          </p:cNvPicPr>
          <p:nvPr/>
        </p:nvPicPr>
        <p:blipFill>
          <a:blip xmlns:r="http://schemas.openxmlformats.org/officeDocument/2006/relationships" xmlns:a="http://schemas.openxmlformats.org/drawingml/2006/main" r:embed="R7285b642fdbe4b33"/>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D7703A3-BA6C-4283-9632-28E9361BB6EC}"/>
              </a:ext>
            </a:extLst>
          </p:cNvPr>
          <p:cNvPicPr>
            <a:picLocks xmlns:a="http://schemas.openxmlformats.org/drawingml/2006/main" noChangeAspect="1"/>
          </p:cNvPicPr>
          <p:nvPr/>
        </p:nvPicPr>
        <p:blipFill>
          <a:blip xmlns:r="http://schemas.openxmlformats.org/officeDocument/2006/relationships" xmlns:a="http://schemas.openxmlformats.org/drawingml/2006/main" r:embed="R6e576e962e5c447e"/>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50D7945-07A6-4E76-8FDB-A28BA68CA58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0C57B5B-F098-4936-BA37-7B33B83C96D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1192020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1AF9820-B944-454B-B1EA-5F0CCFC0F459}"/>
              </a:ext>
            </a:extLst>
          </p:cNvPr>
          <p:cNvPicPr>
            <a:picLocks xmlns:a="http://schemas.openxmlformats.org/drawingml/2006/main" noChangeAspect="1"/>
          </p:cNvPicPr>
          <p:nvPr/>
        </p:nvPicPr>
        <p:blipFill>
          <a:blip xmlns:r="http://schemas.openxmlformats.org/officeDocument/2006/relationships" xmlns:a="http://schemas.openxmlformats.org/drawingml/2006/main" r:embed="R2b833fa820fa47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CB6D10-D780-44D9-B4F4-1CEB4B7F36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8F4F21-4173-45DE-A1EC-60C514D42E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DDFD18F-192F-4FCA-B517-DECAB566E8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31D427-B8E3-43F5-8F0E-7F4474A9A1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5AE3048-EAB9-4F77-B138-4A7556E6A31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6FEE0F3-7A59-43BD-8EAB-71A87A5DB220}"/>
              </a:ext>
            </a:extLst>
          </p:cNvPr>
          <p:cNvPicPr>
            <a:picLocks xmlns:a="http://schemas.openxmlformats.org/drawingml/2006/main" noChangeAspect="1"/>
          </p:cNvPicPr>
          <p:nvPr/>
        </p:nvPicPr>
        <p:blipFill>
          <a:blip xmlns:r="http://schemas.openxmlformats.org/officeDocument/2006/relationships" xmlns:a="http://schemas.openxmlformats.org/drawingml/2006/main" r:embed="Rf275cd6683c4456a"/>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DE38EBD-BBD1-4AB2-9997-419D5A5259A2}"/>
              </a:ext>
            </a:extLst>
          </p:cNvPr>
          <p:cNvPicPr>
            <a:picLocks xmlns:a="http://schemas.openxmlformats.org/drawingml/2006/main" noChangeAspect="1"/>
          </p:cNvPicPr>
          <p:nvPr/>
        </p:nvPicPr>
        <p:blipFill>
          <a:blip xmlns:r="http://schemas.openxmlformats.org/officeDocument/2006/relationships" xmlns:a="http://schemas.openxmlformats.org/drawingml/2006/main" r:embed="Rd7a917c0bbca4c2e"/>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7DDFFCF-600F-4BA3-AD6D-2930C3F0466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4160725-4168-41A0-843A-6F4576FC13D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6258341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A790A2C-E91A-4D88-9986-0EDC98C9DF09}"/>
              </a:ext>
            </a:extLst>
          </p:cNvPr>
          <p:cNvPicPr>
            <a:picLocks xmlns:a="http://schemas.openxmlformats.org/drawingml/2006/main" noChangeAspect="1"/>
          </p:cNvPicPr>
          <p:nvPr/>
        </p:nvPicPr>
        <p:blipFill>
          <a:blip xmlns:r="http://schemas.openxmlformats.org/officeDocument/2006/relationships" xmlns:a="http://schemas.openxmlformats.org/drawingml/2006/main" r:embed="R11c6680e31e548c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D364E5-B474-4594-97CB-5C13752882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61DC19-3D3F-4153-87E3-4293823B6AD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237822D-F35F-46EB-8A7C-1A05CDB91E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B044E1-0BA5-4903-B559-DF2CA54312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BAC365D-C898-48AD-91AA-6BA68763F8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1B5540D6-10A2-4F60-A05E-AA75C260F3E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5DC70DD-194B-4D56-BEF4-8D9AE5508A1B}"/>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90D3E76-745D-4266-A8F7-CB75FF28072E}"/>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4371D41-FB47-485D-8C49-A3F3DEFC7547}"/>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431EBCA-FBA8-4C2A-B94C-9A8CF3F0F1C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62181670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1C44018-3614-4577-BB6C-5B2D8DFEE8D7}"/>
              </a:ext>
            </a:extLst>
          </p:cNvPr>
          <p:cNvPicPr>
            <a:picLocks xmlns:a="http://schemas.openxmlformats.org/drawingml/2006/main" noChangeAspect="1"/>
          </p:cNvPicPr>
          <p:nvPr/>
        </p:nvPicPr>
        <p:blipFill>
          <a:blip xmlns:r="http://schemas.openxmlformats.org/officeDocument/2006/relationships" xmlns:a="http://schemas.openxmlformats.org/drawingml/2006/main" r:embed="Rc7b2730622244a9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9628511-E9A9-4559-B20B-C9976A89854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B6D1908-6CD7-4AC5-A7DF-69D9B1C5D15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EC5FF7C2-9C74-401F-83BF-A4DE16EAC68C}"/>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9C94287-BB06-433B-BB41-F52FE58D7851}"/>
              </a:ext>
            </a:extLst>
          </p:cNvPr>
          <p:cNvPicPr>
            <a:picLocks xmlns:a="http://schemas.openxmlformats.org/drawingml/2006/main" noChangeAspect="1"/>
          </p:cNvPicPr>
          <p:nvPr/>
        </p:nvPicPr>
        <p:blipFill>
          <a:blip xmlns:r="http://schemas.openxmlformats.org/officeDocument/2006/relationships" xmlns:a="http://schemas.openxmlformats.org/drawingml/2006/main" r:embed="Rbd103058418842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47E62B02-8827-4E83-B24E-7AD025CCFA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E0DB70C8-54B2-4A80-BA36-5B1660FA3C7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3E9284C4-6465-4EF7-8DA4-5023B38E79B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376BF6A1-9788-4652-9EEA-961D4219210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4005663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64459AA-EA20-4577-BA01-30C866E06B95}"/>
              </a:ext>
            </a:extLst>
          </p:cNvPr>
          <p:cNvPicPr>
            <a:picLocks xmlns:a="http://schemas.openxmlformats.org/drawingml/2006/main" noChangeAspect="1"/>
          </p:cNvPicPr>
          <p:nvPr/>
        </p:nvPicPr>
        <p:blipFill>
          <a:blip xmlns:r="http://schemas.openxmlformats.org/officeDocument/2006/relationships" xmlns:a="http://schemas.openxmlformats.org/drawingml/2006/main" r:embed="Rf83bf3473f1e46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7436B1-F755-4E7F-8E9A-5716F3D700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C8E4BB-FD46-4FE1-9452-419CD121382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7343724-8C3F-4B9D-95B7-7C03C3D6AEA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2D991D-A226-4DBD-BB9B-6F77D868FE5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C20AE54-014E-434F-8DC6-352C8E658C0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07180CCB-1861-420D-8424-EC37537FF2C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B7B97DE-C2F9-4410-BDB1-EB75B07B251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AC0F23D5-572D-4F4E-BFBB-658CD271C60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E9AE60E-5193-4A4F-80AB-A3D36FAE927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DB7F1034-5B41-4ED4-A34F-BD3BADF090B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FF24317E-F4D4-4D41-96EC-515DB1D479E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6207311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91B71FC-0489-496B-B5F2-D919DAA7C198}"/>
              </a:ext>
            </a:extLst>
          </p:cNvPr>
          <p:cNvPicPr>
            <a:picLocks xmlns:a="http://schemas.openxmlformats.org/drawingml/2006/main" noChangeAspect="1"/>
          </p:cNvPicPr>
          <p:nvPr/>
        </p:nvPicPr>
        <p:blipFill>
          <a:blip xmlns:r="http://schemas.openxmlformats.org/officeDocument/2006/relationships" xmlns:a="http://schemas.openxmlformats.org/drawingml/2006/main" r:embed="Rf5adcfa44c1b4d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7799FE-5241-44B7-B748-85CD8DC3D8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CF8FF7-40F8-4BB2-86B5-0CEC59137B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67A38CE-0184-4699-9211-5A24537907F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BF49AB-9863-4A1B-918B-B01320237E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527FB9B-E69A-4B04-A554-836A05DA02C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F26E5B23-E629-4BB4-9220-A30A689DE70A}"/>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A51AC96F-A29D-4AC2-B037-771EE592AD69}"/>
              </a:ext>
            </a:extLst>
          </p:cNvPr>
          <p:cNvPicPr>
            <a:picLocks xmlns:a="http://schemas.openxmlformats.org/drawingml/2006/main" noChangeAspect="1"/>
          </p:cNvPicPr>
          <p:nvPr/>
        </p:nvPicPr>
        <p:blipFill>
          <a:blip xmlns:r="http://schemas.openxmlformats.org/officeDocument/2006/relationships" xmlns:a="http://schemas.openxmlformats.org/drawingml/2006/main" r:embed="Rd3335734e0054df4"/>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B392B9-5141-420F-9ADD-216856A55C49}"/>
              </a:ext>
            </a:extLst>
          </p:cNvPr>
          <p:cNvPicPr>
            <a:picLocks xmlns:a="http://schemas.openxmlformats.org/drawingml/2006/main" noChangeAspect="1"/>
          </p:cNvPicPr>
          <p:nvPr/>
        </p:nvPicPr>
        <p:blipFill>
          <a:blip xmlns:r="http://schemas.openxmlformats.org/officeDocument/2006/relationships" xmlns:a="http://schemas.openxmlformats.org/drawingml/2006/main" r:embed="R2342b6b33a654587"/>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A14A95C-3FAC-48F6-9791-75F8986DD86D}"/>
              </a:ext>
            </a:extLst>
          </p:cNvPr>
          <p:cNvPicPr>
            <a:picLocks xmlns:a="http://schemas.openxmlformats.org/drawingml/2006/main" noChangeAspect="1"/>
          </p:cNvPicPr>
          <p:nvPr/>
        </p:nvPicPr>
        <p:blipFill>
          <a:blip xmlns:r="http://schemas.openxmlformats.org/officeDocument/2006/relationships" xmlns:a="http://schemas.openxmlformats.org/drawingml/2006/main" r:embed="R99d07f659d83477f"/>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21191478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99C53DD-15AB-4E2F-AA7D-AEA264CC3B96}"/>
              </a:ext>
            </a:extLst>
          </p:cNvPr>
          <p:cNvPicPr>
            <a:picLocks xmlns:a="http://schemas.openxmlformats.org/drawingml/2006/main" noChangeAspect="1"/>
          </p:cNvPicPr>
          <p:nvPr/>
        </p:nvPicPr>
        <p:blipFill>
          <a:blip xmlns:r="http://schemas.openxmlformats.org/officeDocument/2006/relationships" xmlns:a="http://schemas.openxmlformats.org/drawingml/2006/main" r:embed="Rfba46511a70044f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E46840C-5E56-4EE3-8B4B-BBD8F353E9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EF1011-42A1-4E7A-BF20-E4A93FC4B7D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A4373EA-B73A-42E2-AC0E-AAC6D2C4A5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6891B6-C2A3-4F63-807A-C97C2243BE1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C782C57-8D75-4DAD-9800-C7301400E89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D710741A-F736-4CE2-B62E-490448B98C43}"/>
              </a:ext>
            </a:extLst>
          </p:cNvPr>
          <p:cNvPicPr>
            <a:picLocks xmlns:a="http://schemas.openxmlformats.org/drawingml/2006/main" noChangeAspect="1"/>
          </p:cNvPicPr>
          <p:nvPr/>
        </p:nvPicPr>
        <p:blipFill>
          <a:blip xmlns:r="http://schemas.openxmlformats.org/officeDocument/2006/relationships" xmlns:a="http://schemas.openxmlformats.org/drawingml/2006/main" r:embed="Rb9406ef554c8436c"/>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A78E6FA-4487-4443-97FE-52588BEFCE52}"/>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0E38C704-C8DC-4F52-8973-C606E8D2B84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ED9D22E-D94C-4013-AD16-EB592DAC51A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109320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96E2FF5-F3D5-4970-8DE7-03246D1D816E}"/>
              </a:ext>
            </a:extLst>
          </p:cNvPr>
          <p:cNvPicPr>
            <a:picLocks xmlns:a="http://schemas.openxmlformats.org/drawingml/2006/main" noChangeAspect="1"/>
          </p:cNvPicPr>
          <p:nvPr/>
        </p:nvPicPr>
        <p:blipFill>
          <a:blip xmlns:r="http://schemas.openxmlformats.org/officeDocument/2006/relationships" xmlns:a="http://schemas.openxmlformats.org/drawingml/2006/main" r:embed="R07532144f5dd48c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3DE695-CB18-44FA-A865-2DF2CFACBE7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558CA2-AF2F-4454-A281-FCD83F4089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952C3F5-71D2-47D5-9449-D2F6033D92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2FD8E8-8B93-4851-B273-C499145C1D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1DFE3D2-B9FB-4634-970B-8B4A99A827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73091E4D-F5CD-440C-B4A1-034D5F1FBD21}"/>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BF9E9798-0A82-4793-8BDC-0F7FA111A779}"/>
              </a:ext>
            </a:extLst>
          </p:cNvPr>
          <p:cNvPicPr>
            <a:picLocks xmlns:a="http://schemas.openxmlformats.org/drawingml/2006/main" noChangeAspect="1"/>
          </p:cNvPicPr>
          <p:nvPr/>
        </p:nvPicPr>
        <p:blipFill>
          <a:blip xmlns:r="http://schemas.openxmlformats.org/officeDocument/2006/relationships" xmlns:a="http://schemas.openxmlformats.org/drawingml/2006/main" r:embed="Rf4fe530f9caf4511"/>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D88AC06-ADC6-44CD-A0CF-2B6A31313910}"/>
              </a:ext>
            </a:extLst>
          </p:cNvPr>
          <p:cNvPicPr>
            <a:picLocks xmlns:a="http://schemas.openxmlformats.org/drawingml/2006/main" noChangeAspect="1"/>
          </p:cNvPicPr>
          <p:nvPr/>
        </p:nvPicPr>
        <p:blipFill>
          <a:blip xmlns:r="http://schemas.openxmlformats.org/officeDocument/2006/relationships" xmlns:a="http://schemas.openxmlformats.org/drawingml/2006/main" r:embed="Rb6d4dfe97ef44367"/>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5709C301-5EFE-4532-BC2E-7BFD857B3E58}"/>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9D235771-1509-44C9-B3B0-33AB84A471DC}"/>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17838058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0626660-9373-46E0-8D5A-F04A549342F8}"/>
              </a:ext>
            </a:extLst>
          </p:cNvPr>
          <p:cNvPicPr>
            <a:picLocks xmlns:a="http://schemas.openxmlformats.org/drawingml/2006/main" noChangeAspect="1"/>
          </p:cNvPicPr>
          <p:nvPr/>
        </p:nvPicPr>
        <p:blipFill>
          <a:blip xmlns:r="http://schemas.openxmlformats.org/officeDocument/2006/relationships" xmlns:a="http://schemas.openxmlformats.org/drawingml/2006/main" r:embed="Rf4c5ba3510e545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AAFAF7-D67F-4B06-95FA-2393819D043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1ED5B4-7695-4AA8-8160-7CF5FD6520B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8EDEEF9-C756-4E50-88F3-F854F25D65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F8B8812-8270-40E2-AEB1-DE1184C0FC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B3EF506-6157-4441-97C7-F83811E8A89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E72D477D-EE31-461A-BE45-DA613C8F180D}"/>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AB622968-661D-4ED4-8957-5C6F7C2554BC}"/>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62EFC23F-40FB-458C-9EF0-644C2D0891D9}"/>
              </a:ext>
            </a:extLst>
          </p:cNvPr>
          <p:cNvPicPr>
            <a:picLocks xmlns:a="http://schemas.openxmlformats.org/drawingml/2006/main" noChangeAspect="1"/>
          </p:cNvPicPr>
          <p:nvPr/>
        </p:nvPicPr>
        <p:blipFill>
          <a:blip xmlns:r="http://schemas.openxmlformats.org/officeDocument/2006/relationships" xmlns:a="http://schemas.openxmlformats.org/drawingml/2006/main" r:embed="R2159f45be465472d"/>
          <a:stretch xmlns:a="http://schemas.openxmlformats.org/drawingml/2006/main"/>
        </p:blipFill>
        <p:spPr>
          <a:xfrm xmlns:a="http://schemas.openxmlformats.org/drawingml/2006/main">
            <a:off x="2276475" y="5581653"/>
            <a:ext cx="7328059" cy="1009644"/>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E8873335-36F8-4FC3-8D70-57EEF123CFF1}"/>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FDDCECB-97C4-48E9-9555-2881D5E06E7C}"/>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43581655-5A97-44EE-8A34-2DEC6E240E20}"/>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5CDE2F50-AD6D-4F33-9727-1340AA2DCF1D}"/>
              </a:ext>
            </a:extLst>
          </p:cNvPr>
          <p:cNvPicPr>
            <a:picLocks xmlns:a="http://schemas.openxmlformats.org/drawingml/2006/main" noChangeAspect="1"/>
          </p:cNvPicPr>
          <p:nvPr/>
        </p:nvPicPr>
        <p:blipFill>
          <a:blip xmlns:r="http://schemas.openxmlformats.org/officeDocument/2006/relationships" xmlns:a="http://schemas.openxmlformats.org/drawingml/2006/main" r:embed="R0c5d018493404035"/>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7987716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6D4998C-B740-4623-A371-A2FCFBF6D076}"/>
              </a:ext>
            </a:extLst>
          </p:cNvPr>
          <p:cNvPicPr>
            <a:picLocks xmlns:a="http://schemas.openxmlformats.org/drawingml/2006/main" noChangeAspect="1"/>
          </p:cNvPicPr>
          <p:nvPr/>
        </p:nvPicPr>
        <p:blipFill>
          <a:blip xmlns:r="http://schemas.openxmlformats.org/officeDocument/2006/relationships" xmlns:a="http://schemas.openxmlformats.org/drawingml/2006/main" r:embed="R334816080a4444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255439-C9AB-4EA9-BDA6-4007B860007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F63EEA-CAC4-4B62-949D-EAF5115781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2AA3120-BCE6-416F-AE7C-8ACE4C66AC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987D919-9AA6-4D63-A26D-48B3A504CF6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5915A86-C2D2-4D41-8A9D-98196DF403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C7674A89-1DCB-477E-91F4-C12AECB3347A}"/>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D1C069E8-FF32-4C99-A996-9D468C5086BE}"/>
              </a:ext>
            </a:extLst>
          </p:cNvPr>
          <p:cNvPicPr>
            <a:picLocks xmlns:a="http://schemas.openxmlformats.org/drawingml/2006/main" noChangeAspect="1"/>
          </p:cNvPicPr>
          <p:nvPr/>
        </p:nvPicPr>
        <p:blipFill>
          <a:blip xmlns:r="http://schemas.openxmlformats.org/officeDocument/2006/relationships" xmlns:a="http://schemas.openxmlformats.org/drawingml/2006/main" r:embed="Rf9b7dc8a77844186"/>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4CCAAAD-D9A5-48CD-A41C-BE209B9EBEB1}"/>
              </a:ext>
            </a:extLst>
          </p:cNvPr>
          <p:cNvPicPr>
            <a:picLocks xmlns:a="http://schemas.openxmlformats.org/drawingml/2006/main" noChangeAspect="1"/>
          </p:cNvPicPr>
          <p:nvPr/>
        </p:nvPicPr>
        <p:blipFill>
          <a:blip xmlns:r="http://schemas.openxmlformats.org/officeDocument/2006/relationships" xmlns:a="http://schemas.openxmlformats.org/drawingml/2006/main" r:embed="R51668fd090824489"/>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9D8855A2-3162-4ECB-9007-EDB204C035CC}"/>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CFA9C05D-406E-4FEA-AD49-AFD2807C90D8}"/>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E5FF824-2967-45B9-BD3E-2B1CFC0A7AAB}"/>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4866300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032EC6AB-73F3-4AE9-9121-696F74EC92CA}"/>
              </a:ext>
            </a:extLst>
          </p:cNvPr>
          <p:cNvPicPr>
            <a:picLocks xmlns:a="http://schemas.openxmlformats.org/drawingml/2006/main" noChangeAspect="1"/>
          </p:cNvPicPr>
          <p:nvPr/>
        </p:nvPicPr>
        <p:blipFill>
          <a:blip xmlns:r="http://schemas.openxmlformats.org/officeDocument/2006/relationships" xmlns:a="http://schemas.openxmlformats.org/drawingml/2006/main" r:embed="R5292fac9085241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34D43D-240C-44AD-AFE9-04C757E388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D9FD6D-1C1D-4A70-A20F-DAB7A86BDB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77D8EE4-507F-48C7-A392-8A03EE10DE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8AF67C4-4572-4FC4-8ABC-BAD1CEA5F7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79D1972-53C5-4E27-A80E-8C0E02274E0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7494F712-2156-4E75-8E46-DAB4C19418FD}"/>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C6C8F3-5CAA-426F-8A04-908E475C2247}"/>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D4E293E-1E27-43CF-B126-3AA3C9C49E10}"/>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220158CB-CB9B-4D44-AF39-812E5184FB61}"/>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272FC79A-76DA-464B-BD9C-DA9B848E2E5B}"/>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EFDCD597-35E0-4E40-9427-A9F2FE6EF8A1}"/>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D7749E-466D-4C59-AA3F-EF4FDE2A52E9}"/>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D9C9366-BA28-4714-B480-5BC6FA8DA64C}"/>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7B0E1C4E-3EB8-4E56-9BAA-684C4FB27431}"/>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EECFB668-60A3-4970-8028-56A0A983F9BB}"/>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EC6E21E5-974D-4DBC-B1E1-38D4E1F4D439}"/>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5CACEA3-C7FD-417B-9F0D-60006DCE1AEE}"/>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7A01950-4DA6-4D42-ABE3-28305E525377}"/>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4C099BCC-A795-4963-9483-BD260CB4B7A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5A20115A-144D-49F5-8F46-0882C89B4383}"/>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49968635-3A61-475C-AC00-1E6936D15BCD}"/>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E3729F7-318D-4CBC-B189-F3E6A42E2A56}"/>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EC834F6A-45D2-4927-8E75-6B379179F09D}"/>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FAA48B4A-66F9-418D-AFAF-7B574272B608}"/>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EDF5933B-F12C-4269-9043-07037D16907D}"/>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8650849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3E931B6-8F7F-43DD-B67F-EE8503775F2E}"/>
              </a:ext>
            </a:extLst>
          </p:cNvPr>
          <p:cNvPicPr>
            <a:picLocks xmlns:a="http://schemas.openxmlformats.org/drawingml/2006/main" noChangeAspect="1"/>
          </p:cNvPicPr>
          <p:nvPr/>
        </p:nvPicPr>
        <p:blipFill>
          <a:blip xmlns:r="http://schemas.openxmlformats.org/officeDocument/2006/relationships" xmlns:a="http://schemas.openxmlformats.org/drawingml/2006/main" r:embed="Re0011e1b5b9f4d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A9EC0A-8133-482A-B96B-2B5AC7D4F70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07D078-A868-496C-8F12-9EA8A080F2E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FF94081-878D-4774-A2EE-3A3DD7685B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245374B-D47C-492E-9D44-7EFA18A54F6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C110453-4D9E-4D4F-9E8E-589B2006FDD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6C264BC-31A8-44A1-8E86-804F7766C400}"/>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E8097FBB-504E-4C7A-BDB5-72C9A8561F25}"/>
              </a:ext>
            </a:extLst>
          </p:cNvPr>
          <p:cNvPicPr>
            <a:picLocks xmlns:a="http://schemas.openxmlformats.org/drawingml/2006/main" noChangeAspect="1"/>
          </p:cNvPicPr>
          <p:nvPr/>
        </p:nvPicPr>
        <p:blipFill>
          <a:blip xmlns:r="http://schemas.openxmlformats.org/officeDocument/2006/relationships" xmlns:a="http://schemas.openxmlformats.org/drawingml/2006/main" r:embed="R59fb622a5591433c"/>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C8F8E54-7AA8-4F28-B51E-ABAEFC4171A6}"/>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1EE5B0B4-0298-4132-AFE9-31417D703CC9}"/>
              </a:ext>
            </a:extLst>
          </p:cNvPr>
          <p:cNvPicPr>
            <a:picLocks xmlns:a="http://schemas.openxmlformats.org/drawingml/2006/main" noChangeAspect="1"/>
          </p:cNvPicPr>
          <p:nvPr/>
        </p:nvPicPr>
        <p:blipFill>
          <a:blip xmlns:r="http://schemas.openxmlformats.org/officeDocument/2006/relationships" xmlns:a="http://schemas.openxmlformats.org/drawingml/2006/main" r:embed="R4d06981a3fa54595"/>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7944426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E37B6FE-F97B-48B0-9C9B-12EFD1A2CE66}"/>
              </a:ext>
            </a:extLst>
          </p:cNvPr>
          <p:cNvPicPr>
            <a:picLocks xmlns:a="http://schemas.openxmlformats.org/drawingml/2006/main" noChangeAspect="1"/>
          </p:cNvPicPr>
          <p:nvPr/>
        </p:nvPicPr>
        <p:blipFill>
          <a:blip xmlns:r="http://schemas.openxmlformats.org/officeDocument/2006/relationships" xmlns:a="http://schemas.openxmlformats.org/drawingml/2006/main" r:embed="Re513947c546840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2ABC75-91CC-4522-804D-787D84C8E2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DF93D7-8AF5-4010-828C-E6AB8A74BF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962FA17-E0EE-4D3C-B9C3-B0C46A2A601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6A534A-7A89-4505-B214-BDBD8BD41A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06110FB-33C7-43DB-AF85-A9E7AEEEFC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ADF188BD-0FA5-40FB-8AEC-82772CE4F5C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4282D9D3-3C4C-4860-B42F-86165AD5D9B6}"/>
              </a:ext>
            </a:extLst>
          </p:cNvPr>
          <p:cNvPicPr>
            <a:picLocks xmlns:a="http://schemas.openxmlformats.org/drawingml/2006/main" noChangeAspect="1"/>
          </p:cNvPicPr>
          <p:nvPr/>
        </p:nvPicPr>
        <p:blipFill>
          <a:blip xmlns:r="http://schemas.openxmlformats.org/officeDocument/2006/relationships" xmlns:a="http://schemas.openxmlformats.org/drawingml/2006/main" r:embed="Rc1631d2fa7c44ee6"/>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1539996-612B-42F4-8C34-665824C9CE62}"/>
              </a:ext>
            </a:extLst>
          </p:cNvPr>
          <p:cNvPicPr>
            <a:picLocks xmlns:a="http://schemas.openxmlformats.org/drawingml/2006/main" noChangeAspect="1"/>
          </p:cNvPicPr>
          <p:nvPr/>
        </p:nvPicPr>
        <p:blipFill>
          <a:blip xmlns:r="http://schemas.openxmlformats.org/officeDocument/2006/relationships" xmlns:a="http://schemas.openxmlformats.org/drawingml/2006/main" r:embed="R9088cb44bf8d4673"/>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39B5609F-A436-4E21-BA09-98A4428880F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CE354134-2658-463A-95B7-346BBF78ABC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2697015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156E497-AEFF-41A0-9BFE-F4110829AAE1}"/>
              </a:ext>
            </a:extLst>
          </p:cNvPr>
          <p:cNvPicPr>
            <a:picLocks xmlns:a="http://schemas.openxmlformats.org/drawingml/2006/main" noChangeAspect="1"/>
          </p:cNvPicPr>
          <p:nvPr/>
        </p:nvPicPr>
        <p:blipFill>
          <a:blip xmlns:r="http://schemas.openxmlformats.org/officeDocument/2006/relationships" xmlns:a="http://schemas.openxmlformats.org/drawingml/2006/main" r:embed="R9f2abcd776184f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DDFE4C-E924-416B-85B2-1C23D909E27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230051-DB05-4689-92E3-BE463DB112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A58EF60-A5E2-478E-A68D-F709EE4A2F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B9E04B4-A574-4723-BFE9-13C4232928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56E2949-BE1F-4785-A9F5-5AED55AB0F2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3381A40-24DE-471E-BE28-E65043444D58}"/>
              </a:ext>
            </a:extLst>
          </p:cNvPr>
          <p:cNvPicPr>
            <a:picLocks xmlns:a="http://schemas.openxmlformats.org/drawingml/2006/main" noChangeAspect="1"/>
          </p:cNvPicPr>
          <p:nvPr/>
        </p:nvPicPr>
        <p:blipFill>
          <a:blip xmlns:r="http://schemas.openxmlformats.org/officeDocument/2006/relationships" xmlns:a="http://schemas.openxmlformats.org/drawingml/2006/main" r:embed="R735b48928cfa4f1f"/>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8B823D9-7D25-4053-A6B0-8FDE05870326}"/>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2D60D881-541A-4CAE-B189-39C77065B9F4}"/>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16C0137B-C6F3-420D-9321-F46C60FF6ED1}"/>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9C5CA9F5-E4F9-490A-8691-40925F0BBD5C}"/>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08584941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84D6626-FB3B-492B-84F5-D8836C42558B}"/>
              </a:ext>
            </a:extLst>
          </p:cNvPr>
          <p:cNvPicPr>
            <a:picLocks xmlns:a="http://schemas.openxmlformats.org/drawingml/2006/main" noChangeAspect="1"/>
          </p:cNvPicPr>
          <p:nvPr/>
        </p:nvPicPr>
        <p:blipFill>
          <a:blip xmlns:r="http://schemas.openxmlformats.org/officeDocument/2006/relationships" xmlns:a="http://schemas.openxmlformats.org/drawingml/2006/main" r:embed="R51d17c206d3b435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7CBC933-1EE6-4583-AE96-BD35DA16484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44FA900-D9CC-401E-8446-0A15C3E0F80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B52E9B9-E19E-4687-AF69-55182F0A700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A8773CC-8943-46B1-A6C6-BE6C805CEBFF}"/>
              </a:ext>
            </a:extLst>
          </p:cNvPr>
          <p:cNvPicPr>
            <a:picLocks xmlns:a="http://schemas.openxmlformats.org/drawingml/2006/main" noChangeAspect="1"/>
          </p:cNvPicPr>
          <p:nvPr/>
        </p:nvPicPr>
        <p:blipFill>
          <a:blip xmlns:r="http://schemas.openxmlformats.org/officeDocument/2006/relationships" xmlns:a="http://schemas.openxmlformats.org/drawingml/2006/main" r:embed="R6e583702ead144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2910F55-381B-46A5-A869-3DD20C61B1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54AFAD1-6F37-412B-8D7D-5D7B1E69F3D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6DCCC500-10D1-498E-BE96-84FA2EFEF1E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3F544C2B-8704-43E6-9A29-8A1804A8650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5167274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87897AC-E7E2-4EDC-AC2F-31528CE6FE0D}"/>
              </a:ext>
            </a:extLst>
          </p:cNvPr>
          <p:cNvPicPr>
            <a:picLocks xmlns:a="http://schemas.openxmlformats.org/drawingml/2006/main" noChangeAspect="1"/>
          </p:cNvPicPr>
          <p:nvPr/>
        </p:nvPicPr>
        <p:blipFill>
          <a:blip xmlns:r="http://schemas.openxmlformats.org/officeDocument/2006/relationships" xmlns:a="http://schemas.openxmlformats.org/drawingml/2006/main" r:embed="Rcced1251bc4445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9073A8-530F-4E52-B2CF-740D2446A39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E76320-2CA6-4D2C-923C-AA63F53B022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792C789-3489-4445-8794-A2EDAB931E5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A16B85-823B-4466-933D-9D4E4DF7C4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D77CB3A-D332-4512-9F3C-24F80BB085C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4A3B1978-9B38-4009-A12F-D666BBB08772}"/>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5F4558F-A7C2-4C71-8E9D-0C97C1914DC4}"/>
              </a:ext>
            </a:extLst>
          </p:cNvPr>
          <p:cNvPicPr>
            <a:picLocks xmlns:a="http://schemas.openxmlformats.org/drawingml/2006/main" noChangeAspect="1"/>
          </p:cNvPicPr>
          <p:nvPr/>
        </p:nvPicPr>
        <p:blipFill>
          <a:blip xmlns:r="http://schemas.openxmlformats.org/officeDocument/2006/relationships" xmlns:a="http://schemas.openxmlformats.org/drawingml/2006/main" r:embed="Radf0514bf74541d8"/>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0505419-FC53-4008-BCD6-385CD1EF7E8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06955748-824A-4C22-8C40-F9D6ACD962C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5AA5F157-8312-4461-AC88-9E79A643071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241EBCA-AC18-49E5-A9A3-FF0C854B542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4121781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FF0FE04-CC0C-41F2-B148-3C3BE6EF408B}"/>
              </a:ext>
            </a:extLst>
          </p:cNvPr>
          <p:cNvPicPr>
            <a:picLocks xmlns:a="http://schemas.openxmlformats.org/drawingml/2006/main" noChangeAspect="1"/>
          </p:cNvPicPr>
          <p:nvPr/>
        </p:nvPicPr>
        <p:blipFill>
          <a:blip xmlns:r="http://schemas.openxmlformats.org/officeDocument/2006/relationships" xmlns:a="http://schemas.openxmlformats.org/drawingml/2006/main" r:embed="Rfe06404ce48c4b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2449CC-1609-472A-B8D6-F4CE4790CD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ACCFE4-6E48-4775-A34B-9C3EDD5963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C747D04-AE74-4BE6-992E-7C2BE65C9C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BC15AD-E092-4431-BA2C-AC4AEDF2570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5287497-B5D9-4996-9E94-3C2E22FB70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4A7FB454-70C4-4A2A-A64D-2724BC4D7FC4}"/>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F513643-AA61-42CC-A601-F67B4A1AE64D}"/>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9AC73DA-EA60-4476-A1AF-6AC135B847DB}"/>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4671E8B-2B68-4828-BC45-0FCB7F1C5ACC}"/>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8C64017-44DF-4EA6-A9B5-8C9E252F575B}"/>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EB992753-7828-4904-8ED1-24F225F4160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0F3CE10-B0A6-4AA4-A70A-8154C6B6757B}"/>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986154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4F91386-521E-495D-B4A1-7752A8921B23}"/>
              </a:ext>
            </a:extLst>
          </p:cNvPr>
          <p:cNvPicPr>
            <a:picLocks xmlns:a="http://schemas.openxmlformats.org/drawingml/2006/main" noChangeAspect="1"/>
          </p:cNvPicPr>
          <p:nvPr/>
        </p:nvPicPr>
        <p:blipFill>
          <a:blip xmlns:r="http://schemas.openxmlformats.org/officeDocument/2006/relationships" xmlns:a="http://schemas.openxmlformats.org/drawingml/2006/main" r:embed="Raa22113733a34d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D802D3-493D-471C-815C-0640EF02C2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EA6540-5512-483A-B8F5-6FF513769A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DD6492A-D04D-4DB9-93E1-8E2709D9FE0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818CE28-CFB3-4C73-99CA-A510F03CE1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E4FEABF-2D8A-438D-A3BA-56600755995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2CF9B5FF-A754-48B7-8506-012733929CBC}"/>
              </a:ext>
            </a:extLst>
          </p:cNvPr>
          <p:cNvPicPr>
            <a:picLocks xmlns:a="http://schemas.openxmlformats.org/drawingml/2006/main" noChangeAspect="1"/>
          </p:cNvPicPr>
          <p:nvPr/>
        </p:nvPicPr>
        <p:blipFill>
          <a:blip xmlns:r="http://schemas.openxmlformats.org/officeDocument/2006/relationships" xmlns:a="http://schemas.openxmlformats.org/drawingml/2006/main" r:embed="Rd3b9488bad3b4366"/>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9A98EAF-CCB4-4C70-8F9E-AA34535761F7}"/>
              </a:ext>
            </a:extLst>
          </p:cNvPr>
          <p:cNvPicPr>
            <a:picLocks xmlns:a="http://schemas.openxmlformats.org/drawingml/2006/main" noChangeAspect="1"/>
          </p:cNvPicPr>
          <p:nvPr/>
        </p:nvPicPr>
        <p:blipFill>
          <a:blip xmlns:r="http://schemas.openxmlformats.org/officeDocument/2006/relationships" xmlns:a="http://schemas.openxmlformats.org/drawingml/2006/main" r:embed="R006fb565ce924bf5"/>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B0BAC51-04FA-4252-A04F-409F53AEEB5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E9F6226-9E3D-440F-9FD3-B5808889C69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54627754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D152F2D-C061-43B0-BFEA-838086D44B79}"/>
              </a:ext>
            </a:extLst>
          </p:cNvPr>
          <p:cNvPicPr>
            <a:picLocks xmlns:a="http://schemas.openxmlformats.org/drawingml/2006/main" noChangeAspect="1"/>
          </p:cNvPicPr>
          <p:nvPr/>
        </p:nvPicPr>
        <p:blipFill>
          <a:blip xmlns:r="http://schemas.openxmlformats.org/officeDocument/2006/relationships" xmlns:a="http://schemas.openxmlformats.org/drawingml/2006/main" r:embed="Re038ead032a044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BF5637-C474-43B0-9DC8-BB8EE55950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6D1AEA-B667-4F29-8394-B1BDFD8AB4B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3BD8074-35B2-48DB-B5E1-0675952B2B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2B9AF04-A74A-4D8F-B9C4-2038D96F3F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AEB4DCE-EE0D-4C95-AF82-0CFC70A295B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10D1134-4877-47DA-BAEB-1FD847A8CE77}"/>
              </a:ext>
            </a:extLst>
          </p:cNvPr>
          <p:cNvPicPr>
            <a:picLocks xmlns:a="http://schemas.openxmlformats.org/drawingml/2006/main" noChangeAspect="1"/>
          </p:cNvPicPr>
          <p:nvPr/>
        </p:nvPicPr>
        <p:blipFill>
          <a:blip xmlns:r="http://schemas.openxmlformats.org/officeDocument/2006/relationships" xmlns:a="http://schemas.openxmlformats.org/drawingml/2006/main" r:embed="R965cbfa1b81a42e4"/>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289C57E2-D739-47A0-93F0-B2C134610C3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FAB92F4-DAC1-46AD-908D-7A45E6B8DE4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6373589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C0C6237-5E71-4A0C-B9BF-2A7B1948D1F2}"/>
              </a:ext>
            </a:extLst>
          </p:cNvPr>
          <p:cNvPicPr>
            <a:picLocks xmlns:a="http://schemas.openxmlformats.org/drawingml/2006/main" noChangeAspect="1"/>
          </p:cNvPicPr>
          <p:nvPr/>
        </p:nvPicPr>
        <p:blipFill>
          <a:blip xmlns:r="http://schemas.openxmlformats.org/officeDocument/2006/relationships" xmlns:a="http://schemas.openxmlformats.org/drawingml/2006/main" r:embed="R2082401e357149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A23E15-E316-4F46-A5C3-F651EA0F5D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D82087-F0D6-4CCC-A8D6-305A61C793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D5D4F51-6B17-46B1-B766-F89ABACF54E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47DB4FE-C1F0-407B-9C0C-D9DBA0866D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3643CF7-DD5A-4815-ACEE-5329113610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1D460BB9-1FB6-4932-AF5F-A525D516F66C}"/>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ACA349B8-7AB9-410D-A919-6DADC71B362A}"/>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3A0BE648-CC28-47A6-83DD-F0ED94592090}"/>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BD8E3F2B-469F-4607-99E8-C64CB6822D30}"/>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50FF4208-074C-4272-A44E-904003768925}"/>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CA9B4CD8-01D1-478F-B019-A9951B35221C}"/>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3250069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6CAF4FF-DEB7-4073-B862-E6AE32B38AB4}"/>
              </a:ext>
            </a:extLst>
          </p:cNvPr>
          <p:cNvPicPr>
            <a:picLocks xmlns:a="http://schemas.openxmlformats.org/drawingml/2006/main" noChangeAspect="1"/>
          </p:cNvPicPr>
          <p:nvPr/>
        </p:nvPicPr>
        <p:blipFill>
          <a:blip xmlns:r="http://schemas.openxmlformats.org/officeDocument/2006/relationships" xmlns:a="http://schemas.openxmlformats.org/drawingml/2006/main" r:embed="Ree1388b1866d46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8A8A3C-AC99-49A8-A84E-0BC2AA560C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BEF1C4-695A-4C94-8194-226E676B33D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8345B6F-01C8-4756-9D12-3C4DF045EA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654A7E-3502-4AD8-825A-901D6506973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D382A30-4B5A-4A86-918E-8A34DBBAA9A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72DD8C46-03C6-44C5-8271-3E891237B700}"/>
              </a:ext>
            </a:extLst>
          </p:cNvPr>
          <p:cNvPicPr>
            <a:picLocks xmlns:a="http://schemas.openxmlformats.org/drawingml/2006/main" noChangeAspect="1"/>
          </p:cNvPicPr>
          <p:nvPr/>
        </p:nvPicPr>
        <p:blipFill>
          <a:blip xmlns:r="http://schemas.openxmlformats.org/officeDocument/2006/relationships" xmlns:a="http://schemas.openxmlformats.org/drawingml/2006/main" r:embed="R6e2e9176983140c0"/>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C90580F0-26A3-452B-A704-6E55C64C9974}"/>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659AB9C-58BF-4915-86FA-B88D29378C1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FCFEBB0-3C06-4954-BE66-737AE21D2A2B}"/>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DD46182-5A8D-471E-80E9-3B3C39A0CEBA}"/>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3BC86CF-8A43-4921-94ED-C749ECFB4AA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F581C4BD-1608-493A-B8E2-F5BEAEBD749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3570DBA6-4377-46A1-8EF0-8F5E32C72B39}"/>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0978292B-E36C-4A88-9F24-CF4B626C25E8}"/>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6A519F2A-4A8E-4A4A-9701-0718A0EEA5E9}"/>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0607844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66424F5-C33A-4BF9-BF3D-4C5F6130813F}"/>
              </a:ext>
            </a:extLst>
          </p:cNvPr>
          <p:cNvPicPr>
            <a:picLocks xmlns:a="http://schemas.openxmlformats.org/drawingml/2006/main" noChangeAspect="1"/>
          </p:cNvPicPr>
          <p:nvPr/>
        </p:nvPicPr>
        <p:blipFill>
          <a:blip xmlns:r="http://schemas.openxmlformats.org/officeDocument/2006/relationships" xmlns:a="http://schemas.openxmlformats.org/drawingml/2006/main" r:embed="R25150ce18e9642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EA9E6C-C3FE-4652-A876-25636281E8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E71FDB-26A2-4E73-91E0-6BC31436AD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1233004-D1B7-46D9-A72D-07A39793702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BA7F796-36F7-49DF-B63E-53DE8D5368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A3746C1-C1A7-4EAD-84B9-11DBC7BE741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2FF84802-F2E5-4154-974A-2D6706191498}"/>
              </a:ext>
            </a:extLst>
          </p:cNvPr>
          <p:cNvPicPr>
            <a:picLocks xmlns:a="http://schemas.openxmlformats.org/drawingml/2006/main" noChangeAspect="1"/>
          </p:cNvPicPr>
          <p:nvPr/>
        </p:nvPicPr>
        <p:blipFill>
          <a:blip xmlns:r="http://schemas.openxmlformats.org/officeDocument/2006/relationships" xmlns:a="http://schemas.openxmlformats.org/drawingml/2006/main" r:embed="Rf3e37576c3344c16"/>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A593FDA-4621-401E-9D65-5237F83A7EF5}"/>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74F223A7-FF48-4FB0-9F5E-C2E6F0A34D93}"/>
              </a:ext>
            </a:extLst>
          </p:cNvPr>
          <p:cNvPicPr>
            <a:picLocks xmlns:a="http://schemas.openxmlformats.org/drawingml/2006/main" noChangeAspect="1"/>
          </p:cNvPicPr>
          <p:nvPr/>
        </p:nvPicPr>
        <p:blipFill>
          <a:blip xmlns:r="http://schemas.openxmlformats.org/officeDocument/2006/relationships" xmlns:a="http://schemas.openxmlformats.org/drawingml/2006/main" r:embed="R7200e2fdd5714ee8"/>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DFEE3B06-72D8-4457-B459-923C0F753989}"/>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BBAC8DCA-B6D5-49E5-9EC0-6E773E01FFFB}"/>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0E17709A-614E-4658-8B48-08640DA05C0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93BE683-1D2F-4DA0-95FB-0DF6A4399CA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9672732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02449CB-266E-4CC6-8652-FCF9AE0DFDEB}"/>
              </a:ext>
            </a:extLst>
          </p:cNvPr>
          <p:cNvPicPr>
            <a:picLocks xmlns:a="http://schemas.openxmlformats.org/drawingml/2006/main" noChangeAspect="1"/>
          </p:cNvPicPr>
          <p:nvPr/>
        </p:nvPicPr>
        <p:blipFill>
          <a:blip xmlns:r="http://schemas.openxmlformats.org/officeDocument/2006/relationships" xmlns:a="http://schemas.openxmlformats.org/drawingml/2006/main" r:embed="Radd9e7a15b9a449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3EE135-DE10-453E-9114-D86628CE13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D7E389-615B-4DF8-882E-EF15C8B4A6B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FCA6805-7528-4163-9783-302AE32779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269180-DFD4-42E2-B082-DD42A18946A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DF52317-F151-42D3-9787-D50B98A8CD5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525818DB-8477-446A-A28B-688D26C7C776}"/>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2C3F43C-EA11-458E-A6F0-B60D183591B6}"/>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A27A8E4-0CA3-437C-BBA7-15394DDEB38A}"/>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E814D48-DFED-4674-B2D3-33548385FFB7}"/>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25E28A0-53B0-4D82-B837-B72F45A2B9B4}"/>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885729255"/>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023389E-4EEE-4736-B6F7-5CB36C5175DC}"/>
              </a:ext>
            </a:extLst>
          </p:cNvPr>
          <p:cNvPicPr>
            <a:picLocks xmlns:a="http://schemas.openxmlformats.org/drawingml/2006/main" noChangeAspect="1"/>
          </p:cNvPicPr>
          <p:nvPr/>
        </p:nvPicPr>
        <p:blipFill>
          <a:blip xmlns:r="http://schemas.openxmlformats.org/officeDocument/2006/relationships" xmlns:a="http://schemas.openxmlformats.org/drawingml/2006/main" r:embed="R4c67ef4a5859459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1EC192D-C52D-4ED3-9644-2C7DA625266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C89D94C-CC0A-435C-A25C-F274691BB62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3E49AB2-45C0-49B6-B337-BD5143277CF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F85503E-1E46-44AF-9092-6C31E4951879}"/>
              </a:ext>
            </a:extLst>
          </p:cNvPr>
          <p:cNvPicPr>
            <a:picLocks xmlns:a="http://schemas.openxmlformats.org/drawingml/2006/main" noChangeAspect="1"/>
          </p:cNvPicPr>
          <p:nvPr/>
        </p:nvPicPr>
        <p:blipFill>
          <a:blip xmlns:r="http://schemas.openxmlformats.org/officeDocument/2006/relationships" xmlns:a="http://schemas.openxmlformats.org/drawingml/2006/main" r:embed="R80a6f7ef48e446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7FC59CB-3B1F-4E53-98AD-7CD518755D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B5C98EA5-E407-4830-8AC9-1239B99BB58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B977A7E4-A32F-4F0A-9E59-238BA7905F2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898CF25A-3193-4796-906C-3D772404440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990153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13453AB-88A7-4628-B945-A2815E56AA32}"/>
              </a:ext>
            </a:extLst>
          </p:cNvPr>
          <p:cNvPicPr>
            <a:picLocks xmlns:a="http://schemas.openxmlformats.org/drawingml/2006/main" noChangeAspect="1"/>
          </p:cNvPicPr>
          <p:nvPr/>
        </p:nvPicPr>
        <p:blipFill>
          <a:blip xmlns:r="http://schemas.openxmlformats.org/officeDocument/2006/relationships" xmlns:a="http://schemas.openxmlformats.org/drawingml/2006/main" r:embed="Rc0c3c242a1b041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A5CF87-35F6-4E61-A930-41CE7F0E97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E70E6F-5383-4C4E-98FA-C086385D16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7953CD2-9CC3-41F9-BC68-32AC0EE059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9690988-BDBF-4A6D-BA1A-72F9E92CC11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B438771-AB78-42D1-84A9-12FBD17D5C6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10991235-5E55-4991-8B7C-B00BF7493AC1}"/>
              </a:ext>
            </a:extLst>
          </p:cNvPr>
          <p:cNvPicPr>
            <a:picLocks xmlns:a="http://schemas.openxmlformats.org/drawingml/2006/main" noChangeAspect="1"/>
          </p:cNvPicPr>
          <p:nvPr/>
        </p:nvPicPr>
        <p:blipFill>
          <a:blip xmlns:r="http://schemas.openxmlformats.org/officeDocument/2006/relationships" xmlns:a="http://schemas.openxmlformats.org/drawingml/2006/main" r:embed="R6b34e0d3ef284650"/>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8F94D29-6072-4DD6-8F30-CE89DBE16650}"/>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4593BDD8-B61B-42B0-9C94-D2234E603EBF}"/>
              </a:ext>
            </a:extLst>
          </p:cNvPr>
          <p:cNvPicPr>
            <a:picLocks xmlns:a="http://schemas.openxmlformats.org/drawingml/2006/main" noChangeAspect="1"/>
          </p:cNvPicPr>
          <p:nvPr/>
        </p:nvPicPr>
        <p:blipFill>
          <a:blip xmlns:r="http://schemas.openxmlformats.org/officeDocument/2006/relationships" xmlns:a="http://schemas.openxmlformats.org/drawingml/2006/main" r:embed="Ra29f20d1266a4751"/>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A2BAF42-145E-4493-A59C-1F6F3901E4D3}"/>
              </a:ext>
            </a:extLst>
          </p:cNvPr>
          <p:cNvPicPr>
            <a:picLocks xmlns:a="http://schemas.openxmlformats.org/drawingml/2006/main" noChangeAspect="1"/>
          </p:cNvPicPr>
          <p:nvPr/>
        </p:nvPicPr>
        <p:blipFill>
          <a:blip xmlns:r="http://schemas.openxmlformats.org/officeDocument/2006/relationships" xmlns:a="http://schemas.openxmlformats.org/drawingml/2006/main" r:embed="R3bf666ab645b42c7"/>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2C0C0D4-3BAB-4A03-9335-6BED501EBC03}"/>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2AE1B0B9-83E1-4610-A513-9B68785EDA9C}"/>
              </a:ext>
            </a:extLst>
          </p:cNvPr>
          <p:cNvPicPr>
            <a:picLocks xmlns:a="http://schemas.openxmlformats.org/drawingml/2006/main" noChangeAspect="1"/>
          </p:cNvPicPr>
          <p:nvPr/>
        </p:nvPicPr>
        <p:blipFill>
          <a:blip xmlns:r="http://schemas.openxmlformats.org/officeDocument/2006/relationships" xmlns:a="http://schemas.openxmlformats.org/drawingml/2006/main" r:embed="Ra16c0f4c0b8649af"/>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56630882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74ACC0E-5A25-48D8-A0C2-EFE8C9C98928}"/>
              </a:ext>
            </a:extLst>
          </p:cNvPr>
          <p:cNvPicPr>
            <a:picLocks xmlns:a="http://schemas.openxmlformats.org/drawingml/2006/main" noChangeAspect="1"/>
          </p:cNvPicPr>
          <p:nvPr/>
        </p:nvPicPr>
        <p:blipFill>
          <a:blip xmlns:r="http://schemas.openxmlformats.org/officeDocument/2006/relationships" xmlns:a="http://schemas.openxmlformats.org/drawingml/2006/main" r:embed="R5d9ee4d9063a43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1A294A-6C12-4AE8-9F47-9796F1673A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3C248F-FC5F-405E-8079-893B22C78D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93135F3-DB48-4085-B915-97C822B92CD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FC48AD5-EF19-4898-B938-8B9695FCAC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85B74574-4FAF-4AC6-91EC-57C19C4540B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D46B23F8-605E-4B1F-88BB-28D2D17475E8}"/>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EE035467-CB5B-4A0F-9BA6-CB5D2D59427F}"/>
              </a:ext>
            </a:extLst>
          </p:cNvPr>
          <p:cNvPicPr>
            <a:picLocks xmlns:a="http://schemas.openxmlformats.org/drawingml/2006/main" noChangeAspect="1"/>
          </p:cNvPicPr>
          <p:nvPr/>
        </p:nvPicPr>
        <p:blipFill>
          <a:blip xmlns:r="http://schemas.openxmlformats.org/officeDocument/2006/relationships" xmlns:a="http://schemas.openxmlformats.org/drawingml/2006/main" r:embed="Rbeadb74ecb9248be"/>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4DD0DB6-B752-4E8F-B8FE-F3B641DFA44F}"/>
              </a:ext>
            </a:extLst>
          </p:cNvPr>
          <p:cNvPicPr>
            <a:picLocks xmlns:a="http://schemas.openxmlformats.org/drawingml/2006/main" noChangeAspect="1"/>
          </p:cNvPicPr>
          <p:nvPr/>
        </p:nvPicPr>
        <p:blipFill>
          <a:blip xmlns:r="http://schemas.openxmlformats.org/officeDocument/2006/relationships" xmlns:a="http://schemas.openxmlformats.org/drawingml/2006/main" r:embed="Rd869e587bd3e4cda"/>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731B20B9-D572-4907-9990-9C139AB44180}"/>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55F0566-705B-42D9-946B-49F715A54A3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96BE8FB6-A679-4347-A3D3-06D1EB76D757}"/>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EFBDF09-A2E3-4AA2-8C66-E32A3E94B590}"/>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61280126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D08780E-2856-4261-9540-07A8B3C382E8}"/>
              </a:ext>
            </a:extLst>
          </p:cNvPr>
          <p:cNvPicPr>
            <a:picLocks xmlns:a="http://schemas.openxmlformats.org/drawingml/2006/main" noChangeAspect="1"/>
          </p:cNvPicPr>
          <p:nvPr/>
        </p:nvPicPr>
        <p:blipFill>
          <a:blip xmlns:r="http://schemas.openxmlformats.org/officeDocument/2006/relationships" xmlns:a="http://schemas.openxmlformats.org/drawingml/2006/main" r:embed="R1fe0628fc6f840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B9077A-F967-46BD-ABA6-DF74D8C6F7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4D3F0D-3F7D-4751-8FE7-2496128C0A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8B8BE8C-A2D2-4504-BBD6-61C405BBF5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13D440E-FDE1-4E50-A5A9-EED8549393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751504B-80CF-49A5-BF4F-F4A7656A0C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4DD2AE48-1C1B-48FF-AAAC-2E95260E66BA}"/>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BA6BB372-C7AF-4A62-ABB2-BC13BB1AF66E}"/>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430DB812-A351-4509-B149-BCD433845362}"/>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FC400AE-16CC-4F98-9141-423C267DA9A3}"/>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C4EE17CB-DBB7-4794-9A8F-684D68989F7B}"/>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77CFA524-FFE2-4A63-8373-35878CFD6FD3}"/>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67F5503-EB80-46BF-85D6-9F39AFDE0B9F}"/>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5208250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9E2281E-E514-46A3-98B6-A0BDE08E40CB}"/>
              </a:ext>
            </a:extLst>
          </p:cNvPr>
          <p:cNvPicPr>
            <a:picLocks xmlns:a="http://schemas.openxmlformats.org/drawingml/2006/main" noChangeAspect="1"/>
          </p:cNvPicPr>
          <p:nvPr/>
        </p:nvPicPr>
        <p:blipFill>
          <a:blip xmlns:r="http://schemas.openxmlformats.org/officeDocument/2006/relationships" xmlns:a="http://schemas.openxmlformats.org/drawingml/2006/main" r:embed="R6292ca67606045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3B9FE3-BA92-41DA-A85C-DE7DCCEE2F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82AE6D-87F1-4E4F-9CDF-DF80DB68AB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EE5D615-EB55-456E-9443-136BB81881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0161479-95A7-4823-AB0D-97C3D76676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B6536EE-F166-485C-80C8-5BEB4C71D2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03CF6E75-787C-4E46-B9F3-CE007A463EFB}"/>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FC9F42F-F2B9-4D66-8455-CD263EDE83D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2DE947C-5410-4A3B-91AD-FE71050A376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27BA6F8-0DBF-4D56-AB16-E9DFE89DEC5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600437E-9C58-4FDD-A714-666141DF089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DC92AAF-CB98-449D-B0BA-1E6767839ADA}"/>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3360071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29A7040-002A-415C-98BA-780A6F729E51}"/>
              </a:ext>
            </a:extLst>
          </p:cNvPr>
          <p:cNvPicPr>
            <a:picLocks xmlns:a="http://schemas.openxmlformats.org/drawingml/2006/main" noChangeAspect="1"/>
          </p:cNvPicPr>
          <p:nvPr/>
        </p:nvPicPr>
        <p:blipFill>
          <a:blip xmlns:r="http://schemas.openxmlformats.org/officeDocument/2006/relationships" xmlns:a="http://schemas.openxmlformats.org/drawingml/2006/main" r:embed="R4f59a0c95623408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510C6C-8510-4ED4-BE41-DC9AD8C7AA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7C9E1F-7116-42B1-819C-E52D2652AA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F50912D-B0EA-4E16-A419-220173B0632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B424A52-AFD4-457A-B35E-F826BF7698B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02B7884-B12E-4E46-B8D5-75CF3148B09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EF69CD3A-4FEC-4A8B-B779-CB7A2095291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D7F0E71-628C-469D-977E-0ECEC4BF914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03899DAB-63D3-41CA-B320-754B842404C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3F6EF9BC-CF80-4268-A7C9-7C4BDF7F1B9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B5DF1C05-02A6-4A8D-BA48-AC0829CF99F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FF55973-C3AA-4F3D-A5B9-A17CDE3609B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76025198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2752970-1BE9-4BF6-B512-10A038E91713}"/>
              </a:ext>
            </a:extLst>
          </p:cNvPr>
          <p:cNvPicPr>
            <a:picLocks xmlns:a="http://schemas.openxmlformats.org/drawingml/2006/main" noChangeAspect="1"/>
          </p:cNvPicPr>
          <p:nvPr/>
        </p:nvPicPr>
        <p:blipFill>
          <a:blip xmlns:r="http://schemas.openxmlformats.org/officeDocument/2006/relationships" xmlns:a="http://schemas.openxmlformats.org/drawingml/2006/main" r:embed="Re7a68b80391942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509833D-A693-4F76-8008-0628A69E3F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F10A545-55DB-44ED-9D21-418653892D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60B09C0-0949-4F92-957E-BA7FE742D7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34BD94-0BC7-44BB-BF7B-0D149F1009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4666486-D805-4124-9CE4-57C7B26C929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795EB74-7343-4DF1-ABFD-7138146FB39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50AC6F8-B3F6-413F-A85F-575558FD909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39112D7-7739-4226-B677-424CFB1A23AF}"/>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BB80864-DEA0-429F-97E4-6EC755DC17C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9014DB8-F26E-4801-8717-28183D0D6585}"/>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508C84C-CDEF-4338-B8D3-56BD478291A3}"/>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53187629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B42D23A-4608-4F16-A033-8D1CD4D55709}"/>
              </a:ext>
            </a:extLst>
          </p:cNvPr>
          <p:cNvPicPr>
            <a:picLocks xmlns:a="http://schemas.openxmlformats.org/drawingml/2006/main" noChangeAspect="1"/>
          </p:cNvPicPr>
          <p:nvPr/>
        </p:nvPicPr>
        <p:blipFill>
          <a:blip xmlns:r="http://schemas.openxmlformats.org/officeDocument/2006/relationships" xmlns:a="http://schemas.openxmlformats.org/drawingml/2006/main" r:embed="R74ab53cc50c349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29174C-3E36-402C-90C4-CF89826789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67B258-B3EF-4C40-88DD-CA02136043E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E42268-0FC6-43F2-9B6C-4A802D4DF08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8B966D-9EF3-4C62-B334-3F6891EE33C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712C779-4B09-404A-8D48-8478FD2928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D837C47D-C3E0-4C01-9CDE-BC559CF28E1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AE4F505-9054-4E7F-90A2-CE8658F0048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7DB2FB76-CE3F-49A1-B613-CDE2E5226D2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ED2BCDC-CBEC-45C7-92B6-BD1A20D3B34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72B1A902-4563-4B52-8B1A-0A811C13502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DADE45B-D007-46BE-9428-09552C72165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0450403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C1DD1D8-048F-4210-B0D3-DE41EB8828A2}"/>
              </a:ext>
            </a:extLst>
          </p:cNvPr>
          <p:cNvPicPr>
            <a:picLocks xmlns:a="http://schemas.openxmlformats.org/drawingml/2006/main" noChangeAspect="1"/>
          </p:cNvPicPr>
          <p:nvPr/>
        </p:nvPicPr>
        <p:blipFill>
          <a:blip xmlns:r="http://schemas.openxmlformats.org/officeDocument/2006/relationships" xmlns:a="http://schemas.openxmlformats.org/drawingml/2006/main" r:embed="R9ab97095c888440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7DB8CC8-0763-4987-BA47-D079A5E554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206E9C-B563-4B34-B9F1-5087F7FFA0B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2808556-A461-4F88-8111-F7F24510944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43157AF-C28C-40AB-BD73-B153C2F411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1CDBB1E-918A-41FD-995E-6CECCCE766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90B58DBA-37B3-403D-ABE0-124F94DF048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9A74CD3-C7EC-4411-BC70-CDB3FF84440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41D0966A-06D6-4385-A553-500F30C50E1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3FA763F-B6B2-49BE-BCE4-E4CA74FA212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9AD0F32E-F959-4D50-A438-EF2466FB238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130DB99-6906-43F6-9492-A556AEB1028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3256338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7F30353-5E97-4C82-8FE5-39CE5738CB05}"/>
              </a:ext>
            </a:extLst>
          </p:cNvPr>
          <p:cNvPicPr>
            <a:picLocks xmlns:a="http://schemas.openxmlformats.org/drawingml/2006/main" noChangeAspect="1"/>
          </p:cNvPicPr>
          <p:nvPr/>
        </p:nvPicPr>
        <p:blipFill>
          <a:blip xmlns:r="http://schemas.openxmlformats.org/officeDocument/2006/relationships" xmlns:a="http://schemas.openxmlformats.org/drawingml/2006/main" r:embed="R0756fe2866bc438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6C1507-3323-4A12-B922-17D967BB32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8E3A14-F8C1-4267-8CA7-3D0EEA10755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19E8A84-D8FD-4B78-B303-3CE4511C165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865ADE5-7751-400F-8C91-73BDC035D7D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703C0AB-C148-40F6-8FC7-7D0326B9AB2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BCDB4B83-41FB-49BC-BF49-A28D00E976A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B5A77F9-E456-4404-B7D4-58A9FE5924E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41A6CDFB-67E9-49C1-A637-4D885163689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ED46067-F967-4DDA-BB25-72395C40766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4B22848D-A692-484F-BCFA-18B7976ED65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9E295984-A814-467B-BEA7-CBEDA6D126A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0261543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2026-10-27T14:17:24.5170000Z</dcterms:created>
  <dcterms:modified xsi:type="dcterms:W3CDTF">2026-10-27T14:17:24.5170000Z</dcterms:modified>
</coreProperties>
</file>