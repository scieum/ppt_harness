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14def7c369452e" /><Relationship Type="http://schemas.openxmlformats.org/officeDocument/2006/relationships/extended-properties" Target="/docProps/app.xml" Id="R1e31f67da7304a07" /><Relationship Type="http://schemas.openxmlformats.org/officeDocument/2006/relationships/officeDocument" Target="/ppt/presentation.xml" Id="R278894675faa49e1" /></Relationships>
</file>

<file path=ppt/presentation.xml><?xml version="1.0" encoding="utf-8"?>
<p:presentation xmlns:p="http://schemas.openxmlformats.org/presentationml/2006/main">
  <p:sldMasterIdLst>
    <p:sldMasterId xmlns:r="http://schemas.openxmlformats.org/officeDocument/2006/relationships" id="2147483648" r:id="R947fe210a9474356"/>
  </p:sldMasterIdLst>
  <p:notesMasterIdLst>
    <p:notesMasterId xmlns:r="http://schemas.openxmlformats.org/officeDocument/2006/relationships" r:id="Rd04a855b03f746a8"/>
  </p:notesMasterIdLst>
  <p:sldIdLst>
    <p:sldId xmlns:r="http://schemas.openxmlformats.org/officeDocument/2006/relationships" id="256" r:id="Rdb7640191edd4844"/>
    <p:sldId xmlns:r="http://schemas.openxmlformats.org/officeDocument/2006/relationships" id="257" r:id="R72b149f73ca24b88"/>
    <p:sldId xmlns:r="http://schemas.openxmlformats.org/officeDocument/2006/relationships" id="258" r:id="R196cba4efb694f7a"/>
    <p:sldId xmlns:r="http://schemas.openxmlformats.org/officeDocument/2006/relationships" id="259" r:id="R9a8f93ba0e234358"/>
    <p:sldId xmlns:r="http://schemas.openxmlformats.org/officeDocument/2006/relationships" id="260" r:id="R2d29129fb18d48c0"/>
    <p:sldId xmlns:r="http://schemas.openxmlformats.org/officeDocument/2006/relationships" id="261" r:id="Rbbd06c8b50ee4edb"/>
    <p:sldId xmlns:r="http://schemas.openxmlformats.org/officeDocument/2006/relationships" id="262" r:id="R79201c5621f84ca8"/>
    <p:sldId xmlns:r="http://schemas.openxmlformats.org/officeDocument/2006/relationships" id="263" r:id="R68f111fe29244c9a"/>
    <p:sldId xmlns:r="http://schemas.openxmlformats.org/officeDocument/2006/relationships" id="264" r:id="R533e1dad24404b14"/>
    <p:sldId xmlns:r="http://schemas.openxmlformats.org/officeDocument/2006/relationships" id="265" r:id="R76635b2172064874"/>
    <p:sldId xmlns:r="http://schemas.openxmlformats.org/officeDocument/2006/relationships" id="266" r:id="R7011554d0d1948e0"/>
    <p:sldId xmlns:r="http://schemas.openxmlformats.org/officeDocument/2006/relationships" id="267" r:id="R4309c205ea234145"/>
    <p:sldId xmlns:r="http://schemas.openxmlformats.org/officeDocument/2006/relationships" id="268" r:id="Ra8115d3d67c942fe"/>
    <p:sldId xmlns:r="http://schemas.openxmlformats.org/officeDocument/2006/relationships" id="269" r:id="R81d2cb9ea5fd4bc6"/>
    <p:sldId xmlns:r="http://schemas.openxmlformats.org/officeDocument/2006/relationships" id="270" r:id="Rc19f02cdc890459e"/>
    <p:sldId xmlns:r="http://schemas.openxmlformats.org/officeDocument/2006/relationships" id="271" r:id="R6c0b6ffa7c974155"/>
    <p:sldId xmlns:r="http://schemas.openxmlformats.org/officeDocument/2006/relationships" id="272" r:id="R18ae46c86f314b20"/>
    <p:sldId xmlns:r="http://schemas.openxmlformats.org/officeDocument/2006/relationships" id="273" r:id="R4854c13082684031"/>
    <p:sldId xmlns:r="http://schemas.openxmlformats.org/officeDocument/2006/relationships" id="274" r:id="R18d4c502ab9743a9"/>
    <p:sldId xmlns:r="http://schemas.openxmlformats.org/officeDocument/2006/relationships" id="275" r:id="R2baff17ca7fa418f"/>
    <p:sldId xmlns:r="http://schemas.openxmlformats.org/officeDocument/2006/relationships" id="276" r:id="Rbf7361bd46f44219"/>
    <p:sldId xmlns:r="http://schemas.openxmlformats.org/officeDocument/2006/relationships" id="277" r:id="R892a2280babe4107"/>
    <p:sldId xmlns:r="http://schemas.openxmlformats.org/officeDocument/2006/relationships" id="278" r:id="Ra033f95489344bab"/>
    <p:sldId xmlns:r="http://schemas.openxmlformats.org/officeDocument/2006/relationships" id="279" r:id="Ra5e3ec5e3ea64a1e"/>
    <p:sldId xmlns:r="http://schemas.openxmlformats.org/officeDocument/2006/relationships" id="280" r:id="Rafa76a1e0ed34b4d"/>
    <p:sldId xmlns:r="http://schemas.openxmlformats.org/officeDocument/2006/relationships" id="281" r:id="R0448e00135b64543"/>
    <p:sldId xmlns:r="http://schemas.openxmlformats.org/officeDocument/2006/relationships" id="282" r:id="Recb77fa595954077"/>
    <p:sldId xmlns:r="http://schemas.openxmlformats.org/officeDocument/2006/relationships" id="283" r:id="R2877ea3fd28740dd"/>
    <p:sldId xmlns:r="http://schemas.openxmlformats.org/officeDocument/2006/relationships" id="284" r:id="R2a44803ccfd0499e"/>
    <p:sldId xmlns:r="http://schemas.openxmlformats.org/officeDocument/2006/relationships" id="285" r:id="R877458f891664d4c"/>
    <p:sldId xmlns:r="http://schemas.openxmlformats.org/officeDocument/2006/relationships" id="286" r:id="Rc88d2e5ce8054bd9"/>
    <p:sldId xmlns:r="http://schemas.openxmlformats.org/officeDocument/2006/relationships" id="287" r:id="R6dbfc6c1450b40c9"/>
    <p:sldId xmlns:r="http://schemas.openxmlformats.org/officeDocument/2006/relationships" id="288" r:id="Rb1386f93fcd74989"/>
    <p:sldId xmlns:r="http://schemas.openxmlformats.org/officeDocument/2006/relationships" id="289" r:id="Rdeb541d53b904fff"/>
    <p:sldId xmlns:r="http://schemas.openxmlformats.org/officeDocument/2006/relationships" id="290" r:id="R031af223fc8f4612"/>
    <p:sldId xmlns:r="http://schemas.openxmlformats.org/officeDocument/2006/relationships" id="291" r:id="Rd044c19baa3c42e9"/>
    <p:sldId xmlns:r="http://schemas.openxmlformats.org/officeDocument/2006/relationships" id="292" r:id="R1ec5070116904687"/>
    <p:sldId xmlns:r="http://schemas.openxmlformats.org/officeDocument/2006/relationships" id="293" r:id="R89d469ad730d42a6"/>
    <p:sldId xmlns:r="http://schemas.openxmlformats.org/officeDocument/2006/relationships" id="294" r:id="Rfd53ff7b1b394618"/>
    <p:sldId xmlns:r="http://schemas.openxmlformats.org/officeDocument/2006/relationships" id="295" r:id="R6f6a7489b1cc4ec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ea8d9743c84c5f" /><Relationship Type="http://schemas.openxmlformats.org/officeDocument/2006/relationships/slideMaster" Target="/ppt/slideMasters/slideMaster1.xml" Id="R947fe210a9474356" /><Relationship Type="http://schemas.openxmlformats.org/officeDocument/2006/relationships/notesMaster" Target="/ppt/notesMasters/notesMaster1.xml" Id="Rd04a855b03f746a8" /><Relationship Type="http://schemas.openxmlformats.org/officeDocument/2006/relationships/presProps" Target="/ppt/presProps.xml" Id="Rd461812d0c654ab7" /><Relationship Type="http://schemas.openxmlformats.org/officeDocument/2006/relationships/tableStyles" Target="/ppt/tableStyles.xml" Id="Rbf62910b727d4949" /><Relationship Type="http://schemas.openxmlformats.org/officeDocument/2006/relationships/slide" Target="/ppt/slides/slide1.xml" Id="Rdb7640191edd4844" /><Relationship Type="http://schemas.openxmlformats.org/officeDocument/2006/relationships/slide" Target="/ppt/slides/slide2.xml" Id="R72b149f73ca24b88" /><Relationship Type="http://schemas.openxmlformats.org/officeDocument/2006/relationships/slide" Target="/ppt/slides/slide3.xml" Id="R196cba4efb694f7a" /><Relationship Type="http://schemas.openxmlformats.org/officeDocument/2006/relationships/slide" Target="/ppt/slides/slide4.xml" Id="R9a8f93ba0e234358" /><Relationship Type="http://schemas.openxmlformats.org/officeDocument/2006/relationships/slide" Target="/ppt/slides/slide5.xml" Id="R2d29129fb18d48c0" /><Relationship Type="http://schemas.openxmlformats.org/officeDocument/2006/relationships/slide" Target="/ppt/slides/slide6.xml" Id="Rbbd06c8b50ee4edb" /><Relationship Type="http://schemas.openxmlformats.org/officeDocument/2006/relationships/slide" Target="/ppt/slides/slide7.xml" Id="R79201c5621f84ca8" /><Relationship Type="http://schemas.openxmlformats.org/officeDocument/2006/relationships/slide" Target="/ppt/slides/slide8.xml" Id="R68f111fe29244c9a" /><Relationship Type="http://schemas.openxmlformats.org/officeDocument/2006/relationships/slide" Target="/ppt/slides/slide9.xml" Id="R533e1dad24404b14" /><Relationship Type="http://schemas.openxmlformats.org/officeDocument/2006/relationships/slide" Target="/ppt/slides/slide10.xml" Id="R76635b2172064874" /><Relationship Type="http://schemas.openxmlformats.org/officeDocument/2006/relationships/slide" Target="/ppt/slides/slide11.xml" Id="R7011554d0d1948e0" /><Relationship Type="http://schemas.openxmlformats.org/officeDocument/2006/relationships/slide" Target="/ppt/slides/slide12.xml" Id="R4309c205ea234145" /><Relationship Type="http://schemas.openxmlformats.org/officeDocument/2006/relationships/slide" Target="/ppt/slides/slide13.xml" Id="Ra8115d3d67c942fe" /><Relationship Type="http://schemas.openxmlformats.org/officeDocument/2006/relationships/slide" Target="/ppt/slides/slide14.xml" Id="R81d2cb9ea5fd4bc6" /><Relationship Type="http://schemas.openxmlformats.org/officeDocument/2006/relationships/slide" Target="/ppt/slides/slide15.xml" Id="Rc19f02cdc890459e" /><Relationship Type="http://schemas.openxmlformats.org/officeDocument/2006/relationships/slide" Target="/ppt/slides/slide16.xml" Id="R6c0b6ffa7c974155" /><Relationship Type="http://schemas.openxmlformats.org/officeDocument/2006/relationships/slide" Target="/ppt/slides/slide17.xml" Id="R18ae46c86f314b20" /><Relationship Type="http://schemas.openxmlformats.org/officeDocument/2006/relationships/slide" Target="/ppt/slides/slide18.xml" Id="R4854c13082684031" /><Relationship Type="http://schemas.openxmlformats.org/officeDocument/2006/relationships/slide" Target="/ppt/slides/slide19.xml" Id="R18d4c502ab9743a9" /><Relationship Type="http://schemas.openxmlformats.org/officeDocument/2006/relationships/slide" Target="/ppt/slides/slide20.xml" Id="R2baff17ca7fa418f" /><Relationship Type="http://schemas.openxmlformats.org/officeDocument/2006/relationships/slide" Target="/ppt/slides/slide21.xml" Id="Rbf7361bd46f44219" /><Relationship Type="http://schemas.openxmlformats.org/officeDocument/2006/relationships/slide" Target="/ppt/slides/slide22.xml" Id="R892a2280babe4107" /><Relationship Type="http://schemas.openxmlformats.org/officeDocument/2006/relationships/slide" Target="/ppt/slides/slide23.xml" Id="Ra033f95489344bab" /><Relationship Type="http://schemas.openxmlformats.org/officeDocument/2006/relationships/slide" Target="/ppt/slides/slide24.xml" Id="Ra5e3ec5e3ea64a1e" /><Relationship Type="http://schemas.openxmlformats.org/officeDocument/2006/relationships/slide" Target="/ppt/slides/slide25.xml" Id="Rafa76a1e0ed34b4d" /><Relationship Type="http://schemas.openxmlformats.org/officeDocument/2006/relationships/slide" Target="/ppt/slides/slide26.xml" Id="R0448e00135b64543" /><Relationship Type="http://schemas.openxmlformats.org/officeDocument/2006/relationships/slide" Target="/ppt/slides/slide27.xml" Id="Recb77fa595954077" /><Relationship Type="http://schemas.openxmlformats.org/officeDocument/2006/relationships/slide" Target="/ppt/slides/slide28.xml" Id="R2877ea3fd28740dd" /><Relationship Type="http://schemas.openxmlformats.org/officeDocument/2006/relationships/slide" Target="/ppt/slides/slide29.xml" Id="R2a44803ccfd0499e" /><Relationship Type="http://schemas.openxmlformats.org/officeDocument/2006/relationships/slide" Target="/ppt/slides/slide30.xml" Id="R877458f891664d4c" /><Relationship Type="http://schemas.openxmlformats.org/officeDocument/2006/relationships/slide" Target="/ppt/slides/slide31.xml" Id="Rc88d2e5ce8054bd9" /><Relationship Type="http://schemas.openxmlformats.org/officeDocument/2006/relationships/slide" Target="/ppt/slides/slide32.xml" Id="R6dbfc6c1450b40c9" /><Relationship Type="http://schemas.openxmlformats.org/officeDocument/2006/relationships/slide" Target="/ppt/slides/slide33.xml" Id="Rb1386f93fcd74989" /><Relationship Type="http://schemas.openxmlformats.org/officeDocument/2006/relationships/slide" Target="/ppt/slides/slide34.xml" Id="Rdeb541d53b904fff" /><Relationship Type="http://schemas.openxmlformats.org/officeDocument/2006/relationships/slide" Target="/ppt/slides/slide35.xml" Id="R031af223fc8f4612" /><Relationship Type="http://schemas.openxmlformats.org/officeDocument/2006/relationships/slide" Target="/ppt/slides/slide36.xml" Id="Rd044c19baa3c42e9" /><Relationship Type="http://schemas.openxmlformats.org/officeDocument/2006/relationships/slide" Target="/ppt/slides/slide37.xml" Id="R1ec5070116904687" /><Relationship Type="http://schemas.openxmlformats.org/officeDocument/2006/relationships/slide" Target="/ppt/slides/slide38.xml" Id="R89d469ad730d42a6" /><Relationship Type="http://schemas.openxmlformats.org/officeDocument/2006/relationships/slide" Target="/ppt/slides/slide39.xml" Id="Rfd53ff7b1b394618" /><Relationship Type="http://schemas.openxmlformats.org/officeDocument/2006/relationships/slide" Target="/ppt/slides/slide40.xml" Id="R6f6a7489b1cc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cd7e9e3b2344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3d3409b7f440ff" /><Relationship Type="http://schemas.openxmlformats.org/officeDocument/2006/relationships/notesMaster" Target="/ppt/notesMasters/notesMaster1.xml" Id="R55c2a5341e7b4c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433c63e1e2413c" /><Relationship Type="http://schemas.openxmlformats.org/officeDocument/2006/relationships/notesMaster" Target="/ppt/notesMasters/notesMaster1.xml" Id="Rbe6213839cf94d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be937459ab449d" /><Relationship Type="http://schemas.openxmlformats.org/officeDocument/2006/relationships/notesMaster" Target="/ppt/notesMasters/notesMaster1.xml" Id="Rd67919569d6544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b19cfa9ed94b05" /><Relationship Type="http://schemas.openxmlformats.org/officeDocument/2006/relationships/notesMaster" Target="/ppt/notesMasters/notesMaster1.xml" Id="R254beb8a7f2747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c7bd2d903340f4" /><Relationship Type="http://schemas.openxmlformats.org/officeDocument/2006/relationships/notesMaster" Target="/ppt/notesMasters/notesMaster1.xml" Id="Rb7dbb401518b48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59cf6e4a214b38" /><Relationship Type="http://schemas.openxmlformats.org/officeDocument/2006/relationships/notesMaster" Target="/ppt/notesMasters/notesMaster1.xml" Id="Re93541ad29814f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60181c6d544a77" /><Relationship Type="http://schemas.openxmlformats.org/officeDocument/2006/relationships/notesMaster" Target="/ppt/notesMasters/notesMaster1.xml" Id="Rd59a861690ee49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44e60f70374ff8" /><Relationship Type="http://schemas.openxmlformats.org/officeDocument/2006/relationships/notesMaster" Target="/ppt/notesMasters/notesMaster1.xml" Id="R68572e3736c140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244aa2e6204d5d" /><Relationship Type="http://schemas.openxmlformats.org/officeDocument/2006/relationships/notesMaster" Target="/ppt/notesMasters/notesMaster1.xml" Id="R69d2c5bdc7c54a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8502a341484152" /><Relationship Type="http://schemas.openxmlformats.org/officeDocument/2006/relationships/notesMaster" Target="/ppt/notesMasters/notesMaster1.xml" Id="R72a4a951ce2940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74dfea8b6f426d" /><Relationship Type="http://schemas.openxmlformats.org/officeDocument/2006/relationships/notesMaster" Target="/ppt/notesMasters/notesMaster1.xml" Id="Rc932f26145c446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658848f1324067" /><Relationship Type="http://schemas.openxmlformats.org/officeDocument/2006/relationships/notesMaster" Target="/ppt/notesMasters/notesMaster1.xml" Id="Rbdbe75fdb80d4e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28108a2aab404d" /><Relationship Type="http://schemas.openxmlformats.org/officeDocument/2006/relationships/notesMaster" Target="/ppt/notesMasters/notesMaster1.xml" Id="Rc21df338fe0345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bd11aa07094ab6" /><Relationship Type="http://schemas.openxmlformats.org/officeDocument/2006/relationships/notesMaster" Target="/ppt/notesMasters/notesMaster1.xml" Id="Rb2162497b3cb43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97c9aee35d4bd7" /><Relationship Type="http://schemas.openxmlformats.org/officeDocument/2006/relationships/notesMaster" Target="/ppt/notesMasters/notesMaster1.xml" Id="Re2ddc62bc0f642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72b6453bbb4e09" /><Relationship Type="http://schemas.openxmlformats.org/officeDocument/2006/relationships/notesMaster" Target="/ppt/notesMasters/notesMaster1.xml" Id="R90191d18953440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46ce4f528847c9" /><Relationship Type="http://schemas.openxmlformats.org/officeDocument/2006/relationships/notesMaster" Target="/ppt/notesMasters/notesMaster1.xml" Id="Re2c7f884390344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f293dcbd5a47b2" /><Relationship Type="http://schemas.openxmlformats.org/officeDocument/2006/relationships/notesMaster" Target="/ppt/notesMasters/notesMaster1.xml" Id="R1c403fce01cf4d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6b4929eab64377" /><Relationship Type="http://schemas.openxmlformats.org/officeDocument/2006/relationships/notesMaster" Target="/ppt/notesMasters/notesMaster1.xml" Id="R46d9f0427af843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8b02499fb5466c" /><Relationship Type="http://schemas.openxmlformats.org/officeDocument/2006/relationships/notesMaster" Target="/ppt/notesMasters/notesMaster1.xml" Id="R923afc70ca8443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5f843c3ce04d67" /><Relationship Type="http://schemas.openxmlformats.org/officeDocument/2006/relationships/notesMaster" Target="/ppt/notesMasters/notesMaster1.xml" Id="R90c7225aa10649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4dfa5431274e27" /><Relationship Type="http://schemas.openxmlformats.org/officeDocument/2006/relationships/notesMaster" Target="/ppt/notesMasters/notesMaster1.xml" Id="Rdea901fc208046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3471ca19694e45" /><Relationship Type="http://schemas.openxmlformats.org/officeDocument/2006/relationships/notesMaster" Target="/ppt/notesMasters/notesMaster1.xml" Id="R7b7b83af218b4d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d0f4af1f1b4001" /><Relationship Type="http://schemas.openxmlformats.org/officeDocument/2006/relationships/notesMaster" Target="/ppt/notesMasters/notesMaster1.xml" Id="R63f0d5dd17234c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3912a309d18473a" /><Relationship Type="http://schemas.openxmlformats.org/officeDocument/2006/relationships/notesMaster" Target="/ppt/notesMasters/notesMaster1.xml" Id="R0b292fbe03284b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69ba191dea4144" /><Relationship Type="http://schemas.openxmlformats.org/officeDocument/2006/relationships/notesMaster" Target="/ppt/notesMasters/notesMaster1.xml" Id="Rbeaf40ed8ee5428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59aa23b24a49f5" /><Relationship Type="http://schemas.openxmlformats.org/officeDocument/2006/relationships/notesMaster" Target="/ppt/notesMasters/notesMaster1.xml" Id="R05aa17442ec542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60bfe9601634401" /><Relationship Type="http://schemas.openxmlformats.org/officeDocument/2006/relationships/notesMaster" Target="/ppt/notesMasters/notesMaster1.xml" Id="Ra713e125111b44d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3d1abce4e24b29" /><Relationship Type="http://schemas.openxmlformats.org/officeDocument/2006/relationships/notesMaster" Target="/ppt/notesMasters/notesMaster1.xml" Id="Ra18e9fa224ec4bc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d0ce2fa7974af3" /><Relationship Type="http://schemas.openxmlformats.org/officeDocument/2006/relationships/notesMaster" Target="/ppt/notesMasters/notesMaster1.xml" Id="R731be1acd13e477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47039e073243a9" /><Relationship Type="http://schemas.openxmlformats.org/officeDocument/2006/relationships/notesMaster" Target="/ppt/notesMasters/notesMaster1.xml" Id="Re13ad134ddcb4f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dbff57b1e84ef0" /><Relationship Type="http://schemas.openxmlformats.org/officeDocument/2006/relationships/notesMaster" Target="/ppt/notesMasters/notesMaster1.xml" Id="Rd5f97cdbcec14bf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1b9e374e104347" /><Relationship Type="http://schemas.openxmlformats.org/officeDocument/2006/relationships/notesMaster" Target="/ppt/notesMasters/notesMaster1.xml" Id="Re49b48091ceb495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756d1ef97640f1" /><Relationship Type="http://schemas.openxmlformats.org/officeDocument/2006/relationships/notesMaster" Target="/ppt/notesMasters/notesMaster1.xml" Id="Ra842d96d9982476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effe007b69c4831" /><Relationship Type="http://schemas.openxmlformats.org/officeDocument/2006/relationships/notesMaster" Target="/ppt/notesMasters/notesMaster1.xml" Id="Rbf2eb7ebe40b4e8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81a4895a7f940c8" /><Relationship Type="http://schemas.openxmlformats.org/officeDocument/2006/relationships/notesMaster" Target="/ppt/notesMasters/notesMaster1.xml" Id="Rf9028d49d7c746d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379389ba3704e6b" /><Relationship Type="http://schemas.openxmlformats.org/officeDocument/2006/relationships/notesMaster" Target="/ppt/notesMasters/notesMaster1.xml" Id="R0d5eb163953a419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aa8c299df4f45fb" /><Relationship Type="http://schemas.openxmlformats.org/officeDocument/2006/relationships/notesMaster" Target="/ppt/notesMasters/notesMaster1.xml" Id="R229946eb38c7459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a13ee416cef4564" /><Relationship Type="http://schemas.openxmlformats.org/officeDocument/2006/relationships/notesMaster" Target="/ppt/notesMasters/notesMaster1.xml" Id="R73034d02d48a44b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fc22dce31e4cc1" /><Relationship Type="http://schemas.openxmlformats.org/officeDocument/2006/relationships/notesMaster" Target="/ppt/notesMasters/notesMaster1.xml" Id="R5989ab3485ff4e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49b241778040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728a2cd52c46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24cb913a9949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0d85d1716241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2a0a0d81cc4b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b1e88d5aa742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365894-240C-42C2-B18A-E61DE56639A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B9B3A3-0C6A-4B19-8393-4FC59F85DF7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002527-B925-45D2-81D3-5937B617577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ED801-1E75-4302-A2FF-DE44077FBC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5AE3C8-1C60-44CD-B994-17E1AA8A7F0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90DA20-A4B4-400D-86D5-7120B15F14B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FEAFB8-24A5-44C9-834E-3E735C40A15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9E4445-3C73-419D-9246-722358ECC8E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87DC3D-F2EB-4939-AA0D-518062FC50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2238C6-DF44-4C21-B35B-BF405BC8141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48267f93f840e6" /><Relationship Type="http://schemas.openxmlformats.org/officeDocument/2006/relationships/slideLayout" Target="/ppt/slideLayouts/slideLayout1.xml" Id="R6662f9983aef4626" /><Relationship Type="http://schemas.openxmlformats.org/officeDocument/2006/relationships/slideLayout" Target="/ppt/slideLayouts/slideLayout2.xml" Id="Rcefbf0eb11a14a18" /><Relationship Type="http://schemas.openxmlformats.org/officeDocument/2006/relationships/slideLayout" Target="/ppt/slideLayouts/slideLayout3.xml" Id="R39657f9384f24722" /><Relationship Type="http://schemas.openxmlformats.org/officeDocument/2006/relationships/slideLayout" Target="/ppt/slideLayouts/slideLayout4.xml" Id="Rf1f5cab7070d445f" /><Relationship Type="http://schemas.openxmlformats.org/officeDocument/2006/relationships/slideLayout" Target="/ppt/slideLayouts/slideLayout5.xml" Id="R53e41ceaa8194101" /><Relationship Type="http://schemas.openxmlformats.org/officeDocument/2006/relationships/slideLayout" Target="/ppt/slideLayouts/slideLayout6.xml" Id="R1ca2588c391a4d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62f9983aef4626"/>
    <p:sldLayoutId xmlns:r="http://schemas.openxmlformats.org/officeDocument/2006/relationships" id="2147483650" r:id="Rcefbf0eb11a14a18"/>
    <p:sldLayoutId xmlns:r="http://schemas.openxmlformats.org/officeDocument/2006/relationships" id="2147483651" r:id="R39657f9384f24722"/>
    <p:sldLayoutId xmlns:r="http://schemas.openxmlformats.org/officeDocument/2006/relationships" id="2147483652" r:id="Rf1f5cab7070d445f"/>
    <p:sldLayoutId xmlns:r="http://schemas.openxmlformats.org/officeDocument/2006/relationships" id="2147483653" r:id="R53e41ceaa8194101"/>
    <p:sldLayoutId xmlns:r="http://schemas.openxmlformats.org/officeDocument/2006/relationships" id="2147483654" r:id="R1ca2588c391a4d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88e9a97bad40d4" /><Relationship Type="http://schemas.openxmlformats.org/officeDocument/2006/relationships/image" Target="/ppt/media/image.png" Id="Rbe8ed97a00714d49" /><Relationship Type="http://schemas.openxmlformats.org/officeDocument/2006/relationships/image" Target="/ppt/media/image2.png" Id="R846dd385305b400c" /><Relationship Type="http://schemas.openxmlformats.org/officeDocument/2006/relationships/notesSlide" Target="/ppt/notesSlides/notesSlide1.xml" Id="Rb91e5e2cbfbd4f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0b3387855144d9" /><Relationship Type="http://schemas.openxmlformats.org/officeDocument/2006/relationships/image" Target="/ppt/media/image3.png" Id="Racc6147986754389" /><Relationship Type="http://schemas.openxmlformats.org/officeDocument/2006/relationships/image" Target="/ppt/media/image4.png" Id="R447edf6a26da4e88" /><Relationship Type="http://schemas.openxmlformats.org/officeDocument/2006/relationships/notesSlide" Target="/ppt/notesSlides/notesSlide2.xml" Id="R6807bd18a9674b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1f2e1d8d8447b9" /><Relationship Type="http://schemas.openxmlformats.org/officeDocument/2006/relationships/image" Target="/ppt/media/image5.png" Id="R1be3b87767e54d34" /><Relationship Type="http://schemas.openxmlformats.org/officeDocument/2006/relationships/notesSlide" Target="/ppt/notesSlides/notesSlide3.xml" Id="Re834b83af0fa4e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c4d4b7ed204e78" /><Relationship Type="http://schemas.openxmlformats.org/officeDocument/2006/relationships/image" Target="/ppt/media/image6.png" Id="R88a1d028ac404952" /><Relationship Type="http://schemas.openxmlformats.org/officeDocument/2006/relationships/image" Target="/ppt/media/image7.png" Id="Rb8043d4378eb4555" /><Relationship Type="http://schemas.openxmlformats.org/officeDocument/2006/relationships/notesSlide" Target="/ppt/notesSlides/notesSlide4.xml" Id="R5496a3508e1349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92f7b1dc104249" /><Relationship Type="http://schemas.openxmlformats.org/officeDocument/2006/relationships/image" Target="/ppt/media/image8.png" Id="Rc490002010544ca1" /><Relationship Type="http://schemas.openxmlformats.org/officeDocument/2006/relationships/notesSlide" Target="/ppt/notesSlides/notesSlide5.xml" Id="R3eb420bfae084d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cf73c18b1f4d66" /><Relationship Type="http://schemas.openxmlformats.org/officeDocument/2006/relationships/image" Target="/ppt/media/image9.png" Id="R93987e8a68c94ee0" /><Relationship Type="http://schemas.openxmlformats.org/officeDocument/2006/relationships/notesSlide" Target="/ppt/notesSlides/notesSlide6.xml" Id="R27622c18920949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46867299c044f3" /><Relationship Type="http://schemas.openxmlformats.org/officeDocument/2006/relationships/image" Target="/ppt/media/image10.png" Id="R2363eeee11c2485d" /><Relationship Type="http://schemas.openxmlformats.org/officeDocument/2006/relationships/notesSlide" Target="/ppt/notesSlides/notesSlide7.xml" Id="Rcd3835232de545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17c7a8961d4e5b" /><Relationship Type="http://schemas.openxmlformats.org/officeDocument/2006/relationships/image" Target="/ppt/media/image11.png" Id="R226a72c451c44ca1" /><Relationship Type="http://schemas.openxmlformats.org/officeDocument/2006/relationships/image" Target="/ppt/media/image12.png" Id="R120223f3af47402b" /><Relationship Type="http://schemas.openxmlformats.org/officeDocument/2006/relationships/notesSlide" Target="/ppt/notesSlides/notesSlide8.xml" Id="Ra1cb4f42e0db42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eb516f6b71406b" /><Relationship Type="http://schemas.openxmlformats.org/officeDocument/2006/relationships/image" Target="/ppt/media/image13.png" Id="R0aa307db8c5e461f" /><Relationship Type="http://schemas.openxmlformats.org/officeDocument/2006/relationships/image" Target="/ppt/media/image14.png" Id="R7e9e383e51dc4c15" /><Relationship Type="http://schemas.openxmlformats.org/officeDocument/2006/relationships/image" Target="/ppt/media/image15.png" Id="Rc52f3d4ca751408f" /><Relationship Type="http://schemas.openxmlformats.org/officeDocument/2006/relationships/image" Target="/ppt/media/image16.png" Id="R3b923301ae704343" /><Relationship Type="http://schemas.openxmlformats.org/officeDocument/2006/relationships/notesSlide" Target="/ppt/notesSlides/notesSlide9.xml" Id="R37c5dfa0aff649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1f084c78c647c9" /><Relationship Type="http://schemas.openxmlformats.org/officeDocument/2006/relationships/image" Target="/ppt/media/image17.png" Id="R87aaf8bf787b43b2" /><Relationship Type="http://schemas.openxmlformats.org/officeDocument/2006/relationships/image" Target="/ppt/media/image18.png" Id="R118dbf7c89e5405d" /><Relationship Type="http://schemas.openxmlformats.org/officeDocument/2006/relationships/image" Target="/ppt/media/image19.png" Id="Rbcc49cc30054497e" /><Relationship Type="http://schemas.openxmlformats.org/officeDocument/2006/relationships/notesSlide" Target="/ppt/notesSlides/notesSlide10.xml" Id="R90de01ab9f2f43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7acb24b4f345f6" /><Relationship Type="http://schemas.openxmlformats.org/officeDocument/2006/relationships/image" Target="/ppt/media/image20.png" Id="R9413bd66ac614216" /><Relationship Type="http://schemas.openxmlformats.org/officeDocument/2006/relationships/image" Target="/ppt/media/image21.png" Id="R1f938f28e4a3466f" /><Relationship Type="http://schemas.openxmlformats.org/officeDocument/2006/relationships/image" Target="/ppt/media/image22.png" Id="Rf61962bc698e49f9" /><Relationship Type="http://schemas.openxmlformats.org/officeDocument/2006/relationships/notesSlide" Target="/ppt/notesSlides/notesSlide11.xml" Id="Rde6c0805c5f242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7cfff0ad86948b8" /><Relationship Type="http://schemas.openxmlformats.org/officeDocument/2006/relationships/image" Target="/ppt/media/image23.png" Id="Re2f3ef55f26642c3" /><Relationship Type="http://schemas.openxmlformats.org/officeDocument/2006/relationships/notesSlide" Target="/ppt/notesSlides/notesSlide12.xml" Id="R9024bbe638e547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43f1a9a68f4872" /><Relationship Type="http://schemas.openxmlformats.org/officeDocument/2006/relationships/image" Target="/ppt/media/image24.png" Id="R002cf61cd5d6483a" /><Relationship Type="http://schemas.openxmlformats.org/officeDocument/2006/relationships/notesSlide" Target="/ppt/notesSlides/notesSlide13.xml" Id="R80a9a487752846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a427c6fea854d5b" /><Relationship Type="http://schemas.openxmlformats.org/officeDocument/2006/relationships/image" Target="/ppt/media/image25.png" Id="R4ef487a28c124ac2" /><Relationship Type="http://schemas.openxmlformats.org/officeDocument/2006/relationships/notesSlide" Target="/ppt/notesSlides/notesSlide14.xml" Id="R04f6c8af6e404b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ccb0c9bee14400" /><Relationship Type="http://schemas.openxmlformats.org/officeDocument/2006/relationships/image" Target="/ppt/media/image26.png" Id="R9931ff37f6484504" /><Relationship Type="http://schemas.openxmlformats.org/officeDocument/2006/relationships/image" Target="/ppt/media/image27.png" Id="R87c2b3a4ba20480e" /><Relationship Type="http://schemas.openxmlformats.org/officeDocument/2006/relationships/image" Target="/ppt/media/image28.png" Id="Re19cd47677c242b0" /><Relationship Type="http://schemas.openxmlformats.org/officeDocument/2006/relationships/image" Target="/ppt/media/image29.png" Id="R349f9e4f58574205" /><Relationship Type="http://schemas.openxmlformats.org/officeDocument/2006/relationships/notesSlide" Target="/ppt/notesSlides/notesSlide15.xml" Id="R439d629e8f1a47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7d2f6fd37f47bb" /><Relationship Type="http://schemas.openxmlformats.org/officeDocument/2006/relationships/image" Target="/ppt/media/image30.png" Id="R182a31ec920546a0" /><Relationship Type="http://schemas.openxmlformats.org/officeDocument/2006/relationships/image" Target="/ppt/media/image31.png" Id="Ra592d15e63ac4e01" /><Relationship Type="http://schemas.openxmlformats.org/officeDocument/2006/relationships/notesSlide" Target="/ppt/notesSlides/notesSlide16.xml" Id="R06236ec1e52b49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e7adcdb878d4999" /><Relationship Type="http://schemas.openxmlformats.org/officeDocument/2006/relationships/image" Target="/ppt/media/image32.png" Id="R3ae029fdd4124db5" /><Relationship Type="http://schemas.openxmlformats.org/officeDocument/2006/relationships/image" Target="/ppt/media/image33.png" Id="R3fb3c8dd1c8142de" /><Relationship Type="http://schemas.openxmlformats.org/officeDocument/2006/relationships/image" Target="/ppt/media/image34.png" Id="Re58353915a6b4a8e" /><Relationship Type="http://schemas.openxmlformats.org/officeDocument/2006/relationships/notesSlide" Target="/ppt/notesSlides/notesSlide17.xml" Id="R033c399a146c46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83a38cc58594f89" /><Relationship Type="http://schemas.openxmlformats.org/officeDocument/2006/relationships/image" Target="/ppt/media/image35.png" Id="Rff794de3c65e42e2" /><Relationship Type="http://schemas.openxmlformats.org/officeDocument/2006/relationships/notesSlide" Target="/ppt/notesSlides/notesSlide18.xml" Id="Rfba0d5cd33b54a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77dd17308004a80" /><Relationship Type="http://schemas.openxmlformats.org/officeDocument/2006/relationships/image" Target="/ppt/media/image36.png" Id="Rd2ea431947194989" /><Relationship Type="http://schemas.openxmlformats.org/officeDocument/2006/relationships/image" Target="/ppt/media/image37.png" Id="R6cb681f6317a453e" /><Relationship Type="http://schemas.openxmlformats.org/officeDocument/2006/relationships/image" Target="/ppt/media/image38.png" Id="R6df4d42812de4a49" /><Relationship Type="http://schemas.openxmlformats.org/officeDocument/2006/relationships/notesSlide" Target="/ppt/notesSlides/notesSlide19.xml" Id="Ra105e9e30d474d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4e74e116c494958" /><Relationship Type="http://schemas.openxmlformats.org/officeDocument/2006/relationships/image" Target="/ppt/media/image39.png" Id="R67631146494c49bc" /><Relationship Type="http://schemas.openxmlformats.org/officeDocument/2006/relationships/image" Target="/ppt/media/image40.png" Id="R5bd8bbe1b6a44733" /><Relationship Type="http://schemas.openxmlformats.org/officeDocument/2006/relationships/image" Target="/ppt/media/image41.png" Id="R5fb773f2e987454e" /><Relationship Type="http://schemas.openxmlformats.org/officeDocument/2006/relationships/notesSlide" Target="/ppt/notesSlides/notesSlide20.xml" Id="R04000c7463e948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41815ca22404e50" /><Relationship Type="http://schemas.openxmlformats.org/officeDocument/2006/relationships/image" Target="/ppt/media/image42.png" Id="R6301ef9a06d54516" /><Relationship Type="http://schemas.openxmlformats.org/officeDocument/2006/relationships/image" Target="/ppt/media/image43.png" Id="Rab092f9d1e0740b8" /><Relationship Type="http://schemas.openxmlformats.org/officeDocument/2006/relationships/notesSlide" Target="/ppt/notesSlides/notesSlide21.xml" Id="R5efde5572e3d4ed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2704e89c5fc4422" /><Relationship Type="http://schemas.openxmlformats.org/officeDocument/2006/relationships/image" Target="/ppt/media/image44.png" Id="Rc348748d51cd4073" /><Relationship Type="http://schemas.openxmlformats.org/officeDocument/2006/relationships/notesSlide" Target="/ppt/notesSlides/notesSlide22.xml" Id="R8f24e8a907b9434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b6b2274e8e4278" /><Relationship Type="http://schemas.openxmlformats.org/officeDocument/2006/relationships/image" Target="/ppt/media/image45.png" Id="Rc92b06315b7f4cd4" /><Relationship Type="http://schemas.openxmlformats.org/officeDocument/2006/relationships/image" Target="/ppt/media/image46.png" Id="R202566bf3ab94558" /><Relationship Type="http://schemas.openxmlformats.org/officeDocument/2006/relationships/notesSlide" Target="/ppt/notesSlides/notesSlide23.xml" Id="Rfac98b1f63a042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e27b02799a4e33" /><Relationship Type="http://schemas.openxmlformats.org/officeDocument/2006/relationships/image" Target="/ppt/media/image47.png" Id="R3077b1b1f1d94fac" /><Relationship Type="http://schemas.openxmlformats.org/officeDocument/2006/relationships/notesSlide" Target="/ppt/notesSlides/notesSlide24.xml" Id="R3edd3cc5e66f4f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bf967c02de14961" /><Relationship Type="http://schemas.openxmlformats.org/officeDocument/2006/relationships/image" Target="/ppt/media/image48.png" Id="Rd7df60a922c14970" /><Relationship Type="http://schemas.openxmlformats.org/officeDocument/2006/relationships/image" Target="/ppt/media/image49.png" Id="Rbba3ec02fae24649" /><Relationship Type="http://schemas.openxmlformats.org/officeDocument/2006/relationships/image" Target="/ppt/media/image50.png" Id="R4089cc4a4d7946ba" /><Relationship Type="http://schemas.openxmlformats.org/officeDocument/2006/relationships/notesSlide" Target="/ppt/notesSlides/notesSlide25.xml" Id="R9f17f384b35041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2662564687648f7" /><Relationship Type="http://schemas.openxmlformats.org/officeDocument/2006/relationships/image" Target="/ppt/media/image51.png" Id="Rd8ffa48845224e6d" /><Relationship Type="http://schemas.openxmlformats.org/officeDocument/2006/relationships/image" Target="/ppt/media/image52.png" Id="Rfc701cca2e874fd6" /><Relationship Type="http://schemas.openxmlformats.org/officeDocument/2006/relationships/notesSlide" Target="/ppt/notesSlides/notesSlide26.xml" Id="Re813ce1a409748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9886f75060d45a3" /><Relationship Type="http://schemas.openxmlformats.org/officeDocument/2006/relationships/image" Target="/ppt/media/image53.png" Id="R8acbc057af4443de" /><Relationship Type="http://schemas.openxmlformats.org/officeDocument/2006/relationships/notesSlide" Target="/ppt/notesSlides/notesSlide27.xml" Id="R8f1758f340c549e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9936574fd2407f" /><Relationship Type="http://schemas.openxmlformats.org/officeDocument/2006/relationships/image" Target="/ppt/media/image54.png" Id="Rda982d9d3cb347ec" /><Relationship Type="http://schemas.openxmlformats.org/officeDocument/2006/relationships/image" Target="/ppt/media/image55.png" Id="Rb234c233d2f74056" /><Relationship Type="http://schemas.openxmlformats.org/officeDocument/2006/relationships/notesSlide" Target="/ppt/notesSlides/notesSlide28.xml" Id="R5dd766b06886452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ef71b0ffa0e4684" /><Relationship Type="http://schemas.openxmlformats.org/officeDocument/2006/relationships/image" Target="/ppt/media/image56.png" Id="Rc45409c9499a4f88" /><Relationship Type="http://schemas.openxmlformats.org/officeDocument/2006/relationships/image" Target="/ppt/media/image57.png" Id="R499563905f294b04" /><Relationship Type="http://schemas.openxmlformats.org/officeDocument/2006/relationships/image" Target="/ppt/media/image58.png" Id="R2706b38bb00f48cb" /><Relationship Type="http://schemas.openxmlformats.org/officeDocument/2006/relationships/notesSlide" Target="/ppt/notesSlides/notesSlide29.xml" Id="Rff88a43d5fce4df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bb9c69c883a4ef8" /><Relationship Type="http://schemas.openxmlformats.org/officeDocument/2006/relationships/image" Target="/ppt/media/image59.png" Id="Rf3e7a93a53e64d45" /><Relationship Type="http://schemas.openxmlformats.org/officeDocument/2006/relationships/notesSlide" Target="/ppt/notesSlides/notesSlide30.xml" Id="Rbd64dc668afc4e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64ac93aba674152" /><Relationship Type="http://schemas.openxmlformats.org/officeDocument/2006/relationships/image" Target="/ppt/media/image60.png" Id="Rd0d8ba99373649d3" /><Relationship Type="http://schemas.openxmlformats.org/officeDocument/2006/relationships/notesSlide" Target="/ppt/notesSlides/notesSlide31.xml" Id="R87af9a96bdd7490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c7f0f405e604530" /><Relationship Type="http://schemas.openxmlformats.org/officeDocument/2006/relationships/image" Target="/ppt/media/image61.png" Id="Rebd95add309440b5" /><Relationship Type="http://schemas.openxmlformats.org/officeDocument/2006/relationships/image" Target="/ppt/media/image62.png" Id="Reb3bdfdde66440cb" /><Relationship Type="http://schemas.openxmlformats.org/officeDocument/2006/relationships/image" Target="/ppt/media/image63.png" Id="R9e2709b3f1f648dc" /><Relationship Type="http://schemas.openxmlformats.org/officeDocument/2006/relationships/image" Target="/ppt/media/image64.png" Id="R5ccd04b97ab94994" /><Relationship Type="http://schemas.openxmlformats.org/officeDocument/2006/relationships/image" Target="/ppt/media/image65.png" Id="R09ba070530db4a52" /><Relationship Type="http://schemas.openxmlformats.org/officeDocument/2006/relationships/notesSlide" Target="/ppt/notesSlides/notesSlide32.xml" Id="Rc9e92c4e1c9343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736a76edc8a421d" /><Relationship Type="http://schemas.openxmlformats.org/officeDocument/2006/relationships/image" Target="/ppt/media/image66.png" Id="Rd3f2e095fbf14e52" /><Relationship Type="http://schemas.openxmlformats.org/officeDocument/2006/relationships/image" Target="/ppt/media/image67.png" Id="R2655c6fe3e2e44ed" /><Relationship Type="http://schemas.openxmlformats.org/officeDocument/2006/relationships/image" Target="/ppt/media/image68.png" Id="R258320abb0f34d0e" /><Relationship Type="http://schemas.openxmlformats.org/officeDocument/2006/relationships/notesSlide" Target="/ppt/notesSlides/notesSlide33.xml" Id="Rda2e909986df446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1b1313b02b8484c" /><Relationship Type="http://schemas.openxmlformats.org/officeDocument/2006/relationships/image" Target="/ppt/media/image69.png" Id="R57b4ac1c4bd04a18" /><Relationship Type="http://schemas.openxmlformats.org/officeDocument/2006/relationships/notesSlide" Target="/ppt/notesSlides/notesSlide34.xml" Id="Ra2118b88dd9c4d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3d1bd23c6a74090" /><Relationship Type="http://schemas.openxmlformats.org/officeDocument/2006/relationships/image" Target="/ppt/media/image70.png" Id="Re0cde0cce93b4e66" /><Relationship Type="http://schemas.openxmlformats.org/officeDocument/2006/relationships/notesSlide" Target="/ppt/notesSlides/notesSlide35.xml" Id="R45434d91cdca402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783b156471c48f6" /><Relationship Type="http://schemas.openxmlformats.org/officeDocument/2006/relationships/image" Target="/ppt/media/image71.png" Id="R36db050f0778425f" /><Relationship Type="http://schemas.openxmlformats.org/officeDocument/2006/relationships/notesSlide" Target="/ppt/notesSlides/notesSlide36.xml" Id="R46436dc9885144b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18ef8ffd2da49d3" /><Relationship Type="http://schemas.openxmlformats.org/officeDocument/2006/relationships/image" Target="/ppt/media/image72.png" Id="R520371c5b4e54861" /><Relationship Type="http://schemas.openxmlformats.org/officeDocument/2006/relationships/notesSlide" Target="/ppt/notesSlides/notesSlide37.xml" Id="R1d04663b14d240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4a60ab6fd06463d" /><Relationship Type="http://schemas.openxmlformats.org/officeDocument/2006/relationships/image" Target="/ppt/media/image73.png" Id="R7e737102c12c465e" /><Relationship Type="http://schemas.openxmlformats.org/officeDocument/2006/relationships/notesSlide" Target="/ppt/notesSlides/notesSlide38.xml" Id="Rad43e8dc4087461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a490044b6b44fa6" /><Relationship Type="http://schemas.openxmlformats.org/officeDocument/2006/relationships/image" Target="/ppt/media/image74.png" Id="Rc0c49304b90d4bba" /><Relationship Type="http://schemas.openxmlformats.org/officeDocument/2006/relationships/notesSlide" Target="/ppt/notesSlides/notesSlide39.xml" Id="R354829f676084a5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6cd0c395211465e" /><Relationship Type="http://schemas.openxmlformats.org/officeDocument/2006/relationships/image" Target="/ppt/media/image75.png" Id="R0d4f44d2672c48b5" /><Relationship Type="http://schemas.openxmlformats.org/officeDocument/2006/relationships/notesSlide" Target="/ppt/notesSlides/notesSlide40.xml" Id="R621edef47a2d44b8"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284AB3B0-A842-4B41-834F-8555E652ADF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E37CDB4D-EA4E-4AA7-8F1F-87AFE75CCFBD}"/>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FFD35F97-40CA-4ED7-8622-E493923E6276}"/>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87EEEDB5-7EC8-4FDA-A471-C594ACBDBBEB}"/>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C9C3E534-5792-4EC2-A89A-0A352D686AE9}"/>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684EBA5F-167D-495A-B505-59A2606EB211}"/>
              </a:ext>
            </a:extLst>
          </p:cNvPr>
          <p:cNvPicPr>
            <a:picLocks xmlns:a="http://schemas.openxmlformats.org/drawingml/2006/main" noChangeAspect="1"/>
          </p:cNvPicPr>
          <p:nvPr/>
        </p:nvPicPr>
        <p:blipFill>
          <a:blip xmlns:r="http://schemas.openxmlformats.org/officeDocument/2006/relationships" xmlns:a="http://schemas.openxmlformats.org/drawingml/2006/main" r:embed="Rbe8ed97a00714d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81F1A3B-A2FD-40EC-ABE6-CC89FFEAD56D}"/>
              </a:ext>
            </a:extLst>
          </p:cNvPr>
          <p:cNvPicPr>
            <a:picLocks xmlns:a="http://schemas.openxmlformats.org/drawingml/2006/main" noChangeAspect="1"/>
          </p:cNvPicPr>
          <p:nvPr/>
        </p:nvPicPr>
        <p:blipFill>
          <a:blip xmlns:r="http://schemas.openxmlformats.org/officeDocument/2006/relationships" xmlns:a="http://schemas.openxmlformats.org/drawingml/2006/main" r:embed="R846dd385305b400c"/>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C1C616DD-B67A-4D40-896D-D82615E891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823447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65428F9-D708-4943-B000-B3ACE7E95390}"/>
              </a:ext>
            </a:extLst>
          </p:cNvPr>
          <p:cNvPicPr>
            <a:picLocks xmlns:a="http://schemas.openxmlformats.org/drawingml/2006/main" noChangeAspect="1"/>
          </p:cNvPicPr>
          <p:nvPr/>
        </p:nvPicPr>
        <p:blipFill>
          <a:blip xmlns:r="http://schemas.openxmlformats.org/officeDocument/2006/relationships" xmlns:a="http://schemas.openxmlformats.org/drawingml/2006/main" r:embed="Racc61479867543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282BCD-B348-4385-A502-7B6639F5FD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7CB471-2475-4254-BF89-A5F011A33E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F3C50F2-B606-4C79-8E51-6BC33A9EE46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41AADB-2EFC-4A48-BBC7-675F191D2E6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45C65ACC-FA26-48D8-8193-B9415B0F2FD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3370CCAD-CAF8-4B2B-95B7-10D36F6BEEB2}"/>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612C31D4-B4B0-4E0C-B362-18BE8BB46132}"/>
              </a:ext>
            </a:extLst>
          </p:cNvPr>
          <p:cNvPicPr>
            <a:picLocks xmlns:a="http://schemas.openxmlformats.org/drawingml/2006/main" noChangeAspect="1"/>
          </p:cNvPicPr>
          <p:nvPr/>
        </p:nvPicPr>
        <p:blipFill>
          <a:blip xmlns:r="http://schemas.openxmlformats.org/officeDocument/2006/relationships" xmlns:a="http://schemas.openxmlformats.org/drawingml/2006/main" r:embed="R447edf6a26da4e88"/>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339151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DB2F48D-6DCE-4697-9A26-5F0FB6E44328}"/>
              </a:ext>
            </a:extLst>
          </p:cNvPr>
          <p:cNvPicPr>
            <a:picLocks xmlns:a="http://schemas.openxmlformats.org/drawingml/2006/main" noChangeAspect="1"/>
          </p:cNvPicPr>
          <p:nvPr/>
        </p:nvPicPr>
        <p:blipFill>
          <a:blip xmlns:r="http://schemas.openxmlformats.org/officeDocument/2006/relationships" xmlns:a="http://schemas.openxmlformats.org/drawingml/2006/main" r:embed="R1be3b87767e54d3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59A2BD-ECDC-4756-B6AB-48B92DB87B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ACD82A-FAA2-41E8-88FE-B093CAEC778A}"/>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10F6CAC-7293-4A27-A54A-4795D7C7C17F}"/>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9490E66-725A-43D7-B316-52CEA3DBF132}"/>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9F67B4B-AAAF-4AFD-AC05-B4A57C097387}"/>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6E69415-07A4-4F63-A31A-3B4171C3948B}"/>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A0814C7-F150-48DE-9CC1-C7E448318F04}"/>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230D4D17-4407-4E4A-BFE4-BBF73DB12BD2}"/>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264F51CB-9831-4730-9E89-C60E7074C45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CFED579-3AE4-477D-AACB-FC4F5D971BDF}"/>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32AA130-FCA6-43E1-A367-9CA90639F37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9406BDEC-432F-433F-840B-E5EDED815D57}"/>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0906574-DAA8-4151-A887-34863B1B6693}"/>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18FD0504-6C9D-4185-9DA4-CCB97C872455}"/>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3582983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2698C98-CFBE-48EB-9134-A388333914E9}"/>
              </a:ext>
            </a:extLst>
          </p:cNvPr>
          <p:cNvPicPr>
            <a:picLocks xmlns:a="http://schemas.openxmlformats.org/drawingml/2006/main" noChangeAspect="1"/>
          </p:cNvPicPr>
          <p:nvPr/>
        </p:nvPicPr>
        <p:blipFill>
          <a:blip xmlns:r="http://schemas.openxmlformats.org/officeDocument/2006/relationships" xmlns:a="http://schemas.openxmlformats.org/drawingml/2006/main" r:embed="R88a1d028ac4049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FB24A9-3F16-4DDA-9D85-6103639BD8E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681383-E4B2-48CA-9585-AF840BA34A3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1D9E5272-242A-4594-BA5B-EFF563035892}"/>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3D9426-37BF-416E-8B83-FCC1D5EF11ED}"/>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D124B50-AC08-4FC4-A5AF-4551B577830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00537FB-03A3-4122-98B9-65EFBE64A051}"/>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0A4F1455-5FB8-453B-89CE-8442DF5444CA}"/>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6D18567-9535-4CE4-804B-A8485E072D1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B433053A-700E-4E31-A6EF-79F3FE799FBB}"/>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76015D2A-5490-413F-8CBE-81AF04C77BA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3F4E14E-2850-45AF-A46A-A3239DA5F11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9EBF3C6-7248-4EF2-81B1-23211990C3B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842D6B9A-4F28-4DC7-816F-05F415792098}"/>
              </a:ext>
            </a:extLst>
          </p:cNvPr>
          <p:cNvPicPr>
            <a:picLocks xmlns:a="http://schemas.openxmlformats.org/drawingml/2006/main" noChangeAspect="1"/>
          </p:cNvPicPr>
          <p:nvPr/>
        </p:nvPicPr>
        <p:blipFill>
          <a:blip xmlns:r="http://schemas.openxmlformats.org/officeDocument/2006/relationships" xmlns:a="http://schemas.openxmlformats.org/drawingml/2006/main" r:embed="Rb8043d4378eb4555"/>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18467537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5B6056C9-32B6-4C9B-9B71-E9CC6815B59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48E69AE-0012-4542-A259-A70D5CBFE274}"/>
              </a:ext>
            </a:extLst>
          </p:cNvPr>
          <p:cNvPicPr>
            <a:picLocks xmlns:a="http://schemas.openxmlformats.org/drawingml/2006/main" noChangeAspect="1"/>
          </p:cNvPicPr>
          <p:nvPr/>
        </p:nvPicPr>
        <p:blipFill>
          <a:blip xmlns:r="http://schemas.openxmlformats.org/officeDocument/2006/relationships" xmlns:a="http://schemas.openxmlformats.org/drawingml/2006/main" r:embed="Rc490002010544c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91E5E75-218E-4D40-A2A8-EADC2B4573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042AB01-5D79-427E-AB5E-2A502F0E653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EBB06A02-E8DB-48DF-A6AE-FB5B9DB8B89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B0FDEC8F-328D-4205-9BE9-FB4EA04456C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079237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53729F5-E87E-455C-A8D6-8F496A9E06D4}"/>
              </a:ext>
            </a:extLst>
          </p:cNvPr>
          <p:cNvPicPr>
            <a:picLocks xmlns:a="http://schemas.openxmlformats.org/drawingml/2006/main" noChangeAspect="1"/>
          </p:cNvPicPr>
          <p:nvPr/>
        </p:nvPicPr>
        <p:blipFill>
          <a:blip xmlns:r="http://schemas.openxmlformats.org/officeDocument/2006/relationships" xmlns:a="http://schemas.openxmlformats.org/drawingml/2006/main" r:embed="R93987e8a68c94e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D59619-76D8-4ABB-A858-F115015F9E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D2C833-5783-4846-AA9F-B7A0590732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A2194B5-FAC0-4A82-B563-9F420580F4D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CE937B-B4C6-4CFE-AEB3-0D896BAB02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5DD02AE7-A0E2-4248-8853-0EC1EF1362A5}"/>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DB5FAC5C-964B-4A7B-87C3-6DC97A1A6AB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6BA61267-C70A-4585-928F-EDAFF96D8E2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BD1281CC-FB26-4235-A25A-2952349AB8F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9C131ADA-E8E2-4F14-A437-AE7B235355B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94634A17-0CDC-4CEA-8830-20695D656BE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F81B4A75-AE71-4AB4-BA4A-A39E43413F4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3909703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15CFA21-1F07-4070-9841-7E3421EA051A}"/>
              </a:ext>
            </a:extLst>
          </p:cNvPr>
          <p:cNvPicPr>
            <a:picLocks xmlns:a="http://schemas.openxmlformats.org/drawingml/2006/main" noChangeAspect="1"/>
          </p:cNvPicPr>
          <p:nvPr/>
        </p:nvPicPr>
        <p:blipFill>
          <a:blip xmlns:r="http://schemas.openxmlformats.org/officeDocument/2006/relationships" xmlns:a="http://schemas.openxmlformats.org/drawingml/2006/main" r:embed="R2363eeee11c248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811A12-B343-4902-B955-590C4FE9ED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043E01-1133-4E11-A215-BEEE380F20A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768BABB-274E-4EEA-AE97-670AE9FE86A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F4AD266-3270-42A8-85B3-5502B48F091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C275C9B-670A-440F-8604-2F3D878C419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C36F69E5-C912-401B-93BC-1FD54623F577}"/>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DA1D58EA-FCF4-42E5-BC95-590CDD8818B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FB251D11-988B-49E6-95D8-426594E6089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8865C81C-6FC8-44DF-8616-DB0F28D64FD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87FC42E-5AAB-464F-B4B2-62AAE0F43A5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0B87B770-61FA-4C2F-8C4C-02E880C566E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13159620-6D8A-484A-B811-B59C83A935B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7774962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FE89B907-E254-4605-9EE1-C48DC4848DC3}"/>
              </a:ext>
            </a:extLst>
          </p:cNvPr>
          <p:cNvPicPr>
            <a:picLocks xmlns:a="http://schemas.openxmlformats.org/drawingml/2006/main" noChangeAspect="1"/>
          </p:cNvPicPr>
          <p:nvPr/>
        </p:nvPicPr>
        <p:blipFill>
          <a:blip xmlns:r="http://schemas.openxmlformats.org/officeDocument/2006/relationships" xmlns:a="http://schemas.openxmlformats.org/drawingml/2006/main" r:embed="R226a72c451c44c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37BCA9-2BD3-4963-8452-77DCAA9067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B0DBB0-E723-48D9-BDA8-362C5E8F2F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AD479F3-6A71-4CF1-AFCF-2CB70A4DA5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39DDE5D-CBCC-4822-979B-5468E3AE9E6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22705E5A-04BB-4B28-9C50-0384163EA7C2}"/>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6F95BDBC-3CA9-4A1D-BDAA-319B87BB4573}"/>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17A7492B-F073-4B0F-922E-0BDA6738571B}"/>
              </a:ext>
            </a:extLst>
          </p:cNvPr>
          <p:cNvPicPr>
            <a:picLocks xmlns:a="http://schemas.openxmlformats.org/drawingml/2006/main" noChangeAspect="1"/>
          </p:cNvPicPr>
          <p:nvPr/>
        </p:nvPicPr>
        <p:blipFill>
          <a:blip xmlns:r="http://schemas.openxmlformats.org/officeDocument/2006/relationships" xmlns:a="http://schemas.openxmlformats.org/drawingml/2006/main" r:embed="R120223f3af47402b"/>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8A5FBA9-D803-4E40-A00B-37C261AFAE67}"/>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2DA40082-80A5-47C6-A7A5-BE0E4FD2AEA7}"/>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468CF000-3F9A-484A-AAA1-0CE4AAB59D6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27F9E47-268B-4459-98F8-FAB9CC4C2041}"/>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DA146066-5265-44EE-B7F8-C102C22A8312}"/>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854B79AC-12D2-4E88-A8DA-A3D93D9A7376}"/>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5456BBAB-01F6-4675-A7BB-210F0CFE6CBE}"/>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9B96B876-C35F-44B0-ABBB-3CFAA7824B0D}"/>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8003658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BBC43BE-BCB8-4C56-8813-6B16E5950665}"/>
              </a:ext>
            </a:extLst>
          </p:cNvPr>
          <p:cNvPicPr>
            <a:picLocks xmlns:a="http://schemas.openxmlformats.org/drawingml/2006/main" noChangeAspect="1"/>
          </p:cNvPicPr>
          <p:nvPr/>
        </p:nvPicPr>
        <p:blipFill>
          <a:blip xmlns:r="http://schemas.openxmlformats.org/officeDocument/2006/relationships" xmlns:a="http://schemas.openxmlformats.org/drawingml/2006/main" r:embed="R0aa307db8c5e46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784A24-7FBE-4174-9AA4-40736DB8D4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2ACE45-6D06-4166-9344-2979E13BF3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EFC95F4-A9A4-4CAC-A765-AA82B031B1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11E38E1-BD3A-4C57-852B-D9F9EEE659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6329872-DBC5-4C1D-98DE-82129F45235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76A61AE1-6BC1-40EE-A04F-CDF6F507B165}"/>
              </a:ext>
            </a:extLst>
          </p:cNvPr>
          <p:cNvPicPr>
            <a:picLocks xmlns:a="http://schemas.openxmlformats.org/drawingml/2006/main" noChangeAspect="1"/>
          </p:cNvPicPr>
          <p:nvPr/>
        </p:nvPicPr>
        <p:blipFill>
          <a:blip xmlns:r="http://schemas.openxmlformats.org/officeDocument/2006/relationships" xmlns:a="http://schemas.openxmlformats.org/drawingml/2006/main" r:embed="R7e9e383e51dc4c15"/>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31AC4FB-BC43-44AE-A8AA-36F5507ED410}"/>
              </a:ext>
            </a:extLst>
          </p:cNvPr>
          <p:cNvPicPr>
            <a:picLocks xmlns:a="http://schemas.openxmlformats.org/drawingml/2006/main" noChangeAspect="1"/>
          </p:cNvPicPr>
          <p:nvPr/>
        </p:nvPicPr>
        <p:blipFill>
          <a:blip xmlns:r="http://schemas.openxmlformats.org/officeDocument/2006/relationships" xmlns:a="http://schemas.openxmlformats.org/drawingml/2006/main" r:embed="Rc52f3d4ca751408f"/>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857D00D1-377B-4C8F-B9C7-2C904679FF1D}"/>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A64BE22A-5E5A-4ECA-A47A-DFDAB55B6657}"/>
              </a:ext>
            </a:extLst>
          </p:cNvPr>
          <p:cNvPicPr>
            <a:picLocks xmlns:a="http://schemas.openxmlformats.org/drawingml/2006/main" noChangeAspect="1"/>
          </p:cNvPicPr>
          <p:nvPr/>
        </p:nvPicPr>
        <p:blipFill>
          <a:blip xmlns:r="http://schemas.openxmlformats.org/officeDocument/2006/relationships" xmlns:a="http://schemas.openxmlformats.org/drawingml/2006/main" r:embed="R3b923301ae704343"/>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0B9CEAF9-78D6-4D2A-B268-9879C02CDDA3}"/>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D462116A-8DFC-4F24-AF7C-16F4F591575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2293810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A4C59DD-9CE0-43E9-9D87-457B3FFA1042}"/>
              </a:ext>
            </a:extLst>
          </p:cNvPr>
          <p:cNvPicPr>
            <a:picLocks xmlns:a="http://schemas.openxmlformats.org/drawingml/2006/main" noChangeAspect="1"/>
          </p:cNvPicPr>
          <p:nvPr/>
        </p:nvPicPr>
        <p:blipFill>
          <a:blip xmlns:r="http://schemas.openxmlformats.org/officeDocument/2006/relationships" xmlns:a="http://schemas.openxmlformats.org/drawingml/2006/main" r:embed="R87aaf8bf787b43b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C031ED-428E-400D-A7E3-6BBBA002C0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33A9C7-62B8-4314-8820-990F13A3BAE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2738BA2-EC6A-4155-AFB9-EBE127A647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E3E5B3-8193-4E89-B8D4-DD969163CE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3F9EAB4-2E5E-4760-8DBA-D5FC71C4F6A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FBCF82A1-A949-454D-B2BF-0EA0E7F547CA}"/>
              </a:ext>
            </a:extLst>
          </p:cNvPr>
          <p:cNvPicPr>
            <a:picLocks xmlns:a="http://schemas.openxmlformats.org/drawingml/2006/main" noChangeAspect="1"/>
          </p:cNvPicPr>
          <p:nvPr/>
        </p:nvPicPr>
        <p:blipFill>
          <a:blip xmlns:r="http://schemas.openxmlformats.org/officeDocument/2006/relationships" xmlns:a="http://schemas.openxmlformats.org/drawingml/2006/main" r:embed="R118dbf7c89e5405d"/>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32F25AA-7B04-4E1A-A70C-665B2E5C36B7}"/>
              </a:ext>
            </a:extLst>
          </p:cNvPr>
          <p:cNvPicPr>
            <a:picLocks xmlns:a="http://schemas.openxmlformats.org/drawingml/2006/main" noChangeAspect="1"/>
          </p:cNvPicPr>
          <p:nvPr/>
        </p:nvPicPr>
        <p:blipFill>
          <a:blip xmlns:r="http://schemas.openxmlformats.org/officeDocument/2006/relationships" xmlns:a="http://schemas.openxmlformats.org/drawingml/2006/main" r:embed="Rbcc49cc30054497e"/>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E5FF80F3-73D6-4F51-9F15-5BD5CE3A5A3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B698430-3F37-473D-A53B-40ABE810363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0364803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34CBDDB-61DF-41DC-8A7C-492E0F4E9E89}"/>
              </a:ext>
            </a:extLst>
          </p:cNvPr>
          <p:cNvPicPr>
            <a:picLocks xmlns:a="http://schemas.openxmlformats.org/drawingml/2006/main" noChangeAspect="1"/>
          </p:cNvPicPr>
          <p:nvPr/>
        </p:nvPicPr>
        <p:blipFill>
          <a:blip xmlns:r="http://schemas.openxmlformats.org/officeDocument/2006/relationships" xmlns:a="http://schemas.openxmlformats.org/drawingml/2006/main" r:embed="R9413bd66ac61421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5B24FB-5F88-4198-8FC4-DAD06280D8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AF0F80-86DD-451C-A6F7-20BCC852D1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03BF89F-CB97-4E9E-9B63-416FC6F39D8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D84ADC6-744A-4D64-A0E6-93CB0D7842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58ED314-F815-468F-BA1A-00DDE980E2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73BE685-C178-40E4-A84B-9B6192F8DB90}"/>
              </a:ext>
            </a:extLst>
          </p:cNvPr>
          <p:cNvPicPr>
            <a:picLocks xmlns:a="http://schemas.openxmlformats.org/drawingml/2006/main" noChangeAspect="1"/>
          </p:cNvPicPr>
          <p:nvPr/>
        </p:nvPicPr>
        <p:blipFill>
          <a:blip xmlns:r="http://schemas.openxmlformats.org/officeDocument/2006/relationships" xmlns:a="http://schemas.openxmlformats.org/drawingml/2006/main" r:embed="R1f938f28e4a3466f"/>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6230A27-06E2-412A-AC4C-E3388F42124E}"/>
              </a:ext>
            </a:extLst>
          </p:cNvPr>
          <p:cNvPicPr>
            <a:picLocks xmlns:a="http://schemas.openxmlformats.org/drawingml/2006/main" noChangeAspect="1"/>
          </p:cNvPicPr>
          <p:nvPr/>
        </p:nvPicPr>
        <p:blipFill>
          <a:blip xmlns:r="http://schemas.openxmlformats.org/officeDocument/2006/relationships" xmlns:a="http://schemas.openxmlformats.org/drawingml/2006/main" r:embed="Rf61962bc698e49f9"/>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D2BDFA0-25FB-4F3C-B994-5E7CC0E1B3F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2E7D3E3-CB65-43BF-8D7A-0FE2B3D2770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217108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4FD81A4-B091-46EA-81D2-4A41DFBFEDA0}"/>
              </a:ext>
            </a:extLst>
          </p:cNvPr>
          <p:cNvPicPr>
            <a:picLocks xmlns:a="http://schemas.openxmlformats.org/drawingml/2006/main" noChangeAspect="1"/>
          </p:cNvPicPr>
          <p:nvPr/>
        </p:nvPicPr>
        <p:blipFill>
          <a:blip xmlns:r="http://schemas.openxmlformats.org/officeDocument/2006/relationships" xmlns:a="http://schemas.openxmlformats.org/drawingml/2006/main" r:embed="Re2f3ef55f26642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590073-69AE-42A9-B61A-92133A85D3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391CAA-AA2E-4665-B228-66D54DA375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BAB4644-4DD5-458D-9644-4F8D1F21A9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55C601D-F703-4770-A1F6-78F8E4AB72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4820E59-679D-4A11-94E4-4AA90EC7DAC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F701D5E7-6EC4-4092-927F-F8D81F3F7787}"/>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2D08C6B-F1B1-4B15-B002-162E87DFC62E}"/>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224B5D1-1477-4D0A-BA49-E1AEFB1B4C10}"/>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6E08040-1A6E-4075-9A73-A16462E956C2}"/>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A6F2215-981E-4F3B-849A-DC78EA18EC80}"/>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8000176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09538DE-6465-4149-A334-9F805279331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500DF39-1179-426C-8D9E-7B739F0A156C}"/>
              </a:ext>
            </a:extLst>
          </p:cNvPr>
          <p:cNvPicPr>
            <a:picLocks xmlns:a="http://schemas.openxmlformats.org/drawingml/2006/main" noChangeAspect="1"/>
          </p:cNvPicPr>
          <p:nvPr/>
        </p:nvPicPr>
        <p:blipFill>
          <a:blip xmlns:r="http://schemas.openxmlformats.org/officeDocument/2006/relationships" xmlns:a="http://schemas.openxmlformats.org/drawingml/2006/main" r:embed="R002cf61cd5d6483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58D99C7-3DAC-4B0E-B948-D485AC9A26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AC70DB5-1A2A-4239-B75C-D44C939134D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FE9B51FB-F5A1-4518-BC97-C1341E01737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B8DAD6FF-EBDA-417F-8076-8EDCC2FFEB4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731971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F12FE09-8B15-44BD-9704-5750CF3DB986}"/>
              </a:ext>
            </a:extLst>
          </p:cNvPr>
          <p:cNvPicPr>
            <a:picLocks xmlns:a="http://schemas.openxmlformats.org/drawingml/2006/main" noChangeAspect="1"/>
          </p:cNvPicPr>
          <p:nvPr/>
        </p:nvPicPr>
        <p:blipFill>
          <a:blip xmlns:r="http://schemas.openxmlformats.org/officeDocument/2006/relationships" xmlns:a="http://schemas.openxmlformats.org/drawingml/2006/main" r:embed="R4ef487a28c124a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2A24E7-DBC9-44C9-9146-45559ABE266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6786A0-A561-4383-AEA6-D36B803BA0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18A585C-1216-4246-ADE3-EA2ACEF567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F87534D-DCBE-494C-8279-01950DB9346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936CA41-ADB0-43F3-B2F1-1DBA1DACD41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B3D4B5D3-3902-405C-A6DA-A3E20D1EC1D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841DB48B-9D16-4B0D-94D6-37DF91A85C4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C4948EA3-8197-45C1-B597-E3EBF4717C4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7B6C5F5-A30B-492D-9FF7-6FCA88109A1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34120EEA-DDC8-4553-B3F5-042C8FB7DD3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1F68766-45A4-49E7-B507-88F71E57F63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6356047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C223D8E-2546-4C05-B9A6-7B0274D5A69D}"/>
              </a:ext>
            </a:extLst>
          </p:cNvPr>
          <p:cNvPicPr>
            <a:picLocks xmlns:a="http://schemas.openxmlformats.org/drawingml/2006/main" noChangeAspect="1"/>
          </p:cNvPicPr>
          <p:nvPr/>
        </p:nvPicPr>
        <p:blipFill>
          <a:blip xmlns:r="http://schemas.openxmlformats.org/officeDocument/2006/relationships" xmlns:a="http://schemas.openxmlformats.org/drawingml/2006/main" r:embed="R9931ff37f64845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64DDFA-3666-4125-A369-BEDA0989084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2E159B-A567-42FE-9291-CBEF8EAA83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6E3AA37-F6BD-4017-9CDE-AED78D0B5A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9267BC0-9EC3-4321-98A3-7993CD41832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FD58B24-668C-4C46-B93E-2F87AD793BC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29D2774C-DB72-4E93-B12F-B10258183CAD}"/>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4607813F-3717-4620-8966-6DA5E5039EB6}"/>
              </a:ext>
            </a:extLst>
          </p:cNvPr>
          <p:cNvPicPr>
            <a:picLocks xmlns:a="http://schemas.openxmlformats.org/drawingml/2006/main" noChangeAspect="1"/>
          </p:cNvPicPr>
          <p:nvPr/>
        </p:nvPicPr>
        <p:blipFill>
          <a:blip xmlns:r="http://schemas.openxmlformats.org/officeDocument/2006/relationships" xmlns:a="http://schemas.openxmlformats.org/drawingml/2006/main" r:embed="R87c2b3a4ba20480e"/>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8A09B63-830F-4908-85AB-FCAF87F7042A}"/>
              </a:ext>
            </a:extLst>
          </p:cNvPr>
          <p:cNvPicPr>
            <a:picLocks xmlns:a="http://schemas.openxmlformats.org/drawingml/2006/main" noChangeAspect="1"/>
          </p:cNvPicPr>
          <p:nvPr/>
        </p:nvPicPr>
        <p:blipFill>
          <a:blip xmlns:r="http://schemas.openxmlformats.org/officeDocument/2006/relationships" xmlns:a="http://schemas.openxmlformats.org/drawingml/2006/main" r:embed="Re19cd47677c242b0"/>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38E3DEF-66FD-4AC8-88B1-8DB3D8CC1BE7}"/>
              </a:ext>
            </a:extLst>
          </p:cNvPr>
          <p:cNvPicPr>
            <a:picLocks xmlns:a="http://schemas.openxmlformats.org/drawingml/2006/main" noChangeAspect="1"/>
          </p:cNvPicPr>
          <p:nvPr/>
        </p:nvPicPr>
        <p:blipFill>
          <a:blip xmlns:r="http://schemas.openxmlformats.org/officeDocument/2006/relationships" xmlns:a="http://schemas.openxmlformats.org/drawingml/2006/main" r:embed="R349f9e4f58574205"/>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8146267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70FCC4D-4123-4B72-9421-875FEDFF10A2}"/>
              </a:ext>
            </a:extLst>
          </p:cNvPr>
          <p:cNvPicPr>
            <a:picLocks xmlns:a="http://schemas.openxmlformats.org/drawingml/2006/main" noChangeAspect="1"/>
          </p:cNvPicPr>
          <p:nvPr/>
        </p:nvPicPr>
        <p:blipFill>
          <a:blip xmlns:r="http://schemas.openxmlformats.org/officeDocument/2006/relationships" xmlns:a="http://schemas.openxmlformats.org/drawingml/2006/main" r:embed="R182a31ec920546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75BC84-9FA8-4D73-AB98-DE0ED8E399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8EDE75-FB5A-467A-95E6-AC00A417D6F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8B4D997-3253-4483-879B-56F98EFF6AD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D1161CD-616F-4656-B958-6239032FF5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A85491F-6EDF-41C0-B9BD-7AC26679361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39BA5517-EF17-4A50-BCA1-B79ABA4C0F0F}"/>
              </a:ext>
            </a:extLst>
          </p:cNvPr>
          <p:cNvPicPr>
            <a:picLocks xmlns:a="http://schemas.openxmlformats.org/drawingml/2006/main" noChangeAspect="1"/>
          </p:cNvPicPr>
          <p:nvPr/>
        </p:nvPicPr>
        <p:blipFill>
          <a:blip xmlns:r="http://schemas.openxmlformats.org/officeDocument/2006/relationships" xmlns:a="http://schemas.openxmlformats.org/drawingml/2006/main" r:embed="Ra592d15e63ac4e01"/>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F2E152D-96C2-4EA3-874C-281270436FA5}"/>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D7F8AE5B-03B1-47BD-8062-20D9D106B99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0332463-158E-413D-861E-1AE697489E16}"/>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6587647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593A206-CEE0-4B07-9B2B-5703F9BFA484}"/>
              </a:ext>
            </a:extLst>
          </p:cNvPr>
          <p:cNvPicPr>
            <a:picLocks xmlns:a="http://schemas.openxmlformats.org/drawingml/2006/main" noChangeAspect="1"/>
          </p:cNvPicPr>
          <p:nvPr/>
        </p:nvPicPr>
        <p:blipFill>
          <a:blip xmlns:r="http://schemas.openxmlformats.org/officeDocument/2006/relationships" xmlns:a="http://schemas.openxmlformats.org/drawingml/2006/main" r:embed="R3ae029fdd4124d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8EF1FE-2B05-4DED-B961-0FBFA498DC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7A75C6-082E-40DF-A6FB-3CC371AE3D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04514D3-AAD4-405F-8D5A-7B999908AF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9DAB9D5-C9AF-4382-95EA-7F7BCC02F04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6D1C593-63D6-4799-B0C3-7D18B4B5FE2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014B541B-6CB6-4513-A0B3-021A2847251B}"/>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D3D55CF8-5E5C-4281-9027-880AECED757B}"/>
              </a:ext>
            </a:extLst>
          </p:cNvPr>
          <p:cNvPicPr>
            <a:picLocks xmlns:a="http://schemas.openxmlformats.org/drawingml/2006/main" noChangeAspect="1"/>
          </p:cNvPicPr>
          <p:nvPr/>
        </p:nvPicPr>
        <p:blipFill>
          <a:blip xmlns:r="http://schemas.openxmlformats.org/officeDocument/2006/relationships" xmlns:a="http://schemas.openxmlformats.org/drawingml/2006/main" r:embed="R3fb3c8dd1c8142de"/>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269EAAD-7F8B-46D6-A40F-78637D3AF3EE}"/>
              </a:ext>
            </a:extLst>
          </p:cNvPr>
          <p:cNvPicPr>
            <a:picLocks xmlns:a="http://schemas.openxmlformats.org/drawingml/2006/main" noChangeAspect="1"/>
          </p:cNvPicPr>
          <p:nvPr/>
        </p:nvPicPr>
        <p:blipFill>
          <a:blip xmlns:r="http://schemas.openxmlformats.org/officeDocument/2006/relationships" xmlns:a="http://schemas.openxmlformats.org/drawingml/2006/main" r:embed="Re58353915a6b4a8e"/>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26D6FBDE-B61B-4E39-916F-9190899F5E32}"/>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329F70FB-5A20-423E-B6D5-DACA6E100DE5}"/>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2721592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A6E3ABB9-E382-4A58-ABBB-19A733EB2E86}"/>
              </a:ext>
            </a:extLst>
          </p:cNvPr>
          <p:cNvPicPr>
            <a:picLocks xmlns:a="http://schemas.openxmlformats.org/drawingml/2006/main" noChangeAspect="1"/>
          </p:cNvPicPr>
          <p:nvPr/>
        </p:nvPicPr>
        <p:blipFill>
          <a:blip xmlns:r="http://schemas.openxmlformats.org/officeDocument/2006/relationships" xmlns:a="http://schemas.openxmlformats.org/drawingml/2006/main" r:embed="Rff794de3c65e42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332DF3-8712-409B-8F7A-6A4DA1EAD6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1534F3-68DE-42AA-85E0-546201CB62A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14AFE94-BEA0-4BDA-9213-041C65C4352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79F8A1-4CDE-4B37-992C-681CE2655E4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F13A7EC-370B-4540-9B63-A9F06258E3D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64231E95-8C4D-42B1-AE3F-43E54BDE8ECC}"/>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624F8A-2822-44B1-90D2-6F10DC228091}"/>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821E191-2EA0-455D-8256-F73097A354C9}"/>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E8343512-17F2-4B95-9C0A-4AA1D9C159C3}"/>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DEFF643F-E47D-4B54-9E96-160C2FE2E443}"/>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8464CE32-24B1-4201-9370-9198B30B804F}"/>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C221D7-2286-495E-BE70-A4A380C034A3}"/>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7A8670C-C4FD-4335-AA76-99A64C160469}"/>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2DD29D03-2DE4-4BDB-ABD3-FDF5F7E65F17}"/>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6DD2EB49-7F4F-44FD-A209-3B36E6A652E1}"/>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77A882E8-FC70-4030-81E8-0C90EEBC7BF7}"/>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5302529-01AF-4B59-806A-5A47CF52F388}"/>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BA83083-434F-475D-B14C-9BD5344E587D}"/>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AB4E1310-4A7B-43E2-BAFE-DF855A76B901}"/>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DD49FE38-7F60-4587-9287-4A3AA05FBFED}"/>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098E1604-86B0-4D3B-998E-223604C165F7}"/>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E849DC9-C31A-4DF6-B14A-D83DA0558FBB}"/>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70166870-4F26-4262-88D3-695A53E593C2}"/>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726540C2-2D33-42D2-8FBB-BA304FB806A8}"/>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F1F68FB3-B896-4549-9637-C2EA4043FB8A}"/>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8095352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5012842-231F-40CC-8AA7-DEFA9E04415B}"/>
              </a:ext>
            </a:extLst>
          </p:cNvPr>
          <p:cNvPicPr>
            <a:picLocks xmlns:a="http://schemas.openxmlformats.org/drawingml/2006/main" noChangeAspect="1"/>
          </p:cNvPicPr>
          <p:nvPr/>
        </p:nvPicPr>
        <p:blipFill>
          <a:blip xmlns:r="http://schemas.openxmlformats.org/officeDocument/2006/relationships" xmlns:a="http://schemas.openxmlformats.org/drawingml/2006/main" r:embed="Rd2ea4319471949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6C3EF0-87C4-4645-AE38-6557BD8E79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B0DAF3-3DA1-4197-91C9-58942841B0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C078EE6-4C33-47B0-93FF-F8E002AB44E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9C68A1-3AB8-40BB-87EB-8BBD205FE4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CDE7755-691D-4DD0-B64D-0BA13463BFB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9783C85C-2217-4366-BC70-D9A196E02BB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36EF8642-703E-4891-BD55-00787D2BF1FE}"/>
              </a:ext>
            </a:extLst>
          </p:cNvPr>
          <p:cNvPicPr>
            <a:picLocks xmlns:a="http://schemas.openxmlformats.org/drawingml/2006/main" noChangeAspect="1"/>
          </p:cNvPicPr>
          <p:nvPr/>
        </p:nvPicPr>
        <p:blipFill>
          <a:blip xmlns:r="http://schemas.openxmlformats.org/officeDocument/2006/relationships" xmlns:a="http://schemas.openxmlformats.org/drawingml/2006/main" r:embed="R6cb681f6317a453e"/>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8919E4E-9841-43DF-9116-3DADFF2A0540}"/>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8BC1AC93-4763-4F04-BB42-423691CBD66E}"/>
              </a:ext>
            </a:extLst>
          </p:cNvPr>
          <p:cNvPicPr>
            <a:picLocks xmlns:a="http://schemas.openxmlformats.org/drawingml/2006/main" noChangeAspect="1"/>
          </p:cNvPicPr>
          <p:nvPr/>
        </p:nvPicPr>
        <p:blipFill>
          <a:blip xmlns:r="http://schemas.openxmlformats.org/officeDocument/2006/relationships" xmlns:a="http://schemas.openxmlformats.org/drawingml/2006/main" r:embed="R6df4d42812de4a49"/>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4985184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7BCB960-44C2-44D4-9E2F-BE9F63D0E577}"/>
              </a:ext>
            </a:extLst>
          </p:cNvPr>
          <p:cNvPicPr>
            <a:picLocks xmlns:a="http://schemas.openxmlformats.org/drawingml/2006/main" noChangeAspect="1"/>
          </p:cNvPicPr>
          <p:nvPr/>
        </p:nvPicPr>
        <p:blipFill>
          <a:blip xmlns:r="http://schemas.openxmlformats.org/officeDocument/2006/relationships" xmlns:a="http://schemas.openxmlformats.org/drawingml/2006/main" r:embed="R67631146494c49b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DC684D-2D91-4F76-A5F4-841160E01E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1FEDC2-553C-49E5-A965-1E0791CF881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C644921-E781-47AA-A6CB-9C5E71EC97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6ADFB61-1BFB-40AA-99A9-CE5A9895EB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0BE5F07-BC57-487D-B54E-01255A1B491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4E7D22DF-1072-42BC-AE4A-CD27B5FC0709}"/>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2035A140-9024-487F-BD07-D893FC83F8E4}"/>
              </a:ext>
            </a:extLst>
          </p:cNvPr>
          <p:cNvPicPr>
            <a:picLocks xmlns:a="http://schemas.openxmlformats.org/drawingml/2006/main" noChangeAspect="1"/>
          </p:cNvPicPr>
          <p:nvPr/>
        </p:nvPicPr>
        <p:blipFill>
          <a:blip xmlns:r="http://schemas.openxmlformats.org/officeDocument/2006/relationships" xmlns:a="http://schemas.openxmlformats.org/drawingml/2006/main" r:embed="R5bd8bbe1b6a44733"/>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C2F77A7-98CB-467C-BB9E-15E5FD07BD23}"/>
              </a:ext>
            </a:extLst>
          </p:cNvPr>
          <p:cNvPicPr>
            <a:picLocks xmlns:a="http://schemas.openxmlformats.org/drawingml/2006/main" noChangeAspect="1"/>
          </p:cNvPicPr>
          <p:nvPr/>
        </p:nvPicPr>
        <p:blipFill>
          <a:blip xmlns:r="http://schemas.openxmlformats.org/officeDocument/2006/relationships" xmlns:a="http://schemas.openxmlformats.org/drawingml/2006/main" r:embed="R5fb773f2e987454e"/>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1EF1F100-5792-43E7-9F0B-B865EA6A503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E24A90A8-1342-485F-89BF-3480EF6EDA1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537438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B1F1B31-799D-461B-8B70-C7995491ED3A}"/>
              </a:ext>
            </a:extLst>
          </p:cNvPr>
          <p:cNvPicPr>
            <a:picLocks xmlns:a="http://schemas.openxmlformats.org/drawingml/2006/main" noChangeAspect="1"/>
          </p:cNvPicPr>
          <p:nvPr/>
        </p:nvPicPr>
        <p:blipFill>
          <a:blip xmlns:r="http://schemas.openxmlformats.org/officeDocument/2006/relationships" xmlns:a="http://schemas.openxmlformats.org/drawingml/2006/main" r:embed="R6301ef9a06d5451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2E44F2-EAA6-4CEF-B9AC-665A9C08FC1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376C70-1D55-4D40-B8F9-E29C6B021B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E9C92E0-0465-4CBD-BC7F-DF21F195F0C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ACA5C9A-F7C1-4CF5-8BE7-41C2192888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1704D2A-0671-4A5D-BEBC-792CBE768C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F0CDB6B-B008-44BD-AE81-4A4F88B5F2A8}"/>
              </a:ext>
            </a:extLst>
          </p:cNvPr>
          <p:cNvPicPr>
            <a:picLocks xmlns:a="http://schemas.openxmlformats.org/drawingml/2006/main" noChangeAspect="1"/>
          </p:cNvPicPr>
          <p:nvPr/>
        </p:nvPicPr>
        <p:blipFill>
          <a:blip xmlns:r="http://schemas.openxmlformats.org/officeDocument/2006/relationships" xmlns:a="http://schemas.openxmlformats.org/drawingml/2006/main" r:embed="Rab092f9d1e0740b8"/>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D0856E8-4417-4CC2-9A95-EC608511CAC2}"/>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9C924064-965E-496D-9A2A-C024C85DD3F1}"/>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CC86CEFE-DA17-4212-8FFD-0260F12EEA75}"/>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A4F05DA5-1AAB-4859-82B2-3CD25D337288}"/>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385599753"/>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3073B79E-D310-4EF8-88EA-2AC01E5E20A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D9347E1-FB59-4476-999A-48AC41609D2B}"/>
              </a:ext>
            </a:extLst>
          </p:cNvPr>
          <p:cNvPicPr>
            <a:picLocks xmlns:a="http://schemas.openxmlformats.org/drawingml/2006/main" noChangeAspect="1"/>
          </p:cNvPicPr>
          <p:nvPr/>
        </p:nvPicPr>
        <p:blipFill>
          <a:blip xmlns:r="http://schemas.openxmlformats.org/officeDocument/2006/relationships" xmlns:a="http://schemas.openxmlformats.org/drawingml/2006/main" r:embed="Rc348748d51cd40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5A3DF58-EF39-4B2D-BA1B-9B37C27DC0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757776A-D81E-4D0D-A298-AAF0F3D3395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D5DCE0E5-4866-43D0-95B1-E22FA832D8E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92A000FE-AC06-4797-83FB-36B7A9D2F2C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92752495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EBAA3FD-B5C1-45F1-86EC-BA5D0B7E7470}"/>
              </a:ext>
            </a:extLst>
          </p:cNvPr>
          <p:cNvPicPr>
            <a:picLocks xmlns:a="http://schemas.openxmlformats.org/drawingml/2006/main" noChangeAspect="1"/>
          </p:cNvPicPr>
          <p:nvPr/>
        </p:nvPicPr>
        <p:blipFill>
          <a:blip xmlns:r="http://schemas.openxmlformats.org/officeDocument/2006/relationships" xmlns:a="http://schemas.openxmlformats.org/drawingml/2006/main" r:embed="Rc92b06315b7f4cd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6A3760-1FC2-434A-84E2-B0F1476178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416AD4-8CE3-4B38-A3C5-57F0A08E014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8DD679-7E65-4BF6-8C69-4C7E3A58F54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B998A19-D5B4-44A9-A517-384FB0CFB1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F0D60CF-15BC-4986-A69F-577D59A25E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DA87F71-AF17-4707-9668-DA11981EABA6}"/>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39C49649-C79A-43B7-9442-349988206802}"/>
              </a:ext>
            </a:extLst>
          </p:cNvPr>
          <p:cNvPicPr>
            <a:picLocks xmlns:a="http://schemas.openxmlformats.org/drawingml/2006/main" noChangeAspect="1"/>
          </p:cNvPicPr>
          <p:nvPr/>
        </p:nvPicPr>
        <p:blipFill>
          <a:blip xmlns:r="http://schemas.openxmlformats.org/officeDocument/2006/relationships" xmlns:a="http://schemas.openxmlformats.org/drawingml/2006/main" r:embed="R202566bf3ab94558"/>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51BA237-9BA6-4BE1-80EE-597F905CBFE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B4600E88-1567-4215-93BD-3E6C755FE07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DC32AF0C-0E72-430B-AA5B-926E85A86C6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D002A80B-2185-4A70-98B5-11172906933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2507241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3F05F64-7A30-4D97-BB1A-D8F3538A4024}"/>
              </a:ext>
            </a:extLst>
          </p:cNvPr>
          <p:cNvPicPr>
            <a:picLocks xmlns:a="http://schemas.openxmlformats.org/drawingml/2006/main" noChangeAspect="1"/>
          </p:cNvPicPr>
          <p:nvPr/>
        </p:nvPicPr>
        <p:blipFill>
          <a:blip xmlns:r="http://schemas.openxmlformats.org/officeDocument/2006/relationships" xmlns:a="http://schemas.openxmlformats.org/drawingml/2006/main" r:embed="R3077b1b1f1d94f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B70D98-4366-4AF3-8BEE-6AD16FFD58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C09C97-CB4E-4259-8EA2-98A04D585F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ACE7EA-0482-4C4E-A3B9-E571CB40CA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1E45472-50BF-4D14-AB73-2EEB4BD2BE7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42E4D38-1104-4098-AF54-76DE751CD2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3B9E963E-F553-47A3-974C-C9B7020654E0}"/>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C4CF23E-2D69-4EBC-9FD2-0B262D83CD65}"/>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7DA68E0-4EE0-4F07-919F-8514E8766101}"/>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0661D64-3BE4-45B8-8E3A-5A4BBD3B8987}"/>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B47F960-99AB-4E99-AED1-126D37ECBEC5}"/>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4B1D178B-13F1-4C3D-B50B-0B2CD57D7F9B}"/>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14AC6082-FEAE-453E-88B1-6503AA5AC9F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981206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5CBC983-3B3A-444C-91CE-119FA7E90D11}"/>
              </a:ext>
            </a:extLst>
          </p:cNvPr>
          <p:cNvPicPr>
            <a:picLocks xmlns:a="http://schemas.openxmlformats.org/drawingml/2006/main" noChangeAspect="1"/>
          </p:cNvPicPr>
          <p:nvPr/>
        </p:nvPicPr>
        <p:blipFill>
          <a:blip xmlns:r="http://schemas.openxmlformats.org/officeDocument/2006/relationships" xmlns:a="http://schemas.openxmlformats.org/drawingml/2006/main" r:embed="Rd7df60a922c149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6B6386-561D-47F2-86CB-F41056D3DF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AFBDEE-777B-4FE9-8B1F-7CDE1EF994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87F9D9C-AC90-4864-919F-D772BD3122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8B15ABE-8EA1-424A-BB39-07DC75F1B1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B1A2672-6089-41CB-A397-0BEA824727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B2E9E0BB-9C63-4615-94CC-56C9FF04E52A}"/>
              </a:ext>
            </a:extLst>
          </p:cNvPr>
          <p:cNvPicPr>
            <a:picLocks xmlns:a="http://schemas.openxmlformats.org/drawingml/2006/main" noChangeAspect="1"/>
          </p:cNvPicPr>
          <p:nvPr/>
        </p:nvPicPr>
        <p:blipFill>
          <a:blip xmlns:r="http://schemas.openxmlformats.org/officeDocument/2006/relationships" xmlns:a="http://schemas.openxmlformats.org/drawingml/2006/main" r:embed="Rbba3ec02fae24649"/>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9E300A6-53F1-4DF1-8994-0C7BFE369147}"/>
              </a:ext>
            </a:extLst>
          </p:cNvPr>
          <p:cNvPicPr>
            <a:picLocks xmlns:a="http://schemas.openxmlformats.org/drawingml/2006/main" noChangeAspect="1"/>
          </p:cNvPicPr>
          <p:nvPr/>
        </p:nvPicPr>
        <p:blipFill>
          <a:blip xmlns:r="http://schemas.openxmlformats.org/officeDocument/2006/relationships" xmlns:a="http://schemas.openxmlformats.org/drawingml/2006/main" r:embed="R4089cc4a4d7946ba"/>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EF0446B9-4AE4-474D-ABD7-03E9E0EB279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59FCE75-28E1-48B7-BF34-DF2CBC0D38E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0588623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6D6E9B0-EF0F-4C89-8B38-5063E1AA8047}"/>
              </a:ext>
            </a:extLst>
          </p:cNvPr>
          <p:cNvPicPr>
            <a:picLocks xmlns:a="http://schemas.openxmlformats.org/drawingml/2006/main" noChangeAspect="1"/>
          </p:cNvPicPr>
          <p:nvPr/>
        </p:nvPicPr>
        <p:blipFill>
          <a:blip xmlns:r="http://schemas.openxmlformats.org/officeDocument/2006/relationships" xmlns:a="http://schemas.openxmlformats.org/drawingml/2006/main" r:embed="Rd8ffa48845224e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7090A4-E25B-4DFF-A3D1-6FE957BC1D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C9970B-F913-4A15-B375-9668A64227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4F37418-85BB-478E-8185-5E8A46909D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2E9FFF-531D-4855-8521-D6D1A750F27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45F2CCD-E891-46F5-8A14-37C0AD3665E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074618F2-54A7-4EEB-8BD9-7AAD50372301}"/>
              </a:ext>
            </a:extLst>
          </p:cNvPr>
          <p:cNvPicPr>
            <a:picLocks xmlns:a="http://schemas.openxmlformats.org/drawingml/2006/main" noChangeAspect="1"/>
          </p:cNvPicPr>
          <p:nvPr/>
        </p:nvPicPr>
        <p:blipFill>
          <a:blip xmlns:r="http://schemas.openxmlformats.org/officeDocument/2006/relationships" xmlns:a="http://schemas.openxmlformats.org/drawingml/2006/main" r:embed="Rfc701cca2e874fd6"/>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8FA5E3BA-C496-4E48-B9C8-FE6BCAE918B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B73E077-BA39-49DA-9F15-27EE8C7167B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1740041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140FBF3-A646-41FE-8442-8638BC6BF990}"/>
              </a:ext>
            </a:extLst>
          </p:cNvPr>
          <p:cNvPicPr>
            <a:picLocks xmlns:a="http://schemas.openxmlformats.org/drawingml/2006/main" noChangeAspect="1"/>
          </p:cNvPicPr>
          <p:nvPr/>
        </p:nvPicPr>
        <p:blipFill>
          <a:blip xmlns:r="http://schemas.openxmlformats.org/officeDocument/2006/relationships" xmlns:a="http://schemas.openxmlformats.org/drawingml/2006/main" r:embed="R8acbc057af4443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B062C7-298C-4D4B-A377-CCEC2E497A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46B866-99FD-4FC2-ABD1-D7091B16C73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4E79D9C-032B-4FA5-935B-B87FAE685F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58E516-037A-4484-AAC8-D8AC102D12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6C91997-0DFE-451B-8EB6-7C173865EB4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821962BC-F5D8-4524-A6B4-EDF01C4DF1DD}"/>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EB4C3CFD-2F65-4C27-825D-F8300DA6899A}"/>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525BD4A3-392E-47ED-8A0B-0FD029B89CEC}"/>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5143C3E6-A347-4358-8582-D82829D2C950}"/>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D07ABBB2-C11F-41EB-A487-AB278AA26341}"/>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5FDCC394-AC12-42D6-9A3A-AFACEC17C5C2}"/>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42094151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4B734B3-4011-4C19-9040-7D10D28BB572}"/>
              </a:ext>
            </a:extLst>
          </p:cNvPr>
          <p:cNvPicPr>
            <a:picLocks xmlns:a="http://schemas.openxmlformats.org/drawingml/2006/main" noChangeAspect="1"/>
          </p:cNvPicPr>
          <p:nvPr/>
        </p:nvPicPr>
        <p:blipFill>
          <a:blip xmlns:r="http://schemas.openxmlformats.org/officeDocument/2006/relationships" xmlns:a="http://schemas.openxmlformats.org/drawingml/2006/main" r:embed="Rda982d9d3cb347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E6BABA-20FD-47DA-B7D4-6E1B5DAF36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08009F-C65D-464C-A053-5CB91D0411B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FB70652-5F59-4EEB-B21D-BC38E43692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6799699-2D62-4834-8D0B-CA3E098FFA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6E59D95-7EE8-413D-AF6E-4DCC897039D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4E3E51B-711E-4FE0-AD12-8045A0C37CB2}"/>
              </a:ext>
            </a:extLst>
          </p:cNvPr>
          <p:cNvPicPr>
            <a:picLocks xmlns:a="http://schemas.openxmlformats.org/drawingml/2006/main" noChangeAspect="1"/>
          </p:cNvPicPr>
          <p:nvPr/>
        </p:nvPicPr>
        <p:blipFill>
          <a:blip xmlns:r="http://schemas.openxmlformats.org/officeDocument/2006/relationships" xmlns:a="http://schemas.openxmlformats.org/drawingml/2006/main" r:embed="Rb234c233d2f74056"/>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861892D9-FCA6-4160-9528-E378EFF806CA}"/>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7C4EC4B-C843-460B-9354-EC3526709A5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F8DF26C-600B-4760-A8CA-44427D0036AA}"/>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D1BEBE2-82CE-47D8-87D0-B8C4003E5A5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8236CF4-B07E-4A6B-8722-D904DF25B6D7}"/>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ECD94C2A-0D0E-4F0C-9265-2978C397DA8E}"/>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E8C1BD24-CC9B-418C-920C-D941E2B44CAF}"/>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38B9D79F-62D4-4844-9D43-B7693BC3F411}"/>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37397C6-7222-40C2-AC6A-169C50273A4E}"/>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51563968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3047317-78A8-4708-BEF6-709354EDE62E}"/>
              </a:ext>
            </a:extLst>
          </p:cNvPr>
          <p:cNvPicPr>
            <a:picLocks xmlns:a="http://schemas.openxmlformats.org/drawingml/2006/main" noChangeAspect="1"/>
          </p:cNvPicPr>
          <p:nvPr/>
        </p:nvPicPr>
        <p:blipFill>
          <a:blip xmlns:r="http://schemas.openxmlformats.org/officeDocument/2006/relationships" xmlns:a="http://schemas.openxmlformats.org/drawingml/2006/main" r:embed="Rc45409c9499a4f8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813BD7-43A5-4B3F-BD0A-D1769152D01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95B6EA-369F-4D0F-B9BF-58FD2A69A6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3637755-B4A6-4726-A8CF-5561EFF9EA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DA35111-4C73-4F41-A3CF-4B341122B2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C80B6CF-F5F0-48E4-A115-AD61ECFC344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D1F20DE7-A594-44FA-B167-A2FB39D7440D}"/>
              </a:ext>
            </a:extLst>
          </p:cNvPr>
          <p:cNvPicPr>
            <a:picLocks xmlns:a="http://schemas.openxmlformats.org/drawingml/2006/main" noChangeAspect="1"/>
          </p:cNvPicPr>
          <p:nvPr/>
        </p:nvPicPr>
        <p:blipFill>
          <a:blip xmlns:r="http://schemas.openxmlformats.org/officeDocument/2006/relationships" xmlns:a="http://schemas.openxmlformats.org/drawingml/2006/main" r:embed="R499563905f294b04"/>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9BD2B4C-81ED-4B0A-B8C6-6C899684D4AC}"/>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51A2D1CA-2292-487B-A148-BFCD1D5855EC}"/>
              </a:ext>
            </a:extLst>
          </p:cNvPr>
          <p:cNvPicPr>
            <a:picLocks xmlns:a="http://schemas.openxmlformats.org/drawingml/2006/main" noChangeAspect="1"/>
          </p:cNvPicPr>
          <p:nvPr/>
        </p:nvPicPr>
        <p:blipFill>
          <a:blip xmlns:r="http://schemas.openxmlformats.org/officeDocument/2006/relationships" xmlns:a="http://schemas.openxmlformats.org/drawingml/2006/main" r:embed="R2706b38bb00f48cb"/>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27E3BC30-4C44-4257-8FC9-BCDAED9894D6}"/>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79690491-086D-4937-A59C-81A968BB87C8}"/>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6077F7C0-9E90-4FEA-A2BB-BAB95815ABC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B574FA55-C4EC-43CC-88DC-8179D93EFF6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9944580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FD172FC-7E0A-4356-85F9-589D87481053}"/>
              </a:ext>
            </a:extLst>
          </p:cNvPr>
          <p:cNvPicPr>
            <a:picLocks xmlns:a="http://schemas.openxmlformats.org/drawingml/2006/main" noChangeAspect="1"/>
          </p:cNvPicPr>
          <p:nvPr/>
        </p:nvPicPr>
        <p:blipFill>
          <a:blip xmlns:r="http://schemas.openxmlformats.org/officeDocument/2006/relationships" xmlns:a="http://schemas.openxmlformats.org/drawingml/2006/main" r:embed="Rf3e7a93a53e64d4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E02F0A-CD5D-40E4-B037-1854B5AF85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25CAFE-E6B9-49E9-9709-AC5540AC2BE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6E6EB1D-B15E-4AD2-BF00-18A673DA517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F82F356-0E85-449E-ABFE-798F07EE92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3919640-7618-4AF8-9575-CDE70ECFDE5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526179FC-8C6C-4C90-BA0D-A876EFC8E3D8}"/>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82A537D-8AD5-4A71-966B-A3AF8B2E9B64}"/>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72D1312-BA61-43A3-B4EC-934D6D71868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C950A09-7957-4F64-BDE5-9CCC6CBCCD4B}"/>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F5C7B94-0962-49CF-90AD-F337BD2F2920}"/>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45084676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2BF92030-CD95-46CB-BB50-C1AA2065DBC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351028D-0658-44B4-B271-056D00BE7D10}"/>
              </a:ext>
            </a:extLst>
          </p:cNvPr>
          <p:cNvPicPr>
            <a:picLocks xmlns:a="http://schemas.openxmlformats.org/drawingml/2006/main" noChangeAspect="1"/>
          </p:cNvPicPr>
          <p:nvPr/>
        </p:nvPicPr>
        <p:blipFill>
          <a:blip xmlns:r="http://schemas.openxmlformats.org/officeDocument/2006/relationships" xmlns:a="http://schemas.openxmlformats.org/drawingml/2006/main" r:embed="Rd0d8ba99373649d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0A16B291-8476-4175-8404-732D4CF0E5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07ADBB7-9A5F-4573-A4E4-3C8A0728CCE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98027F2B-B860-4DEA-AFB7-D86EBDB5FC0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CC9A3DBE-FB1D-4CED-B46E-135B9C568DD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28791694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E268D92-DE0B-4D00-AA4A-1AE8E95A5110}"/>
              </a:ext>
            </a:extLst>
          </p:cNvPr>
          <p:cNvPicPr>
            <a:picLocks xmlns:a="http://schemas.openxmlformats.org/drawingml/2006/main" noChangeAspect="1"/>
          </p:cNvPicPr>
          <p:nvPr/>
        </p:nvPicPr>
        <p:blipFill>
          <a:blip xmlns:r="http://schemas.openxmlformats.org/officeDocument/2006/relationships" xmlns:a="http://schemas.openxmlformats.org/drawingml/2006/main" r:embed="Rebd95add309440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CF0DB6-ECAE-4896-BFC3-E33BDBD19D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0D94A6-4FC6-4FBF-AB33-4C36832A6A1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29B0D25-81BD-4CCB-AB34-75933EF133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1CC3C9-F7C8-48AC-A5F5-0B5B2BFA51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F3226E25-5C7D-41E8-A50B-C97948AE3A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D59F6061-3E31-4BF3-8B4C-7E3AE8E9B6FE}"/>
              </a:ext>
            </a:extLst>
          </p:cNvPr>
          <p:cNvPicPr>
            <a:picLocks xmlns:a="http://schemas.openxmlformats.org/drawingml/2006/main" noChangeAspect="1"/>
          </p:cNvPicPr>
          <p:nvPr/>
        </p:nvPicPr>
        <p:blipFill>
          <a:blip xmlns:r="http://schemas.openxmlformats.org/officeDocument/2006/relationships" xmlns:a="http://schemas.openxmlformats.org/drawingml/2006/main" r:embed="Reb3bdfdde66440cb"/>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FDA77AA-3945-44DF-A43A-C44744C8191B}"/>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566E1A1-EAA0-4DAB-B870-F260C6878B4B}"/>
              </a:ext>
            </a:extLst>
          </p:cNvPr>
          <p:cNvPicPr>
            <a:picLocks xmlns:a="http://schemas.openxmlformats.org/drawingml/2006/main" noChangeAspect="1"/>
          </p:cNvPicPr>
          <p:nvPr/>
        </p:nvPicPr>
        <p:blipFill>
          <a:blip xmlns:r="http://schemas.openxmlformats.org/officeDocument/2006/relationships" xmlns:a="http://schemas.openxmlformats.org/drawingml/2006/main" r:embed="R9e2709b3f1f648dc"/>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09E0739-E3D7-4003-A28E-C038CDF40A31}"/>
              </a:ext>
            </a:extLst>
          </p:cNvPr>
          <p:cNvPicPr>
            <a:picLocks xmlns:a="http://schemas.openxmlformats.org/drawingml/2006/main" noChangeAspect="1"/>
          </p:cNvPicPr>
          <p:nvPr/>
        </p:nvPicPr>
        <p:blipFill>
          <a:blip xmlns:r="http://schemas.openxmlformats.org/officeDocument/2006/relationships" xmlns:a="http://schemas.openxmlformats.org/drawingml/2006/main" r:embed="R5ccd04b97ab94994"/>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1A9B780-569E-4641-BAF2-FA328138876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077F3734-F42D-4603-B479-1F68567BCA92}"/>
              </a:ext>
            </a:extLst>
          </p:cNvPr>
          <p:cNvPicPr>
            <a:picLocks xmlns:a="http://schemas.openxmlformats.org/drawingml/2006/main" noChangeAspect="1"/>
          </p:cNvPicPr>
          <p:nvPr/>
        </p:nvPicPr>
        <p:blipFill>
          <a:blip xmlns:r="http://schemas.openxmlformats.org/officeDocument/2006/relationships" xmlns:a="http://schemas.openxmlformats.org/drawingml/2006/main" r:embed="R09ba070530db4a52"/>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6205021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CAE281C-F4EA-4EB9-9E30-8034DA2A22CC}"/>
              </a:ext>
            </a:extLst>
          </p:cNvPr>
          <p:cNvPicPr>
            <a:picLocks xmlns:a="http://schemas.openxmlformats.org/drawingml/2006/main" noChangeAspect="1"/>
          </p:cNvPicPr>
          <p:nvPr/>
        </p:nvPicPr>
        <p:blipFill>
          <a:blip xmlns:r="http://schemas.openxmlformats.org/officeDocument/2006/relationships" xmlns:a="http://schemas.openxmlformats.org/drawingml/2006/main" r:embed="Rd3f2e095fbf14e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B12441-BC27-4509-95AC-DD18B5FAEF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848370-D2D7-43DD-B0A3-5D7B4172B30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21C753B-238A-41CA-A4B9-72B71D0C0AD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0E9A3A-0AF5-4546-AEAA-D54CC5A4F82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1F4D5EE-8581-403D-9BC4-1DA425794D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2D699E27-CD9B-4218-A60E-CCFB1039CAD2}"/>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2DDC3841-0CF5-42C6-B9A2-C194DE2D9792}"/>
              </a:ext>
            </a:extLst>
          </p:cNvPr>
          <p:cNvPicPr>
            <a:picLocks xmlns:a="http://schemas.openxmlformats.org/drawingml/2006/main" noChangeAspect="1"/>
          </p:cNvPicPr>
          <p:nvPr/>
        </p:nvPicPr>
        <p:blipFill>
          <a:blip xmlns:r="http://schemas.openxmlformats.org/officeDocument/2006/relationships" xmlns:a="http://schemas.openxmlformats.org/drawingml/2006/main" r:embed="R2655c6fe3e2e44ed"/>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4C01665-60C7-4E5A-8C9C-A61550CEB88B}"/>
              </a:ext>
            </a:extLst>
          </p:cNvPr>
          <p:cNvPicPr>
            <a:picLocks xmlns:a="http://schemas.openxmlformats.org/drawingml/2006/main" noChangeAspect="1"/>
          </p:cNvPicPr>
          <p:nvPr/>
        </p:nvPicPr>
        <p:blipFill>
          <a:blip xmlns:r="http://schemas.openxmlformats.org/officeDocument/2006/relationships" xmlns:a="http://schemas.openxmlformats.org/drawingml/2006/main" r:embed="R258320abb0f34d0e"/>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A93F2553-11A3-42D9-B865-25C95DCB84CE}"/>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9CE82CE-E00A-469A-BDB8-3012D09A6BB8}"/>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7D57484D-D116-4580-BE74-68D952F9538B}"/>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578A55C-5396-4411-B66D-9C314F3BE23E}"/>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48660189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510D4B3-BF7D-43D4-B128-983B2F9A7691}"/>
              </a:ext>
            </a:extLst>
          </p:cNvPr>
          <p:cNvPicPr>
            <a:picLocks xmlns:a="http://schemas.openxmlformats.org/drawingml/2006/main" noChangeAspect="1"/>
          </p:cNvPicPr>
          <p:nvPr/>
        </p:nvPicPr>
        <p:blipFill>
          <a:blip xmlns:r="http://schemas.openxmlformats.org/officeDocument/2006/relationships" xmlns:a="http://schemas.openxmlformats.org/drawingml/2006/main" r:embed="R57b4ac1c4bd04a1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D69236-B44F-4DBA-AEB7-10302ACF0C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331380-C164-4F48-BC79-2FB5E987967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53C3AC3-8D33-4051-B985-044CCE11AC5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AAC9F3-20E9-4FE2-9BD9-EEAA1B8818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BE8A34E-9D52-465F-AF50-1D7E512F291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58488998-DABB-4D6D-AB65-1BB251C7FE56}"/>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6D0C9352-074C-4C75-8842-5CDD1FA3A55B}"/>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EF329DDA-EE04-49C9-93B2-117EACC62778}"/>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2AECC0D-BA60-4313-8D9F-648F686BD9AE}"/>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15A200AD-7955-4318-B16C-CF3F207FD185}"/>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8BD6534F-6C3B-4427-A36B-31709728316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750E787-6FE8-4130-A774-5C118388943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44077787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61A13C3-6D48-45CA-93A1-A36449825F2B}"/>
              </a:ext>
            </a:extLst>
          </p:cNvPr>
          <p:cNvPicPr>
            <a:picLocks xmlns:a="http://schemas.openxmlformats.org/drawingml/2006/main" noChangeAspect="1"/>
          </p:cNvPicPr>
          <p:nvPr/>
        </p:nvPicPr>
        <p:blipFill>
          <a:blip xmlns:r="http://schemas.openxmlformats.org/officeDocument/2006/relationships" xmlns:a="http://schemas.openxmlformats.org/drawingml/2006/main" r:embed="Re0cde0cce93b4e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67391F-624A-4D41-B811-63A39AFF03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45A145-6CCE-4CDE-92A2-90D775F3292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4FFDE6D-E7B9-4F57-BA38-9B1723D6E3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66F2834-D38D-426A-85D9-8A370AED5B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62C42DA-C5A9-4358-9356-460515694E4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692CB433-B8A4-4A6E-B207-2B8AD52F6A02}"/>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DD94DB9-39D7-4DBF-A0DE-05F1469163C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9D48AFB-F252-42BF-A62F-725507D838C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48D354F-9318-45C7-91E7-5889D44C3EE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3529AE4-446B-4E49-8245-1AAA0CE17B34}"/>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B7992E2-F5C6-42DE-A5D5-4F298B4A9F06}"/>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38982879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78CF6EC-F1BE-4C86-90D0-321D5F768F27}"/>
              </a:ext>
            </a:extLst>
          </p:cNvPr>
          <p:cNvPicPr>
            <a:picLocks xmlns:a="http://schemas.openxmlformats.org/drawingml/2006/main" noChangeAspect="1"/>
          </p:cNvPicPr>
          <p:nvPr/>
        </p:nvPicPr>
        <p:blipFill>
          <a:blip xmlns:r="http://schemas.openxmlformats.org/officeDocument/2006/relationships" xmlns:a="http://schemas.openxmlformats.org/drawingml/2006/main" r:embed="R36db050f0778425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53CFE9-F7D3-4BDD-A23C-E6696EB2E0B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88DB3B-9776-4FDC-B115-110CF9A3D1B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4E34AC8-BC8F-46E5-B9AD-532748233B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54E89D-F8EF-4FCB-8815-79347651BE0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059008C-25BB-4456-B874-59BDED6206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5FCB7339-E110-4825-AE7A-FEB35BB5667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C741AA2E-A595-45A1-9D9A-E0D971E6201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260DC2A0-B80D-4905-B692-1B0865D2C67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34529A3-8FD8-4021-BC0A-950FEF65C9B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3D74220E-8C7A-4C50-B5DE-DA2DEA9FB30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6FAC98C4-2E3A-4E25-A896-A6DDF29BF2B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71678203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2CA161C-4502-4AEA-A6C1-79DC60DFF8A9}"/>
              </a:ext>
            </a:extLst>
          </p:cNvPr>
          <p:cNvPicPr>
            <a:picLocks xmlns:a="http://schemas.openxmlformats.org/drawingml/2006/main" noChangeAspect="1"/>
          </p:cNvPicPr>
          <p:nvPr/>
        </p:nvPicPr>
        <p:blipFill>
          <a:blip xmlns:r="http://schemas.openxmlformats.org/officeDocument/2006/relationships" xmlns:a="http://schemas.openxmlformats.org/drawingml/2006/main" r:embed="R520371c5b4e5486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0B5445-A313-411A-84E2-2337870ADB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029140-A209-49CA-A91F-D24EA55288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63A4253-537E-41BB-8D8B-F1542E71C3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3CB69A4-4991-46E7-B5DD-4549F6C6D0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1092549-C869-4A4F-BA88-B07970962C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233AE83-2274-4740-A800-FFF5472EF32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F5DE63C-2C05-4C6B-9FD0-80409DF1C2C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9531310-92F6-4ABA-A938-EBD964A74B20}"/>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9342F86-E83C-4D35-A45F-FB37C9703B7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1421D34-B45F-4B9C-B713-EF932FF7FA2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DA24401-A9CB-4E4D-8776-07CA5A204FE8}"/>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58061241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555DD4A-E49E-4A96-8CDE-F54E12A84C2F}"/>
              </a:ext>
            </a:extLst>
          </p:cNvPr>
          <p:cNvPicPr>
            <a:picLocks xmlns:a="http://schemas.openxmlformats.org/drawingml/2006/main" noChangeAspect="1"/>
          </p:cNvPicPr>
          <p:nvPr/>
        </p:nvPicPr>
        <p:blipFill>
          <a:blip xmlns:r="http://schemas.openxmlformats.org/officeDocument/2006/relationships" xmlns:a="http://schemas.openxmlformats.org/drawingml/2006/main" r:embed="R7e737102c12c465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90AFE9-C1C4-4E23-BEFA-B02E844076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53FADA-BB91-47D5-986B-7A5B81489F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0CE75D5-4ED4-4631-8CEE-FB54FD79FE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703490B-686E-407F-B859-66AF4FF240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0F05770-3761-4C16-9AC7-C01104B52BB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65CC1F9D-02CC-42BC-AA79-034557A9E49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3A8EF42-C008-4F4A-ABFB-CAC6D075424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4D564040-E37E-4AF4-9147-D6784F1BF04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BFFC07C-59CA-4B19-AD6F-AD1C4844670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D4B9CB4F-96FC-41F8-9BE1-4AE819FF3B8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9741582-89A3-423C-BAB9-CDAFAE6F7F2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8460442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9AA0372-CA4B-46A9-A4D3-CDF6C03C4318}"/>
              </a:ext>
            </a:extLst>
          </p:cNvPr>
          <p:cNvPicPr>
            <a:picLocks xmlns:a="http://schemas.openxmlformats.org/drawingml/2006/main" noChangeAspect="1"/>
          </p:cNvPicPr>
          <p:nvPr/>
        </p:nvPicPr>
        <p:blipFill>
          <a:blip xmlns:r="http://schemas.openxmlformats.org/officeDocument/2006/relationships" xmlns:a="http://schemas.openxmlformats.org/drawingml/2006/main" r:embed="Rc0c49304b90d4b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803170-731D-4CC6-AAE0-2F9D5A1EAAE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575AEB-1132-494D-A738-03DBE68CF00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535127D-62DA-4F79-A994-977DE6056FD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1CC241C-A4C0-46B2-9425-5385E7FD88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7FAEFF4-01CF-4F69-9171-FC91F47BAB3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C85DFD45-6846-4F3C-A615-62837A47157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C7A23C1-5AFD-4D06-9AC7-3414F031A8A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9009D783-15EC-4FA6-8E6B-2E4E20554CE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3186881-9E25-4FB1-9C88-9D52FE4450F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6BC76C42-286A-4762-81B9-4CDB3645186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6FE4D13-5A3F-430C-9918-7AAF9DD3EE5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205450666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6B2DE19-F6FD-4FC0-B70A-37AF3EECC2B1}"/>
              </a:ext>
            </a:extLst>
          </p:cNvPr>
          <p:cNvPicPr>
            <a:picLocks xmlns:a="http://schemas.openxmlformats.org/drawingml/2006/main" noChangeAspect="1"/>
          </p:cNvPicPr>
          <p:nvPr/>
        </p:nvPicPr>
        <p:blipFill>
          <a:blip xmlns:r="http://schemas.openxmlformats.org/officeDocument/2006/relationships" xmlns:a="http://schemas.openxmlformats.org/drawingml/2006/main" r:embed="R0d4f44d2672c48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EABAAC6-7BE6-4D1B-AB1B-189C190CA2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6F4F70-1602-4E93-9DB0-AFD42A267C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A25C628-20C5-4F49-8129-6F2C963F26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544F64B-6FD0-4A37-92EB-AFF8B21422A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2275825-19C0-4A02-8AF1-839BFDE2F9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9D8B44A5-8B54-42FA-9E52-CC4B248161F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5356F89-83BA-4BFA-9A01-658179388FE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222AF748-DCAC-4E7A-A310-3175B1FD69F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34E2BAA-572E-46E4-8A11-2E8E776D854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35D6F504-864B-4101-9D79-0876500C799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40309B2-59D1-42C7-88B4-89AAE78B0CB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333893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2026-10-27T14:03:56.3000000Z</dcterms:created>
  <dcterms:modified xsi:type="dcterms:W3CDTF">2026-10-27T14:03:56.3000000Z</dcterms:modified>
</coreProperties>
</file>