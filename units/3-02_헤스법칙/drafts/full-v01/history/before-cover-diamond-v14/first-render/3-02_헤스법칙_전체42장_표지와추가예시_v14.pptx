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fcd1613df041ed" /><Relationship Type="http://schemas.openxmlformats.org/officeDocument/2006/relationships/extended-properties" Target="/docProps/app.xml" Id="R8324090aa13e466b" /><Relationship Type="http://schemas.openxmlformats.org/officeDocument/2006/relationships/officeDocument" Target="/ppt/presentation.xml" Id="R73b236bcf4d94eeb" /></Relationships>
</file>

<file path=ppt/presentation.xml><?xml version="1.0" encoding="utf-8"?>
<p:presentation xmlns:p="http://schemas.openxmlformats.org/presentationml/2006/main">
  <p:sldMasterIdLst>
    <p:sldMasterId xmlns:r="http://schemas.openxmlformats.org/officeDocument/2006/relationships" id="2147483648" r:id="R1f12f3972bc04853"/>
  </p:sldMasterIdLst>
  <p:notesMasterIdLst>
    <p:notesMasterId xmlns:r="http://schemas.openxmlformats.org/officeDocument/2006/relationships" r:id="R0b3855a29d0f4f72"/>
  </p:notesMasterIdLst>
  <p:sldIdLst>
    <p:sldId xmlns:r="http://schemas.openxmlformats.org/officeDocument/2006/relationships" id="256" r:id="R4fdcbedde0a946c3"/>
    <p:sldId xmlns:r="http://schemas.openxmlformats.org/officeDocument/2006/relationships" id="257" r:id="R0e0e4dafca1f4fee"/>
    <p:sldId xmlns:r="http://schemas.openxmlformats.org/officeDocument/2006/relationships" id="258" r:id="Ra89f2fc138b14792"/>
    <p:sldId xmlns:r="http://schemas.openxmlformats.org/officeDocument/2006/relationships" id="259" r:id="R176a6ecea4b54700"/>
    <p:sldId xmlns:r="http://schemas.openxmlformats.org/officeDocument/2006/relationships" id="260" r:id="R57e866fab3224e03"/>
    <p:sldId xmlns:r="http://schemas.openxmlformats.org/officeDocument/2006/relationships" id="261" r:id="R31a80e8dc8594a8a"/>
    <p:sldId xmlns:r="http://schemas.openxmlformats.org/officeDocument/2006/relationships" id="262" r:id="R086e40801f4c40e5"/>
    <p:sldId xmlns:r="http://schemas.openxmlformats.org/officeDocument/2006/relationships" id="263" r:id="R00d135445ace4141"/>
    <p:sldId xmlns:r="http://schemas.openxmlformats.org/officeDocument/2006/relationships" id="264" r:id="Rc77c3d32903848db"/>
    <p:sldId xmlns:r="http://schemas.openxmlformats.org/officeDocument/2006/relationships" id="265" r:id="R29035c0fd861407a"/>
    <p:sldId xmlns:r="http://schemas.openxmlformats.org/officeDocument/2006/relationships" id="266" r:id="Rf67fbf981b054e94"/>
    <p:sldId xmlns:r="http://schemas.openxmlformats.org/officeDocument/2006/relationships" id="267" r:id="R9ecf5e0e3d4341fa"/>
    <p:sldId xmlns:r="http://schemas.openxmlformats.org/officeDocument/2006/relationships" id="268" r:id="R685358e17fb641c0"/>
    <p:sldId xmlns:r="http://schemas.openxmlformats.org/officeDocument/2006/relationships" id="269" r:id="R884db3587b164c75"/>
    <p:sldId xmlns:r="http://schemas.openxmlformats.org/officeDocument/2006/relationships" id="270" r:id="R071151d360944409"/>
    <p:sldId xmlns:r="http://schemas.openxmlformats.org/officeDocument/2006/relationships" id="271" r:id="R3617ac5db1c2485e"/>
    <p:sldId xmlns:r="http://schemas.openxmlformats.org/officeDocument/2006/relationships" id="272" r:id="R4c5f14e4918447cb"/>
    <p:sldId xmlns:r="http://schemas.openxmlformats.org/officeDocument/2006/relationships" id="273" r:id="R8f82f9f7574d40ce"/>
    <p:sldId xmlns:r="http://schemas.openxmlformats.org/officeDocument/2006/relationships" id="274" r:id="R67fd7897b3b841f4"/>
    <p:sldId xmlns:r="http://schemas.openxmlformats.org/officeDocument/2006/relationships" id="275" r:id="Re0119f081c1d4504"/>
    <p:sldId xmlns:r="http://schemas.openxmlformats.org/officeDocument/2006/relationships" id="276" r:id="Rfac1aa74a6494923"/>
    <p:sldId xmlns:r="http://schemas.openxmlformats.org/officeDocument/2006/relationships" id="277" r:id="Rf4b34b7293e344cd"/>
    <p:sldId xmlns:r="http://schemas.openxmlformats.org/officeDocument/2006/relationships" id="278" r:id="R2adb08215d9e4bd2"/>
    <p:sldId xmlns:r="http://schemas.openxmlformats.org/officeDocument/2006/relationships" id="279" r:id="Rba92af1483354244"/>
    <p:sldId xmlns:r="http://schemas.openxmlformats.org/officeDocument/2006/relationships" id="280" r:id="R9885c12e9efb48c9"/>
    <p:sldId xmlns:r="http://schemas.openxmlformats.org/officeDocument/2006/relationships" id="281" r:id="R8d5cd278b3d041aa"/>
    <p:sldId xmlns:r="http://schemas.openxmlformats.org/officeDocument/2006/relationships" id="282" r:id="R86341bad342946f5"/>
    <p:sldId xmlns:r="http://schemas.openxmlformats.org/officeDocument/2006/relationships" id="283" r:id="R3e403679a5ff4ddb"/>
    <p:sldId xmlns:r="http://schemas.openxmlformats.org/officeDocument/2006/relationships" id="284" r:id="R71e71440963c4d90"/>
    <p:sldId xmlns:r="http://schemas.openxmlformats.org/officeDocument/2006/relationships" id="285" r:id="R43f9a4792f1a43bf"/>
    <p:sldId xmlns:r="http://schemas.openxmlformats.org/officeDocument/2006/relationships" id="286" r:id="Rb3ee5f054aa04c63"/>
    <p:sldId xmlns:r="http://schemas.openxmlformats.org/officeDocument/2006/relationships" id="287" r:id="Rb118fff3a7fd4557"/>
    <p:sldId xmlns:r="http://schemas.openxmlformats.org/officeDocument/2006/relationships" id="288" r:id="Rfe2d7ad0b8a24dc0"/>
    <p:sldId xmlns:r="http://schemas.openxmlformats.org/officeDocument/2006/relationships" id="289" r:id="R5dbe4902eeeb42ea"/>
    <p:sldId xmlns:r="http://schemas.openxmlformats.org/officeDocument/2006/relationships" id="290" r:id="R37b4292f5ddd4f43"/>
    <p:sldId xmlns:r="http://schemas.openxmlformats.org/officeDocument/2006/relationships" id="291" r:id="R5f400df4fcd24df4"/>
    <p:sldId xmlns:r="http://schemas.openxmlformats.org/officeDocument/2006/relationships" id="292" r:id="R9d9126aef3c0425a"/>
    <p:sldId xmlns:r="http://schemas.openxmlformats.org/officeDocument/2006/relationships" id="293" r:id="Rce4ff9b35c8d4d55"/>
    <p:sldId xmlns:r="http://schemas.openxmlformats.org/officeDocument/2006/relationships" id="294" r:id="Rdca5a501c1294610"/>
    <p:sldId xmlns:r="http://schemas.openxmlformats.org/officeDocument/2006/relationships" id="295" r:id="Rb35c4f1356b94b02"/>
    <p:sldId xmlns:r="http://schemas.openxmlformats.org/officeDocument/2006/relationships" id="296" r:id="R6d71d7b2380f4888"/>
    <p:sldId xmlns:r="http://schemas.openxmlformats.org/officeDocument/2006/relationships" id="297" r:id="R1bba7b055559482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eead7b812249f4" /><Relationship Type="http://schemas.openxmlformats.org/officeDocument/2006/relationships/slideMaster" Target="/ppt/slideMasters/slideMaster1.xml" Id="R1f12f3972bc04853" /><Relationship Type="http://schemas.openxmlformats.org/officeDocument/2006/relationships/notesMaster" Target="/ppt/notesMasters/notesMaster1.xml" Id="R0b3855a29d0f4f72" /><Relationship Type="http://schemas.openxmlformats.org/officeDocument/2006/relationships/presProps" Target="/ppt/presProps.xml" Id="R8f9c044ce04a4778" /><Relationship Type="http://schemas.openxmlformats.org/officeDocument/2006/relationships/tableStyles" Target="/ppt/tableStyles.xml" Id="R5100b2d530324b3d" /><Relationship Type="http://schemas.openxmlformats.org/officeDocument/2006/relationships/slide" Target="/ppt/slides/slide1.xml" Id="R4fdcbedde0a946c3" /><Relationship Type="http://schemas.openxmlformats.org/officeDocument/2006/relationships/slide" Target="/ppt/slides/slide2.xml" Id="R0e0e4dafca1f4fee" /><Relationship Type="http://schemas.openxmlformats.org/officeDocument/2006/relationships/slide" Target="/ppt/slides/slide3.xml" Id="Ra89f2fc138b14792" /><Relationship Type="http://schemas.openxmlformats.org/officeDocument/2006/relationships/slide" Target="/ppt/slides/slide4.xml" Id="R176a6ecea4b54700" /><Relationship Type="http://schemas.openxmlformats.org/officeDocument/2006/relationships/slide" Target="/ppt/slides/slide5.xml" Id="R57e866fab3224e03" /><Relationship Type="http://schemas.openxmlformats.org/officeDocument/2006/relationships/slide" Target="/ppt/slides/slide6.xml" Id="R31a80e8dc8594a8a" /><Relationship Type="http://schemas.openxmlformats.org/officeDocument/2006/relationships/slide" Target="/ppt/slides/slide7.xml" Id="R086e40801f4c40e5" /><Relationship Type="http://schemas.openxmlformats.org/officeDocument/2006/relationships/slide" Target="/ppt/slides/slide8.xml" Id="R00d135445ace4141" /><Relationship Type="http://schemas.openxmlformats.org/officeDocument/2006/relationships/slide" Target="/ppt/slides/slide9.xml" Id="Rc77c3d32903848db" /><Relationship Type="http://schemas.openxmlformats.org/officeDocument/2006/relationships/slide" Target="/ppt/slides/slide10.xml" Id="R29035c0fd861407a" /><Relationship Type="http://schemas.openxmlformats.org/officeDocument/2006/relationships/slide" Target="/ppt/slides/slide11.xml" Id="Rf67fbf981b054e94" /><Relationship Type="http://schemas.openxmlformats.org/officeDocument/2006/relationships/slide" Target="/ppt/slides/slide12.xml" Id="R9ecf5e0e3d4341fa" /><Relationship Type="http://schemas.openxmlformats.org/officeDocument/2006/relationships/slide" Target="/ppt/slides/slide13.xml" Id="R685358e17fb641c0" /><Relationship Type="http://schemas.openxmlformats.org/officeDocument/2006/relationships/slide" Target="/ppt/slides/slide14.xml" Id="R884db3587b164c75" /><Relationship Type="http://schemas.openxmlformats.org/officeDocument/2006/relationships/slide" Target="/ppt/slides/slide15.xml" Id="R071151d360944409" /><Relationship Type="http://schemas.openxmlformats.org/officeDocument/2006/relationships/slide" Target="/ppt/slides/slide16.xml" Id="R3617ac5db1c2485e" /><Relationship Type="http://schemas.openxmlformats.org/officeDocument/2006/relationships/slide" Target="/ppt/slides/slide17.xml" Id="R4c5f14e4918447cb" /><Relationship Type="http://schemas.openxmlformats.org/officeDocument/2006/relationships/slide" Target="/ppt/slides/slide18.xml" Id="R8f82f9f7574d40ce" /><Relationship Type="http://schemas.openxmlformats.org/officeDocument/2006/relationships/slide" Target="/ppt/slides/slide19.xml" Id="R67fd7897b3b841f4" /><Relationship Type="http://schemas.openxmlformats.org/officeDocument/2006/relationships/slide" Target="/ppt/slides/slide20.xml" Id="Re0119f081c1d4504" /><Relationship Type="http://schemas.openxmlformats.org/officeDocument/2006/relationships/slide" Target="/ppt/slides/slide21.xml" Id="Rfac1aa74a6494923" /><Relationship Type="http://schemas.openxmlformats.org/officeDocument/2006/relationships/slide" Target="/ppt/slides/slide22.xml" Id="Rf4b34b7293e344cd" /><Relationship Type="http://schemas.openxmlformats.org/officeDocument/2006/relationships/slide" Target="/ppt/slides/slide23.xml" Id="R2adb08215d9e4bd2" /><Relationship Type="http://schemas.openxmlformats.org/officeDocument/2006/relationships/slide" Target="/ppt/slides/slide24.xml" Id="Rba92af1483354244" /><Relationship Type="http://schemas.openxmlformats.org/officeDocument/2006/relationships/slide" Target="/ppt/slides/slide25.xml" Id="R9885c12e9efb48c9" /><Relationship Type="http://schemas.openxmlformats.org/officeDocument/2006/relationships/slide" Target="/ppt/slides/slide26.xml" Id="R8d5cd278b3d041aa" /><Relationship Type="http://schemas.openxmlformats.org/officeDocument/2006/relationships/slide" Target="/ppt/slides/slide27.xml" Id="R86341bad342946f5" /><Relationship Type="http://schemas.openxmlformats.org/officeDocument/2006/relationships/slide" Target="/ppt/slides/slide28.xml" Id="R3e403679a5ff4ddb" /><Relationship Type="http://schemas.openxmlformats.org/officeDocument/2006/relationships/slide" Target="/ppt/slides/slide29.xml" Id="R71e71440963c4d90" /><Relationship Type="http://schemas.openxmlformats.org/officeDocument/2006/relationships/slide" Target="/ppt/slides/slide30.xml" Id="R43f9a4792f1a43bf" /><Relationship Type="http://schemas.openxmlformats.org/officeDocument/2006/relationships/slide" Target="/ppt/slides/slide31.xml" Id="Rb3ee5f054aa04c63" /><Relationship Type="http://schemas.openxmlformats.org/officeDocument/2006/relationships/slide" Target="/ppt/slides/slide32.xml" Id="Rb118fff3a7fd4557" /><Relationship Type="http://schemas.openxmlformats.org/officeDocument/2006/relationships/slide" Target="/ppt/slides/slide33.xml" Id="Rfe2d7ad0b8a24dc0" /><Relationship Type="http://schemas.openxmlformats.org/officeDocument/2006/relationships/slide" Target="/ppt/slides/slide34.xml" Id="R5dbe4902eeeb42ea" /><Relationship Type="http://schemas.openxmlformats.org/officeDocument/2006/relationships/slide" Target="/ppt/slides/slide35.xml" Id="R37b4292f5ddd4f43" /><Relationship Type="http://schemas.openxmlformats.org/officeDocument/2006/relationships/slide" Target="/ppt/slides/slide36.xml" Id="R5f400df4fcd24df4" /><Relationship Type="http://schemas.openxmlformats.org/officeDocument/2006/relationships/slide" Target="/ppt/slides/slide37.xml" Id="R9d9126aef3c0425a" /><Relationship Type="http://schemas.openxmlformats.org/officeDocument/2006/relationships/slide" Target="/ppt/slides/slide38.xml" Id="Rce4ff9b35c8d4d55" /><Relationship Type="http://schemas.openxmlformats.org/officeDocument/2006/relationships/slide" Target="/ppt/slides/slide39.xml" Id="Rdca5a501c1294610" /><Relationship Type="http://schemas.openxmlformats.org/officeDocument/2006/relationships/slide" Target="/ppt/slides/slide40.xml" Id="Rb35c4f1356b94b02" /><Relationship Type="http://schemas.openxmlformats.org/officeDocument/2006/relationships/slide" Target="/ppt/slides/slide41.xml" Id="R6d71d7b2380f4888" /><Relationship Type="http://schemas.openxmlformats.org/officeDocument/2006/relationships/slide" Target="/ppt/slides/slide42.xml" Id="R1bba7b05555948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3d20bb29bd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1f32a31f304d7e" /><Relationship Type="http://schemas.openxmlformats.org/officeDocument/2006/relationships/notesMaster" Target="/ppt/notesMasters/notesMaster1.xml" Id="R46da11cd50d6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6cedbf768b482c" /><Relationship Type="http://schemas.openxmlformats.org/officeDocument/2006/relationships/notesMaster" Target="/ppt/notesMasters/notesMaster1.xml" Id="R2e0a2cad6d904d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b61bf28c7d428c" /><Relationship Type="http://schemas.openxmlformats.org/officeDocument/2006/relationships/notesMaster" Target="/ppt/notesMasters/notesMaster1.xml" Id="R8cf3a36323404b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c68e61d5b8462f" /><Relationship Type="http://schemas.openxmlformats.org/officeDocument/2006/relationships/notesMaster" Target="/ppt/notesMasters/notesMaster1.xml" Id="R82f2f150e16a46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70bd41a4de4838" /><Relationship Type="http://schemas.openxmlformats.org/officeDocument/2006/relationships/notesMaster" Target="/ppt/notesMasters/notesMaster1.xml" Id="R2f75d0ecd51843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dae0f7548249e8" /><Relationship Type="http://schemas.openxmlformats.org/officeDocument/2006/relationships/notesMaster" Target="/ppt/notesMasters/notesMaster1.xml" Id="R6da10a7f5fdb4b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8825b239a8401b" /><Relationship Type="http://schemas.openxmlformats.org/officeDocument/2006/relationships/notesMaster" Target="/ppt/notesMasters/notesMaster1.xml" Id="Rc7066be35d9548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558f9562b544e7" /><Relationship Type="http://schemas.openxmlformats.org/officeDocument/2006/relationships/notesMaster" Target="/ppt/notesMasters/notesMaster1.xml" Id="R941fbe933a414b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9b8df3191542f5" /><Relationship Type="http://schemas.openxmlformats.org/officeDocument/2006/relationships/notesMaster" Target="/ppt/notesMasters/notesMaster1.xml" Id="R73fb1f3e26a341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d47b970e084775" /><Relationship Type="http://schemas.openxmlformats.org/officeDocument/2006/relationships/notesMaster" Target="/ppt/notesMasters/notesMaster1.xml" Id="Rf7a3f853684c43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b3e442b75947e2" /><Relationship Type="http://schemas.openxmlformats.org/officeDocument/2006/relationships/notesMaster" Target="/ppt/notesMasters/notesMaster1.xml" Id="R6b5b422506f841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c5e205187741f4" /><Relationship Type="http://schemas.openxmlformats.org/officeDocument/2006/relationships/notesMaster" Target="/ppt/notesMasters/notesMaster1.xml" Id="R714a83bfe9d546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5b2643ad1a448f" /><Relationship Type="http://schemas.openxmlformats.org/officeDocument/2006/relationships/notesMaster" Target="/ppt/notesMasters/notesMaster1.xml" Id="R4195dbb5532d40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9e09580204461a" /><Relationship Type="http://schemas.openxmlformats.org/officeDocument/2006/relationships/notesMaster" Target="/ppt/notesMasters/notesMaster1.xml" Id="R8b432da882804a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4d43d1ae4f43da" /><Relationship Type="http://schemas.openxmlformats.org/officeDocument/2006/relationships/notesMaster" Target="/ppt/notesMasters/notesMaster1.xml" Id="Rfc642724c54042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be4f88b0d943ee" /><Relationship Type="http://schemas.openxmlformats.org/officeDocument/2006/relationships/notesMaster" Target="/ppt/notesMasters/notesMaster1.xml" Id="Rc71248b7512146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44d44c4ca341e4" /><Relationship Type="http://schemas.openxmlformats.org/officeDocument/2006/relationships/notesMaster" Target="/ppt/notesMasters/notesMaster1.xml" Id="R585a1e84d42840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da8809dbde64204" /><Relationship Type="http://schemas.openxmlformats.org/officeDocument/2006/relationships/notesMaster" Target="/ppt/notesMasters/notesMaster1.xml" Id="R6766e71589c145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37cd5f56d6e4138" /><Relationship Type="http://schemas.openxmlformats.org/officeDocument/2006/relationships/notesMaster" Target="/ppt/notesMasters/notesMaster1.xml" Id="Rd18af4e1d80340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e4bc445cb14844" /><Relationship Type="http://schemas.openxmlformats.org/officeDocument/2006/relationships/notesMaster" Target="/ppt/notesMasters/notesMaster1.xml" Id="R4302bf30844a4c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19ae4331ec4022" /><Relationship Type="http://schemas.openxmlformats.org/officeDocument/2006/relationships/notesMaster" Target="/ppt/notesMasters/notesMaster1.xml" Id="R03fcd2e49e3c4bc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841e7f19bc436b" /><Relationship Type="http://schemas.openxmlformats.org/officeDocument/2006/relationships/notesMaster" Target="/ppt/notesMasters/notesMaster1.xml" Id="Rc5fe8976059e41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7fc3925ef648fa" /><Relationship Type="http://schemas.openxmlformats.org/officeDocument/2006/relationships/notesMaster" Target="/ppt/notesMasters/notesMaster1.xml" Id="R093d96abd26a46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b641cde6c34679" /><Relationship Type="http://schemas.openxmlformats.org/officeDocument/2006/relationships/notesMaster" Target="/ppt/notesMasters/notesMaster1.xml" Id="R2ae1f33280584d5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7f3f308e474a86" /><Relationship Type="http://schemas.openxmlformats.org/officeDocument/2006/relationships/notesMaster" Target="/ppt/notesMasters/notesMaster1.xml" Id="Rf781a6ec278f4f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807a3d22974f4a" /><Relationship Type="http://schemas.openxmlformats.org/officeDocument/2006/relationships/notesMaster" Target="/ppt/notesMasters/notesMaster1.xml" Id="R24d8a9ba574346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2147d8041cf4810" /><Relationship Type="http://schemas.openxmlformats.org/officeDocument/2006/relationships/notesMaster" Target="/ppt/notesMasters/notesMaster1.xml" Id="R01011aea80e944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334e082cf04eba" /><Relationship Type="http://schemas.openxmlformats.org/officeDocument/2006/relationships/notesMaster" Target="/ppt/notesMasters/notesMaster1.xml" Id="R4b3eef41eeef48c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1a83e0143c64658" /><Relationship Type="http://schemas.openxmlformats.org/officeDocument/2006/relationships/notesMaster" Target="/ppt/notesMasters/notesMaster1.xml" Id="R0ace0675773743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6cfa8881a24287" /><Relationship Type="http://schemas.openxmlformats.org/officeDocument/2006/relationships/notesMaster" Target="/ppt/notesMasters/notesMaster1.xml" Id="Reb05348ba0a54e0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de1f9710bd142d1" /><Relationship Type="http://schemas.openxmlformats.org/officeDocument/2006/relationships/notesMaster" Target="/ppt/notesMasters/notesMaster1.xml" Id="R9a889442267345b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9980ca97fc64c77" /><Relationship Type="http://schemas.openxmlformats.org/officeDocument/2006/relationships/notesMaster" Target="/ppt/notesMasters/notesMaster1.xml" Id="R2fd679058dde42b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c53742e4f3c4b23" /><Relationship Type="http://schemas.openxmlformats.org/officeDocument/2006/relationships/notesMaster" Target="/ppt/notesMasters/notesMaster1.xml" Id="R02d458be2f514f9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c00ec935d5a4fb4" /><Relationship Type="http://schemas.openxmlformats.org/officeDocument/2006/relationships/notesMaster" Target="/ppt/notesMasters/notesMaster1.xml" Id="R54d58bb74649406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de7d8c301548cb" /><Relationship Type="http://schemas.openxmlformats.org/officeDocument/2006/relationships/notesMaster" Target="/ppt/notesMasters/notesMaster1.xml" Id="R6d7ddb3db2ab46e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3a98b602f042a4" /><Relationship Type="http://schemas.openxmlformats.org/officeDocument/2006/relationships/notesMaster" Target="/ppt/notesMasters/notesMaster1.xml" Id="Rbc2f4d8dd12d4d9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d283b0492004b4e" /><Relationship Type="http://schemas.openxmlformats.org/officeDocument/2006/relationships/notesMaster" Target="/ppt/notesMasters/notesMaster1.xml" Id="Rbaf45e6334e7423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8178dfa99064440" /><Relationship Type="http://schemas.openxmlformats.org/officeDocument/2006/relationships/notesMaster" Target="/ppt/notesMasters/notesMaster1.xml" Id="Rbb9fb417ca89459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48082041dd44c69" /><Relationship Type="http://schemas.openxmlformats.org/officeDocument/2006/relationships/notesMaster" Target="/ppt/notesMasters/notesMaster1.xml" Id="R7b12026ee4014c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635fe7dfecb4695" /><Relationship Type="http://schemas.openxmlformats.org/officeDocument/2006/relationships/notesMaster" Target="/ppt/notesMasters/notesMaster1.xml" Id="R5f4072529faa486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9bde572e8c64711" /><Relationship Type="http://schemas.openxmlformats.org/officeDocument/2006/relationships/notesMaster" Target="/ppt/notesMasters/notesMaster1.xml" Id="Rd47fbd7bdb17435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95927d4a3aa4710" /><Relationship Type="http://schemas.openxmlformats.org/officeDocument/2006/relationships/notesMaster" Target="/ppt/notesMasters/notesMaster1.xml" Id="R4c6ca3a406d641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1장.</a:t>
            </a:r>
          </a:p>
          <a:p xmlns:a="http://schemas.openxmlformats.org/drawingml/2006/main">
            <a:r>
              <a:t>2026-10-27 최신 사용자 제공 표지 이미지 codex-clipboard-e73557df-f3d6-48f4-9ccf-26e926347830.png를 직접 사용했다. 진한 녹색 그라데이션·탁상 두 경로 모형·네 인물의 원본 이미지를 재생성/변색하지 않고 넣었다. 제목·저자·로고는 기존 배치 유지.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3장.</a:t>
            </a:r>
          </a:p>
          <a:p xmlns:a="http://schemas.openxmlformats.org/drawingml/2006/main">
            <a:r>
              <a:t>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4장.</a:t>
            </a:r>
          </a:p>
          <a:p xmlns:a="http://schemas.openxmlformats.org/drawingml/2006/main">
            <a:r>
              <a:t>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5장.</a:t>
            </a:r>
          </a:p>
          <a:p xmlns:a="http://schemas.openxmlformats.org/drawingml/2006/main">
            <a:r>
              <a:t>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7장.</a:t>
            </a:r>
          </a:p>
          <a:p xmlns:a="http://schemas.openxmlformats.org/drawingml/2006/main">
            <a:r>
              <a:t>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9장.</a:t>
            </a:r>
          </a:p>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10장.</a:t>
            </a:r>
          </a:p>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11장.</a:t>
            </a:r>
          </a:p>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12장.</a:t>
            </a:r>
          </a:p>
          <a:p xmlns:a="http://schemas.openxmlformats.org/drawingml/2006/main">
            <a:r>
              <a:t>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13장.</a:t>
            </a:r>
          </a:p>
          <a:p xmlns:a="http://schemas.openxmlformats.org/drawingml/2006/main">
            <a:r>
              <a:t>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14장.</a:t>
            </a:r>
          </a:p>
          <a:p xmlns:a="http://schemas.openxmlformats.org/drawingml/2006/main">
            <a:r>
              <a:t>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15장.</a:t>
            </a:r>
          </a:p>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16장.</a:t>
            </a:r>
          </a:p>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18장.</a:t>
            </a:r>
          </a:p>
          <a:p xmlns:a="http://schemas.openxmlformats.org/drawingml/2006/main">
            <a:r>
              <a:t>사용자 요청 추가 예시. 오른쪽 여학생은 등록 body_student_two_flasks의 얼굴·머리·비율을 참조한 생성 삽화이다. 흑연을 손으로 눌러 다이아몬드를 만들려 애쓰는 개념적 상상 장면이며 실제 합성 방법이나 성공을 뜻하지 않는다. 보통 조건에서 직접 전환의 열량 측정은 어렵기 때문에 두 연소 반응을 이용한다. 고온·고압 등의 특수 합성 조건에서 제조 가능함과 구별한다. 원본 목표 반응식: 2015 완자 PDF/인쇄137쪽 풀이2. 2022 완자127쪽Q7·131쪽Q6 대조; 천재교과서86쪽 동소체/표 대조. 원본 식을 생성하거나 재입력하지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19장.</a:t>
            </a:r>
          </a:p>
          <a:p xmlns:a="http://schemas.openxmlformats.org/drawingml/2006/main">
            <a:r>
              <a:t>출처: 2022 완자 PDF/인쇄127쪽 Q7의 두 원본 연소 반응식과 모범답안. 2015 완자 PDF/인쇄137쪽 그래프·풀이 대조. 흑연 연소식에서 다이아몬드 연소식을 빼면 O2와CO2가 소거되어 C(s,흑연)→C(s,다이아몬드)만 남는다. 흑연1mol 기준 ΔH=+1.9kJ, 흡열반응. 25°C1기압 자료. 천재86쪽 표의1.88kJ/mol과는 표시 정밀도가 다르므로 이 장은 완자Q7의 반올림 수치만 사용한다. 표준 생성 엔탈피 정의는 뒤 Part3에서 다루고 여기서는 연소열과 헤스법칙만 이용한다.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20장.</a:t>
            </a:r>
          </a:p>
          <a:p xmlns:a="http://schemas.openxmlformats.org/drawingml/2006/main">
            <a:r>
              <a:t>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21장.</a:t>
            </a:r>
          </a:p>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22장.</a:t>
            </a:r>
          </a:p>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23장.</a:t>
            </a:r>
          </a:p>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24장.</a:t>
            </a:r>
          </a:p>
          <a:p xmlns:a="http://schemas.openxmlformats.org/drawingml/2006/main">
            <a:r>
              <a:t>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25장.</a:t>
            </a:r>
          </a:p>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26장.</a:t>
            </a:r>
          </a:p>
          <a:p xmlns:a="http://schemas.openxmlformats.org/drawingml/2006/main">
            <a:r>
              <a:t>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27장.</a:t>
            </a:r>
          </a:p>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28장.</a:t>
            </a:r>
          </a:p>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29장.</a:t>
            </a:r>
          </a:p>
          <a:p xmlns:a="http://schemas.openxmlformats.org/drawingml/2006/main">
            <a:r>
              <a:t>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30장.</a:t>
            </a:r>
          </a:p>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31장.</a:t>
            </a:r>
          </a:p>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32장.</a:t>
            </a:r>
          </a:p>
          <a:p xmlns:a="http://schemas.openxmlformats.org/drawingml/2006/main">
            <a:r>
              <a:t>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33장.</a:t>
            </a:r>
          </a:p>
          <a:p xmlns:a="http://schemas.openxmlformats.org/drawingml/2006/main">
            <a:r>
              <a:t>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34장.</a:t>
            </a:r>
          </a:p>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35장.</a:t>
            </a:r>
          </a:p>
          <a:p xmlns:a="http://schemas.openxmlformats.org/drawingml/2006/main">
            <a:r>
              <a:t>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36장.</a:t>
            </a:r>
          </a:p>
          <a:p xmlns:a="http://schemas.openxmlformats.org/drawingml/2006/main">
            <a:r>
              <a:t>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37장.</a:t>
            </a:r>
          </a:p>
          <a:p xmlns:a="http://schemas.openxmlformats.org/drawingml/2006/main">
            <a:r>
              <a:t>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38장.</a:t>
            </a:r>
          </a:p>
          <a:p xmlns:a="http://schemas.openxmlformats.org/drawingml/2006/main">
            <a:r>
              <a:t>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39장.</a:t>
            </a:r>
          </a:p>
          <a:p xmlns:a="http://schemas.openxmlformats.org/drawingml/2006/main">
            <a:r>
              <a:t>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40장.</a:t>
            </a:r>
          </a:p>
          <a:p xmlns:a="http://schemas.openxmlformats.org/drawingml/2006/main">
            <a:r>
              <a:t>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41장.</a:t>
            </a:r>
          </a:p>
          <a:p xmlns:a="http://schemas.openxmlformats.org/drawingml/2006/main">
            <a:r>
              <a:t>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42장.</a:t>
            </a:r>
          </a:p>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3454ab691342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ef77feb19047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cb8429438646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cd578d9e5744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dd6a956ab540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8cd77258d14d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246811-A37B-4E92-B95C-6CD03B3EA66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57B44B-A14B-429E-9590-0D2E75269D2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2C3E43-7322-4068-98CA-63214717940A}"/>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2754D4-BA8B-4AE6-9A84-31DBBFE4E3A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18EF40-C565-4FD7-A5AC-87FABD87686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3D6929-EBAF-4189-B035-18CF6EA8FA2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11AB19-698E-4F40-ABFE-5B09DA2941A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3E3B38-0EE7-4DD4-BD0F-CAAFFD9EA56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307F60-5E85-44DA-B0E6-23DBA2CD243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6BDE4A-4273-4ACB-9BB2-53AB30B369F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786a9aa8564820" /><Relationship Type="http://schemas.openxmlformats.org/officeDocument/2006/relationships/slideLayout" Target="/ppt/slideLayouts/slideLayout1.xml" Id="R7124bf61ef3a45e6" /><Relationship Type="http://schemas.openxmlformats.org/officeDocument/2006/relationships/slideLayout" Target="/ppt/slideLayouts/slideLayout2.xml" Id="R9ecb9494df014824" /><Relationship Type="http://schemas.openxmlformats.org/officeDocument/2006/relationships/slideLayout" Target="/ppt/slideLayouts/slideLayout3.xml" Id="Rf1d4e9859646421d" /><Relationship Type="http://schemas.openxmlformats.org/officeDocument/2006/relationships/slideLayout" Target="/ppt/slideLayouts/slideLayout4.xml" Id="R8aed8867a816473d" /><Relationship Type="http://schemas.openxmlformats.org/officeDocument/2006/relationships/slideLayout" Target="/ppt/slideLayouts/slideLayout5.xml" Id="Rbe59c52582874106" /><Relationship Type="http://schemas.openxmlformats.org/officeDocument/2006/relationships/slideLayout" Target="/ppt/slideLayouts/slideLayout6.xml" Id="Ra423af50f03744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24bf61ef3a45e6"/>
    <p:sldLayoutId xmlns:r="http://schemas.openxmlformats.org/officeDocument/2006/relationships" id="2147483650" r:id="R9ecb9494df014824"/>
    <p:sldLayoutId xmlns:r="http://schemas.openxmlformats.org/officeDocument/2006/relationships" id="2147483651" r:id="Rf1d4e9859646421d"/>
    <p:sldLayoutId xmlns:r="http://schemas.openxmlformats.org/officeDocument/2006/relationships" id="2147483652" r:id="R8aed8867a816473d"/>
    <p:sldLayoutId xmlns:r="http://schemas.openxmlformats.org/officeDocument/2006/relationships" id="2147483653" r:id="Rbe59c52582874106"/>
    <p:sldLayoutId xmlns:r="http://schemas.openxmlformats.org/officeDocument/2006/relationships" id="2147483654" r:id="Ra423af50f03744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f74b77aa494e82" /><Relationship Type="http://schemas.openxmlformats.org/officeDocument/2006/relationships/image" Target="/ppt/media/image.png" Id="R88fbc2f58ed84e67" /><Relationship Type="http://schemas.openxmlformats.org/officeDocument/2006/relationships/image" Target="/ppt/media/image2.png" Id="R29aa12f7926943f0" /><Relationship Type="http://schemas.openxmlformats.org/officeDocument/2006/relationships/image" Target="/ppt/media/image3.png" Id="Rdfebe74470b54e50" /><Relationship Type="http://schemas.openxmlformats.org/officeDocument/2006/relationships/notesSlide" Target="/ppt/notesSlides/notesSlide1.xml" Id="R0e469c0d560145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a5bde5ed21452e" /><Relationship Type="http://schemas.openxmlformats.org/officeDocument/2006/relationships/image" Target="/ppt/media/image4.png" Id="Rb3ce8d12d9e647f2" /><Relationship Type="http://schemas.openxmlformats.org/officeDocument/2006/relationships/image" Target="/ppt/media/image5.png" Id="R03d99c9a935a4f6c" /><Relationship Type="http://schemas.openxmlformats.org/officeDocument/2006/relationships/notesSlide" Target="/ppt/notesSlides/notesSlide2.xml" Id="Rc9379fc7dc1444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f4ca20e38d42a2" /><Relationship Type="http://schemas.openxmlformats.org/officeDocument/2006/relationships/image" Target="/ppt/media/image6.png" Id="R4b61b93fbf76446b" /><Relationship Type="http://schemas.openxmlformats.org/officeDocument/2006/relationships/notesSlide" Target="/ppt/notesSlides/notesSlide3.xml" Id="R816f6700527f41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9a974ade8e4528" /><Relationship Type="http://schemas.openxmlformats.org/officeDocument/2006/relationships/image" Target="/ppt/media/image7.png" Id="R4cf7789bfed04dfa" /><Relationship Type="http://schemas.openxmlformats.org/officeDocument/2006/relationships/image" Target="/ppt/media/image8.png" Id="Reb1a40cf671a4c9a" /><Relationship Type="http://schemas.openxmlformats.org/officeDocument/2006/relationships/notesSlide" Target="/ppt/notesSlides/notesSlide4.xml" Id="Ree670542d93b40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7cee8553c64709" /><Relationship Type="http://schemas.openxmlformats.org/officeDocument/2006/relationships/image" Target="/ppt/media/image9.png" Id="Rd411b568452f4009" /><Relationship Type="http://schemas.openxmlformats.org/officeDocument/2006/relationships/notesSlide" Target="/ppt/notesSlides/notesSlide5.xml" Id="R8f1cbe2be863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2f460e9a9d4663" /><Relationship Type="http://schemas.openxmlformats.org/officeDocument/2006/relationships/image" Target="/ppt/media/image10.png" Id="R8559103b0beb476b" /><Relationship Type="http://schemas.openxmlformats.org/officeDocument/2006/relationships/notesSlide" Target="/ppt/notesSlides/notesSlide6.xml" Id="R58a4429e65f446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ac42d3440a447c" /><Relationship Type="http://schemas.openxmlformats.org/officeDocument/2006/relationships/image" Target="/ppt/media/image11.png" Id="R8eadfdb1b0274936" /><Relationship Type="http://schemas.openxmlformats.org/officeDocument/2006/relationships/notesSlide" Target="/ppt/notesSlides/notesSlide7.xml" Id="R0a64e42d400f47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fe9e135ac24472" /><Relationship Type="http://schemas.openxmlformats.org/officeDocument/2006/relationships/image" Target="/ppt/media/image12.png" Id="R3d66e498a6164737" /><Relationship Type="http://schemas.openxmlformats.org/officeDocument/2006/relationships/image" Target="/ppt/media/image13.png" Id="R137abda3d8d84697" /><Relationship Type="http://schemas.openxmlformats.org/officeDocument/2006/relationships/notesSlide" Target="/ppt/notesSlides/notesSlide8.xml" Id="R5b037a5182bb42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a5258c68164e25" /><Relationship Type="http://schemas.openxmlformats.org/officeDocument/2006/relationships/image" Target="/ppt/media/image14.png" Id="Rf3087750e1f745e6" /><Relationship Type="http://schemas.openxmlformats.org/officeDocument/2006/relationships/image" Target="/ppt/media/image15.png" Id="R124d70c45a5d4a75" /><Relationship Type="http://schemas.openxmlformats.org/officeDocument/2006/relationships/image" Target="/ppt/media/image16.png" Id="R8299542df5764425" /><Relationship Type="http://schemas.openxmlformats.org/officeDocument/2006/relationships/image" Target="/ppt/media/image17.png" Id="R7a8372a881864f53" /><Relationship Type="http://schemas.openxmlformats.org/officeDocument/2006/relationships/notesSlide" Target="/ppt/notesSlides/notesSlide9.xml" Id="Rb865bc389bcf4d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68653b47af4a9d" /><Relationship Type="http://schemas.openxmlformats.org/officeDocument/2006/relationships/image" Target="/ppt/media/image18.png" Id="Ra4b20ec2e4dc4c35" /><Relationship Type="http://schemas.openxmlformats.org/officeDocument/2006/relationships/image" Target="/ppt/media/image19.png" Id="R958bae2260ba4259" /><Relationship Type="http://schemas.openxmlformats.org/officeDocument/2006/relationships/image" Target="/ppt/media/image20.png" Id="R5e64eac0f87f44c2" /><Relationship Type="http://schemas.openxmlformats.org/officeDocument/2006/relationships/notesSlide" Target="/ppt/notesSlides/notesSlide10.xml" Id="R03de04f8a2844d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bc2b8ec2d3c4ec1" /><Relationship Type="http://schemas.openxmlformats.org/officeDocument/2006/relationships/image" Target="/ppt/media/image21.png" Id="Rf341edb48f174829" /><Relationship Type="http://schemas.openxmlformats.org/officeDocument/2006/relationships/image" Target="/ppt/media/image22.png" Id="R6f7af6cbdf7b4e70" /><Relationship Type="http://schemas.openxmlformats.org/officeDocument/2006/relationships/image" Target="/ppt/media/image23.png" Id="R995c0ee815384291" /><Relationship Type="http://schemas.openxmlformats.org/officeDocument/2006/relationships/notesSlide" Target="/ppt/notesSlides/notesSlide11.xml" Id="Rc89fb206bf5448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003a8691424948" /><Relationship Type="http://schemas.openxmlformats.org/officeDocument/2006/relationships/image" Target="/ppt/media/image24.png" Id="R9d41f08c790a4fd7" /><Relationship Type="http://schemas.openxmlformats.org/officeDocument/2006/relationships/notesSlide" Target="/ppt/notesSlides/notesSlide12.xml" Id="R038aaf37b24a47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a446150f153422c" /><Relationship Type="http://schemas.openxmlformats.org/officeDocument/2006/relationships/image" Target="/ppt/media/image25.png" Id="R02ff82b727a346b7" /><Relationship Type="http://schemas.openxmlformats.org/officeDocument/2006/relationships/notesSlide" Target="/ppt/notesSlides/notesSlide13.xml" Id="R960dc506f4f542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add3f077f240f0" /><Relationship Type="http://schemas.openxmlformats.org/officeDocument/2006/relationships/image" Target="/ppt/media/image26.png" Id="R6e7e4425c99342fa" /><Relationship Type="http://schemas.openxmlformats.org/officeDocument/2006/relationships/notesSlide" Target="/ppt/notesSlides/notesSlide14.xml" Id="Rd50db7ac2a734f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d056b87753846bc" /><Relationship Type="http://schemas.openxmlformats.org/officeDocument/2006/relationships/image" Target="/ppt/media/image27.png" Id="R8ce3e214e8aa4d4a" /><Relationship Type="http://schemas.openxmlformats.org/officeDocument/2006/relationships/image" Target="/ppt/media/image28.png" Id="R01eda34a514b4ec5" /><Relationship Type="http://schemas.openxmlformats.org/officeDocument/2006/relationships/image" Target="/ppt/media/image29.png" Id="R36a31d1bb60540a4" /><Relationship Type="http://schemas.openxmlformats.org/officeDocument/2006/relationships/image" Target="/ppt/media/image30.png" Id="R6d5f72f085004a09" /><Relationship Type="http://schemas.openxmlformats.org/officeDocument/2006/relationships/notesSlide" Target="/ppt/notesSlides/notesSlide15.xml" Id="Ree6cca2417f441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8047477b2e4611" /><Relationship Type="http://schemas.openxmlformats.org/officeDocument/2006/relationships/image" Target="/ppt/media/image31.png" Id="Rd78cd58e5bea4796" /><Relationship Type="http://schemas.openxmlformats.org/officeDocument/2006/relationships/image" Target="/ppt/media/image32.png" Id="R095869ccac6e43d0" /><Relationship Type="http://schemas.openxmlformats.org/officeDocument/2006/relationships/notesSlide" Target="/ppt/notesSlides/notesSlide16.xml" Id="R4e851332875d43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61a8638f7e6490e" /><Relationship Type="http://schemas.openxmlformats.org/officeDocument/2006/relationships/image" Target="/ppt/media/image33.png" Id="Raf35bd252c534022" /><Relationship Type="http://schemas.openxmlformats.org/officeDocument/2006/relationships/image" Target="/ppt/media/image34.png" Id="R9eecbe3fd1494cd0" /><Relationship Type="http://schemas.openxmlformats.org/officeDocument/2006/relationships/image" Target="/ppt/media/image35.png" Id="R5549f476c60549b2" /><Relationship Type="http://schemas.openxmlformats.org/officeDocument/2006/relationships/notesSlide" Target="/ppt/notesSlides/notesSlide17.xml" Id="R6c8838b7371345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6d47083d8bd4751" /><Relationship Type="http://schemas.openxmlformats.org/officeDocument/2006/relationships/image" Target="/ppt/media/image36.png" Id="Rf77c6f02783d42ed" /><Relationship Type="http://schemas.openxmlformats.org/officeDocument/2006/relationships/image" Target="/ppt/media/image37.png" Id="R00d276f10ec24310" /><Relationship Type="http://schemas.openxmlformats.org/officeDocument/2006/relationships/image" Target="/ppt/media/image38.png" Id="R86f769da51be4e78" /><Relationship Type="http://schemas.openxmlformats.org/officeDocument/2006/relationships/notesSlide" Target="/ppt/notesSlides/notesSlide18.xml" Id="R3e0533d0c80442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c4a84aae4314721" /><Relationship Type="http://schemas.openxmlformats.org/officeDocument/2006/relationships/image" Target="/ppt/media/image39.png" Id="R1ad28b5b40ec4636" /><Relationship Type="http://schemas.openxmlformats.org/officeDocument/2006/relationships/image" Target="/ppt/media/image40.png" Id="R13a6de5c0aab4828" /><Relationship Type="http://schemas.openxmlformats.org/officeDocument/2006/relationships/image" Target="/ppt/media/image41.png" Id="R604382bb4e4a4d11" /><Relationship Type="http://schemas.openxmlformats.org/officeDocument/2006/relationships/notesSlide" Target="/ppt/notesSlides/notesSlide19.xml" Id="R9fb31227fbe746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f12ae2848cc4941" /><Relationship Type="http://schemas.openxmlformats.org/officeDocument/2006/relationships/image" Target="/ppt/media/image42.png" Id="R1f1c7f1beb944b31" /><Relationship Type="http://schemas.openxmlformats.org/officeDocument/2006/relationships/notesSlide" Target="/ppt/notesSlides/notesSlide20.xml" Id="R9fe48c66f6f741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a0bf9d1acf4d74" /><Relationship Type="http://schemas.openxmlformats.org/officeDocument/2006/relationships/image" Target="/ppt/media/image43.png" Id="R5597ae5be59b49df" /><Relationship Type="http://schemas.openxmlformats.org/officeDocument/2006/relationships/image" Target="/ppt/media/image44.png" Id="R9ab4ab0b562a4075" /><Relationship Type="http://schemas.openxmlformats.org/officeDocument/2006/relationships/image" Target="/ppt/media/image45.png" Id="Ra37e06f91a284869" /><Relationship Type="http://schemas.openxmlformats.org/officeDocument/2006/relationships/notesSlide" Target="/ppt/notesSlides/notesSlide21.xml" Id="Rc06afee9b88545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ea43cde9faf4fae" /><Relationship Type="http://schemas.openxmlformats.org/officeDocument/2006/relationships/image" Target="/ppt/media/image46.png" Id="R4332619d3f0347bb" /><Relationship Type="http://schemas.openxmlformats.org/officeDocument/2006/relationships/image" Target="/ppt/media/image47.png" Id="R3e5f181cc7874365" /><Relationship Type="http://schemas.openxmlformats.org/officeDocument/2006/relationships/image" Target="/ppt/media/image48.png" Id="Rf2891a519bb3467b" /><Relationship Type="http://schemas.openxmlformats.org/officeDocument/2006/relationships/notesSlide" Target="/ppt/notesSlides/notesSlide22.xml" Id="R8238b232d8bc4b8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9d7cd666d44f0d" /><Relationship Type="http://schemas.openxmlformats.org/officeDocument/2006/relationships/image" Target="/ppt/media/image49.png" Id="R18eec169c01b41bb" /><Relationship Type="http://schemas.openxmlformats.org/officeDocument/2006/relationships/image" Target="/ppt/media/image50.png" Id="R0a5bbb8566af461e" /><Relationship Type="http://schemas.openxmlformats.org/officeDocument/2006/relationships/notesSlide" Target="/ppt/notesSlides/notesSlide23.xml" Id="Ra659d4e947d64f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ec1c6e6fce3448d" /><Relationship Type="http://schemas.openxmlformats.org/officeDocument/2006/relationships/image" Target="/ppt/media/image51.png" Id="R86953e93cf744281" /><Relationship Type="http://schemas.openxmlformats.org/officeDocument/2006/relationships/notesSlide" Target="/ppt/notesSlides/notesSlide24.xml" Id="R325dc480d6664f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dd44b2a93064882" /><Relationship Type="http://schemas.openxmlformats.org/officeDocument/2006/relationships/image" Target="/ppt/media/image52.png" Id="Rf541dc1ef7254575" /><Relationship Type="http://schemas.openxmlformats.org/officeDocument/2006/relationships/image" Target="/ppt/media/image53.png" Id="R52ae3954718c49d0" /><Relationship Type="http://schemas.openxmlformats.org/officeDocument/2006/relationships/notesSlide" Target="/ppt/notesSlides/notesSlide25.xml" Id="Rd8712c1eb6d946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b691c7ba54746c1" /><Relationship Type="http://schemas.openxmlformats.org/officeDocument/2006/relationships/image" Target="/ppt/media/image54.png" Id="Ra86be43a4f1642a6" /><Relationship Type="http://schemas.openxmlformats.org/officeDocument/2006/relationships/notesSlide" Target="/ppt/notesSlides/notesSlide26.xml" Id="R2666b2dccc7840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3bcdbe0eeea428c" /><Relationship Type="http://schemas.openxmlformats.org/officeDocument/2006/relationships/image" Target="/ppt/media/image55.png" Id="R82fc3bf7ad3c400e" /><Relationship Type="http://schemas.openxmlformats.org/officeDocument/2006/relationships/image" Target="/ppt/media/image56.png" Id="R30dede1b775742c5" /><Relationship Type="http://schemas.openxmlformats.org/officeDocument/2006/relationships/image" Target="/ppt/media/image57.png" Id="Rf602055b8ab84a6d" /><Relationship Type="http://schemas.openxmlformats.org/officeDocument/2006/relationships/notesSlide" Target="/ppt/notesSlides/notesSlide27.xml" Id="R9cc14244702f41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f94a6c2b0bd4396" /><Relationship Type="http://schemas.openxmlformats.org/officeDocument/2006/relationships/image" Target="/ppt/media/image58.png" Id="R871556323c3c48b6" /><Relationship Type="http://schemas.openxmlformats.org/officeDocument/2006/relationships/image" Target="/ppt/media/image59.png" Id="R28d6bb5ea83d455b" /><Relationship Type="http://schemas.openxmlformats.org/officeDocument/2006/relationships/notesSlide" Target="/ppt/notesSlides/notesSlide28.xml" Id="Rd5f3768c12d1407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bec662e993420b" /><Relationship Type="http://schemas.openxmlformats.org/officeDocument/2006/relationships/image" Target="/ppt/media/image60.png" Id="Rfcede0c7bef744a9" /><Relationship Type="http://schemas.openxmlformats.org/officeDocument/2006/relationships/notesSlide" Target="/ppt/notesSlides/notesSlide29.xml" Id="R839c8e8a24304a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73696601ba64dce" /><Relationship Type="http://schemas.openxmlformats.org/officeDocument/2006/relationships/image" Target="/ppt/media/image61.png" Id="R7d956bb61fab453b" /><Relationship Type="http://schemas.openxmlformats.org/officeDocument/2006/relationships/image" Target="/ppt/media/image62.png" Id="Ra34e80d4d2fe4d3c" /><Relationship Type="http://schemas.openxmlformats.org/officeDocument/2006/relationships/notesSlide" Target="/ppt/notesSlides/notesSlide30.xml" Id="R30459d6e387b461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a090104e0fc4da4" /><Relationship Type="http://schemas.openxmlformats.org/officeDocument/2006/relationships/image" Target="/ppt/media/image63.png" Id="R093df91dd70d4d00" /><Relationship Type="http://schemas.openxmlformats.org/officeDocument/2006/relationships/image" Target="/ppt/media/image64.png" Id="R3e2cdd3a8fc444d2" /><Relationship Type="http://schemas.openxmlformats.org/officeDocument/2006/relationships/image" Target="/ppt/media/image65.png" Id="Rc8dab28cc53349e4" /><Relationship Type="http://schemas.openxmlformats.org/officeDocument/2006/relationships/notesSlide" Target="/ppt/notesSlides/notesSlide31.xml" Id="R3a8a590deb8b48b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3100ffb99434b2e" /><Relationship Type="http://schemas.openxmlformats.org/officeDocument/2006/relationships/image" Target="/ppt/media/image66.png" Id="Rb1c979249aa946aa" /><Relationship Type="http://schemas.openxmlformats.org/officeDocument/2006/relationships/notesSlide" Target="/ppt/notesSlides/notesSlide32.xml" Id="R807112b2b57145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4483f2b2474934" /><Relationship Type="http://schemas.openxmlformats.org/officeDocument/2006/relationships/image" Target="/ppt/media/image67.png" Id="R887847a864f54345" /><Relationship Type="http://schemas.openxmlformats.org/officeDocument/2006/relationships/notesSlide" Target="/ppt/notesSlides/notesSlide33.xml" Id="R3eabc72826ed43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ec5455b63e54ea8" /><Relationship Type="http://schemas.openxmlformats.org/officeDocument/2006/relationships/image" Target="/ppt/media/image68.png" Id="R715e901c10724873" /><Relationship Type="http://schemas.openxmlformats.org/officeDocument/2006/relationships/image" Target="/ppt/media/image69.png" Id="R9151559e32f04808" /><Relationship Type="http://schemas.openxmlformats.org/officeDocument/2006/relationships/image" Target="/ppt/media/image70.png" Id="R2b915b41fe464cfc" /><Relationship Type="http://schemas.openxmlformats.org/officeDocument/2006/relationships/image" Target="/ppt/media/image71.png" Id="R6457bc8e762047e8" /><Relationship Type="http://schemas.openxmlformats.org/officeDocument/2006/relationships/image" Target="/ppt/media/image72.png" Id="R82fe223f77374f0a" /><Relationship Type="http://schemas.openxmlformats.org/officeDocument/2006/relationships/notesSlide" Target="/ppt/notesSlides/notesSlide34.xml" Id="R7f98b29837bf4f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fae3aa38bd941dd" /><Relationship Type="http://schemas.openxmlformats.org/officeDocument/2006/relationships/image" Target="/ppt/media/image73.png" Id="Ra8e47eec8f0f4987" /><Relationship Type="http://schemas.openxmlformats.org/officeDocument/2006/relationships/image" Target="/ppt/media/image74.png" Id="R22b3b70d1f5a44a0" /><Relationship Type="http://schemas.openxmlformats.org/officeDocument/2006/relationships/image" Target="/ppt/media/image75.png" Id="R121e386732554fe6" /><Relationship Type="http://schemas.openxmlformats.org/officeDocument/2006/relationships/notesSlide" Target="/ppt/notesSlides/notesSlide35.xml" Id="Rbfb722ce568c4b9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c0bb5df946849ac" /><Relationship Type="http://schemas.openxmlformats.org/officeDocument/2006/relationships/image" Target="/ppt/media/image76.png" Id="Re29d5fc7720d4e95" /><Relationship Type="http://schemas.openxmlformats.org/officeDocument/2006/relationships/notesSlide" Target="/ppt/notesSlides/notesSlide36.xml" Id="R6916ffe88db24f4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fa0faa5dc914bf0" /><Relationship Type="http://schemas.openxmlformats.org/officeDocument/2006/relationships/image" Target="/ppt/media/image77.png" Id="Rba622ffd2342485a" /><Relationship Type="http://schemas.openxmlformats.org/officeDocument/2006/relationships/notesSlide" Target="/ppt/notesSlides/notesSlide37.xml" Id="R4aabccb7d59a4a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97b7b6007b9447b" /><Relationship Type="http://schemas.openxmlformats.org/officeDocument/2006/relationships/image" Target="/ppt/media/image78.png" Id="R9984c9af64944a19" /><Relationship Type="http://schemas.openxmlformats.org/officeDocument/2006/relationships/notesSlide" Target="/ppt/notesSlides/notesSlide38.xml" Id="R623fc6ff933b467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3f7c90c24504868" /><Relationship Type="http://schemas.openxmlformats.org/officeDocument/2006/relationships/image" Target="/ppt/media/image79.png" Id="Recac9aab5f0f4360" /><Relationship Type="http://schemas.openxmlformats.org/officeDocument/2006/relationships/notesSlide" Target="/ppt/notesSlides/notesSlide39.xml" Id="R0c914fad137b4ef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139faf98cb9490c" /><Relationship Type="http://schemas.openxmlformats.org/officeDocument/2006/relationships/image" Target="/ppt/media/image80.png" Id="R2d54a2c0da1447d1" /><Relationship Type="http://schemas.openxmlformats.org/officeDocument/2006/relationships/notesSlide" Target="/ppt/notesSlides/notesSlide40.xml" Id="R04458da7711d401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086c5d053114a42" /><Relationship Type="http://schemas.openxmlformats.org/officeDocument/2006/relationships/image" Target="/ppt/media/image81.png" Id="R8a3cecd705a74509" /><Relationship Type="http://schemas.openxmlformats.org/officeDocument/2006/relationships/notesSlide" Target="/ppt/notesSlides/notesSlide41.xml" Id="R4613907a0b0b49f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a771397f1a54d0b" /><Relationship Type="http://schemas.openxmlformats.org/officeDocument/2006/relationships/image" Target="/ppt/media/image82.png" Id="Rb1a24dcde3414a08" /><Relationship Type="http://schemas.openxmlformats.org/officeDocument/2006/relationships/notesSlide" Target="/ppt/notesSlides/notesSlide42.xml" Id="R81e6cb110d884781"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EFF55F0-4049-4C36-A424-07D326788DAD}"/>
              </a:ext>
            </a:extLst>
          </p:cNvPr>
          <p:cNvPicPr>
            <a:picLocks xmlns:a="http://schemas.openxmlformats.org/drawingml/2006/main" noChangeAspect="1"/>
          </p:cNvPicPr>
          <p:nvPr/>
        </p:nvPicPr>
        <p:blipFill>
          <a:blip xmlns:r="http://schemas.openxmlformats.org/officeDocument/2006/relationships" xmlns:a="http://schemas.openxmlformats.org/drawingml/2006/main" r:embed="R88fbc2f58ed84e6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대단원명">
            <a:extLst xmlns:a="http://schemas.openxmlformats.org/drawingml/2006/main">
              <a:ext uri="{FF2B5EF4-FFF2-40B4-BE49-F238E27FC236}">
                <a16:creationId xmlns:a16="http://schemas.microsoft.com/office/drawing/2014/main" id="{B9F098A1-F896-4237-ABF6-CD260B36C9AE}"/>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A8DDD998-A340-44CF-BC0C-253C485179B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2AEFAFE0-B8CD-47EF-B059-A178DB652376}"/>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02DE9810-6025-493B-9C5D-7B837FEFBE14}"/>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667A9215-2949-40F3-B119-60AB204C9289}"/>
              </a:ext>
            </a:extLst>
          </p:cNvPr>
          <p:cNvPicPr>
            <a:picLocks xmlns:a="http://schemas.openxmlformats.org/drawingml/2006/main" noChangeAspect="1"/>
          </p:cNvPicPr>
          <p:nvPr/>
        </p:nvPicPr>
        <p:blipFill>
          <a:blip xmlns:r="http://schemas.openxmlformats.org/officeDocument/2006/relationships" xmlns:a="http://schemas.openxmlformats.org/drawingml/2006/main" r:embed="R29aa12f7926943f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38F79C3-4F9F-4173-BE2F-4019B8892B33}"/>
              </a:ext>
            </a:extLst>
          </p:cNvPr>
          <p:cNvPicPr>
            <a:picLocks xmlns:a="http://schemas.openxmlformats.org/drawingml/2006/main" noChangeAspect="1"/>
          </p:cNvPicPr>
          <p:nvPr/>
        </p:nvPicPr>
        <p:blipFill>
          <a:blip xmlns:r="http://schemas.openxmlformats.org/officeDocument/2006/relationships" xmlns:a="http://schemas.openxmlformats.org/drawingml/2006/main" r:embed="Rdfebe74470b54e50"/>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7090BA98-9F9F-42F5-A531-AA314CAB9A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9036796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CCC801C-4098-4982-9B26-1DCC0BFA275F}"/>
              </a:ext>
            </a:extLst>
          </p:cNvPr>
          <p:cNvPicPr>
            <a:picLocks xmlns:a="http://schemas.openxmlformats.org/drawingml/2006/main" noChangeAspect="1"/>
          </p:cNvPicPr>
          <p:nvPr/>
        </p:nvPicPr>
        <p:blipFill>
          <a:blip xmlns:r="http://schemas.openxmlformats.org/officeDocument/2006/relationships" xmlns:a="http://schemas.openxmlformats.org/drawingml/2006/main" r:embed="Rb3ce8d12d9e647f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64AD6E-5437-4E3F-B4A5-C432133E60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33609B-B062-43E4-99CD-720564B9692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05AA427-A83D-459A-9F91-96ADA0790FF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DC7206-D73A-43EC-A468-1553159121C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EDACF992-5764-43CE-8176-C7FA52A0E1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18F4D9CA-E855-4B24-AC6C-8097B29173AC}"/>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3A821EF-8440-410F-AEB2-359C5CF4AF10}"/>
              </a:ext>
            </a:extLst>
          </p:cNvPr>
          <p:cNvPicPr>
            <a:picLocks xmlns:a="http://schemas.openxmlformats.org/drawingml/2006/main" noChangeAspect="1"/>
          </p:cNvPicPr>
          <p:nvPr/>
        </p:nvPicPr>
        <p:blipFill>
          <a:blip xmlns:r="http://schemas.openxmlformats.org/officeDocument/2006/relationships" xmlns:a="http://schemas.openxmlformats.org/drawingml/2006/main" r:embed="R03d99c9a935a4f6c"/>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5489674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59C8D0F-FA79-4715-94F4-D263AB3D63D2}"/>
              </a:ext>
            </a:extLst>
          </p:cNvPr>
          <p:cNvPicPr>
            <a:picLocks xmlns:a="http://schemas.openxmlformats.org/drawingml/2006/main" noChangeAspect="1"/>
          </p:cNvPicPr>
          <p:nvPr/>
        </p:nvPicPr>
        <p:blipFill>
          <a:blip xmlns:r="http://schemas.openxmlformats.org/officeDocument/2006/relationships" xmlns:a="http://schemas.openxmlformats.org/drawingml/2006/main" r:embed="R4b61b93fbf7644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98AD9F-4D76-494A-99F4-BC860442D59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04482A-EC3A-451C-9BEC-5EC494E97653}"/>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C8F0EDC-3B44-420F-B47F-B7B2DDBAFEC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04C5844-F5E0-483E-82ED-4BEDAFACDA65}"/>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1B9F2732-D6DE-4A60-9190-343E2B68E22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848EF57-826B-430A-8154-C5457F19C06F}"/>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526B3D7-E316-4F4E-9AC2-2C421FE5E7A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BE93E29-3AAB-4F8D-91BA-BA4EB23EAE7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7564690-5DBC-447B-AB7C-A4D1E17F07D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66831C3-C3D4-48D8-A5CC-AFB206E74210}"/>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EEE2C0A3-C66E-47DE-98DC-AA1F9D3E41BE}"/>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8030591-1027-4FF0-8F51-7D243EAEEFFE}"/>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8DA6F94-05FA-4EDC-A15A-56A1D68153E3}"/>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33CA70F7-AB82-4A84-9C92-FD38AF20F180}"/>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7644020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F696F74-D8B9-4C68-875B-30B1DD11735A}"/>
              </a:ext>
            </a:extLst>
          </p:cNvPr>
          <p:cNvPicPr>
            <a:picLocks xmlns:a="http://schemas.openxmlformats.org/drawingml/2006/main" noChangeAspect="1"/>
          </p:cNvPicPr>
          <p:nvPr/>
        </p:nvPicPr>
        <p:blipFill>
          <a:blip xmlns:r="http://schemas.openxmlformats.org/officeDocument/2006/relationships" xmlns:a="http://schemas.openxmlformats.org/drawingml/2006/main" r:embed="R4cf7789bfed04d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BAE487-9D62-45D1-8096-1ECAAA9D30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90722F-8F05-4C64-AF74-664D118FEC9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118DDC95-47B2-42C8-A8FE-7D2B29655A1E}"/>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84A7FC-A41A-4D6F-80A3-A20CDE760BEE}"/>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BA9699FD-85A3-4281-846D-BED691CF4AB2}"/>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D8A4F945-D841-4215-8C6C-87F9107C827B}"/>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4F6758FA-ED98-4430-9484-0C0C11C6FA6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626361A-7453-40E7-B422-616F71F878B2}"/>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C9C0940E-8148-4FB6-B15B-2ADBFBE73402}"/>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B6A3D4FB-9AE5-45A0-BB28-B9AD86B6D707}"/>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634FA4B-3754-48FF-BAE9-626672D5B2B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72CB545-7848-49A2-8F2E-4996DE5521C2}"/>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1546B266-6028-4EE4-A97A-EC9A895230DD}"/>
              </a:ext>
            </a:extLst>
          </p:cNvPr>
          <p:cNvPicPr>
            <a:picLocks xmlns:a="http://schemas.openxmlformats.org/drawingml/2006/main" noChangeAspect="1"/>
          </p:cNvPicPr>
          <p:nvPr/>
        </p:nvPicPr>
        <p:blipFill>
          <a:blip xmlns:r="http://schemas.openxmlformats.org/officeDocument/2006/relationships" xmlns:a="http://schemas.openxmlformats.org/drawingml/2006/main" r:embed="Reb1a40cf671a4c9a"/>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87997611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33933934-845F-4115-963D-4B020F1488F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51AC56C-F887-43C2-98FA-0F44F76EF0E6}"/>
              </a:ext>
            </a:extLst>
          </p:cNvPr>
          <p:cNvPicPr>
            <a:picLocks xmlns:a="http://schemas.openxmlformats.org/drawingml/2006/main" noChangeAspect="1"/>
          </p:cNvPicPr>
          <p:nvPr/>
        </p:nvPicPr>
        <p:blipFill>
          <a:blip xmlns:r="http://schemas.openxmlformats.org/officeDocument/2006/relationships" xmlns:a="http://schemas.openxmlformats.org/drawingml/2006/main" r:embed="Rd411b568452f40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34F3232-E64C-4B84-9292-8EF8D0151D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8210C79-A190-4692-988C-B3F9CD88EA3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98B53453-D423-4218-AC59-889629FF0BA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EF6D94E3-D97B-4F2F-9A06-146DF56DA2B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364885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601F1CD-7A89-4357-A5FA-14E0E25ADE01}"/>
              </a:ext>
            </a:extLst>
          </p:cNvPr>
          <p:cNvPicPr>
            <a:picLocks xmlns:a="http://schemas.openxmlformats.org/drawingml/2006/main" noChangeAspect="1"/>
          </p:cNvPicPr>
          <p:nvPr/>
        </p:nvPicPr>
        <p:blipFill>
          <a:blip xmlns:r="http://schemas.openxmlformats.org/officeDocument/2006/relationships" xmlns:a="http://schemas.openxmlformats.org/drawingml/2006/main" r:embed="R8559103b0beb47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7C845D-2F12-4F6C-BEC2-82C655BCD7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DC1FB39-E475-4112-9E50-FAAE802D0B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35A750B-D6FC-4B2D-A94A-DAFBCC607FF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0BA4DF2-0E0F-4192-A3C2-271A2BAB9BF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B4FFAA2-D56A-4249-B09F-58648E6E577C}"/>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2BB0717F-2DA8-4F29-8C4C-5D9E222D06D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60DD7BA5-FD71-4B1C-AB1C-E4EE321CD7F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678139F7-FFA9-408F-A115-A2D16D7748D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9867321C-9CB1-40BF-A322-8DE5CA2793E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3081BE70-6A3D-41CD-A151-B43AB02F11A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73BF7CB8-BD18-4964-A412-3821D913A91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7441208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F6BDC6F-2D2B-4535-BB87-137393F0FC42}"/>
              </a:ext>
            </a:extLst>
          </p:cNvPr>
          <p:cNvPicPr>
            <a:picLocks xmlns:a="http://schemas.openxmlformats.org/drawingml/2006/main" noChangeAspect="1"/>
          </p:cNvPicPr>
          <p:nvPr/>
        </p:nvPicPr>
        <p:blipFill>
          <a:blip xmlns:r="http://schemas.openxmlformats.org/officeDocument/2006/relationships" xmlns:a="http://schemas.openxmlformats.org/drawingml/2006/main" r:embed="R8eadfdb1b02749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082A8F-FB6D-4E62-B6E1-368F1DB062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83C0B1-2125-443B-8600-6819036B2AA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A1A72A0-85FB-4F1E-A18F-F972651C2A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4363C12-CD5A-4BD9-8D39-25604E5565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6049A90-41C0-4DDB-A29B-AB7FEC7484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FEA37026-E7D5-4966-9F6C-A6E1D0B4F701}"/>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25CBFF5F-F01C-4140-99DE-43805840D3B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0B14EADF-5E4E-403C-9F1C-2D68CB9C2CB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E7D16519-BB69-4409-978D-A92CCC97131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B597A018-C2EC-4F90-A7BD-93B00E29137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270CF332-0F01-4C57-BD6B-A8C0049BDAC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B704B01B-E0A5-41C5-B88A-FCDDB9BB911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9245929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F29AC38-34AB-4540-9199-D4DCBB6B65F2}"/>
              </a:ext>
            </a:extLst>
          </p:cNvPr>
          <p:cNvPicPr>
            <a:picLocks xmlns:a="http://schemas.openxmlformats.org/drawingml/2006/main" noChangeAspect="1"/>
          </p:cNvPicPr>
          <p:nvPr/>
        </p:nvPicPr>
        <p:blipFill>
          <a:blip xmlns:r="http://schemas.openxmlformats.org/officeDocument/2006/relationships" xmlns:a="http://schemas.openxmlformats.org/drawingml/2006/main" r:embed="R3d66e498a616473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76C0AF-D660-4CE8-AF30-3CA7D486D8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90560A-8E08-4EF4-82ED-A167D42273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5DF14DE-2C0B-407A-94A3-B293BB290BE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C74B83C-76CF-4F75-87D7-E6E26B4410A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86618B2-FEAD-457B-BE1C-23C1C5F31643}"/>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B647F829-9119-4A9F-AFC2-6ABD4C59D3EA}"/>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85ED46FD-EB45-4E6A-9B37-12ACE4779A87}"/>
              </a:ext>
            </a:extLst>
          </p:cNvPr>
          <p:cNvPicPr>
            <a:picLocks xmlns:a="http://schemas.openxmlformats.org/drawingml/2006/main" noChangeAspect="1"/>
          </p:cNvPicPr>
          <p:nvPr/>
        </p:nvPicPr>
        <p:blipFill>
          <a:blip xmlns:r="http://schemas.openxmlformats.org/officeDocument/2006/relationships" xmlns:a="http://schemas.openxmlformats.org/drawingml/2006/main" r:embed="R137abda3d8d84697"/>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45502DA-FB61-4FAC-826A-E44BB2B33873}"/>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7FB33A37-903E-4B80-A886-126C84D358FB}"/>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4DCDE662-F770-4D9F-AE86-661B7E34997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6338714-DABA-4E61-BACA-AA4094829996}"/>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A58266A5-66B5-4DEB-98B5-5FADF56DD323}"/>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D7B5DF03-4B47-40EF-B92B-CE14172E29C1}"/>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A1F77826-B466-4DF1-9410-C0DD275C2AB6}"/>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3C9DB6A6-1C0B-4027-9ACB-431422B18208}"/>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426284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597B22E-979F-41F9-903C-B89F4304CEC4}"/>
              </a:ext>
            </a:extLst>
          </p:cNvPr>
          <p:cNvPicPr>
            <a:picLocks xmlns:a="http://schemas.openxmlformats.org/drawingml/2006/main" noChangeAspect="1"/>
          </p:cNvPicPr>
          <p:nvPr/>
        </p:nvPicPr>
        <p:blipFill>
          <a:blip xmlns:r="http://schemas.openxmlformats.org/officeDocument/2006/relationships" xmlns:a="http://schemas.openxmlformats.org/drawingml/2006/main" r:embed="Rf3087750e1f745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5A9A22-AABE-4625-95B6-7E19AFE27F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6E079E-EFC4-4113-B7BF-B59FE51AE5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8D1D9F0-9CCC-44FC-A475-2FEE9DDEBD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B34446F-07D9-46C7-AFE5-00B32B7276B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48EC89B-6785-4303-BC31-C45D95D4B8F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DA01388C-4F78-4539-89DD-7806AE42A66E}"/>
              </a:ext>
            </a:extLst>
          </p:cNvPr>
          <p:cNvPicPr>
            <a:picLocks xmlns:a="http://schemas.openxmlformats.org/drawingml/2006/main" noChangeAspect="1"/>
          </p:cNvPicPr>
          <p:nvPr/>
        </p:nvPicPr>
        <p:blipFill>
          <a:blip xmlns:r="http://schemas.openxmlformats.org/officeDocument/2006/relationships" xmlns:a="http://schemas.openxmlformats.org/drawingml/2006/main" r:embed="R124d70c45a5d4a75"/>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EF1FDC1-87A4-4736-8ABD-3A7E5FC152EF}"/>
              </a:ext>
            </a:extLst>
          </p:cNvPr>
          <p:cNvPicPr>
            <a:picLocks xmlns:a="http://schemas.openxmlformats.org/drawingml/2006/main" noChangeAspect="1"/>
          </p:cNvPicPr>
          <p:nvPr/>
        </p:nvPicPr>
        <p:blipFill>
          <a:blip xmlns:r="http://schemas.openxmlformats.org/officeDocument/2006/relationships" xmlns:a="http://schemas.openxmlformats.org/drawingml/2006/main" r:embed="R8299542df5764425"/>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183A7948-F9B1-4203-BDC8-54493C89E511}"/>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31071FE5-C36C-4DFD-90BE-DAD26BA9F7CD}"/>
              </a:ext>
            </a:extLst>
          </p:cNvPr>
          <p:cNvPicPr>
            <a:picLocks xmlns:a="http://schemas.openxmlformats.org/drawingml/2006/main" noChangeAspect="1"/>
          </p:cNvPicPr>
          <p:nvPr/>
        </p:nvPicPr>
        <p:blipFill>
          <a:blip xmlns:r="http://schemas.openxmlformats.org/officeDocument/2006/relationships" xmlns:a="http://schemas.openxmlformats.org/drawingml/2006/main" r:embed="R7a8372a881864f53"/>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9E7A92B2-7FBF-44A4-BF2D-509F6E9DFDC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AA02141-FADF-45E7-A46A-E9AD0B2E783E}"/>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7454826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FB4FEE9-BC11-497E-B7CF-FD5E62896124}"/>
              </a:ext>
            </a:extLst>
          </p:cNvPr>
          <p:cNvPicPr>
            <a:picLocks xmlns:a="http://schemas.openxmlformats.org/drawingml/2006/main" noChangeAspect="1"/>
          </p:cNvPicPr>
          <p:nvPr/>
        </p:nvPicPr>
        <p:blipFill>
          <a:blip xmlns:r="http://schemas.openxmlformats.org/officeDocument/2006/relationships" xmlns:a="http://schemas.openxmlformats.org/drawingml/2006/main" r:embed="Ra4b20ec2e4dc4c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00FF6D-11F8-4856-A2DC-0A3EE80CB8A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31D155-1640-4168-AB84-6227972AC22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0B16A9A-C06B-485B-9CB9-FA326DDEE9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30CA3D-35EE-468F-96FF-771C9B76F0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6BA8F7C-69C9-4197-80BF-171AE64AE99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A09A6C27-5053-48EF-B2DC-BEAF50858636}"/>
              </a:ext>
            </a:extLst>
          </p:cNvPr>
          <p:cNvPicPr>
            <a:picLocks xmlns:a="http://schemas.openxmlformats.org/drawingml/2006/main" noChangeAspect="1"/>
          </p:cNvPicPr>
          <p:nvPr/>
        </p:nvPicPr>
        <p:blipFill>
          <a:blip xmlns:r="http://schemas.openxmlformats.org/officeDocument/2006/relationships" xmlns:a="http://schemas.openxmlformats.org/drawingml/2006/main" r:embed="R958bae2260ba4259"/>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926E148-1740-4757-9A1E-0FD74B3A4E2A}"/>
              </a:ext>
            </a:extLst>
          </p:cNvPr>
          <p:cNvPicPr>
            <a:picLocks xmlns:a="http://schemas.openxmlformats.org/drawingml/2006/main" noChangeAspect="1"/>
          </p:cNvPicPr>
          <p:nvPr/>
        </p:nvPicPr>
        <p:blipFill>
          <a:blip xmlns:r="http://schemas.openxmlformats.org/officeDocument/2006/relationships" xmlns:a="http://schemas.openxmlformats.org/drawingml/2006/main" r:embed="R5e64eac0f87f44c2"/>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66E8C82-D41F-43BE-AB6B-2D16EE5E085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3401FFD-6F3D-448D-A4F4-D536B3DA9D1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3404866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A8379F2-6894-45A3-8764-A32FD33853EF}"/>
              </a:ext>
            </a:extLst>
          </p:cNvPr>
          <p:cNvPicPr>
            <a:picLocks xmlns:a="http://schemas.openxmlformats.org/drawingml/2006/main" noChangeAspect="1"/>
          </p:cNvPicPr>
          <p:nvPr/>
        </p:nvPicPr>
        <p:blipFill>
          <a:blip xmlns:r="http://schemas.openxmlformats.org/officeDocument/2006/relationships" xmlns:a="http://schemas.openxmlformats.org/drawingml/2006/main" r:embed="Rf341edb48f17482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77CD96-4BF1-4411-B4BF-D1D56F5A84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DB93EB9-0AE0-49F8-980D-EF10A560F4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53A8070-DF7A-43BE-87E0-39776469F42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A0503A-BEC9-4FF1-A740-7756C6BB61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DD22AC6-18B1-40C2-A792-D70458B5947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46ED086-E713-4413-857A-C89C354F8F81}"/>
              </a:ext>
            </a:extLst>
          </p:cNvPr>
          <p:cNvPicPr>
            <a:picLocks xmlns:a="http://schemas.openxmlformats.org/drawingml/2006/main" noChangeAspect="1"/>
          </p:cNvPicPr>
          <p:nvPr/>
        </p:nvPicPr>
        <p:blipFill>
          <a:blip xmlns:r="http://schemas.openxmlformats.org/officeDocument/2006/relationships" xmlns:a="http://schemas.openxmlformats.org/drawingml/2006/main" r:embed="R6f7af6cbdf7b4e70"/>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8300023-CD66-4FA9-96C2-CE2BEB941936}"/>
              </a:ext>
            </a:extLst>
          </p:cNvPr>
          <p:cNvPicPr>
            <a:picLocks xmlns:a="http://schemas.openxmlformats.org/drawingml/2006/main" noChangeAspect="1"/>
          </p:cNvPicPr>
          <p:nvPr/>
        </p:nvPicPr>
        <p:blipFill>
          <a:blip xmlns:r="http://schemas.openxmlformats.org/officeDocument/2006/relationships" xmlns:a="http://schemas.openxmlformats.org/drawingml/2006/main" r:embed="R995c0ee815384291"/>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2F123FA-BA67-4B86-8524-FF9E257CA63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FC1824C-EABA-42C4-BB41-7404956879B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9638540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F4E7A8A-B9D0-49AE-BFAE-587B29465F43}"/>
              </a:ext>
            </a:extLst>
          </p:cNvPr>
          <p:cNvPicPr>
            <a:picLocks xmlns:a="http://schemas.openxmlformats.org/drawingml/2006/main" noChangeAspect="1"/>
          </p:cNvPicPr>
          <p:nvPr/>
        </p:nvPicPr>
        <p:blipFill>
          <a:blip xmlns:r="http://schemas.openxmlformats.org/officeDocument/2006/relationships" xmlns:a="http://schemas.openxmlformats.org/drawingml/2006/main" r:embed="R9d41f08c790a4f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AE0885-77DF-48DE-9D6C-5B7FF565D4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1B0AE7-FF50-4C9B-88C2-34F8D4E18C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BC1D6D4-3026-4C05-B6A8-FD8C7ABCCE3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9317648-DE73-4BC9-867D-FCAD2E8D41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FD4A917-A01B-4F2F-9FCF-6D856B00335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6D044F33-D4A9-4519-8201-0CB3247F37A6}"/>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D1F9497-A50F-47CE-985B-931F330E85AE}"/>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F4ECFE7-2D1E-46FA-8DAE-43AE4EE9C40B}"/>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E1E4EEE-556B-466B-AC73-8123D4502069}"/>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87947F3-C47E-4EDD-8214-94F3AA16A944}"/>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20007380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A4BEA6E8-41D4-4967-B81F-2C02BD7D13B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C73EC25-ED47-474F-BCC9-46AB8BC66E8F}"/>
              </a:ext>
            </a:extLst>
          </p:cNvPr>
          <p:cNvPicPr>
            <a:picLocks xmlns:a="http://schemas.openxmlformats.org/drawingml/2006/main" noChangeAspect="1"/>
          </p:cNvPicPr>
          <p:nvPr/>
        </p:nvPicPr>
        <p:blipFill>
          <a:blip xmlns:r="http://schemas.openxmlformats.org/officeDocument/2006/relationships" xmlns:a="http://schemas.openxmlformats.org/drawingml/2006/main" r:embed="R02ff82b727a346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D535BC3A-EEF9-4B55-A734-469C76CC084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E4E9E0B-8FE0-4A73-A201-62683980C28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05692A1E-3F38-401C-9B27-AC1E2D8942D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2EFB103D-C4C2-48FB-A47C-9ACCFF02C6E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594425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DCC7C5-6417-4F47-B217-6C35F6F0CA54}"/>
              </a:ext>
            </a:extLst>
          </p:cNvPr>
          <p:cNvPicPr>
            <a:picLocks xmlns:a="http://schemas.openxmlformats.org/drawingml/2006/main" noChangeAspect="1"/>
          </p:cNvPicPr>
          <p:nvPr/>
        </p:nvPicPr>
        <p:blipFill>
          <a:blip xmlns:r="http://schemas.openxmlformats.org/officeDocument/2006/relationships" xmlns:a="http://schemas.openxmlformats.org/drawingml/2006/main" r:embed="R6e7e4425c99342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A11E6C-85C0-43A3-8514-199C985F0B9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DA32B4-75FD-4023-8DFD-4ACAC0CAFF7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3B06196-0879-428F-8E9D-A947117C56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D6E56E3-52F4-46C1-A831-34FF5A5BE5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CAC0E42-2AD7-46F8-8D38-6971CD62B3D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A07BED23-A606-4D1F-BDFF-92E8088EB75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639D37A-C6D9-4FFF-B836-FB2D28A0E8D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3601EEAC-F9E2-43AB-B9E9-2F4AB506C10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68E8CBE-7276-4094-8BF1-C90B3A07D3D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BC8E23EC-F3D1-4427-937A-D2A515128ED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93A8026-83F0-471F-BC4D-7C6CBA68375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5266757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EC98EFF-F439-4262-A567-2167ECCA0B66}"/>
              </a:ext>
            </a:extLst>
          </p:cNvPr>
          <p:cNvPicPr>
            <a:picLocks xmlns:a="http://schemas.openxmlformats.org/drawingml/2006/main" noChangeAspect="1"/>
          </p:cNvPicPr>
          <p:nvPr/>
        </p:nvPicPr>
        <p:blipFill>
          <a:blip xmlns:r="http://schemas.openxmlformats.org/officeDocument/2006/relationships" xmlns:a="http://schemas.openxmlformats.org/drawingml/2006/main" r:embed="R8ce3e214e8aa4d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FCE26A-B63C-4766-A85D-D1E30299B3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110F32-BD6C-4D0C-9991-2723276B16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0A99EBA-D6DE-4A1A-A40E-37CEBC138B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CDEED2-2484-4382-BCB1-E452D60EB61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0BEE940-EDF2-409C-AE39-CD9FC2B9672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027FC71E-D23B-41C2-8AA0-AD9D47FDD582}"/>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74C43355-4ED6-41C6-B074-2B7802FA4856}"/>
              </a:ext>
            </a:extLst>
          </p:cNvPr>
          <p:cNvPicPr>
            <a:picLocks xmlns:a="http://schemas.openxmlformats.org/drawingml/2006/main" noChangeAspect="1"/>
          </p:cNvPicPr>
          <p:nvPr/>
        </p:nvPicPr>
        <p:blipFill>
          <a:blip xmlns:r="http://schemas.openxmlformats.org/officeDocument/2006/relationships" xmlns:a="http://schemas.openxmlformats.org/drawingml/2006/main" r:embed="R01eda34a514b4ec5"/>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2CAFC63-6B55-4249-AFE5-EDC46377F3E2}"/>
              </a:ext>
            </a:extLst>
          </p:cNvPr>
          <p:cNvPicPr>
            <a:picLocks xmlns:a="http://schemas.openxmlformats.org/drawingml/2006/main" noChangeAspect="1"/>
          </p:cNvPicPr>
          <p:nvPr/>
        </p:nvPicPr>
        <p:blipFill>
          <a:blip xmlns:r="http://schemas.openxmlformats.org/officeDocument/2006/relationships" xmlns:a="http://schemas.openxmlformats.org/drawingml/2006/main" r:embed="R36a31d1bb60540a4"/>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BBAB505-2C20-49EA-BFDD-0C18959BB7D9}"/>
              </a:ext>
            </a:extLst>
          </p:cNvPr>
          <p:cNvPicPr>
            <a:picLocks xmlns:a="http://schemas.openxmlformats.org/drawingml/2006/main" noChangeAspect="1"/>
          </p:cNvPicPr>
          <p:nvPr/>
        </p:nvPicPr>
        <p:blipFill>
          <a:blip xmlns:r="http://schemas.openxmlformats.org/officeDocument/2006/relationships" xmlns:a="http://schemas.openxmlformats.org/drawingml/2006/main" r:embed="R6d5f72f085004a09"/>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10110667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81466EF-1516-4314-BAF0-D2F872C64C45}"/>
              </a:ext>
            </a:extLst>
          </p:cNvPr>
          <p:cNvPicPr>
            <a:picLocks xmlns:a="http://schemas.openxmlformats.org/drawingml/2006/main" noChangeAspect="1"/>
          </p:cNvPicPr>
          <p:nvPr/>
        </p:nvPicPr>
        <p:blipFill>
          <a:blip xmlns:r="http://schemas.openxmlformats.org/officeDocument/2006/relationships" xmlns:a="http://schemas.openxmlformats.org/drawingml/2006/main" r:embed="Rd78cd58e5bea47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349FB0-6DB6-44E2-BF36-55C91AC5AC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440FB5-665D-4810-8E95-B424F4E40E8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604B3D0-9FC7-4741-980A-AB7AF42242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71FF4A-7234-433A-9336-B9FC491DC3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0FDF218-C918-4E70-A500-068FEFEE68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D2B2C3C7-3BEB-4B15-93D1-93307FB85989}"/>
              </a:ext>
            </a:extLst>
          </p:cNvPr>
          <p:cNvPicPr>
            <a:picLocks xmlns:a="http://schemas.openxmlformats.org/drawingml/2006/main" noChangeAspect="1"/>
          </p:cNvPicPr>
          <p:nvPr/>
        </p:nvPicPr>
        <p:blipFill>
          <a:blip xmlns:r="http://schemas.openxmlformats.org/officeDocument/2006/relationships" xmlns:a="http://schemas.openxmlformats.org/drawingml/2006/main" r:embed="R095869ccac6e43d0"/>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D48C88E-01B8-4A4B-8EA8-979436B862FF}"/>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81767CED-66A5-46D5-A5B6-943AF1255CC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526FD16-62D7-429F-93EE-73654119343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021775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61C6CB8-8F67-4641-BC25-D17461996F69}"/>
              </a:ext>
            </a:extLst>
          </p:cNvPr>
          <p:cNvPicPr>
            <a:picLocks xmlns:a="http://schemas.openxmlformats.org/drawingml/2006/main" noChangeAspect="1"/>
          </p:cNvPicPr>
          <p:nvPr/>
        </p:nvPicPr>
        <p:blipFill>
          <a:blip xmlns:r="http://schemas.openxmlformats.org/officeDocument/2006/relationships" xmlns:a="http://schemas.openxmlformats.org/drawingml/2006/main" r:embed="Raf35bd252c53402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E5DD3E-C9DB-40E2-B0CC-EBFA652456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5BE87E-5849-460F-9B9E-5FABC61AF3B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44D295C-F7B4-4BB0-9F2E-344BAD6B3C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C9308CD-C671-49DB-9E32-0D9A1AC72D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2AB1EAE-AACE-4804-9259-6233395F4A5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14B43F29-1CF7-4E50-8D0F-EAF084826772}"/>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C7F3A005-D30B-4EDE-AC32-0B1EF207A476}"/>
              </a:ext>
            </a:extLst>
          </p:cNvPr>
          <p:cNvPicPr>
            <a:picLocks xmlns:a="http://schemas.openxmlformats.org/drawingml/2006/main" noChangeAspect="1"/>
          </p:cNvPicPr>
          <p:nvPr/>
        </p:nvPicPr>
        <p:blipFill>
          <a:blip xmlns:r="http://schemas.openxmlformats.org/officeDocument/2006/relationships" xmlns:a="http://schemas.openxmlformats.org/drawingml/2006/main" r:embed="R9eecbe3fd1494cd0"/>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20C5B77-DC94-4E92-8782-B2E3287199E2}"/>
              </a:ext>
            </a:extLst>
          </p:cNvPr>
          <p:cNvPicPr>
            <a:picLocks xmlns:a="http://schemas.openxmlformats.org/drawingml/2006/main" noChangeAspect="1"/>
          </p:cNvPicPr>
          <p:nvPr/>
        </p:nvPicPr>
        <p:blipFill>
          <a:blip xmlns:r="http://schemas.openxmlformats.org/officeDocument/2006/relationships" xmlns:a="http://schemas.openxmlformats.org/drawingml/2006/main" r:embed="R5549f476c60549b2"/>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A7860B68-26D3-4AC6-8C24-6B02E17D0B1B}"/>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406BC325-AEB2-437D-BC82-7B6CD7799FC2}"/>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255269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12B45BB-55EC-4939-AF83-C4B637F3F872}"/>
              </a:ext>
            </a:extLst>
          </p:cNvPr>
          <p:cNvPicPr>
            <a:picLocks xmlns:a="http://schemas.openxmlformats.org/drawingml/2006/main" noChangeAspect="1"/>
          </p:cNvPicPr>
          <p:nvPr/>
        </p:nvPicPr>
        <p:blipFill>
          <a:blip xmlns:r="http://schemas.openxmlformats.org/officeDocument/2006/relationships" xmlns:a="http://schemas.openxmlformats.org/drawingml/2006/main" r:embed="Rf77c6f02783d42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5B4201-14BF-4DE7-80A2-965ADB0CBA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B93E71-5A35-4ACE-AE9C-CCEE60C72FC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754B0B5-6006-45BE-BBE6-63624F29A6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C8C29FD-A2EA-4731-97BB-388A5C8E72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C8E0D22-3600-419F-815D-A23426A4E3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B6810911-29D9-4676-A610-2C0C20B9BCE0}"/>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70F9532-7ED5-44EE-B6FC-B5FBBA71B014}"/>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2DF1631D-35A2-451C-B6AB-7BEDC25FCFA2}"/>
              </a:ext>
            </a:extLst>
          </p:cNvPr>
          <p:cNvPicPr>
            <a:picLocks xmlns:a="http://schemas.openxmlformats.org/drawingml/2006/main" noChangeAspect="1"/>
          </p:cNvPicPr>
          <p:nvPr/>
        </p:nvPicPr>
        <p:blipFill>
          <a:blip xmlns:r="http://schemas.openxmlformats.org/officeDocument/2006/relationships" xmlns:a="http://schemas.openxmlformats.org/drawingml/2006/main" r:embed="R00d276f10ec24310"/>
          <a:stretch xmlns:a="http://schemas.openxmlformats.org/drawingml/2006/main"/>
        </p:blipFill>
        <p:spPr>
          <a:xfrm xmlns:a="http://schemas.openxmlformats.org/drawingml/2006/main">
            <a:off x="2278626" y="5581650"/>
            <a:ext cx="9673098" cy="1009650"/>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F5C8002F-A58C-4E0A-87B6-E710CB3291C8}"/>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19BFBBA-8B57-4B37-A8A9-08F1D7E6F60B}"/>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8E97290D-650B-4CDF-850A-D1E2E5669141}"/>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5BBE60A7-393C-45EE-8528-599B09796FF7}"/>
              </a:ext>
            </a:extLst>
          </p:cNvPr>
          <p:cNvPicPr>
            <a:picLocks xmlns:a="http://schemas.openxmlformats.org/drawingml/2006/main" noChangeAspect="1"/>
          </p:cNvPicPr>
          <p:nvPr/>
        </p:nvPicPr>
        <p:blipFill>
          <a:blip xmlns:r="http://schemas.openxmlformats.org/officeDocument/2006/relationships" xmlns:a="http://schemas.openxmlformats.org/drawingml/2006/main" r:embed="R86f769da51be4e78"/>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9390482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F6ADF3C-BE4A-4632-863C-4532F9A592FF}"/>
              </a:ext>
            </a:extLst>
          </p:cNvPr>
          <p:cNvPicPr>
            <a:picLocks xmlns:a="http://schemas.openxmlformats.org/drawingml/2006/main" noChangeAspect="1"/>
          </p:cNvPicPr>
          <p:nvPr/>
        </p:nvPicPr>
        <p:blipFill>
          <a:blip xmlns:r="http://schemas.openxmlformats.org/officeDocument/2006/relationships" xmlns:a="http://schemas.openxmlformats.org/drawingml/2006/main" r:embed="R1ad28b5b40ec46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3EC9B3-CDF2-4977-A40C-32C1E3FBC5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7A1532-C68D-4CCE-892F-81D789A498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83E7AAD-1875-4D95-A740-3025D10ACC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5873B7C-99F9-455C-B499-8550EAEEF34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CF7DB96-A802-4712-9880-8F09C5FC7EA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F31B6AA0-5474-445B-BF64-4DB7C49BE008}"/>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1F3AAF4F-C6EC-4FE5-88EB-A31E3B1D07B3}"/>
              </a:ext>
            </a:extLst>
          </p:cNvPr>
          <p:cNvPicPr>
            <a:picLocks xmlns:a="http://schemas.openxmlformats.org/drawingml/2006/main" noChangeAspect="1"/>
          </p:cNvPicPr>
          <p:nvPr/>
        </p:nvPicPr>
        <p:blipFill>
          <a:blip xmlns:r="http://schemas.openxmlformats.org/officeDocument/2006/relationships" xmlns:a="http://schemas.openxmlformats.org/drawingml/2006/main" r:embed="R13a6de5c0aab4828"/>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60F4BAB-24AB-43DD-AB03-E8FEC40C76AF}"/>
              </a:ext>
            </a:extLst>
          </p:cNvPr>
          <p:cNvPicPr>
            <a:picLocks xmlns:a="http://schemas.openxmlformats.org/drawingml/2006/main" noChangeAspect="1"/>
          </p:cNvPicPr>
          <p:nvPr/>
        </p:nvPicPr>
        <p:blipFill>
          <a:blip xmlns:r="http://schemas.openxmlformats.org/officeDocument/2006/relationships" xmlns:a="http://schemas.openxmlformats.org/drawingml/2006/main" r:embed="R604382bb4e4a4d11"/>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1689FB8-4836-46EE-8DAD-D71A213217FB}"/>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DB996A93-CAFC-45B6-B7E9-983897CD6D13}"/>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F08ECF6-7EB2-4F78-B882-575B476E0099}"/>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5403752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3001FE6B-2568-4B6E-81F8-DA3D79B34023}"/>
              </a:ext>
            </a:extLst>
          </p:cNvPr>
          <p:cNvPicPr>
            <a:picLocks xmlns:a="http://schemas.openxmlformats.org/drawingml/2006/main" noChangeAspect="1"/>
          </p:cNvPicPr>
          <p:nvPr/>
        </p:nvPicPr>
        <p:blipFill>
          <a:blip xmlns:r="http://schemas.openxmlformats.org/officeDocument/2006/relationships" xmlns:a="http://schemas.openxmlformats.org/drawingml/2006/main" r:embed="R1f1c7f1beb944b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892024-4A0B-427A-A7BD-FFBB3537723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97E262A-2419-4C3A-93C4-40E73EFEDA0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3B799B7-5314-46C6-A30C-770F56CF10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610C79A-CEFA-4D9E-B17C-3D6C54C283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D42488A-AD93-42E2-88F5-6140FEB639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8E2A0EE7-5660-40C1-826E-55968239C5A8}"/>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3CBCA6-039B-4108-8B43-779FFCCC0D82}"/>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5E91429-33C6-43E7-9CAC-581C50606DC5}"/>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E19DBB41-FD7B-400A-AFB5-5C6EC7FED10F}"/>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3BF67BBE-0D9D-4531-86FA-8FCA378D509F}"/>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3D1D77E5-2B5D-474E-9CF4-3F9958F34D04}"/>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BDCA41-8C67-47BE-85D2-7E5668DC4255}"/>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3B259C66-4E32-422E-B89F-AEE498BCAB35}"/>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86369801-F248-45FD-BC5F-E43662B6A719}"/>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BEEFF261-B5E0-4F40-92E9-BEBB2DEF548E}"/>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7DB10A6C-87D7-41F3-B91B-AEFD955D0ACE}"/>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554421F-ADC7-4D64-9E6A-E6C69DE084D7}"/>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036A46B-FE86-4522-8902-85B4A5F77862}"/>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00426775-9B87-40E4-980F-F9611C3C5B87}"/>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E512C359-05D9-4CD8-AAD0-AFF8DE357B20}"/>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625D1B60-9963-4AAC-A959-BA2A03B5C27C}"/>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E67A3CF-48EB-407F-99A1-32209FA77D1D}"/>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5B6504C6-2AC9-45D4-AB3F-49A2E7F0561A}"/>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A26507DE-4C65-4267-AABF-F2DCB4AB9333}"/>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D16063C2-C48E-4E69-A5FF-F62E2B3248DB}"/>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7818591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C12E31C-8AD9-4343-8247-82ADF60ABAD1}"/>
              </a:ext>
            </a:extLst>
          </p:cNvPr>
          <p:cNvPicPr>
            <a:picLocks xmlns:a="http://schemas.openxmlformats.org/drawingml/2006/main" noChangeAspect="1"/>
          </p:cNvPicPr>
          <p:nvPr/>
        </p:nvPicPr>
        <p:blipFill>
          <a:blip xmlns:r="http://schemas.openxmlformats.org/officeDocument/2006/relationships" xmlns:a="http://schemas.openxmlformats.org/drawingml/2006/main" r:embed="R5597ae5be59b49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934A89-B5F6-43DA-853F-4562FAD101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319A06-58E3-4FE7-AE5A-AECF8EBBBDE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51F38D3-5936-4537-9161-F3F466DF2E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628CA8-A09F-4A54-8FD5-2F0A8CFD54E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E75A178-BDAE-4C91-AD98-06AB611DF6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08EC82FF-92C2-436E-B257-7E2B4A8272ED}"/>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4D6A66FC-11F9-4C7D-A9A6-C7CA209A728B}"/>
              </a:ext>
            </a:extLst>
          </p:cNvPr>
          <p:cNvPicPr>
            <a:picLocks xmlns:a="http://schemas.openxmlformats.org/drawingml/2006/main" noChangeAspect="1"/>
          </p:cNvPicPr>
          <p:nvPr/>
        </p:nvPicPr>
        <p:blipFill>
          <a:blip xmlns:r="http://schemas.openxmlformats.org/officeDocument/2006/relationships" xmlns:a="http://schemas.openxmlformats.org/drawingml/2006/main" r:embed="R9ab4ab0b562a4075"/>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7A0ADE2-6854-47F6-8276-8DAF88D8096C}"/>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7DCCE979-B283-4C69-9381-1EA1DC513914}"/>
              </a:ext>
            </a:extLst>
          </p:cNvPr>
          <p:cNvPicPr>
            <a:picLocks xmlns:a="http://schemas.openxmlformats.org/drawingml/2006/main" noChangeAspect="1"/>
          </p:cNvPicPr>
          <p:nvPr/>
        </p:nvPicPr>
        <p:blipFill>
          <a:blip xmlns:r="http://schemas.openxmlformats.org/officeDocument/2006/relationships" xmlns:a="http://schemas.openxmlformats.org/drawingml/2006/main" r:embed="Ra37e06f91a284869"/>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7223965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0ED4D8A-7BB6-480A-98B1-A65BC6F66233}"/>
              </a:ext>
            </a:extLst>
          </p:cNvPr>
          <p:cNvPicPr>
            <a:picLocks xmlns:a="http://schemas.openxmlformats.org/drawingml/2006/main" noChangeAspect="1"/>
          </p:cNvPicPr>
          <p:nvPr/>
        </p:nvPicPr>
        <p:blipFill>
          <a:blip xmlns:r="http://schemas.openxmlformats.org/officeDocument/2006/relationships" xmlns:a="http://schemas.openxmlformats.org/drawingml/2006/main" r:embed="R4332619d3f0347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2116CAB-A29B-4900-88EE-A54E722253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A424C4-3E23-4467-8EDD-705430CD686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2C6E75A-210F-4977-8013-CABC1795765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D93C775-DAD0-4172-896C-18C9BA8809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818C160-9F57-46BF-B5EA-2E675DF822A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3245C053-660A-48BB-95CE-55C40CC10FD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BA808E26-C051-421A-9091-5AC9692ABF8B}"/>
              </a:ext>
            </a:extLst>
          </p:cNvPr>
          <p:cNvPicPr>
            <a:picLocks xmlns:a="http://schemas.openxmlformats.org/drawingml/2006/main" noChangeAspect="1"/>
          </p:cNvPicPr>
          <p:nvPr/>
        </p:nvPicPr>
        <p:blipFill>
          <a:blip xmlns:r="http://schemas.openxmlformats.org/officeDocument/2006/relationships" xmlns:a="http://schemas.openxmlformats.org/drawingml/2006/main" r:embed="R3e5f181cc7874365"/>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3B6E538-CFF7-4ADB-B4AF-2D4E093B8D58}"/>
              </a:ext>
            </a:extLst>
          </p:cNvPr>
          <p:cNvPicPr>
            <a:picLocks xmlns:a="http://schemas.openxmlformats.org/drawingml/2006/main" noChangeAspect="1"/>
          </p:cNvPicPr>
          <p:nvPr/>
        </p:nvPicPr>
        <p:blipFill>
          <a:blip xmlns:r="http://schemas.openxmlformats.org/officeDocument/2006/relationships" xmlns:a="http://schemas.openxmlformats.org/drawingml/2006/main" r:embed="Rf2891a519bb3467b"/>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C079D737-08DB-48F1-9C00-E920D7EE7E4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ADD8A772-B506-41D2-91B6-8F09ECDB141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5962770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6361DF9-4BB9-47A9-8B01-7B56DF903A73}"/>
              </a:ext>
            </a:extLst>
          </p:cNvPr>
          <p:cNvPicPr>
            <a:picLocks xmlns:a="http://schemas.openxmlformats.org/drawingml/2006/main" noChangeAspect="1"/>
          </p:cNvPicPr>
          <p:nvPr/>
        </p:nvPicPr>
        <p:blipFill>
          <a:blip xmlns:r="http://schemas.openxmlformats.org/officeDocument/2006/relationships" xmlns:a="http://schemas.openxmlformats.org/drawingml/2006/main" r:embed="R18eec169c01b41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819236-EA71-4971-ACCC-FAA599E281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7339FB-58CE-41AB-85BA-3B083DADBE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265B782-7C70-4FCB-AFF4-A35FFC77259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D371F28-C0CC-47EC-A6B4-54A419E018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B2328DF-241B-4DBB-8003-92CC8BB9197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F32974E4-3F10-4961-BB2A-D9076930A570}"/>
              </a:ext>
            </a:extLst>
          </p:cNvPr>
          <p:cNvPicPr>
            <a:picLocks xmlns:a="http://schemas.openxmlformats.org/drawingml/2006/main" noChangeAspect="1"/>
          </p:cNvPicPr>
          <p:nvPr/>
        </p:nvPicPr>
        <p:blipFill>
          <a:blip xmlns:r="http://schemas.openxmlformats.org/officeDocument/2006/relationships" xmlns:a="http://schemas.openxmlformats.org/drawingml/2006/main" r:embed="R0a5bbb8566af461e"/>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416E94E-5B9A-442D-A5EC-37581AB0917F}"/>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EEBF40D2-239E-4E2F-9F35-B418506DA54C}"/>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8683509E-124B-40BE-80C7-4F352F8462EF}"/>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159175C4-F600-427E-980E-E8158F9A3CB5}"/>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45821918"/>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6DA3E7B-AED6-45F5-BE74-C2AEEFD2861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01DB2A4C-1A6A-42D4-8434-DCB7E7284615}"/>
              </a:ext>
            </a:extLst>
          </p:cNvPr>
          <p:cNvPicPr>
            <a:picLocks xmlns:a="http://schemas.openxmlformats.org/drawingml/2006/main" noChangeAspect="1"/>
          </p:cNvPicPr>
          <p:nvPr/>
        </p:nvPicPr>
        <p:blipFill>
          <a:blip xmlns:r="http://schemas.openxmlformats.org/officeDocument/2006/relationships" xmlns:a="http://schemas.openxmlformats.org/drawingml/2006/main" r:embed="R86953e93cf7442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BD14A5F-CEF7-4A4B-84B9-C1DEEBA645A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3D22556-0BDA-4595-B76D-858756EFE76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6E16D1E4-CE7F-4B37-90F0-4BC8DE9356F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A199FC9A-6313-4E84-B66C-D2B667529AC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5421511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DF1DC01-EA16-4EEB-ADC6-10901EE21088}"/>
              </a:ext>
            </a:extLst>
          </p:cNvPr>
          <p:cNvPicPr>
            <a:picLocks xmlns:a="http://schemas.openxmlformats.org/drawingml/2006/main" noChangeAspect="1"/>
          </p:cNvPicPr>
          <p:nvPr/>
        </p:nvPicPr>
        <p:blipFill>
          <a:blip xmlns:r="http://schemas.openxmlformats.org/officeDocument/2006/relationships" xmlns:a="http://schemas.openxmlformats.org/drawingml/2006/main" r:embed="Rf541dc1ef72545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CAAAA5C-EF21-4AD7-A825-D8EA8D5CF3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595A59-5629-4F77-8B2B-13A6BEBBC1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30F3EB3-52B4-4E0D-A461-047369607D8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C3BEFB-EB81-4CDF-948F-0A17E20F94C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EA04ACA-DD4C-4469-A648-6A4806AE97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730ADAFD-0956-4183-960B-B3EB4B144394}"/>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3B5DDEA4-0A31-48EA-A598-309722EEB200}"/>
              </a:ext>
            </a:extLst>
          </p:cNvPr>
          <p:cNvPicPr>
            <a:picLocks xmlns:a="http://schemas.openxmlformats.org/drawingml/2006/main" noChangeAspect="1"/>
          </p:cNvPicPr>
          <p:nvPr/>
        </p:nvPicPr>
        <p:blipFill>
          <a:blip xmlns:r="http://schemas.openxmlformats.org/officeDocument/2006/relationships" xmlns:a="http://schemas.openxmlformats.org/drawingml/2006/main" r:embed="R52ae3954718c49d0"/>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646E8574-1C06-48D1-ADE0-DF96342D048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00364F99-BE63-4BC2-8C99-933A1B449D2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8E37FD3E-B2CC-4E63-9AC7-8815A4C8ED7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3F8069E-836B-4D8E-97A2-6D93FEFCBAB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56180817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DBF0AF7-8A64-4E51-854E-3D61BF71E8F1}"/>
              </a:ext>
            </a:extLst>
          </p:cNvPr>
          <p:cNvPicPr>
            <a:picLocks xmlns:a="http://schemas.openxmlformats.org/drawingml/2006/main" noChangeAspect="1"/>
          </p:cNvPicPr>
          <p:nvPr/>
        </p:nvPicPr>
        <p:blipFill>
          <a:blip xmlns:r="http://schemas.openxmlformats.org/officeDocument/2006/relationships" xmlns:a="http://schemas.openxmlformats.org/drawingml/2006/main" r:embed="Ra86be43a4f1642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99F1FF-2AF3-41A9-8D3A-409A5B6CF4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9CA862-4ED3-4A8D-B3C7-83E9DC8737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1B63C80-DB68-4A4E-8532-D77CB30F65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9E76688-B0DE-4000-8252-D6A60D042C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D24E2B3-3EA8-4462-87DA-D5813966628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148C5448-5E54-4C78-A66A-12BB6167E894}"/>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D692E9A-6B2B-4A29-B432-117C8C8D2DCC}"/>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4CFEC3F-FDFE-4787-B537-11A4E8DA279C}"/>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9033486-C5BB-451F-9E92-0E28AB1D1472}"/>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7C9239B-5618-47AA-96F3-46B1455890A1}"/>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98CBDAC4-FF92-47B3-91D6-CF9F80AC78AC}"/>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F52627D-0DDA-42D0-A7C6-402239CB58F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53681347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7A55694-052E-4BCE-85B0-172C0E9774A2}"/>
              </a:ext>
            </a:extLst>
          </p:cNvPr>
          <p:cNvPicPr>
            <a:picLocks xmlns:a="http://schemas.openxmlformats.org/drawingml/2006/main" noChangeAspect="1"/>
          </p:cNvPicPr>
          <p:nvPr/>
        </p:nvPicPr>
        <p:blipFill>
          <a:blip xmlns:r="http://schemas.openxmlformats.org/officeDocument/2006/relationships" xmlns:a="http://schemas.openxmlformats.org/drawingml/2006/main" r:embed="R82fc3bf7ad3c40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5CFE5B-862E-40D5-B2E6-270B7BA050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291E6E-15DB-48A0-8801-DE03D8D07CD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5EBDF16-7DD6-41B4-AD71-A2BA6A43B43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47161E5-6A0E-418F-B7A0-73DD8EB23D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BD91836-F7C7-4DDE-9A07-0315A50F9F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5D7FA42-13A6-4303-929D-2C0EA2306ACC}"/>
              </a:ext>
            </a:extLst>
          </p:cNvPr>
          <p:cNvPicPr>
            <a:picLocks xmlns:a="http://schemas.openxmlformats.org/drawingml/2006/main" noChangeAspect="1"/>
          </p:cNvPicPr>
          <p:nvPr/>
        </p:nvPicPr>
        <p:blipFill>
          <a:blip xmlns:r="http://schemas.openxmlformats.org/officeDocument/2006/relationships" xmlns:a="http://schemas.openxmlformats.org/drawingml/2006/main" r:embed="R30dede1b775742c5"/>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716611A-BF61-4EA7-96A6-26DCFFEF46BE}"/>
              </a:ext>
            </a:extLst>
          </p:cNvPr>
          <p:cNvPicPr>
            <a:picLocks xmlns:a="http://schemas.openxmlformats.org/drawingml/2006/main" noChangeAspect="1"/>
          </p:cNvPicPr>
          <p:nvPr/>
        </p:nvPicPr>
        <p:blipFill>
          <a:blip xmlns:r="http://schemas.openxmlformats.org/officeDocument/2006/relationships" xmlns:a="http://schemas.openxmlformats.org/drawingml/2006/main" r:embed="Rf602055b8ab84a6d"/>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60A7A69-CC13-4C9C-9E4F-7F45F86AF16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DF2A689-EF95-4E86-AA6A-F66444585FF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213415027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8D290A3-6D08-436B-AC80-19EA0960384F}"/>
              </a:ext>
            </a:extLst>
          </p:cNvPr>
          <p:cNvPicPr>
            <a:picLocks xmlns:a="http://schemas.openxmlformats.org/drawingml/2006/main" noChangeAspect="1"/>
          </p:cNvPicPr>
          <p:nvPr/>
        </p:nvPicPr>
        <p:blipFill>
          <a:blip xmlns:r="http://schemas.openxmlformats.org/officeDocument/2006/relationships" xmlns:a="http://schemas.openxmlformats.org/drawingml/2006/main" r:embed="R871556323c3c48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EDFA63-413F-4E59-8919-795C40A778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1D72E4-F562-44EF-BB1D-E362C1B4CAD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82024B-BC32-42B9-9C26-4CD4EE39374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2B71881-D4DC-45F4-8342-A1ACBEE368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FC9F819-9798-43BA-B435-862BAE51A3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56C68142-6504-403F-9671-74F93C78C977}"/>
              </a:ext>
            </a:extLst>
          </p:cNvPr>
          <p:cNvPicPr>
            <a:picLocks xmlns:a="http://schemas.openxmlformats.org/drawingml/2006/main" noChangeAspect="1"/>
          </p:cNvPicPr>
          <p:nvPr/>
        </p:nvPicPr>
        <p:blipFill>
          <a:blip xmlns:r="http://schemas.openxmlformats.org/officeDocument/2006/relationships" xmlns:a="http://schemas.openxmlformats.org/drawingml/2006/main" r:embed="R28d6bb5ea83d455b"/>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720EE24F-8CE2-41C4-9132-58AF4E7EEB6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262CDBB0-09BF-4BA8-A363-2F11FF6893F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4238196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6F61138-12D7-4B86-A21F-2D8EBA069BAD}"/>
              </a:ext>
            </a:extLst>
          </p:cNvPr>
          <p:cNvPicPr>
            <a:picLocks xmlns:a="http://schemas.openxmlformats.org/drawingml/2006/main" noChangeAspect="1"/>
          </p:cNvPicPr>
          <p:nvPr/>
        </p:nvPicPr>
        <p:blipFill>
          <a:blip xmlns:r="http://schemas.openxmlformats.org/officeDocument/2006/relationships" xmlns:a="http://schemas.openxmlformats.org/drawingml/2006/main" r:embed="Rfcede0c7bef744a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2373E6-E86F-4CA5-8FFF-DA5D23D61C5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D0A29F-982E-4F46-A0C7-B971877E66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CC759C3-5B48-458F-8588-740FF7BEFF3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6F14C56-CC22-4E8A-811E-D2110C2A19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A0AA524-9EA1-4624-8F57-679BA40614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0A44C5B7-6AA0-418E-996E-DC434C823AF5}"/>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F24B3AF3-E8AF-42B0-AFEA-942CB0A05493}"/>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BC2AE236-F486-469F-86FA-4266D9194824}"/>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C28EF626-5C38-4D65-85DD-D3304892E7B3}"/>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E09D7BDB-390D-4317-85D0-194DE0B5055C}"/>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C94B2CC-9A26-496F-8526-C1F102B49769}"/>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89172523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26CE994-F846-49BE-8668-D91BD3F7D879}"/>
              </a:ext>
            </a:extLst>
          </p:cNvPr>
          <p:cNvPicPr>
            <a:picLocks xmlns:a="http://schemas.openxmlformats.org/drawingml/2006/main" noChangeAspect="1"/>
          </p:cNvPicPr>
          <p:nvPr/>
        </p:nvPicPr>
        <p:blipFill>
          <a:blip xmlns:r="http://schemas.openxmlformats.org/officeDocument/2006/relationships" xmlns:a="http://schemas.openxmlformats.org/drawingml/2006/main" r:embed="R7d956bb61fab453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6114EF-3A12-43B1-820F-0A06889B49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ADEFEB-77D4-4CDE-A6C6-127D6B39BB1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9A24A7B-0238-4A0E-9516-5DF5486D259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7F97C8B-E841-4508-9B5F-FDA1E935350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52C8B5C-5E39-479A-9036-FFD37232AE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C02ACC0-CAAA-4697-973B-1F2F16B69936}"/>
              </a:ext>
            </a:extLst>
          </p:cNvPr>
          <p:cNvPicPr>
            <a:picLocks xmlns:a="http://schemas.openxmlformats.org/drawingml/2006/main" noChangeAspect="1"/>
          </p:cNvPicPr>
          <p:nvPr/>
        </p:nvPicPr>
        <p:blipFill>
          <a:blip xmlns:r="http://schemas.openxmlformats.org/officeDocument/2006/relationships" xmlns:a="http://schemas.openxmlformats.org/drawingml/2006/main" r:embed="Ra34e80d4d2fe4d3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4A0B2FA-5104-4E3C-A6AD-CEDD868C8544}"/>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F2EBE08-9A9E-425A-9689-3B6E0B84C5C5}"/>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0AAFAC1-0AA8-4BEA-A9F8-0DB0DAE014E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1C29CFB-A8C7-4040-BA9B-CA3333231D8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12A8AA1-E327-4F24-967F-17AF0DEA33D4}"/>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2B75682A-61D1-4539-8216-067F9BCEB45A}"/>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2C83339-0B24-4E6D-8E77-52FEB32D018C}"/>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6D26AE86-8D7C-4661-95F6-743FC1FEF507}"/>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1A169BFF-494F-43BC-AA3D-CA49DCCFDAD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211283704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1441928-8D22-46EB-B6E2-A276CFAA1AB9}"/>
              </a:ext>
            </a:extLst>
          </p:cNvPr>
          <p:cNvPicPr>
            <a:picLocks xmlns:a="http://schemas.openxmlformats.org/drawingml/2006/main" noChangeAspect="1"/>
          </p:cNvPicPr>
          <p:nvPr/>
        </p:nvPicPr>
        <p:blipFill>
          <a:blip xmlns:r="http://schemas.openxmlformats.org/officeDocument/2006/relationships" xmlns:a="http://schemas.openxmlformats.org/drawingml/2006/main" r:embed="R093df91dd70d4d0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D593AA-E2F5-4059-B539-7F6A9BE602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1BA967A-DD93-4826-AFC8-62F843A088D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D944828-350D-420D-875E-0CD271FFEC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97A3CA6-FCB0-42E9-9D86-FAD064136B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C7386E6-93E8-4E11-B923-EEB8B0D0E0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B4126D7-80B9-411F-BEE5-487950DC84B8}"/>
              </a:ext>
            </a:extLst>
          </p:cNvPr>
          <p:cNvPicPr>
            <a:picLocks xmlns:a="http://schemas.openxmlformats.org/drawingml/2006/main" noChangeAspect="1"/>
          </p:cNvPicPr>
          <p:nvPr/>
        </p:nvPicPr>
        <p:blipFill>
          <a:blip xmlns:r="http://schemas.openxmlformats.org/officeDocument/2006/relationships" xmlns:a="http://schemas.openxmlformats.org/drawingml/2006/main" r:embed="R3e2cdd3a8fc444d2"/>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6F15692-6452-4E58-9B13-3766B1C395D6}"/>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71E3F524-EEA0-4BDC-A87C-BB0F943994DB}"/>
              </a:ext>
            </a:extLst>
          </p:cNvPr>
          <p:cNvPicPr>
            <a:picLocks xmlns:a="http://schemas.openxmlformats.org/drawingml/2006/main" noChangeAspect="1"/>
          </p:cNvPicPr>
          <p:nvPr/>
        </p:nvPicPr>
        <p:blipFill>
          <a:blip xmlns:r="http://schemas.openxmlformats.org/officeDocument/2006/relationships" xmlns:a="http://schemas.openxmlformats.org/drawingml/2006/main" r:embed="Rc8dab28cc53349e4"/>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331D758C-C8FE-4776-9DE5-3C991D6E8457}"/>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177C6326-259F-46E9-9C02-80E787093430}"/>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2C605C79-B644-41C6-A5CE-0E0471C4B80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16A2FD6C-F8A7-471E-845E-D174EEAB68F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25847437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1EF047B-8220-4389-A68A-AE0184096769}"/>
              </a:ext>
            </a:extLst>
          </p:cNvPr>
          <p:cNvPicPr>
            <a:picLocks xmlns:a="http://schemas.openxmlformats.org/drawingml/2006/main" noChangeAspect="1"/>
          </p:cNvPicPr>
          <p:nvPr/>
        </p:nvPicPr>
        <p:blipFill>
          <a:blip xmlns:r="http://schemas.openxmlformats.org/officeDocument/2006/relationships" xmlns:a="http://schemas.openxmlformats.org/drawingml/2006/main" r:embed="Rb1c979249aa946a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CD4348-7640-43EE-8D6E-C7A56A2511C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E76791-8B7C-4BC4-AD84-34F9FDD702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8A72B3-D57C-4EFB-912A-DA06FCB1316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2016CAA-1061-4AE5-B6A9-85EDA3C5D2C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054E148-190A-4087-BE8B-4E2A86A69E6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B4E7C11E-D38F-434D-A4EC-F51D05E59FF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FE88471-0615-4458-8354-FE40ACC72CEB}"/>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CADC214-D4DC-4CF8-A076-152CF355EC93}"/>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C2D199C-25CA-41B1-A30B-3CDDE6EDAD64}"/>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9420393-72BE-4BF4-9B28-1D4621681C58}"/>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80022239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FE2A2D99-DC41-4B30-B156-A99E34D881F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D42A65A-777C-44C3-8011-AAB2434A589C}"/>
              </a:ext>
            </a:extLst>
          </p:cNvPr>
          <p:cNvPicPr>
            <a:picLocks xmlns:a="http://schemas.openxmlformats.org/drawingml/2006/main" noChangeAspect="1"/>
          </p:cNvPicPr>
          <p:nvPr/>
        </p:nvPicPr>
        <p:blipFill>
          <a:blip xmlns:r="http://schemas.openxmlformats.org/officeDocument/2006/relationships" xmlns:a="http://schemas.openxmlformats.org/drawingml/2006/main" r:embed="R887847a864f5434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C05F704C-A9C0-47F8-9FB6-4614774E008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4379930C-621A-4B8F-AA95-F054A2455B7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CACB3A8B-7828-488F-8BBE-202B7EB5F6C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E8012045-DABA-4E34-9444-E309B8FFD2B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20461766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E2B6AB-3124-4977-B006-F3376C85A295}"/>
              </a:ext>
            </a:extLst>
          </p:cNvPr>
          <p:cNvPicPr>
            <a:picLocks xmlns:a="http://schemas.openxmlformats.org/drawingml/2006/main" noChangeAspect="1"/>
          </p:cNvPicPr>
          <p:nvPr/>
        </p:nvPicPr>
        <p:blipFill>
          <a:blip xmlns:r="http://schemas.openxmlformats.org/officeDocument/2006/relationships" xmlns:a="http://schemas.openxmlformats.org/drawingml/2006/main" r:embed="R715e901c107248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BBAD2E-ECDC-4843-BCA1-C573BDC279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B78FA1-A3BD-46E0-89D9-5756B107925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9F3BCED-ECCE-4CE7-BAB8-076D58D8B7D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A07FA74-86B8-4251-B584-6B6EFFEB69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FF663CB-77E6-49F1-9AE6-D81ACFEA079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C31B3CE-6FE3-4D6F-8E42-98E8CC7EA255}"/>
              </a:ext>
            </a:extLst>
          </p:cNvPr>
          <p:cNvPicPr>
            <a:picLocks xmlns:a="http://schemas.openxmlformats.org/drawingml/2006/main" noChangeAspect="1"/>
          </p:cNvPicPr>
          <p:nvPr/>
        </p:nvPicPr>
        <p:blipFill>
          <a:blip xmlns:r="http://schemas.openxmlformats.org/officeDocument/2006/relationships" xmlns:a="http://schemas.openxmlformats.org/drawingml/2006/main" r:embed="R9151559e32f04808"/>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8A7C8E7-F1A2-4B18-8CA0-F70CE4741FD1}"/>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1D20596-7D91-4745-AB0A-599CDC30F45F}"/>
              </a:ext>
            </a:extLst>
          </p:cNvPr>
          <p:cNvPicPr>
            <a:picLocks xmlns:a="http://schemas.openxmlformats.org/drawingml/2006/main" noChangeAspect="1"/>
          </p:cNvPicPr>
          <p:nvPr/>
        </p:nvPicPr>
        <p:blipFill>
          <a:blip xmlns:r="http://schemas.openxmlformats.org/officeDocument/2006/relationships" xmlns:a="http://schemas.openxmlformats.org/drawingml/2006/main" r:embed="R2b915b41fe464cfc"/>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CA2D4A3-5A92-4869-865D-968512FD3B2B}"/>
              </a:ext>
            </a:extLst>
          </p:cNvPr>
          <p:cNvPicPr>
            <a:picLocks xmlns:a="http://schemas.openxmlformats.org/drawingml/2006/main" noChangeAspect="1"/>
          </p:cNvPicPr>
          <p:nvPr/>
        </p:nvPicPr>
        <p:blipFill>
          <a:blip xmlns:r="http://schemas.openxmlformats.org/officeDocument/2006/relationships" xmlns:a="http://schemas.openxmlformats.org/drawingml/2006/main" r:embed="R6457bc8e762047e8"/>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AFA8B6D-45ED-4332-BE82-CA39AA5096C9}"/>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30D3C229-89A0-4783-94C5-293B75D095CD}"/>
              </a:ext>
            </a:extLst>
          </p:cNvPr>
          <p:cNvPicPr>
            <a:picLocks xmlns:a="http://schemas.openxmlformats.org/drawingml/2006/main" noChangeAspect="1"/>
          </p:cNvPicPr>
          <p:nvPr/>
        </p:nvPicPr>
        <p:blipFill>
          <a:blip xmlns:r="http://schemas.openxmlformats.org/officeDocument/2006/relationships" xmlns:a="http://schemas.openxmlformats.org/drawingml/2006/main" r:embed="R82fe223f77374f0a"/>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94790203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9BC19CD-E08B-4D54-9A8B-5FB1547F6C76}"/>
              </a:ext>
            </a:extLst>
          </p:cNvPr>
          <p:cNvPicPr>
            <a:picLocks xmlns:a="http://schemas.openxmlformats.org/drawingml/2006/main" noChangeAspect="1"/>
          </p:cNvPicPr>
          <p:nvPr/>
        </p:nvPicPr>
        <p:blipFill>
          <a:blip xmlns:r="http://schemas.openxmlformats.org/officeDocument/2006/relationships" xmlns:a="http://schemas.openxmlformats.org/drawingml/2006/main" r:embed="Ra8e47eec8f0f49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240D9C-626D-4E4D-944E-60A2C7357D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154EF1-D646-4362-B108-54717290034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4462F9D-8CE8-4874-966C-7434CF5B0C3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075D28E-5FE3-4E70-BD2D-16E9629F4C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23185F1-49E9-4C65-82F7-857AA55034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8E9F2F18-3EC2-47EA-8A0F-B8C5175F9017}"/>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7F2E3FE1-1DE5-4956-95CA-EB60DFE0788B}"/>
              </a:ext>
            </a:extLst>
          </p:cNvPr>
          <p:cNvPicPr>
            <a:picLocks xmlns:a="http://schemas.openxmlformats.org/drawingml/2006/main" noChangeAspect="1"/>
          </p:cNvPicPr>
          <p:nvPr/>
        </p:nvPicPr>
        <p:blipFill>
          <a:blip xmlns:r="http://schemas.openxmlformats.org/officeDocument/2006/relationships" xmlns:a="http://schemas.openxmlformats.org/drawingml/2006/main" r:embed="R22b3b70d1f5a44a0"/>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59E51DB-B6AF-441B-A7E1-135B4E00B135}"/>
              </a:ext>
            </a:extLst>
          </p:cNvPr>
          <p:cNvPicPr>
            <a:picLocks xmlns:a="http://schemas.openxmlformats.org/drawingml/2006/main" noChangeAspect="1"/>
          </p:cNvPicPr>
          <p:nvPr/>
        </p:nvPicPr>
        <p:blipFill>
          <a:blip xmlns:r="http://schemas.openxmlformats.org/officeDocument/2006/relationships" xmlns:a="http://schemas.openxmlformats.org/drawingml/2006/main" r:embed="R121e386732554fe6"/>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549400DE-18A3-4CF9-8AA0-CD26BF243E4D}"/>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2271E12-CD55-4BC4-922F-B1A8A9CA8AAE}"/>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CD8F1452-DC19-4C40-95FC-704E7E664EB5}"/>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A1C4FA7-E321-4CC0-9CA0-C4F6EE1F052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61642451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388CB62-F98C-43A9-8CA6-72D336C533B0}"/>
              </a:ext>
            </a:extLst>
          </p:cNvPr>
          <p:cNvPicPr>
            <a:picLocks xmlns:a="http://schemas.openxmlformats.org/drawingml/2006/main" noChangeAspect="1"/>
          </p:cNvPicPr>
          <p:nvPr/>
        </p:nvPicPr>
        <p:blipFill>
          <a:blip xmlns:r="http://schemas.openxmlformats.org/officeDocument/2006/relationships" xmlns:a="http://schemas.openxmlformats.org/drawingml/2006/main" r:embed="Re29d5fc7720d4e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01163C5-E76E-45B3-A435-84C71D657AE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7B84E5-2BDE-4B3F-B3E3-2C15EFC1DA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DF4B221-8AEE-47DC-B365-744B45E72F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E1F714E-C224-453B-8905-97848005D9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59C2D80-4D98-4DB4-B9F2-1EB2B6F5DB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FA1CF536-5AB0-467B-8634-C22D4C21C369}"/>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9C015E83-0772-4B7E-81D9-089C1051A1AC}"/>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7838DC1E-1DC1-4FB9-998E-CF1C777CB3F4}"/>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5DEC2BE9-D69B-42E6-8C2C-8BD361147A90}"/>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922CD31B-7CCD-4EB6-A949-7FCDF216AE07}"/>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24FC9700-BCA7-494B-9769-1BF05C40DC5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2DF056A-59BD-4876-BE1A-5677C4FE204A}"/>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95293228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D1810A6-F6E3-42F8-9DAD-D18796F7A718}"/>
              </a:ext>
            </a:extLst>
          </p:cNvPr>
          <p:cNvPicPr>
            <a:picLocks xmlns:a="http://schemas.openxmlformats.org/drawingml/2006/main" noChangeAspect="1"/>
          </p:cNvPicPr>
          <p:nvPr/>
        </p:nvPicPr>
        <p:blipFill>
          <a:blip xmlns:r="http://schemas.openxmlformats.org/officeDocument/2006/relationships" xmlns:a="http://schemas.openxmlformats.org/drawingml/2006/main" r:embed="Rba622ffd2342485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D13866-C581-435F-AB0E-835EEDDB98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C4DBCA-A2BD-4CBE-8FE4-42A4131264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6D7F455-049B-4D6A-ABC1-278AE277EEA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0760805-61DE-46B4-80F0-C73F80EFDC0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D7547FD-9128-43A5-B851-29368BE7FAE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6A7BE9C7-1F85-48A6-84F6-A9882503A70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E0C3728-CBCC-4AB7-81BE-4AD46A573C2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E5EB93D-CC3C-4A8A-94BF-1C6D354CD30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ECC17BB-0CF9-4C8F-8300-56F23F1592F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0827DE6-69B2-4F0D-BEFE-2190C3D827A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8B0EAEA-1780-40A1-ADF8-0277B800BDC3}"/>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47320835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FA8AC1-364D-40A8-8FD5-1D2097AD0416}"/>
              </a:ext>
            </a:extLst>
          </p:cNvPr>
          <p:cNvPicPr>
            <a:picLocks xmlns:a="http://schemas.openxmlformats.org/drawingml/2006/main" noChangeAspect="1"/>
          </p:cNvPicPr>
          <p:nvPr/>
        </p:nvPicPr>
        <p:blipFill>
          <a:blip xmlns:r="http://schemas.openxmlformats.org/officeDocument/2006/relationships" xmlns:a="http://schemas.openxmlformats.org/drawingml/2006/main" r:embed="R9984c9af64944a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C81948-EB44-411A-AFA3-8300BE1854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542383-E408-4709-BEB8-F1E1B0DB5F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E8C23C5-8F9D-4D3A-AAC4-3DE9086475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F4A516-6E33-4C7F-B500-A5FE1C129C1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0137C52-BD21-46F4-AF78-6A2ACC6B4B7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189272F3-F2A5-4063-957B-BBD9710CEA7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3992F66-B137-4A26-859A-B37BDCD548F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BDCA3302-FDA1-4B77-B73A-8F33A1340853}"/>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067B56D-2A40-4DE5-A645-8A56D8B062E4}"/>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40F1A4D1-15BC-4CC9-BCBA-A980EF8893E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3222051-2608-40C1-ACDB-7A85510F124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66050676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DF95581-A62D-4D7F-A63C-3CF146752117}"/>
              </a:ext>
            </a:extLst>
          </p:cNvPr>
          <p:cNvPicPr>
            <a:picLocks xmlns:a="http://schemas.openxmlformats.org/drawingml/2006/main" noChangeAspect="1"/>
          </p:cNvPicPr>
          <p:nvPr/>
        </p:nvPicPr>
        <p:blipFill>
          <a:blip xmlns:r="http://schemas.openxmlformats.org/officeDocument/2006/relationships" xmlns:a="http://schemas.openxmlformats.org/drawingml/2006/main" r:embed="Recac9aab5f0f43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648AEC-5774-438C-BB42-3D15CBE0D3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D5DFD3-9DF3-4B13-AC20-C02869B58A5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9D850C4-5D4D-4294-88FF-B3146D2828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A8B2E3-2DB1-4F0C-B087-5F2B83DCF67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63DEDF6-10E7-4128-BCC4-E1E8F0CCE8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4933CDEC-C806-4B04-BFED-2BC5B85A5C8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A504632-9C98-4D00-9106-586635637FF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8F3E748-9200-43E0-888F-74F91F00687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0C468C0-4C3B-4F39-B4FF-90601AB67C71}"/>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F16609E-46B2-49F7-8634-AAB474D84A8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67CAE238-5E9A-413E-8D17-58FEB7E713B4}"/>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04560360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B3EAABA-9CBF-4EF3-85D2-0575A719A514}"/>
              </a:ext>
            </a:extLst>
          </p:cNvPr>
          <p:cNvPicPr>
            <a:picLocks xmlns:a="http://schemas.openxmlformats.org/drawingml/2006/main" noChangeAspect="1"/>
          </p:cNvPicPr>
          <p:nvPr/>
        </p:nvPicPr>
        <p:blipFill>
          <a:blip xmlns:r="http://schemas.openxmlformats.org/officeDocument/2006/relationships" xmlns:a="http://schemas.openxmlformats.org/drawingml/2006/main" r:embed="R2d54a2c0da1447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58D5FB-E5F5-4242-9400-5CC4554AAC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A16398-C4A2-4697-8C6D-055922C489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9B31E9B-3B58-4780-9870-90DBFBE7B4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25CAD82-A383-48CB-BD99-34B938D478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B68F00C-3632-4764-8096-854E2AF4FA2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DB706326-F460-453E-937A-1B9B81D844C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687EB49-B306-4A93-AE9F-8149CBA0E16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D2E1F2FA-6C02-47E5-837D-8ED34C1214B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839CC83-05CC-401C-8C53-8C13BCCA7A5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9B3C47C8-492B-4736-A633-D04959D4FC2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820010F-6A01-4811-AEB2-CAF59867099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97824597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4CF46BA-BA44-47C2-BC9C-64508698C71A}"/>
              </a:ext>
            </a:extLst>
          </p:cNvPr>
          <p:cNvPicPr>
            <a:picLocks xmlns:a="http://schemas.openxmlformats.org/drawingml/2006/main" noChangeAspect="1"/>
          </p:cNvPicPr>
          <p:nvPr/>
        </p:nvPicPr>
        <p:blipFill>
          <a:blip xmlns:r="http://schemas.openxmlformats.org/officeDocument/2006/relationships" xmlns:a="http://schemas.openxmlformats.org/drawingml/2006/main" r:embed="R8a3cecd705a745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28A363-4763-4BDD-913E-4D1A3B4635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F3D07B-53BF-41D4-B92F-FC0EFA2544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C703AB6-EA2C-484E-95F4-F6F430377E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A3272F5-5422-4B74-ACE1-89677A4AFF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0988F03-CB04-4B49-814B-F5288901001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BB145EFA-3CF1-4D2F-AE65-0ABFD13A8B3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496C76A0-5178-4D16-BEA6-EEE88AD4AA5F}"/>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2FEBA525-B9CB-4053-A9A7-F4355AA728D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368D345-52E1-49A0-98A2-B1DB2A78F5BE}"/>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F14589E7-8570-438D-9AF4-6BEB9E65E83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165050D-5F58-4ED4-8B3C-0F93A34AAA9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50642602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D9A199-4C46-4E93-B4B9-02994B9AA0C9}"/>
              </a:ext>
            </a:extLst>
          </p:cNvPr>
          <p:cNvPicPr>
            <a:picLocks xmlns:a="http://schemas.openxmlformats.org/drawingml/2006/main" noChangeAspect="1"/>
          </p:cNvPicPr>
          <p:nvPr/>
        </p:nvPicPr>
        <p:blipFill>
          <a:blip xmlns:r="http://schemas.openxmlformats.org/officeDocument/2006/relationships" xmlns:a="http://schemas.openxmlformats.org/drawingml/2006/main" r:embed="Rb1a24dcde3414a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2771C7-B5B6-4BEC-85DC-DE5E30D37E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B84511-8ABF-43D6-9EA0-7465A34EC95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B235502-D590-4A10-A0EF-0D0CACAF436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7EC680E-CC36-4323-AB54-1A33B05C9CF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5E27562-93C1-47F6-9337-8B47B5D284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B4B73D23-05B3-400D-AD5C-E05B2DF626D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18021F8-53CC-446C-8877-4C6E24A7774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FD02EC2B-4D54-4D78-B4BF-FDAB0CF8DDD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4C2A0BB-760E-4DEC-97DF-915130DE031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C7B6D8FB-6913-4A53-961F-540CAF81DFE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E780664-C4A3-411B-8F22-1D60251E054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20457343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2026-10-27T14:13:05.5820000Z</dcterms:created>
  <dcterms:modified xsi:type="dcterms:W3CDTF">2026-10-27T14:13:05.5820000Z</dcterms:modified>
</coreProperties>
</file>