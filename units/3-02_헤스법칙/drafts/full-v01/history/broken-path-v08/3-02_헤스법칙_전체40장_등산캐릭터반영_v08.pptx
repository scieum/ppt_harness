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8341a4400944b8c" /><Relationship Type="http://schemas.openxmlformats.org/officeDocument/2006/relationships/extended-properties" Target="/docProps/app.xml" Id="R89db01e7da2e42a1" /><Relationship Type="http://schemas.openxmlformats.org/officeDocument/2006/relationships/officeDocument" Target="/ppt/presentation.xml" Id="R543c0ca677494064" /></Relationships>
</file>

<file path=ppt/presentation.xml><?xml version="1.0" encoding="utf-8"?>
<p:presentation xmlns:p="http://schemas.openxmlformats.org/presentationml/2006/main">
  <p:sldMasterIdLst>
    <p:sldMasterId xmlns:r="http://schemas.openxmlformats.org/officeDocument/2006/relationships" id="2147483648" r:id="R720b04159de1465a"/>
  </p:sldMasterIdLst>
  <p:notesMasterIdLst>
    <p:notesMasterId xmlns:r="http://schemas.openxmlformats.org/officeDocument/2006/relationships" r:id="R717cdad95df84bde"/>
  </p:notesMasterIdLst>
  <p:sldIdLst>
    <p:sldId xmlns:r="http://schemas.openxmlformats.org/officeDocument/2006/relationships" id="256" r:id="R068743dd13594fc9"/>
    <p:sldId xmlns:r="http://schemas.openxmlformats.org/officeDocument/2006/relationships" id="257" r:id="R26cc4c5fee8b434e"/>
    <p:sldId xmlns:r="http://schemas.openxmlformats.org/officeDocument/2006/relationships" id="258" r:id="Ra32d5974de7c4c56"/>
    <p:sldId xmlns:r="http://schemas.openxmlformats.org/officeDocument/2006/relationships" id="259" r:id="R0cebf93972fc4fba"/>
    <p:sldId xmlns:r="http://schemas.openxmlformats.org/officeDocument/2006/relationships" id="260" r:id="R29c244f3172d4490"/>
    <p:sldId xmlns:r="http://schemas.openxmlformats.org/officeDocument/2006/relationships" id="261" r:id="Rc0c040e5dc064ea1"/>
    <p:sldId xmlns:r="http://schemas.openxmlformats.org/officeDocument/2006/relationships" id="262" r:id="Rb72d526acccb4b33"/>
    <p:sldId xmlns:r="http://schemas.openxmlformats.org/officeDocument/2006/relationships" id="263" r:id="Rd3eb94ca9f384b0b"/>
    <p:sldId xmlns:r="http://schemas.openxmlformats.org/officeDocument/2006/relationships" id="264" r:id="Rec5255c8435f4ebc"/>
    <p:sldId xmlns:r="http://schemas.openxmlformats.org/officeDocument/2006/relationships" id="265" r:id="R40b122e4659149d5"/>
    <p:sldId xmlns:r="http://schemas.openxmlformats.org/officeDocument/2006/relationships" id="266" r:id="R858a93c6854b444d"/>
    <p:sldId xmlns:r="http://schemas.openxmlformats.org/officeDocument/2006/relationships" id="267" r:id="R80e03e378fbd4344"/>
    <p:sldId xmlns:r="http://schemas.openxmlformats.org/officeDocument/2006/relationships" id="268" r:id="R6b00fa1e94ab425c"/>
    <p:sldId xmlns:r="http://schemas.openxmlformats.org/officeDocument/2006/relationships" id="269" r:id="R12806adf0bb5420b"/>
    <p:sldId xmlns:r="http://schemas.openxmlformats.org/officeDocument/2006/relationships" id="270" r:id="R0ee51c3589de4fe9"/>
    <p:sldId xmlns:r="http://schemas.openxmlformats.org/officeDocument/2006/relationships" id="271" r:id="Rc54adc4db72642f7"/>
    <p:sldId xmlns:r="http://schemas.openxmlformats.org/officeDocument/2006/relationships" id="272" r:id="Rb0af2bdd41424db3"/>
    <p:sldId xmlns:r="http://schemas.openxmlformats.org/officeDocument/2006/relationships" id="273" r:id="Rd8e360e820614157"/>
    <p:sldId xmlns:r="http://schemas.openxmlformats.org/officeDocument/2006/relationships" id="274" r:id="R468ff62c7db044a9"/>
    <p:sldId xmlns:r="http://schemas.openxmlformats.org/officeDocument/2006/relationships" id="275" r:id="Rce3aa8b3b07f4889"/>
    <p:sldId xmlns:r="http://schemas.openxmlformats.org/officeDocument/2006/relationships" id="276" r:id="R1c77a0ddbb1b4b27"/>
    <p:sldId xmlns:r="http://schemas.openxmlformats.org/officeDocument/2006/relationships" id="277" r:id="Rb352ce6f24754851"/>
    <p:sldId xmlns:r="http://schemas.openxmlformats.org/officeDocument/2006/relationships" id="278" r:id="Ra1487398a280450b"/>
    <p:sldId xmlns:r="http://schemas.openxmlformats.org/officeDocument/2006/relationships" id="279" r:id="R1f5273afc6304e42"/>
    <p:sldId xmlns:r="http://schemas.openxmlformats.org/officeDocument/2006/relationships" id="280" r:id="Rc910b82251f74123"/>
    <p:sldId xmlns:r="http://schemas.openxmlformats.org/officeDocument/2006/relationships" id="281" r:id="R02412e8615fc41e1"/>
    <p:sldId xmlns:r="http://schemas.openxmlformats.org/officeDocument/2006/relationships" id="282" r:id="Rd3f5c6a0d38744a6"/>
    <p:sldId xmlns:r="http://schemas.openxmlformats.org/officeDocument/2006/relationships" id="283" r:id="Ra90e1eb9cb6f4c79"/>
    <p:sldId xmlns:r="http://schemas.openxmlformats.org/officeDocument/2006/relationships" id="284" r:id="Rcca30019af3444ae"/>
    <p:sldId xmlns:r="http://schemas.openxmlformats.org/officeDocument/2006/relationships" id="285" r:id="R9d298d44e7284dc5"/>
    <p:sldId xmlns:r="http://schemas.openxmlformats.org/officeDocument/2006/relationships" id="286" r:id="Rc90b1b205bda4c1d"/>
    <p:sldId xmlns:r="http://schemas.openxmlformats.org/officeDocument/2006/relationships" id="287" r:id="Rda03714bcedb4c5c"/>
    <p:sldId xmlns:r="http://schemas.openxmlformats.org/officeDocument/2006/relationships" id="288" r:id="R52d2d147067b4a2b"/>
    <p:sldId xmlns:r="http://schemas.openxmlformats.org/officeDocument/2006/relationships" id="289" r:id="Rccafd6266b144178"/>
    <p:sldId xmlns:r="http://schemas.openxmlformats.org/officeDocument/2006/relationships" id="290" r:id="R002d3395b3044b2d"/>
    <p:sldId xmlns:r="http://schemas.openxmlformats.org/officeDocument/2006/relationships" id="291" r:id="R38dbb16faf3849c7"/>
    <p:sldId xmlns:r="http://schemas.openxmlformats.org/officeDocument/2006/relationships" id="292" r:id="R7dbe00d5a637412a"/>
    <p:sldId xmlns:r="http://schemas.openxmlformats.org/officeDocument/2006/relationships" id="293" r:id="R252fb6ff783b4e83"/>
    <p:sldId xmlns:r="http://schemas.openxmlformats.org/officeDocument/2006/relationships" id="294" r:id="Rb4308a7d53fc41af"/>
    <p:sldId xmlns:r="http://schemas.openxmlformats.org/officeDocument/2006/relationships" id="295" r:id="R2a765625fc9a4c8e"/>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1114948f85645c3" /><Relationship Type="http://schemas.openxmlformats.org/officeDocument/2006/relationships/slideMaster" Target="/ppt/slideMasters/slideMaster1.xml" Id="R720b04159de1465a" /><Relationship Type="http://schemas.openxmlformats.org/officeDocument/2006/relationships/notesMaster" Target="/ppt/notesMasters/notesMaster1.xml" Id="R717cdad95df84bde" /><Relationship Type="http://schemas.openxmlformats.org/officeDocument/2006/relationships/presProps" Target="/ppt/presProps.xml" Id="Rda6335d89064492a" /><Relationship Type="http://schemas.openxmlformats.org/officeDocument/2006/relationships/tableStyles" Target="/ppt/tableStyles.xml" Id="Rbccff04f92504f9e" /><Relationship Type="http://schemas.openxmlformats.org/officeDocument/2006/relationships/slide" Target="/ppt/slides/slide1.xml" Id="R068743dd13594fc9" /><Relationship Type="http://schemas.openxmlformats.org/officeDocument/2006/relationships/slide" Target="/ppt/slides/slide2.xml" Id="R26cc4c5fee8b434e" /><Relationship Type="http://schemas.openxmlformats.org/officeDocument/2006/relationships/slide" Target="/ppt/slides/slide3.xml" Id="Ra32d5974de7c4c56" /><Relationship Type="http://schemas.openxmlformats.org/officeDocument/2006/relationships/slide" Target="/ppt/slides/slide4.xml" Id="R0cebf93972fc4fba" /><Relationship Type="http://schemas.openxmlformats.org/officeDocument/2006/relationships/slide" Target="/ppt/slides/slide5.xml" Id="R29c244f3172d4490" /><Relationship Type="http://schemas.openxmlformats.org/officeDocument/2006/relationships/slide" Target="/ppt/slides/slide6.xml" Id="Rc0c040e5dc064ea1" /><Relationship Type="http://schemas.openxmlformats.org/officeDocument/2006/relationships/slide" Target="/ppt/slides/slide7.xml" Id="Rb72d526acccb4b33" /><Relationship Type="http://schemas.openxmlformats.org/officeDocument/2006/relationships/slide" Target="/ppt/slides/slide8.xml" Id="Rd3eb94ca9f384b0b" /><Relationship Type="http://schemas.openxmlformats.org/officeDocument/2006/relationships/slide" Target="/ppt/slides/slide9.xml" Id="Rec5255c8435f4ebc" /><Relationship Type="http://schemas.openxmlformats.org/officeDocument/2006/relationships/slide" Target="/ppt/slides/slide10.xml" Id="R40b122e4659149d5" /><Relationship Type="http://schemas.openxmlformats.org/officeDocument/2006/relationships/slide" Target="/ppt/slides/slide11.xml" Id="R858a93c6854b444d" /><Relationship Type="http://schemas.openxmlformats.org/officeDocument/2006/relationships/slide" Target="/ppt/slides/slide12.xml" Id="R80e03e378fbd4344" /><Relationship Type="http://schemas.openxmlformats.org/officeDocument/2006/relationships/slide" Target="/ppt/slides/slide13.xml" Id="R6b00fa1e94ab425c" /><Relationship Type="http://schemas.openxmlformats.org/officeDocument/2006/relationships/slide" Target="/ppt/slides/slide14.xml" Id="R12806adf0bb5420b" /><Relationship Type="http://schemas.openxmlformats.org/officeDocument/2006/relationships/slide" Target="/ppt/slides/slide15.xml" Id="R0ee51c3589de4fe9" /><Relationship Type="http://schemas.openxmlformats.org/officeDocument/2006/relationships/slide" Target="/ppt/slides/slide16.xml" Id="Rc54adc4db72642f7" /><Relationship Type="http://schemas.openxmlformats.org/officeDocument/2006/relationships/slide" Target="/ppt/slides/slide17.xml" Id="Rb0af2bdd41424db3" /><Relationship Type="http://schemas.openxmlformats.org/officeDocument/2006/relationships/slide" Target="/ppt/slides/slide18.xml" Id="Rd8e360e820614157" /><Relationship Type="http://schemas.openxmlformats.org/officeDocument/2006/relationships/slide" Target="/ppt/slides/slide19.xml" Id="R468ff62c7db044a9" /><Relationship Type="http://schemas.openxmlformats.org/officeDocument/2006/relationships/slide" Target="/ppt/slides/slide20.xml" Id="Rce3aa8b3b07f4889" /><Relationship Type="http://schemas.openxmlformats.org/officeDocument/2006/relationships/slide" Target="/ppt/slides/slide21.xml" Id="R1c77a0ddbb1b4b27" /><Relationship Type="http://schemas.openxmlformats.org/officeDocument/2006/relationships/slide" Target="/ppt/slides/slide22.xml" Id="Rb352ce6f24754851" /><Relationship Type="http://schemas.openxmlformats.org/officeDocument/2006/relationships/slide" Target="/ppt/slides/slide23.xml" Id="Ra1487398a280450b" /><Relationship Type="http://schemas.openxmlformats.org/officeDocument/2006/relationships/slide" Target="/ppt/slides/slide24.xml" Id="R1f5273afc6304e42" /><Relationship Type="http://schemas.openxmlformats.org/officeDocument/2006/relationships/slide" Target="/ppt/slides/slide25.xml" Id="Rc910b82251f74123" /><Relationship Type="http://schemas.openxmlformats.org/officeDocument/2006/relationships/slide" Target="/ppt/slides/slide26.xml" Id="R02412e8615fc41e1" /><Relationship Type="http://schemas.openxmlformats.org/officeDocument/2006/relationships/slide" Target="/ppt/slides/slide27.xml" Id="Rd3f5c6a0d38744a6" /><Relationship Type="http://schemas.openxmlformats.org/officeDocument/2006/relationships/slide" Target="/ppt/slides/slide28.xml" Id="Ra90e1eb9cb6f4c79" /><Relationship Type="http://schemas.openxmlformats.org/officeDocument/2006/relationships/slide" Target="/ppt/slides/slide29.xml" Id="Rcca30019af3444ae" /><Relationship Type="http://schemas.openxmlformats.org/officeDocument/2006/relationships/slide" Target="/ppt/slides/slide30.xml" Id="R9d298d44e7284dc5" /><Relationship Type="http://schemas.openxmlformats.org/officeDocument/2006/relationships/slide" Target="/ppt/slides/slide31.xml" Id="Rc90b1b205bda4c1d" /><Relationship Type="http://schemas.openxmlformats.org/officeDocument/2006/relationships/slide" Target="/ppt/slides/slide32.xml" Id="Rda03714bcedb4c5c" /><Relationship Type="http://schemas.openxmlformats.org/officeDocument/2006/relationships/slide" Target="/ppt/slides/slide33.xml" Id="R52d2d147067b4a2b" /><Relationship Type="http://schemas.openxmlformats.org/officeDocument/2006/relationships/slide" Target="/ppt/slides/slide34.xml" Id="Rccafd6266b144178" /><Relationship Type="http://schemas.openxmlformats.org/officeDocument/2006/relationships/slide" Target="/ppt/slides/slide35.xml" Id="R002d3395b3044b2d" /><Relationship Type="http://schemas.openxmlformats.org/officeDocument/2006/relationships/slide" Target="/ppt/slides/slide36.xml" Id="R38dbb16faf3849c7" /><Relationship Type="http://schemas.openxmlformats.org/officeDocument/2006/relationships/slide" Target="/ppt/slides/slide37.xml" Id="R7dbe00d5a637412a" /><Relationship Type="http://schemas.openxmlformats.org/officeDocument/2006/relationships/slide" Target="/ppt/slides/slide38.xml" Id="R252fb6ff783b4e83" /><Relationship Type="http://schemas.openxmlformats.org/officeDocument/2006/relationships/slide" Target="/ppt/slides/slide39.xml" Id="Rb4308a7d53fc41af" /><Relationship Type="http://schemas.openxmlformats.org/officeDocument/2006/relationships/slide" Target="/ppt/slides/slide40.xml" Id="R2a765625fc9a4c8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dee86dd53624d7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d3cc6631d174f32" /><Relationship Type="http://schemas.openxmlformats.org/officeDocument/2006/relationships/notesMaster" Target="/ppt/notesMasters/notesMaster1.xml" Id="R5666c2933da3470b" /></Relationships>
</file>

<file path=ppt/notesSlides/_rels/notesSlide2.xml.rels>&#65279;<?xml version="1.0" encoding="utf-8"?><Relationships xmlns="http://schemas.openxmlformats.org/package/2006/relationships"><Relationship Type="http://schemas.openxmlformats.org/officeDocument/2006/relationships/slide" Target="/ppt/slides/slide2.xml" Id="Ra26e925b90bf496d" /><Relationship Type="http://schemas.openxmlformats.org/officeDocument/2006/relationships/notesMaster" Target="/ppt/notesMasters/notesMaster1.xml" Id="Raf853ac3df404860" /></Relationships>
</file>

<file path=ppt/notesSlides/_rels/notesSlide3.xml.rels>&#65279;<?xml version="1.0" encoding="utf-8"?><Relationships xmlns="http://schemas.openxmlformats.org/package/2006/relationships"><Relationship Type="http://schemas.openxmlformats.org/officeDocument/2006/relationships/slide" Target="/ppt/slides/slide3.xml" Id="R966c872d38a7433c" /><Relationship Type="http://schemas.openxmlformats.org/officeDocument/2006/relationships/notesMaster" Target="/ppt/notesMasters/notesMaster1.xml" Id="R4d22d2422f5446fd" /></Relationships>
</file>

<file path=ppt/notesSlides/_rels/notesSlide4.xml.rels>&#65279;<?xml version="1.0" encoding="utf-8"?><Relationships xmlns="http://schemas.openxmlformats.org/package/2006/relationships"><Relationship Type="http://schemas.openxmlformats.org/officeDocument/2006/relationships/slide" Target="/ppt/slides/slide4.xml" Id="R70c30a79a8594ecc" /><Relationship Type="http://schemas.openxmlformats.org/officeDocument/2006/relationships/notesMaster" Target="/ppt/notesMasters/notesMaster1.xml" Id="R1e5cc6b987734197" /></Relationships>
</file>

<file path=ppt/notesSlides/_rels/notesSlide5.xml.rels>&#65279;<?xml version="1.0" encoding="utf-8"?><Relationships xmlns="http://schemas.openxmlformats.org/package/2006/relationships"><Relationship Type="http://schemas.openxmlformats.org/officeDocument/2006/relationships/slide" Target="/ppt/slides/slide5.xml" Id="R8ac4d309ed9b48c1" /><Relationship Type="http://schemas.openxmlformats.org/officeDocument/2006/relationships/notesMaster" Target="/ppt/notesMasters/notesMaster1.xml" Id="Rc1db28a793994f95" /></Relationships>
</file>

<file path=ppt/notesSlides/_rels/notesSlide6.xml.rels>&#65279;<?xml version="1.0" encoding="utf-8"?><Relationships xmlns="http://schemas.openxmlformats.org/package/2006/relationships"><Relationship Type="http://schemas.openxmlformats.org/officeDocument/2006/relationships/slide" Target="/ppt/slides/slide6.xml" Id="R61ca4227c6e44318" /><Relationship Type="http://schemas.openxmlformats.org/officeDocument/2006/relationships/notesMaster" Target="/ppt/notesMasters/notesMaster1.xml" Id="R3945c703991d4da7" /></Relationships>
</file>

<file path=ppt/notesSlides/_rels/notesSlide7.xml.rels>&#65279;<?xml version="1.0" encoding="utf-8"?><Relationships xmlns="http://schemas.openxmlformats.org/package/2006/relationships"><Relationship Type="http://schemas.openxmlformats.org/officeDocument/2006/relationships/slide" Target="/ppt/slides/slide7.xml" Id="R12e08693cf5f47fb" /><Relationship Type="http://schemas.openxmlformats.org/officeDocument/2006/relationships/notesMaster" Target="/ppt/notesMasters/notesMaster1.xml" Id="R4c366b1c36c14070" /></Relationships>
</file>

<file path=ppt/notesSlides/_rels/notesSlide8.xml.rels>&#65279;<?xml version="1.0" encoding="utf-8"?><Relationships xmlns="http://schemas.openxmlformats.org/package/2006/relationships"><Relationship Type="http://schemas.openxmlformats.org/officeDocument/2006/relationships/slide" Target="/ppt/slides/slide8.xml" Id="R9e0c16d4767c4760" /><Relationship Type="http://schemas.openxmlformats.org/officeDocument/2006/relationships/notesMaster" Target="/ppt/notesMasters/notesMaster1.xml" Id="R1de4f12e09aa4ad5" /></Relationships>
</file>

<file path=ppt/notesSlides/_rels/notesSlide9.xml.rels>&#65279;<?xml version="1.0" encoding="utf-8"?><Relationships xmlns="http://schemas.openxmlformats.org/package/2006/relationships"><Relationship Type="http://schemas.openxmlformats.org/officeDocument/2006/relationships/slide" Target="/ppt/slides/slide9.xml" Id="R037a1b5982234ac6" /><Relationship Type="http://schemas.openxmlformats.org/officeDocument/2006/relationships/notesMaster" Target="/ppt/notesMasters/notesMaster1.xml" Id="R96276d4750464b2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1649372595a4604" /><Relationship Type="http://schemas.openxmlformats.org/officeDocument/2006/relationships/notesMaster" Target="/ppt/notesMasters/notesMaster1.xml" Id="R24467206d4b94d0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5bb46fb3d734676" /><Relationship Type="http://schemas.openxmlformats.org/officeDocument/2006/relationships/notesMaster" Target="/ppt/notesMasters/notesMaster1.xml" Id="R58951292379d4a1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e085b3c4cf94705" /><Relationship Type="http://schemas.openxmlformats.org/officeDocument/2006/relationships/notesMaster" Target="/ppt/notesMasters/notesMaster1.xml" Id="R12dfe9a4a75346c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f415e3d4706431a" /><Relationship Type="http://schemas.openxmlformats.org/officeDocument/2006/relationships/notesMaster" Target="/ppt/notesMasters/notesMaster1.xml" Id="R534bdd1d369b4cd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a9a3c7f0d75415e" /><Relationship Type="http://schemas.openxmlformats.org/officeDocument/2006/relationships/notesMaster" Target="/ppt/notesMasters/notesMaster1.xml" Id="R7853138d16b2490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1d1cf4434744d51" /><Relationship Type="http://schemas.openxmlformats.org/officeDocument/2006/relationships/notesMaster" Target="/ppt/notesMasters/notesMaster1.xml" Id="Re13f2ec2b802437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9304f136dda4a64" /><Relationship Type="http://schemas.openxmlformats.org/officeDocument/2006/relationships/notesMaster" Target="/ppt/notesMasters/notesMaster1.xml" Id="Rd74ed9e99c4d4aa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56071792add4c92" /><Relationship Type="http://schemas.openxmlformats.org/officeDocument/2006/relationships/notesMaster" Target="/ppt/notesMasters/notesMaster1.xml" Id="R20c5a49b2f25418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d1b63224ed74642" /><Relationship Type="http://schemas.openxmlformats.org/officeDocument/2006/relationships/notesMaster" Target="/ppt/notesMasters/notesMaster1.xml" Id="R1070d2963752483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e0daf29b8334391" /><Relationship Type="http://schemas.openxmlformats.org/officeDocument/2006/relationships/notesMaster" Target="/ppt/notesMasters/notesMaster1.xml" Id="Re6b8a6f4c4d1428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8b788906f8e46e9" /><Relationship Type="http://schemas.openxmlformats.org/officeDocument/2006/relationships/notesMaster" Target="/ppt/notesMasters/notesMaster1.xml" Id="Rb93dba80388140e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5a6bccc613f4532" /><Relationship Type="http://schemas.openxmlformats.org/officeDocument/2006/relationships/notesMaster" Target="/ppt/notesMasters/notesMaster1.xml" Id="Rba89d521503c476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875ffaedfc34621" /><Relationship Type="http://schemas.openxmlformats.org/officeDocument/2006/relationships/notesMaster" Target="/ppt/notesMasters/notesMaster1.xml" Id="Ra8249bb3451c410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ddfbbf8e9e14dd0" /><Relationship Type="http://schemas.openxmlformats.org/officeDocument/2006/relationships/notesMaster" Target="/ppt/notesMasters/notesMaster1.xml" Id="R5b6189904ae747d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193912126274f81" /><Relationship Type="http://schemas.openxmlformats.org/officeDocument/2006/relationships/notesMaster" Target="/ppt/notesMasters/notesMaster1.xml" Id="Rb5bfe490d1bf4e7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719dc55f91e4472" /><Relationship Type="http://schemas.openxmlformats.org/officeDocument/2006/relationships/notesMaster" Target="/ppt/notesMasters/notesMaster1.xml" Id="R293e591e04a4441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0b3471e8465461b" /><Relationship Type="http://schemas.openxmlformats.org/officeDocument/2006/relationships/notesMaster" Target="/ppt/notesMasters/notesMaster1.xml" Id="R0ba88a6e57f8490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69d0397892846a1" /><Relationship Type="http://schemas.openxmlformats.org/officeDocument/2006/relationships/notesMaster" Target="/ppt/notesMasters/notesMaster1.xml" Id="Rab487d9dfd1f468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769fda549be464b" /><Relationship Type="http://schemas.openxmlformats.org/officeDocument/2006/relationships/notesMaster" Target="/ppt/notesMasters/notesMaster1.xml" Id="R10eae1d2aae246d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03b4d8b08c94ca8" /><Relationship Type="http://schemas.openxmlformats.org/officeDocument/2006/relationships/notesMaster" Target="/ppt/notesMasters/notesMaster1.xml" Id="R2607d725a2054af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ec41e60ee6214a70" /><Relationship Type="http://schemas.openxmlformats.org/officeDocument/2006/relationships/notesMaster" Target="/ppt/notesMasters/notesMaster1.xml" Id="R90015c5c22e84697"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c6fe1c2bea9f4cad" /><Relationship Type="http://schemas.openxmlformats.org/officeDocument/2006/relationships/notesMaster" Target="/ppt/notesMasters/notesMaster1.xml" Id="Re5d0e509b06d4781"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f0a8491fa333453c" /><Relationship Type="http://schemas.openxmlformats.org/officeDocument/2006/relationships/notesMaster" Target="/ppt/notesMasters/notesMaster1.xml" Id="Re99b8cb778fa42eb"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a217f46776834fff" /><Relationship Type="http://schemas.openxmlformats.org/officeDocument/2006/relationships/notesMaster" Target="/ppt/notesMasters/notesMaster1.xml" Id="Rb1bbc23c428e48b1"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d20a3d427a414fed" /><Relationship Type="http://schemas.openxmlformats.org/officeDocument/2006/relationships/notesMaster" Target="/ppt/notesMasters/notesMaster1.xml" Id="R2ac8f0b03a6c4330"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9a3f44ee6d074c3e" /><Relationship Type="http://schemas.openxmlformats.org/officeDocument/2006/relationships/notesMaster" Target="/ppt/notesMasters/notesMaster1.xml" Id="Ra02276e1c60d4754"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039a27db4ef24f23" /><Relationship Type="http://schemas.openxmlformats.org/officeDocument/2006/relationships/notesMaster" Target="/ppt/notesMasters/notesMaster1.xml" Id="Reb4c25baef8d4d2e"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1bb18b3ceb2d4ac4" /><Relationship Type="http://schemas.openxmlformats.org/officeDocument/2006/relationships/notesMaster" Target="/ppt/notesMasters/notesMaster1.xml" Id="R921cf204c367404c"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691320cb20154b22" /><Relationship Type="http://schemas.openxmlformats.org/officeDocument/2006/relationships/notesMaster" Target="/ppt/notesMasters/notesMaster1.xml" Id="R51340f7e94594a42"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e145486d97004397" /><Relationship Type="http://schemas.openxmlformats.org/officeDocument/2006/relationships/notesMaster" Target="/ppt/notesMasters/notesMaster1.xml" Id="Rde9138dbaa4a4d08"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663dd111cb224133" /><Relationship Type="http://schemas.openxmlformats.org/officeDocument/2006/relationships/notesMaster" Target="/ppt/notesMasters/notesMaster1.xml" Id="R859486f138ee446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1장.</a:t>
            </a:r>
          </a:p>
          <a:p xmlns:a="http://schemas.openxmlformats.org/drawingml/2006/main">
            <a:r>
              <a:t>대표 검토본 1/5. 전체 계획 1장. 원래 등록 캐릭터 에셋을 사용해야 하나 현재 원본이 열리지 않아 표지 캐릭터는 아직 미반영이다. 재생성 인물을 대체재로 넣지 않았다. 도입 순서는 표지→동기 유발→수업 목차→학습 목표.</a:t>
            </a:r>
          </a:p>
          <a:p xmlns:a="http://schemas.openxmlformats.org/drawingml/2006/main">
            <a:r>
              <a:t>출처: 등록 캐릭터 에셋 파일은 build/original-character-assets.json 및 자산 기록 참조. 디자인: 사용자 수정본 실제1쪽, brief.md. 생성 후 거부된 hess-cover-scene.png는 이 PPT에 포함하지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2장.</a:t>
            </a:r>
          </a:p>
          <a:p xmlns:a="http://schemas.openxmlformats.org/drawingml/2006/main">
            <a:r>
              <a:t>2026-10-27 최신 사용자 요청: 첨부한 두 캐릭터를 등산복 차림으로 바꾸어 함께 등산 루트를 보게 한다. 이전 안내 인물·말풍선·교과서 등산 삽화를 이 장에서 제거하고 새 장면으로 교체했다. 여자 원본은 body_student_two_flasks.png, 남자 원본은 사용자 첨부 codex-clipboard-558eee23-1618-43c5-b316-92d2d2d9deeb.png. 이미지 생성 시 두 원본을 모두 참조하여 얼굴·머리·인형 비율을 유지하도록 지시했다. 실험복·플라스크·보안경은 제거하고 등산 재킷·배낭을 적용했다. 그림의 두 등산로는 같은 출발점과 정상으로 연결된다. 경로에 따른 높이 차를 예상하는 동기 유발용 장면이며 과학적 실험 결과의 근거를 대체하지 않는다. 장면 출처 assets/generated/hiking-v08-provenance.json. 원본 PNG의 투명도는 유지하며 장표에서는 하체 일부와 좌우 투명 여백만 크롭했다.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3/40. 수업 목차</a:t>
            </a:r>
          </a:p>
          <a:p xmlns:a="http://schemas.openxmlformats.org/drawingml/2006/main">
            <a:r>
              <a:t>핵심: 원리·계산·생성 엔탈피·실험의 네 흐름</a:t>
            </a:r>
          </a:p>
          <a:p xmlns:a="http://schemas.openxmlformats.org/drawingml/2006/main">
            <a:r>
              <a:t>교사용: 사용자 수정본2쪽의 실제 블록 윤곽을 추적해 편집 가능한 도형으로 재현. 블록을 맞붙이지 않고 꺾임 사이 좁은 여백 유지. 네 문구만 넣고 Part0 블록을 추가하지 않음.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4/40. 학습 목표</a:t>
            </a:r>
          </a:p>
          <a:p xmlns:a="http://schemas.openxmlformats.org/drawingml/2006/main">
            <a:r>
              <a:t>핵심: 경로를 비교하고 반응 엔탈피를 구해 실험 자료를 해석한다</a:t>
            </a:r>
          </a:p>
          <a:p xmlns:a="http://schemas.openxmlformats.org/drawingml/2006/main">
            <a:r>
              <a:t>교사용: 목표 목록의 가로 위치와 왼쪽 정렬 유지, 세로만 상자 중앙에 정렬. 원본 안내 캐릭터 파일 확보 전 신규 생성 인물을 넣지 않음.</a:t>
            </a:r>
          </a:p>
          <a:p xmlns:a="http://schemas.openxmlformats.org/drawingml/2006/main">
            <a:r>
              <a:t>출처: STD22; W22 118~124.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실제3쪽;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5/40. Part 1 헤스 법칙</a:t>
            </a:r>
          </a:p>
          <a:p xmlns:a="http://schemas.openxmlformats.org/drawingml/2006/main">
            <a:r>
              <a:t>핵심: 같은 반응이 다른 경로로 일어나면 출입하는 열도 달라질까?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실제5쪽;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6장.</a:t>
            </a:r>
          </a:p>
          <a:p xmlns:a="http://schemas.openxmlformats.org/drawingml/2006/main">
            <a:r>
              <a:t>대표 검토본3/5. 전체 계획6장. 최신 사용자 정정에 따라 정의·다른 이름·유용성의 서로 완결된 요점 세 개를 각각 한 행 한 줄로 제시한다. 한 문장의 연결어와 결론을 별도 단계로 쪼개지 않는다. 같은 온도·압력과 같은 반응 물질의 양을 맞춘 비교라는 조건을 말로 보완한다. 반응 속도·시간·최고 온도가 같다는 의미가 아니다.</a:t>
            </a:r>
          </a:p>
          <a:p xmlns:a="http://schemas.openxmlformats.org/drawingml/2006/main">
            <a:r>
              <a:t>출처: 통합_(22개정)완자 고등물질과에너지_본문_260415(교사용).pdf PDF/인쇄118, 헤스 법칙 정의. 디자인: 사용자 수정본 실제8·15쪽, 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7/40. 무엇이 같아야 할까?</a:t>
            </a:r>
          </a:p>
          <a:p xmlns:a="http://schemas.openxmlformats.org/drawingml/2006/main">
            <a:r>
              <a:t>핵심: 시작·끝의 종류·상태·양과 온도·압력 조건을 맞춰 비교한다</a:t>
            </a:r>
          </a:p>
          <a:p xmlns:a="http://schemas.openxmlformats.org/drawingml/2006/main">
            <a:r>
              <a:t>교사용: 조건 안내 후 반응식의 합·배수·역반응 세 조작을 소개한다. 8~11장에서 예시로 설명한다.</a:t>
            </a:r>
          </a:p>
          <a:p xmlns:a="http://schemas.openxmlformats.org/drawingml/2006/main">
            <a:r>
              <a:t>출처: W22 118~119; 3-01 선수 개념.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실제17·20쪽;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8장.</a:t>
            </a:r>
          </a:p>
          <a:p xmlns:a="http://schemas.openxmlformats.org/drawingml/2006/main">
            <a:r>
              <a:t>2026-10-27 원본 반응식 교체. 최신 출처: T84 그림III-8; ΔH1=-189.3, ΔH2=-76.9, ΔH3=-112.4 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대표 검토본4/5. 전체 계획8장. 왼쪽은 완자 원본 그래프·실험 도식이다. 직접 경로와 두 단계 경로의 시작·끝 물질을 먼저 비교한다. 그 뒤 원본의 ΔH 화살표를 가리키고 오른쪽 수치와 대응한다. 중간에 물질의 상태와 희석 조건을 임의로 바꾸지 않는다. 식의 합은 다음 본문에서 분리해 설명한다. 장식 캐릭터는 쓰지 않는다.</a:t>
            </a:r>
          </a:p>
          <a:p xmlns:a="http://schemas.openxmlformats.org/drawingml/2006/main">
            <a:r>
              <a:t>출처: W22 PDF/인쇄118, CaO(s)·H2O(l)·HCl(aq)의 두 경로 도식 및 ΔH1=-193.5,ΔH2=-81.9,ΔH3=-111.6kJ. 교과서 원본은 아직 미열람으로 이번 검토본은 확인된 완자 원본 사용. 디자인: 사용자 수정본22·33~34쪽 왼쪽 원본/오른쪽 설명 차용.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T84 원본 반응식 세 개. ΔH2+ΔH3=ΔH1</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9/40. 반응식을 더하면</a:t>
            </a:r>
          </a:p>
          <a:p xmlns:a="http://schemas.openxmlformats.org/drawingml/2006/main">
            <a:r>
              <a:t>핵심: 중간 물질이 소거되면 두 단계의 합이 직접 반응식이 된다</a:t>
            </a:r>
          </a:p>
          <a:p xmlns:a="http://schemas.openxmlformats.org/drawingml/2006/main">
            <a:r>
              <a:t>교사용: 앞 장의 두 단계 반응을 합한다. Ca(OH)2(aq)와 양변의 물1mol이 소거되어 직접 반응식이 남는다. 상태가 다른 물질은 소거하지 않는다.</a:t>
            </a:r>
          </a:p>
          <a:p xmlns:a="http://schemas.openxmlformats.org/drawingml/2006/main">
            <a:r>
              <a:t>출처: W22 118~119 CaO 반응식①~③.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실제19·21쪽;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T76 물 생성 반응 1mol·2mol 원본. -285.8/-571.6kJ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10/40. 계수를 바꾸면 ΔH도 바뀐다</a:t>
            </a:r>
          </a:p>
          <a:p xmlns:a="http://schemas.openxmlformats.org/drawingml/2006/main">
            <a:r>
              <a:t>핵심: 반응식의 모든 계수에 k를 곱하면 ΔH에도 k를 곱한다</a:t>
            </a:r>
          </a:p>
          <a:p xmlns:a="http://schemas.openxmlformats.org/drawingml/2006/main">
            <a:r>
              <a:t>교사용: 반응식 전체 계수에 같은 비율을 적용한다. ΔH의 부호와 계수 변화량을 구분한다.</a:t>
            </a:r>
          </a:p>
          <a:p xmlns:a="http://schemas.openxmlformats.org/drawingml/2006/main">
            <a:r>
              <a:t>출처: W22 122 Q2 (가), 2배 비교는 교사 조작.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실제19쪽;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T86 메테인 생성식과 T87 분해식 원본. -74.8/+74.8kJ/mol</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11/40. 반응을 뒤집으면 부호가 바뀐다</a:t>
            </a:r>
          </a:p>
          <a:p xmlns:a="http://schemas.openxmlformats.org/drawingml/2006/main">
            <a:r>
              <a:t>핵심: 역반응의 ΔH는 절댓값이 같고 부호가 반대다</a:t>
            </a:r>
          </a:p>
          <a:p xmlns:a="http://schemas.openxmlformats.org/drawingml/2006/main">
            <a:r>
              <a:t>교사용: 반응 방향·물질 위치·ΔH 부호를 한 번에 바꾼다.</a:t>
            </a:r>
          </a:p>
          <a:p xmlns:a="http://schemas.openxmlformats.org/drawingml/2006/main">
            <a:r>
              <a:t>출처: W22 119 반응③, 역반응은 교사 조작.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실제21쪽;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12/40. 헤스 법칙의 세 가지 조작</a:t>
            </a:r>
          </a:p>
          <a:p xmlns:a="http://schemas.openxmlformats.org/drawingml/2006/main">
            <a:r>
              <a:t>핵심: 반응식의 배수·역반응·합에 ΔH도 같은 조작을 적용한다</a:t>
            </a:r>
          </a:p>
          <a:p xmlns:a="http://schemas.openxmlformats.org/drawingml/2006/main">
            <a:r>
              <a:t>교사용: 개념을 배운 Part1 안에서 바로 소정리한다. 설명한 세 조작을 이후 계산의 점검 기준으로 사용한다.</a:t>
            </a:r>
          </a:p>
          <a:p xmlns:a="http://schemas.openxmlformats.org/drawingml/2006/main">
            <a:r>
              <a:t>출처: W22 118~119·122.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실제13·18쪽;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13/40. Part 2 반응 엔탈피 구하기</a:t>
            </a:r>
          </a:p>
          <a:p xmlns:a="http://schemas.openxmlformats.org/drawingml/2006/main">
            <a:r>
              <a:t>핵심: 직접 측정하기 어려운 반응의 ΔH를 다른 반응으로 구할 수 있을까?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14/40. CO 생성열을 직접 재기 어려운 까닭</a:t>
            </a:r>
          </a:p>
          <a:p xmlns:a="http://schemas.openxmlformats.org/drawingml/2006/main">
            <a:r>
              <a:t>핵심: 탄소의 불완전 연소에서는 CO2도 함께 생길 수 있다</a:t>
            </a:r>
          </a:p>
          <a:p xmlns:a="http://schemas.openxmlformats.org/drawingml/2006/main">
            <a:r>
              <a:t>교사용: 혼합 생성물이 생길 수 있다는 측정의 어려움과 간접 방법의 필요성을 설명한다. 직접 측정이 원리적으로 영원히 불가능하다는 주장으로 확대하지 않는다.</a:t>
            </a:r>
          </a:p>
          <a:p xmlns:a="http://schemas.openxmlformats.org/drawingml/2006/main">
            <a:r>
              <a:t>출처: W22 119 헤스 법칙 이용 본문.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실제16쪽;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예제 세 반응식 원본. CO 생성 ΔH3, CO 산화 ΔH2</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15/40. 목표 반응과 주어진 반응</a:t>
            </a:r>
          </a:p>
          <a:p xmlns:a="http://schemas.openxmlformats.org/drawingml/2006/main">
            <a:r>
              <a:t>핵심: CO를 만드는 목표식과 알려진 두 연소식을 구별한다</a:t>
            </a:r>
          </a:p>
          <a:p xmlns:a="http://schemas.openxmlformats.org/drawingml/2006/main">
            <a:r>
              <a:t>교사용: 원하는 CO가 생성물에 계수1로 있어야 함을 먼저 표시한다. 주어진 식과 목표식을 구분한다.</a:t>
            </a:r>
          </a:p>
          <a:p xmlns:a="http://schemas.openxmlformats.org/drawingml/2006/main">
            <a:r>
              <a:t>출처: W22 119 반응①~③.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실제17·19쪽;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예제 원본 식 조합. ③=①−②</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16/40. 같은 물질을 소거하자</a:t>
            </a:r>
          </a:p>
          <a:p xmlns:a="http://schemas.openxmlformats.org/drawingml/2006/main">
            <a:r>
              <a:t>핵심: CO 산화 반응을 뒤집어 더하면 CO2가 소거된다</a:t>
            </a:r>
          </a:p>
          <a:p xmlns:a="http://schemas.openxmlformats.org/drawingml/2006/main">
            <a:r>
              <a:t>교사용: 처음부터 식을 단순 빼는 요령만 주지 않고 역반응의 부호와 물질 소거를 함께 보인다. 산소1/2mol이 남는지 검산한다.</a:t>
            </a:r>
          </a:p>
          <a:p xmlns:a="http://schemas.openxmlformats.org/drawingml/2006/main">
            <a:r>
              <a:t>출처: W22 119 CO 생성식 조합.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실제21·24쪽;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17장.</a:t>
            </a:r>
          </a:p>
          <a:p xmlns:a="http://schemas.openxmlformats.org/drawingml/2006/main">
            <a:r>
              <a:t>2026-10-27 원본 반응식 교체. 최신 출처: T85 원본 식 두 개. ΔH3=ΔH1−ΔH2=-110.5kJ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대표 검토본5/5. 전체 계획17장. 목표식은 C(s,흑연)+1/2O2(g)→CO(g). ΔH2=ΔH1−ΔH3을 먼저 읽는다. 위 두 원본 반응식에서 CO 산화 반응을 역으로 한 뒤 합하면 CO2가 소거됨을 앞 장에서 다루고, 이 장에서는 수치 계산에 집중한다. 두 음수를 빼므로 -393.5+283.0=-110.5kJ. 적힌 목표 반응 1회(탄소1mol)에 해당한다.</a:t>
            </a:r>
          </a:p>
          <a:p xmlns:a="http://schemas.openxmlformats.org/drawingml/2006/main">
            <a:r>
              <a:t>출처: W22 PDF/인쇄119, 탄소·CO 연소 반응식과 ΔH 계산. 원본 수식은 별도 크롭, 다른 문장은 편집 가능한 텍스트. 디자인: 사용자 수정본28·38쪽의 관계식→대입·결과 위계.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18/40. 헤스 법칙 계산의 순서</a:t>
            </a:r>
          </a:p>
          <a:p xmlns:a="http://schemas.openxmlformats.org/drawingml/2006/main">
            <a:r>
              <a:t>핵심: 목표식 확인→방향·계수 조절→물질 소거→ΔH 계산 순서로 푼다</a:t>
            </a:r>
          </a:p>
          <a:p xmlns:a="http://schemas.openxmlformats.org/drawingml/2006/main">
            <a:r>
              <a:t>교사용: 앞 CO 풀이와 네 단계를 연결한다. 3단계에서 상태가 다르면 소거하면 안 된다고 강조한다.</a:t>
            </a:r>
          </a:p>
          <a:p xmlns:a="http://schemas.openxmlformats.org/drawingml/2006/main">
            <a:r>
              <a:t>출처: W22 122 비법 특강.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실제17·38쪽;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W22 122 Q2 주어진식·목표식 원본</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19/40. SO2가 SO3로 바뀔 때</a:t>
            </a:r>
          </a:p>
          <a:p xmlns:a="http://schemas.openxmlformats.org/drawingml/2006/main">
            <a:r>
              <a:t>핵심: 목표식에 맞게 한 반응을 2배하고 다른 반응과 조합한다</a:t>
            </a:r>
          </a:p>
          <a:p xmlns:a="http://schemas.openxmlformats.org/drawingml/2006/main">
            <a:r>
              <a:t>교사용: 먼저 독립 풀이. 정답은 다음 장에 두고, 목표 SO2 계수2와 SO3 생성물 위치를 확인하게 한다.</a:t>
            </a:r>
          </a:p>
          <a:p xmlns:a="http://schemas.openxmlformats.org/drawingml/2006/main">
            <a:r>
              <a:t>출처: W22 122 Q2.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실제24·40쪽;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W22 122 Q2 주어진식·목표식 원본. 반응식 이미지 재생성 없음</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20/40. 반응식과 ΔH를 함께 검산</a:t>
            </a:r>
          </a:p>
          <a:p xmlns:a="http://schemas.openxmlformats.org/drawingml/2006/main">
            <a:r>
              <a:t>핵심: 2SO2+O2→2SO3의 ΔH는 -197 kJ이다</a:t>
            </a:r>
          </a:p>
          <a:p xmlns:a="http://schemas.openxmlformats.org/drawingml/2006/main">
            <a:r>
              <a:t>교사용: (가)를2배하고 뒤집어 (나)와 더한다. 황원자·산소분자와 ΔH 부호·단위를 검산한다.</a:t>
            </a:r>
          </a:p>
          <a:p xmlns:a="http://schemas.openxmlformats.org/drawingml/2006/main">
            <a:r>
              <a:t>출처: W22 122 Q2 해설.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실제38·39쪽;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원본 그래프. ΔH1=ΔH3+ΔH2</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21/40. 그림도 반응식도 같은 관계</a:t>
            </a:r>
          </a:p>
          <a:p xmlns:a="http://schemas.openxmlformats.org/drawingml/2006/main">
            <a:r>
              <a:t>핵심: 경로 그림의 화살표와 식 조합은 같은 ΔH 관계를 나타낸다</a:t>
            </a:r>
          </a:p>
          <a:p xmlns:a="http://schemas.openxmlformats.org/drawingml/2006/main">
            <a:r>
              <a:t>교사용: 그림의 화살표 방향과 반응식의 방향이 대응함을 확인한다. 중간 수준에는 남은 산소1/2mol을 함께 표시한 원본을 쓴다.</a:t>
            </a:r>
          </a:p>
          <a:p xmlns:a="http://schemas.openxmlformats.org/drawingml/2006/main">
            <a:r>
              <a:t>출처: W22 119 엔탈피 그래프.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실제10·22쪽;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22/40. Part 3 표준 생성 엔탈피</a:t>
            </a:r>
          </a:p>
          <a:p xmlns:a="http://schemas.openxmlformats.org/drawingml/2006/main">
            <a:r>
              <a:t>핵심: 물질마다 같은 기준의 생성 엔탈피를 알면 어떤 반응의 열도 구할 수 있을까?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실제25쪽;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유제 물 생성식 원본. T86 표준 생성 엔탈피 정의·표</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23/40. 표준 생성 엔탈피</a:t>
            </a:r>
          </a:p>
          <a:p xmlns:a="http://schemas.openxmlformats.org/drawingml/2006/main">
            <a:r>
              <a:t>핵심: 기준 원소 물질로부터 물질 1mol이 생성될 때의 반응 엔탈피다</a:t>
            </a:r>
          </a:p>
          <a:p xmlns:a="http://schemas.openxmlformats.org/drawingml/2006/main">
            <a:r>
              <a:t>교사용: f는formation, 위첨자°는표준상태라는 기호를 말로 보완한다. 이 자료의 수치는25°C 조건이며 온도를 표준상태 정의 자체와 동일시하지 않는다. 주 교과서 직접 대조 전 잠정 Part이다.</a:t>
            </a:r>
          </a:p>
          <a:p xmlns:a="http://schemas.openxmlformats.org/drawingml/2006/main">
            <a:r>
              <a:t>출처: W22 121 정의·물 생성식.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실제8·15쪽;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24/40. 기준 원소 물질의 값은 0</a:t>
            </a:r>
          </a:p>
          <a:p xmlns:a="http://schemas.openxmlformats.org/drawingml/2006/main">
            <a:r>
              <a:t>핵심: 가장 안정한 기준 원소 물질의 표준 생성 엔탈피를 0으로 정한다</a:t>
            </a:r>
          </a:p>
          <a:p xmlns:a="http://schemas.openxmlformats.org/drawingml/2006/main">
            <a:r>
              <a:t>교사용: 기준 원소 물질의 생성 엔탈피를0으로 정한 것이며, 물질의 엔탈피H가0이라는 의미가 아니다. 고립 원자·다른 동소체로 자동 확대하지 않는다.</a:t>
            </a:r>
          </a:p>
          <a:p xmlns:a="http://schemas.openxmlformats.org/drawingml/2006/main">
            <a:r>
              <a:t>출처: W22 121 표·원소 기준 설명.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실제17·18쪽;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유제 물·수증기 생성 반응식 원본 두 개</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25/40. 물과 수증기는 서로 다른 자료다</a:t>
            </a:r>
          </a:p>
          <a:p xmlns:a="http://schemas.openxmlformats.org/drawingml/2006/main">
            <a:r>
              <a:t>핵심: 물질의 상태가 다르면 표준 생성 엔탈피도 다르다</a:t>
            </a:r>
          </a:p>
          <a:p xmlns:a="http://schemas.openxmlformats.org/drawingml/2006/main">
            <a:r>
              <a:t>교사용: 비교하는 물질의 양과 온도조건은같고 생성물상태만다르다. 상태문자만기울이고괄호정자유지. 상태가다른H2O를서로소거하지않는다.</a:t>
            </a:r>
          </a:p>
          <a:p xmlns:a="http://schemas.openxmlformats.org/drawingml/2006/main">
            <a:r>
              <a:t>출처: W22 121 상태별 표;123 Q4.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실제11·20쪽;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T87 원본 과정1~3. CH4 분해식은 역반응이므로 모든 과정을 더함</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26/40. 생성물에서 반응물을 빼는 까닭</a:t>
            </a:r>
          </a:p>
          <a:p xmlns:a="http://schemas.openxmlformats.org/drawingml/2006/main">
            <a:r>
              <a:t>핵심: 원소에서 생성물로 가는 경로와 반응물을 거치는 경로를 비교한다</a:t>
            </a:r>
          </a:p>
          <a:p xmlns:a="http://schemas.openxmlformats.org/drawingml/2006/main">
            <a:r>
              <a:t>교사용: 원소에서생성물로가는경로와메테인을거치는경로를비교한다. CH4생성식①을뒤집고③을2배하여원소를소거한다. 다음장일반식으로연결한다.</a:t>
            </a:r>
          </a:p>
          <a:p xmlns:a="http://schemas.openxmlformats.org/drawingml/2006/main">
            <a:r>
              <a:t>출처: W22 121 CH4 생성식①②③·조합.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실제10·21쪽;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27/40. 계수를 곱해 합한다</a:t>
            </a:r>
          </a:p>
          <a:p xmlns:a="http://schemas.openxmlformats.org/drawingml/2006/main">
            <a:r>
              <a:t>핵심: ΔrH°=ΣνΔfH°(생성물)-ΣνΔfH°(반응물)이다</a:t>
            </a:r>
          </a:p>
          <a:p xmlns:a="http://schemas.openxmlformats.org/drawingml/2006/main">
            <a:r>
              <a:t>교사용: 일반식의합은그냥각물질값을한번씩더한다는뜻이아니라계수곱을포함한다. 엄밀한표준반응엔탈피기호와단위는주교과서대조후통일한다.</a:t>
            </a:r>
          </a:p>
          <a:p xmlns:a="http://schemas.openxmlformats.org/drawingml/2006/main">
            <a:r>
              <a:t>출처: W22 121 관계식.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실제10·28쪽;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T86 메테인 연소 반응식 원본, T86~87 수치로 -890.3kJ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28/40. 메테인 연소열 구하기</a:t>
            </a:r>
          </a:p>
          <a:p xmlns:a="http://schemas.openxmlformats.org/drawingml/2006/main">
            <a:r>
              <a:t>핵심: 제시된 표의 값으로 CH4 연소 ΔH는 -890.3 kJ이다</a:t>
            </a:r>
          </a:p>
          <a:p xmlns:a="http://schemas.openxmlformats.org/drawingml/2006/main">
            <a:r>
              <a:t>교사용: 이장수치세트는완자121의-74.8/-393.5/-285.8을그대로이용한다. 3-01자료의-890.5값과혼용하지않는다. CH4연소1mol기준식이다.</a:t>
            </a:r>
          </a:p>
          <a:p xmlns:a="http://schemas.openxmlformats.org/drawingml/2006/main">
            <a:r>
              <a:t>출처: W22 121 표·메테인 예제.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실제28·38쪽;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유제 물 기화식 원본. ΔH3=+44.0kJ</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29/40. 물의 상태 변화 엔탈피</a:t>
            </a:r>
          </a:p>
          <a:p xmlns:a="http://schemas.openxmlformats.org/drawingml/2006/main">
            <a:r>
              <a:t>핵심: 제시된 두 생성 엔탈피 차이로 기화 ΔH=+44.0 kJ를 구한다</a:t>
            </a:r>
          </a:p>
          <a:p xmlns:a="http://schemas.openxmlformats.org/drawingml/2006/main">
            <a:r>
              <a:t>교사용: 25°C에서상태차이를나타낸값이다. 끓는점100°C의기화엔탈피와혼용하지않는다. 두반응의물질상태를구분한다.</a:t>
            </a:r>
          </a:p>
          <a:p xmlns:a="http://schemas.openxmlformats.org/drawingml/2006/main">
            <a:r>
              <a:t>출처: W22 123 Q4;121 상태별 표.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실제20·24쪽;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30/40. 생성 엔탈피 계산의 확인점</a:t>
            </a:r>
          </a:p>
          <a:p xmlns:a="http://schemas.openxmlformats.org/drawingml/2006/main">
            <a:r>
              <a:t>핵심: 생성물 1mol 기준·기준 원소·물질 상태·반응 계수를 확인한다</a:t>
            </a:r>
          </a:p>
          <a:p xmlns:a="http://schemas.openxmlformats.org/drawingml/2006/main">
            <a:r>
              <a:t>교사용: 표의kJ/mol과적힌열화학반응식의kJ를구분한다. 단원뒤로밀지않고Part3안에서정리한다.</a:t>
            </a:r>
          </a:p>
          <a:p xmlns:a="http://schemas.openxmlformats.org/drawingml/2006/main">
            <a:r>
              <a:t>출처: W22 121·124 핵심체크.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실제13·18쪽;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31/40. Part 4 실험으로 확인하는 헤스 법칙</a:t>
            </a:r>
          </a:p>
          <a:p xmlns:a="http://schemas.openxmlformats.org/drawingml/2006/main">
            <a:r>
              <a:t>핵심: 용해한 뒤 중화할 때와 고체를 직접 반응시킬 때의 열은 어떤 관계일까?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실제32쪽;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W22 120 원본 NaOH 반응식 세 개</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32/40. 같은 처음과 끝을 만드는 두 경로</a:t>
            </a:r>
          </a:p>
          <a:p xmlns:a="http://schemas.openxmlformats.org/drawingml/2006/main">
            <a:r>
              <a:t>핵심: NaOH 용해+수용액 중화와 고체 NaOH의 직접 반응을 비교한다</a:t>
            </a:r>
          </a:p>
          <a:p xmlns:a="http://schemas.openxmlformats.org/drawingml/2006/main">
            <a:r>
              <a:t>교사용: 처음·나중에있는물질전체를같게한다. 반응식에생략된용매물도경로조건에서비교한다. NaOH(aq)는중간물질로소거된다.</a:t>
            </a:r>
          </a:p>
          <a:p xmlns:a="http://schemas.openxmlformats.org/drawingml/2006/main">
            <a:r>
              <a:t>출처: W22 120 실험; G22 보존104~105.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실제22·36쪽;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33/40. 실험 조건을 맞추자</a:t>
            </a:r>
          </a:p>
          <a:p xmlns:a="http://schemas.openxmlformats.org/drawingml/2006/main">
            <a:r>
              <a:t>핵심: NaOH 양·전체 물질·처음 온도와 열량계 조건을 비교한다</a:t>
            </a:r>
          </a:p>
          <a:p xmlns:a="http://schemas.openxmlformats.org/drawingml/2006/main">
            <a:r>
              <a:t>교사용: 완자예시실험Ⅰ용해뒤25°C로식히고중화한다. 실험Ⅱ에서는물과염산혼합뒤25°C로식힌후고체를넣는다. 원본사진의두패널이모두실험Ⅰ임을구분하고직접반응실험사진으로잘못이름붙이지않는다.</a:t>
            </a:r>
          </a:p>
          <a:p xmlns:a="http://schemas.openxmlformats.org/drawingml/2006/main">
            <a:r>
              <a:t>출처: W22 120 과정·실험Ⅰ 사진.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실제11·23쪽;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34/40. 열량계에서 읽는 것</a:t>
            </a:r>
          </a:p>
          <a:p xmlns:a="http://schemas.openxmlformats.org/drawingml/2006/main">
            <a:r>
              <a:t>핵심: 용액이 얻은 열 Q=cmΔt로 반응에서 방출한 열을 추정한다</a:t>
            </a:r>
          </a:p>
          <a:p xmlns:a="http://schemas.openxmlformats.org/drawingml/2006/main">
            <a:r>
              <a:t>교사용: 외부열출입·열량계열용량을무시하는근사에서용액이얻은열과반응에서방출한열의크기를연결한다. 반응mol기준으로환산하기전Q는J또는kJ이다. 용질질량도더한다.</a:t>
            </a:r>
          </a:p>
          <a:p xmlns:a="http://schemas.openxmlformats.org/drawingml/2006/main">
            <a:r>
              <a:t>출처: W22 120 Q=cmΔt·열량 계산; G22 보존104~105.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실제23·28쪽;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35/40. 교재의 온도 자료 읽기</a:t>
            </a:r>
          </a:p>
          <a:p xmlns:a="http://schemas.openxmlformats.org/drawingml/2006/main">
            <a:r>
              <a:t>핵심: 각 반응 단계의 질량과 온도 변화를 따로 기록한다</a:t>
            </a:r>
          </a:p>
          <a:p xmlns:a="http://schemas.openxmlformats.org/drawingml/2006/main">
            <a:r>
              <a:t>교사용: 교재예시데이터이며이번수업에서실측한값으로표현하지않는다. W22와G22예시온도를섞지않는다. 각반응의처음온도를별도로기록한다.</a:t>
            </a:r>
          </a:p>
          <a:p xmlns:a="http://schemas.openxmlformats.org/drawingml/2006/main">
            <a:r>
              <a:t>출처: W22 120 결과·열량 표.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실제18·24쪽;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36/40. 한 단계의 반응 엔탈피</a:t>
            </a:r>
          </a:p>
          <a:p xmlns:a="http://schemas.openxmlformats.org/drawingml/2006/main">
            <a:r>
              <a:t>핵심: 용해 단계는 Q≈8.30kJ, NaOH 0.200mol 기준 ΔH≈-41.50kJ/mol이다</a:t>
            </a:r>
          </a:p>
          <a:p xmlns:a="http://schemas.openxmlformats.org/drawingml/2006/main">
            <a:r>
              <a:t>교사용: 계산전의정확한값-41.496kJ/mol을최종반올림하면-41.50이다. 온도상승으로용액이열을얻었고반응ΔH는음수임을구분한다.</a:t>
            </a:r>
          </a:p>
          <a:p xmlns:a="http://schemas.openxmlformats.org/drawingml/2006/main">
            <a:r>
              <a:t>출처: W22 120 실험Ⅰ❶.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실제28·38쪽;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37/40. 나머지 두 단계와 비교</a:t>
            </a:r>
          </a:p>
          <a:p xmlns:a="http://schemas.openxmlformats.org/drawingml/2006/main">
            <a:r>
              <a:t>핵심: 교재 반올림값은 중화 -52.25, 직접 반응 -94.25kJ/mol이다</a:t>
            </a:r>
          </a:p>
          <a:p xmlns:a="http://schemas.openxmlformats.org/drawingml/2006/main">
            <a:r>
              <a:t>교사용: 중화10.45와직접18.85kJ는교재의중간반올림값이다. 연속계산의반올림전결과와혼합하지않고여기서는교재의반올림표를한세트로쓴다.</a:t>
            </a:r>
          </a:p>
          <a:p xmlns:a="http://schemas.openxmlformats.org/drawingml/2006/main">
            <a:r>
              <a:t>출처: W22 120 해석2.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실제18·38쪽;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38/40. 실험값은 얼마나 가까울까?</a:t>
            </a:r>
          </a:p>
          <a:p xmlns:a="http://schemas.openxmlformats.org/drawingml/2006/main">
            <a:r>
              <a:t>핵심: 두 단계 합 -93.75와 직접값 -94.25kJ/mol은 근사적으로 일치한다</a:t>
            </a:r>
          </a:p>
          <a:p xmlns:a="http://schemas.openxmlformats.org/drawingml/2006/main">
            <a:r>
              <a:t>교사용: 열손실·측정·증발및희석·농도조건의영향을교사발문으로연결한다. 데이터를고쳐정확히일치시키지않는다. 관찰은근사일치이며법칙실패로단정하지않는다.</a:t>
            </a:r>
          </a:p>
          <a:p xmlns:a="http://schemas.openxmlformats.org/drawingml/2006/main">
            <a:r>
              <a:t>출처: W22 120 해석3·오차 설명.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실제13·24쪽;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39/40. 직접 재지 못한 ΔH를 알게 되는 까닭</a:t>
            </a:r>
          </a:p>
          <a:p xmlns:a="http://schemas.openxmlformats.org/drawingml/2006/main">
            <a:r>
              <a:t>핵심: 알려진 반응을 조합해 같은 처음·끝을 만들면 미지 ΔH를 구할 수 있다</a:t>
            </a:r>
          </a:p>
          <a:p xmlns:a="http://schemas.openxmlformats.org/drawingml/2006/main">
            <a:r>
              <a:t>교사용: 도입의높이차비유와연결해경로와변화량을말로구분한다. 걷는거리나신체에너지와반응열을동일시하지않는다. 원래등록캐릭터를확보하지못해캐릭터는배치하지않았다.</a:t>
            </a:r>
          </a:p>
          <a:p xmlns:a="http://schemas.openxmlformats.org/drawingml/2006/main">
            <a:r>
              <a:t>출처: W22 118~123; STD22.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실제31·40쪽;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2026-10-27 원본 반응식 교체. 최신 출처: T85 CO 생성 ΔH3=ΔH1−ΔH2</a:t>
            </a:r>
          </a:p>
          <a:p xmlns:a="http://schemas.openxmlformats.org/drawingml/2006/main">
            <a:r>
              <a:t>T=천재교육 물질과 에너지 교과서(PDF쪽=인쇄쪽), W22=완자 물질과 에너지. 원본 PDF를 렌더링해 크롭한 이미지이며 직접 입력/생성한 반응식이 아니다. assets/equations-v05/provenance.json 참조. 이 기록이 이전 출처·수치·식 번호 메모를 대체한다.</a:t>
            </a:r>
          </a:p>
          <a:p xmlns:a="http://schemas.openxmlformats.org/drawingml/2006/main">
            <a:r>
              <a:t>전체 검토 시안 40/40. 경로와 식으로 설명하기</a:t>
            </a:r>
          </a:p>
          <a:p xmlns:a="http://schemas.openxmlformats.org/drawingml/2006/main">
            <a:r>
              <a:t>핵심: 경로 비교·식 조합·상태 확인을 근거로 헤스 법칙을 적용한다</a:t>
            </a:r>
          </a:p>
          <a:p xmlns:a="http://schemas.openxmlformats.org/drawingml/2006/main">
            <a:r>
              <a:t>교사용: 출구과제예상답:①두연소식을조합하면목표식이남음②양의값,생성엔탈피차이+44.0kJ③열손실·기기/온도측정·희석/농도조건등. 화면에정답을동시에적지않고교사노트에보존한다. 형식적정리문구보다실제개념활동이름으로끝낸다.</a:t>
            </a:r>
          </a:p>
          <a:p xmlns:a="http://schemas.openxmlformats.org/drawingml/2006/main">
            <a:r>
              <a:t>출처: W22 119·123·120 근거 교사 제작 확인 과제. 천재교육 물질과 에너지 교과서 PDF76~87과 완자 관련 원본을 대조했다. 반응식은 최신 원본 채택 기록을 우선한다. 기존 계획의 미판정을 통과로 바꾸지 않음.</a:t>
            </a:r>
          </a:p>
          <a:p xmlns:a="http://schemas.openxmlformats.org/drawingml/2006/main">
            <a:r>
              <a:t>레이아웃 참조: 사용자 수정본 실제24·40쪽;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29737a4c73c412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78298962269448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a17f4a239e1455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76b0e7e79ad4cb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5019788d61f425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2a486e8379d415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295201B-9949-473E-9AC4-BB667D88610C}"/>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72CFF34-B8BA-421B-9746-367B03A7B621}"/>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BBF1ADB-5721-4212-B3D3-C2A958365D4B}"/>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3F96B81-9C6C-4A6F-99FF-C4478D34FED9}"/>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5EC64BE-9D3A-42A4-956C-71E29435074E}"/>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C2FFF09-9642-4868-9F74-50E268AB5CD2}"/>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F9BC507-D876-4A8F-8C3B-A99B031937E6}"/>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386C919-6887-40ED-A50A-9345C1B3FEC0}"/>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748AC44-7CB5-41E2-98CA-2FF608FB7F64}"/>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CEA11CB-33CF-435D-AB57-09DB72B80716}"/>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4b309d1481b4a35" /><Relationship Type="http://schemas.openxmlformats.org/officeDocument/2006/relationships/slideLayout" Target="/ppt/slideLayouts/slideLayout1.xml" Id="R32991c9bae624c71" /><Relationship Type="http://schemas.openxmlformats.org/officeDocument/2006/relationships/slideLayout" Target="/ppt/slideLayouts/slideLayout2.xml" Id="Rc04eb06039034a3a" /><Relationship Type="http://schemas.openxmlformats.org/officeDocument/2006/relationships/slideLayout" Target="/ppt/slideLayouts/slideLayout3.xml" Id="R3d12474a31af458c" /><Relationship Type="http://schemas.openxmlformats.org/officeDocument/2006/relationships/slideLayout" Target="/ppt/slideLayouts/slideLayout4.xml" Id="R26de023a661941c4" /><Relationship Type="http://schemas.openxmlformats.org/officeDocument/2006/relationships/slideLayout" Target="/ppt/slideLayouts/slideLayout5.xml" Id="R761cb1f01ac94adf" /><Relationship Type="http://schemas.openxmlformats.org/officeDocument/2006/relationships/slideLayout" Target="/ppt/slideLayouts/slideLayout6.xml" Id="R2ecfbe0a44724d8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2991c9bae624c71"/>
    <p:sldLayoutId xmlns:r="http://schemas.openxmlformats.org/officeDocument/2006/relationships" id="2147483650" r:id="Rc04eb06039034a3a"/>
    <p:sldLayoutId xmlns:r="http://schemas.openxmlformats.org/officeDocument/2006/relationships" id="2147483651" r:id="R3d12474a31af458c"/>
    <p:sldLayoutId xmlns:r="http://schemas.openxmlformats.org/officeDocument/2006/relationships" id="2147483652" r:id="R26de023a661941c4"/>
    <p:sldLayoutId xmlns:r="http://schemas.openxmlformats.org/officeDocument/2006/relationships" id="2147483653" r:id="R761cb1f01ac94adf"/>
    <p:sldLayoutId xmlns:r="http://schemas.openxmlformats.org/officeDocument/2006/relationships" id="2147483654" r:id="R2ecfbe0a44724d8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87dd1757ba34b80" /><Relationship Type="http://schemas.openxmlformats.org/officeDocument/2006/relationships/image" Target="/ppt/media/image.png" Id="R72d2e8736da749a0" /><Relationship Type="http://schemas.openxmlformats.org/officeDocument/2006/relationships/image" Target="/ppt/media/image2.png" Id="R1b04b85eeaa94316" /><Relationship Type="http://schemas.openxmlformats.org/officeDocument/2006/relationships/notesSlide" Target="/ppt/notesSlides/notesSlide1.xml" Id="Rd8d525a85c42448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65b72480be94335" /><Relationship Type="http://schemas.openxmlformats.org/officeDocument/2006/relationships/image" Target="/ppt/media/image3.png" Id="Raa878c08dc7e442a" /><Relationship Type="http://schemas.openxmlformats.org/officeDocument/2006/relationships/image" Target="/ppt/media/image4.png" Id="R29f4422a17444364" /><Relationship Type="http://schemas.openxmlformats.org/officeDocument/2006/relationships/notesSlide" Target="/ppt/notesSlides/notesSlide2.xml" Id="R64b25f66438f454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1fd333be712487e" /><Relationship Type="http://schemas.openxmlformats.org/officeDocument/2006/relationships/image" Target="/ppt/media/image5.png" Id="R9569cf6a5e79467f" /><Relationship Type="http://schemas.openxmlformats.org/officeDocument/2006/relationships/notesSlide" Target="/ppt/notesSlides/notesSlide3.xml" Id="Rd102d533ec694ef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82f45f1c9844060" /><Relationship Type="http://schemas.openxmlformats.org/officeDocument/2006/relationships/image" Target="/ppt/media/image6.png" Id="R2df2bb71a6f34bc2" /><Relationship Type="http://schemas.openxmlformats.org/officeDocument/2006/relationships/image" Target="/ppt/media/image7.png" Id="Rbde9e56062b84ee6" /><Relationship Type="http://schemas.openxmlformats.org/officeDocument/2006/relationships/notesSlide" Target="/ppt/notesSlides/notesSlide4.xml" Id="Re5b9d12b5dcb40c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d3b0db98ba94073" /><Relationship Type="http://schemas.openxmlformats.org/officeDocument/2006/relationships/image" Target="/ppt/media/image8.png" Id="Rfc9b0a7966ac434e" /><Relationship Type="http://schemas.openxmlformats.org/officeDocument/2006/relationships/notesSlide" Target="/ppt/notesSlides/notesSlide5.xml" Id="R2fa866378084458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235969d3bca431d" /><Relationship Type="http://schemas.openxmlformats.org/officeDocument/2006/relationships/image" Target="/ppt/media/image9.png" Id="R148cfb6f7da248e7" /><Relationship Type="http://schemas.openxmlformats.org/officeDocument/2006/relationships/notesSlide" Target="/ppt/notesSlides/notesSlide6.xml" Id="R18d1db62f45343f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bad7def34a24458" /><Relationship Type="http://schemas.openxmlformats.org/officeDocument/2006/relationships/image" Target="/ppt/media/image10.png" Id="Rf281f93928c04032" /><Relationship Type="http://schemas.openxmlformats.org/officeDocument/2006/relationships/notesSlide" Target="/ppt/notesSlides/notesSlide7.xml" Id="R4b7a0ec3349c46f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a55b2293345475b" /><Relationship Type="http://schemas.openxmlformats.org/officeDocument/2006/relationships/image" Target="/ppt/media/image11.png" Id="R9101737d12064089" /><Relationship Type="http://schemas.openxmlformats.org/officeDocument/2006/relationships/image" Target="/ppt/media/image12.png" Id="Rd58a8b7bb2cc4c9a" /><Relationship Type="http://schemas.openxmlformats.org/officeDocument/2006/relationships/notesSlide" Target="/ppt/notesSlides/notesSlide8.xml" Id="Rf25d28d82245474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501f7e88be6478f" /><Relationship Type="http://schemas.openxmlformats.org/officeDocument/2006/relationships/image" Target="/ppt/media/image13.png" Id="R7e8b0b6e7f684f1d" /><Relationship Type="http://schemas.openxmlformats.org/officeDocument/2006/relationships/image" Target="/ppt/media/image14.png" Id="Rd1cb712e01ac4498" /><Relationship Type="http://schemas.openxmlformats.org/officeDocument/2006/relationships/image" Target="/ppt/media/image15.png" Id="R38f108db54084b8c" /><Relationship Type="http://schemas.openxmlformats.org/officeDocument/2006/relationships/image" Target="/ppt/media/image16.png" Id="Rfc3b17cc11ab43d9" /><Relationship Type="http://schemas.openxmlformats.org/officeDocument/2006/relationships/notesSlide" Target="/ppt/notesSlides/notesSlide9.xml" Id="R2cfdb8b5516d462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a10d83fec064cd6" /><Relationship Type="http://schemas.openxmlformats.org/officeDocument/2006/relationships/image" Target="/ppt/media/image17.png" Id="R693223385d2d4d20" /><Relationship Type="http://schemas.openxmlformats.org/officeDocument/2006/relationships/image" Target="/ppt/media/image18.png" Id="R3ec4b7dc38cd496b" /><Relationship Type="http://schemas.openxmlformats.org/officeDocument/2006/relationships/image" Target="/ppt/media/image19.png" Id="R460a2ecca4754593" /><Relationship Type="http://schemas.openxmlformats.org/officeDocument/2006/relationships/notesSlide" Target="/ppt/notesSlides/notesSlide10.xml" Id="R9126e9ded67942e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ea0a253c89b4483" /><Relationship Type="http://schemas.openxmlformats.org/officeDocument/2006/relationships/image" Target="/ppt/media/image20.png" Id="Rb1645df0f15a4eaf" /><Relationship Type="http://schemas.openxmlformats.org/officeDocument/2006/relationships/image" Target="/ppt/media/image21.png" Id="R289cca98f89449b9" /><Relationship Type="http://schemas.openxmlformats.org/officeDocument/2006/relationships/image" Target="/ppt/media/image22.png" Id="R3d28b02d9b4e466b" /><Relationship Type="http://schemas.openxmlformats.org/officeDocument/2006/relationships/notesSlide" Target="/ppt/notesSlides/notesSlide11.xml" Id="R600d6448eef54a8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84d741fe3c041c1" /><Relationship Type="http://schemas.openxmlformats.org/officeDocument/2006/relationships/image" Target="/ppt/media/image23.png" Id="Re75c736dd1644f49" /><Relationship Type="http://schemas.openxmlformats.org/officeDocument/2006/relationships/notesSlide" Target="/ppt/notesSlides/notesSlide12.xml" Id="Rf5a4450ce2a34c3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fd55c796f1d4de1" /><Relationship Type="http://schemas.openxmlformats.org/officeDocument/2006/relationships/image" Target="/ppt/media/image24.png" Id="R1dff038ad3024a41" /><Relationship Type="http://schemas.openxmlformats.org/officeDocument/2006/relationships/notesSlide" Target="/ppt/notesSlides/notesSlide13.xml" Id="R0bf99a711aaf4b7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429b80364a04a17" /><Relationship Type="http://schemas.openxmlformats.org/officeDocument/2006/relationships/image" Target="/ppt/media/image25.png" Id="Ree9918ced02047e1" /><Relationship Type="http://schemas.openxmlformats.org/officeDocument/2006/relationships/notesSlide" Target="/ppt/notesSlides/notesSlide14.xml" Id="R48606b66a24e43a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2aabf13103b49d8" /><Relationship Type="http://schemas.openxmlformats.org/officeDocument/2006/relationships/image" Target="/ppt/media/image26.png" Id="R9c431f4280324364" /><Relationship Type="http://schemas.openxmlformats.org/officeDocument/2006/relationships/image" Target="/ppt/media/image27.png" Id="Rcb35111a55c144e6" /><Relationship Type="http://schemas.openxmlformats.org/officeDocument/2006/relationships/image" Target="/ppt/media/image28.png" Id="R987553bfdc4040bb" /><Relationship Type="http://schemas.openxmlformats.org/officeDocument/2006/relationships/image" Target="/ppt/media/image29.png" Id="R620ad1e78b6649ff" /><Relationship Type="http://schemas.openxmlformats.org/officeDocument/2006/relationships/notesSlide" Target="/ppt/notesSlides/notesSlide15.xml" Id="R11633af523eb4d0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5ceb55ab406d4916" /><Relationship Type="http://schemas.openxmlformats.org/officeDocument/2006/relationships/image" Target="/ppt/media/image30.png" Id="R3b56ed72896a4033" /><Relationship Type="http://schemas.openxmlformats.org/officeDocument/2006/relationships/image" Target="/ppt/media/image31.png" Id="Rdca6c69b0e4d439e" /><Relationship Type="http://schemas.openxmlformats.org/officeDocument/2006/relationships/notesSlide" Target="/ppt/notesSlides/notesSlide16.xml" Id="R6722849b05314a1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4ca57f8c6374201" /><Relationship Type="http://schemas.openxmlformats.org/officeDocument/2006/relationships/image" Target="/ppt/media/image32.png" Id="R78ab7f4e49aa4db3" /><Relationship Type="http://schemas.openxmlformats.org/officeDocument/2006/relationships/image" Target="/ppt/media/image33.png" Id="R8e540e2b39b447b8" /><Relationship Type="http://schemas.openxmlformats.org/officeDocument/2006/relationships/image" Target="/ppt/media/image34.png" Id="R1c7e2e2331414fc4" /><Relationship Type="http://schemas.openxmlformats.org/officeDocument/2006/relationships/notesSlide" Target="/ppt/notesSlides/notesSlide17.xml" Id="R370a9b023f86456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f06f98b4d36e40b3" /><Relationship Type="http://schemas.openxmlformats.org/officeDocument/2006/relationships/image" Target="/ppt/media/image35.png" Id="R59c81c160a4a4143" /><Relationship Type="http://schemas.openxmlformats.org/officeDocument/2006/relationships/notesSlide" Target="/ppt/notesSlides/notesSlide18.xml" Id="Rc101fb41c95f4af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5a181e80dab74275" /><Relationship Type="http://schemas.openxmlformats.org/officeDocument/2006/relationships/image" Target="/ppt/media/image36.png" Id="R14aac6df4027455a" /><Relationship Type="http://schemas.openxmlformats.org/officeDocument/2006/relationships/image" Target="/ppt/media/image37.png" Id="Rb64fb14aa6c249a2" /><Relationship Type="http://schemas.openxmlformats.org/officeDocument/2006/relationships/image" Target="/ppt/media/image38.png" Id="R8f5e5a4da2664fa5" /><Relationship Type="http://schemas.openxmlformats.org/officeDocument/2006/relationships/notesSlide" Target="/ppt/notesSlides/notesSlide19.xml" Id="R94fb108e63eb45d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1ef3726077c24da5" /><Relationship Type="http://schemas.openxmlformats.org/officeDocument/2006/relationships/image" Target="/ppt/media/image39.png" Id="Rca913de348564629" /><Relationship Type="http://schemas.openxmlformats.org/officeDocument/2006/relationships/image" Target="/ppt/media/image40.png" Id="R377506f8efa24aba" /><Relationship Type="http://schemas.openxmlformats.org/officeDocument/2006/relationships/image" Target="/ppt/media/image41.png" Id="Rb61c0bc0b4a64dd6" /><Relationship Type="http://schemas.openxmlformats.org/officeDocument/2006/relationships/notesSlide" Target="/ppt/notesSlides/notesSlide20.xml" Id="R756f089c9e3243b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a1553914fff2420d" /><Relationship Type="http://schemas.openxmlformats.org/officeDocument/2006/relationships/image" Target="/ppt/media/image42.png" Id="Re7cf595401234262" /><Relationship Type="http://schemas.openxmlformats.org/officeDocument/2006/relationships/image" Target="/ppt/media/image43.png" Id="R8fabc41217ec4d00" /><Relationship Type="http://schemas.openxmlformats.org/officeDocument/2006/relationships/notesSlide" Target="/ppt/notesSlides/notesSlide21.xml" Id="R6a60a6fa6be240c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19fe943a242342a4" /><Relationship Type="http://schemas.openxmlformats.org/officeDocument/2006/relationships/image" Target="/ppt/media/image44.png" Id="R109f59bb4b924894" /><Relationship Type="http://schemas.openxmlformats.org/officeDocument/2006/relationships/notesSlide" Target="/ppt/notesSlides/notesSlide22.xml" Id="Ra92c5366ada2463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284cd37d5efd4bb4" /><Relationship Type="http://schemas.openxmlformats.org/officeDocument/2006/relationships/image" Target="/ppt/media/image45.png" Id="R036e6820faf44a6a" /><Relationship Type="http://schemas.openxmlformats.org/officeDocument/2006/relationships/image" Target="/ppt/media/image46.png" Id="R1d3d32621b7649cc" /><Relationship Type="http://schemas.openxmlformats.org/officeDocument/2006/relationships/notesSlide" Target="/ppt/notesSlides/notesSlide23.xml" Id="R7dd10e0bbae04f0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6150428b7f034ad9" /><Relationship Type="http://schemas.openxmlformats.org/officeDocument/2006/relationships/image" Target="/ppt/media/image47.png" Id="Reb7dea042cf648ff" /><Relationship Type="http://schemas.openxmlformats.org/officeDocument/2006/relationships/notesSlide" Target="/ppt/notesSlides/notesSlide24.xml" Id="R906505c71da84a1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049efef6d42f428a" /><Relationship Type="http://schemas.openxmlformats.org/officeDocument/2006/relationships/image" Target="/ppt/media/image48.png" Id="R88fa4c02487f4a08" /><Relationship Type="http://schemas.openxmlformats.org/officeDocument/2006/relationships/image" Target="/ppt/media/image49.png" Id="Rd209b54aaf1047d9" /><Relationship Type="http://schemas.openxmlformats.org/officeDocument/2006/relationships/image" Target="/ppt/media/image50.png" Id="R5f8b3d1954054b73" /><Relationship Type="http://schemas.openxmlformats.org/officeDocument/2006/relationships/notesSlide" Target="/ppt/notesSlides/notesSlide25.xml" Id="Rafdb6fad5a1e4b5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760c98407aaf4911" /><Relationship Type="http://schemas.openxmlformats.org/officeDocument/2006/relationships/image" Target="/ppt/media/image51.png" Id="Rae18abc76556406a" /><Relationship Type="http://schemas.openxmlformats.org/officeDocument/2006/relationships/image" Target="/ppt/media/image52.png" Id="R770d6ea563fb43a1" /><Relationship Type="http://schemas.openxmlformats.org/officeDocument/2006/relationships/notesSlide" Target="/ppt/notesSlides/notesSlide26.xml" Id="R485f15e097984f6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03bc4f13e1bc462a" /><Relationship Type="http://schemas.openxmlformats.org/officeDocument/2006/relationships/image" Target="/ppt/media/image53.png" Id="R8a2a5a4e8f584f6e" /><Relationship Type="http://schemas.openxmlformats.org/officeDocument/2006/relationships/notesSlide" Target="/ppt/notesSlides/notesSlide27.xml" Id="R6001e566648441f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2cba40533cc64878" /><Relationship Type="http://schemas.openxmlformats.org/officeDocument/2006/relationships/image" Target="/ppt/media/image54.png" Id="Rb8fe4baa6b6a4ace" /><Relationship Type="http://schemas.openxmlformats.org/officeDocument/2006/relationships/image" Target="/ppt/media/image55.png" Id="R80da4f31f2dd4427" /><Relationship Type="http://schemas.openxmlformats.org/officeDocument/2006/relationships/notesSlide" Target="/ppt/notesSlides/notesSlide28.xml" Id="R674ca9ea730d4f6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6ff50e2b25dd4b0c" /><Relationship Type="http://schemas.openxmlformats.org/officeDocument/2006/relationships/image" Target="/ppt/media/image56.png" Id="R9eaf69012842482a" /><Relationship Type="http://schemas.openxmlformats.org/officeDocument/2006/relationships/image" Target="/ppt/media/image57.png" Id="Rbbf8f9b40fee4d34" /><Relationship Type="http://schemas.openxmlformats.org/officeDocument/2006/relationships/image" Target="/ppt/media/image58.png" Id="R121f3b6a9b8d4049" /><Relationship Type="http://schemas.openxmlformats.org/officeDocument/2006/relationships/notesSlide" Target="/ppt/notesSlides/notesSlide29.xml" Id="R955a278d6bf7478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5f47102726b34125" /><Relationship Type="http://schemas.openxmlformats.org/officeDocument/2006/relationships/image" Target="/ppt/media/image59.png" Id="R6e9a97c566534e04" /><Relationship Type="http://schemas.openxmlformats.org/officeDocument/2006/relationships/notesSlide" Target="/ppt/notesSlides/notesSlide30.xml" Id="R0157277798124337"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62d92f509c684fcc" /><Relationship Type="http://schemas.openxmlformats.org/officeDocument/2006/relationships/image" Target="/ppt/media/image60.png" Id="R339774dada6d42fb" /><Relationship Type="http://schemas.openxmlformats.org/officeDocument/2006/relationships/notesSlide" Target="/ppt/notesSlides/notesSlide31.xml" Id="Rc7b3b905e62a48ed"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31dec0dfb4c34f36" /><Relationship Type="http://schemas.openxmlformats.org/officeDocument/2006/relationships/image" Target="/ppt/media/image61.png" Id="Rbf2fc9bbf4764996" /><Relationship Type="http://schemas.openxmlformats.org/officeDocument/2006/relationships/image" Target="/ppt/media/image62.png" Id="Rf2b6e56deaa64f6a" /><Relationship Type="http://schemas.openxmlformats.org/officeDocument/2006/relationships/image" Target="/ppt/media/image63.png" Id="Rea21d5464c334b6a" /><Relationship Type="http://schemas.openxmlformats.org/officeDocument/2006/relationships/image" Target="/ppt/media/image64.png" Id="Reffd1e8219af4aa2" /><Relationship Type="http://schemas.openxmlformats.org/officeDocument/2006/relationships/image" Target="/ppt/media/image65.png" Id="Rcfbd8d0be2bd4936" /><Relationship Type="http://schemas.openxmlformats.org/officeDocument/2006/relationships/notesSlide" Target="/ppt/notesSlides/notesSlide32.xml" Id="R0a59d0eaaf1e4d22"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fd2266cfd0be43dc" /><Relationship Type="http://schemas.openxmlformats.org/officeDocument/2006/relationships/image" Target="/ppt/media/image66.png" Id="R20a5b258638748fd" /><Relationship Type="http://schemas.openxmlformats.org/officeDocument/2006/relationships/image" Target="/ppt/media/image67.png" Id="R39776acdc6874888" /><Relationship Type="http://schemas.openxmlformats.org/officeDocument/2006/relationships/image" Target="/ppt/media/image68.png" Id="R41c0ad2558b346dc" /><Relationship Type="http://schemas.openxmlformats.org/officeDocument/2006/relationships/notesSlide" Target="/ppt/notesSlides/notesSlide33.xml" Id="R7ecb3963a3b64926"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f3c894429fb14740" /><Relationship Type="http://schemas.openxmlformats.org/officeDocument/2006/relationships/image" Target="/ppt/media/image69.png" Id="R211c91fdc3f146ec" /><Relationship Type="http://schemas.openxmlformats.org/officeDocument/2006/relationships/notesSlide" Target="/ppt/notesSlides/notesSlide34.xml" Id="Rd8d517c04861418e"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d1e6090a2e2c40f1" /><Relationship Type="http://schemas.openxmlformats.org/officeDocument/2006/relationships/image" Target="/ppt/media/image70.png" Id="R35d516bbb6e1448d" /><Relationship Type="http://schemas.openxmlformats.org/officeDocument/2006/relationships/notesSlide" Target="/ppt/notesSlides/notesSlide35.xml" Id="R060fcf4e24374629"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9ea3cba300984cae" /><Relationship Type="http://schemas.openxmlformats.org/officeDocument/2006/relationships/image" Target="/ppt/media/image71.png" Id="R6a358151c2a04866" /><Relationship Type="http://schemas.openxmlformats.org/officeDocument/2006/relationships/notesSlide" Target="/ppt/notesSlides/notesSlide36.xml" Id="R13e4f45dadfd47ac"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638dd5672f714d8a" /><Relationship Type="http://schemas.openxmlformats.org/officeDocument/2006/relationships/image" Target="/ppt/media/image72.png" Id="R6cb0b5993a8741e9" /><Relationship Type="http://schemas.openxmlformats.org/officeDocument/2006/relationships/notesSlide" Target="/ppt/notesSlides/notesSlide37.xml" Id="R0824735d47344e7f"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8bf5356816a24d8f" /><Relationship Type="http://schemas.openxmlformats.org/officeDocument/2006/relationships/image" Target="/ppt/media/image73.png" Id="Rf61d773509534564" /><Relationship Type="http://schemas.openxmlformats.org/officeDocument/2006/relationships/notesSlide" Target="/ppt/notesSlides/notesSlide38.xml" Id="R89f15565345d4c9b"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dc8a7d6b0ba64ffc" /><Relationship Type="http://schemas.openxmlformats.org/officeDocument/2006/relationships/image" Target="/ppt/media/image74.png" Id="R83a6fce319e74f94" /><Relationship Type="http://schemas.openxmlformats.org/officeDocument/2006/relationships/notesSlide" Target="/ppt/notesSlides/notesSlide39.xml" Id="R3d14bd9efc6944ed"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30324d09fd0f4d35" /><Relationship Type="http://schemas.openxmlformats.org/officeDocument/2006/relationships/image" Target="/ppt/media/image75.png" Id="Ra62c94b0c2784f4e" /><Relationship Type="http://schemas.openxmlformats.org/officeDocument/2006/relationships/notesSlide" Target="/ppt/notesSlides/notesSlide40.xml" Id="R24d557a36b9b439f" /></Relationships>
</file>

<file path=ppt/slides/slide1.xml><?xml version="1.0" encoding="utf-8"?>
<p:sld xmlns:p="http://schemas.openxmlformats.org/presentationml/2006/main">
  <p:cSld>
    <p:bg>
      <p:bgPr>
        <a:solidFill xmlns:a="http://schemas.openxmlformats.org/drawingml/2006/main">
          <a:srgbClr val="0C7D08"/>
        </a:solidFill>
      </p:bgPr>
    </p:bg>
    <p:spTree>
      <p:nvGrpSpPr>
        <p:cNvPr id="1" name=""/>
        <p:cNvGrpSpPr/>
        <p:nvPr/>
      </p:nvGrpSpPr>
      <p:grpSpPr>
        <a:xfrm xmlns:a="http://schemas.openxmlformats.org/drawingml/2006/main"/>
      </p:grpSpPr>
      <p:sp>
        <p:nvSpPr>
          <p:cNvPr id="9" name="원본형 녹색 그라데이션">
            <a:extLst xmlns:a="http://schemas.openxmlformats.org/drawingml/2006/main">
              <a:ext uri="{FF2B5EF4-FFF2-40B4-BE49-F238E27FC236}">
                <a16:creationId xmlns:a16="http://schemas.microsoft.com/office/drawing/2014/main" id="{DF84760B-102C-4493-9B6A-F920FD5F8BB6}"/>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0C7D08"/>
              </a:gs>
              <a:gs pos="26000">
                <a:srgbClr val="0C7D08">
                  <a:alpha val="96000"/>
                </a:srgbClr>
              </a:gs>
              <a:gs pos="48000">
                <a:srgbClr val="0C7D08">
                  <a:alpha val="55000"/>
                </a:srgbClr>
              </a:gs>
              <a:gs pos="69000">
                <a:srgbClr val="0C7D08">
                  <a:alpha val="0"/>
                </a:srgbClr>
              </a:gs>
            </a:gsLst>
            <a:lin ang="0"/>
          </a:gradFill>
          <a:ln xmlns:a="http://schemas.openxmlformats.org/drawingml/2006/main" w="0">
            <a:noFill/>
          </a:ln>
        </p:spPr>
      </p:sp>
      <p:sp>
        <p:nvSpPr>
          <p:cNvPr id="2" name="대단원명">
            <a:extLst xmlns:a="http://schemas.openxmlformats.org/drawingml/2006/main">
              <a:ext uri="{FF2B5EF4-FFF2-40B4-BE49-F238E27FC236}">
                <a16:creationId xmlns:a16="http://schemas.microsoft.com/office/drawing/2014/main" id="{66E4CF65-DB57-4504-8F3A-E2515285CCA7}"/>
              </a:ext>
            </a:extLst>
          </p:cNvPr>
          <p:cNvSpPr>
            <a:spLocks xmlns:a="http://schemas.openxmlformats.org/drawingml/2006/main" noGrp="1"/>
          </p:cNvSpPr>
          <p:nvPr/>
        </p:nvSpPr>
        <p:spPr>
          <a:xfrm xmlns:a="http://schemas.openxmlformats.org/drawingml/2006/main">
            <a:off x="1323975" y="1962150"/>
            <a:ext cx="14001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Ⅲ. 화학 변화의 자발성</a:t>
            </a:r>
          </a:p>
        </p:txBody>
      </p:sp>
      <p:sp>
        <p:nvSpPr>
          <p:cNvPr id="3" name="소단원명">
            <a:extLst xmlns:a="http://schemas.openxmlformats.org/drawingml/2006/main">
              <a:ext uri="{FF2B5EF4-FFF2-40B4-BE49-F238E27FC236}">
                <a16:creationId xmlns:a16="http://schemas.microsoft.com/office/drawing/2014/main" id="{F5F36727-C710-455E-BF32-4A817DF97F04}"/>
              </a:ext>
            </a:extLst>
          </p:cNvPr>
          <p:cNvSpPr>
            <a:spLocks xmlns:a="http://schemas.openxmlformats.org/drawingml/2006/main" noGrp="1"/>
          </p:cNvSpPr>
          <p:nvPr/>
        </p:nvSpPr>
        <p:spPr>
          <a:xfrm xmlns:a="http://schemas.openxmlformats.org/drawingml/2006/main">
            <a:off x="1323975" y="3305175"/>
            <a:ext cx="13335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02. 헤스 법칙</a:t>
            </a:r>
          </a:p>
        </p:txBody>
      </p:sp>
      <p:sp>
        <p:nvSpPr>
          <p:cNvPr id="4" name="저자">
            <a:extLst xmlns:a="http://schemas.openxmlformats.org/drawingml/2006/main">
              <a:ext uri="{FF2B5EF4-FFF2-40B4-BE49-F238E27FC236}">
                <a16:creationId xmlns:a16="http://schemas.microsoft.com/office/drawing/2014/main" id="{CC22B83D-495F-4DFA-A6DF-2D98527AECA1}"/>
              </a:ext>
            </a:extLst>
          </p:cNvPr>
          <p:cNvSpPr>
            <a:spLocks xmlns:a="http://schemas.openxmlformats.org/drawingml/2006/main" noGrp="1"/>
          </p:cNvSpPr>
          <p:nvPr/>
        </p:nvSpPr>
        <p:spPr>
          <a:xfrm xmlns:a="http://schemas.openxmlformats.org/drawingml/2006/main">
            <a:off x="1362075" y="527685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FFFFFF"/>
                </a:solidFill>
                <a:latin typeface="Pretendard"/>
                <a:ea typeface="Pretendard"/>
                <a:cs typeface="Pretendard"/>
              </a:defRPr>
            </a:defPPr>
            <a:lvl1pPr algn="l">
              <a:defRPr sz="3000" b="0">
                <a:solidFill>
                  <a:srgbClr val="FFFFFF"/>
                </a:solidFill>
                <a:latin typeface="Pretendard"/>
                <a:ea typeface="Pretendard"/>
                <a:cs typeface="Pretendard"/>
              </a:defRPr>
            </a:lvl1pPr>
            <a:lvl2pPr algn="l">
              <a:defRPr sz="3000" b="0">
                <a:solidFill>
                  <a:srgbClr val="FFFFFF"/>
                </a:solidFill>
                <a:latin typeface="Pretendard"/>
                <a:ea typeface="Pretendard"/>
                <a:cs typeface="Pretendard"/>
              </a:defRPr>
            </a:lvl2pPr>
            <a:lvl3pPr algn="l">
              <a:defRPr sz="3000" b="0">
                <a:solidFill>
                  <a:srgbClr val="FFFFFF"/>
                </a:solidFill>
                <a:latin typeface="Pretendard"/>
                <a:ea typeface="Pretendard"/>
                <a:cs typeface="Pretendard"/>
              </a:defRPr>
            </a:lvl3pPr>
            <a:lvl4pPr algn="l">
              <a:defRPr sz="3000" b="0">
                <a:solidFill>
                  <a:srgbClr val="FFFFFF"/>
                </a:solidFill>
                <a:latin typeface="Pretendard"/>
                <a:ea typeface="Pretendard"/>
                <a:cs typeface="Pretendard"/>
              </a:defRPr>
            </a:lvl4pPr>
            <a:lvl5pPr algn="l">
              <a:defRPr sz="3000" b="0">
                <a:solidFill>
                  <a:srgbClr val="FFFFFF"/>
                </a:solidFill>
                <a:latin typeface="Pretendard"/>
                <a:ea typeface="Pretendard"/>
                <a:cs typeface="Pretendard"/>
              </a:defRPr>
            </a:lvl5pPr>
            <a:lvl6pPr algn="l">
              <a:defRPr sz="3000" b="0">
                <a:solidFill>
                  <a:srgbClr val="FFFFFF"/>
                </a:solidFill>
                <a:latin typeface="Pretendard"/>
                <a:ea typeface="Pretendard"/>
                <a:cs typeface="Pretendard"/>
              </a:defRPr>
            </a:lvl6pPr>
            <a:lvl7pPr algn="l">
              <a:defRPr sz="3000" b="0">
                <a:solidFill>
                  <a:srgbClr val="FFFFFF"/>
                </a:solidFill>
                <a:latin typeface="Pretendard"/>
                <a:ea typeface="Pretendard"/>
                <a:cs typeface="Pretendard"/>
              </a:defRPr>
            </a:lvl7pPr>
            <a:lvl8pPr algn="l">
              <a:defRPr sz="3000" b="0">
                <a:solidFill>
                  <a:srgbClr val="FFFFFF"/>
                </a:solidFill>
                <a:latin typeface="Pretendard"/>
                <a:ea typeface="Pretendard"/>
                <a:cs typeface="Pretendard"/>
              </a:defRPr>
            </a:lvl8pPr>
            <a:lvl9pPr algn="l">
              <a:defRPr sz="3000" b="0">
                <a:solidFill>
                  <a:srgbClr val="FFFFFF"/>
                </a:solidFill>
                <a:latin typeface="Pretendard"/>
                <a:ea typeface="Pretendard"/>
                <a:cs typeface="Pretendard"/>
              </a:defRPr>
            </a:lvl9pPr>
          </a:lstStyle>
          <a:p xmlns:a="http://schemas.openxmlformats.org/drawingml/2006/main">
            <a:pPr algn="l">
              <a:defRPr sz="3000" b="0">
                <a:solidFill>
                  <a:srgbClr val="FFFFFF"/>
                </a:solidFill>
                <a:latin typeface="Pretendard"/>
                <a:ea typeface="Pretendard"/>
                <a:cs typeface="Pretendard"/>
              </a:defRPr>
            </a:pPr>
            <a:r>
              <a:rPr sz="3000" b="0">
                <a:solidFill>
                  <a:srgbClr val="FFFFFF"/>
                </a:solidFill>
                <a:latin typeface="Pretendard"/>
                <a:ea typeface="Pretendard"/>
                <a:cs typeface="Pretendard"/>
              </a:rPr>
              <a:t>사이음 저</a:t>
            </a:r>
          </a:p>
        </p:txBody>
      </p:sp>
      <p:sp>
        <p:nvSpPr>
          <p:cNvPr id="5" name="기존 AI 안내">
            <a:extLst xmlns:a="http://schemas.openxmlformats.org/drawingml/2006/main">
              <a:ext uri="{FF2B5EF4-FFF2-40B4-BE49-F238E27FC236}">
                <a16:creationId xmlns:a16="http://schemas.microsoft.com/office/drawing/2014/main" id="{04B6BB6E-D4E9-4409-B6AD-8C8783C4FBA7}"/>
              </a:ext>
            </a:extLst>
          </p:cNvPr>
          <p:cNvSpPr>
            <a:spLocks xmlns:a="http://schemas.openxmlformats.org/drawingml/2006/main" noGrp="1"/>
          </p:cNvSpPr>
          <p:nvPr/>
        </p:nvSpPr>
        <p:spPr>
          <a:xfrm xmlns:a="http://schemas.openxmlformats.org/drawingml/2006/main">
            <a:off x="428625" y="9858375"/>
            <a:ext cx="1238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FFFFFF"/>
                </a:solidFill>
                <a:latin typeface="Pretendard"/>
                <a:ea typeface="Pretendard"/>
                <a:cs typeface="Pretendard"/>
              </a:defRPr>
            </a:defPPr>
            <a:lvl1pPr algn="l">
              <a:defRPr sz="1575" b="0">
                <a:solidFill>
                  <a:srgbClr val="FFFFFF"/>
                </a:solidFill>
                <a:latin typeface="Pretendard"/>
                <a:ea typeface="Pretendard"/>
                <a:cs typeface="Pretendard"/>
              </a:defRPr>
            </a:lvl1pPr>
            <a:lvl2pPr algn="l">
              <a:defRPr sz="1575" b="0">
                <a:solidFill>
                  <a:srgbClr val="FFFFFF"/>
                </a:solidFill>
                <a:latin typeface="Pretendard"/>
                <a:ea typeface="Pretendard"/>
                <a:cs typeface="Pretendard"/>
              </a:defRPr>
            </a:lvl2pPr>
            <a:lvl3pPr algn="l">
              <a:defRPr sz="1575" b="0">
                <a:solidFill>
                  <a:srgbClr val="FFFFFF"/>
                </a:solidFill>
                <a:latin typeface="Pretendard"/>
                <a:ea typeface="Pretendard"/>
                <a:cs typeface="Pretendard"/>
              </a:defRPr>
            </a:lvl3pPr>
            <a:lvl4pPr algn="l">
              <a:defRPr sz="1575" b="0">
                <a:solidFill>
                  <a:srgbClr val="FFFFFF"/>
                </a:solidFill>
                <a:latin typeface="Pretendard"/>
                <a:ea typeface="Pretendard"/>
                <a:cs typeface="Pretendard"/>
              </a:defRPr>
            </a:lvl4pPr>
            <a:lvl5pPr algn="l">
              <a:defRPr sz="1575" b="0">
                <a:solidFill>
                  <a:srgbClr val="FFFFFF"/>
                </a:solidFill>
                <a:latin typeface="Pretendard"/>
                <a:ea typeface="Pretendard"/>
                <a:cs typeface="Pretendard"/>
              </a:defRPr>
            </a:lvl5pPr>
            <a:lvl6pPr algn="l">
              <a:defRPr sz="1575" b="0">
                <a:solidFill>
                  <a:srgbClr val="FFFFFF"/>
                </a:solidFill>
                <a:latin typeface="Pretendard"/>
                <a:ea typeface="Pretendard"/>
                <a:cs typeface="Pretendard"/>
              </a:defRPr>
            </a:lvl6pPr>
            <a:lvl7pPr algn="l">
              <a:defRPr sz="1575" b="0">
                <a:solidFill>
                  <a:srgbClr val="FFFFFF"/>
                </a:solidFill>
                <a:latin typeface="Pretendard"/>
                <a:ea typeface="Pretendard"/>
                <a:cs typeface="Pretendard"/>
              </a:defRPr>
            </a:lvl7pPr>
            <a:lvl8pPr algn="l">
              <a:defRPr sz="1575" b="0">
                <a:solidFill>
                  <a:srgbClr val="FFFFFF"/>
                </a:solidFill>
                <a:latin typeface="Pretendard"/>
                <a:ea typeface="Pretendard"/>
                <a:cs typeface="Pretendard"/>
              </a:defRPr>
            </a:lvl8pPr>
            <a:lvl9pPr algn="l">
              <a:defRPr sz="1575" b="0">
                <a:solidFill>
                  <a:srgbClr val="FFFFFF"/>
                </a:solidFill>
                <a:latin typeface="Pretendard"/>
                <a:ea typeface="Pretendard"/>
                <a:cs typeface="Pretendard"/>
              </a:defRPr>
            </a:lvl9pPr>
          </a:lstStyle>
          <a:p xmlns:a="http://schemas.openxmlformats.org/drawingml/2006/main">
            <a:pPr algn="l">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본 수업 자료에 사용된 일부 이미지는 생성형 AI 기술을 활용하여 제작되었습니다.</a:t>
            </a:r>
          </a:p>
        </p:txBody>
      </p:sp>
      <p:pic>
        <p:nvPicPr>
          <p:cNvPr id="6" name="">
            <a:extLst xmlns:a="http://schemas.openxmlformats.org/drawingml/2006/main">
              <a:ext uri="{FF2B5EF4-FFF2-40B4-BE49-F238E27FC236}">
                <a16:creationId xmlns:a16="http://schemas.microsoft.com/office/drawing/2014/main" id="{7E9F1EB2-413B-430A-A6DA-D4152FDBE387}"/>
              </a:ext>
            </a:extLst>
          </p:cNvPr>
          <p:cNvPicPr>
            <a:picLocks xmlns:a="http://schemas.openxmlformats.org/drawingml/2006/main" noChangeAspect="1"/>
          </p:cNvPicPr>
          <p:nvPr/>
        </p:nvPicPr>
        <p:blipFill>
          <a:blip xmlns:r="http://schemas.openxmlformats.org/officeDocument/2006/relationships" xmlns:a="http://schemas.openxmlformats.org/drawingml/2006/main" r:embed="R72d2e8736da749a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95B082CA-75F6-4232-80C2-2C8C5D9B91B3}"/>
              </a:ext>
            </a:extLst>
          </p:cNvPr>
          <p:cNvPicPr>
            <a:picLocks xmlns:a="http://schemas.openxmlformats.org/drawingml/2006/main" noChangeAspect="1"/>
          </p:cNvPicPr>
          <p:nvPr/>
        </p:nvPicPr>
        <p:blipFill>
          <a:blip xmlns:r="http://schemas.openxmlformats.org/officeDocument/2006/relationships" xmlns:a="http://schemas.openxmlformats.org/drawingml/2006/main" r:embed="R1b04b85eeaa94316"/>
          <a:stretch xmlns:a="http://schemas.openxmlformats.org/drawingml/2006/main"/>
        </p:blipFill>
        <p:spPr>
          <a:xfrm xmlns:a="http://schemas.openxmlformats.org/drawingml/2006/main">
            <a:off x="15252697" y="410255"/>
            <a:ext cx="1473203" cy="627299"/>
          </a:xfrm>
          <a:prstGeom xmlns:a="http://schemas.openxmlformats.org/drawingml/2006/main" prst="rect">
            <a:avLst/>
          </a:prstGeom>
        </p:spPr>
      </p:pic>
      <p:sp>
        <p:nvSpPr>
          <p:cNvPr id="8" name="copyright">
            <a:extLst xmlns:a="http://schemas.openxmlformats.org/drawingml/2006/main">
              <a:ext uri="{FF2B5EF4-FFF2-40B4-BE49-F238E27FC236}">
                <a16:creationId xmlns:a16="http://schemas.microsoft.com/office/drawing/2014/main" id="{7023713A-6A92-40EB-BD28-458614BE4F1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Tree>
    <p:extLst>
      <p:ext uri="{BB962C8B-B14F-4D97-AF65-F5344CB8AC3E}">
        <p14:creationId xmlns:p14="http://schemas.microsoft.com/office/powerpoint/2010/main" val="99380746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CC9EBA59-8B04-4AC4-A87B-36B5993942D9}"/>
              </a:ext>
            </a:extLst>
          </p:cNvPr>
          <p:cNvPicPr>
            <a:picLocks xmlns:a="http://schemas.openxmlformats.org/drawingml/2006/main" noChangeAspect="1"/>
          </p:cNvPicPr>
          <p:nvPr/>
        </p:nvPicPr>
        <p:blipFill>
          <a:blip xmlns:r="http://schemas.openxmlformats.org/officeDocument/2006/relationships" xmlns:a="http://schemas.openxmlformats.org/drawingml/2006/main" r:embed="Raa878c08dc7e442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0376BAE-704B-428D-985F-3170A9C73B1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D5146A6-7579-4A03-98AC-B09F5C492C8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0 동기 유발</a:t>
            </a:r>
          </a:p>
        </p:txBody>
      </p:sp>
      <p:sp>
        <p:nvSpPr>
          <p:cNvPr id="4" name="text">
            <a:extLst xmlns:a="http://schemas.openxmlformats.org/drawingml/2006/main">
              <a:ext uri="{FF2B5EF4-FFF2-40B4-BE49-F238E27FC236}">
                <a16:creationId xmlns:a16="http://schemas.microsoft.com/office/drawing/2014/main" id="{69816D94-D882-492D-B0A5-32A92051AAE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E0BB6E6B-095A-4F3A-B772-36FB3AD64D6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등산 경로와 높이</a:t>
            </a:r>
          </a:p>
        </p:txBody>
      </p:sp>
      <p:sp>
        <p:nvSpPr>
          <p:cNvPr id="6" name="핵심 문장">
            <a:extLst xmlns:a="http://schemas.openxmlformats.org/drawingml/2006/main">
              <a:ext uri="{FF2B5EF4-FFF2-40B4-BE49-F238E27FC236}">
                <a16:creationId xmlns:a16="http://schemas.microsoft.com/office/drawing/2014/main" id="{6DAC4DFD-258A-4798-8AF4-8E144150946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다른 길로 가도, 높이 차는 같을까?</a:t>
            </a:r>
          </a:p>
        </p:txBody>
      </p:sp>
      <p:sp>
        <p:nvSpPr>
          <p:cNvPr id="7" name="관찰 설명">
            <a:extLst xmlns:a="http://schemas.openxmlformats.org/drawingml/2006/main">
              <a:ext uri="{FF2B5EF4-FFF2-40B4-BE49-F238E27FC236}">
                <a16:creationId xmlns:a16="http://schemas.microsoft.com/office/drawing/2014/main" id="{2876371D-A68B-4A37-B24A-99B5216CD5BA}"/>
              </a:ext>
            </a:extLst>
          </p:cNvPr>
          <p:cNvSpPr>
            <a:spLocks xmlns:a="http://schemas.openxmlformats.org/drawingml/2006/main" noGrp="1"/>
          </p:cNvSpPr>
          <p:nvPr/>
        </p:nvSpPr>
        <p:spPr>
          <a:xfrm xmlns:a="http://schemas.openxmlformats.org/drawingml/2006/main">
            <a:off x="1428750" y="3743325"/>
            <a:ext cx="1543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같은 지점에서 출발해 정상에 도착하는 두 등산로를 비교해 보자.</a:t>
            </a:r>
          </a:p>
        </p:txBody>
      </p:sp>
      <p:pic>
        <p:nvPicPr>
          <p:cNvPr id="8" name="">
            <a:extLst xmlns:a="http://schemas.openxmlformats.org/drawingml/2006/main">
              <a:ext uri="{FF2B5EF4-FFF2-40B4-BE49-F238E27FC236}">
                <a16:creationId xmlns:a16="http://schemas.microsoft.com/office/drawing/2014/main" id="{A6667A4B-6CDA-44E6-B875-7DED0EFC1227}"/>
              </a:ext>
            </a:extLst>
          </p:cNvPr>
          <p:cNvPicPr>
            <a:picLocks xmlns:a="http://schemas.openxmlformats.org/drawingml/2006/main" noChangeAspect="1"/>
          </p:cNvPicPr>
          <p:nvPr/>
        </p:nvPicPr>
        <p:blipFill>
          <a:blip xmlns:r="http://schemas.openxmlformats.org/officeDocument/2006/relationships" xmlns:a="http://schemas.openxmlformats.org/drawingml/2006/main" r:embed="R29f4422a17444364"/>
          <a:srcRect xmlns:a="http://schemas.openxmlformats.org/drawingml/2006/main" l="12000" t="0" r="12000" b="24000"/>
          <a:stretch xmlns:a="http://schemas.openxmlformats.org/drawingml/2006/main"/>
        </p:blipFill>
        <p:spPr>
          <a:xfrm xmlns:a="http://schemas.openxmlformats.org/drawingml/2006/main">
            <a:off x="2381250" y="4514850"/>
            <a:ext cx="13525500" cy="5191125"/>
          </a:xfrm>
          <a:prstGeom xmlns:a="http://schemas.openxmlformats.org/drawingml/2006/main" prst="rect">
            <a:avLst/>
          </a:prstGeom>
        </p:spPr>
      </p:pic>
    </p:spTree>
    <p:extLst>
      <p:ext uri="{BB962C8B-B14F-4D97-AF65-F5344CB8AC3E}">
        <p14:creationId xmlns:p14="http://schemas.microsoft.com/office/powerpoint/2010/main" val="79665231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0C8BA9E6-70DB-4472-A229-6D7DB093E40E}"/>
              </a:ext>
            </a:extLst>
          </p:cNvPr>
          <p:cNvPicPr>
            <a:picLocks xmlns:a="http://schemas.openxmlformats.org/drawingml/2006/main" noChangeAspect="1"/>
          </p:cNvPicPr>
          <p:nvPr/>
        </p:nvPicPr>
        <p:blipFill>
          <a:blip xmlns:r="http://schemas.openxmlformats.org/officeDocument/2006/relationships" xmlns:a="http://schemas.openxmlformats.org/drawingml/2006/main" r:embed="R9569cf6a5e79467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35282A1-2F25-4F0D-8EF3-C61F039486C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7402279-E17C-4672-ADCB-15078D96D02E}"/>
              </a:ext>
            </a:extLst>
          </p:cNvPr>
          <p:cNvSpPr>
            <a:spLocks xmlns:a="http://schemas.openxmlformats.org/drawingml/2006/main" noGrp="1"/>
          </p:cNvSpPr>
          <p:nvPr/>
        </p:nvSpPr>
        <p:spPr>
          <a:xfrm xmlns:a="http://schemas.openxmlformats.org/drawingml/2006/main">
            <a:off x="3105150" y="2514600"/>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수업 목차</a:t>
            </a:r>
          </a:p>
        </p:txBody>
      </p:sp>
      <p:sp>
        <p:nvSpPr>
          <p:cNvPr id="4" name="원본 윤곽 목차 블록">
            <a:extLst xmlns:a="http://schemas.openxmlformats.org/drawingml/2006/main">
              <a:ext uri="{FF2B5EF4-FFF2-40B4-BE49-F238E27FC236}">
                <a16:creationId xmlns:a16="http://schemas.microsoft.com/office/drawing/2014/main" id="{B6716BF2-2B3A-4226-875D-B14A9DDE6E92}"/>
              </a:ext>
            </a:extLst>
          </p:cNvPr>
          <p:cNvSpPr>
            <a:spLocks xmlns:a="http://schemas.openxmlformats.org/drawingml/2006/main" noGrp="1"/>
          </p:cNvSpPr>
          <p:nvPr/>
        </p:nvSpPr>
        <p:spPr>
          <a:xfrm xmlns:a="http://schemas.openxmlformats.org/drawingml/2006/main">
            <a:off x="17240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5" name="text">
            <a:extLst xmlns:a="http://schemas.openxmlformats.org/drawingml/2006/main">
              <a:ext uri="{FF2B5EF4-FFF2-40B4-BE49-F238E27FC236}">
                <a16:creationId xmlns:a16="http://schemas.microsoft.com/office/drawing/2014/main" id="{2EE83F72-0829-4C2D-AF18-65980067DB5D}"/>
              </a:ext>
            </a:extLst>
          </p:cNvPr>
          <p:cNvSpPr>
            <a:spLocks xmlns:a="http://schemas.openxmlformats.org/drawingml/2006/main" noGrp="1"/>
          </p:cNvSpPr>
          <p:nvPr/>
        </p:nvSpPr>
        <p:spPr>
          <a:xfrm xmlns:a="http://schemas.openxmlformats.org/drawingml/2006/main">
            <a:off x="24860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1</a:t>
            </a:r>
          </a:p>
        </p:txBody>
      </p:sp>
      <p:sp>
        <p:nvSpPr>
          <p:cNvPr id="6" name="text">
            <a:extLst xmlns:a="http://schemas.openxmlformats.org/drawingml/2006/main">
              <a:ext uri="{FF2B5EF4-FFF2-40B4-BE49-F238E27FC236}">
                <a16:creationId xmlns:a16="http://schemas.microsoft.com/office/drawing/2014/main" id="{1B7CD01C-D030-41F6-9330-9F460F030C09}"/>
              </a:ext>
            </a:extLst>
          </p:cNvPr>
          <p:cNvSpPr>
            <a:spLocks xmlns:a="http://schemas.openxmlformats.org/drawingml/2006/main" noGrp="1"/>
          </p:cNvSpPr>
          <p:nvPr/>
        </p:nvSpPr>
        <p:spPr>
          <a:xfrm xmlns:a="http://schemas.openxmlformats.org/drawingml/2006/main">
            <a:off x="24860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a:t>
            </a:r>
          </a:p>
        </p:txBody>
      </p:sp>
      <p:sp>
        <p:nvSpPr>
          <p:cNvPr id="7" name="원본 윤곽 목차 블록">
            <a:extLst xmlns:a="http://schemas.openxmlformats.org/drawingml/2006/main">
              <a:ext uri="{FF2B5EF4-FFF2-40B4-BE49-F238E27FC236}">
                <a16:creationId xmlns:a16="http://schemas.microsoft.com/office/drawing/2014/main" id="{8B8EF192-305C-404E-B934-862635F31F17}"/>
              </a:ext>
            </a:extLst>
          </p:cNvPr>
          <p:cNvSpPr>
            <a:spLocks xmlns:a="http://schemas.openxmlformats.org/drawingml/2006/main" noGrp="1"/>
          </p:cNvSpPr>
          <p:nvPr/>
        </p:nvSpPr>
        <p:spPr>
          <a:xfrm xmlns:a="http://schemas.openxmlformats.org/drawingml/2006/main">
            <a:off x="53816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BECCDE3C-2008-4F86-A49B-D7F6C7B98A41}"/>
              </a:ext>
            </a:extLst>
          </p:cNvPr>
          <p:cNvSpPr>
            <a:spLocks xmlns:a="http://schemas.openxmlformats.org/drawingml/2006/main" noGrp="1"/>
          </p:cNvSpPr>
          <p:nvPr/>
        </p:nvSpPr>
        <p:spPr>
          <a:xfrm xmlns:a="http://schemas.openxmlformats.org/drawingml/2006/main">
            <a:off x="61436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2</a:t>
            </a:r>
          </a:p>
        </p:txBody>
      </p:sp>
      <p:sp>
        <p:nvSpPr>
          <p:cNvPr id="9" name="text">
            <a:extLst xmlns:a="http://schemas.openxmlformats.org/drawingml/2006/main">
              <a:ext uri="{FF2B5EF4-FFF2-40B4-BE49-F238E27FC236}">
                <a16:creationId xmlns:a16="http://schemas.microsoft.com/office/drawing/2014/main" id="{092BD1D3-918A-490E-A079-1B19410FC607}"/>
              </a:ext>
            </a:extLst>
          </p:cNvPr>
          <p:cNvSpPr>
            <a:spLocks xmlns:a="http://schemas.openxmlformats.org/drawingml/2006/main" noGrp="1"/>
          </p:cNvSpPr>
          <p:nvPr/>
        </p:nvSpPr>
        <p:spPr>
          <a:xfrm xmlns:a="http://schemas.openxmlformats.org/drawingml/2006/main">
            <a:off x="61436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반응 엔탈피</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구하기</a:t>
            </a:r>
          </a:p>
        </p:txBody>
      </p:sp>
      <p:sp>
        <p:nvSpPr>
          <p:cNvPr id="10" name="원본 윤곽 목차 블록">
            <a:extLst xmlns:a="http://schemas.openxmlformats.org/drawingml/2006/main">
              <a:ext uri="{FF2B5EF4-FFF2-40B4-BE49-F238E27FC236}">
                <a16:creationId xmlns:a16="http://schemas.microsoft.com/office/drawing/2014/main" id="{C0DB8780-8579-4FFF-9EE4-E33D08898F0B}"/>
              </a:ext>
            </a:extLst>
          </p:cNvPr>
          <p:cNvSpPr>
            <a:spLocks xmlns:a="http://schemas.openxmlformats.org/drawingml/2006/main" noGrp="1"/>
          </p:cNvSpPr>
          <p:nvPr/>
        </p:nvSpPr>
        <p:spPr>
          <a:xfrm xmlns:a="http://schemas.openxmlformats.org/drawingml/2006/main">
            <a:off x="90392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795135D0-B848-46FD-B664-6AC9C33891F1}"/>
              </a:ext>
            </a:extLst>
          </p:cNvPr>
          <p:cNvSpPr>
            <a:spLocks xmlns:a="http://schemas.openxmlformats.org/drawingml/2006/main" noGrp="1"/>
          </p:cNvSpPr>
          <p:nvPr/>
        </p:nvSpPr>
        <p:spPr>
          <a:xfrm xmlns:a="http://schemas.openxmlformats.org/drawingml/2006/main">
            <a:off x="98012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3</a:t>
            </a:r>
          </a:p>
        </p:txBody>
      </p:sp>
      <p:sp>
        <p:nvSpPr>
          <p:cNvPr id="12" name="text">
            <a:extLst xmlns:a="http://schemas.openxmlformats.org/drawingml/2006/main">
              <a:ext uri="{FF2B5EF4-FFF2-40B4-BE49-F238E27FC236}">
                <a16:creationId xmlns:a16="http://schemas.microsoft.com/office/drawing/2014/main" id="{DF932226-FB3B-4EB9-8D30-5E71B5080A92}"/>
              </a:ext>
            </a:extLst>
          </p:cNvPr>
          <p:cNvSpPr>
            <a:spLocks xmlns:a="http://schemas.openxmlformats.org/drawingml/2006/main" noGrp="1"/>
          </p:cNvSpPr>
          <p:nvPr/>
        </p:nvSpPr>
        <p:spPr>
          <a:xfrm xmlns:a="http://schemas.openxmlformats.org/drawingml/2006/main">
            <a:off x="98012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표준 생성</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엔탈피</a:t>
            </a:r>
          </a:p>
        </p:txBody>
      </p:sp>
      <p:sp>
        <p:nvSpPr>
          <p:cNvPr id="13" name="원본 윤곽 목차 블록">
            <a:extLst xmlns:a="http://schemas.openxmlformats.org/drawingml/2006/main">
              <a:ext uri="{FF2B5EF4-FFF2-40B4-BE49-F238E27FC236}">
                <a16:creationId xmlns:a16="http://schemas.microsoft.com/office/drawing/2014/main" id="{F3A7EAEF-E55F-4CC5-B89A-667D3BEB1D3D}"/>
              </a:ext>
            </a:extLst>
          </p:cNvPr>
          <p:cNvSpPr>
            <a:spLocks xmlns:a="http://schemas.openxmlformats.org/drawingml/2006/main" noGrp="1"/>
          </p:cNvSpPr>
          <p:nvPr/>
        </p:nvSpPr>
        <p:spPr>
          <a:xfrm xmlns:a="http://schemas.openxmlformats.org/drawingml/2006/main">
            <a:off x="126968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CD30DD18-BC80-4FB8-AF95-1E09D9B28C80}"/>
              </a:ext>
            </a:extLst>
          </p:cNvPr>
          <p:cNvSpPr>
            <a:spLocks xmlns:a="http://schemas.openxmlformats.org/drawingml/2006/main" noGrp="1"/>
          </p:cNvSpPr>
          <p:nvPr/>
        </p:nvSpPr>
        <p:spPr>
          <a:xfrm xmlns:a="http://schemas.openxmlformats.org/drawingml/2006/main">
            <a:off x="134588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4</a:t>
            </a:r>
          </a:p>
        </p:txBody>
      </p:sp>
      <p:sp>
        <p:nvSpPr>
          <p:cNvPr id="15" name="text">
            <a:extLst xmlns:a="http://schemas.openxmlformats.org/drawingml/2006/main">
              <a:ext uri="{FF2B5EF4-FFF2-40B4-BE49-F238E27FC236}">
                <a16:creationId xmlns:a16="http://schemas.microsoft.com/office/drawing/2014/main" id="{9F7D39C1-D331-40F8-9795-B0F39090217F}"/>
              </a:ext>
            </a:extLst>
          </p:cNvPr>
          <p:cNvSpPr>
            <a:spLocks xmlns:a="http://schemas.openxmlformats.org/drawingml/2006/main" noGrp="1"/>
          </p:cNvSpPr>
          <p:nvPr/>
        </p:nvSpPr>
        <p:spPr>
          <a:xfrm xmlns:a="http://schemas.openxmlformats.org/drawingml/2006/main">
            <a:off x="134588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실험으로</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 확인</a:t>
            </a:r>
          </a:p>
        </p:txBody>
      </p:sp>
    </p:spTree>
    <p:extLst>
      <p:ext uri="{BB962C8B-B14F-4D97-AF65-F5344CB8AC3E}">
        <p14:creationId xmlns:p14="http://schemas.microsoft.com/office/powerpoint/2010/main" val="90278839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1FBCA007-6400-41FF-947B-87CEFCF042BB}"/>
              </a:ext>
            </a:extLst>
          </p:cNvPr>
          <p:cNvPicPr>
            <a:picLocks xmlns:a="http://schemas.openxmlformats.org/drawingml/2006/main" noChangeAspect="1"/>
          </p:cNvPicPr>
          <p:nvPr/>
        </p:nvPicPr>
        <p:blipFill>
          <a:blip xmlns:r="http://schemas.openxmlformats.org/officeDocument/2006/relationships" xmlns:a="http://schemas.openxmlformats.org/drawingml/2006/main" r:embed="R2df2bb71a6f34bc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23CB7CA-5A81-46D6-A06D-75036024485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E74AE51-5F62-4286-9C8F-5BF29007E9C0}"/>
              </a:ext>
            </a:extLst>
          </p:cNvPr>
          <p:cNvSpPr>
            <a:spLocks xmlns:a="http://schemas.openxmlformats.org/drawingml/2006/main" noGrp="1"/>
          </p:cNvSpPr>
          <p:nvPr/>
        </p:nvSpPr>
        <p:spPr>
          <a:xfrm xmlns:a="http://schemas.openxmlformats.org/drawingml/2006/main">
            <a:off x="3105150" y="1685925"/>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학습 목표</a:t>
            </a:r>
          </a:p>
        </p:txBody>
      </p:sp>
      <p:sp>
        <p:nvSpPr>
          <p:cNvPr id="4" name="학습 목표 한 상자">
            <a:extLst xmlns:a="http://schemas.openxmlformats.org/drawingml/2006/main">
              <a:ext uri="{FF2B5EF4-FFF2-40B4-BE49-F238E27FC236}">
                <a16:creationId xmlns:a16="http://schemas.microsoft.com/office/drawing/2014/main" id="{4FDA8DA7-3220-48F3-BBE3-3CF23811F691}"/>
              </a:ext>
            </a:extLst>
          </p:cNvPr>
          <p:cNvSpPr>
            <a:spLocks xmlns:a="http://schemas.openxmlformats.org/drawingml/2006/main" noGrp="1"/>
          </p:cNvSpPr>
          <p:nvPr/>
        </p:nvSpPr>
        <p:spPr>
          <a:xfrm xmlns:a="http://schemas.openxmlformats.org/drawingml/2006/main">
            <a:off x="1466850" y="4038600"/>
            <a:ext cx="15344775" cy="4295775"/>
          </a:xfrm>
          <a:prstGeom xmlns:a="http://schemas.openxmlformats.org/drawingml/2006/main" prst="roundRect">
            <a:avLst>
              <a:gd name="adj" fmla="val 6652"/>
            </a:avLst>
          </a:prstGeom>
          <a:solidFill xmlns:a="http://schemas.openxmlformats.org/drawingml/2006/main">
            <a:srgbClr val="F5F5F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6CE785C-6481-47F3-ABAB-9F5A45F99B66}"/>
              </a:ext>
            </a:extLst>
          </p:cNvPr>
          <p:cNvSpPr>
            <a:spLocks xmlns:a="http://schemas.openxmlformats.org/drawingml/2006/main" noGrp="1"/>
          </p:cNvSpPr>
          <p:nvPr/>
        </p:nvSpPr>
        <p:spPr>
          <a:xfrm xmlns:a="http://schemas.openxmlformats.org/drawingml/2006/main">
            <a:off x="2462213" y="4852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6C338AB4-54A1-48D5-8038-CCFAD0C518F4}"/>
              </a:ext>
            </a:extLst>
          </p:cNvPr>
          <p:cNvSpPr>
            <a:spLocks xmlns:a="http://schemas.openxmlformats.org/drawingml/2006/main" noGrp="1"/>
          </p:cNvSpPr>
          <p:nvPr/>
        </p:nvSpPr>
        <p:spPr>
          <a:xfrm xmlns:a="http://schemas.openxmlformats.org/drawingml/2006/main">
            <a:off x="2476500" y="4810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1</a:t>
            </a:r>
          </a:p>
        </p:txBody>
      </p:sp>
      <p:sp>
        <p:nvSpPr>
          <p:cNvPr id="7" name="rich">
            <a:extLst xmlns:a="http://schemas.openxmlformats.org/drawingml/2006/main">
              <a:ext uri="{FF2B5EF4-FFF2-40B4-BE49-F238E27FC236}">
                <a16:creationId xmlns:a16="http://schemas.microsoft.com/office/drawing/2014/main" id="{7C0F5BAD-3B8D-44DB-9272-2082EF08DA20}"/>
              </a:ext>
            </a:extLst>
          </p:cNvPr>
          <p:cNvSpPr>
            <a:spLocks xmlns:a="http://schemas.openxmlformats.org/drawingml/2006/main" noGrp="1"/>
          </p:cNvSpPr>
          <p:nvPr/>
        </p:nvSpPr>
        <p:spPr>
          <a:xfrm xmlns:a="http://schemas.openxmlformats.org/drawingml/2006/main">
            <a:off x="3209925" y="4733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반응 경로와 반응 엔탈피의 관계를 설명한다.</a:t>
            </a:r>
          </a:p>
        </p:txBody>
      </p:sp>
      <p:sp>
        <p:nvSpPr>
          <p:cNvPr id="8" name="">
            <a:extLst xmlns:a="http://schemas.openxmlformats.org/drawingml/2006/main">
              <a:ext uri="{FF2B5EF4-FFF2-40B4-BE49-F238E27FC236}">
                <a16:creationId xmlns:a16="http://schemas.microsoft.com/office/drawing/2014/main" id="{ECA26CCA-FC5B-4AEB-A943-DC8187525634}"/>
              </a:ext>
            </a:extLst>
          </p:cNvPr>
          <p:cNvSpPr>
            <a:spLocks xmlns:a="http://schemas.openxmlformats.org/drawingml/2006/main" noGrp="1"/>
          </p:cNvSpPr>
          <p:nvPr/>
        </p:nvSpPr>
        <p:spPr>
          <a:xfrm xmlns:a="http://schemas.openxmlformats.org/drawingml/2006/main">
            <a:off x="2462213" y="5995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317EB6A6-E422-4E22-947E-C4EBC65F57CB}"/>
              </a:ext>
            </a:extLst>
          </p:cNvPr>
          <p:cNvSpPr>
            <a:spLocks xmlns:a="http://schemas.openxmlformats.org/drawingml/2006/main" noGrp="1"/>
          </p:cNvSpPr>
          <p:nvPr/>
        </p:nvSpPr>
        <p:spPr>
          <a:xfrm xmlns:a="http://schemas.openxmlformats.org/drawingml/2006/main">
            <a:off x="2476500" y="5953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2</a:t>
            </a:r>
          </a:p>
        </p:txBody>
      </p:sp>
      <p:sp>
        <p:nvSpPr>
          <p:cNvPr id="10" name="rich">
            <a:extLst xmlns:a="http://schemas.openxmlformats.org/drawingml/2006/main">
              <a:ext uri="{FF2B5EF4-FFF2-40B4-BE49-F238E27FC236}">
                <a16:creationId xmlns:a16="http://schemas.microsoft.com/office/drawing/2014/main" id="{6B4D7300-3B02-4904-B3B9-408B84B74C3F}"/>
              </a:ext>
            </a:extLst>
          </p:cNvPr>
          <p:cNvSpPr>
            <a:spLocks xmlns:a="http://schemas.openxmlformats.org/drawingml/2006/main" noGrp="1"/>
          </p:cNvSpPr>
          <p:nvPr/>
        </p:nvSpPr>
        <p:spPr>
          <a:xfrm xmlns:a="http://schemas.openxmlformats.org/drawingml/2006/main">
            <a:off x="3209925" y="5876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헤스 법칙으로 측정하기 어려운 반응의 </a:t>
            </a:r>
            <a:r>
              <a:t>Δ</a:t>
            </a:r>
            <a:r>
              <a:rPr i="1">
                <a:latin typeface="Pretendard"/>
                <a:ea typeface="Pretendard"/>
                <a:cs typeface="Pretendard"/>
              </a:rPr>
              <a:t>H</a:t>
            </a:r>
            <a:r>
              <a:t>를 구한다.</a:t>
            </a:r>
          </a:p>
        </p:txBody>
      </p:sp>
      <p:sp>
        <p:nvSpPr>
          <p:cNvPr id="11" name="">
            <a:extLst xmlns:a="http://schemas.openxmlformats.org/drawingml/2006/main">
              <a:ext uri="{FF2B5EF4-FFF2-40B4-BE49-F238E27FC236}">
                <a16:creationId xmlns:a16="http://schemas.microsoft.com/office/drawing/2014/main" id="{0288618B-DDFC-4E34-B50A-3F921EF15C89}"/>
              </a:ext>
            </a:extLst>
          </p:cNvPr>
          <p:cNvSpPr>
            <a:spLocks xmlns:a="http://schemas.openxmlformats.org/drawingml/2006/main" noGrp="1"/>
          </p:cNvSpPr>
          <p:nvPr/>
        </p:nvSpPr>
        <p:spPr>
          <a:xfrm xmlns:a="http://schemas.openxmlformats.org/drawingml/2006/main">
            <a:off x="2462213" y="7138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A98EA837-1F8A-40C5-9733-F2E136CB0535}"/>
              </a:ext>
            </a:extLst>
          </p:cNvPr>
          <p:cNvSpPr>
            <a:spLocks xmlns:a="http://schemas.openxmlformats.org/drawingml/2006/main" noGrp="1"/>
          </p:cNvSpPr>
          <p:nvPr/>
        </p:nvSpPr>
        <p:spPr>
          <a:xfrm xmlns:a="http://schemas.openxmlformats.org/drawingml/2006/main">
            <a:off x="2476500" y="7096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3</a:t>
            </a:r>
          </a:p>
        </p:txBody>
      </p:sp>
      <p:sp>
        <p:nvSpPr>
          <p:cNvPr id="13" name="rich">
            <a:extLst xmlns:a="http://schemas.openxmlformats.org/drawingml/2006/main">
              <a:ext uri="{FF2B5EF4-FFF2-40B4-BE49-F238E27FC236}">
                <a16:creationId xmlns:a16="http://schemas.microsoft.com/office/drawing/2014/main" id="{D2584A9F-BE8F-4FEA-9335-F7C94EE9EF9B}"/>
              </a:ext>
            </a:extLst>
          </p:cNvPr>
          <p:cNvSpPr>
            <a:spLocks xmlns:a="http://schemas.openxmlformats.org/drawingml/2006/main" noGrp="1"/>
          </p:cNvSpPr>
          <p:nvPr/>
        </p:nvSpPr>
        <p:spPr>
          <a:xfrm xmlns:a="http://schemas.openxmlformats.org/drawingml/2006/main">
            <a:off x="3209925" y="7019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중화 실험 자료를 해석하여 헤스 법칙을 확인한다.</a:t>
            </a:r>
          </a:p>
        </p:txBody>
      </p:sp>
      <p:pic>
        <p:nvPicPr>
          <p:cNvPr id="14" name="">
            <a:extLst xmlns:a="http://schemas.openxmlformats.org/drawingml/2006/main">
              <a:ext uri="{FF2B5EF4-FFF2-40B4-BE49-F238E27FC236}">
                <a16:creationId xmlns:a16="http://schemas.microsoft.com/office/drawing/2014/main" id="{3CD3AE18-757B-4B4C-8AF4-148AD44CDAB6}"/>
              </a:ext>
            </a:extLst>
          </p:cNvPr>
          <p:cNvPicPr>
            <a:picLocks xmlns:a="http://schemas.openxmlformats.org/drawingml/2006/main" noChangeAspect="1"/>
          </p:cNvPicPr>
          <p:nvPr/>
        </p:nvPicPr>
        <p:blipFill>
          <a:blip xmlns:r="http://schemas.openxmlformats.org/officeDocument/2006/relationships" xmlns:a="http://schemas.openxmlformats.org/drawingml/2006/main" r:embed="Rbde9e56062b84ee6"/>
          <a:stretch xmlns:a="http://schemas.openxmlformats.org/drawingml/2006/main"/>
        </p:blipFill>
        <p:spPr>
          <a:xfrm xmlns:a="http://schemas.openxmlformats.org/drawingml/2006/main">
            <a:off x="15906750" y="5372100"/>
            <a:ext cx="2066925" cy="4381500"/>
          </a:xfrm>
          <a:prstGeom xmlns:a="http://schemas.openxmlformats.org/drawingml/2006/main" prst="rect">
            <a:avLst/>
          </a:prstGeom>
        </p:spPr>
      </p:pic>
    </p:spTree>
    <p:extLst>
      <p:ext uri="{BB962C8B-B14F-4D97-AF65-F5344CB8AC3E}">
        <p14:creationId xmlns:p14="http://schemas.microsoft.com/office/powerpoint/2010/main" val="1916277761"/>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BBCDDACC-9BBA-4209-9216-D34D641EACEF}"/>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D1EB84CF-BFEF-4D4C-9FA8-6649D0589602}"/>
              </a:ext>
            </a:extLst>
          </p:cNvPr>
          <p:cNvPicPr>
            <a:picLocks xmlns:a="http://schemas.openxmlformats.org/drawingml/2006/main" noChangeAspect="1"/>
          </p:cNvPicPr>
          <p:nvPr/>
        </p:nvPicPr>
        <p:blipFill>
          <a:blip xmlns:r="http://schemas.openxmlformats.org/officeDocument/2006/relationships" xmlns:a="http://schemas.openxmlformats.org/drawingml/2006/main" r:embed="Rfc9b0a7966ac434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6A3FFEE0-5150-411F-924D-5264BDFC6E5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991CDFDE-2CF3-4EE6-B4C9-A465A6BDC6CC}"/>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1</a:t>
            </a:r>
          </a:p>
        </p:txBody>
      </p:sp>
      <p:sp>
        <p:nvSpPr>
          <p:cNvPr id="5" name="text">
            <a:extLst xmlns:a="http://schemas.openxmlformats.org/drawingml/2006/main">
              <a:ext uri="{FF2B5EF4-FFF2-40B4-BE49-F238E27FC236}">
                <a16:creationId xmlns:a16="http://schemas.microsoft.com/office/drawing/2014/main" id="{24D52A4B-3E28-4490-A0E3-3885EA873A50}"/>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헤스 법칙</a:t>
            </a:r>
          </a:p>
        </p:txBody>
      </p:sp>
      <p:sp>
        <p:nvSpPr>
          <p:cNvPr id="6" name="text">
            <a:extLst xmlns:a="http://schemas.openxmlformats.org/drawingml/2006/main">
              <a:ext uri="{FF2B5EF4-FFF2-40B4-BE49-F238E27FC236}">
                <a16:creationId xmlns:a16="http://schemas.microsoft.com/office/drawing/2014/main" id="{04D5FF26-DB49-4F28-B65B-A1C0AAA912B6}"/>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같은 반응이 다른 경로로 일어나면 출입하는 열도 달라질까?</a:t>
            </a:r>
          </a:p>
        </p:txBody>
      </p:sp>
    </p:spTree>
    <p:extLst>
      <p:ext uri="{BB962C8B-B14F-4D97-AF65-F5344CB8AC3E}">
        <p14:creationId xmlns:p14="http://schemas.microsoft.com/office/powerpoint/2010/main" val="179852373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96E84E0D-AADD-4398-9238-13C56FD7D253}"/>
              </a:ext>
            </a:extLst>
          </p:cNvPr>
          <p:cNvPicPr>
            <a:picLocks xmlns:a="http://schemas.openxmlformats.org/drawingml/2006/main" noChangeAspect="1"/>
          </p:cNvPicPr>
          <p:nvPr/>
        </p:nvPicPr>
        <p:blipFill>
          <a:blip xmlns:r="http://schemas.openxmlformats.org/officeDocument/2006/relationships" xmlns:a="http://schemas.openxmlformats.org/drawingml/2006/main" r:embed="R148cfb6f7da248e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519652E-A875-409D-82C7-5873EAAF4D1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231A976-69FB-42B2-8F57-4D5CEFE7CCA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61924A4A-7A13-4A5C-B548-7A91C9C8204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56F6997A-404E-486A-BAA0-B143AC159D6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35392DF0-F79A-476F-82DE-52F5CF7D938A}"/>
              </a:ext>
            </a:extLst>
          </p:cNvPr>
          <p:cNvSpPr>
            <a:spLocks xmlns:a="http://schemas.openxmlformats.org/drawingml/2006/main" noGrp="1"/>
          </p:cNvSpPr>
          <p:nvPr/>
        </p:nvSpPr>
        <p:spPr>
          <a:xfrm xmlns:a="http://schemas.openxmlformats.org/drawingml/2006/main">
            <a:off x="952500" y="2581275"/>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rPr sz="5730" b="1">
                <a:solidFill>
                  <a:srgbClr val="57962F"/>
                </a:solidFill>
                <a:latin typeface="Pretendard"/>
                <a:ea typeface="Pretendard"/>
                <a:cs typeface="Pretendard"/>
              </a:rPr>
              <a:t>헤스 법칙 (Hess’s law)</a:t>
            </a:r>
          </a:p>
        </p:txBody>
      </p:sp>
      <p:sp>
        <p:nvSpPr>
          <p:cNvPr id="7" name="헤스 법칙 요점 1">
            <a:extLst xmlns:a="http://schemas.openxmlformats.org/drawingml/2006/main">
              <a:ext uri="{FF2B5EF4-FFF2-40B4-BE49-F238E27FC236}">
                <a16:creationId xmlns:a16="http://schemas.microsoft.com/office/drawing/2014/main" id="{5097B7B0-8602-4380-87F8-00414666BBFB}"/>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한 줄 요점 1">
            <a:extLst xmlns:a="http://schemas.openxmlformats.org/drawingml/2006/main">
              <a:ext uri="{FF2B5EF4-FFF2-40B4-BE49-F238E27FC236}">
                <a16:creationId xmlns:a16="http://schemas.microsoft.com/office/drawing/2014/main" id="{8E82444E-1FC5-4092-ABB9-D12DACEE7994}"/>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 전후 물질의 종류와 상태가 같으면, </a:t>
            </a:r>
            <a:r>
              <a:t>Δ</a:t>
            </a:r>
            <a:r>
              <a:rPr i="1">
                <a:latin typeface="Pretendard"/>
                <a:ea typeface="Pretendard"/>
                <a:cs typeface="Pretendard"/>
              </a:rPr>
              <a:t>H</a:t>
            </a:r>
            <a:r>
              <a:t>는 </a:t>
            </a:r>
            <a:r>
              <a:rPr b="1">
                <a:solidFill>
                  <a:srgbClr val="57962F"/>
                </a:solidFill>
              </a:rPr>
              <a:t>경로</a:t>
            </a:r>
            <a:r>
              <a:t>와 무관하다.</a:t>
            </a:r>
          </a:p>
        </p:txBody>
      </p:sp>
      <p:sp>
        <p:nvSpPr>
          <p:cNvPr id="9" name="헤스 법칙 요점 2">
            <a:extLst xmlns:a="http://schemas.openxmlformats.org/drawingml/2006/main">
              <a:ext uri="{FF2B5EF4-FFF2-40B4-BE49-F238E27FC236}">
                <a16:creationId xmlns:a16="http://schemas.microsoft.com/office/drawing/2014/main" id="{B6104F22-210A-4F6B-B5B1-7B94C33B3387}"/>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한 줄 요점 2">
            <a:extLst xmlns:a="http://schemas.openxmlformats.org/drawingml/2006/main">
              <a:ext uri="{FF2B5EF4-FFF2-40B4-BE49-F238E27FC236}">
                <a16:creationId xmlns:a16="http://schemas.microsoft.com/office/drawing/2014/main" id="{97CCB83B-984B-4389-9483-68695A774838}"/>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a:t>
            </a:r>
            <a:r>
              <a:rPr b="1">
                <a:solidFill>
                  <a:srgbClr val="57962F"/>
                </a:solidFill>
              </a:rPr>
              <a:t>총 열량 불변의 법칙</a:t>
            </a:r>
            <a:r>
              <a:t>이라고 부르기도 한다.</a:t>
            </a:r>
          </a:p>
        </p:txBody>
      </p:sp>
      <p:sp>
        <p:nvSpPr>
          <p:cNvPr id="11" name="헤스 법칙 요점 3">
            <a:extLst xmlns:a="http://schemas.openxmlformats.org/drawingml/2006/main">
              <a:ext uri="{FF2B5EF4-FFF2-40B4-BE49-F238E27FC236}">
                <a16:creationId xmlns:a16="http://schemas.microsoft.com/office/drawing/2014/main" id="{0119606F-7F54-4450-ACB0-2453DC266A9C}"/>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한 줄 요점 3">
            <a:extLst xmlns:a="http://schemas.openxmlformats.org/drawingml/2006/main">
              <a:ext uri="{FF2B5EF4-FFF2-40B4-BE49-F238E27FC236}">
                <a16:creationId xmlns:a16="http://schemas.microsoft.com/office/drawing/2014/main" id="{1C519971-7883-448D-A7C2-6EFBB5637160}"/>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직접 측정하기 어려운 반응의 </a:t>
            </a:r>
            <a:r>
              <a:t>Δ</a:t>
            </a:r>
            <a:r>
              <a:rPr i="1">
                <a:latin typeface="Pretendard"/>
                <a:ea typeface="Pretendard"/>
                <a:cs typeface="Pretendard"/>
              </a:rPr>
              <a:t>H</a:t>
            </a:r>
            <a:r>
              <a:t>도 </a:t>
            </a:r>
            <a:r>
              <a:rPr b="1">
                <a:solidFill>
                  <a:srgbClr val="57962F"/>
                </a:solidFill>
              </a:rPr>
              <a:t>간접적으로</a:t>
            </a:r>
            <a:r>
              <a:t> 구할 수 있다.</a:t>
            </a:r>
          </a:p>
        </p:txBody>
      </p:sp>
    </p:spTree>
    <p:extLst>
      <p:ext uri="{BB962C8B-B14F-4D97-AF65-F5344CB8AC3E}">
        <p14:creationId xmlns:p14="http://schemas.microsoft.com/office/powerpoint/2010/main" val="143442265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6998CC2F-0B4D-48E6-AC4A-85C7D84B6F5E}"/>
              </a:ext>
            </a:extLst>
          </p:cNvPr>
          <p:cNvPicPr>
            <a:picLocks xmlns:a="http://schemas.openxmlformats.org/drawingml/2006/main" noChangeAspect="1"/>
          </p:cNvPicPr>
          <p:nvPr/>
        </p:nvPicPr>
        <p:blipFill>
          <a:blip xmlns:r="http://schemas.openxmlformats.org/officeDocument/2006/relationships" xmlns:a="http://schemas.openxmlformats.org/drawingml/2006/main" r:embed="Rf281f93928c0403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DC227BA-3AFB-4567-AF0D-17C6FF239DB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D15B8D0-EE7C-4643-9D01-7A02312F233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0F964F48-0ECD-421F-A3E1-D1879F19B4BC}"/>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C605AA2A-8803-4F06-AA4C-51CC841346F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26585F95-9677-4C20-BB94-18A0D5BEFAB7}"/>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반응을 비교하려면</a:t>
            </a:r>
          </a:p>
        </p:txBody>
      </p:sp>
      <p:sp>
        <p:nvSpPr>
          <p:cNvPr id="7" name="text">
            <a:extLst xmlns:a="http://schemas.openxmlformats.org/drawingml/2006/main">
              <a:ext uri="{FF2B5EF4-FFF2-40B4-BE49-F238E27FC236}">
                <a16:creationId xmlns:a16="http://schemas.microsoft.com/office/drawing/2014/main" id="{08912415-3060-4F69-8D06-847FF1646302}"/>
              </a:ext>
            </a:extLst>
          </p:cNvPr>
          <p:cNvSpPr>
            <a:spLocks xmlns:a="http://schemas.openxmlformats.org/drawingml/2006/main" noGrp="1"/>
          </p:cNvSpPr>
          <p:nvPr/>
        </p:nvSpPr>
        <p:spPr>
          <a:xfrm xmlns:a="http://schemas.openxmlformats.org/drawingml/2006/main">
            <a:off x="1428750" y="3667125"/>
            <a:ext cx="1543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반응 경로만 달리하고, 비교 조건은 맞춘다.</a:t>
            </a:r>
          </a:p>
        </p:txBody>
      </p:sp>
      <p:sp>
        <p:nvSpPr>
          <p:cNvPr id="8" name="설명·계산 행 1">
            <a:extLst xmlns:a="http://schemas.openxmlformats.org/drawingml/2006/main">
              <a:ext uri="{FF2B5EF4-FFF2-40B4-BE49-F238E27FC236}">
                <a16:creationId xmlns:a16="http://schemas.microsoft.com/office/drawing/2014/main" id="{9B839FFD-BCCA-4B1D-8CC3-48336A05741D}"/>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9" name="설명·계산 문장 1">
            <a:extLst xmlns:a="http://schemas.openxmlformats.org/drawingml/2006/main">
              <a:ext uri="{FF2B5EF4-FFF2-40B4-BE49-F238E27FC236}">
                <a16:creationId xmlns:a16="http://schemas.microsoft.com/office/drawing/2014/main" id="{1FB94369-DDEA-497B-BB14-50189D36D853}"/>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 전후 물질의 종류와 상태를 같게 한다.</a:t>
            </a:r>
          </a:p>
        </p:txBody>
      </p:sp>
      <p:sp>
        <p:nvSpPr>
          <p:cNvPr id="10" name="설명·계산 행 2">
            <a:extLst xmlns:a="http://schemas.openxmlformats.org/drawingml/2006/main">
              <a:ext uri="{FF2B5EF4-FFF2-40B4-BE49-F238E27FC236}">
                <a16:creationId xmlns:a16="http://schemas.microsoft.com/office/drawing/2014/main" id="{A81E2F15-164F-4187-A7AB-949E0F698BAB}"/>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1" name="설명·계산 문장 2">
            <a:extLst xmlns:a="http://schemas.openxmlformats.org/drawingml/2006/main">
              <a:ext uri="{FF2B5EF4-FFF2-40B4-BE49-F238E27FC236}">
                <a16:creationId xmlns:a16="http://schemas.microsoft.com/office/drawing/2014/main" id="{42F7BF69-FC8E-43F8-ADF4-756ACAA85A46}"/>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반응하는 물질의 양을 같게 한다.</a:t>
            </a:r>
          </a:p>
        </p:txBody>
      </p:sp>
      <p:sp>
        <p:nvSpPr>
          <p:cNvPr id="12" name="설명·계산 행 3">
            <a:extLst xmlns:a="http://schemas.openxmlformats.org/drawingml/2006/main">
              <a:ext uri="{FF2B5EF4-FFF2-40B4-BE49-F238E27FC236}">
                <a16:creationId xmlns:a16="http://schemas.microsoft.com/office/drawing/2014/main" id="{54499710-BAE4-4621-8B93-3594768DB205}"/>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3" name="설명·계산 문장 3">
            <a:extLst xmlns:a="http://schemas.openxmlformats.org/drawingml/2006/main">
              <a:ext uri="{FF2B5EF4-FFF2-40B4-BE49-F238E27FC236}">
                <a16:creationId xmlns:a16="http://schemas.microsoft.com/office/drawing/2014/main" id="{AE8AABA2-0F6E-414D-8C80-9FE6A9E3CD6D}"/>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온도와 압력 조건을 같게 한다.</a:t>
            </a:r>
          </a:p>
        </p:txBody>
      </p:sp>
    </p:spTree>
    <p:extLst>
      <p:ext uri="{BB962C8B-B14F-4D97-AF65-F5344CB8AC3E}">
        <p14:creationId xmlns:p14="http://schemas.microsoft.com/office/powerpoint/2010/main" val="85815560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428ED683-137E-4DB4-85A1-DE1257AC9BB0}"/>
              </a:ext>
            </a:extLst>
          </p:cNvPr>
          <p:cNvPicPr>
            <a:picLocks xmlns:a="http://schemas.openxmlformats.org/drawingml/2006/main" noChangeAspect="1"/>
          </p:cNvPicPr>
          <p:nvPr/>
        </p:nvPicPr>
        <p:blipFill>
          <a:blip xmlns:r="http://schemas.openxmlformats.org/officeDocument/2006/relationships" xmlns:a="http://schemas.openxmlformats.org/drawingml/2006/main" r:embed="R9101737d1206408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4DF0F43-302E-4771-B0E1-6DBC1A08D23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8375621-EB65-4E24-9A30-289DF44FA4F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9A8F5BDC-A9D2-4623-A928-F379D7274D4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FC2E8CB-DD72-4455-96F1-22F4534EA2F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관계">
            <a:extLst xmlns:a="http://schemas.openxmlformats.org/drawingml/2006/main">
              <a:ext uri="{FF2B5EF4-FFF2-40B4-BE49-F238E27FC236}">
                <a16:creationId xmlns:a16="http://schemas.microsoft.com/office/drawing/2014/main" id="{4601F723-D7B4-4323-AC3D-2B6DA1417550}"/>
              </a:ext>
            </a:extLst>
          </p:cNvPr>
          <p:cNvSpPr>
            <a:spLocks xmlns:a="http://schemas.openxmlformats.org/drawingml/2006/main" noGrp="1"/>
          </p:cNvSpPr>
          <p:nvPr/>
        </p:nvSpPr>
        <p:spPr>
          <a:xfrm xmlns:a="http://schemas.openxmlformats.org/drawingml/2006/main">
            <a:off x="1238250" y="2571750"/>
            <a:ext cx="15811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경로가 달라도, </a:t>
            </a:r>
            <a:r>
              <a:t>Δ</a:t>
            </a:r>
            <a:r>
              <a:rPr i="1">
                <a:latin typeface="Pretendard"/>
                <a:ea typeface="Pretendard"/>
                <a:cs typeface="Pretendard"/>
              </a:rPr>
              <a:t>H</a:t>
            </a:r>
            <a:r>
              <a:t>는 같다</a:t>
            </a:r>
          </a:p>
        </p:txBody>
      </p:sp>
      <p:sp>
        <p:nvSpPr>
          <p:cNvPr id="7" name="text">
            <a:extLst xmlns:a="http://schemas.openxmlformats.org/drawingml/2006/main">
              <a:ext uri="{FF2B5EF4-FFF2-40B4-BE49-F238E27FC236}">
                <a16:creationId xmlns:a16="http://schemas.microsoft.com/office/drawing/2014/main" id="{EA28B13A-F62C-4ADC-A147-BDF8D9033CEF}"/>
              </a:ext>
            </a:extLst>
          </p:cNvPr>
          <p:cNvSpPr>
            <a:spLocks xmlns:a="http://schemas.openxmlformats.org/drawingml/2006/main" noGrp="1"/>
          </p:cNvSpPr>
          <p:nvPr/>
        </p:nvSpPr>
        <p:spPr>
          <a:xfrm xmlns:a="http://schemas.openxmlformats.org/drawingml/2006/main">
            <a:off x="1428750" y="3676650"/>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같은 처음 상태에서 같은 나중 상태로 변할 때</a:t>
            </a:r>
          </a:p>
        </p:txBody>
      </p:sp>
      <p:pic>
        <p:nvPicPr>
          <p:cNvPr id="8" name="">
            <a:extLst xmlns:a="http://schemas.openxmlformats.org/drawingml/2006/main">
              <a:ext uri="{FF2B5EF4-FFF2-40B4-BE49-F238E27FC236}">
                <a16:creationId xmlns:a16="http://schemas.microsoft.com/office/drawing/2014/main" id="{24A725C3-146B-4E9E-A208-1DF4C5A2CA64}"/>
              </a:ext>
            </a:extLst>
          </p:cNvPr>
          <p:cNvPicPr>
            <a:picLocks xmlns:a="http://schemas.openxmlformats.org/drawingml/2006/main" noChangeAspect="1"/>
          </p:cNvPicPr>
          <p:nvPr/>
        </p:nvPicPr>
        <p:blipFill>
          <a:blip xmlns:r="http://schemas.openxmlformats.org/officeDocument/2006/relationships" xmlns:a="http://schemas.openxmlformats.org/drawingml/2006/main" r:embed="Rd58a8b7bb2cc4c9a"/>
          <a:stretch xmlns:a="http://schemas.openxmlformats.org/drawingml/2006/main"/>
        </p:blipFill>
        <p:spPr>
          <a:xfrm xmlns:a="http://schemas.openxmlformats.org/drawingml/2006/main">
            <a:off x="2382454" y="4429125"/>
            <a:ext cx="7331842" cy="5467350"/>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D732A0CC-680D-4639-B3BB-05268CB4D5CB}"/>
              </a:ext>
            </a:extLst>
          </p:cNvPr>
          <p:cNvSpPr>
            <a:spLocks xmlns:a="http://schemas.openxmlformats.org/drawingml/2006/main" noGrp="1"/>
          </p:cNvSpPr>
          <p:nvPr/>
        </p:nvSpPr>
        <p:spPr>
          <a:xfrm xmlns:a="http://schemas.openxmlformats.org/drawingml/2006/main">
            <a:off x="11525250" y="452437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직접 경로</a:t>
            </a:r>
          </a:p>
        </p:txBody>
      </p:sp>
      <p:sp>
        <p:nvSpPr>
          <p:cNvPr id="10" name="rich">
            <a:extLst xmlns:a="http://schemas.openxmlformats.org/drawingml/2006/main">
              <a:ext uri="{FF2B5EF4-FFF2-40B4-BE49-F238E27FC236}">
                <a16:creationId xmlns:a16="http://schemas.microsoft.com/office/drawing/2014/main" id="{94BD84A1-67C4-4675-8591-38B383851474}"/>
              </a:ext>
            </a:extLst>
          </p:cNvPr>
          <p:cNvSpPr>
            <a:spLocks xmlns:a="http://schemas.openxmlformats.org/drawingml/2006/main" noGrp="1"/>
          </p:cNvSpPr>
          <p:nvPr/>
        </p:nvSpPr>
        <p:spPr>
          <a:xfrm xmlns:a="http://schemas.openxmlformats.org/drawingml/2006/main">
            <a:off x="11525250" y="5124450"/>
            <a:ext cx="533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0">
                <a:solidFill>
                  <a:srgbClr val="000000"/>
                </a:solidFill>
                <a:latin typeface="Pretendard"/>
                <a:ea typeface="Pretendard"/>
                <a:cs typeface="Pretendard"/>
              </a:defRPr>
            </a:defPPr>
            <a:lvl1pPr algn="l">
              <a:defRPr sz="3750" b="0">
                <a:solidFill>
                  <a:srgbClr val="000000"/>
                </a:solidFill>
                <a:latin typeface="Pretendard"/>
                <a:ea typeface="Pretendard"/>
                <a:cs typeface="Pretendard"/>
              </a:defRPr>
            </a:lvl1pPr>
            <a:lvl2pPr algn="l">
              <a:defRPr sz="3750" b="0">
                <a:solidFill>
                  <a:srgbClr val="000000"/>
                </a:solidFill>
                <a:latin typeface="Pretendard"/>
                <a:ea typeface="Pretendard"/>
                <a:cs typeface="Pretendard"/>
              </a:defRPr>
            </a:lvl2pPr>
            <a:lvl3pPr algn="l">
              <a:defRPr sz="3750" b="0">
                <a:solidFill>
                  <a:srgbClr val="000000"/>
                </a:solidFill>
                <a:latin typeface="Pretendard"/>
                <a:ea typeface="Pretendard"/>
                <a:cs typeface="Pretendard"/>
              </a:defRPr>
            </a:lvl3pPr>
            <a:lvl4pPr algn="l">
              <a:defRPr sz="3750" b="0">
                <a:solidFill>
                  <a:srgbClr val="000000"/>
                </a:solidFill>
                <a:latin typeface="Pretendard"/>
                <a:ea typeface="Pretendard"/>
                <a:cs typeface="Pretendard"/>
              </a:defRPr>
            </a:lvl4pPr>
            <a:lvl5pPr algn="l">
              <a:defRPr sz="3750" b="0">
                <a:solidFill>
                  <a:srgbClr val="000000"/>
                </a:solidFill>
                <a:latin typeface="Pretendard"/>
                <a:ea typeface="Pretendard"/>
                <a:cs typeface="Pretendard"/>
              </a:defRPr>
            </a:lvl5pPr>
            <a:lvl6pPr algn="l">
              <a:defRPr sz="3750" b="0">
                <a:solidFill>
                  <a:srgbClr val="000000"/>
                </a:solidFill>
                <a:latin typeface="Pretendard"/>
                <a:ea typeface="Pretendard"/>
                <a:cs typeface="Pretendard"/>
              </a:defRPr>
            </a:lvl6pPr>
            <a:lvl7pPr algn="l">
              <a:defRPr sz="3750" b="0">
                <a:solidFill>
                  <a:srgbClr val="000000"/>
                </a:solidFill>
                <a:latin typeface="Pretendard"/>
                <a:ea typeface="Pretendard"/>
                <a:cs typeface="Pretendard"/>
              </a:defRPr>
            </a:lvl7pPr>
            <a:lvl8pPr algn="l">
              <a:defRPr sz="3750" b="0">
                <a:solidFill>
                  <a:srgbClr val="000000"/>
                </a:solidFill>
                <a:latin typeface="Pretendard"/>
                <a:ea typeface="Pretendard"/>
                <a:cs typeface="Pretendard"/>
              </a:defRPr>
            </a:lvl8pPr>
            <a:lvl9pPr algn="l">
              <a:defRPr sz="3750" b="0">
                <a:solidFill>
                  <a:srgbClr val="000000"/>
                </a:solidFill>
                <a:latin typeface="Pretendard"/>
                <a:ea typeface="Pretendard"/>
                <a:cs typeface="Pretendard"/>
              </a:defRPr>
            </a:lvl9pPr>
          </a:lstStyle>
          <a:p xmlns:a="http://schemas.openxmlformats.org/drawingml/2006/main">
            <a:pPr algn="l">
              <a:defRPr sz="3750" b="0">
                <a:solidFill>
                  <a:srgbClr val="000000"/>
                </a:solidFill>
                <a:latin typeface="Pretendard"/>
                <a:ea typeface="Pretendard"/>
                <a:cs typeface="Pretendard"/>
              </a:defRPr>
            </a:pPr>
            <a:r>
              <a:t>Δ</a:t>
            </a:r>
            <a:r>
              <a:rPr i="1">
                <a:latin typeface="Pretendard"/>
                <a:ea typeface="Pretendard"/>
                <a:cs typeface="Pretendard"/>
              </a:rPr>
              <a:t>H</a:t>
            </a:r>
            <a:r>
              <a:t>₁ = −189.3 kJ</a:t>
            </a:r>
          </a:p>
        </p:txBody>
      </p:sp>
      <p:sp>
        <p:nvSpPr>
          <p:cNvPr id="11" name="text">
            <a:extLst xmlns:a="http://schemas.openxmlformats.org/drawingml/2006/main">
              <a:ext uri="{FF2B5EF4-FFF2-40B4-BE49-F238E27FC236}">
                <a16:creationId xmlns:a16="http://schemas.microsoft.com/office/drawing/2014/main" id="{FA639E61-EB91-47D5-BA25-D7CC3AA1F36E}"/>
              </a:ext>
            </a:extLst>
          </p:cNvPr>
          <p:cNvSpPr>
            <a:spLocks xmlns:a="http://schemas.openxmlformats.org/drawingml/2006/main" noGrp="1"/>
          </p:cNvSpPr>
          <p:nvPr/>
        </p:nvSpPr>
        <p:spPr>
          <a:xfrm xmlns:a="http://schemas.openxmlformats.org/drawingml/2006/main">
            <a:off x="11525250" y="609600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두 단계 경로</a:t>
            </a:r>
          </a:p>
        </p:txBody>
      </p:sp>
      <p:sp>
        <p:nvSpPr>
          <p:cNvPr id="12" name="rich">
            <a:extLst xmlns:a="http://schemas.openxmlformats.org/drawingml/2006/main">
              <a:ext uri="{FF2B5EF4-FFF2-40B4-BE49-F238E27FC236}">
                <a16:creationId xmlns:a16="http://schemas.microsoft.com/office/drawing/2014/main" id="{330C182A-2A28-450E-94A0-FCF4BDFF7DF3}"/>
              </a:ext>
            </a:extLst>
          </p:cNvPr>
          <p:cNvSpPr>
            <a:spLocks xmlns:a="http://schemas.openxmlformats.org/drawingml/2006/main" noGrp="1"/>
          </p:cNvSpPr>
          <p:nvPr/>
        </p:nvSpPr>
        <p:spPr>
          <a:xfrm xmlns:a="http://schemas.openxmlformats.org/drawingml/2006/main">
            <a:off x="11525250" y="6715125"/>
            <a:ext cx="514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0">
                <a:solidFill>
                  <a:srgbClr val="000000"/>
                </a:solidFill>
                <a:latin typeface="Pretendard"/>
                <a:ea typeface="Pretendard"/>
                <a:cs typeface="Pretendard"/>
              </a:defRPr>
            </a:defPPr>
            <a:lvl1pPr algn="l">
              <a:defRPr sz="3750" b="0">
                <a:solidFill>
                  <a:srgbClr val="000000"/>
                </a:solidFill>
                <a:latin typeface="Pretendard"/>
                <a:ea typeface="Pretendard"/>
                <a:cs typeface="Pretendard"/>
              </a:defRPr>
            </a:lvl1pPr>
            <a:lvl2pPr algn="l">
              <a:defRPr sz="3750" b="0">
                <a:solidFill>
                  <a:srgbClr val="000000"/>
                </a:solidFill>
                <a:latin typeface="Pretendard"/>
                <a:ea typeface="Pretendard"/>
                <a:cs typeface="Pretendard"/>
              </a:defRPr>
            </a:lvl2pPr>
            <a:lvl3pPr algn="l">
              <a:defRPr sz="3750" b="0">
                <a:solidFill>
                  <a:srgbClr val="000000"/>
                </a:solidFill>
                <a:latin typeface="Pretendard"/>
                <a:ea typeface="Pretendard"/>
                <a:cs typeface="Pretendard"/>
              </a:defRPr>
            </a:lvl3pPr>
            <a:lvl4pPr algn="l">
              <a:defRPr sz="3750" b="0">
                <a:solidFill>
                  <a:srgbClr val="000000"/>
                </a:solidFill>
                <a:latin typeface="Pretendard"/>
                <a:ea typeface="Pretendard"/>
                <a:cs typeface="Pretendard"/>
              </a:defRPr>
            </a:lvl4pPr>
            <a:lvl5pPr algn="l">
              <a:defRPr sz="3750" b="0">
                <a:solidFill>
                  <a:srgbClr val="000000"/>
                </a:solidFill>
                <a:latin typeface="Pretendard"/>
                <a:ea typeface="Pretendard"/>
                <a:cs typeface="Pretendard"/>
              </a:defRPr>
            </a:lvl5pPr>
            <a:lvl6pPr algn="l">
              <a:defRPr sz="3750" b="0">
                <a:solidFill>
                  <a:srgbClr val="000000"/>
                </a:solidFill>
                <a:latin typeface="Pretendard"/>
                <a:ea typeface="Pretendard"/>
                <a:cs typeface="Pretendard"/>
              </a:defRPr>
            </a:lvl6pPr>
            <a:lvl7pPr algn="l">
              <a:defRPr sz="3750" b="0">
                <a:solidFill>
                  <a:srgbClr val="000000"/>
                </a:solidFill>
                <a:latin typeface="Pretendard"/>
                <a:ea typeface="Pretendard"/>
                <a:cs typeface="Pretendard"/>
              </a:defRPr>
            </a:lvl7pPr>
            <a:lvl8pPr algn="l">
              <a:defRPr sz="3750" b="0">
                <a:solidFill>
                  <a:srgbClr val="000000"/>
                </a:solidFill>
                <a:latin typeface="Pretendard"/>
                <a:ea typeface="Pretendard"/>
                <a:cs typeface="Pretendard"/>
              </a:defRPr>
            </a:lvl8pPr>
            <a:lvl9pPr algn="l">
              <a:defRPr sz="3750" b="0">
                <a:solidFill>
                  <a:srgbClr val="000000"/>
                </a:solidFill>
                <a:latin typeface="Pretendard"/>
                <a:ea typeface="Pretendard"/>
                <a:cs typeface="Pretendard"/>
              </a:defRPr>
            </a:lvl9pPr>
          </a:lstStyle>
          <a:p xmlns:a="http://schemas.openxmlformats.org/drawingml/2006/main">
            <a:pPr algn="l">
              <a:defRPr sz="3750" b="0">
                <a:solidFill>
                  <a:srgbClr val="000000"/>
                </a:solidFill>
                <a:latin typeface="Pretendard"/>
                <a:ea typeface="Pretendard"/>
                <a:cs typeface="Pretendard"/>
              </a:defRPr>
            </a:pPr>
            <a:r>
              <a:t>Δ</a:t>
            </a:r>
            <a:r>
              <a:rPr i="1">
                <a:latin typeface="Pretendard"/>
                <a:ea typeface="Pretendard"/>
                <a:cs typeface="Pretendard"/>
              </a:rPr>
              <a:t>H</a:t>
            </a:r>
            <a:r>
              <a:t>₂ + </a:t>
            </a:r>
            <a:r>
              <a:t>Δ</a:t>
            </a:r>
            <a:r>
              <a:rPr i="1">
                <a:latin typeface="Pretendard"/>
                <a:ea typeface="Pretendard"/>
                <a:cs typeface="Pretendard"/>
              </a:rPr>
              <a:t>H</a:t>
            </a:r>
            <a:r>
              <a:t>₃</a:t>
            </a:r>
          </a:p>
        </p:txBody>
      </p:sp>
      <p:sp>
        <p:nvSpPr>
          <p:cNvPr id="13" name="text">
            <a:extLst xmlns:a="http://schemas.openxmlformats.org/drawingml/2006/main">
              <a:ext uri="{FF2B5EF4-FFF2-40B4-BE49-F238E27FC236}">
                <a16:creationId xmlns:a16="http://schemas.microsoft.com/office/drawing/2014/main" id="{8DBE0EB0-1753-4FB3-B95B-3243BC65800B}"/>
              </a:ext>
            </a:extLst>
          </p:cNvPr>
          <p:cNvSpPr>
            <a:spLocks xmlns:a="http://schemas.openxmlformats.org/drawingml/2006/main" noGrp="1"/>
          </p:cNvSpPr>
          <p:nvPr/>
        </p:nvSpPr>
        <p:spPr>
          <a:xfrm xmlns:a="http://schemas.openxmlformats.org/drawingml/2006/main">
            <a:off x="11525250" y="7362825"/>
            <a:ext cx="5810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rPr sz="3450" b="0">
                <a:solidFill>
                  <a:srgbClr val="000000"/>
                </a:solidFill>
                <a:latin typeface="Pretendard"/>
                <a:ea typeface="Pretendard"/>
                <a:cs typeface="Pretendard"/>
              </a:rPr>
              <a:t>= −76.9 + (−112.4)</a:t>
            </a:r>
          </a:p>
        </p:txBody>
      </p:sp>
      <p:sp>
        <p:nvSpPr>
          <p:cNvPr id="14" name="text">
            <a:extLst xmlns:a="http://schemas.openxmlformats.org/drawingml/2006/main">
              <a:ext uri="{FF2B5EF4-FFF2-40B4-BE49-F238E27FC236}">
                <a16:creationId xmlns:a16="http://schemas.microsoft.com/office/drawing/2014/main" id="{B952D94F-F9C5-4A19-B2CE-9F408E88C26D}"/>
              </a:ext>
            </a:extLst>
          </p:cNvPr>
          <p:cNvSpPr>
            <a:spLocks xmlns:a="http://schemas.openxmlformats.org/drawingml/2006/main" noGrp="1"/>
          </p:cNvSpPr>
          <p:nvPr/>
        </p:nvSpPr>
        <p:spPr>
          <a:xfrm xmlns:a="http://schemas.openxmlformats.org/drawingml/2006/main">
            <a:off x="11525250" y="8001000"/>
            <a:ext cx="581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1">
                <a:solidFill>
                  <a:srgbClr val="57962F"/>
                </a:solidFill>
                <a:latin typeface="Pretendard"/>
                <a:ea typeface="Pretendard"/>
                <a:cs typeface="Pretendard"/>
              </a:defRPr>
            </a:defPPr>
            <a:lvl1pPr algn="l">
              <a:defRPr sz="3750" b="1">
                <a:solidFill>
                  <a:srgbClr val="57962F"/>
                </a:solidFill>
                <a:latin typeface="Pretendard"/>
                <a:ea typeface="Pretendard"/>
                <a:cs typeface="Pretendard"/>
              </a:defRPr>
            </a:lvl1pPr>
            <a:lvl2pPr algn="l">
              <a:defRPr sz="3750" b="1">
                <a:solidFill>
                  <a:srgbClr val="57962F"/>
                </a:solidFill>
                <a:latin typeface="Pretendard"/>
                <a:ea typeface="Pretendard"/>
                <a:cs typeface="Pretendard"/>
              </a:defRPr>
            </a:lvl2pPr>
            <a:lvl3pPr algn="l">
              <a:defRPr sz="3750" b="1">
                <a:solidFill>
                  <a:srgbClr val="57962F"/>
                </a:solidFill>
                <a:latin typeface="Pretendard"/>
                <a:ea typeface="Pretendard"/>
                <a:cs typeface="Pretendard"/>
              </a:defRPr>
            </a:lvl3pPr>
            <a:lvl4pPr algn="l">
              <a:defRPr sz="3750" b="1">
                <a:solidFill>
                  <a:srgbClr val="57962F"/>
                </a:solidFill>
                <a:latin typeface="Pretendard"/>
                <a:ea typeface="Pretendard"/>
                <a:cs typeface="Pretendard"/>
              </a:defRPr>
            </a:lvl4pPr>
            <a:lvl5pPr algn="l">
              <a:defRPr sz="3750" b="1">
                <a:solidFill>
                  <a:srgbClr val="57962F"/>
                </a:solidFill>
                <a:latin typeface="Pretendard"/>
                <a:ea typeface="Pretendard"/>
                <a:cs typeface="Pretendard"/>
              </a:defRPr>
            </a:lvl5pPr>
            <a:lvl6pPr algn="l">
              <a:defRPr sz="3750" b="1">
                <a:solidFill>
                  <a:srgbClr val="57962F"/>
                </a:solidFill>
                <a:latin typeface="Pretendard"/>
                <a:ea typeface="Pretendard"/>
                <a:cs typeface="Pretendard"/>
              </a:defRPr>
            </a:lvl6pPr>
            <a:lvl7pPr algn="l">
              <a:defRPr sz="3750" b="1">
                <a:solidFill>
                  <a:srgbClr val="57962F"/>
                </a:solidFill>
                <a:latin typeface="Pretendard"/>
                <a:ea typeface="Pretendard"/>
                <a:cs typeface="Pretendard"/>
              </a:defRPr>
            </a:lvl7pPr>
            <a:lvl8pPr algn="l">
              <a:defRPr sz="3750" b="1">
                <a:solidFill>
                  <a:srgbClr val="57962F"/>
                </a:solidFill>
                <a:latin typeface="Pretendard"/>
                <a:ea typeface="Pretendard"/>
                <a:cs typeface="Pretendard"/>
              </a:defRPr>
            </a:lvl8pPr>
            <a:lvl9pPr algn="l">
              <a:defRPr sz="3750" b="1">
                <a:solidFill>
                  <a:srgbClr val="57962F"/>
                </a:solidFill>
                <a:latin typeface="Pretendard"/>
                <a:ea typeface="Pretendard"/>
                <a:cs typeface="Pretendard"/>
              </a:defRPr>
            </a:lvl9pPr>
          </a:lstStyle>
          <a:p xmlns:a="http://schemas.openxmlformats.org/drawingml/2006/main">
            <a:pPr algn="l">
              <a:defRPr sz="3750" b="1">
                <a:solidFill>
                  <a:srgbClr val="57962F"/>
                </a:solidFill>
                <a:latin typeface="Pretendard"/>
                <a:ea typeface="Pretendard"/>
                <a:cs typeface="Pretendard"/>
              </a:defRPr>
            </a:pPr>
            <a:r>
              <a:rPr sz="3750" b="1">
                <a:solidFill>
                  <a:srgbClr val="57962F"/>
                </a:solidFill>
                <a:latin typeface="Pretendard"/>
                <a:ea typeface="Pretendard"/>
                <a:cs typeface="Pretendard"/>
              </a:rPr>
              <a:t>= −189.3 kJ</a:t>
            </a:r>
          </a:p>
        </p:txBody>
      </p:sp>
      <p:sp>
        <p:nvSpPr>
          <p:cNvPr id="15" name="경로 비교 결론">
            <a:extLst xmlns:a="http://schemas.openxmlformats.org/drawingml/2006/main">
              <a:ext uri="{FF2B5EF4-FFF2-40B4-BE49-F238E27FC236}">
                <a16:creationId xmlns:a16="http://schemas.microsoft.com/office/drawing/2014/main" id="{22F18B10-6A7B-4ABD-B861-3AB115629EF3}"/>
              </a:ext>
            </a:extLst>
          </p:cNvPr>
          <p:cNvSpPr>
            <a:spLocks xmlns:a="http://schemas.openxmlformats.org/drawingml/2006/main" noGrp="1"/>
          </p:cNvSpPr>
          <p:nvPr/>
        </p:nvSpPr>
        <p:spPr>
          <a:xfrm xmlns:a="http://schemas.openxmlformats.org/drawingml/2006/main">
            <a:off x="11144250" y="8886825"/>
            <a:ext cx="6191250" cy="733425"/>
          </a:xfrm>
          <a:prstGeom xmlns:a="http://schemas.openxmlformats.org/drawingml/2006/main" prst="roundRect">
            <a:avLst>
              <a:gd name="adj" fmla="val 20779"/>
            </a:avLst>
          </a:prstGeom>
          <a:solidFill xmlns:a="http://schemas.openxmlformats.org/drawingml/2006/main">
            <a:srgbClr val="484847"/>
          </a:solidFill>
          <a:ln xmlns:a="http://schemas.openxmlformats.org/drawingml/2006/main" w="0">
            <a:noFill/>
          </a:ln>
        </p:spPr>
      </p:sp>
      <p:sp>
        <p:nvSpPr>
          <p:cNvPr id="16" name="rich">
            <a:extLst xmlns:a="http://schemas.openxmlformats.org/drawingml/2006/main">
              <a:ext uri="{FF2B5EF4-FFF2-40B4-BE49-F238E27FC236}">
                <a16:creationId xmlns:a16="http://schemas.microsoft.com/office/drawing/2014/main" id="{16F75ACA-8096-4435-9CDE-F8231DA0300E}"/>
              </a:ext>
            </a:extLst>
          </p:cNvPr>
          <p:cNvSpPr>
            <a:spLocks xmlns:a="http://schemas.openxmlformats.org/drawingml/2006/main" noGrp="1"/>
          </p:cNvSpPr>
          <p:nvPr/>
        </p:nvSpPr>
        <p:spPr>
          <a:xfrm xmlns:a="http://schemas.openxmlformats.org/drawingml/2006/main">
            <a:off x="11430000" y="8963025"/>
            <a:ext cx="5619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600" b="0">
                <a:solidFill>
                  <a:srgbClr val="FFFFFF"/>
                </a:solidFill>
                <a:latin typeface="Pretendard"/>
                <a:ea typeface="Pretendard"/>
                <a:cs typeface="Pretendard"/>
              </a:defRPr>
            </a:defPPr>
            <a:lvl1pPr algn="ctr">
              <a:defRPr sz="3600" b="0">
                <a:solidFill>
                  <a:srgbClr val="FFFFFF"/>
                </a:solidFill>
                <a:latin typeface="Pretendard"/>
                <a:ea typeface="Pretendard"/>
                <a:cs typeface="Pretendard"/>
              </a:defRPr>
            </a:lvl1pPr>
            <a:lvl2pPr algn="ctr">
              <a:defRPr sz="3600" b="0">
                <a:solidFill>
                  <a:srgbClr val="FFFFFF"/>
                </a:solidFill>
                <a:latin typeface="Pretendard"/>
                <a:ea typeface="Pretendard"/>
                <a:cs typeface="Pretendard"/>
              </a:defRPr>
            </a:lvl2pPr>
            <a:lvl3pPr algn="ctr">
              <a:defRPr sz="3600" b="0">
                <a:solidFill>
                  <a:srgbClr val="FFFFFF"/>
                </a:solidFill>
                <a:latin typeface="Pretendard"/>
                <a:ea typeface="Pretendard"/>
                <a:cs typeface="Pretendard"/>
              </a:defRPr>
            </a:lvl3pPr>
            <a:lvl4pPr algn="ctr">
              <a:defRPr sz="3600" b="0">
                <a:solidFill>
                  <a:srgbClr val="FFFFFF"/>
                </a:solidFill>
                <a:latin typeface="Pretendard"/>
                <a:ea typeface="Pretendard"/>
                <a:cs typeface="Pretendard"/>
              </a:defRPr>
            </a:lvl4pPr>
            <a:lvl5pPr algn="ctr">
              <a:defRPr sz="3600" b="0">
                <a:solidFill>
                  <a:srgbClr val="FFFFFF"/>
                </a:solidFill>
                <a:latin typeface="Pretendard"/>
                <a:ea typeface="Pretendard"/>
                <a:cs typeface="Pretendard"/>
              </a:defRPr>
            </a:lvl5pPr>
            <a:lvl6pPr algn="ctr">
              <a:defRPr sz="3600" b="0">
                <a:solidFill>
                  <a:srgbClr val="FFFFFF"/>
                </a:solidFill>
                <a:latin typeface="Pretendard"/>
                <a:ea typeface="Pretendard"/>
                <a:cs typeface="Pretendard"/>
              </a:defRPr>
            </a:lvl6pPr>
            <a:lvl7pPr algn="ctr">
              <a:defRPr sz="3600" b="0">
                <a:solidFill>
                  <a:srgbClr val="FFFFFF"/>
                </a:solidFill>
                <a:latin typeface="Pretendard"/>
                <a:ea typeface="Pretendard"/>
                <a:cs typeface="Pretendard"/>
              </a:defRPr>
            </a:lvl7pPr>
            <a:lvl8pPr algn="ctr">
              <a:defRPr sz="3600" b="0">
                <a:solidFill>
                  <a:srgbClr val="FFFFFF"/>
                </a:solidFill>
                <a:latin typeface="Pretendard"/>
                <a:ea typeface="Pretendard"/>
                <a:cs typeface="Pretendard"/>
              </a:defRPr>
            </a:lvl8pPr>
            <a:lvl9pPr algn="ctr">
              <a:defRPr sz="3600" b="0">
                <a:solidFill>
                  <a:srgbClr val="FFFFFF"/>
                </a:solidFill>
                <a:latin typeface="Pretendard"/>
                <a:ea typeface="Pretendard"/>
                <a:cs typeface="Pretendard"/>
              </a:defRPr>
            </a:lvl9pPr>
          </a:lstStyle>
          <a:p xmlns:a="http://schemas.openxmlformats.org/drawingml/2006/main">
            <a:pPr algn="ctr">
              <a:defRPr sz="3600" b="0">
                <a:solidFill>
                  <a:srgbClr val="FFFFFF"/>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₂ + </a:t>
            </a:r>
            <a:r>
              <a:t>Δ</a:t>
            </a:r>
            <a:r>
              <a:rPr i="1">
                <a:latin typeface="Pretendard"/>
                <a:ea typeface="Pretendard"/>
                <a:cs typeface="Pretendard"/>
              </a:rPr>
              <a:t>H</a:t>
            </a:r>
            <a:r>
              <a:t>₃</a:t>
            </a:r>
          </a:p>
        </p:txBody>
      </p:sp>
    </p:spTree>
    <p:extLst>
      <p:ext uri="{BB962C8B-B14F-4D97-AF65-F5344CB8AC3E}">
        <p14:creationId xmlns:p14="http://schemas.microsoft.com/office/powerpoint/2010/main" val="167777209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C7956812-FF97-4F0F-B46D-421BF7A1D766}"/>
              </a:ext>
            </a:extLst>
          </p:cNvPr>
          <p:cNvPicPr>
            <a:picLocks xmlns:a="http://schemas.openxmlformats.org/drawingml/2006/main" noChangeAspect="1"/>
          </p:cNvPicPr>
          <p:nvPr/>
        </p:nvPicPr>
        <p:blipFill>
          <a:blip xmlns:r="http://schemas.openxmlformats.org/officeDocument/2006/relationships" xmlns:a="http://schemas.openxmlformats.org/drawingml/2006/main" r:embed="R7e8b0b6e7f684f1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9D54063-8887-4CCB-91B7-60FDDD6DF6E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B3C3BCC-8CEC-42D9-9459-4EECBB52230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2B61C0A4-6D12-4AC5-B1A7-DB38413767F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FB911A7E-2FE0-4B44-9E37-37BA5726E58E}"/>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ECEA2376-073E-47E9-AAE8-A33AF9D0227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두 반응식을 더하면</a:t>
            </a:r>
          </a:p>
        </p:txBody>
      </p:sp>
      <p:pic>
        <p:nvPicPr>
          <p:cNvPr id="7" name="">
            <a:extLst xmlns:a="http://schemas.openxmlformats.org/drawingml/2006/main">
              <a:ext uri="{FF2B5EF4-FFF2-40B4-BE49-F238E27FC236}">
                <a16:creationId xmlns:a16="http://schemas.microsoft.com/office/drawing/2014/main" id="{40D8C554-0287-4452-A975-3326621F93D2}"/>
              </a:ext>
            </a:extLst>
          </p:cNvPr>
          <p:cNvPicPr>
            <a:picLocks xmlns:a="http://schemas.openxmlformats.org/drawingml/2006/main" noChangeAspect="1"/>
          </p:cNvPicPr>
          <p:nvPr/>
        </p:nvPicPr>
        <p:blipFill>
          <a:blip xmlns:r="http://schemas.openxmlformats.org/officeDocument/2006/relationships" xmlns:a="http://schemas.openxmlformats.org/drawingml/2006/main" r:embed="Rd1cb712e01ac4498"/>
          <a:stretch xmlns:a="http://schemas.openxmlformats.org/drawingml/2006/main"/>
        </p:blipFill>
        <p:spPr>
          <a:xfrm xmlns:a="http://schemas.openxmlformats.org/drawingml/2006/main">
            <a:off x="2247900" y="4261037"/>
            <a:ext cx="13811250" cy="812426"/>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42A78003-68C7-4ECB-8075-D063961DA0A5}"/>
              </a:ext>
            </a:extLst>
          </p:cNvPr>
          <p:cNvPicPr>
            <a:picLocks xmlns:a="http://schemas.openxmlformats.org/drawingml/2006/main" noChangeAspect="1"/>
          </p:cNvPicPr>
          <p:nvPr/>
        </p:nvPicPr>
        <p:blipFill>
          <a:blip xmlns:r="http://schemas.openxmlformats.org/officeDocument/2006/relationships" xmlns:a="http://schemas.openxmlformats.org/drawingml/2006/main" r:embed="R38f108db54084b8c"/>
          <a:stretch xmlns:a="http://schemas.openxmlformats.org/drawingml/2006/main"/>
        </p:blipFill>
        <p:spPr>
          <a:xfrm xmlns:a="http://schemas.openxmlformats.org/drawingml/2006/main">
            <a:off x="2295525" y="5391150"/>
            <a:ext cx="13716000" cy="1524000"/>
          </a:xfrm>
          <a:prstGeom xmlns:a="http://schemas.openxmlformats.org/drawingml/2006/main" prst="rect">
            <a:avLst/>
          </a:prstGeom>
        </p:spPr>
      </p:pic>
      <p:sp>
        <p:nvSpPr>
          <p:cNvPr id="9" name="line">
            <a:extLst xmlns:a="http://schemas.openxmlformats.org/drawingml/2006/main">
              <a:ext uri="{FF2B5EF4-FFF2-40B4-BE49-F238E27FC236}">
                <a16:creationId xmlns:a16="http://schemas.microsoft.com/office/drawing/2014/main" id="{6F348BB7-2D05-4D1A-9EFD-EF3F4744FC45}"/>
              </a:ext>
            </a:extLst>
          </p:cNvPr>
          <p:cNvSpPr>
            <a:spLocks xmlns:a="http://schemas.openxmlformats.org/drawingml/2006/main" noGrp="1"/>
          </p:cNvSpPr>
          <p:nvPr/>
        </p:nvSpPr>
        <p:spPr>
          <a:xfrm xmlns:a="http://schemas.openxmlformats.org/drawingml/2006/main">
            <a:off x="2219325" y="7181850"/>
            <a:ext cx="13877925" cy="9525"/>
          </a:xfrm>
          <a:custGeom xmlns:a="http://schemas.openxmlformats.org/drawingml/2006/main">
            <a:pathLst>
              <a:path w="13877925" h="9525">
                <a:moveTo>
                  <a:pt x="0" y="0"/>
                </a:moveTo>
                <a:lnTo>
                  <a:pt x="13877925" y="0"/>
                </a:lnTo>
              </a:path>
            </a:pathLst>
          </a:custGeom>
          <a:noFill xmlns:a="http://schemas.openxmlformats.org/drawingml/2006/main"/>
          <a:ln xmlns:a="http://schemas.openxmlformats.org/drawingml/2006/main" w="28575">
            <a:solidFill>
              <a:srgbClr val="898989"/>
            </a:solidFill>
            <a:prstDash val="solid"/>
          </a:ln>
        </p:spPr>
      </p:sp>
      <p:pic>
        <p:nvPicPr>
          <p:cNvPr id="10" name="">
            <a:extLst xmlns:a="http://schemas.openxmlformats.org/drawingml/2006/main">
              <a:ext uri="{FF2B5EF4-FFF2-40B4-BE49-F238E27FC236}">
                <a16:creationId xmlns:a16="http://schemas.microsoft.com/office/drawing/2014/main" id="{0B919AFE-2037-44BA-8DB4-E7E7ED22FDBD}"/>
              </a:ext>
            </a:extLst>
          </p:cNvPr>
          <p:cNvPicPr>
            <a:picLocks xmlns:a="http://schemas.openxmlformats.org/drawingml/2006/main" noChangeAspect="1"/>
          </p:cNvPicPr>
          <p:nvPr/>
        </p:nvPicPr>
        <p:blipFill>
          <a:blip xmlns:r="http://schemas.openxmlformats.org/officeDocument/2006/relationships" xmlns:a="http://schemas.openxmlformats.org/drawingml/2006/main" r:embed="Rfc3b17cc11ab43d9"/>
          <a:stretch xmlns:a="http://schemas.openxmlformats.org/drawingml/2006/main"/>
        </p:blipFill>
        <p:spPr>
          <a:xfrm xmlns:a="http://schemas.openxmlformats.org/drawingml/2006/main">
            <a:off x="2247900" y="7413812"/>
            <a:ext cx="13811250" cy="812426"/>
          </a:xfrm>
          <a:prstGeom xmlns:a="http://schemas.openxmlformats.org/drawingml/2006/main" prst="rect">
            <a:avLst/>
          </a:prstGeom>
        </p:spPr>
      </p:pic>
      <p:sp>
        <p:nvSpPr>
          <p:cNvPr id="11" name="해석·결론">
            <a:extLst xmlns:a="http://schemas.openxmlformats.org/drawingml/2006/main">
              <a:ext uri="{FF2B5EF4-FFF2-40B4-BE49-F238E27FC236}">
                <a16:creationId xmlns:a16="http://schemas.microsoft.com/office/drawing/2014/main" id="{C89B2B6F-5DA5-4371-B399-31F4513B8508}"/>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2" name="반응식·수식">
            <a:extLst xmlns:a="http://schemas.openxmlformats.org/drawingml/2006/main">
              <a:ext uri="{FF2B5EF4-FFF2-40B4-BE49-F238E27FC236}">
                <a16:creationId xmlns:a16="http://schemas.microsoft.com/office/drawing/2014/main" id="{FDF351FE-8542-4F87-9ECA-E7EDB7AD752B}"/>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₂ + </a:t>
            </a:r>
            <a:r>
              <a:t>Δ</a:t>
            </a:r>
            <a:r>
              <a:rPr i="1">
                <a:latin typeface="Pretendard"/>
                <a:ea typeface="Pretendard"/>
                <a:cs typeface="Pretendard"/>
              </a:rPr>
              <a:t>H</a:t>
            </a:r>
            <a:r>
              <a:t>₃ = −189.3 kJ</a:t>
            </a:r>
          </a:p>
        </p:txBody>
      </p:sp>
    </p:spTree>
    <p:extLst>
      <p:ext uri="{BB962C8B-B14F-4D97-AF65-F5344CB8AC3E}">
        <p14:creationId xmlns:p14="http://schemas.microsoft.com/office/powerpoint/2010/main" val="16971024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968F13B3-8498-4AEE-9E61-BF1539B488C3}"/>
              </a:ext>
            </a:extLst>
          </p:cNvPr>
          <p:cNvPicPr>
            <a:picLocks xmlns:a="http://schemas.openxmlformats.org/drawingml/2006/main" noChangeAspect="1"/>
          </p:cNvPicPr>
          <p:nvPr/>
        </p:nvPicPr>
        <p:blipFill>
          <a:blip xmlns:r="http://schemas.openxmlformats.org/officeDocument/2006/relationships" xmlns:a="http://schemas.openxmlformats.org/drawingml/2006/main" r:embed="R693223385d2d4d2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15E031F-EE8B-468E-B0FB-C11740C5F28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31B72F1-4C70-43E2-BA25-C723B3A2EBE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DB07FCC7-0A8D-4A54-8C53-507A442429B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A05CB117-5171-41B4-BAAF-75DEB00D7E0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7D8CE59E-FE11-41E6-B2AB-10CC481E28B7}"/>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계수와 </a:t>
            </a:r>
            <a:r>
              <a:t>Δ</a:t>
            </a:r>
            <a:r>
              <a:rPr i="1">
                <a:latin typeface="Pretendard"/>
                <a:ea typeface="Pretendard"/>
                <a:cs typeface="Pretendard"/>
              </a:rPr>
              <a:t>H</a:t>
            </a:r>
            <a:r>
              <a:t>는 같은 비율로</a:t>
            </a:r>
          </a:p>
        </p:txBody>
      </p:sp>
      <p:pic>
        <p:nvPicPr>
          <p:cNvPr id="7" name="">
            <a:extLst xmlns:a="http://schemas.openxmlformats.org/drawingml/2006/main">
              <a:ext uri="{FF2B5EF4-FFF2-40B4-BE49-F238E27FC236}">
                <a16:creationId xmlns:a16="http://schemas.microsoft.com/office/drawing/2014/main" id="{58A485FE-FEF9-4567-8734-F2CF7E6B96C8}"/>
              </a:ext>
            </a:extLst>
          </p:cNvPr>
          <p:cNvPicPr>
            <a:picLocks xmlns:a="http://schemas.openxmlformats.org/drawingml/2006/main" noChangeAspect="1"/>
          </p:cNvPicPr>
          <p:nvPr/>
        </p:nvPicPr>
        <p:blipFill>
          <a:blip xmlns:r="http://schemas.openxmlformats.org/officeDocument/2006/relationships" xmlns:a="http://schemas.openxmlformats.org/drawingml/2006/main" r:embed="R3ec4b7dc38cd496b"/>
          <a:stretch xmlns:a="http://schemas.openxmlformats.org/drawingml/2006/main"/>
        </p:blipFill>
        <p:spPr>
          <a:xfrm xmlns:a="http://schemas.openxmlformats.org/drawingml/2006/main">
            <a:off x="2247900" y="4401025"/>
            <a:ext cx="13811250" cy="1313499"/>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6964B297-75D6-4BD2-AA29-167D9957F9CF}"/>
              </a:ext>
            </a:extLst>
          </p:cNvPr>
          <p:cNvPicPr>
            <a:picLocks xmlns:a="http://schemas.openxmlformats.org/drawingml/2006/main" noChangeAspect="1"/>
          </p:cNvPicPr>
          <p:nvPr/>
        </p:nvPicPr>
        <p:blipFill>
          <a:blip xmlns:r="http://schemas.openxmlformats.org/officeDocument/2006/relationships" xmlns:a="http://schemas.openxmlformats.org/drawingml/2006/main" r:embed="R460a2ecca4754593"/>
          <a:stretch xmlns:a="http://schemas.openxmlformats.org/drawingml/2006/main"/>
        </p:blipFill>
        <p:spPr>
          <a:xfrm xmlns:a="http://schemas.openxmlformats.org/drawingml/2006/main">
            <a:off x="2269578" y="6096000"/>
            <a:ext cx="8529145" cy="1828800"/>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DCFA2393-4334-40F7-BC92-30F86C9521A8}"/>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43B28DA1-52BD-4C48-9053-90EC17B2F578}"/>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계수에 2를 곱하면, </a:t>
            </a:r>
            <a:r>
              <a:t>Δ</a:t>
            </a:r>
            <a:r>
              <a:rPr i="1">
                <a:latin typeface="Pretendard"/>
                <a:ea typeface="Pretendard"/>
                <a:cs typeface="Pretendard"/>
              </a:rPr>
              <a:t>H</a:t>
            </a:r>
            <a:r>
              <a:t>에도 2를 곱한다.</a:t>
            </a:r>
          </a:p>
        </p:txBody>
      </p:sp>
    </p:spTree>
    <p:extLst>
      <p:ext uri="{BB962C8B-B14F-4D97-AF65-F5344CB8AC3E}">
        <p14:creationId xmlns:p14="http://schemas.microsoft.com/office/powerpoint/2010/main" val="155445140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3145051B-B334-42FF-9D7D-1701AD739555}"/>
              </a:ext>
            </a:extLst>
          </p:cNvPr>
          <p:cNvPicPr>
            <a:picLocks xmlns:a="http://schemas.openxmlformats.org/drawingml/2006/main" noChangeAspect="1"/>
          </p:cNvPicPr>
          <p:nvPr/>
        </p:nvPicPr>
        <p:blipFill>
          <a:blip xmlns:r="http://schemas.openxmlformats.org/officeDocument/2006/relationships" xmlns:a="http://schemas.openxmlformats.org/drawingml/2006/main" r:embed="Rb1645df0f15a4ea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709108B-BF89-428C-B58F-7B478D83F1F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71DB37E-B6F9-4927-9420-C5FFE6C0485B}"/>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992DFBC7-2BBA-4C5F-9740-5ECE1B9F8BB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AFA4469D-5236-4D3F-B938-AD1881B27F8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A6076EA0-B211-446F-B7A5-80A71B4A26EB}"/>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반응을 뒤집으면 부호도 반대</a:t>
            </a:r>
          </a:p>
        </p:txBody>
      </p:sp>
      <p:pic>
        <p:nvPicPr>
          <p:cNvPr id="7" name="">
            <a:extLst xmlns:a="http://schemas.openxmlformats.org/drawingml/2006/main">
              <a:ext uri="{FF2B5EF4-FFF2-40B4-BE49-F238E27FC236}">
                <a16:creationId xmlns:a16="http://schemas.microsoft.com/office/drawing/2014/main" id="{AE65CA14-C49A-44E8-9978-779AEE2B582A}"/>
              </a:ext>
            </a:extLst>
          </p:cNvPr>
          <p:cNvPicPr>
            <a:picLocks xmlns:a="http://schemas.openxmlformats.org/drawingml/2006/main" noChangeAspect="1"/>
          </p:cNvPicPr>
          <p:nvPr/>
        </p:nvPicPr>
        <p:blipFill>
          <a:blip xmlns:r="http://schemas.openxmlformats.org/officeDocument/2006/relationships" xmlns:a="http://schemas.openxmlformats.org/drawingml/2006/main" r:embed="R289cca98f89449b9"/>
          <a:stretch xmlns:a="http://schemas.openxmlformats.org/drawingml/2006/main"/>
        </p:blipFill>
        <p:spPr>
          <a:xfrm xmlns:a="http://schemas.openxmlformats.org/drawingml/2006/main">
            <a:off x="2247900" y="4402701"/>
            <a:ext cx="13811250" cy="89104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41956AE8-BC30-42FC-8C4B-56A5376B52C0}"/>
              </a:ext>
            </a:extLst>
          </p:cNvPr>
          <p:cNvPicPr>
            <a:picLocks xmlns:a="http://schemas.openxmlformats.org/drawingml/2006/main" noChangeAspect="1"/>
          </p:cNvPicPr>
          <p:nvPr/>
        </p:nvPicPr>
        <p:blipFill>
          <a:blip xmlns:r="http://schemas.openxmlformats.org/officeDocument/2006/relationships" xmlns:a="http://schemas.openxmlformats.org/drawingml/2006/main" r:embed="R3d28b02d9b4e466b"/>
          <a:stretch xmlns:a="http://schemas.openxmlformats.org/drawingml/2006/main"/>
        </p:blipFill>
        <p:spPr>
          <a:xfrm xmlns:a="http://schemas.openxmlformats.org/drawingml/2006/main">
            <a:off x="2247900" y="6074707"/>
            <a:ext cx="13811250" cy="1585636"/>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33EB964C-74B3-4885-A4D2-32AA18C020F0}"/>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12D5B7C5-4683-4E51-B30C-9D6A22E82E5A}"/>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역반응의 </a:t>
            </a:r>
            <a:r>
              <a:t>Δ</a:t>
            </a:r>
            <a:r>
              <a:rPr i="1">
                <a:latin typeface="Pretendard"/>
                <a:ea typeface="Pretendard"/>
                <a:cs typeface="Pretendard"/>
              </a:rPr>
              <a:t>H</a:t>
            </a:r>
            <a:r>
              <a:t>는 절댓값이 같고 부호는 반대다.</a:t>
            </a:r>
          </a:p>
        </p:txBody>
      </p:sp>
    </p:spTree>
    <p:extLst>
      <p:ext uri="{BB962C8B-B14F-4D97-AF65-F5344CB8AC3E}">
        <p14:creationId xmlns:p14="http://schemas.microsoft.com/office/powerpoint/2010/main" val="144958515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7ACB6FD7-1ECF-46AB-9057-51679E1C78B5}"/>
              </a:ext>
            </a:extLst>
          </p:cNvPr>
          <p:cNvPicPr>
            <a:picLocks xmlns:a="http://schemas.openxmlformats.org/drawingml/2006/main" noChangeAspect="1"/>
          </p:cNvPicPr>
          <p:nvPr/>
        </p:nvPicPr>
        <p:blipFill>
          <a:blip xmlns:r="http://schemas.openxmlformats.org/officeDocument/2006/relationships" xmlns:a="http://schemas.openxmlformats.org/drawingml/2006/main" r:embed="Re75c736dd1644f4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C5AFFF0-EDC6-4AF6-A0CF-77DAE0F2F26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DCBA989-BC45-4193-97E7-385CF82795D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AF422077-E0F4-4670-86C3-276A0C5AA6C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046BBFC-A181-4793-B55F-9460100B680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FC501853-9EE2-4AEA-ADC2-2905C905499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열화학 반응식의 세 가지 조작</a:t>
            </a:r>
          </a:p>
        </p:txBody>
      </p:sp>
      <p:graphicFrame>
        <p:nvGraphicFramePr>
          <p:cNvPr id="7" name="">
            <a:extLst xmlns:a="http://schemas.openxmlformats.org/drawingml/2006/main">
              <a:ext uri="{FF2B5EF4-FFF2-40B4-BE49-F238E27FC236}">
                <a16:creationId xmlns:a16="http://schemas.microsoft.com/office/drawing/2014/main" id="{A500CBA1-F8E7-44BD-825C-E86FC719C555}"/>
              </a:ext>
            </a:extLst>
          </p:cNvPr>
          <p:cNvGraphicFramePr/>
          <p:nvPr/>
        </p:nvGraphicFramePr>
        <p:xfrm>
          <a:off xmlns:a="http://schemas.openxmlformats.org/drawingml/2006/main" x="1828800" y="4286250"/>
          <a:ext xmlns:a="http://schemas.openxmlformats.org/drawingml/2006/main" cx="14639925" cy="4191000"/>
        </p:xfrm>
        <a:graphic xmlns:a="http://schemas.openxmlformats.org/drawingml/2006/main">
          <a:graphicData uri="http://schemas.openxmlformats.org/drawingml/2006/table">
            <a:tbl>
              <a:tblPr/>
              <a:tblGrid>
                <a:gridCol w="7315200"/>
                <a:gridCol w="7324725"/>
              </a:tblGrid>
              <a:tr h="1047750">
                <a:tc>
                  <a:txBody>
                    <a:bodyPr wrap="none" lIns="114300" tIns="114300" rIns="114300" bIns="114300"/>
                    <a:lstStyle/>
                    <a:p>
                      <a:pPr algn="ctr"/>
                      <a:r>
                        <a:rPr sz="3300" b="1">
                          <a:solidFill>
                            <a:srgbClr val="FFFFFF"/>
                          </a:solidFill>
                          <a:latin typeface="Pretendard"/>
                          <a:ea typeface="Pretendard"/>
                          <a:cs typeface="Pretendard"/>
                        </a:rPr>
                        <a:t>반응식의 조작</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300" b="1">
                          <a:solidFill>
                            <a:srgbClr val="FFFFFF"/>
                          </a:solidFill>
                          <a:latin typeface="Pretendard"/>
                          <a:ea typeface="Pretendard"/>
                          <a:cs typeface="Pretendard"/>
                        </a:rPr>
                        <a:t>반응 엔탈피의 조작</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47750">
                <a:tc>
                  <a:txBody>
                    <a:bodyPr wrap="none" lIns="114300" tIns="114300" rIns="114300" bIns="114300"/>
                    <a:lstStyle/>
                    <a:p>
                      <a:pPr algn="ctr"/>
                      <a:r>
                        <a:rPr sz="3300" b="1">
                          <a:solidFill>
                            <a:srgbClr val="FFFFFF"/>
                          </a:solidFill>
                          <a:latin typeface="Pretendard"/>
                          <a:ea typeface="Pretendard"/>
                          <a:cs typeface="Pretendard"/>
                        </a:rPr>
                        <a:t>모든 계수에 k를 곱한다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Δ</a:t>
                      </a:r>
                      <a:r>
                        <a:rPr sz="3300" b="0" i="1">
                          <a:solidFill>
                            <a:srgbClr val="FFFFFF"/>
                          </a:solidFill>
                          <a:latin typeface="Pretendard"/>
                          <a:ea typeface="Pretendard"/>
                          <a:cs typeface="Pretendard"/>
                        </a:rPr>
                        <a:t>H</a:t>
                      </a:r>
                      <a:r>
                        <a:rPr sz="3300" b="0">
                          <a:solidFill>
                            <a:srgbClr val="FFFFFF"/>
                          </a:solidFill>
                          <a:latin typeface="Pretendard"/>
                          <a:ea typeface="Pretendard"/>
                          <a:cs typeface="Pretendard"/>
                        </a:rPr>
                        <a:t>에도 k를 곱한다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역반응으로 바꾼다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Δ</a:t>
                      </a:r>
                      <a:r>
                        <a:rPr sz="3300" b="0" i="1">
                          <a:solidFill>
                            <a:srgbClr val="FFFFFF"/>
                          </a:solidFill>
                          <a:latin typeface="Pretendard"/>
                          <a:ea typeface="Pretendard"/>
                          <a:cs typeface="Pretendard"/>
                        </a:rPr>
                        <a:t>H</a:t>
                      </a:r>
                      <a:r>
                        <a:rPr sz="3300" b="0">
                          <a:solidFill>
                            <a:srgbClr val="FFFFFF"/>
                          </a:solidFill>
                          <a:latin typeface="Pretendard"/>
                          <a:ea typeface="Pretendard"/>
                          <a:cs typeface="Pretendard"/>
                        </a:rPr>
                        <a:t>의 부호를 바꾼다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여러 반응식을 더한다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각 </a:t>
                      </a:r>
                      <a:r>
                        <a:rPr sz="3300" b="0">
                          <a:solidFill>
                            <a:srgbClr val="FFFFFF"/>
                          </a:solidFill>
                          <a:latin typeface="Pretendard"/>
                          <a:ea typeface="Pretendard"/>
                          <a:cs typeface="Pretendard"/>
                        </a:rPr>
                        <a:t>Δ</a:t>
                      </a:r>
                      <a:r>
                        <a:rPr sz="3300" b="0" i="1">
                          <a:solidFill>
                            <a:srgbClr val="FFFFFF"/>
                          </a:solidFill>
                          <a:latin typeface="Pretendard"/>
                          <a:ea typeface="Pretendard"/>
                          <a:cs typeface="Pretendard"/>
                        </a:rPr>
                        <a:t>H</a:t>
                      </a:r>
                      <a:r>
                        <a:rPr sz="3300" b="0">
                          <a:solidFill>
                            <a:srgbClr val="FFFFFF"/>
                          </a:solidFill>
                          <a:latin typeface="Pretendard"/>
                          <a:ea typeface="Pretendard"/>
                          <a:cs typeface="Pretendard"/>
                        </a:rPr>
                        <a:t>를 더한다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2335DCED-F6B4-433F-A67B-3DA507336F0D}"/>
              </a:ext>
            </a:extLst>
          </p:cNvPr>
          <p:cNvSpPr>
            <a:spLocks xmlns:a="http://schemas.openxmlformats.org/drawingml/2006/main" noGrp="1"/>
          </p:cNvSpPr>
          <p:nvPr/>
        </p:nvSpPr>
        <p:spPr>
          <a:xfrm xmlns:a="http://schemas.openxmlformats.org/drawingml/2006/main" rot="0">
            <a:off x="1828800"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71114EB6-ED69-493F-8B96-CAE0F0F13170}"/>
              </a:ext>
            </a:extLst>
          </p:cNvPr>
          <p:cNvSpPr>
            <a:spLocks xmlns:a="http://schemas.openxmlformats.org/drawingml/2006/main" noGrp="1"/>
          </p:cNvSpPr>
          <p:nvPr/>
        </p:nvSpPr>
        <p:spPr>
          <a:xfrm xmlns:a="http://schemas.openxmlformats.org/drawingml/2006/main" rot="5400000">
            <a:off x="1627822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A146DE1D-7376-4F8A-8025-24D6E11FBCBE}"/>
              </a:ext>
            </a:extLst>
          </p:cNvPr>
          <p:cNvSpPr>
            <a:spLocks xmlns:a="http://schemas.openxmlformats.org/drawingml/2006/main" noGrp="1"/>
          </p:cNvSpPr>
          <p:nvPr/>
        </p:nvSpPr>
        <p:spPr>
          <a:xfrm xmlns:a="http://schemas.openxmlformats.org/drawingml/2006/main" rot="10800000">
            <a:off x="16278225"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93988E4D-4E4A-4842-A72D-126A5E3BA4D2}"/>
              </a:ext>
            </a:extLst>
          </p:cNvPr>
          <p:cNvSpPr>
            <a:spLocks xmlns:a="http://schemas.openxmlformats.org/drawingml/2006/main" noGrp="1"/>
          </p:cNvSpPr>
          <p:nvPr/>
        </p:nvSpPr>
        <p:spPr>
          <a:xfrm xmlns:a="http://schemas.openxmlformats.org/drawingml/2006/main" rot="16200000">
            <a:off x="1828800"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Tree>
    <p:extLst>
      <p:ext uri="{BB962C8B-B14F-4D97-AF65-F5344CB8AC3E}">
        <p14:creationId xmlns:p14="http://schemas.microsoft.com/office/powerpoint/2010/main" val="1208861061"/>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DCD3139E-D91C-45FA-A6B1-9FED635FBCF4}"/>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661C9007-24B9-40E7-B5AF-9899FC9DD1D3}"/>
              </a:ext>
            </a:extLst>
          </p:cNvPr>
          <p:cNvPicPr>
            <a:picLocks xmlns:a="http://schemas.openxmlformats.org/drawingml/2006/main" noChangeAspect="1"/>
          </p:cNvPicPr>
          <p:nvPr/>
        </p:nvPicPr>
        <p:blipFill>
          <a:blip xmlns:r="http://schemas.openxmlformats.org/officeDocument/2006/relationships" xmlns:a="http://schemas.openxmlformats.org/drawingml/2006/main" r:embed="R1dff038ad3024a4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131414BB-2515-4D52-A811-675A9B19483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402AFF39-078D-4B41-9917-BD7FD7B4C75A}"/>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2</a:t>
            </a:r>
          </a:p>
        </p:txBody>
      </p:sp>
      <p:sp>
        <p:nvSpPr>
          <p:cNvPr id="5" name="text">
            <a:extLst xmlns:a="http://schemas.openxmlformats.org/drawingml/2006/main">
              <a:ext uri="{FF2B5EF4-FFF2-40B4-BE49-F238E27FC236}">
                <a16:creationId xmlns:a16="http://schemas.microsoft.com/office/drawing/2014/main" id="{2EF911F2-4FFD-4B8C-A6B4-877E00778CE0}"/>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반응 엔탈피 구하기</a:t>
            </a:r>
          </a:p>
        </p:txBody>
      </p:sp>
      <p:sp>
        <p:nvSpPr>
          <p:cNvPr id="6" name="text">
            <a:extLst xmlns:a="http://schemas.openxmlformats.org/drawingml/2006/main">
              <a:ext uri="{FF2B5EF4-FFF2-40B4-BE49-F238E27FC236}">
                <a16:creationId xmlns:a16="http://schemas.microsoft.com/office/drawing/2014/main" id="{A7BAABE8-466B-44B2-8432-7C7C71F894E5}"/>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직접 측정하기 어려운 반응의 열은 어떻게 구할 수 있을까?</a:t>
            </a:r>
          </a:p>
        </p:txBody>
      </p:sp>
    </p:spTree>
    <p:extLst>
      <p:ext uri="{BB962C8B-B14F-4D97-AF65-F5344CB8AC3E}">
        <p14:creationId xmlns:p14="http://schemas.microsoft.com/office/powerpoint/2010/main" val="78171580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4DDD1FFF-699D-49AD-9BFD-DEDF23CC4A34}"/>
              </a:ext>
            </a:extLst>
          </p:cNvPr>
          <p:cNvPicPr>
            <a:picLocks xmlns:a="http://schemas.openxmlformats.org/drawingml/2006/main" noChangeAspect="1"/>
          </p:cNvPicPr>
          <p:nvPr/>
        </p:nvPicPr>
        <p:blipFill>
          <a:blip xmlns:r="http://schemas.openxmlformats.org/officeDocument/2006/relationships" xmlns:a="http://schemas.openxmlformats.org/drawingml/2006/main" r:embed="Ree9918ced02047e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2124D0D-0B9D-40D6-A906-9544C3314D8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A618BFF-0C5B-4024-86F1-6A4DF44A15D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CC4707A2-A993-4816-965C-DAE71BAEB1C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2A96786F-93CE-4978-AC65-FE46D715612E}"/>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EA7660F9-3C2C-48A5-9232-0053411E4CF8}"/>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 생성열을 직접 재기 어려운 까닭</a:t>
            </a:r>
          </a:p>
        </p:txBody>
      </p:sp>
      <p:sp>
        <p:nvSpPr>
          <p:cNvPr id="7" name="설명·계산 행 1">
            <a:extLst xmlns:a="http://schemas.openxmlformats.org/drawingml/2006/main">
              <a:ext uri="{FF2B5EF4-FFF2-40B4-BE49-F238E27FC236}">
                <a16:creationId xmlns:a16="http://schemas.microsoft.com/office/drawing/2014/main" id="{06F44193-2741-4F03-A092-7EBDF6CD297E}"/>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535BC0A8-7961-4D25-858A-51C3137CD4F2}"/>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탄소가 불완전 연소할 때 CO₂도 함께 생성될 수 있다.</a:t>
            </a:r>
          </a:p>
        </p:txBody>
      </p:sp>
      <p:sp>
        <p:nvSpPr>
          <p:cNvPr id="9" name="설명·계산 행 2">
            <a:extLst xmlns:a="http://schemas.openxmlformats.org/drawingml/2006/main">
              <a:ext uri="{FF2B5EF4-FFF2-40B4-BE49-F238E27FC236}">
                <a16:creationId xmlns:a16="http://schemas.microsoft.com/office/drawing/2014/main" id="{4E7E2F9A-68DD-4122-BE2F-275F97F3E141}"/>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80090677-9C62-47F8-9341-3889F4209F68}"/>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CO만 생성되는 반응의 열을 따로 측정하기 어렵다.</a:t>
            </a:r>
          </a:p>
        </p:txBody>
      </p:sp>
      <p:sp>
        <p:nvSpPr>
          <p:cNvPr id="11" name="설명·계산 행 3">
            <a:extLst xmlns:a="http://schemas.openxmlformats.org/drawingml/2006/main">
              <a:ext uri="{FF2B5EF4-FFF2-40B4-BE49-F238E27FC236}">
                <a16:creationId xmlns:a16="http://schemas.microsoft.com/office/drawing/2014/main" id="{46802323-9740-47CC-84DF-68DAABAB01B3}"/>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338E1A44-21BA-478A-A8CC-F5F4889E1F10}"/>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이미 알고 있는 다른 반응의 </a:t>
            </a:r>
            <a:r>
              <a:t>Δ</a:t>
            </a:r>
            <a:r>
              <a:rPr i="1">
                <a:latin typeface="Pretendard"/>
                <a:ea typeface="Pretendard"/>
                <a:cs typeface="Pretendard"/>
              </a:rPr>
              <a:t>H</a:t>
            </a:r>
            <a:r>
              <a:t>를 이용한다.</a:t>
            </a:r>
          </a:p>
        </p:txBody>
      </p:sp>
    </p:spTree>
    <p:extLst>
      <p:ext uri="{BB962C8B-B14F-4D97-AF65-F5344CB8AC3E}">
        <p14:creationId xmlns:p14="http://schemas.microsoft.com/office/powerpoint/2010/main" val="205861560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2A2F4780-0EE3-45F1-AC90-ECE879A573B3}"/>
              </a:ext>
            </a:extLst>
          </p:cNvPr>
          <p:cNvPicPr>
            <a:picLocks xmlns:a="http://schemas.openxmlformats.org/drawingml/2006/main" noChangeAspect="1"/>
          </p:cNvPicPr>
          <p:nvPr/>
        </p:nvPicPr>
        <p:blipFill>
          <a:blip xmlns:r="http://schemas.openxmlformats.org/officeDocument/2006/relationships" xmlns:a="http://schemas.openxmlformats.org/drawingml/2006/main" r:embed="R9c431f428032436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F31238D-2100-4B19-A6ED-8B983174A19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3373D86-8F8D-4327-8063-4232F3A3B43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DA2A6056-75E8-4B1B-8795-908DE17E1CD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D105B6D2-FA58-4334-84FC-FA434ABDB6A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B166E25E-C4BB-4F62-99E1-97FBF3AB247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구하려는 반응부터 확인</a:t>
            </a:r>
          </a:p>
        </p:txBody>
      </p:sp>
      <p:sp>
        <p:nvSpPr>
          <p:cNvPr id="7" name="text">
            <a:extLst xmlns:a="http://schemas.openxmlformats.org/drawingml/2006/main">
              <a:ext uri="{FF2B5EF4-FFF2-40B4-BE49-F238E27FC236}">
                <a16:creationId xmlns:a16="http://schemas.microsoft.com/office/drawing/2014/main" id="{C6FCC881-C531-45D5-9B7A-30F09154CC7A}"/>
              </a:ext>
            </a:extLst>
          </p:cNvPr>
          <p:cNvSpPr>
            <a:spLocks xmlns:a="http://schemas.openxmlformats.org/drawingml/2006/main" noGrp="1"/>
          </p:cNvSpPr>
          <p:nvPr/>
        </p:nvSpPr>
        <p:spPr>
          <a:xfrm xmlns:a="http://schemas.openxmlformats.org/drawingml/2006/main">
            <a:off x="2000250" y="3952875"/>
            <a:ext cx="1428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목표 반응</a:t>
            </a:r>
          </a:p>
        </p:txBody>
      </p:sp>
      <p:pic>
        <p:nvPicPr>
          <p:cNvPr id="8" name="">
            <a:extLst xmlns:a="http://schemas.openxmlformats.org/drawingml/2006/main">
              <a:ext uri="{FF2B5EF4-FFF2-40B4-BE49-F238E27FC236}">
                <a16:creationId xmlns:a16="http://schemas.microsoft.com/office/drawing/2014/main" id="{5DB64B23-192D-4045-972B-EB379C759DA1}"/>
              </a:ext>
            </a:extLst>
          </p:cNvPr>
          <p:cNvPicPr>
            <a:picLocks xmlns:a="http://schemas.openxmlformats.org/drawingml/2006/main" noChangeAspect="1"/>
          </p:cNvPicPr>
          <p:nvPr/>
        </p:nvPicPr>
        <p:blipFill>
          <a:blip xmlns:r="http://schemas.openxmlformats.org/officeDocument/2006/relationships" xmlns:a="http://schemas.openxmlformats.org/drawingml/2006/main" r:embed="Rcb35111a55c144e6"/>
          <a:stretch xmlns:a="http://schemas.openxmlformats.org/drawingml/2006/main"/>
        </p:blipFill>
        <p:spPr>
          <a:xfrm xmlns:a="http://schemas.openxmlformats.org/drawingml/2006/main">
            <a:off x="3997971" y="4572000"/>
            <a:ext cx="10292058" cy="104775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448E76F6-94B6-4868-8CD7-1EEE836B50BB}"/>
              </a:ext>
            </a:extLst>
          </p:cNvPr>
          <p:cNvPicPr>
            <a:picLocks xmlns:a="http://schemas.openxmlformats.org/drawingml/2006/main" noChangeAspect="1"/>
          </p:cNvPicPr>
          <p:nvPr/>
        </p:nvPicPr>
        <p:blipFill>
          <a:blip xmlns:r="http://schemas.openxmlformats.org/officeDocument/2006/relationships" xmlns:a="http://schemas.openxmlformats.org/drawingml/2006/main" r:embed="R987553bfdc4040bb"/>
          <a:stretch xmlns:a="http://schemas.openxmlformats.org/drawingml/2006/main"/>
        </p:blipFill>
        <p:spPr>
          <a:xfrm xmlns:a="http://schemas.openxmlformats.org/drawingml/2006/main">
            <a:off x="2505075" y="6275526"/>
            <a:ext cx="13192125" cy="802999"/>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229FFEF9-D8B0-4F4D-9190-BF88322C4C5E}"/>
              </a:ext>
            </a:extLst>
          </p:cNvPr>
          <p:cNvPicPr>
            <a:picLocks xmlns:a="http://schemas.openxmlformats.org/drawingml/2006/main" noChangeAspect="1"/>
          </p:cNvPicPr>
          <p:nvPr/>
        </p:nvPicPr>
        <p:blipFill>
          <a:blip xmlns:r="http://schemas.openxmlformats.org/officeDocument/2006/relationships" xmlns:a="http://schemas.openxmlformats.org/drawingml/2006/main" r:embed="R620ad1e78b6649ff"/>
          <a:stretch xmlns:a="http://schemas.openxmlformats.org/drawingml/2006/main"/>
        </p:blipFill>
        <p:spPr>
          <a:xfrm xmlns:a="http://schemas.openxmlformats.org/drawingml/2006/main">
            <a:off x="3129890" y="7629525"/>
            <a:ext cx="11942496" cy="1066800"/>
          </a:xfrm>
          <a:prstGeom xmlns:a="http://schemas.openxmlformats.org/drawingml/2006/main" prst="rect">
            <a:avLst/>
          </a:prstGeom>
        </p:spPr>
      </p:pic>
    </p:spTree>
    <p:extLst>
      <p:ext uri="{BB962C8B-B14F-4D97-AF65-F5344CB8AC3E}">
        <p14:creationId xmlns:p14="http://schemas.microsoft.com/office/powerpoint/2010/main" val="48516447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FE64FF65-7995-4105-BE1B-4106EB0A17CE}"/>
              </a:ext>
            </a:extLst>
          </p:cNvPr>
          <p:cNvPicPr>
            <a:picLocks xmlns:a="http://schemas.openxmlformats.org/drawingml/2006/main" noChangeAspect="1"/>
          </p:cNvPicPr>
          <p:nvPr/>
        </p:nvPicPr>
        <p:blipFill>
          <a:blip xmlns:r="http://schemas.openxmlformats.org/officeDocument/2006/relationships" xmlns:a="http://schemas.openxmlformats.org/drawingml/2006/main" r:embed="R3b56ed72896a403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C2DAA18-6AED-49E2-AEBF-8A206160AFA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74D60E5-A93E-44DB-98B7-920B44F3990B}"/>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5CECCD57-71D0-45A8-A76E-E897CF10CC2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2884B7E8-64A8-40A8-B6BD-6A01A48B97A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0F04E3D5-8B59-47F2-AA6D-62B45C8EDA6B}"/>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CO₂를 소거해 목표 반응을 만든다</a:t>
            </a:r>
          </a:p>
        </p:txBody>
      </p:sp>
      <p:pic>
        <p:nvPicPr>
          <p:cNvPr id="7" name="">
            <a:extLst xmlns:a="http://schemas.openxmlformats.org/drawingml/2006/main">
              <a:ext uri="{FF2B5EF4-FFF2-40B4-BE49-F238E27FC236}">
                <a16:creationId xmlns:a16="http://schemas.microsoft.com/office/drawing/2014/main" id="{FD337065-9744-4E47-8E2F-A9FAB79E5859}"/>
              </a:ext>
            </a:extLst>
          </p:cNvPr>
          <p:cNvPicPr>
            <a:picLocks xmlns:a="http://schemas.openxmlformats.org/drawingml/2006/main" noChangeAspect="1"/>
          </p:cNvPicPr>
          <p:nvPr/>
        </p:nvPicPr>
        <p:blipFill>
          <a:blip xmlns:r="http://schemas.openxmlformats.org/officeDocument/2006/relationships" xmlns:a="http://schemas.openxmlformats.org/drawingml/2006/main" r:embed="Rdca6c69b0e4d439e"/>
          <a:stretch xmlns:a="http://schemas.openxmlformats.org/drawingml/2006/main"/>
        </p:blipFill>
        <p:spPr>
          <a:xfrm xmlns:a="http://schemas.openxmlformats.org/drawingml/2006/main">
            <a:off x="4782752" y="4095750"/>
            <a:ext cx="8741546" cy="347662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806DEB81-39E9-4836-961C-9D4E93912700}"/>
              </a:ext>
            </a:extLst>
          </p:cNvPr>
          <p:cNvSpPr>
            <a:spLocks xmlns:a="http://schemas.openxmlformats.org/drawingml/2006/main" noGrp="1"/>
          </p:cNvSpPr>
          <p:nvPr/>
        </p:nvSpPr>
        <p:spPr>
          <a:xfrm xmlns:a="http://schemas.openxmlformats.org/drawingml/2006/main">
            <a:off x="2286000" y="7734300"/>
            <a:ext cx="13811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두 연소 반응식을 빼면, 양변의 CO₂가 소거된다.</a:t>
            </a:r>
          </a:p>
        </p:txBody>
      </p:sp>
      <p:sp>
        <p:nvSpPr>
          <p:cNvPr id="9" name="해석·결론">
            <a:extLst xmlns:a="http://schemas.openxmlformats.org/drawingml/2006/main">
              <a:ext uri="{FF2B5EF4-FFF2-40B4-BE49-F238E27FC236}">
                <a16:creationId xmlns:a16="http://schemas.microsoft.com/office/drawing/2014/main" id="{7DBA0497-5800-4332-A57F-7D4F8893D847}"/>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D3B5E368-E1DF-4CC4-874D-0D39038AB833}"/>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spTree>
    <p:extLst>
      <p:ext uri="{BB962C8B-B14F-4D97-AF65-F5344CB8AC3E}">
        <p14:creationId xmlns:p14="http://schemas.microsoft.com/office/powerpoint/2010/main" val="145646086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586A2640-6FD5-471D-8E70-EEDE81AB4F0C}"/>
              </a:ext>
            </a:extLst>
          </p:cNvPr>
          <p:cNvPicPr>
            <a:picLocks xmlns:a="http://schemas.openxmlformats.org/drawingml/2006/main" noChangeAspect="1"/>
          </p:cNvPicPr>
          <p:nvPr/>
        </p:nvPicPr>
        <p:blipFill>
          <a:blip xmlns:r="http://schemas.openxmlformats.org/officeDocument/2006/relationships" xmlns:a="http://schemas.openxmlformats.org/drawingml/2006/main" r:embed="R78ab7f4e49aa4db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BC7BDFD-AEA4-43D9-8824-8FFF6E54511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3EFB27B-552A-4381-B094-206859F7F67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DEC1F61C-697E-4DA1-B529-C6B80C7E9ED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EE0C5366-9B19-4731-AE52-C519394F2F8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A9FB63F9-0FD2-48D4-9149-C522C8B2B82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 생성 반응의 반응 엔탈피</a:t>
            </a:r>
          </a:p>
        </p:txBody>
      </p:sp>
      <p:sp>
        <p:nvSpPr>
          <p:cNvPr id="7" name="관계식">
            <a:extLst xmlns:a="http://schemas.openxmlformats.org/drawingml/2006/main">
              <a:ext uri="{FF2B5EF4-FFF2-40B4-BE49-F238E27FC236}">
                <a16:creationId xmlns:a16="http://schemas.microsoft.com/office/drawing/2014/main" id="{4D330EC0-80A9-42B5-94E9-A6847A9A004B}"/>
              </a:ext>
            </a:extLst>
          </p:cNvPr>
          <p:cNvSpPr>
            <a:spLocks xmlns:a="http://schemas.openxmlformats.org/drawingml/2006/main" noGrp="1"/>
          </p:cNvSpPr>
          <p:nvPr/>
        </p:nvSpPr>
        <p:spPr>
          <a:xfrm xmlns:a="http://schemas.openxmlformats.org/drawingml/2006/main">
            <a:off x="2190750" y="3705225"/>
            <a:ext cx="1390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pic>
        <p:nvPicPr>
          <p:cNvPr id="8" name="">
            <a:extLst xmlns:a="http://schemas.openxmlformats.org/drawingml/2006/main">
              <a:ext uri="{FF2B5EF4-FFF2-40B4-BE49-F238E27FC236}">
                <a16:creationId xmlns:a16="http://schemas.microsoft.com/office/drawing/2014/main" id="{B3DB66F8-3CB1-4788-8DA9-064F8BD47045}"/>
              </a:ext>
            </a:extLst>
          </p:cNvPr>
          <p:cNvPicPr>
            <a:picLocks xmlns:a="http://schemas.openxmlformats.org/drawingml/2006/main" noChangeAspect="1"/>
          </p:cNvPicPr>
          <p:nvPr/>
        </p:nvPicPr>
        <p:blipFill>
          <a:blip xmlns:r="http://schemas.openxmlformats.org/officeDocument/2006/relationships" xmlns:a="http://schemas.openxmlformats.org/drawingml/2006/main" r:embed="R8e540e2b39b447b8"/>
          <a:stretch xmlns:a="http://schemas.openxmlformats.org/drawingml/2006/main"/>
        </p:blipFill>
        <p:spPr>
          <a:xfrm xmlns:a="http://schemas.openxmlformats.org/drawingml/2006/main">
            <a:off x="2505075" y="5237301"/>
            <a:ext cx="13192125" cy="802999"/>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32873F8B-BF6E-4534-8C4C-B10763C71ABA}"/>
              </a:ext>
            </a:extLst>
          </p:cNvPr>
          <p:cNvPicPr>
            <a:picLocks xmlns:a="http://schemas.openxmlformats.org/drawingml/2006/main" noChangeAspect="1"/>
          </p:cNvPicPr>
          <p:nvPr/>
        </p:nvPicPr>
        <p:blipFill>
          <a:blip xmlns:r="http://schemas.openxmlformats.org/officeDocument/2006/relationships" xmlns:a="http://schemas.openxmlformats.org/drawingml/2006/main" r:embed="R1c7e2e2331414fc4"/>
          <a:stretch xmlns:a="http://schemas.openxmlformats.org/drawingml/2006/main"/>
        </p:blipFill>
        <p:spPr>
          <a:xfrm xmlns:a="http://schemas.openxmlformats.org/drawingml/2006/main">
            <a:off x="3129890" y="6543675"/>
            <a:ext cx="11942496" cy="1066800"/>
          </a:xfrm>
          <a:prstGeom xmlns:a="http://schemas.openxmlformats.org/drawingml/2006/main" prst="rect">
            <a:avLst/>
          </a:prstGeom>
        </p:spPr>
      </p:pic>
      <p:sp>
        <p:nvSpPr>
          <p:cNvPr id="10" name="엔탈피 계산 결과">
            <a:extLst xmlns:a="http://schemas.openxmlformats.org/drawingml/2006/main">
              <a:ext uri="{FF2B5EF4-FFF2-40B4-BE49-F238E27FC236}">
                <a16:creationId xmlns:a16="http://schemas.microsoft.com/office/drawing/2014/main" id="{FF9D349F-A227-41AC-BDE9-BD2173FED2A3}"/>
              </a:ext>
            </a:extLst>
          </p:cNvPr>
          <p:cNvSpPr>
            <a:spLocks xmlns:a="http://schemas.openxmlformats.org/drawingml/2006/main" noGrp="1"/>
          </p:cNvSpPr>
          <p:nvPr/>
        </p:nvSpPr>
        <p:spPr>
          <a:xfrm xmlns:a="http://schemas.openxmlformats.org/drawingml/2006/main">
            <a:off x="1828800" y="8267700"/>
            <a:ext cx="14639925" cy="1095375"/>
          </a:xfrm>
          <a:prstGeom xmlns:a="http://schemas.openxmlformats.org/drawingml/2006/main" prst="roundRect">
            <a:avLst>
              <a:gd name="adj" fmla="val 13913"/>
            </a:avLst>
          </a:prstGeom>
          <a:solidFill xmlns:a="http://schemas.openxmlformats.org/drawingml/2006/main">
            <a:srgbClr val="484847"/>
          </a:solidFill>
          <a:ln xmlns:a="http://schemas.openxmlformats.org/drawingml/2006/main" w="0">
            <a:noFill/>
          </a:ln>
        </p:spPr>
      </p:sp>
      <p:sp>
        <p:nvSpPr>
          <p:cNvPr id="11" name="대입과 결과">
            <a:extLst xmlns:a="http://schemas.openxmlformats.org/drawingml/2006/main">
              <a:ext uri="{FF2B5EF4-FFF2-40B4-BE49-F238E27FC236}">
                <a16:creationId xmlns:a16="http://schemas.microsoft.com/office/drawing/2014/main" id="{EEE504B5-82B3-448A-8B9E-96177FCAB9B4}"/>
              </a:ext>
            </a:extLst>
          </p:cNvPr>
          <p:cNvSpPr>
            <a:spLocks xmlns:a="http://schemas.openxmlformats.org/drawingml/2006/main" noGrp="1"/>
          </p:cNvSpPr>
          <p:nvPr/>
        </p:nvSpPr>
        <p:spPr>
          <a:xfrm xmlns:a="http://schemas.openxmlformats.org/drawingml/2006/main">
            <a:off x="2171700" y="8429625"/>
            <a:ext cx="13954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975" b="0">
                <a:solidFill>
                  <a:srgbClr val="FFFFFF"/>
                </a:solidFill>
                <a:latin typeface="Pretendard"/>
                <a:ea typeface="Pretendard"/>
                <a:cs typeface="Pretendard"/>
              </a:defRPr>
            </a:defPPr>
            <a:lvl1pPr algn="ctr">
              <a:defRPr sz="3975" b="0">
                <a:solidFill>
                  <a:srgbClr val="FFFFFF"/>
                </a:solidFill>
                <a:latin typeface="Pretendard"/>
                <a:ea typeface="Pretendard"/>
                <a:cs typeface="Pretendard"/>
              </a:defRPr>
            </a:lvl1pPr>
            <a:lvl2pPr algn="ctr">
              <a:defRPr sz="3975" b="0">
                <a:solidFill>
                  <a:srgbClr val="FFFFFF"/>
                </a:solidFill>
                <a:latin typeface="Pretendard"/>
                <a:ea typeface="Pretendard"/>
                <a:cs typeface="Pretendard"/>
              </a:defRPr>
            </a:lvl2pPr>
            <a:lvl3pPr algn="ctr">
              <a:defRPr sz="3975" b="0">
                <a:solidFill>
                  <a:srgbClr val="FFFFFF"/>
                </a:solidFill>
                <a:latin typeface="Pretendard"/>
                <a:ea typeface="Pretendard"/>
                <a:cs typeface="Pretendard"/>
              </a:defRPr>
            </a:lvl3pPr>
            <a:lvl4pPr algn="ctr">
              <a:defRPr sz="3975" b="0">
                <a:solidFill>
                  <a:srgbClr val="FFFFFF"/>
                </a:solidFill>
                <a:latin typeface="Pretendard"/>
                <a:ea typeface="Pretendard"/>
                <a:cs typeface="Pretendard"/>
              </a:defRPr>
            </a:lvl4pPr>
            <a:lvl5pPr algn="ctr">
              <a:defRPr sz="3975" b="0">
                <a:solidFill>
                  <a:srgbClr val="FFFFFF"/>
                </a:solidFill>
                <a:latin typeface="Pretendard"/>
                <a:ea typeface="Pretendard"/>
                <a:cs typeface="Pretendard"/>
              </a:defRPr>
            </a:lvl5pPr>
            <a:lvl6pPr algn="ctr">
              <a:defRPr sz="3975" b="0">
                <a:solidFill>
                  <a:srgbClr val="FFFFFF"/>
                </a:solidFill>
                <a:latin typeface="Pretendard"/>
                <a:ea typeface="Pretendard"/>
                <a:cs typeface="Pretendard"/>
              </a:defRPr>
            </a:lvl6pPr>
            <a:lvl7pPr algn="ctr">
              <a:defRPr sz="3975" b="0">
                <a:solidFill>
                  <a:srgbClr val="FFFFFF"/>
                </a:solidFill>
                <a:latin typeface="Pretendard"/>
                <a:ea typeface="Pretendard"/>
                <a:cs typeface="Pretendard"/>
              </a:defRPr>
            </a:lvl7pPr>
            <a:lvl8pPr algn="ctr">
              <a:defRPr sz="3975" b="0">
                <a:solidFill>
                  <a:srgbClr val="FFFFFF"/>
                </a:solidFill>
                <a:latin typeface="Pretendard"/>
                <a:ea typeface="Pretendard"/>
                <a:cs typeface="Pretendard"/>
              </a:defRPr>
            </a:lvl8pPr>
            <a:lvl9pPr algn="ctr">
              <a:defRPr sz="3975" b="0">
                <a:solidFill>
                  <a:srgbClr val="FFFFFF"/>
                </a:solidFill>
                <a:latin typeface="Pretendard"/>
                <a:ea typeface="Pretendard"/>
                <a:cs typeface="Pretendard"/>
              </a:defRPr>
            </a:lvl9pPr>
          </a:lstStyle>
          <a:p xmlns:a="http://schemas.openxmlformats.org/drawingml/2006/main">
            <a:pPr algn="ctr">
              <a:defRPr sz="3975" b="0">
                <a:solidFill>
                  <a:srgbClr val="FFFFFF"/>
                </a:solidFill>
                <a:latin typeface="Pretendard"/>
                <a:ea typeface="Pretendard"/>
                <a:cs typeface="Pretendard"/>
              </a:defRPr>
            </a:pPr>
            <a:r>
              <a:t>Δ</a:t>
            </a:r>
            <a:r>
              <a:rPr i="1">
                <a:latin typeface="Pretendard"/>
                <a:ea typeface="Pretendard"/>
                <a:cs typeface="Pretendard"/>
              </a:rPr>
              <a:t>H</a:t>
            </a:r>
            <a:r>
              <a:t>₃</a:t>
            </a:r>
            <a:r>
              <a:t> = −393.5 − (−283.0) = </a:t>
            </a:r>
            <a:r>
              <a:rPr b="1">
                <a:solidFill>
                  <a:srgbClr val="9FFF68"/>
                </a:solidFill>
              </a:rPr>
              <a:t>−110.5 kJ</a:t>
            </a:r>
          </a:p>
        </p:txBody>
      </p:sp>
    </p:spTree>
    <p:extLst>
      <p:ext uri="{BB962C8B-B14F-4D97-AF65-F5344CB8AC3E}">
        <p14:creationId xmlns:p14="http://schemas.microsoft.com/office/powerpoint/2010/main" val="118985956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7" name="">
            <a:extLst xmlns:a="http://schemas.openxmlformats.org/drawingml/2006/main">
              <a:ext uri="{FF2B5EF4-FFF2-40B4-BE49-F238E27FC236}">
                <a16:creationId xmlns:a16="http://schemas.microsoft.com/office/drawing/2014/main" id="{0A11B416-1C99-453C-81C2-5A70F98D2BCC}"/>
              </a:ext>
            </a:extLst>
          </p:cNvPr>
          <p:cNvPicPr>
            <a:picLocks xmlns:a="http://schemas.openxmlformats.org/drawingml/2006/main" noChangeAspect="1"/>
          </p:cNvPicPr>
          <p:nvPr/>
        </p:nvPicPr>
        <p:blipFill>
          <a:blip xmlns:r="http://schemas.openxmlformats.org/officeDocument/2006/relationships" xmlns:a="http://schemas.openxmlformats.org/drawingml/2006/main" r:embed="R59c81c160a4a414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DE9A1F0-1381-4035-A2D9-6D069307D37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8C51CE8-2440-474D-A639-4136392DD4C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E9413918-E583-4976-9FE2-8A62E3E6EF0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150E604A-0D45-425C-9F2E-D6C8A83EECCE}"/>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204232F6-AD64-4FAF-AD79-3DF53F83365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헤스 법칙 계산의 순서</a:t>
            </a:r>
          </a:p>
        </p:txBody>
      </p:sp>
      <p:sp>
        <p:nvSpPr>
          <p:cNvPr id="7" name="풀이 단계">
            <a:extLst xmlns:a="http://schemas.openxmlformats.org/drawingml/2006/main">
              <a:ext uri="{FF2B5EF4-FFF2-40B4-BE49-F238E27FC236}">
                <a16:creationId xmlns:a16="http://schemas.microsoft.com/office/drawing/2014/main" id="{F2206BE7-FA15-455E-BF42-507A60BF8E3B}"/>
              </a:ext>
            </a:extLst>
          </p:cNvPr>
          <p:cNvSpPr>
            <a:spLocks xmlns:a="http://schemas.openxmlformats.org/drawingml/2006/main" noGrp="1"/>
          </p:cNvSpPr>
          <p:nvPr/>
        </p:nvSpPr>
        <p:spPr>
          <a:xfrm xmlns:a="http://schemas.openxmlformats.org/drawingml/2006/main">
            <a:off x="1828800" y="4257675"/>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C7FFAAB-31BB-481D-B034-040B5344080F}"/>
              </a:ext>
            </a:extLst>
          </p:cNvPr>
          <p:cNvSpPr>
            <a:spLocks xmlns:a="http://schemas.openxmlformats.org/drawingml/2006/main" noGrp="1"/>
          </p:cNvSpPr>
          <p:nvPr/>
        </p:nvSpPr>
        <p:spPr>
          <a:xfrm xmlns:a="http://schemas.openxmlformats.org/drawingml/2006/main">
            <a:off x="2324100" y="4543425"/>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92CD7A0A-4D31-431C-8B94-B5F9ADB10A6A}"/>
              </a:ext>
            </a:extLst>
          </p:cNvPr>
          <p:cNvSpPr>
            <a:spLocks xmlns:a="http://schemas.openxmlformats.org/drawingml/2006/main" noGrp="1"/>
          </p:cNvSpPr>
          <p:nvPr/>
        </p:nvSpPr>
        <p:spPr>
          <a:xfrm xmlns:a="http://schemas.openxmlformats.org/drawingml/2006/main">
            <a:off x="2324100" y="4448175"/>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1</a:t>
            </a:r>
          </a:p>
        </p:txBody>
      </p:sp>
      <p:sp>
        <p:nvSpPr>
          <p:cNvPr id="10" name="text">
            <a:extLst xmlns:a="http://schemas.openxmlformats.org/drawingml/2006/main">
              <a:ext uri="{FF2B5EF4-FFF2-40B4-BE49-F238E27FC236}">
                <a16:creationId xmlns:a16="http://schemas.microsoft.com/office/drawing/2014/main" id="{6E252656-46E4-4425-9E73-FDD2186AF46C}"/>
              </a:ext>
            </a:extLst>
          </p:cNvPr>
          <p:cNvSpPr>
            <a:spLocks xmlns:a="http://schemas.openxmlformats.org/drawingml/2006/main" noGrp="1"/>
          </p:cNvSpPr>
          <p:nvPr/>
        </p:nvSpPr>
        <p:spPr>
          <a:xfrm xmlns:a="http://schemas.openxmlformats.org/drawingml/2006/main">
            <a:off x="3143250" y="444817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목표식 확인</a:t>
            </a:r>
          </a:p>
        </p:txBody>
      </p:sp>
      <p:sp>
        <p:nvSpPr>
          <p:cNvPr id="11" name="text">
            <a:extLst xmlns:a="http://schemas.openxmlformats.org/drawingml/2006/main">
              <a:ext uri="{FF2B5EF4-FFF2-40B4-BE49-F238E27FC236}">
                <a16:creationId xmlns:a16="http://schemas.microsoft.com/office/drawing/2014/main" id="{904E0BBD-59BF-43BE-9AE0-0E44C72A3E9D}"/>
              </a:ext>
            </a:extLst>
          </p:cNvPr>
          <p:cNvSpPr>
            <a:spLocks xmlns:a="http://schemas.openxmlformats.org/drawingml/2006/main" noGrp="1"/>
          </p:cNvSpPr>
          <p:nvPr/>
        </p:nvSpPr>
        <p:spPr>
          <a:xfrm xmlns:a="http://schemas.openxmlformats.org/drawingml/2006/main">
            <a:off x="6429375" y="4448175"/>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rPr sz="3000" b="0">
                <a:solidFill>
                  <a:srgbClr val="000000"/>
                </a:solidFill>
                <a:latin typeface="Pretendard"/>
                <a:ea typeface="Pretendard"/>
                <a:cs typeface="Pretendard"/>
              </a:rPr>
              <a:t>구하려는 반응의 물질·위치·계수를 확인한다.</a:t>
            </a:r>
          </a:p>
        </p:txBody>
      </p:sp>
      <p:sp>
        <p:nvSpPr>
          <p:cNvPr id="12" name="풀이 단계">
            <a:extLst xmlns:a="http://schemas.openxmlformats.org/drawingml/2006/main">
              <a:ext uri="{FF2B5EF4-FFF2-40B4-BE49-F238E27FC236}">
                <a16:creationId xmlns:a16="http://schemas.microsoft.com/office/drawing/2014/main" id="{075E488E-985A-4CA8-8564-E90BBB961C55}"/>
              </a:ext>
            </a:extLst>
          </p:cNvPr>
          <p:cNvSpPr>
            <a:spLocks xmlns:a="http://schemas.openxmlformats.org/drawingml/2006/main" noGrp="1"/>
          </p:cNvSpPr>
          <p:nvPr/>
        </p:nvSpPr>
        <p:spPr>
          <a:xfrm xmlns:a="http://schemas.openxmlformats.org/drawingml/2006/main">
            <a:off x="1828800" y="5467350"/>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3ACCB32-43E8-401A-BE9D-15270196614E}"/>
              </a:ext>
            </a:extLst>
          </p:cNvPr>
          <p:cNvSpPr>
            <a:spLocks xmlns:a="http://schemas.openxmlformats.org/drawingml/2006/main" noGrp="1"/>
          </p:cNvSpPr>
          <p:nvPr/>
        </p:nvSpPr>
        <p:spPr>
          <a:xfrm xmlns:a="http://schemas.openxmlformats.org/drawingml/2006/main">
            <a:off x="2324100" y="5753100"/>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C2604D81-0BFC-4C91-AE5C-C6900B04181D}"/>
              </a:ext>
            </a:extLst>
          </p:cNvPr>
          <p:cNvSpPr>
            <a:spLocks xmlns:a="http://schemas.openxmlformats.org/drawingml/2006/main" noGrp="1"/>
          </p:cNvSpPr>
          <p:nvPr/>
        </p:nvSpPr>
        <p:spPr>
          <a:xfrm xmlns:a="http://schemas.openxmlformats.org/drawingml/2006/main">
            <a:off x="2324100" y="5657850"/>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2</a:t>
            </a:r>
          </a:p>
        </p:txBody>
      </p:sp>
      <p:sp>
        <p:nvSpPr>
          <p:cNvPr id="15" name="text">
            <a:extLst xmlns:a="http://schemas.openxmlformats.org/drawingml/2006/main">
              <a:ext uri="{FF2B5EF4-FFF2-40B4-BE49-F238E27FC236}">
                <a16:creationId xmlns:a16="http://schemas.microsoft.com/office/drawing/2014/main" id="{AFF0B688-6B61-4961-9BE1-4FC9E70B17A1}"/>
              </a:ext>
            </a:extLst>
          </p:cNvPr>
          <p:cNvSpPr>
            <a:spLocks xmlns:a="http://schemas.openxmlformats.org/drawingml/2006/main" noGrp="1"/>
          </p:cNvSpPr>
          <p:nvPr/>
        </p:nvSpPr>
        <p:spPr>
          <a:xfrm xmlns:a="http://schemas.openxmlformats.org/drawingml/2006/main">
            <a:off x="3143250" y="565785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방향·계수 조절</a:t>
            </a:r>
          </a:p>
        </p:txBody>
      </p:sp>
      <p:sp>
        <p:nvSpPr>
          <p:cNvPr id="16" name="text">
            <a:extLst xmlns:a="http://schemas.openxmlformats.org/drawingml/2006/main">
              <a:ext uri="{FF2B5EF4-FFF2-40B4-BE49-F238E27FC236}">
                <a16:creationId xmlns:a16="http://schemas.microsoft.com/office/drawing/2014/main" id="{76FC13AC-FE5D-411B-B74D-86A56DCBDE3E}"/>
              </a:ext>
            </a:extLst>
          </p:cNvPr>
          <p:cNvSpPr>
            <a:spLocks xmlns:a="http://schemas.openxmlformats.org/drawingml/2006/main" noGrp="1"/>
          </p:cNvSpPr>
          <p:nvPr/>
        </p:nvSpPr>
        <p:spPr>
          <a:xfrm xmlns:a="http://schemas.openxmlformats.org/drawingml/2006/main">
            <a:off x="6429375" y="5657850"/>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주어진 식과 </a:t>
            </a:r>
            <a:r>
              <a:t>Δ</a:t>
            </a:r>
            <a:r>
              <a:rPr i="1">
                <a:latin typeface="Pretendard"/>
                <a:ea typeface="Pretendard"/>
                <a:cs typeface="Pretendard"/>
              </a:rPr>
              <a:t>H</a:t>
            </a:r>
            <a:r>
              <a:t>를 함께 바꾼다.</a:t>
            </a:r>
          </a:p>
        </p:txBody>
      </p:sp>
      <p:sp>
        <p:nvSpPr>
          <p:cNvPr id="17" name="풀이 단계">
            <a:extLst xmlns:a="http://schemas.openxmlformats.org/drawingml/2006/main">
              <a:ext uri="{FF2B5EF4-FFF2-40B4-BE49-F238E27FC236}">
                <a16:creationId xmlns:a16="http://schemas.microsoft.com/office/drawing/2014/main" id="{4DBEA248-D3A6-4E77-805E-AB2381B82086}"/>
              </a:ext>
            </a:extLst>
          </p:cNvPr>
          <p:cNvSpPr>
            <a:spLocks xmlns:a="http://schemas.openxmlformats.org/drawingml/2006/main" noGrp="1"/>
          </p:cNvSpPr>
          <p:nvPr/>
        </p:nvSpPr>
        <p:spPr>
          <a:xfrm xmlns:a="http://schemas.openxmlformats.org/drawingml/2006/main">
            <a:off x="1828800" y="6677025"/>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F84CE6C-E569-4B83-BFA6-C5E70A07AAFB}"/>
              </a:ext>
            </a:extLst>
          </p:cNvPr>
          <p:cNvSpPr>
            <a:spLocks xmlns:a="http://schemas.openxmlformats.org/drawingml/2006/main" noGrp="1"/>
          </p:cNvSpPr>
          <p:nvPr/>
        </p:nvSpPr>
        <p:spPr>
          <a:xfrm xmlns:a="http://schemas.openxmlformats.org/drawingml/2006/main">
            <a:off x="2324100" y="6962775"/>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43FFAFB8-977B-4EA5-B74A-DE5670EE8E62}"/>
              </a:ext>
            </a:extLst>
          </p:cNvPr>
          <p:cNvSpPr>
            <a:spLocks xmlns:a="http://schemas.openxmlformats.org/drawingml/2006/main" noGrp="1"/>
          </p:cNvSpPr>
          <p:nvPr/>
        </p:nvSpPr>
        <p:spPr>
          <a:xfrm xmlns:a="http://schemas.openxmlformats.org/drawingml/2006/main">
            <a:off x="2324100" y="6867525"/>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3</a:t>
            </a:r>
          </a:p>
        </p:txBody>
      </p:sp>
      <p:sp>
        <p:nvSpPr>
          <p:cNvPr id="20" name="text">
            <a:extLst xmlns:a="http://schemas.openxmlformats.org/drawingml/2006/main">
              <a:ext uri="{FF2B5EF4-FFF2-40B4-BE49-F238E27FC236}">
                <a16:creationId xmlns:a16="http://schemas.microsoft.com/office/drawing/2014/main" id="{D13DB1C9-8258-4A29-ADC5-2323820D3FA8}"/>
              </a:ext>
            </a:extLst>
          </p:cNvPr>
          <p:cNvSpPr>
            <a:spLocks xmlns:a="http://schemas.openxmlformats.org/drawingml/2006/main" noGrp="1"/>
          </p:cNvSpPr>
          <p:nvPr/>
        </p:nvSpPr>
        <p:spPr>
          <a:xfrm xmlns:a="http://schemas.openxmlformats.org/drawingml/2006/main">
            <a:off x="3143250" y="68675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중간 물질 소거</a:t>
            </a:r>
          </a:p>
        </p:txBody>
      </p:sp>
      <p:sp>
        <p:nvSpPr>
          <p:cNvPr id="21" name="text">
            <a:extLst xmlns:a="http://schemas.openxmlformats.org/drawingml/2006/main">
              <a:ext uri="{FF2B5EF4-FFF2-40B4-BE49-F238E27FC236}">
                <a16:creationId xmlns:a16="http://schemas.microsoft.com/office/drawing/2014/main" id="{4012C681-0EC5-451A-8C15-7B4314CA914C}"/>
              </a:ext>
            </a:extLst>
          </p:cNvPr>
          <p:cNvSpPr>
            <a:spLocks xmlns:a="http://schemas.openxmlformats.org/drawingml/2006/main" noGrp="1"/>
          </p:cNvSpPr>
          <p:nvPr/>
        </p:nvSpPr>
        <p:spPr>
          <a:xfrm xmlns:a="http://schemas.openxmlformats.org/drawingml/2006/main">
            <a:off x="6429375" y="6867525"/>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rPr sz="3000" b="0">
                <a:solidFill>
                  <a:srgbClr val="000000"/>
                </a:solidFill>
                <a:latin typeface="Pretendard"/>
                <a:ea typeface="Pretendard"/>
                <a:cs typeface="Pretendard"/>
              </a:rPr>
              <a:t>종류·상태·양이 같은 항을 소거한다.</a:t>
            </a:r>
          </a:p>
        </p:txBody>
      </p:sp>
      <p:sp>
        <p:nvSpPr>
          <p:cNvPr id="22" name="풀이 단계">
            <a:extLst xmlns:a="http://schemas.openxmlformats.org/drawingml/2006/main">
              <a:ext uri="{FF2B5EF4-FFF2-40B4-BE49-F238E27FC236}">
                <a16:creationId xmlns:a16="http://schemas.microsoft.com/office/drawing/2014/main" id="{2CE8B3EE-9475-4291-B1E6-ED92EC80C93D}"/>
              </a:ext>
            </a:extLst>
          </p:cNvPr>
          <p:cNvSpPr>
            <a:spLocks xmlns:a="http://schemas.openxmlformats.org/drawingml/2006/main" noGrp="1"/>
          </p:cNvSpPr>
          <p:nvPr/>
        </p:nvSpPr>
        <p:spPr>
          <a:xfrm xmlns:a="http://schemas.openxmlformats.org/drawingml/2006/main">
            <a:off x="1828800" y="7886700"/>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B1C8982D-F44D-4192-AC5B-9723D5128FF5}"/>
              </a:ext>
            </a:extLst>
          </p:cNvPr>
          <p:cNvSpPr>
            <a:spLocks xmlns:a="http://schemas.openxmlformats.org/drawingml/2006/main" noGrp="1"/>
          </p:cNvSpPr>
          <p:nvPr/>
        </p:nvSpPr>
        <p:spPr>
          <a:xfrm xmlns:a="http://schemas.openxmlformats.org/drawingml/2006/main">
            <a:off x="2324100" y="8172450"/>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24" name="text">
            <a:extLst xmlns:a="http://schemas.openxmlformats.org/drawingml/2006/main">
              <a:ext uri="{FF2B5EF4-FFF2-40B4-BE49-F238E27FC236}">
                <a16:creationId xmlns:a16="http://schemas.microsoft.com/office/drawing/2014/main" id="{4074742A-B227-4230-A2D5-015C1F89403B}"/>
              </a:ext>
            </a:extLst>
          </p:cNvPr>
          <p:cNvSpPr>
            <a:spLocks xmlns:a="http://schemas.openxmlformats.org/drawingml/2006/main" noGrp="1"/>
          </p:cNvSpPr>
          <p:nvPr/>
        </p:nvSpPr>
        <p:spPr>
          <a:xfrm xmlns:a="http://schemas.openxmlformats.org/drawingml/2006/main">
            <a:off x="2324100" y="8077200"/>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4</a:t>
            </a:r>
          </a:p>
        </p:txBody>
      </p:sp>
      <p:sp>
        <p:nvSpPr>
          <p:cNvPr id="25" name="text">
            <a:extLst xmlns:a="http://schemas.openxmlformats.org/drawingml/2006/main">
              <a:ext uri="{FF2B5EF4-FFF2-40B4-BE49-F238E27FC236}">
                <a16:creationId xmlns:a16="http://schemas.microsoft.com/office/drawing/2014/main" id="{0ECD18C4-B46D-4F31-A046-0D5689BC8180}"/>
              </a:ext>
            </a:extLst>
          </p:cNvPr>
          <p:cNvSpPr>
            <a:spLocks xmlns:a="http://schemas.openxmlformats.org/drawingml/2006/main" noGrp="1"/>
          </p:cNvSpPr>
          <p:nvPr/>
        </p:nvSpPr>
        <p:spPr>
          <a:xfrm xmlns:a="http://schemas.openxmlformats.org/drawingml/2006/main">
            <a:off x="3143250" y="807720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t>Δ</a:t>
            </a:r>
            <a:r>
              <a:rPr i="1">
                <a:latin typeface="Pretendard"/>
                <a:ea typeface="Pretendard"/>
                <a:cs typeface="Pretendard"/>
              </a:rPr>
              <a:t>H</a:t>
            </a:r>
            <a:r>
              <a:t> 계산·검산</a:t>
            </a:r>
          </a:p>
        </p:txBody>
      </p:sp>
      <p:sp>
        <p:nvSpPr>
          <p:cNvPr id="26" name="text">
            <a:extLst xmlns:a="http://schemas.openxmlformats.org/drawingml/2006/main">
              <a:ext uri="{FF2B5EF4-FFF2-40B4-BE49-F238E27FC236}">
                <a16:creationId xmlns:a16="http://schemas.microsoft.com/office/drawing/2014/main" id="{81AF98DC-30F0-4B36-8CCA-37AA19C746EE}"/>
              </a:ext>
            </a:extLst>
          </p:cNvPr>
          <p:cNvSpPr>
            <a:spLocks xmlns:a="http://schemas.openxmlformats.org/drawingml/2006/main" noGrp="1"/>
          </p:cNvSpPr>
          <p:nvPr/>
        </p:nvSpPr>
        <p:spPr>
          <a:xfrm xmlns:a="http://schemas.openxmlformats.org/drawingml/2006/main">
            <a:off x="6429375" y="8077200"/>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rPr sz="3000" b="0">
                <a:solidFill>
                  <a:srgbClr val="000000"/>
                </a:solidFill>
                <a:latin typeface="Pretendard"/>
                <a:ea typeface="Pretendard"/>
                <a:cs typeface="Pretendard"/>
              </a:rPr>
              <a:t>남은 반응식과 부호·단위를 확인한다.</a:t>
            </a:r>
          </a:p>
        </p:txBody>
      </p:sp>
    </p:spTree>
    <p:extLst>
      <p:ext uri="{BB962C8B-B14F-4D97-AF65-F5344CB8AC3E}">
        <p14:creationId xmlns:p14="http://schemas.microsoft.com/office/powerpoint/2010/main" val="107013271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7A1B3E5F-1FBF-4900-82F5-328406AD44F0}"/>
              </a:ext>
            </a:extLst>
          </p:cNvPr>
          <p:cNvPicPr>
            <a:picLocks xmlns:a="http://schemas.openxmlformats.org/drawingml/2006/main" noChangeAspect="1"/>
          </p:cNvPicPr>
          <p:nvPr/>
        </p:nvPicPr>
        <p:blipFill>
          <a:blip xmlns:r="http://schemas.openxmlformats.org/officeDocument/2006/relationships" xmlns:a="http://schemas.openxmlformats.org/drawingml/2006/main" r:embed="R14aac6df4027455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DC8F221-91FE-4149-8F5F-29ACBE3BB06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98C3DC2-EE51-4F07-88C8-DFCFD07FFFC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7298BB7D-9359-439E-B8B8-58051FA3990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6B54C6C2-3C1A-4C27-BF70-4DBA08C785B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9FC28E91-966A-4D1D-95E4-26304986D7B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SO₂가 SO₃로 바뀔 때</a:t>
            </a:r>
          </a:p>
        </p:txBody>
      </p:sp>
      <p:sp>
        <p:nvSpPr>
          <p:cNvPr id="7" name="text">
            <a:extLst xmlns:a="http://schemas.openxmlformats.org/drawingml/2006/main">
              <a:ext uri="{FF2B5EF4-FFF2-40B4-BE49-F238E27FC236}">
                <a16:creationId xmlns:a16="http://schemas.microsoft.com/office/drawing/2014/main" id="{97FFCA05-3B06-49AB-A18A-FF52832B5E9C}"/>
              </a:ext>
            </a:extLst>
          </p:cNvPr>
          <p:cNvSpPr>
            <a:spLocks xmlns:a="http://schemas.openxmlformats.org/drawingml/2006/main" noGrp="1"/>
          </p:cNvSpPr>
          <p:nvPr/>
        </p:nvSpPr>
        <p:spPr>
          <a:xfrm xmlns:a="http://schemas.openxmlformats.org/drawingml/2006/main">
            <a:off x="1714500" y="3743325"/>
            <a:ext cx="1485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t>다음 두 반응을 이용하여 목표 반응의 </a:t>
            </a:r>
            <a:r>
              <a:t>Δ</a:t>
            </a:r>
            <a:r>
              <a:rPr i="1">
                <a:latin typeface="Pretendard"/>
                <a:ea typeface="Pretendard"/>
                <a:cs typeface="Pretendard"/>
              </a:rPr>
              <a:t>H</a:t>
            </a:r>
            <a:r>
              <a:t>를 구하시오.</a:t>
            </a:r>
          </a:p>
        </p:txBody>
      </p:sp>
      <p:pic>
        <p:nvPicPr>
          <p:cNvPr id="8" name="">
            <a:extLst xmlns:a="http://schemas.openxmlformats.org/drawingml/2006/main">
              <a:ext uri="{FF2B5EF4-FFF2-40B4-BE49-F238E27FC236}">
                <a16:creationId xmlns:a16="http://schemas.microsoft.com/office/drawing/2014/main" id="{605C2536-62F9-4570-81B4-3E3A134C2BFB}"/>
              </a:ext>
            </a:extLst>
          </p:cNvPr>
          <p:cNvPicPr>
            <a:picLocks xmlns:a="http://schemas.openxmlformats.org/drawingml/2006/main" noChangeAspect="1"/>
          </p:cNvPicPr>
          <p:nvPr/>
        </p:nvPicPr>
        <p:blipFill>
          <a:blip xmlns:r="http://schemas.openxmlformats.org/officeDocument/2006/relationships" xmlns:a="http://schemas.openxmlformats.org/drawingml/2006/main" r:embed="Rb64fb14aa6c249a2"/>
          <a:stretch xmlns:a="http://schemas.openxmlformats.org/drawingml/2006/main"/>
        </p:blipFill>
        <p:spPr>
          <a:xfrm xmlns:a="http://schemas.openxmlformats.org/drawingml/2006/main">
            <a:off x="2409198" y="4552950"/>
            <a:ext cx="13469605" cy="2286000"/>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C19ECC7B-C75A-4CDD-88F2-E8B4E39052CB}"/>
              </a:ext>
            </a:extLst>
          </p:cNvPr>
          <p:cNvSpPr>
            <a:spLocks xmlns:a="http://schemas.openxmlformats.org/drawingml/2006/main" noGrp="1"/>
          </p:cNvSpPr>
          <p:nvPr/>
        </p:nvSpPr>
        <p:spPr>
          <a:xfrm xmlns:a="http://schemas.openxmlformats.org/drawingml/2006/main">
            <a:off x="2247900" y="74771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목표 반응</a:t>
            </a:r>
          </a:p>
        </p:txBody>
      </p:sp>
      <p:pic>
        <p:nvPicPr>
          <p:cNvPr id="10" name="">
            <a:extLst xmlns:a="http://schemas.openxmlformats.org/drawingml/2006/main">
              <a:ext uri="{FF2B5EF4-FFF2-40B4-BE49-F238E27FC236}">
                <a16:creationId xmlns:a16="http://schemas.microsoft.com/office/drawing/2014/main" id="{A4055787-E9D1-44B3-9670-ACFF69E88BFF}"/>
              </a:ext>
            </a:extLst>
          </p:cNvPr>
          <p:cNvPicPr>
            <a:picLocks xmlns:a="http://schemas.openxmlformats.org/drawingml/2006/main" noChangeAspect="1"/>
          </p:cNvPicPr>
          <p:nvPr/>
        </p:nvPicPr>
        <p:blipFill>
          <a:blip xmlns:r="http://schemas.openxmlformats.org/officeDocument/2006/relationships" xmlns:a="http://schemas.openxmlformats.org/drawingml/2006/main" r:embed="R8f5e5a4da2664fa5"/>
          <a:stretch xmlns:a="http://schemas.openxmlformats.org/drawingml/2006/main"/>
        </p:blipFill>
        <p:spPr>
          <a:xfrm xmlns:a="http://schemas.openxmlformats.org/drawingml/2006/main">
            <a:off x="6961890" y="7362825"/>
            <a:ext cx="7602720" cy="1000125"/>
          </a:xfrm>
          <a:prstGeom xmlns:a="http://schemas.openxmlformats.org/drawingml/2006/main" prst="rect">
            <a:avLst/>
          </a:prstGeom>
        </p:spPr>
      </p:pic>
    </p:spTree>
    <p:extLst>
      <p:ext uri="{BB962C8B-B14F-4D97-AF65-F5344CB8AC3E}">
        <p14:creationId xmlns:p14="http://schemas.microsoft.com/office/powerpoint/2010/main" val="209753117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3739F0F7-DB73-4EFC-AE76-11D52EB973AC}"/>
              </a:ext>
            </a:extLst>
          </p:cNvPr>
          <p:cNvPicPr>
            <a:picLocks xmlns:a="http://schemas.openxmlformats.org/drawingml/2006/main" noChangeAspect="1"/>
          </p:cNvPicPr>
          <p:nvPr/>
        </p:nvPicPr>
        <p:blipFill>
          <a:blip xmlns:r="http://schemas.openxmlformats.org/officeDocument/2006/relationships" xmlns:a="http://schemas.openxmlformats.org/drawingml/2006/main" r:embed="Rca913de34856462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A439846-234A-4E00-A96D-C4F7AB7CD3E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7D0FA85-6118-4679-AC18-1C83A916C46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3A17CFF1-54AC-45A2-A942-84F30A0EB97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8AE6D7BA-D120-4553-B352-3CA4BA78A7D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39DB8D52-1B52-4850-AD37-1C21FD6AF91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반응식과 </a:t>
            </a:r>
            <a:r>
              <a:t>Δ</a:t>
            </a:r>
            <a:r>
              <a:rPr i="1">
                <a:latin typeface="Pretendard"/>
                <a:ea typeface="Pretendard"/>
                <a:cs typeface="Pretendard"/>
              </a:rPr>
              <a:t>H</a:t>
            </a:r>
            <a:r>
              <a:t>를 함께 검산</a:t>
            </a:r>
          </a:p>
        </p:txBody>
      </p:sp>
      <p:sp>
        <p:nvSpPr>
          <p:cNvPr id="7" name="text">
            <a:extLst xmlns:a="http://schemas.openxmlformats.org/drawingml/2006/main">
              <a:ext uri="{FF2B5EF4-FFF2-40B4-BE49-F238E27FC236}">
                <a16:creationId xmlns:a16="http://schemas.microsoft.com/office/drawing/2014/main" id="{188F4710-C677-4766-B02A-2DD57E79F781}"/>
              </a:ext>
            </a:extLst>
          </p:cNvPr>
          <p:cNvSpPr>
            <a:spLocks xmlns:a="http://schemas.openxmlformats.org/drawingml/2006/main" noGrp="1"/>
          </p:cNvSpPr>
          <p:nvPr/>
        </p:nvSpPr>
        <p:spPr>
          <a:xfrm xmlns:a="http://schemas.openxmlformats.org/drawingml/2006/main">
            <a:off x="1714500" y="3743325"/>
            <a:ext cx="1485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첫 번째 반응식을 2배하여 두 번째 반응식에서 뺀다.</a:t>
            </a:r>
          </a:p>
        </p:txBody>
      </p:sp>
      <p:pic>
        <p:nvPicPr>
          <p:cNvPr id="8" name="">
            <a:extLst xmlns:a="http://schemas.openxmlformats.org/drawingml/2006/main">
              <a:ext uri="{FF2B5EF4-FFF2-40B4-BE49-F238E27FC236}">
                <a16:creationId xmlns:a16="http://schemas.microsoft.com/office/drawing/2014/main" id="{0918D06A-28FF-407D-B3B6-B0416B2A2EF7}"/>
              </a:ext>
            </a:extLst>
          </p:cNvPr>
          <p:cNvPicPr>
            <a:picLocks xmlns:a="http://schemas.openxmlformats.org/drawingml/2006/main" noChangeAspect="1"/>
          </p:cNvPicPr>
          <p:nvPr/>
        </p:nvPicPr>
        <p:blipFill>
          <a:blip xmlns:r="http://schemas.openxmlformats.org/officeDocument/2006/relationships" xmlns:a="http://schemas.openxmlformats.org/drawingml/2006/main" r:embed="R377506f8efa24aba"/>
          <a:stretch xmlns:a="http://schemas.openxmlformats.org/drawingml/2006/main"/>
        </p:blipFill>
        <p:spPr>
          <a:xfrm xmlns:a="http://schemas.openxmlformats.org/drawingml/2006/main">
            <a:off x="2409198" y="4552950"/>
            <a:ext cx="13469605" cy="228600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18FC3A50-1D34-4932-94AD-1A08B36CE910}"/>
              </a:ext>
            </a:extLst>
          </p:cNvPr>
          <p:cNvPicPr>
            <a:picLocks xmlns:a="http://schemas.openxmlformats.org/drawingml/2006/main" noChangeAspect="1"/>
          </p:cNvPicPr>
          <p:nvPr/>
        </p:nvPicPr>
        <p:blipFill>
          <a:blip xmlns:r="http://schemas.openxmlformats.org/officeDocument/2006/relationships" xmlns:a="http://schemas.openxmlformats.org/drawingml/2006/main" r:embed="Rb61c0bc0b4a64dd6"/>
          <a:stretch xmlns:a="http://schemas.openxmlformats.org/drawingml/2006/main"/>
        </p:blipFill>
        <p:spPr>
          <a:xfrm xmlns:a="http://schemas.openxmlformats.org/drawingml/2006/main">
            <a:off x="4628096" y="7048500"/>
            <a:ext cx="9050857" cy="1190625"/>
          </a:xfrm>
          <a:prstGeom xmlns:a="http://schemas.openxmlformats.org/drawingml/2006/main" prst="rect">
            <a:avLst/>
          </a:prstGeom>
        </p:spPr>
      </p:pic>
      <p:sp>
        <p:nvSpPr>
          <p:cNvPr id="10" name="해석·결론">
            <a:extLst xmlns:a="http://schemas.openxmlformats.org/drawingml/2006/main">
              <a:ext uri="{FF2B5EF4-FFF2-40B4-BE49-F238E27FC236}">
                <a16:creationId xmlns:a16="http://schemas.microsoft.com/office/drawing/2014/main" id="{90583A9F-5646-4A3F-97AD-73C4E7CD2384}"/>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1" name="반응식·수식">
            <a:extLst xmlns:a="http://schemas.openxmlformats.org/drawingml/2006/main">
              <a:ext uri="{FF2B5EF4-FFF2-40B4-BE49-F238E27FC236}">
                <a16:creationId xmlns:a16="http://schemas.microsoft.com/office/drawing/2014/main" id="{C43AB88C-1769-4172-B984-BE2812FD2B7A}"/>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−791 − 2 × (−297) = −197 kJ</a:t>
            </a:r>
          </a:p>
        </p:txBody>
      </p:sp>
    </p:spTree>
    <p:extLst>
      <p:ext uri="{BB962C8B-B14F-4D97-AF65-F5344CB8AC3E}">
        <p14:creationId xmlns:p14="http://schemas.microsoft.com/office/powerpoint/2010/main" val="113405517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CD69AD54-74E8-4563-BC29-80772DA8E6BB}"/>
              </a:ext>
            </a:extLst>
          </p:cNvPr>
          <p:cNvPicPr>
            <a:picLocks xmlns:a="http://schemas.openxmlformats.org/drawingml/2006/main" noChangeAspect="1"/>
          </p:cNvPicPr>
          <p:nvPr/>
        </p:nvPicPr>
        <p:blipFill>
          <a:blip xmlns:r="http://schemas.openxmlformats.org/officeDocument/2006/relationships" xmlns:a="http://schemas.openxmlformats.org/drawingml/2006/main" r:embed="Re7cf59540123426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80F554C-1142-4982-830C-5DC2D0AC9B6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AA71D53-74AD-4D89-B0A6-C8255501041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E2036CAB-80F9-46D7-A25B-CAB1FEE4BC4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780FB125-2829-4E36-86BE-476AC655464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0680DE7A-655D-40EC-AF17-1D68BFCE998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그림과 반응식은 같은 관계</a:t>
            </a:r>
          </a:p>
        </p:txBody>
      </p:sp>
      <p:pic>
        <p:nvPicPr>
          <p:cNvPr id="7" name="">
            <a:extLst xmlns:a="http://schemas.openxmlformats.org/drawingml/2006/main">
              <a:ext uri="{FF2B5EF4-FFF2-40B4-BE49-F238E27FC236}">
                <a16:creationId xmlns:a16="http://schemas.microsoft.com/office/drawing/2014/main" id="{A0D9E99A-339B-4C8A-84E2-034AD0E3DB70}"/>
              </a:ext>
            </a:extLst>
          </p:cNvPr>
          <p:cNvPicPr>
            <a:picLocks xmlns:a="http://schemas.openxmlformats.org/drawingml/2006/main" noChangeAspect="1"/>
          </p:cNvPicPr>
          <p:nvPr/>
        </p:nvPicPr>
        <p:blipFill>
          <a:blip xmlns:r="http://schemas.openxmlformats.org/officeDocument/2006/relationships" xmlns:a="http://schemas.openxmlformats.org/drawingml/2006/main" r:embed="R8fabc41217ec4d00"/>
          <a:stretch xmlns:a="http://schemas.openxmlformats.org/drawingml/2006/main"/>
        </p:blipFill>
        <p:spPr>
          <a:xfrm xmlns:a="http://schemas.openxmlformats.org/drawingml/2006/main">
            <a:off x="2286000" y="4917357"/>
            <a:ext cx="7334250" cy="330978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56709AE2-2668-4B8A-B74F-ED83CB5A9D9A}"/>
              </a:ext>
            </a:extLst>
          </p:cNvPr>
          <p:cNvSpPr>
            <a:spLocks xmlns:a="http://schemas.openxmlformats.org/drawingml/2006/main" noGrp="1"/>
          </p:cNvSpPr>
          <p:nvPr/>
        </p:nvSpPr>
        <p:spPr>
          <a:xfrm xmlns:a="http://schemas.openxmlformats.org/drawingml/2006/main">
            <a:off x="10668000" y="4543425"/>
            <a:ext cx="571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전체 경로</a:t>
            </a:r>
          </a:p>
        </p:txBody>
      </p:sp>
      <p:sp>
        <p:nvSpPr>
          <p:cNvPr id="9" name="반응식·수식">
            <a:extLst xmlns:a="http://schemas.openxmlformats.org/drawingml/2006/main">
              <a:ext uri="{FF2B5EF4-FFF2-40B4-BE49-F238E27FC236}">
                <a16:creationId xmlns:a16="http://schemas.microsoft.com/office/drawing/2014/main" id="{AB6F7205-18ED-41D9-B06F-D5AC0B72A4BE}"/>
              </a:ext>
            </a:extLst>
          </p:cNvPr>
          <p:cNvSpPr>
            <a:spLocks xmlns:a="http://schemas.openxmlformats.org/drawingml/2006/main" noGrp="1"/>
          </p:cNvSpPr>
          <p:nvPr/>
        </p:nvSpPr>
        <p:spPr>
          <a:xfrm xmlns:a="http://schemas.openxmlformats.org/drawingml/2006/main">
            <a:off x="10668000" y="5305425"/>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₃ + </a:t>
            </a:r>
            <a:r>
              <a:t>Δ</a:t>
            </a:r>
            <a:r>
              <a:rPr i="1">
                <a:latin typeface="Pretendard"/>
                <a:ea typeface="Pretendard"/>
                <a:cs typeface="Pretendard"/>
              </a:rPr>
              <a:t>H</a:t>
            </a:r>
            <a:r>
              <a:t>₂</a:t>
            </a:r>
          </a:p>
        </p:txBody>
      </p:sp>
      <p:sp>
        <p:nvSpPr>
          <p:cNvPr id="10" name="text">
            <a:extLst xmlns:a="http://schemas.openxmlformats.org/drawingml/2006/main">
              <a:ext uri="{FF2B5EF4-FFF2-40B4-BE49-F238E27FC236}">
                <a16:creationId xmlns:a16="http://schemas.microsoft.com/office/drawing/2014/main" id="{CB218942-21BA-41FD-9315-B1A28039B997}"/>
              </a:ext>
            </a:extLst>
          </p:cNvPr>
          <p:cNvSpPr>
            <a:spLocks xmlns:a="http://schemas.openxmlformats.org/drawingml/2006/main" noGrp="1"/>
          </p:cNvSpPr>
          <p:nvPr/>
        </p:nvSpPr>
        <p:spPr>
          <a:xfrm xmlns:a="http://schemas.openxmlformats.org/drawingml/2006/main">
            <a:off x="10668000" y="6581775"/>
            <a:ext cx="609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알고 싶은 한 단계</a:t>
            </a:r>
          </a:p>
        </p:txBody>
      </p:sp>
      <p:sp>
        <p:nvSpPr>
          <p:cNvPr id="11" name="반응식·수식">
            <a:extLst xmlns:a="http://schemas.openxmlformats.org/drawingml/2006/main">
              <a:ext uri="{FF2B5EF4-FFF2-40B4-BE49-F238E27FC236}">
                <a16:creationId xmlns:a16="http://schemas.microsoft.com/office/drawing/2014/main" id="{5757B3A7-CB5A-49FA-AB8C-4FA8EDEE90FD}"/>
              </a:ext>
            </a:extLst>
          </p:cNvPr>
          <p:cNvSpPr>
            <a:spLocks xmlns:a="http://schemas.openxmlformats.org/drawingml/2006/main" noGrp="1"/>
          </p:cNvSpPr>
          <p:nvPr/>
        </p:nvSpPr>
        <p:spPr>
          <a:xfrm xmlns:a="http://schemas.openxmlformats.org/drawingml/2006/main">
            <a:off x="10668000" y="7353300"/>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spTree>
    <p:extLst>
      <p:ext uri="{BB962C8B-B14F-4D97-AF65-F5344CB8AC3E}">
        <p14:creationId xmlns:p14="http://schemas.microsoft.com/office/powerpoint/2010/main" val="12591996"/>
      </p:ext>
    </p:extLst>
  </p:cSld>
</p:sld>
</file>

<file path=ppt/slides/slide2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9DEB0DD6-A78B-4D26-955F-6EB381F6B8CA}"/>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FC4F32A4-64E1-4838-AFFB-DE1768844521}"/>
              </a:ext>
            </a:extLst>
          </p:cNvPr>
          <p:cNvPicPr>
            <a:picLocks xmlns:a="http://schemas.openxmlformats.org/drawingml/2006/main" noChangeAspect="1"/>
          </p:cNvPicPr>
          <p:nvPr/>
        </p:nvPicPr>
        <p:blipFill>
          <a:blip xmlns:r="http://schemas.openxmlformats.org/officeDocument/2006/relationships" xmlns:a="http://schemas.openxmlformats.org/drawingml/2006/main" r:embed="R109f59bb4b92489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61581908-0768-47FF-9560-06F75D19CA0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FDEC8C79-15D6-41AA-ABB3-A1E7835CC989}"/>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3</a:t>
            </a:r>
          </a:p>
        </p:txBody>
      </p:sp>
      <p:sp>
        <p:nvSpPr>
          <p:cNvPr id="5" name="text">
            <a:extLst xmlns:a="http://schemas.openxmlformats.org/drawingml/2006/main">
              <a:ext uri="{FF2B5EF4-FFF2-40B4-BE49-F238E27FC236}">
                <a16:creationId xmlns:a16="http://schemas.microsoft.com/office/drawing/2014/main" id="{B21CCB0E-6C0A-4C54-92B5-1CF9931927CC}"/>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표준 생성 엔탈피</a:t>
            </a:r>
          </a:p>
        </p:txBody>
      </p:sp>
      <p:sp>
        <p:nvSpPr>
          <p:cNvPr id="6" name="text">
            <a:extLst xmlns:a="http://schemas.openxmlformats.org/drawingml/2006/main">
              <a:ext uri="{FF2B5EF4-FFF2-40B4-BE49-F238E27FC236}">
                <a16:creationId xmlns:a16="http://schemas.microsoft.com/office/drawing/2014/main" id="{0A7A6C3F-7C76-4495-8EA0-2F4CCBF09B04}"/>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물질마다 같은 기준의 생성 엔탈피를 알면 무엇을 구할 수 있을까?</a:t>
            </a:r>
          </a:p>
        </p:txBody>
      </p:sp>
    </p:spTree>
    <p:extLst>
      <p:ext uri="{BB962C8B-B14F-4D97-AF65-F5344CB8AC3E}">
        <p14:creationId xmlns:p14="http://schemas.microsoft.com/office/powerpoint/2010/main" val="8737934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1F4B5CEE-76D6-411A-AACC-6A21F1200D2D}"/>
              </a:ext>
            </a:extLst>
          </p:cNvPr>
          <p:cNvPicPr>
            <a:picLocks xmlns:a="http://schemas.openxmlformats.org/drawingml/2006/main" noChangeAspect="1"/>
          </p:cNvPicPr>
          <p:nvPr/>
        </p:nvPicPr>
        <p:blipFill>
          <a:blip xmlns:r="http://schemas.openxmlformats.org/officeDocument/2006/relationships" xmlns:a="http://schemas.openxmlformats.org/drawingml/2006/main" r:embed="R036e6820faf44a6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8791C72-B2B3-44D3-A5E2-1D45CF46E5D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23625AF-5D6A-4561-B1F4-04510DA26CA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D8485ED7-D212-48AA-9983-7695B694482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F9D63169-37B3-4D6D-B733-C00B469277A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FDB4197E-7B32-45D2-BBC7-9D5AD71C33E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표준 생성 엔탈피</a:t>
            </a:r>
          </a:p>
        </p:txBody>
      </p:sp>
      <p:sp>
        <p:nvSpPr>
          <p:cNvPr id="7" name="text">
            <a:extLst xmlns:a="http://schemas.openxmlformats.org/drawingml/2006/main">
              <a:ext uri="{FF2B5EF4-FFF2-40B4-BE49-F238E27FC236}">
                <a16:creationId xmlns:a16="http://schemas.microsoft.com/office/drawing/2014/main" id="{A8B4A7CC-E7B5-44FE-8EE3-B7800FFB64A0}"/>
              </a:ext>
            </a:extLst>
          </p:cNvPr>
          <p:cNvSpPr>
            <a:spLocks xmlns:a="http://schemas.openxmlformats.org/drawingml/2006/main" noGrp="1"/>
          </p:cNvSpPr>
          <p:nvPr/>
        </p:nvSpPr>
        <p:spPr>
          <a:xfrm xmlns:a="http://schemas.openxmlformats.org/drawingml/2006/main">
            <a:off x="1714500" y="3705225"/>
            <a:ext cx="1485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898989"/>
                </a:solidFill>
                <a:latin typeface="Pretendard"/>
                <a:ea typeface="Pretendard"/>
                <a:cs typeface="Pretendard"/>
              </a:defRPr>
            </a:defPPr>
            <a:lvl1pPr algn="ctr">
              <a:defRPr sz="2850" b="1">
                <a:solidFill>
                  <a:srgbClr val="898989"/>
                </a:solidFill>
                <a:latin typeface="Pretendard"/>
                <a:ea typeface="Pretendard"/>
                <a:cs typeface="Pretendard"/>
              </a:defRPr>
            </a:lvl1pPr>
            <a:lvl2pPr algn="ctr">
              <a:defRPr sz="2850" b="1">
                <a:solidFill>
                  <a:srgbClr val="898989"/>
                </a:solidFill>
                <a:latin typeface="Pretendard"/>
                <a:ea typeface="Pretendard"/>
                <a:cs typeface="Pretendard"/>
              </a:defRPr>
            </a:lvl2pPr>
            <a:lvl3pPr algn="ctr">
              <a:defRPr sz="2850" b="1">
                <a:solidFill>
                  <a:srgbClr val="898989"/>
                </a:solidFill>
                <a:latin typeface="Pretendard"/>
                <a:ea typeface="Pretendard"/>
                <a:cs typeface="Pretendard"/>
              </a:defRPr>
            </a:lvl3pPr>
            <a:lvl4pPr algn="ctr">
              <a:defRPr sz="2850" b="1">
                <a:solidFill>
                  <a:srgbClr val="898989"/>
                </a:solidFill>
                <a:latin typeface="Pretendard"/>
                <a:ea typeface="Pretendard"/>
                <a:cs typeface="Pretendard"/>
              </a:defRPr>
            </a:lvl4pPr>
            <a:lvl5pPr algn="ctr">
              <a:defRPr sz="2850" b="1">
                <a:solidFill>
                  <a:srgbClr val="898989"/>
                </a:solidFill>
                <a:latin typeface="Pretendard"/>
                <a:ea typeface="Pretendard"/>
                <a:cs typeface="Pretendard"/>
              </a:defRPr>
            </a:lvl5pPr>
            <a:lvl6pPr algn="ctr">
              <a:defRPr sz="2850" b="1">
                <a:solidFill>
                  <a:srgbClr val="898989"/>
                </a:solidFill>
                <a:latin typeface="Pretendard"/>
                <a:ea typeface="Pretendard"/>
                <a:cs typeface="Pretendard"/>
              </a:defRPr>
            </a:lvl6pPr>
            <a:lvl7pPr algn="ctr">
              <a:defRPr sz="2850" b="1">
                <a:solidFill>
                  <a:srgbClr val="898989"/>
                </a:solidFill>
                <a:latin typeface="Pretendard"/>
                <a:ea typeface="Pretendard"/>
                <a:cs typeface="Pretendard"/>
              </a:defRPr>
            </a:lvl7pPr>
            <a:lvl8pPr algn="ctr">
              <a:defRPr sz="2850" b="1">
                <a:solidFill>
                  <a:srgbClr val="898989"/>
                </a:solidFill>
                <a:latin typeface="Pretendard"/>
                <a:ea typeface="Pretendard"/>
                <a:cs typeface="Pretendard"/>
              </a:defRPr>
            </a:lvl8pPr>
            <a:lvl9pPr algn="ctr">
              <a:defRPr sz="2850" b="1">
                <a:solidFill>
                  <a:srgbClr val="898989"/>
                </a:solidFill>
                <a:latin typeface="Pretendard"/>
                <a:ea typeface="Pretendard"/>
                <a:cs typeface="Pretendard"/>
              </a:defRPr>
            </a:lvl9pPr>
          </a:lstStyle>
          <a:p xmlns:a="http://schemas.openxmlformats.org/drawingml/2006/main">
            <a:pPr algn="ctr">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표준 상태의 성분 원소로부터 물질 1 mol이 생성될 때의 반응 엔탈피</a:t>
            </a:r>
          </a:p>
        </p:txBody>
      </p:sp>
      <p:pic>
        <p:nvPicPr>
          <p:cNvPr id="8" name="">
            <a:extLst xmlns:a="http://schemas.openxmlformats.org/drawingml/2006/main">
              <a:ext uri="{FF2B5EF4-FFF2-40B4-BE49-F238E27FC236}">
                <a16:creationId xmlns:a16="http://schemas.microsoft.com/office/drawing/2014/main" id="{2B70A821-B8C6-4162-BAFD-24ECEBDBC90E}"/>
              </a:ext>
            </a:extLst>
          </p:cNvPr>
          <p:cNvPicPr>
            <a:picLocks xmlns:a="http://schemas.openxmlformats.org/drawingml/2006/main" noChangeAspect="1"/>
          </p:cNvPicPr>
          <p:nvPr/>
        </p:nvPicPr>
        <p:blipFill>
          <a:blip xmlns:r="http://schemas.openxmlformats.org/officeDocument/2006/relationships" xmlns:a="http://schemas.openxmlformats.org/drawingml/2006/main" r:embed="R1d3d32621b7649cc"/>
          <a:stretch xmlns:a="http://schemas.openxmlformats.org/drawingml/2006/main"/>
        </p:blipFill>
        <p:spPr>
          <a:xfrm xmlns:a="http://schemas.openxmlformats.org/drawingml/2006/main">
            <a:off x="4648041" y="4524375"/>
            <a:ext cx="8229918" cy="876300"/>
          </a:xfrm>
          <a:prstGeom xmlns:a="http://schemas.openxmlformats.org/drawingml/2006/main" prst="rect">
            <a:avLst/>
          </a:prstGeom>
        </p:spPr>
      </p:pic>
      <p:sp>
        <p:nvSpPr>
          <p:cNvPr id="9" name="설명·계산 행 1">
            <a:extLst xmlns:a="http://schemas.openxmlformats.org/drawingml/2006/main">
              <a:ext uri="{FF2B5EF4-FFF2-40B4-BE49-F238E27FC236}">
                <a16:creationId xmlns:a16="http://schemas.microsoft.com/office/drawing/2014/main" id="{6E3C72DB-7DFC-4E7C-9283-62FBC30FEA18}"/>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1">
            <a:extLst xmlns:a="http://schemas.openxmlformats.org/drawingml/2006/main">
              <a:ext uri="{FF2B5EF4-FFF2-40B4-BE49-F238E27FC236}">
                <a16:creationId xmlns:a16="http://schemas.microsoft.com/office/drawing/2014/main" id="{02344BE1-4D87-4BF6-A941-19470DF0F057}"/>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생성되는 물질 1 mol을 기준으로 나타낸다.</a:t>
            </a:r>
          </a:p>
        </p:txBody>
      </p:sp>
      <p:sp>
        <p:nvSpPr>
          <p:cNvPr id="11" name="설명·계산 행 2">
            <a:extLst xmlns:a="http://schemas.openxmlformats.org/drawingml/2006/main">
              <a:ext uri="{FF2B5EF4-FFF2-40B4-BE49-F238E27FC236}">
                <a16:creationId xmlns:a16="http://schemas.microsoft.com/office/drawing/2014/main" id="{C8A8B5B9-1932-43B7-8DF8-D8D72FAE97A7}"/>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2">
            <a:extLst xmlns:a="http://schemas.openxmlformats.org/drawingml/2006/main">
              <a:ext uri="{FF2B5EF4-FFF2-40B4-BE49-F238E27FC236}">
                <a16:creationId xmlns:a16="http://schemas.microsoft.com/office/drawing/2014/main" id="{C93F48AC-B1FE-44EA-B3EC-4251BD3F3A9F}"/>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H₂O</a:t>
            </a:r>
            <a:r>
              <a:t>(</a:t>
            </a:r>
            <a:r>
              <a:rPr i="1">
                <a:latin typeface="Pretendard"/>
                <a:ea typeface="Pretendard"/>
                <a:cs typeface="Pretendard"/>
              </a:rPr>
              <a:t>l</a:t>
            </a:r>
            <a:r>
              <a:t>)의 표준 생성 엔탈피는 −285.8 kJ/mol이다.</a:t>
            </a:r>
          </a:p>
        </p:txBody>
      </p:sp>
    </p:spTree>
    <p:extLst>
      <p:ext uri="{BB962C8B-B14F-4D97-AF65-F5344CB8AC3E}">
        <p14:creationId xmlns:p14="http://schemas.microsoft.com/office/powerpoint/2010/main" val="12614922"/>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525E6BCD-AB95-4203-8C1B-237CD10307A0}"/>
              </a:ext>
            </a:extLst>
          </p:cNvPr>
          <p:cNvPicPr>
            <a:picLocks xmlns:a="http://schemas.openxmlformats.org/drawingml/2006/main" noChangeAspect="1"/>
          </p:cNvPicPr>
          <p:nvPr/>
        </p:nvPicPr>
        <p:blipFill>
          <a:blip xmlns:r="http://schemas.openxmlformats.org/officeDocument/2006/relationships" xmlns:a="http://schemas.openxmlformats.org/drawingml/2006/main" r:embed="Reb7dea042cf648f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3BF2FAB-9EFB-46EA-BD3A-80B0DDE08CB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411D221-8389-455C-8A07-8291CC90CFC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5D9CB1EF-6759-4EE9-AA99-6FC60E6E80BF}"/>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65CD315-6935-40DE-A32A-81E8FE21B814}"/>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A7A692E5-D973-415F-A4C3-B9873259FE6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기준 원소 물질의 값은 0</a:t>
            </a:r>
          </a:p>
        </p:txBody>
      </p:sp>
      <p:graphicFrame>
        <p:nvGraphicFramePr>
          <p:cNvPr id="7" name="">
            <a:extLst xmlns:a="http://schemas.openxmlformats.org/drawingml/2006/main">
              <a:ext uri="{FF2B5EF4-FFF2-40B4-BE49-F238E27FC236}">
                <a16:creationId xmlns:a16="http://schemas.microsoft.com/office/drawing/2014/main" id="{54FE9248-A79C-4DEB-8B66-2B013F96CBEE}"/>
              </a:ext>
            </a:extLst>
          </p:cNvPr>
          <p:cNvGraphicFramePr/>
          <p:nvPr/>
        </p:nvGraphicFramePr>
        <p:xfrm>
          <a:off xmlns:a="http://schemas.openxmlformats.org/drawingml/2006/main" x="1828800" y="4238625"/>
          <a:ext xmlns:a="http://schemas.openxmlformats.org/drawingml/2006/main" cx="14639925" cy="4048125"/>
        </p:xfrm>
        <a:graphic xmlns:a="http://schemas.openxmlformats.org/drawingml/2006/main">
          <a:graphicData uri="http://schemas.openxmlformats.org/drawingml/2006/table">
            <a:tbl>
              <a:tblPr/>
              <a:tblGrid>
                <a:gridCol w="7315200"/>
                <a:gridCol w="7324725"/>
              </a:tblGrid>
              <a:tr h="1012031">
                <a:tc>
                  <a:txBody>
                    <a:bodyPr wrap="none" lIns="114300" tIns="114300" rIns="114300" bIns="114300"/>
                    <a:lstStyle/>
                    <a:p>
                      <a:pPr algn="ctr"/>
                      <a:r>
                        <a:rPr sz="3300" b="1">
                          <a:solidFill>
                            <a:srgbClr val="FFFFFF"/>
                          </a:solidFill>
                          <a:latin typeface="Pretendard"/>
                          <a:ea typeface="Pretendard"/>
                          <a:cs typeface="Pretendard"/>
                        </a:rPr>
                        <a:t>기준 원소 물질</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300" b="1">
                          <a:solidFill>
                            <a:srgbClr val="FFFFFF"/>
                          </a:solidFill>
                          <a:latin typeface="Pretendard"/>
                          <a:ea typeface="Pretendard"/>
                          <a:cs typeface="Pretendard"/>
                        </a:rPr>
                        <a:t>표준 생성 엔탈피 (kJ/mol)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12031">
                <a:tc>
                  <a:txBody>
                    <a:bodyPr wrap="none" lIns="114300" tIns="114300" rIns="114300" bIns="114300"/>
                    <a:lstStyle/>
                    <a:p>
                      <a:pPr algn="ctr"/>
                      <a:r>
                        <a:rPr sz="3300" b="1">
                          <a:solidFill>
                            <a:srgbClr val="FFFFFF"/>
                          </a:solidFill>
                          <a:latin typeface="Pretendard"/>
                          <a:ea typeface="Pretendard"/>
                          <a:cs typeface="Pretendard"/>
                        </a:rPr>
                        <a:t>C</a:t>
                      </a:r>
                      <a:r>
                        <a:rPr sz="3300" b="1">
                          <a:solidFill>
                            <a:srgbClr val="FFFFFF"/>
                          </a:solidFill>
                          <a:latin typeface="Pretendard"/>
                          <a:ea typeface="Pretendard"/>
                          <a:cs typeface="Pretendard"/>
                        </a:rPr>
                        <a:t>(</a:t>
                      </a:r>
                      <a:r>
                        <a:rPr sz="3300" b="1" i="1">
                          <a:solidFill>
                            <a:srgbClr val="FFFFFF"/>
                          </a:solidFill>
                          <a:latin typeface="Pretendard"/>
                          <a:ea typeface="Pretendard"/>
                          <a:cs typeface="Pretendard"/>
                        </a:rPr>
                        <a:t>s</a:t>
                      </a:r>
                      <a:r>
                        <a:rPr sz="3300" b="1">
                          <a:solidFill>
                            <a:srgbClr val="FFFFFF"/>
                          </a:solidFill>
                          <a:latin typeface="Pretendard"/>
                          <a:ea typeface="Pretendard"/>
                          <a:cs typeface="Pretendard"/>
                        </a:rPr>
                        <a:t>, 흑연)</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12031">
                <a:tc>
                  <a:txBody>
                    <a:bodyPr wrap="none" lIns="114300" tIns="114300" rIns="114300" bIns="114300"/>
                    <a:lstStyle/>
                    <a:p>
                      <a:pPr algn="ctr"/>
                      <a:r>
                        <a:rPr sz="3300" b="1">
                          <a:solidFill>
                            <a:srgbClr val="FFFFFF"/>
                          </a:solidFill>
                          <a:latin typeface="Pretendard"/>
                          <a:ea typeface="Pretendard"/>
                          <a:cs typeface="Pretendard"/>
                        </a:rPr>
                        <a:t>H₂</a:t>
                      </a:r>
                      <a:r>
                        <a:rPr sz="3300" b="1">
                          <a:solidFill>
                            <a:srgbClr val="FFFFFF"/>
                          </a:solidFill>
                          <a:latin typeface="Pretendard"/>
                          <a:ea typeface="Pretendard"/>
                          <a:cs typeface="Pretendard"/>
                        </a:rPr>
                        <a:t>(</a:t>
                      </a:r>
                      <a:r>
                        <a:rPr sz="3300" b="1" i="1">
                          <a:solidFill>
                            <a:srgbClr val="FFFFFF"/>
                          </a:solidFill>
                          <a:latin typeface="Pretendard"/>
                          <a:ea typeface="Pretendard"/>
                          <a:cs typeface="Pretendard"/>
                        </a:rPr>
                        <a:t>g</a:t>
                      </a:r>
                      <a:r>
                        <a:rPr sz="3300" b="1">
                          <a:solidFill>
                            <a:srgbClr val="FFFFFF"/>
                          </a:solidFill>
                          <a:latin typeface="Pretendard"/>
                          <a:ea typeface="Pretendard"/>
                          <a:cs typeface="Pretendard"/>
                        </a:rPr>
                        <a:t>)</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12031">
                <a:tc>
                  <a:txBody>
                    <a:bodyPr wrap="none" lIns="114300" tIns="114300" rIns="114300" bIns="114300"/>
                    <a:lstStyle/>
                    <a:p>
                      <a:pPr algn="ctr"/>
                      <a:r>
                        <a:rPr sz="3300" b="1">
                          <a:solidFill>
                            <a:srgbClr val="FFFFFF"/>
                          </a:solidFill>
                          <a:latin typeface="Pretendard"/>
                          <a:ea typeface="Pretendard"/>
                          <a:cs typeface="Pretendard"/>
                        </a:rPr>
                        <a:t>O₂</a:t>
                      </a:r>
                      <a:r>
                        <a:rPr sz="3300" b="1">
                          <a:solidFill>
                            <a:srgbClr val="FFFFFF"/>
                          </a:solidFill>
                          <a:latin typeface="Pretendard"/>
                          <a:ea typeface="Pretendard"/>
                          <a:cs typeface="Pretendard"/>
                        </a:rPr>
                        <a:t>(</a:t>
                      </a:r>
                      <a:r>
                        <a:rPr sz="3300" b="1" i="1">
                          <a:solidFill>
                            <a:srgbClr val="FFFFFF"/>
                          </a:solidFill>
                          <a:latin typeface="Pretendard"/>
                          <a:ea typeface="Pretendard"/>
                          <a:cs typeface="Pretendard"/>
                        </a:rPr>
                        <a:t>g</a:t>
                      </a:r>
                      <a:r>
                        <a:rPr sz="3300" b="1">
                          <a:solidFill>
                            <a:srgbClr val="FFFFFF"/>
                          </a:solidFill>
                          <a:latin typeface="Pretendard"/>
                          <a:ea typeface="Pretendard"/>
                          <a:cs typeface="Pretendard"/>
                        </a:rPr>
                        <a:t>)</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DED0DF05-053F-4865-A883-72FDE414A358}"/>
              </a:ext>
            </a:extLst>
          </p:cNvPr>
          <p:cNvSpPr>
            <a:spLocks xmlns:a="http://schemas.openxmlformats.org/drawingml/2006/main" noGrp="1"/>
          </p:cNvSpPr>
          <p:nvPr/>
        </p:nvSpPr>
        <p:spPr>
          <a:xfrm xmlns:a="http://schemas.openxmlformats.org/drawingml/2006/main" rot="0">
            <a:off x="1828800" y="423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F257A78B-5D1E-4C41-9A59-CBA7CFCB8717}"/>
              </a:ext>
            </a:extLst>
          </p:cNvPr>
          <p:cNvSpPr>
            <a:spLocks xmlns:a="http://schemas.openxmlformats.org/drawingml/2006/main" noGrp="1"/>
          </p:cNvSpPr>
          <p:nvPr/>
        </p:nvSpPr>
        <p:spPr>
          <a:xfrm xmlns:a="http://schemas.openxmlformats.org/drawingml/2006/main" rot="5400000">
            <a:off x="16278225" y="423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E6E6237C-1BD0-4221-BE2D-3A931D557EA0}"/>
              </a:ext>
            </a:extLst>
          </p:cNvPr>
          <p:cNvSpPr>
            <a:spLocks xmlns:a="http://schemas.openxmlformats.org/drawingml/2006/main" noGrp="1"/>
          </p:cNvSpPr>
          <p:nvPr/>
        </p:nvSpPr>
        <p:spPr>
          <a:xfrm xmlns:a="http://schemas.openxmlformats.org/drawingml/2006/main" rot="10800000">
            <a:off x="16278225" y="809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C03C1955-5964-4C4B-9819-D63A918C23BC}"/>
              </a:ext>
            </a:extLst>
          </p:cNvPr>
          <p:cNvSpPr>
            <a:spLocks xmlns:a="http://schemas.openxmlformats.org/drawingml/2006/main" noGrp="1"/>
          </p:cNvSpPr>
          <p:nvPr/>
        </p:nvSpPr>
        <p:spPr>
          <a:xfrm xmlns:a="http://schemas.openxmlformats.org/drawingml/2006/main" rot="16200000">
            <a:off x="1828800" y="809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해석·결론">
            <a:extLst xmlns:a="http://schemas.openxmlformats.org/drawingml/2006/main">
              <a:ext uri="{FF2B5EF4-FFF2-40B4-BE49-F238E27FC236}">
                <a16:creationId xmlns:a16="http://schemas.microsoft.com/office/drawing/2014/main" id="{92DD5091-9A67-497F-B741-90A35710A9C8}"/>
              </a:ext>
            </a:extLst>
          </p:cNvPr>
          <p:cNvSpPr>
            <a:spLocks xmlns:a="http://schemas.openxmlformats.org/drawingml/2006/main" noGrp="1"/>
          </p:cNvSpPr>
          <p:nvPr/>
        </p:nvSpPr>
        <p:spPr>
          <a:xfrm xmlns:a="http://schemas.openxmlformats.org/drawingml/2006/main">
            <a:off x="1828800" y="861060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6F49F4E5-7EDA-4361-B609-8D0D821951FE}"/>
              </a:ext>
            </a:extLst>
          </p:cNvPr>
          <p:cNvSpPr>
            <a:spLocks xmlns:a="http://schemas.openxmlformats.org/drawingml/2006/main" noGrp="1"/>
          </p:cNvSpPr>
          <p:nvPr/>
        </p:nvSpPr>
        <p:spPr>
          <a:xfrm xmlns:a="http://schemas.openxmlformats.org/drawingml/2006/main">
            <a:off x="2143125" y="868680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원소의 모든 상태가 0이라는 뜻은 아니다.</a:t>
            </a:r>
          </a:p>
        </p:txBody>
      </p:sp>
    </p:spTree>
    <p:extLst>
      <p:ext uri="{BB962C8B-B14F-4D97-AF65-F5344CB8AC3E}">
        <p14:creationId xmlns:p14="http://schemas.microsoft.com/office/powerpoint/2010/main" val="1206514563"/>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6B43A115-C086-42AC-95AF-B130AA6463AE}"/>
              </a:ext>
            </a:extLst>
          </p:cNvPr>
          <p:cNvPicPr>
            <a:picLocks xmlns:a="http://schemas.openxmlformats.org/drawingml/2006/main" noChangeAspect="1"/>
          </p:cNvPicPr>
          <p:nvPr/>
        </p:nvPicPr>
        <p:blipFill>
          <a:blip xmlns:r="http://schemas.openxmlformats.org/officeDocument/2006/relationships" xmlns:a="http://schemas.openxmlformats.org/drawingml/2006/main" r:embed="R88fa4c02487f4a0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B856772-BC34-4C86-9A8C-1CE597EB2BF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41B9285-9B2D-47DB-BA49-45A9029ED0AB}"/>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3DF87570-B87A-4277-8495-3DC6C533863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46B3EDB-5B76-4A8B-83E6-59D983A1612E}"/>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BD07EB18-3A47-49C1-B471-8A816C14EB6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물과 수증기는 서로 다른 자료</a:t>
            </a:r>
          </a:p>
        </p:txBody>
      </p:sp>
      <p:pic>
        <p:nvPicPr>
          <p:cNvPr id="7" name="">
            <a:extLst xmlns:a="http://schemas.openxmlformats.org/drawingml/2006/main">
              <a:ext uri="{FF2B5EF4-FFF2-40B4-BE49-F238E27FC236}">
                <a16:creationId xmlns:a16="http://schemas.microsoft.com/office/drawing/2014/main" id="{F6A6C376-191A-4B2B-9FD8-0AC5F03D6D58}"/>
              </a:ext>
            </a:extLst>
          </p:cNvPr>
          <p:cNvPicPr>
            <a:picLocks xmlns:a="http://schemas.openxmlformats.org/drawingml/2006/main" noChangeAspect="1"/>
          </p:cNvPicPr>
          <p:nvPr/>
        </p:nvPicPr>
        <p:blipFill>
          <a:blip xmlns:r="http://schemas.openxmlformats.org/officeDocument/2006/relationships" xmlns:a="http://schemas.openxmlformats.org/drawingml/2006/main" r:embed="Rd209b54aaf1047d9"/>
          <a:stretch xmlns:a="http://schemas.openxmlformats.org/drawingml/2006/main"/>
        </p:blipFill>
        <p:spPr>
          <a:xfrm xmlns:a="http://schemas.openxmlformats.org/drawingml/2006/main">
            <a:off x="2444353" y="4457700"/>
            <a:ext cx="13418344" cy="14287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82E73CC3-7632-4CB3-8326-B37844B8153C}"/>
              </a:ext>
            </a:extLst>
          </p:cNvPr>
          <p:cNvPicPr>
            <a:picLocks xmlns:a="http://schemas.openxmlformats.org/drawingml/2006/main" noChangeAspect="1"/>
          </p:cNvPicPr>
          <p:nvPr/>
        </p:nvPicPr>
        <p:blipFill>
          <a:blip xmlns:r="http://schemas.openxmlformats.org/officeDocument/2006/relationships" xmlns:a="http://schemas.openxmlformats.org/drawingml/2006/main" r:embed="R5f8b3d1954054b73"/>
          <a:stretch xmlns:a="http://schemas.openxmlformats.org/drawingml/2006/main"/>
        </p:blipFill>
        <p:spPr>
          <a:xfrm xmlns:a="http://schemas.openxmlformats.org/drawingml/2006/main">
            <a:off x="2444353" y="6248400"/>
            <a:ext cx="13418344" cy="1428750"/>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0D21264E-32F1-4826-85B8-7AB7D98637D5}"/>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2911C19A-CA37-4C79-895B-DB522485E395}"/>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물질의 상태가 다르면 생성 엔탈피도 다르다.</a:t>
            </a:r>
          </a:p>
        </p:txBody>
      </p:sp>
    </p:spTree>
    <p:extLst>
      <p:ext uri="{BB962C8B-B14F-4D97-AF65-F5344CB8AC3E}">
        <p14:creationId xmlns:p14="http://schemas.microsoft.com/office/powerpoint/2010/main" val="1775681885"/>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3C307253-C663-4F68-B3B9-86601C8B75C4}"/>
              </a:ext>
            </a:extLst>
          </p:cNvPr>
          <p:cNvPicPr>
            <a:picLocks xmlns:a="http://schemas.openxmlformats.org/drawingml/2006/main" noChangeAspect="1"/>
          </p:cNvPicPr>
          <p:nvPr/>
        </p:nvPicPr>
        <p:blipFill>
          <a:blip xmlns:r="http://schemas.openxmlformats.org/officeDocument/2006/relationships" xmlns:a="http://schemas.openxmlformats.org/drawingml/2006/main" r:embed="Rae18abc76556406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2C13784-6734-46E2-B9AA-1D867502DCD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416012E-F255-4C6B-8568-73C838B7226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0659629F-F033-43C2-A8B6-578C8107A8EF}"/>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23AA999C-3388-4416-B939-8A632FE4DCD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2C9E8450-8217-4C00-B525-2A204B9F8B1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생성물에서 반응물을 빼는 까닭</a:t>
            </a:r>
          </a:p>
        </p:txBody>
      </p:sp>
      <p:pic>
        <p:nvPicPr>
          <p:cNvPr id="7" name="">
            <a:extLst xmlns:a="http://schemas.openxmlformats.org/drawingml/2006/main">
              <a:ext uri="{FF2B5EF4-FFF2-40B4-BE49-F238E27FC236}">
                <a16:creationId xmlns:a16="http://schemas.microsoft.com/office/drawing/2014/main" id="{6CABE0C1-BF3D-401F-AAFB-8CF0FAA8781E}"/>
              </a:ext>
            </a:extLst>
          </p:cNvPr>
          <p:cNvPicPr>
            <a:picLocks xmlns:a="http://schemas.openxmlformats.org/drawingml/2006/main" noChangeAspect="1"/>
          </p:cNvPicPr>
          <p:nvPr/>
        </p:nvPicPr>
        <p:blipFill>
          <a:blip xmlns:r="http://schemas.openxmlformats.org/officeDocument/2006/relationships" xmlns:a="http://schemas.openxmlformats.org/drawingml/2006/main" r:embed="R770d6ea563fb43a1"/>
          <a:stretch xmlns:a="http://schemas.openxmlformats.org/drawingml/2006/main"/>
        </p:blipFill>
        <p:spPr>
          <a:xfrm xmlns:a="http://schemas.openxmlformats.org/drawingml/2006/main">
            <a:off x="2247900" y="4025709"/>
            <a:ext cx="13811250" cy="4226306"/>
          </a:xfrm>
          <a:prstGeom xmlns:a="http://schemas.openxmlformats.org/drawingml/2006/main" prst="rect">
            <a:avLst/>
          </a:prstGeom>
        </p:spPr>
      </p:pic>
      <p:sp>
        <p:nvSpPr>
          <p:cNvPr id="8" name="해석·결론">
            <a:extLst xmlns:a="http://schemas.openxmlformats.org/drawingml/2006/main">
              <a:ext uri="{FF2B5EF4-FFF2-40B4-BE49-F238E27FC236}">
                <a16:creationId xmlns:a16="http://schemas.microsoft.com/office/drawing/2014/main" id="{2E135554-261A-4B57-9CA3-458385CF2E85}"/>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9" name="반응식·수식">
            <a:extLst xmlns:a="http://schemas.openxmlformats.org/drawingml/2006/main">
              <a:ext uri="{FF2B5EF4-FFF2-40B4-BE49-F238E27FC236}">
                <a16:creationId xmlns:a16="http://schemas.microsoft.com/office/drawing/2014/main" id="{8DAE25C8-0E9F-4EAE-9C03-7F5DF87FDA75}"/>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세 과정을 합하면 CH₄의 연소 반응이 된다.</a:t>
            </a:r>
          </a:p>
        </p:txBody>
      </p:sp>
    </p:spTree>
    <p:extLst>
      <p:ext uri="{BB962C8B-B14F-4D97-AF65-F5344CB8AC3E}">
        <p14:creationId xmlns:p14="http://schemas.microsoft.com/office/powerpoint/2010/main" val="111208273"/>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33F76BAC-5460-4919-881B-B29D38AF61CA}"/>
              </a:ext>
            </a:extLst>
          </p:cNvPr>
          <p:cNvPicPr>
            <a:picLocks xmlns:a="http://schemas.openxmlformats.org/drawingml/2006/main" noChangeAspect="1"/>
          </p:cNvPicPr>
          <p:nvPr/>
        </p:nvPicPr>
        <p:blipFill>
          <a:blip xmlns:r="http://schemas.openxmlformats.org/officeDocument/2006/relationships" xmlns:a="http://schemas.openxmlformats.org/drawingml/2006/main" r:embed="R8a2a5a4e8f584f6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D4737BD-79EE-4F00-A3B8-E4318E74228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34360A8-F724-49F4-BD25-13874B54913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4F50099E-8A9C-4FBA-B378-D55768FAD9E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97ACEC53-7C6D-4C82-AFF2-641E3A8F84F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2BEFC05B-4C3D-4E52-B60E-A905509ABD8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계수를 곱해 더한다</a:t>
            </a:r>
          </a:p>
        </p:txBody>
      </p:sp>
      <p:sp>
        <p:nvSpPr>
          <p:cNvPr id="7" name="rich">
            <a:extLst xmlns:a="http://schemas.openxmlformats.org/drawingml/2006/main">
              <a:ext uri="{FF2B5EF4-FFF2-40B4-BE49-F238E27FC236}">
                <a16:creationId xmlns:a16="http://schemas.microsoft.com/office/drawing/2014/main" id="{7228721D-F202-44A4-A0BA-A1853036C29C}"/>
              </a:ext>
            </a:extLst>
          </p:cNvPr>
          <p:cNvSpPr>
            <a:spLocks xmlns:a="http://schemas.openxmlformats.org/drawingml/2006/main" noGrp="1"/>
          </p:cNvSpPr>
          <p:nvPr/>
        </p:nvSpPr>
        <p:spPr>
          <a:xfrm xmlns:a="http://schemas.openxmlformats.org/drawingml/2006/main">
            <a:off x="1714500" y="3876675"/>
            <a:ext cx="1485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57962F"/>
                </a:solidFill>
                <a:latin typeface="Pretendard"/>
                <a:ea typeface="Pretendard"/>
                <a:cs typeface="Pretendard"/>
              </a:defRPr>
            </a:defPPr>
            <a:lvl1pPr algn="ctr">
              <a:defRPr sz="4800" b="1">
                <a:solidFill>
                  <a:srgbClr val="57962F"/>
                </a:solidFill>
                <a:latin typeface="Pretendard"/>
                <a:ea typeface="Pretendard"/>
                <a:cs typeface="Pretendard"/>
              </a:defRPr>
            </a:lvl1pPr>
            <a:lvl2pPr algn="ctr">
              <a:defRPr sz="4800" b="1">
                <a:solidFill>
                  <a:srgbClr val="57962F"/>
                </a:solidFill>
                <a:latin typeface="Pretendard"/>
                <a:ea typeface="Pretendard"/>
                <a:cs typeface="Pretendard"/>
              </a:defRPr>
            </a:lvl2pPr>
            <a:lvl3pPr algn="ctr">
              <a:defRPr sz="4800" b="1">
                <a:solidFill>
                  <a:srgbClr val="57962F"/>
                </a:solidFill>
                <a:latin typeface="Pretendard"/>
                <a:ea typeface="Pretendard"/>
                <a:cs typeface="Pretendard"/>
              </a:defRPr>
            </a:lvl3pPr>
            <a:lvl4pPr algn="ctr">
              <a:defRPr sz="4800" b="1">
                <a:solidFill>
                  <a:srgbClr val="57962F"/>
                </a:solidFill>
                <a:latin typeface="Pretendard"/>
                <a:ea typeface="Pretendard"/>
                <a:cs typeface="Pretendard"/>
              </a:defRPr>
            </a:lvl4pPr>
            <a:lvl5pPr algn="ctr">
              <a:defRPr sz="4800" b="1">
                <a:solidFill>
                  <a:srgbClr val="57962F"/>
                </a:solidFill>
                <a:latin typeface="Pretendard"/>
                <a:ea typeface="Pretendard"/>
                <a:cs typeface="Pretendard"/>
              </a:defRPr>
            </a:lvl5pPr>
            <a:lvl6pPr algn="ctr">
              <a:defRPr sz="4800" b="1">
                <a:solidFill>
                  <a:srgbClr val="57962F"/>
                </a:solidFill>
                <a:latin typeface="Pretendard"/>
                <a:ea typeface="Pretendard"/>
                <a:cs typeface="Pretendard"/>
              </a:defRPr>
            </a:lvl6pPr>
            <a:lvl7pPr algn="ctr">
              <a:defRPr sz="4800" b="1">
                <a:solidFill>
                  <a:srgbClr val="57962F"/>
                </a:solidFill>
                <a:latin typeface="Pretendard"/>
                <a:ea typeface="Pretendard"/>
                <a:cs typeface="Pretendard"/>
              </a:defRPr>
            </a:lvl7pPr>
            <a:lvl8pPr algn="ctr">
              <a:defRPr sz="4800" b="1">
                <a:solidFill>
                  <a:srgbClr val="57962F"/>
                </a:solidFill>
                <a:latin typeface="Pretendard"/>
                <a:ea typeface="Pretendard"/>
                <a:cs typeface="Pretendard"/>
              </a:defRPr>
            </a:lvl8pPr>
            <a:lvl9pPr algn="ctr">
              <a:defRPr sz="4800" b="1">
                <a:solidFill>
                  <a:srgbClr val="57962F"/>
                </a:solidFill>
                <a:latin typeface="Pretendard"/>
                <a:ea typeface="Pretendard"/>
                <a:cs typeface="Pretendard"/>
              </a:defRPr>
            </a:lvl9pPr>
          </a:lstStyle>
          <a:p xmlns:a="http://schemas.openxmlformats.org/drawingml/2006/main">
            <a:pPr algn="ctr">
              <a:defRPr sz="4800" b="1">
                <a:solidFill>
                  <a:srgbClr val="57962F"/>
                </a:solidFill>
                <a:latin typeface="Pretendard"/>
                <a:ea typeface="Pretendard"/>
                <a:cs typeface="Pretendard"/>
              </a:defRPr>
            </a:pPr>
            <a:r>
              <a:t>Δ</a:t>
            </a:r>
            <a:r>
              <a:rPr i="1">
                <a:latin typeface="Pretendard"/>
                <a:ea typeface="Pretendard"/>
                <a:cs typeface="Pretendard"/>
              </a:rPr>
              <a:t>H</a:t>
            </a:r>
            <a:r>
              <a:t> = 생성물의 표준 생성 엔탈피 합</a:t>
            </a:r>
          </a:p>
        </p:txBody>
      </p:sp>
      <p:sp>
        <p:nvSpPr>
          <p:cNvPr id="8" name="text">
            <a:extLst xmlns:a="http://schemas.openxmlformats.org/drawingml/2006/main">
              <a:ext uri="{FF2B5EF4-FFF2-40B4-BE49-F238E27FC236}">
                <a16:creationId xmlns:a16="http://schemas.microsoft.com/office/drawing/2014/main" id="{CBC95749-D2A6-4CCD-A2AB-FF9E6ECFACB2}"/>
              </a:ext>
            </a:extLst>
          </p:cNvPr>
          <p:cNvSpPr>
            <a:spLocks xmlns:a="http://schemas.openxmlformats.org/drawingml/2006/main" noGrp="1"/>
          </p:cNvSpPr>
          <p:nvPr/>
        </p:nvSpPr>
        <p:spPr>
          <a:xfrm xmlns:a="http://schemas.openxmlformats.org/drawingml/2006/main">
            <a:off x="1714500" y="4772025"/>
            <a:ext cx="1485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57962F"/>
                </a:solidFill>
                <a:latin typeface="Pretendard"/>
                <a:ea typeface="Pretendard"/>
                <a:cs typeface="Pretendard"/>
              </a:defRPr>
            </a:defPPr>
            <a:lvl1pPr algn="ctr">
              <a:defRPr sz="4800" b="1">
                <a:solidFill>
                  <a:srgbClr val="57962F"/>
                </a:solidFill>
                <a:latin typeface="Pretendard"/>
                <a:ea typeface="Pretendard"/>
                <a:cs typeface="Pretendard"/>
              </a:defRPr>
            </a:lvl1pPr>
            <a:lvl2pPr algn="ctr">
              <a:defRPr sz="4800" b="1">
                <a:solidFill>
                  <a:srgbClr val="57962F"/>
                </a:solidFill>
                <a:latin typeface="Pretendard"/>
                <a:ea typeface="Pretendard"/>
                <a:cs typeface="Pretendard"/>
              </a:defRPr>
            </a:lvl2pPr>
            <a:lvl3pPr algn="ctr">
              <a:defRPr sz="4800" b="1">
                <a:solidFill>
                  <a:srgbClr val="57962F"/>
                </a:solidFill>
                <a:latin typeface="Pretendard"/>
                <a:ea typeface="Pretendard"/>
                <a:cs typeface="Pretendard"/>
              </a:defRPr>
            </a:lvl3pPr>
            <a:lvl4pPr algn="ctr">
              <a:defRPr sz="4800" b="1">
                <a:solidFill>
                  <a:srgbClr val="57962F"/>
                </a:solidFill>
                <a:latin typeface="Pretendard"/>
                <a:ea typeface="Pretendard"/>
                <a:cs typeface="Pretendard"/>
              </a:defRPr>
            </a:lvl4pPr>
            <a:lvl5pPr algn="ctr">
              <a:defRPr sz="4800" b="1">
                <a:solidFill>
                  <a:srgbClr val="57962F"/>
                </a:solidFill>
                <a:latin typeface="Pretendard"/>
                <a:ea typeface="Pretendard"/>
                <a:cs typeface="Pretendard"/>
              </a:defRPr>
            </a:lvl5pPr>
            <a:lvl6pPr algn="ctr">
              <a:defRPr sz="4800" b="1">
                <a:solidFill>
                  <a:srgbClr val="57962F"/>
                </a:solidFill>
                <a:latin typeface="Pretendard"/>
                <a:ea typeface="Pretendard"/>
                <a:cs typeface="Pretendard"/>
              </a:defRPr>
            </a:lvl6pPr>
            <a:lvl7pPr algn="ctr">
              <a:defRPr sz="4800" b="1">
                <a:solidFill>
                  <a:srgbClr val="57962F"/>
                </a:solidFill>
                <a:latin typeface="Pretendard"/>
                <a:ea typeface="Pretendard"/>
                <a:cs typeface="Pretendard"/>
              </a:defRPr>
            </a:lvl7pPr>
            <a:lvl8pPr algn="ctr">
              <a:defRPr sz="4800" b="1">
                <a:solidFill>
                  <a:srgbClr val="57962F"/>
                </a:solidFill>
                <a:latin typeface="Pretendard"/>
                <a:ea typeface="Pretendard"/>
                <a:cs typeface="Pretendard"/>
              </a:defRPr>
            </a:lvl8pPr>
            <a:lvl9pPr algn="ctr">
              <a:defRPr sz="4800" b="1">
                <a:solidFill>
                  <a:srgbClr val="57962F"/>
                </a:solidFill>
                <a:latin typeface="Pretendard"/>
                <a:ea typeface="Pretendard"/>
                <a:cs typeface="Pretendard"/>
              </a:defRPr>
            </a:lvl9pPr>
          </a:lstStyle>
          <a:p xmlns:a="http://schemas.openxmlformats.org/drawingml/2006/main">
            <a:pPr algn="ctr">
              <a:defRPr sz="4800" b="1">
                <a:solidFill>
                  <a:srgbClr val="57962F"/>
                </a:solidFill>
                <a:latin typeface="Pretendard"/>
                <a:ea typeface="Pretendard"/>
                <a:cs typeface="Pretendard"/>
              </a:defRPr>
            </a:pPr>
            <a:r>
              <a:rPr sz="4800" b="1">
                <a:solidFill>
                  <a:srgbClr val="57962F"/>
                </a:solidFill>
                <a:latin typeface="Pretendard"/>
                <a:ea typeface="Pretendard"/>
                <a:cs typeface="Pretendard"/>
              </a:rPr>
              <a:t>− 반응물의 표준 생성 엔탈피 합</a:t>
            </a:r>
          </a:p>
        </p:txBody>
      </p:sp>
      <p:sp>
        <p:nvSpPr>
          <p:cNvPr id="9" name="설명·계산 행 1">
            <a:extLst xmlns:a="http://schemas.openxmlformats.org/drawingml/2006/main">
              <a:ext uri="{FF2B5EF4-FFF2-40B4-BE49-F238E27FC236}">
                <a16:creationId xmlns:a16="http://schemas.microsoft.com/office/drawing/2014/main" id="{963005D7-07DD-47EB-8144-BB59A7E5E51B}"/>
              </a:ext>
            </a:extLst>
          </p:cNvPr>
          <p:cNvSpPr>
            <a:spLocks xmlns:a="http://schemas.openxmlformats.org/drawingml/2006/main" noGrp="1"/>
          </p:cNvSpPr>
          <p:nvPr/>
        </p:nvSpPr>
        <p:spPr>
          <a:xfrm xmlns:a="http://schemas.openxmlformats.org/drawingml/2006/main">
            <a:off x="1828800" y="6229350"/>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1">
            <a:extLst xmlns:a="http://schemas.openxmlformats.org/drawingml/2006/main">
              <a:ext uri="{FF2B5EF4-FFF2-40B4-BE49-F238E27FC236}">
                <a16:creationId xmlns:a16="http://schemas.microsoft.com/office/drawing/2014/main" id="{7169EC67-D283-4E22-8496-CA070D522B65}"/>
              </a:ext>
            </a:extLst>
          </p:cNvPr>
          <p:cNvSpPr>
            <a:spLocks xmlns:a="http://schemas.openxmlformats.org/drawingml/2006/main" noGrp="1"/>
          </p:cNvSpPr>
          <p:nvPr/>
        </p:nvSpPr>
        <p:spPr>
          <a:xfrm xmlns:a="http://schemas.openxmlformats.org/drawingml/2006/main">
            <a:off x="2476500" y="6477000"/>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표의 값에 각 물질의 반응 계수를 곱한다.</a:t>
            </a:r>
          </a:p>
        </p:txBody>
      </p:sp>
      <p:sp>
        <p:nvSpPr>
          <p:cNvPr id="11" name="설명·계산 행 2">
            <a:extLst xmlns:a="http://schemas.openxmlformats.org/drawingml/2006/main">
              <a:ext uri="{FF2B5EF4-FFF2-40B4-BE49-F238E27FC236}">
                <a16:creationId xmlns:a16="http://schemas.microsoft.com/office/drawing/2014/main" id="{19D77E7C-59FE-4301-AEEF-866EAC2D1C03}"/>
              </a:ext>
            </a:extLst>
          </p:cNvPr>
          <p:cNvSpPr>
            <a:spLocks xmlns:a="http://schemas.openxmlformats.org/drawingml/2006/main" noGrp="1"/>
          </p:cNvSpPr>
          <p:nvPr/>
        </p:nvSpPr>
        <p:spPr>
          <a:xfrm xmlns:a="http://schemas.openxmlformats.org/drawingml/2006/main">
            <a:off x="1828800" y="7762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2">
            <a:extLst xmlns:a="http://schemas.openxmlformats.org/drawingml/2006/main">
              <a:ext uri="{FF2B5EF4-FFF2-40B4-BE49-F238E27FC236}">
                <a16:creationId xmlns:a16="http://schemas.microsoft.com/office/drawing/2014/main" id="{9A14CA98-84F2-4163-8810-A507266C684E}"/>
              </a:ext>
            </a:extLst>
          </p:cNvPr>
          <p:cNvSpPr>
            <a:spLocks xmlns:a="http://schemas.openxmlformats.org/drawingml/2006/main" noGrp="1"/>
          </p:cNvSpPr>
          <p:nvPr/>
        </p:nvSpPr>
        <p:spPr>
          <a:xfrm xmlns:a="http://schemas.openxmlformats.org/drawingml/2006/main">
            <a:off x="2476500" y="8010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생성물의 합에서 반응물의 합을 뺀다.</a:t>
            </a:r>
          </a:p>
        </p:txBody>
      </p:sp>
    </p:spTree>
    <p:extLst>
      <p:ext uri="{BB962C8B-B14F-4D97-AF65-F5344CB8AC3E}">
        <p14:creationId xmlns:p14="http://schemas.microsoft.com/office/powerpoint/2010/main" val="1622003230"/>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90009F03-DBEF-4821-9934-23E91B81114F}"/>
              </a:ext>
            </a:extLst>
          </p:cNvPr>
          <p:cNvPicPr>
            <a:picLocks xmlns:a="http://schemas.openxmlformats.org/drawingml/2006/main" noChangeAspect="1"/>
          </p:cNvPicPr>
          <p:nvPr/>
        </p:nvPicPr>
        <p:blipFill>
          <a:blip xmlns:r="http://schemas.openxmlformats.org/officeDocument/2006/relationships" xmlns:a="http://schemas.openxmlformats.org/drawingml/2006/main" r:embed="Rb8fe4baa6b6a4ac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3E142AF-8CF1-45B3-974B-D3592708437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405D579-1F91-4D9E-A3EF-3C758022AD7B}"/>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F905325E-7D52-41E9-92A7-C24709445D7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8A6136B7-D67C-42AB-BEE2-57609C0D116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3FFB0496-27F6-4CA5-B700-BF7A4351BD4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메테인 연소열 구하기</a:t>
            </a:r>
          </a:p>
        </p:txBody>
      </p:sp>
      <p:pic>
        <p:nvPicPr>
          <p:cNvPr id="7" name="">
            <a:extLst xmlns:a="http://schemas.openxmlformats.org/drawingml/2006/main">
              <a:ext uri="{FF2B5EF4-FFF2-40B4-BE49-F238E27FC236}">
                <a16:creationId xmlns:a16="http://schemas.microsoft.com/office/drawing/2014/main" id="{E9CA8A95-729E-41A7-BBEB-02893B31E4F9}"/>
              </a:ext>
            </a:extLst>
          </p:cNvPr>
          <p:cNvPicPr>
            <a:picLocks xmlns:a="http://schemas.openxmlformats.org/drawingml/2006/main" noChangeAspect="1"/>
          </p:cNvPicPr>
          <p:nvPr/>
        </p:nvPicPr>
        <p:blipFill>
          <a:blip xmlns:r="http://schemas.openxmlformats.org/officeDocument/2006/relationships" xmlns:a="http://schemas.openxmlformats.org/drawingml/2006/main" r:embed="R80da4f31f2dd4427"/>
          <a:stretch xmlns:a="http://schemas.openxmlformats.org/drawingml/2006/main"/>
        </p:blipFill>
        <p:spPr>
          <a:xfrm xmlns:a="http://schemas.openxmlformats.org/drawingml/2006/main">
            <a:off x="3818177" y="3762375"/>
            <a:ext cx="10670696" cy="904875"/>
          </a:xfrm>
          <a:prstGeom xmlns:a="http://schemas.openxmlformats.org/drawingml/2006/main" prst="rect">
            <a:avLst/>
          </a:prstGeom>
        </p:spPr>
      </p:pic>
      <p:graphicFrame>
        <p:nvGraphicFramePr>
          <p:cNvPr id="8" name="">
            <a:extLst xmlns:a="http://schemas.openxmlformats.org/drawingml/2006/main">
              <a:ext uri="{FF2B5EF4-FFF2-40B4-BE49-F238E27FC236}">
                <a16:creationId xmlns:a16="http://schemas.microsoft.com/office/drawing/2014/main" id="{C562C662-1EE2-48D3-AE90-8743F205E0F3}"/>
              </a:ext>
            </a:extLst>
          </p:cNvPr>
          <p:cNvGraphicFramePr/>
          <p:nvPr/>
        </p:nvGraphicFramePr>
        <p:xfrm>
          <a:off xmlns:a="http://schemas.openxmlformats.org/drawingml/2006/main" x="1828800" y="4972050"/>
          <a:ext xmlns:a="http://schemas.openxmlformats.org/drawingml/2006/main" cx="14639925" cy="1809750"/>
        </p:xfrm>
        <a:graphic xmlns:a="http://schemas.openxmlformats.org/drawingml/2006/main">
          <a:graphicData uri="http://schemas.openxmlformats.org/drawingml/2006/table">
            <a:tbl>
              <a:tblPr/>
              <a:tblGrid>
                <a:gridCol w="3895725"/>
                <a:gridCol w="2686050"/>
                <a:gridCol w="2686050"/>
                <a:gridCol w="2686050"/>
                <a:gridCol w="2686050"/>
              </a:tblGrid>
              <a:tr h="904875">
                <a:tc>
                  <a:txBody>
                    <a:bodyPr wrap="none" lIns="114300" tIns="114300" rIns="114300" bIns="114300"/>
                    <a:lstStyle/>
                    <a:p>
                      <a:pPr algn="ctr"/>
                      <a:r>
                        <a:rPr sz="3000" b="1">
                          <a:solidFill>
                            <a:srgbClr val="FFFFFF"/>
                          </a:solidFill>
                          <a:latin typeface="Pretendard"/>
                          <a:ea typeface="Pretendard"/>
                          <a:cs typeface="Pretendard"/>
                        </a:rPr>
                        <a:t>물질</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CH₄</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H₂O</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l</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04875">
                <a:tc>
                  <a:txBody>
                    <a:bodyPr wrap="none" lIns="114300" tIns="114300" rIns="114300" bIns="114300"/>
                    <a:lstStyle/>
                    <a:p>
                      <a:pPr algn="ctr"/>
                      <a:r>
                        <a:rPr sz="3000" b="1">
                          <a:solidFill>
                            <a:srgbClr val="FFFFFF"/>
                          </a:solidFill>
                          <a:latin typeface="Pretendard"/>
                          <a:ea typeface="Pretendard"/>
                          <a:cs typeface="Pretendard"/>
                        </a:rPr>
                        <a:t>Δ</a:t>
                      </a:r>
                      <a:r>
                        <a:rPr sz="3000" b="1">
                          <a:solidFill>
                            <a:srgbClr val="FFFFFF"/>
                          </a:solidFill>
                          <a:latin typeface="Pretendard"/>
                          <a:ea typeface="Pretendard"/>
                          <a:cs typeface="Pretendard"/>
                        </a:rPr>
                        <a:t>f</a:t>
                      </a:r>
                      <a:r>
                        <a:rPr sz="3000" b="1" i="1">
                          <a:solidFill>
                            <a:srgbClr val="FFFFFF"/>
                          </a:solidFill>
                          <a:latin typeface="Pretendard"/>
                          <a:ea typeface="Pretendard"/>
                          <a:cs typeface="Pretendard"/>
                        </a:rPr>
                        <a:t>H</a:t>
                      </a:r>
                      <a:r>
                        <a:rPr sz="3000" b="1">
                          <a:solidFill>
                            <a:srgbClr val="FFFFFF"/>
                          </a:solidFill>
                          <a:latin typeface="Pretendard"/>
                          <a:ea typeface="Pretendard"/>
                          <a:cs typeface="Pretendard"/>
                        </a:rPr>
                        <a:t>° (kJ/mol)</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−74.8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−393.5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−285.8</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4097B884-0474-4218-8155-2A2E75C2E1F8}"/>
              </a:ext>
            </a:extLst>
          </p:cNvPr>
          <p:cNvSpPr>
            <a:spLocks xmlns:a="http://schemas.openxmlformats.org/drawingml/2006/main" noGrp="1"/>
          </p:cNvSpPr>
          <p:nvPr/>
        </p:nvSpPr>
        <p:spPr>
          <a:xfrm xmlns:a="http://schemas.openxmlformats.org/drawingml/2006/main" rot="0">
            <a:off x="1828800"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4CB56D05-4B35-4BDE-9E39-A1706F38F9EE}"/>
              </a:ext>
            </a:extLst>
          </p:cNvPr>
          <p:cNvSpPr>
            <a:spLocks xmlns:a="http://schemas.openxmlformats.org/drawingml/2006/main" noGrp="1"/>
          </p:cNvSpPr>
          <p:nvPr/>
        </p:nvSpPr>
        <p:spPr>
          <a:xfrm xmlns:a="http://schemas.openxmlformats.org/drawingml/2006/main" rot="5400000">
            <a:off x="16278225"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8DD71D47-DC86-4C11-BA78-D2627EDA0E93}"/>
              </a:ext>
            </a:extLst>
          </p:cNvPr>
          <p:cNvSpPr>
            <a:spLocks xmlns:a="http://schemas.openxmlformats.org/drawingml/2006/main" noGrp="1"/>
          </p:cNvSpPr>
          <p:nvPr/>
        </p:nvSpPr>
        <p:spPr>
          <a:xfrm xmlns:a="http://schemas.openxmlformats.org/drawingml/2006/main" rot="10800000">
            <a:off x="16278225"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550EDC8F-AC61-476B-A19B-2D190FC4F18C}"/>
              </a:ext>
            </a:extLst>
          </p:cNvPr>
          <p:cNvSpPr>
            <a:spLocks xmlns:a="http://schemas.openxmlformats.org/drawingml/2006/main" noGrp="1"/>
          </p:cNvSpPr>
          <p:nvPr/>
        </p:nvSpPr>
        <p:spPr>
          <a:xfrm xmlns:a="http://schemas.openxmlformats.org/drawingml/2006/main" rot="16200000">
            <a:off x="1828800"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3" name="대입 계산">
            <a:extLst xmlns:a="http://schemas.openxmlformats.org/drawingml/2006/main">
              <a:ext uri="{FF2B5EF4-FFF2-40B4-BE49-F238E27FC236}">
                <a16:creationId xmlns:a16="http://schemas.microsoft.com/office/drawing/2014/main" id="{50C72A47-2F66-479A-ADD0-24C3305EE1E6}"/>
              </a:ext>
            </a:extLst>
          </p:cNvPr>
          <p:cNvSpPr>
            <a:spLocks xmlns:a="http://schemas.openxmlformats.org/drawingml/2006/main" noGrp="1"/>
          </p:cNvSpPr>
          <p:nvPr/>
        </p:nvSpPr>
        <p:spPr>
          <a:xfrm xmlns:a="http://schemas.openxmlformats.org/drawingml/2006/main">
            <a:off x="1828800" y="7200900"/>
            <a:ext cx="14639925" cy="952500"/>
          </a:xfrm>
          <a:prstGeom xmlns:a="http://schemas.openxmlformats.org/drawingml/2006/main" prst="roundRect">
            <a:avLst>
              <a:gd name="adj" fmla="val 16000"/>
            </a:avLst>
          </a:prstGeom>
          <a:solidFill xmlns:a="http://schemas.openxmlformats.org/drawingml/2006/main">
            <a:srgbClr val="F5F5F5"/>
          </a:solidFill>
          <a:ln xmlns:a="http://schemas.openxmlformats.org/drawingml/2006/main" w="0">
            <a:noFill/>
          </a:ln>
        </p:spPr>
      </p:sp>
      <p:sp>
        <p:nvSpPr>
          <p:cNvPr id="14" name="반응식·수식">
            <a:extLst xmlns:a="http://schemas.openxmlformats.org/drawingml/2006/main">
              <a:ext uri="{FF2B5EF4-FFF2-40B4-BE49-F238E27FC236}">
                <a16:creationId xmlns:a16="http://schemas.microsoft.com/office/drawing/2014/main" id="{A046705C-3EFB-4B32-A435-67CBEB797C32}"/>
              </a:ext>
            </a:extLst>
          </p:cNvPr>
          <p:cNvSpPr>
            <a:spLocks xmlns:a="http://schemas.openxmlformats.org/drawingml/2006/main" noGrp="1"/>
          </p:cNvSpPr>
          <p:nvPr/>
        </p:nvSpPr>
        <p:spPr>
          <a:xfrm xmlns:a="http://schemas.openxmlformats.org/drawingml/2006/main">
            <a:off x="2247900" y="7296150"/>
            <a:ext cx="1381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Δ</a:t>
            </a:r>
            <a:r>
              <a:rPr i="1">
                <a:latin typeface="Pretendard"/>
                <a:ea typeface="Pretendard"/>
                <a:cs typeface="Pretendard"/>
              </a:rPr>
              <a:t>H</a:t>
            </a:r>
            <a:r>
              <a:t> = [−393.5 + 2 × (−285.8)] − [−74.8 + 2 × 0]</a:t>
            </a:r>
          </a:p>
        </p:txBody>
      </p:sp>
      <p:sp>
        <p:nvSpPr>
          <p:cNvPr id="15" name="해석·결론">
            <a:extLst xmlns:a="http://schemas.openxmlformats.org/drawingml/2006/main">
              <a:ext uri="{FF2B5EF4-FFF2-40B4-BE49-F238E27FC236}">
                <a16:creationId xmlns:a16="http://schemas.microsoft.com/office/drawing/2014/main" id="{676512B1-4DEF-4FDD-93C9-6941F67C157F}"/>
              </a:ext>
            </a:extLst>
          </p:cNvPr>
          <p:cNvSpPr>
            <a:spLocks xmlns:a="http://schemas.openxmlformats.org/drawingml/2006/main" noGrp="1"/>
          </p:cNvSpPr>
          <p:nvPr/>
        </p:nvSpPr>
        <p:spPr>
          <a:xfrm xmlns:a="http://schemas.openxmlformats.org/drawingml/2006/main">
            <a:off x="1828800" y="85534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6" name="반응식·수식">
            <a:extLst xmlns:a="http://schemas.openxmlformats.org/drawingml/2006/main">
              <a:ext uri="{FF2B5EF4-FFF2-40B4-BE49-F238E27FC236}">
                <a16:creationId xmlns:a16="http://schemas.microsoft.com/office/drawing/2014/main" id="{C5C176E5-C225-4309-B86A-0854DBAF3957}"/>
              </a:ext>
            </a:extLst>
          </p:cNvPr>
          <p:cNvSpPr>
            <a:spLocks xmlns:a="http://schemas.openxmlformats.org/drawingml/2006/main" noGrp="1"/>
          </p:cNvSpPr>
          <p:nvPr/>
        </p:nvSpPr>
        <p:spPr>
          <a:xfrm xmlns:a="http://schemas.openxmlformats.org/drawingml/2006/main">
            <a:off x="2143125" y="86296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−890.3 kJ</a:t>
            </a:r>
          </a:p>
        </p:txBody>
      </p:sp>
    </p:spTree>
    <p:extLst>
      <p:ext uri="{BB962C8B-B14F-4D97-AF65-F5344CB8AC3E}">
        <p14:creationId xmlns:p14="http://schemas.microsoft.com/office/powerpoint/2010/main" val="944351932"/>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C715BCC1-CC4A-4F93-8A83-5E7ED4FB87AD}"/>
              </a:ext>
            </a:extLst>
          </p:cNvPr>
          <p:cNvPicPr>
            <a:picLocks xmlns:a="http://schemas.openxmlformats.org/drawingml/2006/main" noChangeAspect="1"/>
          </p:cNvPicPr>
          <p:nvPr/>
        </p:nvPicPr>
        <p:blipFill>
          <a:blip xmlns:r="http://schemas.openxmlformats.org/officeDocument/2006/relationships" xmlns:a="http://schemas.openxmlformats.org/drawingml/2006/main" r:embed="R9eaf69012842482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8EA7005-C3A4-4E70-A601-FA5E6DCF421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98DADBF-AFCB-4D78-82BC-B4E20C4511A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E4583BAB-556B-4F67-B990-5555BFE460F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1B0CD1F-9F79-443D-997A-84FFC05F0FD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899D298A-C466-4ADF-B10E-E81B9023DE4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물의 상태 변화 엔탈피</a:t>
            </a:r>
          </a:p>
        </p:txBody>
      </p:sp>
      <p:pic>
        <p:nvPicPr>
          <p:cNvPr id="7" name="">
            <a:extLst xmlns:a="http://schemas.openxmlformats.org/drawingml/2006/main">
              <a:ext uri="{FF2B5EF4-FFF2-40B4-BE49-F238E27FC236}">
                <a16:creationId xmlns:a16="http://schemas.microsoft.com/office/drawing/2014/main" id="{F394CCDE-23E6-4E77-A8CC-0EEC04EE20E9}"/>
              </a:ext>
            </a:extLst>
          </p:cNvPr>
          <p:cNvPicPr>
            <a:picLocks xmlns:a="http://schemas.openxmlformats.org/drawingml/2006/main" noChangeAspect="1"/>
          </p:cNvPicPr>
          <p:nvPr/>
        </p:nvPicPr>
        <p:blipFill>
          <a:blip xmlns:r="http://schemas.openxmlformats.org/officeDocument/2006/relationships" xmlns:a="http://schemas.openxmlformats.org/drawingml/2006/main" r:embed="Rbbf8f9b40fee4d34"/>
          <a:stretch xmlns:a="http://schemas.openxmlformats.org/drawingml/2006/main"/>
        </p:blipFill>
        <p:spPr>
          <a:xfrm xmlns:a="http://schemas.openxmlformats.org/drawingml/2006/main">
            <a:off x="2428875" y="4365914"/>
            <a:ext cx="6096000" cy="3879273"/>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F7A4B752-529F-4FAA-81FC-0277E4C4314F}"/>
              </a:ext>
            </a:extLst>
          </p:cNvPr>
          <p:cNvSpPr>
            <a:spLocks xmlns:a="http://schemas.openxmlformats.org/drawingml/2006/main" noGrp="1"/>
          </p:cNvSpPr>
          <p:nvPr/>
        </p:nvSpPr>
        <p:spPr>
          <a:xfrm xmlns:a="http://schemas.openxmlformats.org/drawingml/2006/main">
            <a:off x="9810750" y="4476750"/>
            <a:ext cx="666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기화 반응</a:t>
            </a:r>
          </a:p>
        </p:txBody>
      </p:sp>
      <p:pic>
        <p:nvPicPr>
          <p:cNvPr id="9" name="">
            <a:extLst xmlns:a="http://schemas.openxmlformats.org/drawingml/2006/main">
              <a:ext uri="{FF2B5EF4-FFF2-40B4-BE49-F238E27FC236}">
                <a16:creationId xmlns:a16="http://schemas.microsoft.com/office/drawing/2014/main" id="{0DF4F9A0-B102-44AD-80BA-50222982AF36}"/>
              </a:ext>
            </a:extLst>
          </p:cNvPr>
          <p:cNvPicPr>
            <a:picLocks xmlns:a="http://schemas.openxmlformats.org/drawingml/2006/main" noChangeAspect="1"/>
          </p:cNvPicPr>
          <p:nvPr/>
        </p:nvPicPr>
        <p:blipFill>
          <a:blip xmlns:r="http://schemas.openxmlformats.org/officeDocument/2006/relationships" xmlns:a="http://schemas.openxmlformats.org/drawingml/2006/main" r:embed="R121f3b6a9b8d4049"/>
          <a:stretch xmlns:a="http://schemas.openxmlformats.org/drawingml/2006/main"/>
        </p:blipFill>
        <p:spPr>
          <a:xfrm xmlns:a="http://schemas.openxmlformats.org/drawingml/2006/main">
            <a:off x="9810750" y="5317579"/>
            <a:ext cx="6667500" cy="566242"/>
          </a:xfrm>
          <a:prstGeom xmlns:a="http://schemas.openxmlformats.org/drawingml/2006/main" prst="rect">
            <a:avLst/>
          </a:prstGeom>
        </p:spPr>
      </p:pic>
      <p:sp>
        <p:nvSpPr>
          <p:cNvPr id="10" name="반응식·수식">
            <a:extLst xmlns:a="http://schemas.openxmlformats.org/drawingml/2006/main">
              <a:ext uri="{FF2B5EF4-FFF2-40B4-BE49-F238E27FC236}">
                <a16:creationId xmlns:a16="http://schemas.microsoft.com/office/drawing/2014/main" id="{D975EE09-713B-41DE-BA0F-91813F9B1248}"/>
              </a:ext>
            </a:extLst>
          </p:cNvPr>
          <p:cNvSpPr>
            <a:spLocks xmlns:a="http://schemas.openxmlformats.org/drawingml/2006/main" noGrp="1"/>
          </p:cNvSpPr>
          <p:nvPr/>
        </p:nvSpPr>
        <p:spPr>
          <a:xfrm xmlns:a="http://schemas.openxmlformats.org/drawingml/2006/main">
            <a:off x="9810750" y="6410325"/>
            <a:ext cx="704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t>Δ</a:t>
            </a:r>
            <a:r>
              <a:rPr i="1">
                <a:latin typeface="Pretendard"/>
                <a:ea typeface="Pretendard"/>
                <a:cs typeface="Pretendard"/>
              </a:rPr>
              <a:t>H</a:t>
            </a:r>
            <a:r>
              <a:t> = −241.8 − (−285.8)</a:t>
            </a:r>
          </a:p>
        </p:txBody>
      </p:sp>
      <p:sp>
        <p:nvSpPr>
          <p:cNvPr id="11" name="반응식·수식">
            <a:extLst xmlns:a="http://schemas.openxmlformats.org/drawingml/2006/main">
              <a:ext uri="{FF2B5EF4-FFF2-40B4-BE49-F238E27FC236}">
                <a16:creationId xmlns:a16="http://schemas.microsoft.com/office/drawing/2014/main" id="{A6CCEA83-770E-47ED-AF9B-42BACAF75CAE}"/>
              </a:ext>
            </a:extLst>
          </p:cNvPr>
          <p:cNvSpPr>
            <a:spLocks xmlns:a="http://schemas.openxmlformats.org/drawingml/2006/main" noGrp="1"/>
          </p:cNvSpPr>
          <p:nvPr/>
        </p:nvSpPr>
        <p:spPr>
          <a:xfrm xmlns:a="http://schemas.openxmlformats.org/drawingml/2006/main">
            <a:off x="9810750" y="7219950"/>
            <a:ext cx="666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00" b="1">
                <a:solidFill>
                  <a:srgbClr val="57962F"/>
                </a:solidFill>
                <a:latin typeface="Pretendard"/>
                <a:ea typeface="Pretendard"/>
                <a:cs typeface="Pretendard"/>
              </a:defRPr>
            </a:defPPr>
            <a:lvl1pPr algn="l">
              <a:defRPr sz="4200" b="1">
                <a:solidFill>
                  <a:srgbClr val="57962F"/>
                </a:solidFill>
                <a:latin typeface="Pretendard"/>
                <a:ea typeface="Pretendard"/>
                <a:cs typeface="Pretendard"/>
              </a:defRPr>
            </a:lvl1pPr>
            <a:lvl2pPr algn="l">
              <a:defRPr sz="4200" b="1">
                <a:solidFill>
                  <a:srgbClr val="57962F"/>
                </a:solidFill>
                <a:latin typeface="Pretendard"/>
                <a:ea typeface="Pretendard"/>
                <a:cs typeface="Pretendard"/>
              </a:defRPr>
            </a:lvl2pPr>
            <a:lvl3pPr algn="l">
              <a:defRPr sz="4200" b="1">
                <a:solidFill>
                  <a:srgbClr val="57962F"/>
                </a:solidFill>
                <a:latin typeface="Pretendard"/>
                <a:ea typeface="Pretendard"/>
                <a:cs typeface="Pretendard"/>
              </a:defRPr>
            </a:lvl3pPr>
            <a:lvl4pPr algn="l">
              <a:defRPr sz="4200" b="1">
                <a:solidFill>
                  <a:srgbClr val="57962F"/>
                </a:solidFill>
                <a:latin typeface="Pretendard"/>
                <a:ea typeface="Pretendard"/>
                <a:cs typeface="Pretendard"/>
              </a:defRPr>
            </a:lvl4pPr>
            <a:lvl5pPr algn="l">
              <a:defRPr sz="4200" b="1">
                <a:solidFill>
                  <a:srgbClr val="57962F"/>
                </a:solidFill>
                <a:latin typeface="Pretendard"/>
                <a:ea typeface="Pretendard"/>
                <a:cs typeface="Pretendard"/>
              </a:defRPr>
            </a:lvl5pPr>
            <a:lvl6pPr algn="l">
              <a:defRPr sz="4200" b="1">
                <a:solidFill>
                  <a:srgbClr val="57962F"/>
                </a:solidFill>
                <a:latin typeface="Pretendard"/>
                <a:ea typeface="Pretendard"/>
                <a:cs typeface="Pretendard"/>
              </a:defRPr>
            </a:lvl6pPr>
            <a:lvl7pPr algn="l">
              <a:defRPr sz="4200" b="1">
                <a:solidFill>
                  <a:srgbClr val="57962F"/>
                </a:solidFill>
                <a:latin typeface="Pretendard"/>
                <a:ea typeface="Pretendard"/>
                <a:cs typeface="Pretendard"/>
              </a:defRPr>
            </a:lvl7pPr>
            <a:lvl8pPr algn="l">
              <a:defRPr sz="4200" b="1">
                <a:solidFill>
                  <a:srgbClr val="57962F"/>
                </a:solidFill>
                <a:latin typeface="Pretendard"/>
                <a:ea typeface="Pretendard"/>
                <a:cs typeface="Pretendard"/>
              </a:defRPr>
            </a:lvl8pPr>
            <a:lvl9pPr algn="l">
              <a:defRPr sz="4200" b="1">
                <a:solidFill>
                  <a:srgbClr val="57962F"/>
                </a:solidFill>
                <a:latin typeface="Pretendard"/>
                <a:ea typeface="Pretendard"/>
                <a:cs typeface="Pretendard"/>
              </a:defRPr>
            </a:lvl9pPr>
          </a:lstStyle>
          <a:p xmlns:a="http://schemas.openxmlformats.org/drawingml/2006/main">
            <a:pPr algn="l">
              <a:defRPr sz="4200" b="1">
                <a:solidFill>
                  <a:srgbClr val="57962F"/>
                </a:solidFill>
                <a:latin typeface="Pretendard"/>
                <a:ea typeface="Pretendard"/>
                <a:cs typeface="Pretendard"/>
              </a:defRPr>
            </a:pPr>
            <a:r>
              <a:t>= +44.0 kJ</a:t>
            </a:r>
          </a:p>
        </p:txBody>
      </p:sp>
      <p:sp>
        <p:nvSpPr>
          <p:cNvPr id="12" name="해석·결론">
            <a:extLst xmlns:a="http://schemas.openxmlformats.org/drawingml/2006/main">
              <a:ext uri="{FF2B5EF4-FFF2-40B4-BE49-F238E27FC236}">
                <a16:creationId xmlns:a16="http://schemas.microsoft.com/office/drawing/2014/main" id="{B95E1F17-84A7-41DE-98C1-C8D841312FBF}"/>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E4DE13CE-D3F4-4FD0-9D01-04CA71377214}"/>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기화는 열을 흡수하므로 </a:t>
            </a:r>
            <a:r>
              <a:t>Δ</a:t>
            </a:r>
            <a:r>
              <a:rPr i="1">
                <a:latin typeface="Pretendard"/>
                <a:ea typeface="Pretendard"/>
                <a:cs typeface="Pretendard"/>
              </a:rPr>
              <a:t>H</a:t>
            </a:r>
            <a:r>
              <a:t> &gt; 0</a:t>
            </a:r>
          </a:p>
        </p:txBody>
      </p:sp>
    </p:spTree>
    <p:extLst>
      <p:ext uri="{BB962C8B-B14F-4D97-AF65-F5344CB8AC3E}">
        <p14:creationId xmlns:p14="http://schemas.microsoft.com/office/powerpoint/2010/main" val="1594574095"/>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2C7A991F-21AD-4150-9F69-91F0726B8FAE}"/>
              </a:ext>
            </a:extLst>
          </p:cNvPr>
          <p:cNvPicPr>
            <a:picLocks xmlns:a="http://schemas.openxmlformats.org/drawingml/2006/main" noChangeAspect="1"/>
          </p:cNvPicPr>
          <p:nvPr/>
        </p:nvPicPr>
        <p:blipFill>
          <a:blip xmlns:r="http://schemas.openxmlformats.org/officeDocument/2006/relationships" xmlns:a="http://schemas.openxmlformats.org/drawingml/2006/main" r:embed="R6e9a97c566534e0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45B8A66-DAD5-4C0E-B484-02968BE7F56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EA2CB38-F2A9-4E1D-9610-5ABBA8F3072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6828B3C5-7ECD-48DE-9126-2DB3DAD8458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A4CA0EB-E87B-4991-B9C9-A1971192077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A93F52DF-0067-479C-876F-E19D2FA0590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 엔탈피 계산의 확인점</a:t>
            </a:r>
          </a:p>
        </p:txBody>
      </p:sp>
      <p:graphicFrame>
        <p:nvGraphicFramePr>
          <p:cNvPr id="7" name="">
            <a:extLst xmlns:a="http://schemas.openxmlformats.org/drawingml/2006/main">
              <a:ext uri="{FF2B5EF4-FFF2-40B4-BE49-F238E27FC236}">
                <a16:creationId xmlns:a16="http://schemas.microsoft.com/office/drawing/2014/main" id="{15A7AFC2-F223-4740-8A1B-39228BA683A3}"/>
              </a:ext>
            </a:extLst>
          </p:cNvPr>
          <p:cNvGraphicFramePr/>
          <p:nvPr/>
        </p:nvGraphicFramePr>
        <p:xfrm>
          <a:off xmlns:a="http://schemas.openxmlformats.org/drawingml/2006/main" x="1828800" y="4286250"/>
          <a:ext xmlns:a="http://schemas.openxmlformats.org/drawingml/2006/main" cx="14639925" cy="4191000"/>
        </p:xfrm>
        <a:graphic xmlns:a="http://schemas.openxmlformats.org/drawingml/2006/main">
          <a:graphicData uri="http://schemas.openxmlformats.org/drawingml/2006/table">
            <a:tbl>
              <a:tblPr/>
              <a:tblGrid>
                <a:gridCol w="4000500"/>
                <a:gridCol w="10639425"/>
              </a:tblGrid>
              <a:tr h="1047750">
                <a:tc>
                  <a:txBody>
                    <a:bodyPr wrap="none" lIns="114300" tIns="114300" rIns="114300" bIns="114300"/>
                    <a:lstStyle/>
                    <a:p>
                      <a:pPr algn="ctr"/>
                      <a:r>
                        <a:rPr sz="3300" b="1">
                          <a:solidFill>
                            <a:srgbClr val="FFFFFF"/>
                          </a:solidFill>
                          <a:latin typeface="Pretendard"/>
                          <a:ea typeface="Pretendard"/>
                          <a:cs typeface="Pretendard"/>
                        </a:rPr>
                        <a:t>확인 대상</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300" b="1">
                          <a:solidFill>
                            <a:srgbClr val="FFFFFF"/>
                          </a:solidFill>
                          <a:latin typeface="Pretendard"/>
                          <a:ea typeface="Pretendard"/>
                          <a:cs typeface="Pretendard"/>
                        </a:rPr>
                        <a:t>확인할 내용</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47750">
                <a:tc>
                  <a:txBody>
                    <a:bodyPr wrap="none" lIns="114300" tIns="114300" rIns="114300" bIns="114300"/>
                    <a:lstStyle/>
                    <a:p>
                      <a:pPr algn="ctr"/>
                      <a:r>
                        <a:rPr sz="3300" b="1">
                          <a:solidFill>
                            <a:srgbClr val="FFFFFF"/>
                          </a:solidFill>
                          <a:latin typeface="Pretendard"/>
                          <a:ea typeface="Pretendard"/>
                          <a:cs typeface="Pretendard"/>
                        </a:rPr>
                        <a:t>기준</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생성되는 물질 1 mol인가?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원소·상태</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기준 원소와 물질의 상태가 맞는가?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계수·단위</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계수를 곱하고 단위를 구분했는가?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B67D7D70-F6AC-4006-A596-AE13D062621A}"/>
              </a:ext>
            </a:extLst>
          </p:cNvPr>
          <p:cNvSpPr>
            <a:spLocks xmlns:a="http://schemas.openxmlformats.org/drawingml/2006/main" noGrp="1"/>
          </p:cNvSpPr>
          <p:nvPr/>
        </p:nvSpPr>
        <p:spPr>
          <a:xfrm xmlns:a="http://schemas.openxmlformats.org/drawingml/2006/main" rot="0">
            <a:off x="1828800"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67BD79BB-FBD5-4FB7-BB4D-8FCDC2C63712}"/>
              </a:ext>
            </a:extLst>
          </p:cNvPr>
          <p:cNvSpPr>
            <a:spLocks xmlns:a="http://schemas.openxmlformats.org/drawingml/2006/main" noGrp="1"/>
          </p:cNvSpPr>
          <p:nvPr/>
        </p:nvSpPr>
        <p:spPr>
          <a:xfrm xmlns:a="http://schemas.openxmlformats.org/drawingml/2006/main" rot="5400000">
            <a:off x="1627822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2E12F640-B8E1-48FC-8C8C-444BDE5BAA88}"/>
              </a:ext>
            </a:extLst>
          </p:cNvPr>
          <p:cNvSpPr>
            <a:spLocks xmlns:a="http://schemas.openxmlformats.org/drawingml/2006/main" noGrp="1"/>
          </p:cNvSpPr>
          <p:nvPr/>
        </p:nvSpPr>
        <p:spPr>
          <a:xfrm xmlns:a="http://schemas.openxmlformats.org/drawingml/2006/main" rot="10800000">
            <a:off x="16278225"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EC7F8D76-9BC6-45C8-8283-2610FC77C101}"/>
              </a:ext>
            </a:extLst>
          </p:cNvPr>
          <p:cNvSpPr>
            <a:spLocks xmlns:a="http://schemas.openxmlformats.org/drawingml/2006/main" noGrp="1"/>
          </p:cNvSpPr>
          <p:nvPr/>
        </p:nvSpPr>
        <p:spPr>
          <a:xfrm xmlns:a="http://schemas.openxmlformats.org/drawingml/2006/main" rot="16200000">
            <a:off x="1828800"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Tree>
    <p:extLst>
      <p:ext uri="{BB962C8B-B14F-4D97-AF65-F5344CB8AC3E}">
        <p14:creationId xmlns:p14="http://schemas.microsoft.com/office/powerpoint/2010/main" val="336537830"/>
      </p:ext>
    </p:extLst>
  </p:cSld>
</p:sld>
</file>

<file path=ppt/slides/slide3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A3B6583C-31A4-4D57-AA04-4C3B0264E2FE}"/>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8D720BE7-1A3E-47B8-A83C-E82E317EF751}"/>
              </a:ext>
            </a:extLst>
          </p:cNvPr>
          <p:cNvPicPr>
            <a:picLocks xmlns:a="http://schemas.openxmlformats.org/drawingml/2006/main" noChangeAspect="1"/>
          </p:cNvPicPr>
          <p:nvPr/>
        </p:nvPicPr>
        <p:blipFill>
          <a:blip xmlns:r="http://schemas.openxmlformats.org/officeDocument/2006/relationships" xmlns:a="http://schemas.openxmlformats.org/drawingml/2006/main" r:embed="R339774dada6d42f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5733C90B-F521-4BBE-AADE-AE1C2A20EFF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5B9614EB-5D6D-41F5-AB71-5CCF6EBD8B89}"/>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4</a:t>
            </a:r>
          </a:p>
        </p:txBody>
      </p:sp>
      <p:sp>
        <p:nvSpPr>
          <p:cNvPr id="5" name="text">
            <a:extLst xmlns:a="http://schemas.openxmlformats.org/drawingml/2006/main">
              <a:ext uri="{FF2B5EF4-FFF2-40B4-BE49-F238E27FC236}">
                <a16:creationId xmlns:a16="http://schemas.microsoft.com/office/drawing/2014/main" id="{ED0BB440-8016-4CB9-A317-CE67B3432C99}"/>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실험으로 확인하는 헤스 법칙</a:t>
            </a:r>
          </a:p>
        </p:txBody>
      </p:sp>
      <p:sp>
        <p:nvSpPr>
          <p:cNvPr id="6" name="text">
            <a:extLst xmlns:a="http://schemas.openxmlformats.org/drawingml/2006/main">
              <a:ext uri="{FF2B5EF4-FFF2-40B4-BE49-F238E27FC236}">
                <a16:creationId xmlns:a16="http://schemas.microsoft.com/office/drawing/2014/main" id="{966DF878-58E9-4099-8448-1DCAAAB8ABC6}"/>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용해한 뒤 중화할 때와 고체를 직접 반응시킬 때의 열은 같을까?</a:t>
            </a:r>
          </a:p>
        </p:txBody>
      </p:sp>
    </p:spTree>
    <p:extLst>
      <p:ext uri="{BB962C8B-B14F-4D97-AF65-F5344CB8AC3E}">
        <p14:creationId xmlns:p14="http://schemas.microsoft.com/office/powerpoint/2010/main" val="667307993"/>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85B7CA00-0D33-431A-A56E-A1BB36F21258}"/>
              </a:ext>
            </a:extLst>
          </p:cNvPr>
          <p:cNvPicPr>
            <a:picLocks xmlns:a="http://schemas.openxmlformats.org/drawingml/2006/main" noChangeAspect="1"/>
          </p:cNvPicPr>
          <p:nvPr/>
        </p:nvPicPr>
        <p:blipFill>
          <a:blip xmlns:r="http://schemas.openxmlformats.org/officeDocument/2006/relationships" xmlns:a="http://schemas.openxmlformats.org/drawingml/2006/main" r:embed="Rbf2fc9bbf476499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5FCB5CB-DE33-4406-9974-965AD610248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ABF0C6A-9CF3-4D0D-A4C3-6D69FBF1E24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328D3737-8985-4264-999F-77770C91746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F23F6650-F61A-4A82-A3E7-E7A4463D6A4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C5A9CE98-D178-42CC-90E7-A87C7EFE8DBB}"/>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처음과 끝을 만드는 두 경로</a:t>
            </a:r>
          </a:p>
        </p:txBody>
      </p:sp>
      <p:pic>
        <p:nvPicPr>
          <p:cNvPr id="7" name="">
            <a:extLst xmlns:a="http://schemas.openxmlformats.org/drawingml/2006/main">
              <a:ext uri="{FF2B5EF4-FFF2-40B4-BE49-F238E27FC236}">
                <a16:creationId xmlns:a16="http://schemas.microsoft.com/office/drawing/2014/main" id="{4AB3E2DE-EA2D-4340-BAA1-BFC5F4528993}"/>
              </a:ext>
            </a:extLst>
          </p:cNvPr>
          <p:cNvPicPr>
            <a:picLocks xmlns:a="http://schemas.openxmlformats.org/drawingml/2006/main" noChangeAspect="1"/>
          </p:cNvPicPr>
          <p:nvPr/>
        </p:nvPicPr>
        <p:blipFill>
          <a:blip xmlns:r="http://schemas.openxmlformats.org/officeDocument/2006/relationships" xmlns:a="http://schemas.openxmlformats.org/drawingml/2006/main" r:embed="Rf2b6e56deaa64f6a"/>
          <a:stretch xmlns:a="http://schemas.openxmlformats.org/drawingml/2006/main"/>
        </p:blipFill>
        <p:spPr>
          <a:xfrm xmlns:a="http://schemas.openxmlformats.org/drawingml/2006/main">
            <a:off x="2381250" y="4653545"/>
            <a:ext cx="4000500" cy="383741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2D62598D-739B-4282-9F8D-B9D156A1014D}"/>
              </a:ext>
            </a:extLst>
          </p:cNvPr>
          <p:cNvSpPr>
            <a:spLocks xmlns:a="http://schemas.openxmlformats.org/drawingml/2006/main" noGrp="1"/>
          </p:cNvSpPr>
          <p:nvPr/>
        </p:nvSpPr>
        <p:spPr>
          <a:xfrm xmlns:a="http://schemas.openxmlformats.org/drawingml/2006/main">
            <a:off x="7524750" y="43053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Ⅰ: 용해 → 중화</a:t>
            </a:r>
          </a:p>
        </p:txBody>
      </p:sp>
      <p:pic>
        <p:nvPicPr>
          <p:cNvPr id="9" name="">
            <a:extLst xmlns:a="http://schemas.openxmlformats.org/drawingml/2006/main">
              <a:ext uri="{FF2B5EF4-FFF2-40B4-BE49-F238E27FC236}">
                <a16:creationId xmlns:a16="http://schemas.microsoft.com/office/drawing/2014/main" id="{8A6A7D71-F482-4FA3-B048-40449D31884B}"/>
              </a:ext>
            </a:extLst>
          </p:cNvPr>
          <p:cNvPicPr>
            <a:picLocks xmlns:a="http://schemas.openxmlformats.org/drawingml/2006/main" noChangeAspect="1"/>
          </p:cNvPicPr>
          <p:nvPr/>
        </p:nvPicPr>
        <p:blipFill>
          <a:blip xmlns:r="http://schemas.openxmlformats.org/officeDocument/2006/relationships" xmlns:a="http://schemas.openxmlformats.org/drawingml/2006/main" r:embed="Rea21d5464c334b6a"/>
          <a:stretch xmlns:a="http://schemas.openxmlformats.org/drawingml/2006/main"/>
        </p:blipFill>
        <p:spPr>
          <a:xfrm xmlns:a="http://schemas.openxmlformats.org/drawingml/2006/main">
            <a:off x="8686316" y="5095875"/>
            <a:ext cx="6916119" cy="66675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518C7993-A659-4232-AF57-A5A2CB4D8FB2}"/>
              </a:ext>
            </a:extLst>
          </p:cNvPr>
          <p:cNvPicPr>
            <a:picLocks xmlns:a="http://schemas.openxmlformats.org/drawingml/2006/main" noChangeAspect="1"/>
          </p:cNvPicPr>
          <p:nvPr/>
        </p:nvPicPr>
        <p:blipFill>
          <a:blip xmlns:r="http://schemas.openxmlformats.org/officeDocument/2006/relationships" xmlns:a="http://schemas.openxmlformats.org/drawingml/2006/main" r:embed="Reffd1e8219af4aa2"/>
          <a:stretch xmlns:a="http://schemas.openxmlformats.org/drawingml/2006/main"/>
        </p:blipFill>
        <p:spPr>
          <a:xfrm xmlns:a="http://schemas.openxmlformats.org/drawingml/2006/main">
            <a:off x="7524750" y="6093810"/>
            <a:ext cx="9239250" cy="55683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15EB48AB-250E-494D-91E0-772973207D37}"/>
              </a:ext>
            </a:extLst>
          </p:cNvPr>
          <p:cNvSpPr>
            <a:spLocks xmlns:a="http://schemas.openxmlformats.org/drawingml/2006/main" noGrp="1"/>
          </p:cNvSpPr>
          <p:nvPr/>
        </p:nvSpPr>
        <p:spPr>
          <a:xfrm xmlns:a="http://schemas.openxmlformats.org/drawingml/2006/main">
            <a:off x="7524750" y="71628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Ⅱ: 고체와 직접 반응</a:t>
            </a:r>
          </a:p>
        </p:txBody>
      </p:sp>
      <p:pic>
        <p:nvPicPr>
          <p:cNvPr id="12" name="">
            <a:extLst xmlns:a="http://schemas.openxmlformats.org/drawingml/2006/main">
              <a:ext uri="{FF2B5EF4-FFF2-40B4-BE49-F238E27FC236}">
                <a16:creationId xmlns:a16="http://schemas.microsoft.com/office/drawing/2014/main" id="{4A25F306-1B95-4B09-ABD1-AC5C927C7F25}"/>
              </a:ext>
            </a:extLst>
          </p:cNvPr>
          <p:cNvPicPr>
            <a:picLocks xmlns:a="http://schemas.openxmlformats.org/drawingml/2006/main" noChangeAspect="1"/>
          </p:cNvPicPr>
          <p:nvPr/>
        </p:nvPicPr>
        <p:blipFill>
          <a:blip xmlns:r="http://schemas.openxmlformats.org/officeDocument/2006/relationships" xmlns:a="http://schemas.openxmlformats.org/drawingml/2006/main" r:embed="Rcfbd8d0be2bd4936"/>
          <a:stretch xmlns:a="http://schemas.openxmlformats.org/drawingml/2006/main"/>
        </p:blipFill>
        <p:spPr>
          <a:xfrm xmlns:a="http://schemas.openxmlformats.org/drawingml/2006/main">
            <a:off x="7524750" y="8055960"/>
            <a:ext cx="9239250" cy="556830"/>
          </a:xfrm>
          <a:prstGeom xmlns:a="http://schemas.openxmlformats.org/drawingml/2006/main" prst="rect">
            <a:avLst/>
          </a:prstGeom>
        </p:spPr>
      </p:pic>
    </p:spTree>
    <p:extLst>
      <p:ext uri="{BB962C8B-B14F-4D97-AF65-F5344CB8AC3E}">
        <p14:creationId xmlns:p14="http://schemas.microsoft.com/office/powerpoint/2010/main" val="1192825065"/>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F97B55A6-CB58-4684-949D-C7364A89C139}"/>
              </a:ext>
            </a:extLst>
          </p:cNvPr>
          <p:cNvPicPr>
            <a:picLocks xmlns:a="http://schemas.openxmlformats.org/drawingml/2006/main" noChangeAspect="1"/>
          </p:cNvPicPr>
          <p:nvPr/>
        </p:nvPicPr>
        <p:blipFill>
          <a:blip xmlns:r="http://schemas.openxmlformats.org/officeDocument/2006/relationships" xmlns:a="http://schemas.openxmlformats.org/drawingml/2006/main" r:embed="R20a5b258638748f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117983E-C4E1-48B8-811A-EBC047B0A0C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2D07DAB-E753-4534-8C6A-34F0FCAAB35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92B5CDC4-0A2A-4571-AB71-986B909DAB4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5359305-1E82-4536-905E-A05C8A00DBA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AA67B00E-F9AB-4AA6-BE80-BD086EACEEAB}"/>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 조건을 맞추자</a:t>
            </a:r>
          </a:p>
        </p:txBody>
      </p:sp>
      <p:sp>
        <p:nvSpPr>
          <p:cNvPr id="7" name="text">
            <a:extLst xmlns:a="http://schemas.openxmlformats.org/drawingml/2006/main">
              <a:ext uri="{FF2B5EF4-FFF2-40B4-BE49-F238E27FC236}">
                <a16:creationId xmlns:a16="http://schemas.microsoft.com/office/drawing/2014/main" id="{6C13A0EB-BACF-4A3B-851A-9AC3026F7365}"/>
              </a:ext>
            </a:extLst>
          </p:cNvPr>
          <p:cNvSpPr>
            <a:spLocks xmlns:a="http://schemas.openxmlformats.org/drawingml/2006/main" noGrp="1"/>
          </p:cNvSpPr>
          <p:nvPr/>
        </p:nvSpPr>
        <p:spPr>
          <a:xfrm xmlns:a="http://schemas.openxmlformats.org/drawingml/2006/main">
            <a:off x="1666875" y="3676650"/>
            <a:ext cx="1495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898989"/>
                </a:solidFill>
                <a:latin typeface="Pretendard"/>
                <a:ea typeface="Pretendard"/>
                <a:cs typeface="Pretendard"/>
              </a:defRPr>
            </a:defPPr>
            <a:lvl1pPr algn="ctr">
              <a:defRPr sz="2850" b="1">
                <a:solidFill>
                  <a:srgbClr val="898989"/>
                </a:solidFill>
                <a:latin typeface="Pretendard"/>
                <a:ea typeface="Pretendard"/>
                <a:cs typeface="Pretendard"/>
              </a:defRPr>
            </a:lvl1pPr>
            <a:lvl2pPr algn="ctr">
              <a:defRPr sz="2850" b="1">
                <a:solidFill>
                  <a:srgbClr val="898989"/>
                </a:solidFill>
                <a:latin typeface="Pretendard"/>
                <a:ea typeface="Pretendard"/>
                <a:cs typeface="Pretendard"/>
              </a:defRPr>
            </a:lvl2pPr>
            <a:lvl3pPr algn="ctr">
              <a:defRPr sz="2850" b="1">
                <a:solidFill>
                  <a:srgbClr val="898989"/>
                </a:solidFill>
                <a:latin typeface="Pretendard"/>
                <a:ea typeface="Pretendard"/>
                <a:cs typeface="Pretendard"/>
              </a:defRPr>
            </a:lvl3pPr>
            <a:lvl4pPr algn="ctr">
              <a:defRPr sz="2850" b="1">
                <a:solidFill>
                  <a:srgbClr val="898989"/>
                </a:solidFill>
                <a:latin typeface="Pretendard"/>
                <a:ea typeface="Pretendard"/>
                <a:cs typeface="Pretendard"/>
              </a:defRPr>
            </a:lvl4pPr>
            <a:lvl5pPr algn="ctr">
              <a:defRPr sz="2850" b="1">
                <a:solidFill>
                  <a:srgbClr val="898989"/>
                </a:solidFill>
                <a:latin typeface="Pretendard"/>
                <a:ea typeface="Pretendard"/>
                <a:cs typeface="Pretendard"/>
              </a:defRPr>
            </a:lvl5pPr>
            <a:lvl6pPr algn="ctr">
              <a:defRPr sz="2850" b="1">
                <a:solidFill>
                  <a:srgbClr val="898989"/>
                </a:solidFill>
                <a:latin typeface="Pretendard"/>
                <a:ea typeface="Pretendard"/>
                <a:cs typeface="Pretendard"/>
              </a:defRPr>
            </a:lvl6pPr>
            <a:lvl7pPr algn="ctr">
              <a:defRPr sz="2850" b="1">
                <a:solidFill>
                  <a:srgbClr val="898989"/>
                </a:solidFill>
                <a:latin typeface="Pretendard"/>
                <a:ea typeface="Pretendard"/>
                <a:cs typeface="Pretendard"/>
              </a:defRPr>
            </a:lvl7pPr>
            <a:lvl8pPr algn="ctr">
              <a:defRPr sz="2850" b="1">
                <a:solidFill>
                  <a:srgbClr val="898989"/>
                </a:solidFill>
                <a:latin typeface="Pretendard"/>
                <a:ea typeface="Pretendard"/>
                <a:cs typeface="Pretendard"/>
              </a:defRPr>
            </a:lvl8pPr>
            <a:lvl9pPr algn="ctr">
              <a:defRPr sz="2850" b="1">
                <a:solidFill>
                  <a:srgbClr val="898989"/>
                </a:solidFill>
                <a:latin typeface="Pretendard"/>
                <a:ea typeface="Pretendard"/>
                <a:cs typeface="Pretendard"/>
              </a:defRPr>
            </a:lvl9pPr>
          </a:lstStyle>
          <a:p xmlns:a="http://schemas.openxmlformats.org/drawingml/2006/main">
            <a:pPr algn="ctr">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NaOH 8.0 g = 0.200 mol, HCl 1.0 M × 0.200 L = 0.200 mol</a:t>
            </a:r>
          </a:p>
        </p:txBody>
      </p:sp>
      <p:pic>
        <p:nvPicPr>
          <p:cNvPr id="8" name="">
            <a:extLst xmlns:a="http://schemas.openxmlformats.org/drawingml/2006/main">
              <a:ext uri="{FF2B5EF4-FFF2-40B4-BE49-F238E27FC236}">
                <a16:creationId xmlns:a16="http://schemas.microsoft.com/office/drawing/2014/main" id="{84875A4C-4E70-4A42-A255-79535C4F6872}"/>
              </a:ext>
            </a:extLst>
          </p:cNvPr>
          <p:cNvPicPr>
            <a:picLocks xmlns:a="http://schemas.openxmlformats.org/drawingml/2006/main" noChangeAspect="1"/>
          </p:cNvPicPr>
          <p:nvPr/>
        </p:nvPicPr>
        <p:blipFill>
          <a:blip xmlns:r="http://schemas.openxmlformats.org/officeDocument/2006/relationships" xmlns:a="http://schemas.openxmlformats.org/drawingml/2006/main" r:embed="R39776acdc6874888"/>
          <a:stretch xmlns:a="http://schemas.openxmlformats.org/drawingml/2006/main"/>
        </p:blipFill>
        <p:spPr>
          <a:xfrm xmlns:a="http://schemas.openxmlformats.org/drawingml/2006/main">
            <a:off x="1828800" y="4771334"/>
            <a:ext cx="9286875" cy="3030333"/>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EFCB2D21-48BD-4372-ABAA-0A574224F023}"/>
              </a:ext>
            </a:extLst>
          </p:cNvPr>
          <p:cNvPicPr>
            <a:picLocks xmlns:a="http://schemas.openxmlformats.org/drawingml/2006/main" noChangeAspect="1"/>
          </p:cNvPicPr>
          <p:nvPr/>
        </p:nvPicPr>
        <p:blipFill>
          <a:blip xmlns:r="http://schemas.openxmlformats.org/officeDocument/2006/relationships" xmlns:a="http://schemas.openxmlformats.org/drawingml/2006/main" r:embed="R41c0ad2558b346dc"/>
          <a:stretch xmlns:a="http://schemas.openxmlformats.org/drawingml/2006/main"/>
        </p:blipFill>
        <p:spPr>
          <a:xfrm xmlns:a="http://schemas.openxmlformats.org/drawingml/2006/main">
            <a:off x="11525250" y="4779104"/>
            <a:ext cx="4619625" cy="3014792"/>
          </a:xfrm>
          <a:prstGeom xmlns:a="http://schemas.openxmlformats.org/drawingml/2006/main" prst="rect">
            <a:avLst/>
          </a:prstGeom>
        </p:spPr>
      </p:pic>
      <p:sp>
        <p:nvSpPr>
          <p:cNvPr id="10" name="용해·냉각·중화 캡션">
            <a:extLst xmlns:a="http://schemas.openxmlformats.org/drawingml/2006/main">
              <a:ext uri="{FF2B5EF4-FFF2-40B4-BE49-F238E27FC236}">
                <a16:creationId xmlns:a16="http://schemas.microsoft.com/office/drawing/2014/main" id="{14A5D13D-5802-44FD-9C56-6CE27C9A02C7}"/>
              </a:ext>
            </a:extLst>
          </p:cNvPr>
          <p:cNvSpPr>
            <a:spLocks xmlns:a="http://schemas.openxmlformats.org/drawingml/2006/main" noGrp="1"/>
          </p:cNvSpPr>
          <p:nvPr/>
        </p:nvSpPr>
        <p:spPr>
          <a:xfrm xmlns:a="http://schemas.openxmlformats.org/drawingml/2006/main">
            <a:off x="1828800" y="7991475"/>
            <a:ext cx="928687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325AF50E-75D2-4654-8AED-50FE58A2E1C5}"/>
              </a:ext>
            </a:extLst>
          </p:cNvPr>
          <p:cNvSpPr>
            <a:spLocks xmlns:a="http://schemas.openxmlformats.org/drawingml/2006/main" noGrp="1"/>
          </p:cNvSpPr>
          <p:nvPr/>
        </p:nvSpPr>
        <p:spPr>
          <a:xfrm xmlns:a="http://schemas.openxmlformats.org/drawingml/2006/main">
            <a:off x="2124075" y="8134350"/>
            <a:ext cx="8696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FFFFFF"/>
                </a:solidFill>
                <a:latin typeface="Pretendard"/>
                <a:ea typeface="Pretendard"/>
                <a:cs typeface="Pretendard"/>
              </a:defRPr>
            </a:defPPr>
            <a:lvl1pPr algn="ctr">
              <a:defRPr sz="3000" b="1">
                <a:solidFill>
                  <a:srgbClr val="FFFFFF"/>
                </a:solidFill>
                <a:latin typeface="Pretendard"/>
                <a:ea typeface="Pretendard"/>
                <a:cs typeface="Pretendard"/>
              </a:defRPr>
            </a:lvl1pPr>
            <a:lvl2pPr algn="ctr">
              <a:defRPr sz="3000" b="1">
                <a:solidFill>
                  <a:srgbClr val="FFFFFF"/>
                </a:solidFill>
                <a:latin typeface="Pretendard"/>
                <a:ea typeface="Pretendard"/>
                <a:cs typeface="Pretendard"/>
              </a:defRPr>
            </a:lvl2pPr>
            <a:lvl3pPr algn="ctr">
              <a:defRPr sz="3000" b="1">
                <a:solidFill>
                  <a:srgbClr val="FFFFFF"/>
                </a:solidFill>
                <a:latin typeface="Pretendard"/>
                <a:ea typeface="Pretendard"/>
                <a:cs typeface="Pretendard"/>
              </a:defRPr>
            </a:lvl3pPr>
            <a:lvl4pPr algn="ctr">
              <a:defRPr sz="3000" b="1">
                <a:solidFill>
                  <a:srgbClr val="FFFFFF"/>
                </a:solidFill>
                <a:latin typeface="Pretendard"/>
                <a:ea typeface="Pretendard"/>
                <a:cs typeface="Pretendard"/>
              </a:defRPr>
            </a:lvl4pPr>
            <a:lvl5pPr algn="ctr">
              <a:defRPr sz="3000" b="1">
                <a:solidFill>
                  <a:srgbClr val="FFFFFF"/>
                </a:solidFill>
                <a:latin typeface="Pretendard"/>
                <a:ea typeface="Pretendard"/>
                <a:cs typeface="Pretendard"/>
              </a:defRPr>
            </a:lvl5pPr>
            <a:lvl6pPr algn="ctr">
              <a:defRPr sz="3000" b="1">
                <a:solidFill>
                  <a:srgbClr val="FFFFFF"/>
                </a:solidFill>
                <a:latin typeface="Pretendard"/>
                <a:ea typeface="Pretendard"/>
                <a:cs typeface="Pretendard"/>
              </a:defRPr>
            </a:lvl6pPr>
            <a:lvl7pPr algn="ctr">
              <a:defRPr sz="3000" b="1">
                <a:solidFill>
                  <a:srgbClr val="FFFFFF"/>
                </a:solidFill>
                <a:latin typeface="Pretendard"/>
                <a:ea typeface="Pretendard"/>
                <a:cs typeface="Pretendard"/>
              </a:defRPr>
            </a:lvl7pPr>
            <a:lvl8pPr algn="ctr">
              <a:defRPr sz="3000" b="1">
                <a:solidFill>
                  <a:srgbClr val="FFFFFF"/>
                </a:solidFill>
                <a:latin typeface="Pretendard"/>
                <a:ea typeface="Pretendard"/>
                <a:cs typeface="Pretendard"/>
              </a:defRPr>
            </a:lvl8pPr>
            <a:lvl9pPr algn="ctr">
              <a:defRPr sz="3000" b="1">
                <a:solidFill>
                  <a:srgbClr val="FFFFFF"/>
                </a:solidFill>
                <a:latin typeface="Pretendard"/>
                <a:ea typeface="Pretendard"/>
                <a:cs typeface="Pretendard"/>
              </a:defRPr>
            </a:lvl9pPr>
          </a:lstStyle>
          <a:p xmlns:a="http://schemas.openxmlformats.org/drawingml/2006/main">
            <a:pPr algn="ctr">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용해 후 처음 온도로 식힌 뒤 중화</a:t>
            </a:r>
          </a:p>
        </p:txBody>
      </p:sp>
      <p:sp>
        <p:nvSpPr>
          <p:cNvPr id="12" name="조건 확인 캡션">
            <a:extLst xmlns:a="http://schemas.openxmlformats.org/drawingml/2006/main">
              <a:ext uri="{FF2B5EF4-FFF2-40B4-BE49-F238E27FC236}">
                <a16:creationId xmlns:a16="http://schemas.microsoft.com/office/drawing/2014/main" id="{6044C27D-4302-496D-878B-3BE23260658C}"/>
              </a:ext>
            </a:extLst>
          </p:cNvPr>
          <p:cNvSpPr>
            <a:spLocks xmlns:a="http://schemas.openxmlformats.org/drawingml/2006/main" noGrp="1"/>
          </p:cNvSpPr>
          <p:nvPr/>
        </p:nvSpPr>
        <p:spPr>
          <a:xfrm xmlns:a="http://schemas.openxmlformats.org/drawingml/2006/main">
            <a:off x="11525250" y="7991475"/>
            <a:ext cx="461962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CB720290-3A27-40D6-B520-5C324FE64166}"/>
              </a:ext>
            </a:extLst>
          </p:cNvPr>
          <p:cNvSpPr>
            <a:spLocks xmlns:a="http://schemas.openxmlformats.org/drawingml/2006/main" noGrp="1"/>
          </p:cNvSpPr>
          <p:nvPr/>
        </p:nvSpPr>
        <p:spPr>
          <a:xfrm xmlns:a="http://schemas.openxmlformats.org/drawingml/2006/main">
            <a:off x="11715750" y="8134350"/>
            <a:ext cx="423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처음 온도·전체 양 확인</a:t>
            </a:r>
          </a:p>
        </p:txBody>
      </p:sp>
    </p:spTree>
    <p:extLst>
      <p:ext uri="{BB962C8B-B14F-4D97-AF65-F5344CB8AC3E}">
        <p14:creationId xmlns:p14="http://schemas.microsoft.com/office/powerpoint/2010/main" val="1170347849"/>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D1C0CF14-3CB2-4487-914A-A47B2ABFC934}"/>
              </a:ext>
            </a:extLst>
          </p:cNvPr>
          <p:cNvPicPr>
            <a:picLocks xmlns:a="http://schemas.openxmlformats.org/drawingml/2006/main" noChangeAspect="1"/>
          </p:cNvPicPr>
          <p:nvPr/>
        </p:nvPicPr>
        <p:blipFill>
          <a:blip xmlns:r="http://schemas.openxmlformats.org/officeDocument/2006/relationships" xmlns:a="http://schemas.openxmlformats.org/drawingml/2006/main" r:embed="R211c91fdc3f146e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94B1B98-FE30-474C-8A38-A91C6E2BF81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ABFC64E-BDFC-4B59-AB4D-4902AE5F5E0B}"/>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F72F25F8-DE7D-4F10-BCA8-164568BE8DA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17658921-3CAC-4B57-A3FA-E6812E89E25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0F2463BA-ABBD-4AB0-BA0F-45D4D299F5F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용액이 얻은 열에서 반응열로</a:t>
            </a:r>
          </a:p>
        </p:txBody>
      </p:sp>
      <p:sp>
        <p:nvSpPr>
          <p:cNvPr id="7" name="rich">
            <a:extLst xmlns:a="http://schemas.openxmlformats.org/drawingml/2006/main">
              <a:ext uri="{FF2B5EF4-FFF2-40B4-BE49-F238E27FC236}">
                <a16:creationId xmlns:a16="http://schemas.microsoft.com/office/drawing/2014/main" id="{72F71171-5730-4B1E-8874-D0BD25FF3FD7}"/>
              </a:ext>
            </a:extLst>
          </p:cNvPr>
          <p:cNvSpPr>
            <a:spLocks xmlns:a="http://schemas.openxmlformats.org/drawingml/2006/main" noGrp="1"/>
          </p:cNvSpPr>
          <p:nvPr/>
        </p:nvSpPr>
        <p:spPr>
          <a:xfrm xmlns:a="http://schemas.openxmlformats.org/drawingml/2006/main">
            <a:off x="1905000" y="3886200"/>
            <a:ext cx="1447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t>Q용액 = c × m × Δt</a:t>
            </a:r>
          </a:p>
        </p:txBody>
      </p:sp>
      <p:sp>
        <p:nvSpPr>
          <p:cNvPr id="8" name="설명·계산 행 1">
            <a:extLst xmlns:a="http://schemas.openxmlformats.org/drawingml/2006/main">
              <a:ext uri="{FF2B5EF4-FFF2-40B4-BE49-F238E27FC236}">
                <a16:creationId xmlns:a16="http://schemas.microsoft.com/office/drawing/2014/main" id="{03A9FBE9-C139-4DDF-A468-E6C985F42012}"/>
              </a:ext>
            </a:extLst>
          </p:cNvPr>
          <p:cNvSpPr>
            <a:spLocks xmlns:a="http://schemas.openxmlformats.org/drawingml/2006/main" noGrp="1"/>
          </p:cNvSpPr>
          <p:nvPr/>
        </p:nvSpPr>
        <p:spPr>
          <a:xfrm xmlns:a="http://schemas.openxmlformats.org/drawingml/2006/main">
            <a:off x="1828800" y="5476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9" name="설명·계산 문장 1">
            <a:extLst xmlns:a="http://schemas.openxmlformats.org/drawingml/2006/main">
              <a:ext uri="{FF2B5EF4-FFF2-40B4-BE49-F238E27FC236}">
                <a16:creationId xmlns:a16="http://schemas.microsoft.com/office/drawing/2014/main" id="{4D757AF7-2DAF-4A8A-9F35-0A93FCD20D6B}"/>
              </a:ext>
            </a:extLst>
          </p:cNvPr>
          <p:cNvSpPr>
            <a:spLocks xmlns:a="http://schemas.openxmlformats.org/drawingml/2006/main" noGrp="1"/>
          </p:cNvSpPr>
          <p:nvPr/>
        </p:nvSpPr>
        <p:spPr>
          <a:xfrm xmlns:a="http://schemas.openxmlformats.org/drawingml/2006/main">
            <a:off x="2476500" y="5724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c: 용액의 비열, m: 용액 전체의 질량</a:t>
            </a:r>
          </a:p>
        </p:txBody>
      </p:sp>
      <p:sp>
        <p:nvSpPr>
          <p:cNvPr id="10" name="설명·계산 행 2">
            <a:extLst xmlns:a="http://schemas.openxmlformats.org/drawingml/2006/main">
              <a:ext uri="{FF2B5EF4-FFF2-40B4-BE49-F238E27FC236}">
                <a16:creationId xmlns:a16="http://schemas.microsoft.com/office/drawing/2014/main" id="{B04162BF-6771-4BE1-B087-B98205D8DB93}"/>
              </a:ext>
            </a:extLst>
          </p:cNvPr>
          <p:cNvSpPr>
            <a:spLocks xmlns:a="http://schemas.openxmlformats.org/drawingml/2006/main" noGrp="1"/>
          </p:cNvSpPr>
          <p:nvPr/>
        </p:nvSpPr>
        <p:spPr>
          <a:xfrm xmlns:a="http://schemas.openxmlformats.org/drawingml/2006/main">
            <a:off x="1828800" y="7000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1" name="설명·계산 문장 2">
            <a:extLst xmlns:a="http://schemas.openxmlformats.org/drawingml/2006/main">
              <a:ext uri="{FF2B5EF4-FFF2-40B4-BE49-F238E27FC236}">
                <a16:creationId xmlns:a16="http://schemas.microsoft.com/office/drawing/2014/main" id="{FA218573-5318-4BEB-B4F9-F76EB598B6B0}"/>
              </a:ext>
            </a:extLst>
          </p:cNvPr>
          <p:cNvSpPr>
            <a:spLocks xmlns:a="http://schemas.openxmlformats.org/drawingml/2006/main" noGrp="1"/>
          </p:cNvSpPr>
          <p:nvPr/>
        </p:nvSpPr>
        <p:spPr>
          <a:xfrm xmlns:a="http://schemas.openxmlformats.org/drawingml/2006/main">
            <a:off x="2476500" y="7248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Δt = 나중 온도 − 처음 온도</a:t>
            </a:r>
          </a:p>
        </p:txBody>
      </p:sp>
      <p:sp>
        <p:nvSpPr>
          <p:cNvPr id="12" name="해석·결론">
            <a:extLst xmlns:a="http://schemas.openxmlformats.org/drawingml/2006/main">
              <a:ext uri="{FF2B5EF4-FFF2-40B4-BE49-F238E27FC236}">
                <a16:creationId xmlns:a16="http://schemas.microsoft.com/office/drawing/2014/main" id="{2BC5179A-2730-4CD7-9C6D-D74EE5F07F95}"/>
              </a:ext>
            </a:extLst>
          </p:cNvPr>
          <p:cNvSpPr>
            <a:spLocks xmlns:a="http://schemas.openxmlformats.org/drawingml/2006/main" noGrp="1"/>
          </p:cNvSpPr>
          <p:nvPr/>
        </p:nvSpPr>
        <p:spPr>
          <a:xfrm xmlns:a="http://schemas.openxmlformats.org/drawingml/2006/main">
            <a:off x="1828800" y="861060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98DFEAE1-8C9D-429B-9BD4-D73D4A1D64F1}"/>
              </a:ext>
            </a:extLst>
          </p:cNvPr>
          <p:cNvSpPr>
            <a:spLocks xmlns:a="http://schemas.openxmlformats.org/drawingml/2006/main" noGrp="1"/>
          </p:cNvSpPr>
          <p:nvPr/>
        </p:nvSpPr>
        <p:spPr>
          <a:xfrm xmlns:a="http://schemas.openxmlformats.org/drawingml/2006/main">
            <a:off x="2143125" y="868680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온도 상승: Q용액 &gt; 0, 반응의 </a:t>
            </a:r>
            <a:r>
              <a:t>Δ</a:t>
            </a:r>
            <a:r>
              <a:rPr i="1">
                <a:latin typeface="Pretendard"/>
                <a:ea typeface="Pretendard"/>
                <a:cs typeface="Pretendard"/>
              </a:rPr>
              <a:t>H</a:t>
            </a:r>
            <a:r>
              <a:t> &lt; 0</a:t>
            </a:r>
          </a:p>
        </p:txBody>
      </p:sp>
    </p:spTree>
    <p:extLst>
      <p:ext uri="{BB962C8B-B14F-4D97-AF65-F5344CB8AC3E}">
        <p14:creationId xmlns:p14="http://schemas.microsoft.com/office/powerpoint/2010/main" val="1799062994"/>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81EA2C2B-9BCC-48B6-B516-2731E1C18CAA}"/>
              </a:ext>
            </a:extLst>
          </p:cNvPr>
          <p:cNvPicPr>
            <a:picLocks xmlns:a="http://schemas.openxmlformats.org/drawingml/2006/main" noChangeAspect="1"/>
          </p:cNvPicPr>
          <p:nvPr/>
        </p:nvPicPr>
        <p:blipFill>
          <a:blip xmlns:r="http://schemas.openxmlformats.org/officeDocument/2006/relationships" xmlns:a="http://schemas.openxmlformats.org/drawingml/2006/main" r:embed="R35d516bbb6e1448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EDEB114-D040-44E4-A517-3D9DD4F1E67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08B0654-2118-4ADC-8A5A-26DA408C068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E9E336CF-7E38-4643-9713-1D7E9370A6A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A8BC29C2-707B-4A0B-AAA7-0B6726DC987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1A0AAFE5-132C-4174-A857-E73ECA5DB54C}"/>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교재의 온도 자료 읽기</a:t>
            </a:r>
          </a:p>
        </p:txBody>
      </p:sp>
      <p:graphicFrame>
        <p:nvGraphicFramePr>
          <p:cNvPr id="7" name="">
            <a:extLst xmlns:a="http://schemas.openxmlformats.org/drawingml/2006/main">
              <a:ext uri="{FF2B5EF4-FFF2-40B4-BE49-F238E27FC236}">
                <a16:creationId xmlns:a16="http://schemas.microsoft.com/office/drawing/2014/main" id="{EC93B633-0096-4B0D-AEFD-43C4B727A0FD}"/>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2857500"/>
                <a:gridCol w="2857500"/>
                <a:gridCol w="2857500"/>
                <a:gridCol w="28575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질량 </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처음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나중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Δt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208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31.1</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6.1</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36.0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11.0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C6166710-D394-4963-A93C-CA9D6F8DEB1F}"/>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2633FDCC-8A4C-445A-AC7E-EA5258D09B1B}"/>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A605D960-E4CB-48F1-B0E0-8AC1FC2D4E7F}"/>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B56CF0D7-73E9-44C1-97DC-2E6EE85E3C69}"/>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7AE7BC3A-603C-498E-8069-6640F9FB7845}"/>
              </a:ext>
            </a:extLst>
          </p:cNvPr>
          <p:cNvSpPr>
            <a:spLocks xmlns:a="http://schemas.openxmlformats.org/drawingml/2006/main" noGrp="1"/>
          </p:cNvSpPr>
          <p:nvPr/>
        </p:nvSpPr>
        <p:spPr>
          <a:xfrm xmlns:a="http://schemas.openxmlformats.org/drawingml/2006/main">
            <a:off x="1828800" y="86963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모든 용액의 비열 4.2 J/(g·°C), 밀도 1.0 g/mL로 가정</a:t>
            </a:r>
          </a:p>
        </p:txBody>
      </p:sp>
    </p:spTree>
    <p:extLst>
      <p:ext uri="{BB962C8B-B14F-4D97-AF65-F5344CB8AC3E}">
        <p14:creationId xmlns:p14="http://schemas.microsoft.com/office/powerpoint/2010/main" val="1990259119"/>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32FFE0A4-5902-49B4-AA10-5196E79DED36}"/>
              </a:ext>
            </a:extLst>
          </p:cNvPr>
          <p:cNvPicPr>
            <a:picLocks xmlns:a="http://schemas.openxmlformats.org/drawingml/2006/main" noChangeAspect="1"/>
          </p:cNvPicPr>
          <p:nvPr/>
        </p:nvPicPr>
        <p:blipFill>
          <a:blip xmlns:r="http://schemas.openxmlformats.org/officeDocument/2006/relationships" xmlns:a="http://schemas.openxmlformats.org/drawingml/2006/main" r:embed="R6a358151c2a0486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99E5601-446C-4228-8E59-82831728537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17ED8D0-29EC-42F6-B4EA-DD8F36D6FC0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DAF42F9F-632A-442E-9972-31C39557D67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B6A85453-F08A-4BDD-B2D9-42F20012F58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F9538C33-C0D0-4CD6-96D4-C5C6E546E660}"/>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용해 단계의 반응 엔탈피</a:t>
            </a:r>
          </a:p>
        </p:txBody>
      </p:sp>
      <p:sp>
        <p:nvSpPr>
          <p:cNvPr id="7" name="설명·계산 행 1">
            <a:extLst xmlns:a="http://schemas.openxmlformats.org/drawingml/2006/main">
              <a:ext uri="{FF2B5EF4-FFF2-40B4-BE49-F238E27FC236}">
                <a16:creationId xmlns:a16="http://schemas.microsoft.com/office/drawing/2014/main" id="{2D640C77-D1D9-4B3E-A284-54CBE46B46EA}"/>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D678A558-1EE4-4997-9222-6D305549DE5C}"/>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Q용액 = 4.2 × 208 × 9.5 = 8299.2 J ≈ 8.30 kJ</a:t>
            </a:r>
          </a:p>
        </p:txBody>
      </p:sp>
      <p:sp>
        <p:nvSpPr>
          <p:cNvPr id="9" name="설명·계산 행 2">
            <a:extLst xmlns:a="http://schemas.openxmlformats.org/drawingml/2006/main">
              <a:ext uri="{FF2B5EF4-FFF2-40B4-BE49-F238E27FC236}">
                <a16:creationId xmlns:a16="http://schemas.microsoft.com/office/drawing/2014/main" id="{A5FBD1A8-50B3-49EA-B72E-BF43BDDBA364}"/>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72B8C8FC-B5E6-4D4D-A20F-5EA1F57F0968}"/>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NaOH의 양 = 8.0 ÷ 40.0 = 0.200 mol</a:t>
            </a:r>
          </a:p>
        </p:txBody>
      </p:sp>
      <p:sp>
        <p:nvSpPr>
          <p:cNvPr id="11" name="설명·계산 행 3">
            <a:extLst xmlns:a="http://schemas.openxmlformats.org/drawingml/2006/main">
              <a:ext uri="{FF2B5EF4-FFF2-40B4-BE49-F238E27FC236}">
                <a16:creationId xmlns:a16="http://schemas.microsoft.com/office/drawing/2014/main" id="{E4AC5AF1-AF32-4117-ADCC-E1DFF674EE4E}"/>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832778E0-06BE-44EC-9B07-9F23B1A62129}"/>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a:t>
            </a:r>
            <a:r>
              <a:t>Δ</a:t>
            </a:r>
            <a:r>
              <a:rPr i="1">
                <a:latin typeface="Pretendard"/>
                <a:ea typeface="Pretendard"/>
                <a:cs typeface="Pretendard"/>
              </a:rPr>
              <a:t>H</a:t>
            </a:r>
            <a:r>
              <a:t>용해 = −8.30 ÷ 0.200 ≈ −41.50 kJ/mol</a:t>
            </a:r>
          </a:p>
        </p:txBody>
      </p:sp>
    </p:spTree>
    <p:extLst>
      <p:ext uri="{BB962C8B-B14F-4D97-AF65-F5344CB8AC3E}">
        <p14:creationId xmlns:p14="http://schemas.microsoft.com/office/powerpoint/2010/main" val="302292767"/>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33AD56DE-0735-4E4D-BC3F-7FCDFACA8EAC}"/>
              </a:ext>
            </a:extLst>
          </p:cNvPr>
          <p:cNvPicPr>
            <a:picLocks xmlns:a="http://schemas.openxmlformats.org/drawingml/2006/main" noChangeAspect="1"/>
          </p:cNvPicPr>
          <p:nvPr/>
        </p:nvPicPr>
        <p:blipFill>
          <a:blip xmlns:r="http://schemas.openxmlformats.org/officeDocument/2006/relationships" xmlns:a="http://schemas.openxmlformats.org/drawingml/2006/main" r:embed="R6cb0b5993a8741e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7383C1E-3FC1-4C90-A989-65C30F078C3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C233628-1F07-4E1B-817A-43AF7A7C1B8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41749A07-418C-4CEE-824D-5DBE714F1D7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28C4F4C6-FE18-4013-8532-543D5BF70DA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787EC851-8CF0-4013-AB7E-FBE7B0027FA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나머지 두 단계와 비교</a:t>
            </a:r>
          </a:p>
        </p:txBody>
      </p:sp>
      <p:graphicFrame>
        <p:nvGraphicFramePr>
          <p:cNvPr id="7" name="">
            <a:extLst xmlns:a="http://schemas.openxmlformats.org/drawingml/2006/main">
              <a:ext uri="{FF2B5EF4-FFF2-40B4-BE49-F238E27FC236}">
                <a16:creationId xmlns:a16="http://schemas.microsoft.com/office/drawing/2014/main" id="{FDE4BBBB-9D9E-491B-B254-4BA388D77DEE}"/>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3810000"/>
                <a:gridCol w="3810000"/>
                <a:gridCol w="38100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방출한 열 (kJ)</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NaOH 기준 (mol)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a:t>
                      </a:r>
                      <a:r>
                        <a:rPr sz="3150" b="1" i="1">
                          <a:solidFill>
                            <a:srgbClr val="FFFFFF"/>
                          </a:solidFill>
                          <a:latin typeface="Pretendard"/>
                          <a:ea typeface="Pretendard"/>
                          <a:cs typeface="Pretendard"/>
                        </a:rPr>
                        <a:t>H</a:t>
                      </a:r>
                      <a:r>
                        <a:rPr sz="3150" b="1">
                          <a:solidFill>
                            <a:srgbClr val="FFFFFF"/>
                          </a:solidFill>
                          <a:latin typeface="Pretendard"/>
                          <a:ea typeface="Pretendard"/>
                          <a:cs typeface="Pretendard"/>
                        </a:rPr>
                        <a:t> (kJ/mol)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8.30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−41.50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10.45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−52.25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18.85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−94.25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98379B50-5794-4698-8542-A7F7C382FF2A}"/>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66ED5549-51D6-430B-9862-0308F1493922}"/>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B796E845-0265-4154-A8DE-2F8F7F480505}"/>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6F6C5CDD-979B-451E-ABDC-0126E99EEDB3}"/>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0CA0248C-79EA-405F-8566-D39864F1C190}"/>
              </a:ext>
            </a:extLst>
          </p:cNvPr>
          <p:cNvSpPr>
            <a:spLocks xmlns:a="http://schemas.openxmlformats.org/drawingml/2006/main" noGrp="1"/>
          </p:cNvSpPr>
          <p:nvPr/>
        </p:nvSpPr>
        <p:spPr>
          <a:xfrm xmlns:a="http://schemas.openxmlformats.org/drawingml/2006/main">
            <a:off x="1828800" y="86582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교재에 제시된 반올림 값을 같은 기준으로 비교한다.</a:t>
            </a:r>
          </a:p>
        </p:txBody>
      </p:sp>
    </p:spTree>
    <p:extLst>
      <p:ext uri="{BB962C8B-B14F-4D97-AF65-F5344CB8AC3E}">
        <p14:creationId xmlns:p14="http://schemas.microsoft.com/office/powerpoint/2010/main" val="1007132848"/>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A7295B0A-98E4-4849-B660-E27207B57F1E}"/>
              </a:ext>
            </a:extLst>
          </p:cNvPr>
          <p:cNvPicPr>
            <a:picLocks xmlns:a="http://schemas.openxmlformats.org/drawingml/2006/main" noChangeAspect="1"/>
          </p:cNvPicPr>
          <p:nvPr/>
        </p:nvPicPr>
        <p:blipFill>
          <a:blip xmlns:r="http://schemas.openxmlformats.org/officeDocument/2006/relationships" xmlns:a="http://schemas.openxmlformats.org/drawingml/2006/main" r:embed="Rf61d77350953456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01E3731-25A4-4BC0-834F-405405A7E65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9753C78-CFCD-4399-935B-EE2FAE2A924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E837C4C2-33BA-44A4-A6F7-50CD340244A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5ACA851-21CF-4995-8B21-F49DD9BB747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E8D41626-CA9E-4EFE-B39D-826215F3ADB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실험값은 얼마나 가까울까?</a:t>
            </a:r>
          </a:p>
        </p:txBody>
      </p:sp>
      <p:sp>
        <p:nvSpPr>
          <p:cNvPr id="7" name="설명·계산 행 1">
            <a:extLst xmlns:a="http://schemas.openxmlformats.org/drawingml/2006/main">
              <a:ext uri="{FF2B5EF4-FFF2-40B4-BE49-F238E27FC236}">
                <a16:creationId xmlns:a16="http://schemas.microsoft.com/office/drawing/2014/main" id="{213D8DD2-F5C4-4A45-B226-19D490B307F0}"/>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30DD95A1-2F4B-4646-8DE9-8E931066D523}"/>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두 단계 합: −41.50 + (−52.25) = −93.75 kJ/mol</a:t>
            </a:r>
          </a:p>
        </p:txBody>
      </p:sp>
      <p:sp>
        <p:nvSpPr>
          <p:cNvPr id="9" name="설명·계산 행 2">
            <a:extLst xmlns:a="http://schemas.openxmlformats.org/drawingml/2006/main">
              <a:ext uri="{FF2B5EF4-FFF2-40B4-BE49-F238E27FC236}">
                <a16:creationId xmlns:a16="http://schemas.microsoft.com/office/drawing/2014/main" id="{FB12EFFD-C7B1-445F-AC6E-12F3965F5F52}"/>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466168C9-AB9D-455E-85A6-735D8C60A6E4}"/>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직접 반응: −94.25 kJ/mol</a:t>
            </a:r>
          </a:p>
        </p:txBody>
      </p:sp>
      <p:sp>
        <p:nvSpPr>
          <p:cNvPr id="11" name="설명·계산 행 3">
            <a:extLst xmlns:a="http://schemas.openxmlformats.org/drawingml/2006/main">
              <a:ext uri="{FF2B5EF4-FFF2-40B4-BE49-F238E27FC236}">
                <a16:creationId xmlns:a16="http://schemas.microsoft.com/office/drawing/2014/main" id="{D2613856-4A9A-4743-A29A-AE6959179DB9}"/>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56FEE330-0180-4E07-B1C4-423820FBFCB1}"/>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두 결과의 차이: 0.50 kJ/mol</a:t>
            </a:r>
          </a:p>
        </p:txBody>
      </p:sp>
    </p:spTree>
    <p:extLst>
      <p:ext uri="{BB962C8B-B14F-4D97-AF65-F5344CB8AC3E}">
        <p14:creationId xmlns:p14="http://schemas.microsoft.com/office/powerpoint/2010/main" val="449744233"/>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8F06B5AB-F2D3-4EE5-AA04-D9DB80A2A8A2}"/>
              </a:ext>
            </a:extLst>
          </p:cNvPr>
          <p:cNvPicPr>
            <a:picLocks xmlns:a="http://schemas.openxmlformats.org/drawingml/2006/main" noChangeAspect="1"/>
          </p:cNvPicPr>
          <p:nvPr/>
        </p:nvPicPr>
        <p:blipFill>
          <a:blip xmlns:r="http://schemas.openxmlformats.org/officeDocument/2006/relationships" xmlns:a="http://schemas.openxmlformats.org/drawingml/2006/main" r:embed="R83a6fce319e74f9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FCB0BB7-E359-4A08-8EF6-C686A63F6E6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3142AFE-346D-4157-9239-AC60EAAF043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99BC1D40-ED49-4F9D-830C-99177C0A356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C24A0BB8-0920-4827-AD13-879DEF6A41F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75ECF39B-A69E-46F8-887A-7CC783825B50}"/>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직접 재지 못한 </a:t>
            </a:r>
            <a:r>
              <a:t>Δ</a:t>
            </a:r>
            <a:r>
              <a:rPr i="1">
                <a:latin typeface="Pretendard"/>
                <a:ea typeface="Pretendard"/>
                <a:cs typeface="Pretendard"/>
              </a:rPr>
              <a:t>H</a:t>
            </a:r>
            <a:r>
              <a:t>를 알게 되는 까닭</a:t>
            </a:r>
          </a:p>
        </p:txBody>
      </p:sp>
      <p:sp>
        <p:nvSpPr>
          <p:cNvPr id="7" name="설명·계산 행 1">
            <a:extLst xmlns:a="http://schemas.openxmlformats.org/drawingml/2006/main">
              <a:ext uri="{FF2B5EF4-FFF2-40B4-BE49-F238E27FC236}">
                <a16:creationId xmlns:a16="http://schemas.microsoft.com/office/drawing/2014/main" id="{75E6F7A9-8937-4004-90E3-D7E642D38E8E}"/>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000D6752-3572-48C6-A9D7-DD2EECFACB48}"/>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이미 알고 있는 반응들을 조합한다.</a:t>
            </a:r>
          </a:p>
        </p:txBody>
      </p:sp>
      <p:sp>
        <p:nvSpPr>
          <p:cNvPr id="9" name="설명·계산 행 2">
            <a:extLst xmlns:a="http://schemas.openxmlformats.org/drawingml/2006/main">
              <a:ext uri="{FF2B5EF4-FFF2-40B4-BE49-F238E27FC236}">
                <a16:creationId xmlns:a16="http://schemas.microsoft.com/office/drawing/2014/main" id="{3FCC6861-F4FE-46CF-99C9-D3DD522E0DB0}"/>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A6C9245F-A2CF-484F-AB2B-AD8729C9EA99}"/>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같은 처음 상태와 나중 상태를 만든다.</a:t>
            </a:r>
          </a:p>
        </p:txBody>
      </p:sp>
      <p:sp>
        <p:nvSpPr>
          <p:cNvPr id="11" name="설명·계산 행 3">
            <a:extLst xmlns:a="http://schemas.openxmlformats.org/drawingml/2006/main">
              <a:ext uri="{FF2B5EF4-FFF2-40B4-BE49-F238E27FC236}">
                <a16:creationId xmlns:a16="http://schemas.microsoft.com/office/drawing/2014/main" id="{F24FEC5B-C705-4EA4-A322-CC80F30D2607}"/>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39C10D94-3864-4BBC-A342-5C762E6CB13E}"/>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알려진 </a:t>
            </a:r>
            <a:r>
              <a:t>Δ</a:t>
            </a:r>
            <a:r>
              <a:rPr i="1">
                <a:latin typeface="Pretendard"/>
                <a:ea typeface="Pretendard"/>
                <a:cs typeface="Pretendard"/>
              </a:rPr>
              <a:t>H</a:t>
            </a:r>
            <a:r>
              <a:t>를 더해 미지의 </a:t>
            </a:r>
            <a:r>
              <a:t>Δ</a:t>
            </a:r>
            <a:r>
              <a:rPr i="1">
                <a:latin typeface="Pretendard"/>
                <a:ea typeface="Pretendard"/>
                <a:cs typeface="Pretendard"/>
              </a:rPr>
              <a:t>H</a:t>
            </a:r>
            <a:r>
              <a:t>를 구한다.</a:t>
            </a:r>
          </a:p>
        </p:txBody>
      </p:sp>
    </p:spTree>
    <p:extLst>
      <p:ext uri="{BB962C8B-B14F-4D97-AF65-F5344CB8AC3E}">
        <p14:creationId xmlns:p14="http://schemas.microsoft.com/office/powerpoint/2010/main" val="866695210"/>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55EE2774-CB02-46E7-9864-98A66C73F6C4}"/>
              </a:ext>
            </a:extLst>
          </p:cNvPr>
          <p:cNvPicPr>
            <a:picLocks xmlns:a="http://schemas.openxmlformats.org/drawingml/2006/main" noChangeAspect="1"/>
          </p:cNvPicPr>
          <p:nvPr/>
        </p:nvPicPr>
        <p:blipFill>
          <a:blip xmlns:r="http://schemas.openxmlformats.org/officeDocument/2006/relationships" xmlns:a="http://schemas.openxmlformats.org/drawingml/2006/main" r:embed="Ra62c94b0c2784f4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93777E0-0693-4C20-96F1-51FAD794F05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752252D-43F1-4AB8-81DE-73F6B9B0B29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96EB50A1-CF5C-4EA4-B1A9-AA500E1D49F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24001273-673B-4A0E-A69C-7411B3085CB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86C452CE-16A0-4E21-8D61-0225C7410CE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경로와 식으로 설명하기</a:t>
            </a:r>
          </a:p>
        </p:txBody>
      </p:sp>
      <p:sp>
        <p:nvSpPr>
          <p:cNvPr id="7" name="설명·계산 행 1">
            <a:extLst xmlns:a="http://schemas.openxmlformats.org/drawingml/2006/main">
              <a:ext uri="{FF2B5EF4-FFF2-40B4-BE49-F238E27FC236}">
                <a16:creationId xmlns:a16="http://schemas.microsoft.com/office/drawing/2014/main" id="{671E0AC8-8D2E-4EBB-B848-003DA53CDCB2}"/>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0BE731FF-93AB-45D0-91B7-2297A59B208D}"/>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 CO 생성 반응: </a:t>
            </a: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₂인 까닭을 설명하시오.</a:t>
            </a:r>
          </a:p>
        </p:txBody>
      </p:sp>
      <p:sp>
        <p:nvSpPr>
          <p:cNvPr id="9" name="설명·계산 행 2">
            <a:extLst xmlns:a="http://schemas.openxmlformats.org/drawingml/2006/main">
              <a:ext uri="{FF2B5EF4-FFF2-40B4-BE49-F238E27FC236}">
                <a16:creationId xmlns:a16="http://schemas.microsoft.com/office/drawing/2014/main" id="{16B0CE8F-1AEF-48D6-A5D6-BA2D3EADF095}"/>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5002E842-1F9A-4D2C-9FD3-8C4166897875}"/>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 물의 기화 반응에서 </a:t>
            </a:r>
            <a:r>
              <a:t>Δ</a:t>
            </a:r>
            <a:r>
              <a:rPr i="1">
                <a:latin typeface="Pretendard"/>
                <a:ea typeface="Pretendard"/>
                <a:cs typeface="Pretendard"/>
              </a:rPr>
              <a:t>H</a:t>
            </a:r>
            <a:r>
              <a:t> 부호를 근거와 함께 말하시오.</a:t>
            </a:r>
          </a:p>
        </p:txBody>
      </p:sp>
      <p:sp>
        <p:nvSpPr>
          <p:cNvPr id="11" name="설명·계산 행 3">
            <a:extLst xmlns:a="http://schemas.openxmlformats.org/drawingml/2006/main">
              <a:ext uri="{FF2B5EF4-FFF2-40B4-BE49-F238E27FC236}">
                <a16:creationId xmlns:a16="http://schemas.microsoft.com/office/drawing/2014/main" id="{DCC4E39C-FD9B-4377-A56A-0F8B68B91F41}"/>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3F9EB9D9-B874-4164-8D8B-BAA553C61036}"/>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 실험값이 정확히 같지 않을 수 있는 이유를 말하시오.</a:t>
            </a:r>
          </a:p>
        </p:txBody>
      </p:sp>
    </p:spTree>
    <p:extLst>
      <p:ext uri="{BB962C8B-B14F-4D97-AF65-F5344CB8AC3E}">
        <p14:creationId xmlns:p14="http://schemas.microsoft.com/office/powerpoint/2010/main" val="18357479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2026-10-27T13:50:13.1350000Z</dcterms:created>
  <dcterms:modified xsi:type="dcterms:W3CDTF">2026-10-27T13:50:13.1350000Z</dcterms:modified>
</coreProperties>
</file>