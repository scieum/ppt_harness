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e145a566d14a77" /><Relationship Type="http://schemas.openxmlformats.org/officeDocument/2006/relationships/extended-properties" Target="/docProps/app.xml" Id="R799f579daffa4315" /><Relationship Type="http://schemas.openxmlformats.org/officeDocument/2006/relationships/officeDocument" Target="/ppt/presentation.xml" Id="Ra0b92dab808846a5" /></Relationships>
</file>

<file path=ppt/presentation.xml><?xml version="1.0" encoding="utf-8"?>
<p:presentation xmlns:p="http://schemas.openxmlformats.org/presentationml/2006/main">
  <p:sldMasterIdLst>
    <p:sldMasterId xmlns:r="http://schemas.openxmlformats.org/officeDocument/2006/relationships" id="2147483648" r:id="Rd4eaac02560744fb"/>
  </p:sldMasterIdLst>
  <p:notesMasterIdLst>
    <p:notesMasterId xmlns:r="http://schemas.openxmlformats.org/officeDocument/2006/relationships" r:id="R1b7af2fb6b62423d"/>
  </p:notesMasterIdLst>
  <p:sldIdLst>
    <p:sldId xmlns:r="http://schemas.openxmlformats.org/officeDocument/2006/relationships" id="256" r:id="R71fb4c4b8ef34bce"/>
    <p:sldId xmlns:r="http://schemas.openxmlformats.org/officeDocument/2006/relationships" id="257" r:id="Rf0f9f4781f0d4cad"/>
    <p:sldId xmlns:r="http://schemas.openxmlformats.org/officeDocument/2006/relationships" id="258" r:id="Re2d583b6b5e24caa"/>
    <p:sldId xmlns:r="http://schemas.openxmlformats.org/officeDocument/2006/relationships" id="259" r:id="Re0555c8e290149ce"/>
    <p:sldId xmlns:r="http://schemas.openxmlformats.org/officeDocument/2006/relationships" id="260" r:id="R67f736704f034226"/>
    <p:sldId xmlns:r="http://schemas.openxmlformats.org/officeDocument/2006/relationships" id="261" r:id="Rfe1d380a4d1e4a80"/>
    <p:sldId xmlns:r="http://schemas.openxmlformats.org/officeDocument/2006/relationships" id="262" r:id="R156391033b794dbf"/>
    <p:sldId xmlns:r="http://schemas.openxmlformats.org/officeDocument/2006/relationships" id="263" r:id="Rf52892f03a9e4c16"/>
    <p:sldId xmlns:r="http://schemas.openxmlformats.org/officeDocument/2006/relationships" id="264" r:id="R61801cf6102a4871"/>
    <p:sldId xmlns:r="http://schemas.openxmlformats.org/officeDocument/2006/relationships" id="265" r:id="R88792ee2899e4451"/>
    <p:sldId xmlns:r="http://schemas.openxmlformats.org/officeDocument/2006/relationships" id="266" r:id="R60e08ef6817f4be3"/>
    <p:sldId xmlns:r="http://schemas.openxmlformats.org/officeDocument/2006/relationships" id="267" r:id="Ra4ea9b26658e4959"/>
    <p:sldId xmlns:r="http://schemas.openxmlformats.org/officeDocument/2006/relationships" id="268" r:id="R24df3516006049eb"/>
    <p:sldId xmlns:r="http://schemas.openxmlformats.org/officeDocument/2006/relationships" id="269" r:id="R238f5685f7a1456d"/>
    <p:sldId xmlns:r="http://schemas.openxmlformats.org/officeDocument/2006/relationships" id="270" r:id="R707845c3edd2404f"/>
    <p:sldId xmlns:r="http://schemas.openxmlformats.org/officeDocument/2006/relationships" id="271" r:id="Rf5092a505fdf44fa"/>
    <p:sldId xmlns:r="http://schemas.openxmlformats.org/officeDocument/2006/relationships" id="272" r:id="R5ca414507e864cef"/>
    <p:sldId xmlns:r="http://schemas.openxmlformats.org/officeDocument/2006/relationships" id="273" r:id="R3c134c72101b430e"/>
    <p:sldId xmlns:r="http://schemas.openxmlformats.org/officeDocument/2006/relationships" id="274" r:id="Reaec6f42cdfb4720"/>
    <p:sldId xmlns:r="http://schemas.openxmlformats.org/officeDocument/2006/relationships" id="275" r:id="R52c408ce68ae4f15"/>
    <p:sldId xmlns:r="http://schemas.openxmlformats.org/officeDocument/2006/relationships" id="276" r:id="R9574d45bd37d4642"/>
    <p:sldId xmlns:r="http://schemas.openxmlformats.org/officeDocument/2006/relationships" id="277" r:id="R5619a0b8e1f447cc"/>
    <p:sldId xmlns:r="http://schemas.openxmlformats.org/officeDocument/2006/relationships" id="278" r:id="Re5e66e767ec247fb"/>
    <p:sldId xmlns:r="http://schemas.openxmlformats.org/officeDocument/2006/relationships" id="279" r:id="Rce34a8405c444e4c"/>
    <p:sldId xmlns:r="http://schemas.openxmlformats.org/officeDocument/2006/relationships" id="280" r:id="Rc25c7d2cde69438d"/>
    <p:sldId xmlns:r="http://schemas.openxmlformats.org/officeDocument/2006/relationships" id="281" r:id="Rd3bd413cf4fb494e"/>
    <p:sldId xmlns:r="http://schemas.openxmlformats.org/officeDocument/2006/relationships" id="282" r:id="R63156fff1e1d44cf"/>
    <p:sldId xmlns:r="http://schemas.openxmlformats.org/officeDocument/2006/relationships" id="283" r:id="R1f313b19d17d458c"/>
    <p:sldId xmlns:r="http://schemas.openxmlformats.org/officeDocument/2006/relationships" id="284" r:id="Rabf53c11837b4084"/>
    <p:sldId xmlns:r="http://schemas.openxmlformats.org/officeDocument/2006/relationships" id="285" r:id="R36e67d34da324195"/>
    <p:sldId xmlns:r="http://schemas.openxmlformats.org/officeDocument/2006/relationships" id="286" r:id="Rebc2b97db1c94b4d"/>
    <p:sldId xmlns:r="http://schemas.openxmlformats.org/officeDocument/2006/relationships" id="287" r:id="Rcbbb91669e8e42a0"/>
    <p:sldId xmlns:r="http://schemas.openxmlformats.org/officeDocument/2006/relationships" id="288" r:id="Rf81d234927344cf4"/>
    <p:sldId xmlns:r="http://schemas.openxmlformats.org/officeDocument/2006/relationships" id="289" r:id="R5ccc459aa3834cda"/>
    <p:sldId xmlns:r="http://schemas.openxmlformats.org/officeDocument/2006/relationships" id="290" r:id="Ra9c45cef3c0545f5"/>
    <p:sldId xmlns:r="http://schemas.openxmlformats.org/officeDocument/2006/relationships" id="291" r:id="R8d2c755fe4f24bc9"/>
    <p:sldId xmlns:r="http://schemas.openxmlformats.org/officeDocument/2006/relationships" id="292" r:id="R5c3a0fdfb7ad41f6"/>
    <p:sldId xmlns:r="http://schemas.openxmlformats.org/officeDocument/2006/relationships" id="293" r:id="R1c611ab07ca24422"/>
    <p:sldId xmlns:r="http://schemas.openxmlformats.org/officeDocument/2006/relationships" id="294" r:id="Rfd6975349d2f4238"/>
    <p:sldId xmlns:r="http://schemas.openxmlformats.org/officeDocument/2006/relationships" id="295" r:id="R186a923a2a3144a5"/>
    <p:sldId xmlns:r="http://schemas.openxmlformats.org/officeDocument/2006/relationships" id="296" r:id="R49d2a80d255e4746"/>
    <p:sldId xmlns:r="http://schemas.openxmlformats.org/officeDocument/2006/relationships" id="297" r:id="Rce517fe767914974"/>
    <p:sldId xmlns:r="http://schemas.openxmlformats.org/officeDocument/2006/relationships" id="298" r:id="R567447544d68412b"/>
    <p:sldId xmlns:r="http://schemas.openxmlformats.org/officeDocument/2006/relationships" id="299" r:id="R89ee36d044484d02"/>
    <p:sldId xmlns:r="http://schemas.openxmlformats.org/officeDocument/2006/relationships" id="300" r:id="R4f58caea87ed4ee8"/>
    <p:sldId xmlns:r="http://schemas.openxmlformats.org/officeDocument/2006/relationships" id="301" r:id="Re801c67693b74e99"/>
    <p:sldId xmlns:r="http://schemas.openxmlformats.org/officeDocument/2006/relationships" id="302" r:id="R7e495e95e5fc476e"/>
    <p:sldId xmlns:r="http://schemas.openxmlformats.org/officeDocument/2006/relationships" id="303" r:id="R3b0d36c317e74f65"/>
    <p:sldId xmlns:r="http://schemas.openxmlformats.org/officeDocument/2006/relationships" id="304" r:id="Rf1678d8c2686442c"/>
    <p:sldId xmlns:r="http://schemas.openxmlformats.org/officeDocument/2006/relationships" id="305" r:id="Rdeb45d978bbe4f7c"/>
    <p:sldId xmlns:r="http://schemas.openxmlformats.org/officeDocument/2006/relationships" id="306" r:id="Ref2bd4ffd3a440a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38bb4f0f174351" /><Relationship Type="http://schemas.openxmlformats.org/officeDocument/2006/relationships/slideMaster" Target="/ppt/slideMasters/slideMaster1.xml" Id="Rd4eaac02560744fb" /><Relationship Type="http://schemas.openxmlformats.org/officeDocument/2006/relationships/notesMaster" Target="/ppt/notesMasters/notesMaster1.xml" Id="R1b7af2fb6b62423d" /><Relationship Type="http://schemas.openxmlformats.org/officeDocument/2006/relationships/presProps" Target="/ppt/presProps.xml" Id="R477cfa704fb14ae5" /><Relationship Type="http://schemas.openxmlformats.org/officeDocument/2006/relationships/tableStyles" Target="/ppt/tableStyles.xml" Id="Rf21b4b978947495c" /><Relationship Type="http://schemas.openxmlformats.org/officeDocument/2006/relationships/slide" Target="/ppt/slides/slide1.xml" Id="R71fb4c4b8ef34bce" /><Relationship Type="http://schemas.openxmlformats.org/officeDocument/2006/relationships/slide" Target="/ppt/slides/slide2.xml" Id="Rf0f9f4781f0d4cad" /><Relationship Type="http://schemas.openxmlformats.org/officeDocument/2006/relationships/slide" Target="/ppt/slides/slide3.xml" Id="Re2d583b6b5e24caa" /><Relationship Type="http://schemas.openxmlformats.org/officeDocument/2006/relationships/slide" Target="/ppt/slides/slide4.xml" Id="Re0555c8e290149ce" /><Relationship Type="http://schemas.openxmlformats.org/officeDocument/2006/relationships/slide" Target="/ppt/slides/slide5.xml" Id="R67f736704f034226" /><Relationship Type="http://schemas.openxmlformats.org/officeDocument/2006/relationships/slide" Target="/ppt/slides/slide6.xml" Id="Rfe1d380a4d1e4a80" /><Relationship Type="http://schemas.openxmlformats.org/officeDocument/2006/relationships/slide" Target="/ppt/slides/slide7.xml" Id="R156391033b794dbf" /><Relationship Type="http://schemas.openxmlformats.org/officeDocument/2006/relationships/slide" Target="/ppt/slides/slide8.xml" Id="Rf52892f03a9e4c16" /><Relationship Type="http://schemas.openxmlformats.org/officeDocument/2006/relationships/slide" Target="/ppt/slides/slide9.xml" Id="R61801cf6102a4871" /><Relationship Type="http://schemas.openxmlformats.org/officeDocument/2006/relationships/slide" Target="/ppt/slides/slide10.xml" Id="R88792ee2899e4451" /><Relationship Type="http://schemas.openxmlformats.org/officeDocument/2006/relationships/slide" Target="/ppt/slides/slide11.xml" Id="R60e08ef6817f4be3" /><Relationship Type="http://schemas.openxmlformats.org/officeDocument/2006/relationships/slide" Target="/ppt/slides/slide12.xml" Id="Ra4ea9b26658e4959" /><Relationship Type="http://schemas.openxmlformats.org/officeDocument/2006/relationships/slide" Target="/ppt/slides/slide13.xml" Id="R24df3516006049eb" /><Relationship Type="http://schemas.openxmlformats.org/officeDocument/2006/relationships/slide" Target="/ppt/slides/slide14.xml" Id="R238f5685f7a1456d" /><Relationship Type="http://schemas.openxmlformats.org/officeDocument/2006/relationships/slide" Target="/ppt/slides/slide15.xml" Id="R707845c3edd2404f" /><Relationship Type="http://schemas.openxmlformats.org/officeDocument/2006/relationships/slide" Target="/ppt/slides/slide16.xml" Id="Rf5092a505fdf44fa" /><Relationship Type="http://schemas.openxmlformats.org/officeDocument/2006/relationships/slide" Target="/ppt/slides/slide17.xml" Id="R5ca414507e864cef" /><Relationship Type="http://schemas.openxmlformats.org/officeDocument/2006/relationships/slide" Target="/ppt/slides/slide18.xml" Id="R3c134c72101b430e" /><Relationship Type="http://schemas.openxmlformats.org/officeDocument/2006/relationships/slide" Target="/ppt/slides/slide19.xml" Id="Reaec6f42cdfb4720" /><Relationship Type="http://schemas.openxmlformats.org/officeDocument/2006/relationships/slide" Target="/ppt/slides/slide20.xml" Id="R52c408ce68ae4f15" /><Relationship Type="http://schemas.openxmlformats.org/officeDocument/2006/relationships/slide" Target="/ppt/slides/slide21.xml" Id="R9574d45bd37d4642" /><Relationship Type="http://schemas.openxmlformats.org/officeDocument/2006/relationships/slide" Target="/ppt/slides/slide22.xml" Id="R5619a0b8e1f447cc" /><Relationship Type="http://schemas.openxmlformats.org/officeDocument/2006/relationships/slide" Target="/ppt/slides/slide23.xml" Id="Re5e66e767ec247fb" /><Relationship Type="http://schemas.openxmlformats.org/officeDocument/2006/relationships/slide" Target="/ppt/slides/slide24.xml" Id="Rce34a8405c444e4c" /><Relationship Type="http://schemas.openxmlformats.org/officeDocument/2006/relationships/slide" Target="/ppt/slides/slide25.xml" Id="Rc25c7d2cde69438d" /><Relationship Type="http://schemas.openxmlformats.org/officeDocument/2006/relationships/slide" Target="/ppt/slides/slide26.xml" Id="Rd3bd413cf4fb494e" /><Relationship Type="http://schemas.openxmlformats.org/officeDocument/2006/relationships/slide" Target="/ppt/slides/slide27.xml" Id="R63156fff1e1d44cf" /><Relationship Type="http://schemas.openxmlformats.org/officeDocument/2006/relationships/slide" Target="/ppt/slides/slide28.xml" Id="R1f313b19d17d458c" /><Relationship Type="http://schemas.openxmlformats.org/officeDocument/2006/relationships/slide" Target="/ppt/slides/slide29.xml" Id="Rabf53c11837b4084" /><Relationship Type="http://schemas.openxmlformats.org/officeDocument/2006/relationships/slide" Target="/ppt/slides/slide30.xml" Id="R36e67d34da324195" /><Relationship Type="http://schemas.openxmlformats.org/officeDocument/2006/relationships/slide" Target="/ppt/slides/slide31.xml" Id="Rebc2b97db1c94b4d" /><Relationship Type="http://schemas.openxmlformats.org/officeDocument/2006/relationships/slide" Target="/ppt/slides/slide32.xml" Id="Rcbbb91669e8e42a0" /><Relationship Type="http://schemas.openxmlformats.org/officeDocument/2006/relationships/slide" Target="/ppt/slides/slide33.xml" Id="Rf81d234927344cf4" /><Relationship Type="http://schemas.openxmlformats.org/officeDocument/2006/relationships/slide" Target="/ppt/slides/slide34.xml" Id="R5ccc459aa3834cda" /><Relationship Type="http://schemas.openxmlformats.org/officeDocument/2006/relationships/slide" Target="/ppt/slides/slide35.xml" Id="Ra9c45cef3c0545f5" /><Relationship Type="http://schemas.openxmlformats.org/officeDocument/2006/relationships/slide" Target="/ppt/slides/slide36.xml" Id="R8d2c755fe4f24bc9" /><Relationship Type="http://schemas.openxmlformats.org/officeDocument/2006/relationships/slide" Target="/ppt/slides/slide37.xml" Id="R5c3a0fdfb7ad41f6" /><Relationship Type="http://schemas.openxmlformats.org/officeDocument/2006/relationships/slide" Target="/ppt/slides/slide38.xml" Id="R1c611ab07ca24422" /><Relationship Type="http://schemas.openxmlformats.org/officeDocument/2006/relationships/slide" Target="/ppt/slides/slide39.xml" Id="Rfd6975349d2f4238" /><Relationship Type="http://schemas.openxmlformats.org/officeDocument/2006/relationships/slide" Target="/ppt/slides/slide40.xml" Id="R186a923a2a3144a5" /><Relationship Type="http://schemas.openxmlformats.org/officeDocument/2006/relationships/slide" Target="/ppt/slides/slide41.xml" Id="R49d2a80d255e4746" /><Relationship Type="http://schemas.openxmlformats.org/officeDocument/2006/relationships/slide" Target="/ppt/slides/slide42.xml" Id="Rce517fe767914974" /><Relationship Type="http://schemas.openxmlformats.org/officeDocument/2006/relationships/slide" Target="/ppt/slides/slide43.xml" Id="R567447544d68412b" /><Relationship Type="http://schemas.openxmlformats.org/officeDocument/2006/relationships/slide" Target="/ppt/slides/slide44.xml" Id="R89ee36d044484d02" /><Relationship Type="http://schemas.openxmlformats.org/officeDocument/2006/relationships/slide" Target="/ppt/slides/slide45.xml" Id="R4f58caea87ed4ee8" /><Relationship Type="http://schemas.openxmlformats.org/officeDocument/2006/relationships/slide" Target="/ppt/slides/slide46.xml" Id="Re801c67693b74e99" /><Relationship Type="http://schemas.openxmlformats.org/officeDocument/2006/relationships/slide" Target="/ppt/slides/slide47.xml" Id="R7e495e95e5fc476e" /><Relationship Type="http://schemas.openxmlformats.org/officeDocument/2006/relationships/slide" Target="/ppt/slides/slide48.xml" Id="R3b0d36c317e74f65" /><Relationship Type="http://schemas.openxmlformats.org/officeDocument/2006/relationships/slide" Target="/ppt/slides/slide49.xml" Id="Rf1678d8c2686442c" /><Relationship Type="http://schemas.openxmlformats.org/officeDocument/2006/relationships/slide" Target="/ppt/slides/slide50.xml" Id="Rdeb45d978bbe4f7c" /><Relationship Type="http://schemas.openxmlformats.org/officeDocument/2006/relationships/slide" Target="/ppt/slides/slide51.xml" Id="Ref2bd4ffd3a440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16a5bcae2d4f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cc5527edde4a77" /><Relationship Type="http://schemas.openxmlformats.org/officeDocument/2006/relationships/notesMaster" Target="/ppt/notesMasters/notesMaster1.xml" Id="R7ee0b2ef558a42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dda0f4a2d64b62" /><Relationship Type="http://schemas.openxmlformats.org/officeDocument/2006/relationships/notesMaster" Target="/ppt/notesMasters/notesMaster1.xml" Id="Rf047c2078c374e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a10c8ec00e46d6" /><Relationship Type="http://schemas.openxmlformats.org/officeDocument/2006/relationships/notesMaster" Target="/ppt/notesMasters/notesMaster1.xml" Id="R954b50a4268d4b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9abc80905e41b1" /><Relationship Type="http://schemas.openxmlformats.org/officeDocument/2006/relationships/notesMaster" Target="/ppt/notesMasters/notesMaster1.xml" Id="Ra999981803ed49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5d8cf9730b4e7f" /><Relationship Type="http://schemas.openxmlformats.org/officeDocument/2006/relationships/notesMaster" Target="/ppt/notesMasters/notesMaster1.xml" Id="R7fe181e5a25d42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1b08d773fb43f0" /><Relationship Type="http://schemas.openxmlformats.org/officeDocument/2006/relationships/notesMaster" Target="/ppt/notesMasters/notesMaster1.xml" Id="Rf2a5850c214a4f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643ff6038f4a4f" /><Relationship Type="http://schemas.openxmlformats.org/officeDocument/2006/relationships/notesMaster" Target="/ppt/notesMasters/notesMaster1.xml" Id="R0d3b3247ef0042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7258f7dd7a4e03" /><Relationship Type="http://schemas.openxmlformats.org/officeDocument/2006/relationships/notesMaster" Target="/ppt/notesMasters/notesMaster1.xml" Id="R625154e2d8fb43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ed5bef330244e2" /><Relationship Type="http://schemas.openxmlformats.org/officeDocument/2006/relationships/notesMaster" Target="/ppt/notesMasters/notesMaster1.xml" Id="Ra6fb14ed479844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acc23300434f19" /><Relationship Type="http://schemas.openxmlformats.org/officeDocument/2006/relationships/notesMaster" Target="/ppt/notesMasters/notesMaster1.xml" Id="R7ee3be2c808040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fcbe656cc4404a" /><Relationship Type="http://schemas.openxmlformats.org/officeDocument/2006/relationships/notesMaster" Target="/ppt/notesMasters/notesMaster1.xml" Id="R6ac732b45fd546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cde2184123479e" /><Relationship Type="http://schemas.openxmlformats.org/officeDocument/2006/relationships/notesMaster" Target="/ppt/notesMasters/notesMaster1.xml" Id="R040d008580fd4f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64d74167894c40" /><Relationship Type="http://schemas.openxmlformats.org/officeDocument/2006/relationships/notesMaster" Target="/ppt/notesMasters/notesMaster1.xml" Id="R748453a32d0b4b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c3922952d74ff2" /><Relationship Type="http://schemas.openxmlformats.org/officeDocument/2006/relationships/notesMaster" Target="/ppt/notesMasters/notesMaster1.xml" Id="Rb04e2a16ec8f4e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08aac61ce9476d" /><Relationship Type="http://schemas.openxmlformats.org/officeDocument/2006/relationships/notesMaster" Target="/ppt/notesMasters/notesMaster1.xml" Id="R8193e6bffd074a2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9bf4636c4ac4a1b" /><Relationship Type="http://schemas.openxmlformats.org/officeDocument/2006/relationships/notesMaster" Target="/ppt/notesMasters/notesMaster1.xml" Id="R75018850b86445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f7bab517154737" /><Relationship Type="http://schemas.openxmlformats.org/officeDocument/2006/relationships/notesMaster" Target="/ppt/notesMasters/notesMaster1.xml" Id="R0a385a3c459c4b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7d65ccc1a44f3c" /><Relationship Type="http://schemas.openxmlformats.org/officeDocument/2006/relationships/notesMaster" Target="/ppt/notesMasters/notesMaster1.xml" Id="Rf4436063b1cc4a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e77386dc16a4219" /><Relationship Type="http://schemas.openxmlformats.org/officeDocument/2006/relationships/notesMaster" Target="/ppt/notesMasters/notesMaster1.xml" Id="R16d83cc073ea48c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823b7d59e04b9b" /><Relationship Type="http://schemas.openxmlformats.org/officeDocument/2006/relationships/notesMaster" Target="/ppt/notesMasters/notesMaster1.xml" Id="Rcd948ee6e63c40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51a915b8a24af8" /><Relationship Type="http://schemas.openxmlformats.org/officeDocument/2006/relationships/notesMaster" Target="/ppt/notesMasters/notesMaster1.xml" Id="R1a8bc8c050fc4a7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f4e08b86929402b" /><Relationship Type="http://schemas.openxmlformats.org/officeDocument/2006/relationships/notesMaster" Target="/ppt/notesMasters/notesMaster1.xml" Id="R3a4bc52d3c1e40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d1367efe5547ef" /><Relationship Type="http://schemas.openxmlformats.org/officeDocument/2006/relationships/notesMaster" Target="/ppt/notesMasters/notesMaster1.xml" Id="Re954db354b484c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c9cbda6b1094577" /><Relationship Type="http://schemas.openxmlformats.org/officeDocument/2006/relationships/notesMaster" Target="/ppt/notesMasters/notesMaster1.xml" Id="Reb8ed08099224c0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ee1c7b73b744686" /><Relationship Type="http://schemas.openxmlformats.org/officeDocument/2006/relationships/notesMaster" Target="/ppt/notesMasters/notesMaster1.xml" Id="Rc590afb43c0345b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23e5dca17194704" /><Relationship Type="http://schemas.openxmlformats.org/officeDocument/2006/relationships/notesMaster" Target="/ppt/notesMasters/notesMaster1.xml" Id="R23ace3d899324ad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feec93012a243c3" /><Relationship Type="http://schemas.openxmlformats.org/officeDocument/2006/relationships/notesMaster" Target="/ppt/notesMasters/notesMaster1.xml" Id="Ra22351d9bfe746f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7e488de3e814b77" /><Relationship Type="http://schemas.openxmlformats.org/officeDocument/2006/relationships/notesMaster" Target="/ppt/notesMasters/notesMaster1.xml" Id="R8156ffb76d1c4b7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bed4d888db5446e" /><Relationship Type="http://schemas.openxmlformats.org/officeDocument/2006/relationships/notesMaster" Target="/ppt/notesMasters/notesMaster1.xml" Id="R92894bdeccc64aa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6d5dd4decdc4d61" /><Relationship Type="http://schemas.openxmlformats.org/officeDocument/2006/relationships/notesMaster" Target="/ppt/notesMasters/notesMaster1.xml" Id="R1661e4e120044ca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f43e9b8a28643f4" /><Relationship Type="http://schemas.openxmlformats.org/officeDocument/2006/relationships/notesMaster" Target="/ppt/notesMasters/notesMaster1.xml" Id="Rf75c2316842141d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49100760d714493" /><Relationship Type="http://schemas.openxmlformats.org/officeDocument/2006/relationships/notesMaster" Target="/ppt/notesMasters/notesMaster1.xml" Id="Rb0f62b448e494a0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8beacd318484cc9" /><Relationship Type="http://schemas.openxmlformats.org/officeDocument/2006/relationships/notesMaster" Target="/ppt/notesMasters/notesMaster1.xml" Id="R08e43d40de4c4cf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1667cf0a35b473b" /><Relationship Type="http://schemas.openxmlformats.org/officeDocument/2006/relationships/notesMaster" Target="/ppt/notesMasters/notesMaster1.xml" Id="Rd27573b2c1704af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190402fd99342b0" /><Relationship Type="http://schemas.openxmlformats.org/officeDocument/2006/relationships/notesMaster" Target="/ppt/notesMasters/notesMaster1.xml" Id="R7d9506cf49e0410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ceaea0fb8aa4a34" /><Relationship Type="http://schemas.openxmlformats.org/officeDocument/2006/relationships/notesMaster" Target="/ppt/notesMasters/notesMaster1.xml" Id="R1bf0339e92364d1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2845b002dd24bd1" /><Relationship Type="http://schemas.openxmlformats.org/officeDocument/2006/relationships/notesMaster" Target="/ppt/notesMasters/notesMaster1.xml" Id="Rc026c5affbb84d5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0fbcf131fc0405c" /><Relationship Type="http://schemas.openxmlformats.org/officeDocument/2006/relationships/notesMaster" Target="/ppt/notesMasters/notesMaster1.xml" Id="R78f1b86d2baa453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7fe5891ad264775" /><Relationship Type="http://schemas.openxmlformats.org/officeDocument/2006/relationships/notesMaster" Target="/ppt/notesMasters/notesMaster1.xml" Id="R08d8ee419df4492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d0ffbd51c2a4d52" /><Relationship Type="http://schemas.openxmlformats.org/officeDocument/2006/relationships/notesMaster" Target="/ppt/notesMasters/notesMaster1.xml" Id="R9dd0cc03ae9a452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97d02acbce440fb" /><Relationship Type="http://schemas.openxmlformats.org/officeDocument/2006/relationships/notesMaster" Target="/ppt/notesMasters/notesMaster1.xml" Id="R64ea82ad2b3f4eb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f3c7b51df1b4469" /><Relationship Type="http://schemas.openxmlformats.org/officeDocument/2006/relationships/notesMaster" Target="/ppt/notesMasters/notesMaster1.xml" Id="R8db837f2900b46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cbb5eaf50d441b0" /><Relationship Type="http://schemas.openxmlformats.org/officeDocument/2006/relationships/notesMaster" Target="/ppt/notesMasters/notesMaster1.xml" Id="R14e01d77e717471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e524238365b4ddb" /><Relationship Type="http://schemas.openxmlformats.org/officeDocument/2006/relationships/notesMaster" Target="/ppt/notesMasters/notesMaster1.xml" Id="Re34ec7508d0f4b3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8a44768c17c4c7f" /><Relationship Type="http://schemas.openxmlformats.org/officeDocument/2006/relationships/notesMaster" Target="/ppt/notesMasters/notesMaster1.xml" Id="R2ffdcf1709104cc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1abf417c83447a7" /><Relationship Type="http://schemas.openxmlformats.org/officeDocument/2006/relationships/notesMaster" Target="/ppt/notesMasters/notesMaster1.xml" Id="R76888ad7a7f347e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b160ce58f2d46c3" /><Relationship Type="http://schemas.openxmlformats.org/officeDocument/2006/relationships/notesMaster" Target="/ppt/notesMasters/notesMaster1.xml" Id="R420eba7228b44f7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f9a03f1dbb24b07" /><Relationship Type="http://schemas.openxmlformats.org/officeDocument/2006/relationships/notesMaster" Target="/ppt/notesMasters/notesMaster1.xml" Id="R74e05e2a5d0448b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1211e464f094b6b" /><Relationship Type="http://schemas.openxmlformats.org/officeDocument/2006/relationships/notesMaster" Target="/ppt/notesMasters/notesMaster1.xml" Id="R146559b4612f4da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afa77669f674cc6" /><Relationship Type="http://schemas.openxmlformats.org/officeDocument/2006/relationships/notesMaster" Target="/ppt/notesMasters/notesMaster1.xml" Id="R0f8a8ca7eb5844f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3b7e3df35dd4ae6" /><Relationship Type="http://schemas.openxmlformats.org/officeDocument/2006/relationships/notesMaster" Target="/ppt/notesMasters/notesMaster1.xml" Id="Rbdf6dbda55f047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5b0a512e074a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a6dcf78070430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b27975037f4e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a787c45881646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d8c6dfd4d446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f56040507644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4F875B-B944-43B0-B8EF-1B2F8CA7435B}"/>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F4918A9-5B07-4F38-9064-8DFC355ECF1E}"/>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705B011-822B-478D-A9B4-1D1C57E1DB4E}"/>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8A1E46-603B-41C6-B60A-BA9E464A47F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655FD97-3D45-4A45-8AEF-7F954FE921D0}"/>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08ACBF-8FF0-4C4B-B44D-3E9067E6162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97F41C-D39E-4D3F-8005-6D3F5C09A31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3BE9551-9FAB-4E77-B90B-10BEBBD8B63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989526-96F1-4F0B-A5B2-DA584B3C874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1EC0BB-C77C-4FA3-AA7E-D543DC72E19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0451cb0c5f40db" /><Relationship Type="http://schemas.openxmlformats.org/officeDocument/2006/relationships/slideLayout" Target="/ppt/slideLayouts/slideLayout1.xml" Id="R08849a5cf9954700" /><Relationship Type="http://schemas.openxmlformats.org/officeDocument/2006/relationships/slideLayout" Target="/ppt/slideLayouts/slideLayout2.xml" Id="Rfeedb9684d5241ed" /><Relationship Type="http://schemas.openxmlformats.org/officeDocument/2006/relationships/slideLayout" Target="/ppt/slideLayouts/slideLayout3.xml" Id="R21c4f70b662141af" /><Relationship Type="http://schemas.openxmlformats.org/officeDocument/2006/relationships/slideLayout" Target="/ppt/slideLayouts/slideLayout4.xml" Id="R197b6de5e9cb4012" /><Relationship Type="http://schemas.openxmlformats.org/officeDocument/2006/relationships/slideLayout" Target="/ppt/slideLayouts/slideLayout5.xml" Id="Rd7a71ec9d97c4209" /><Relationship Type="http://schemas.openxmlformats.org/officeDocument/2006/relationships/slideLayout" Target="/ppt/slideLayouts/slideLayout6.xml" Id="Re2e77e5cb34a49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849a5cf9954700"/>
    <p:sldLayoutId xmlns:r="http://schemas.openxmlformats.org/officeDocument/2006/relationships" id="2147483650" r:id="Rfeedb9684d5241ed"/>
    <p:sldLayoutId xmlns:r="http://schemas.openxmlformats.org/officeDocument/2006/relationships" id="2147483651" r:id="R21c4f70b662141af"/>
    <p:sldLayoutId xmlns:r="http://schemas.openxmlformats.org/officeDocument/2006/relationships" id="2147483652" r:id="R197b6de5e9cb4012"/>
    <p:sldLayoutId xmlns:r="http://schemas.openxmlformats.org/officeDocument/2006/relationships" id="2147483653" r:id="Rd7a71ec9d97c4209"/>
    <p:sldLayoutId xmlns:r="http://schemas.openxmlformats.org/officeDocument/2006/relationships" id="2147483654" r:id="Re2e77e5cb34a49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180d931fc74d1c" /><Relationship Type="http://schemas.openxmlformats.org/officeDocument/2006/relationships/image" Target="/ppt/media/image.png" Id="R4bd9b1548c734972" /><Relationship Type="http://schemas.openxmlformats.org/officeDocument/2006/relationships/image" Target="/ppt/media/image2.png" Id="Ra11a198f59e04879" /><Relationship Type="http://schemas.openxmlformats.org/officeDocument/2006/relationships/image" Target="/ppt/media/image3.png" Id="R463f7adfba434a5c" /><Relationship Type="http://schemas.openxmlformats.org/officeDocument/2006/relationships/notesSlide" Target="/ppt/notesSlides/notesSlide1.xml" Id="Ra4024c73f11d43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325e4984a34427" /><Relationship Type="http://schemas.openxmlformats.org/officeDocument/2006/relationships/image" Target="/ppt/media/image4.png" Id="Rafcb6099190c407d" /><Relationship Type="http://schemas.openxmlformats.org/officeDocument/2006/relationships/image" Target="/ppt/media/image5.png" Id="R05fc346e08cb480d" /><Relationship Type="http://schemas.openxmlformats.org/officeDocument/2006/relationships/notesSlide" Target="/ppt/notesSlides/notesSlide2.xml" Id="Rfb2d82dfc65443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5218dc4819478c" /><Relationship Type="http://schemas.openxmlformats.org/officeDocument/2006/relationships/image" Target="/ppt/media/image6.png" Id="R81666ca3dbe640f7" /><Relationship Type="http://schemas.openxmlformats.org/officeDocument/2006/relationships/notesSlide" Target="/ppt/notesSlides/notesSlide3.xml" Id="Rb19d17b505934f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af341739ed4e07" /><Relationship Type="http://schemas.openxmlformats.org/officeDocument/2006/relationships/image" Target="/ppt/media/image7.png" Id="Rf1f8224e6b184b1f" /><Relationship Type="http://schemas.openxmlformats.org/officeDocument/2006/relationships/image" Target="/ppt/media/image8.png" Id="R3dd4a879bd6045a4" /><Relationship Type="http://schemas.openxmlformats.org/officeDocument/2006/relationships/notesSlide" Target="/ppt/notesSlides/notesSlide4.xml" Id="Redff74e955dc46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ff65bf4c3844c2" /><Relationship Type="http://schemas.openxmlformats.org/officeDocument/2006/relationships/image" Target="/ppt/media/image9.png" Id="R82102826dfac44be" /><Relationship Type="http://schemas.openxmlformats.org/officeDocument/2006/relationships/image" Target="/ppt/media/image10.png" Id="R58779c9e998d44b0" /><Relationship Type="http://schemas.openxmlformats.org/officeDocument/2006/relationships/notesSlide" Target="/ppt/notesSlides/notesSlide5.xml" Id="Rdac80ca65af24c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1881057fb414079" /><Relationship Type="http://schemas.openxmlformats.org/officeDocument/2006/relationships/image" Target="/ppt/media/image11.png" Id="R6e165f463415407f" /><Relationship Type="http://schemas.openxmlformats.org/officeDocument/2006/relationships/image" Target="/ppt/media/image12.png" Id="R5f85a1befab3464b" /><Relationship Type="http://schemas.openxmlformats.org/officeDocument/2006/relationships/notesSlide" Target="/ppt/notesSlides/notesSlide6.xml" Id="R3226f6bb28be47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0c324f6bd6469c" /><Relationship Type="http://schemas.openxmlformats.org/officeDocument/2006/relationships/image" Target="/ppt/media/image13.png" Id="R758b43a70c4a4c8d" /><Relationship Type="http://schemas.openxmlformats.org/officeDocument/2006/relationships/image" Target="/ppt/media/image14.png" Id="Re4e4594947174159" /><Relationship Type="http://schemas.openxmlformats.org/officeDocument/2006/relationships/image" Target="/ppt/media/image15.png" Id="R0c2a00eb4ddc4fa0" /><Relationship Type="http://schemas.openxmlformats.org/officeDocument/2006/relationships/image" Target="/ppt/media/image16.png" Id="Rdfc36ffd540441b6" /><Relationship Type="http://schemas.openxmlformats.org/officeDocument/2006/relationships/notesSlide" Target="/ppt/notesSlides/notesSlide7.xml" Id="Ree3e0e3a789543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0500c06e94a44af" /><Relationship Type="http://schemas.openxmlformats.org/officeDocument/2006/relationships/image" Target="/ppt/media/image17.png" Id="Rcf6c08d0d1eb4a75" /><Relationship Type="http://schemas.openxmlformats.org/officeDocument/2006/relationships/image" Target="/ppt/media/image18.png" Id="R839eea31f4d14b39" /><Relationship Type="http://schemas.openxmlformats.org/officeDocument/2006/relationships/image" Target="/ppt/media/image19.png" Id="Rfaef7753514148c8" /><Relationship Type="http://schemas.openxmlformats.org/officeDocument/2006/relationships/image" Target="/ppt/media/image20.png" Id="Re4e888d5f0f24ab4" /><Relationship Type="http://schemas.openxmlformats.org/officeDocument/2006/relationships/notesSlide" Target="/ppt/notesSlides/notesSlide8.xml" Id="R03bec7d3746840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a4dc9ffba9d4275" /><Relationship Type="http://schemas.openxmlformats.org/officeDocument/2006/relationships/image" Target="/ppt/media/image21.png" Id="Rd4c75d84f0db419f" /><Relationship Type="http://schemas.openxmlformats.org/officeDocument/2006/relationships/image" Target="/ppt/media/image22.png" Id="Rbcd599644b3f4b1b" /><Relationship Type="http://schemas.openxmlformats.org/officeDocument/2006/relationships/notesSlide" Target="/ppt/notesSlides/notesSlide9.xml" Id="Rb2299e2b4b944e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538697a26294319" /><Relationship Type="http://schemas.openxmlformats.org/officeDocument/2006/relationships/image" Target="/ppt/media/image23.png" Id="R7c8d7ba0d62d4cd7" /><Relationship Type="http://schemas.openxmlformats.org/officeDocument/2006/relationships/image" Target="/ppt/media/image24.png" Id="Rb86e579bcf0e4cbe" /><Relationship Type="http://schemas.openxmlformats.org/officeDocument/2006/relationships/image" Target="/ppt/media/image25.png" Id="R1ad4bde6551e4a4b" /><Relationship Type="http://schemas.openxmlformats.org/officeDocument/2006/relationships/image" Target="/ppt/media/image26.png" Id="R6ea69e4ec7f94074" /><Relationship Type="http://schemas.openxmlformats.org/officeDocument/2006/relationships/image" Target="/ppt/media/image27.png" Id="R4e698bc97b6246c2" /><Relationship Type="http://schemas.openxmlformats.org/officeDocument/2006/relationships/notesSlide" Target="/ppt/notesSlides/notesSlide10.xml" Id="R6a0d27361e3045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0765761969d4ca3" /><Relationship Type="http://schemas.openxmlformats.org/officeDocument/2006/relationships/image" Target="/ppt/media/image28.png" Id="R82f443172f9644c9" /><Relationship Type="http://schemas.openxmlformats.org/officeDocument/2006/relationships/image" Target="/ppt/media/image29.png" Id="Rd3b3466e9da9405f" /><Relationship Type="http://schemas.openxmlformats.org/officeDocument/2006/relationships/image" Target="/ppt/media/image30.png" Id="R2f679d7a7f094da6" /><Relationship Type="http://schemas.openxmlformats.org/officeDocument/2006/relationships/notesSlide" Target="/ppt/notesSlides/notesSlide11.xml" Id="R1656feead09c4c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c875774c4234afa" /><Relationship Type="http://schemas.openxmlformats.org/officeDocument/2006/relationships/image" Target="/ppt/media/image31.png" Id="R5cd4217f78794b94" /><Relationship Type="http://schemas.openxmlformats.org/officeDocument/2006/relationships/image" Target="/ppt/media/image32.png" Id="R0be858caa71748d4" /><Relationship Type="http://schemas.openxmlformats.org/officeDocument/2006/relationships/image" Target="/ppt/media/image33.png" Id="R6439251412b84f12" /><Relationship Type="http://schemas.openxmlformats.org/officeDocument/2006/relationships/notesSlide" Target="/ppt/notesSlides/notesSlide12.xml" Id="R0f8ab5ba72ae41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50e21056bcc45a9" /><Relationship Type="http://schemas.openxmlformats.org/officeDocument/2006/relationships/image" Target="/ppt/media/image34.png" Id="R3d186de847b3477b" /><Relationship Type="http://schemas.openxmlformats.org/officeDocument/2006/relationships/notesSlide" Target="/ppt/notesSlides/notesSlide13.xml" Id="Rab14fcf470e44e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13ae114d96c439f" /><Relationship Type="http://schemas.openxmlformats.org/officeDocument/2006/relationships/image" Target="/ppt/media/image35.png" Id="Rf82c118fd59a49eb" /><Relationship Type="http://schemas.openxmlformats.org/officeDocument/2006/relationships/image" Target="/ppt/media/image36.png" Id="R1a99c82a82c649ac" /><Relationship Type="http://schemas.openxmlformats.org/officeDocument/2006/relationships/notesSlide" Target="/ppt/notesSlides/notesSlide14.xml" Id="Rcf8ed94d638e42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11f89d0aaa4591" /><Relationship Type="http://schemas.openxmlformats.org/officeDocument/2006/relationships/image" Target="/ppt/media/image37.png" Id="R167bbfa5b6d84338" /><Relationship Type="http://schemas.openxmlformats.org/officeDocument/2006/relationships/image" Target="/ppt/media/image38.png" Id="R5fde9e1c3a1044ee" /><Relationship Type="http://schemas.openxmlformats.org/officeDocument/2006/relationships/notesSlide" Target="/ppt/notesSlides/notesSlide15.xml" Id="R4c8792673ca84b2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a5d2d202f1940a9" /><Relationship Type="http://schemas.openxmlformats.org/officeDocument/2006/relationships/image" Target="/ppt/media/image39.png" Id="R5f41143542a14715" /><Relationship Type="http://schemas.openxmlformats.org/officeDocument/2006/relationships/image" Target="/ppt/media/image40.png" Id="R58346aba6bc54334" /><Relationship Type="http://schemas.openxmlformats.org/officeDocument/2006/relationships/image" Target="/ppt/media/image41.png" Id="Re67b1674cfd94b78" /><Relationship Type="http://schemas.openxmlformats.org/officeDocument/2006/relationships/image" Target="/ppt/media/image42.png" Id="R93095d0c79b74edd" /><Relationship Type="http://schemas.openxmlformats.org/officeDocument/2006/relationships/notesSlide" Target="/ppt/notesSlides/notesSlide16.xml" Id="R2e2ba8a7d67f4f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f54521152c14ab3" /><Relationship Type="http://schemas.openxmlformats.org/officeDocument/2006/relationships/image" Target="/ppt/media/image43.png" Id="Rca4c5fe2dc094c61" /><Relationship Type="http://schemas.openxmlformats.org/officeDocument/2006/relationships/image" Target="/ppt/media/image44.png" Id="Rf01bd4fcf934404a" /><Relationship Type="http://schemas.openxmlformats.org/officeDocument/2006/relationships/image" Target="/ppt/media/image45.png" Id="Rd4b8ff406f7f4dca" /><Relationship Type="http://schemas.openxmlformats.org/officeDocument/2006/relationships/notesSlide" Target="/ppt/notesSlides/notesSlide17.xml" Id="Rc8d37f98d26f47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2546af446684a7a" /><Relationship Type="http://schemas.openxmlformats.org/officeDocument/2006/relationships/image" Target="/ppt/media/image46.png" Id="Rdcf2c22c60874ea8" /><Relationship Type="http://schemas.openxmlformats.org/officeDocument/2006/relationships/image" Target="/ppt/media/image47.png" Id="R87df97bccd5c42f3" /><Relationship Type="http://schemas.openxmlformats.org/officeDocument/2006/relationships/image" Target="/ppt/media/image48.png" Id="R732f26c11b774e71" /><Relationship Type="http://schemas.openxmlformats.org/officeDocument/2006/relationships/image" Target="/ppt/media/image49.png" Id="Rb3940dd46e254596" /><Relationship Type="http://schemas.openxmlformats.org/officeDocument/2006/relationships/notesSlide" Target="/ppt/notesSlides/notesSlide18.xml" Id="Rf0c1299d4d8844c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12e8e391d51412c" /><Relationship Type="http://schemas.openxmlformats.org/officeDocument/2006/relationships/image" Target="/ppt/media/image50.png" Id="R38340b8a69594e66" /><Relationship Type="http://schemas.openxmlformats.org/officeDocument/2006/relationships/image" Target="/ppt/media/image51.png" Id="R77fc3901ee0540fe" /><Relationship Type="http://schemas.openxmlformats.org/officeDocument/2006/relationships/image" Target="/ppt/media/image52.png" Id="R9adea424252142ad" /><Relationship Type="http://schemas.openxmlformats.org/officeDocument/2006/relationships/notesSlide" Target="/ppt/notesSlides/notesSlide19.xml" Id="Rdf51496dcd5a47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179affef5444de2" /><Relationship Type="http://schemas.openxmlformats.org/officeDocument/2006/relationships/image" Target="/ppt/media/image53.png" Id="R99ac712a11314c59" /><Relationship Type="http://schemas.openxmlformats.org/officeDocument/2006/relationships/image" Target="/ppt/media/image54.png" Id="R6f0d8499b15b4848" /><Relationship Type="http://schemas.openxmlformats.org/officeDocument/2006/relationships/image" Target="/ppt/media/image55.png" Id="R4f037ab75f6b40a2" /><Relationship Type="http://schemas.openxmlformats.org/officeDocument/2006/relationships/image" Target="/ppt/media/image56.png" Id="R72874cc339de4e9d" /><Relationship Type="http://schemas.openxmlformats.org/officeDocument/2006/relationships/notesSlide" Target="/ppt/notesSlides/notesSlide20.xml" Id="R3bb39b5817c64ca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f3aa295915b4036" /><Relationship Type="http://schemas.openxmlformats.org/officeDocument/2006/relationships/image" Target="/ppt/media/image57.png" Id="R0f49e710776b4f6d" /><Relationship Type="http://schemas.openxmlformats.org/officeDocument/2006/relationships/notesSlide" Target="/ppt/notesSlides/notesSlide21.xml" Id="R44f8c93fc04f4ac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633867b526f4f63" /><Relationship Type="http://schemas.openxmlformats.org/officeDocument/2006/relationships/image" Target="/ppt/media/image58.png" Id="Rf4629583b3084ec4" /><Relationship Type="http://schemas.openxmlformats.org/officeDocument/2006/relationships/image" Target="/ppt/media/image59.png" Id="Rd2982446a5384da7" /><Relationship Type="http://schemas.openxmlformats.org/officeDocument/2006/relationships/image" Target="/ppt/media/image60.png" Id="R6bc97ac4166040a2" /><Relationship Type="http://schemas.openxmlformats.org/officeDocument/2006/relationships/notesSlide" Target="/ppt/notesSlides/notesSlide22.xml" Id="R08fa4cab6b354a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910b152a643402d" /><Relationship Type="http://schemas.openxmlformats.org/officeDocument/2006/relationships/image" Target="/ppt/media/image61.png" Id="Rc23f7de1ecad4933" /><Relationship Type="http://schemas.openxmlformats.org/officeDocument/2006/relationships/image" Target="/ppt/media/image62.png" Id="R150f6a237fef4482" /><Relationship Type="http://schemas.openxmlformats.org/officeDocument/2006/relationships/image" Target="/ppt/media/image63.png" Id="R3f51efdbacb24c55" /><Relationship Type="http://schemas.openxmlformats.org/officeDocument/2006/relationships/image" Target="/ppt/media/image64.png" Id="Rf1dc32de6a254f43" /><Relationship Type="http://schemas.openxmlformats.org/officeDocument/2006/relationships/notesSlide" Target="/ppt/notesSlides/notesSlide23.xml" Id="R958ca508b806454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ee6d36171094ebc" /><Relationship Type="http://schemas.openxmlformats.org/officeDocument/2006/relationships/image" Target="/ppt/media/image65.png" Id="R0e2be2cbb9e445e8" /><Relationship Type="http://schemas.openxmlformats.org/officeDocument/2006/relationships/image" Target="/ppt/media/image66.png" Id="Rd9b0afc6b78e4245" /><Relationship Type="http://schemas.openxmlformats.org/officeDocument/2006/relationships/image" Target="/ppt/media/image67.png" Id="R6d616871d84e4e05" /><Relationship Type="http://schemas.openxmlformats.org/officeDocument/2006/relationships/notesSlide" Target="/ppt/notesSlides/notesSlide24.xml" Id="Rf19bde5648ed4af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c4ff09bb1bf442f" /><Relationship Type="http://schemas.openxmlformats.org/officeDocument/2006/relationships/image" Target="/ppt/media/image68.png" Id="Re8a2d501bd104d7e" /><Relationship Type="http://schemas.openxmlformats.org/officeDocument/2006/relationships/image" Target="/ppt/media/image69.png" Id="R4d489685d53a405a" /><Relationship Type="http://schemas.openxmlformats.org/officeDocument/2006/relationships/notesSlide" Target="/ppt/notesSlides/notesSlide25.xml" Id="R16d79db9bb2f482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7bdf9270f8941be" /><Relationship Type="http://schemas.openxmlformats.org/officeDocument/2006/relationships/image" Target="/ppt/media/image70.png" Id="R28603dcca6fe443e" /><Relationship Type="http://schemas.openxmlformats.org/officeDocument/2006/relationships/image" Target="/ppt/media/image71.png" Id="R4729a23a41d0437e" /><Relationship Type="http://schemas.openxmlformats.org/officeDocument/2006/relationships/notesSlide" Target="/ppt/notesSlides/notesSlide26.xml" Id="Ra2b2a3baaa6b475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261b118a2484db5" /><Relationship Type="http://schemas.openxmlformats.org/officeDocument/2006/relationships/image" Target="/ppt/media/image72.png" Id="Re252c43bd4454bbe" /><Relationship Type="http://schemas.openxmlformats.org/officeDocument/2006/relationships/image" Target="/ppt/media/image73.png" Id="R1c9fc11df22241e8" /><Relationship Type="http://schemas.openxmlformats.org/officeDocument/2006/relationships/notesSlide" Target="/ppt/notesSlides/notesSlide27.xml" Id="R3f994825a0154f1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999032e6d814402" /><Relationship Type="http://schemas.openxmlformats.org/officeDocument/2006/relationships/image" Target="/ppt/media/image74.png" Id="Ra9950436f4ee4036" /><Relationship Type="http://schemas.openxmlformats.org/officeDocument/2006/relationships/notesSlide" Target="/ppt/notesSlides/notesSlide28.xml" Id="Re90f363b52194ef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6b8f082461c42e3" /><Relationship Type="http://schemas.openxmlformats.org/officeDocument/2006/relationships/image" Target="/ppt/media/image75.png" Id="R72711a5212924ce9" /><Relationship Type="http://schemas.openxmlformats.org/officeDocument/2006/relationships/notesSlide" Target="/ppt/notesSlides/notesSlide29.xml" Id="R739ebd401b4d4bd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a2436abb9df42b9" /><Relationship Type="http://schemas.openxmlformats.org/officeDocument/2006/relationships/image" Target="/ppt/media/image76.png" Id="R475df3607e86495f" /><Relationship Type="http://schemas.openxmlformats.org/officeDocument/2006/relationships/notesSlide" Target="/ppt/notesSlides/notesSlide30.xml" Id="Rd5c24f2ef90d40f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a5e9b41db194032" /><Relationship Type="http://schemas.openxmlformats.org/officeDocument/2006/relationships/image" Target="/ppt/media/image77.png" Id="R63598ef73c264c45" /><Relationship Type="http://schemas.openxmlformats.org/officeDocument/2006/relationships/notesSlide" Target="/ppt/notesSlides/notesSlide31.xml" Id="Ra63cee9e46a044c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aea5275ae734dec" /><Relationship Type="http://schemas.openxmlformats.org/officeDocument/2006/relationships/image" Target="/ppt/media/image78.png" Id="R608bf97c1a8a491d" /><Relationship Type="http://schemas.openxmlformats.org/officeDocument/2006/relationships/image" Target="/ppt/media/image79.png" Id="R0bc2d370e9e54480" /><Relationship Type="http://schemas.openxmlformats.org/officeDocument/2006/relationships/image" Target="/ppt/media/image80.png" Id="R2cad0499f38c43ce" /><Relationship Type="http://schemas.openxmlformats.org/officeDocument/2006/relationships/notesSlide" Target="/ppt/notesSlides/notesSlide32.xml" Id="R938250f5289b467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a01a69b7d854aa8" /><Relationship Type="http://schemas.openxmlformats.org/officeDocument/2006/relationships/image" Target="/ppt/media/image81.png" Id="R8ae303f02c8349c8" /><Relationship Type="http://schemas.openxmlformats.org/officeDocument/2006/relationships/image" Target="/ppt/media/image82.png" Id="R6f81e17b900a468c" /><Relationship Type="http://schemas.openxmlformats.org/officeDocument/2006/relationships/image" Target="/ppt/media/image83.png" Id="Rfc76489ece5c4d07" /><Relationship Type="http://schemas.openxmlformats.org/officeDocument/2006/relationships/notesSlide" Target="/ppt/notesSlides/notesSlide33.xml" Id="Rc2d3ff7d656a418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3dee39dcf204876" /><Relationship Type="http://schemas.openxmlformats.org/officeDocument/2006/relationships/image" Target="/ppt/media/image84.png" Id="R56f820a9777545e1" /><Relationship Type="http://schemas.openxmlformats.org/officeDocument/2006/relationships/image" Target="/ppt/media/image85.png" Id="R2a3733cb48644296" /><Relationship Type="http://schemas.openxmlformats.org/officeDocument/2006/relationships/notesSlide" Target="/ppt/notesSlides/notesSlide34.xml" Id="Ra6cff3c356354c3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18f6e2006634f43" /><Relationship Type="http://schemas.openxmlformats.org/officeDocument/2006/relationships/image" Target="/ppt/media/image86.png" Id="Rd00ce082746c45ce" /><Relationship Type="http://schemas.openxmlformats.org/officeDocument/2006/relationships/image" Target="/ppt/media/image87.png" Id="R9ffcdc37ea574fb4" /><Relationship Type="http://schemas.openxmlformats.org/officeDocument/2006/relationships/notesSlide" Target="/ppt/notesSlides/notesSlide35.xml" Id="R911d9659d8c3428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ed1a8d1dee7458b" /><Relationship Type="http://schemas.openxmlformats.org/officeDocument/2006/relationships/image" Target="/ppt/media/image88.png" Id="R913c39e0f6c14f94" /><Relationship Type="http://schemas.openxmlformats.org/officeDocument/2006/relationships/image" Target="/ppt/media/image89.png" Id="Re4fd4a8734864a18" /><Relationship Type="http://schemas.openxmlformats.org/officeDocument/2006/relationships/notesSlide" Target="/ppt/notesSlides/notesSlide36.xml" Id="Rec70f7cd70884e8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f6482d031d44cd2" /><Relationship Type="http://schemas.openxmlformats.org/officeDocument/2006/relationships/image" Target="/ppt/media/image90.png" Id="R8c54c5595ab64600" /><Relationship Type="http://schemas.openxmlformats.org/officeDocument/2006/relationships/image" Target="/ppt/media/image91.png" Id="R5eefd94eb2894396" /><Relationship Type="http://schemas.openxmlformats.org/officeDocument/2006/relationships/image" Target="/ppt/media/image92.png" Id="R2f35983e76d14fe6" /><Relationship Type="http://schemas.openxmlformats.org/officeDocument/2006/relationships/notesSlide" Target="/ppt/notesSlides/notesSlide37.xml" Id="R979b12239fdc4b7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13082f145f64b8f" /><Relationship Type="http://schemas.openxmlformats.org/officeDocument/2006/relationships/image" Target="/ppt/media/image93.png" Id="R99cdf38d79fb4ac6" /><Relationship Type="http://schemas.openxmlformats.org/officeDocument/2006/relationships/image" Target="/ppt/media/image94.png" Id="R46b049af412c406f" /><Relationship Type="http://schemas.openxmlformats.org/officeDocument/2006/relationships/notesSlide" Target="/ppt/notesSlides/notesSlide38.xml" Id="R798dad21356b40a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d5bb2861a904039" /><Relationship Type="http://schemas.openxmlformats.org/officeDocument/2006/relationships/image" Target="/ppt/media/image95.png" Id="Rd4d0a7e5c8354c15" /><Relationship Type="http://schemas.openxmlformats.org/officeDocument/2006/relationships/image" Target="/ppt/media/image96.png" Id="Rbffdbae789f9407b" /><Relationship Type="http://schemas.openxmlformats.org/officeDocument/2006/relationships/notesSlide" Target="/ppt/notesSlides/notesSlide39.xml" Id="R69ad1ba9788c45e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b757c376c1e4bd5" /><Relationship Type="http://schemas.openxmlformats.org/officeDocument/2006/relationships/image" Target="/ppt/media/image97.png" Id="R2e2f00d273b6427f" /><Relationship Type="http://schemas.openxmlformats.org/officeDocument/2006/relationships/image" Target="/ppt/media/image98.png" Id="R4984f81d014e466d" /><Relationship Type="http://schemas.openxmlformats.org/officeDocument/2006/relationships/image" Target="/ppt/media/image99.png" Id="Rde8cdda95620413e" /><Relationship Type="http://schemas.openxmlformats.org/officeDocument/2006/relationships/notesSlide" Target="/ppt/notesSlides/notesSlide40.xml" Id="R87141957fb914bd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de4f71cfeb84859" /><Relationship Type="http://schemas.openxmlformats.org/officeDocument/2006/relationships/image" Target="/ppt/media/image100.png" Id="Rbb8d754622034d79" /><Relationship Type="http://schemas.openxmlformats.org/officeDocument/2006/relationships/notesSlide" Target="/ppt/notesSlides/notesSlide41.xml" Id="R5f1193b43629410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2ffb03e9b424735" /><Relationship Type="http://schemas.openxmlformats.org/officeDocument/2006/relationships/image" Target="/ppt/media/image101.png" Id="Ra199c6822b7348b0" /><Relationship Type="http://schemas.openxmlformats.org/officeDocument/2006/relationships/image" Target="/ppt/media/image102.png" Id="R00a972989740409e" /><Relationship Type="http://schemas.openxmlformats.org/officeDocument/2006/relationships/notesSlide" Target="/ppt/notesSlides/notesSlide42.xml" Id="R1510c149d45d409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22df69eb0cc48fc" /><Relationship Type="http://schemas.openxmlformats.org/officeDocument/2006/relationships/image" Target="/ppt/media/image103.png" Id="Raf08d262eac14ea7" /><Relationship Type="http://schemas.openxmlformats.org/officeDocument/2006/relationships/image" Target="/ppt/media/image104.png" Id="Rdb215a3ec69e4125" /><Relationship Type="http://schemas.openxmlformats.org/officeDocument/2006/relationships/image" Target="/ppt/media/image105.png" Id="R8053d459503f4edf" /><Relationship Type="http://schemas.openxmlformats.org/officeDocument/2006/relationships/image" Target="/ppt/media/image106.png" Id="R795e932cba374795" /><Relationship Type="http://schemas.openxmlformats.org/officeDocument/2006/relationships/notesSlide" Target="/ppt/notesSlides/notesSlide43.xml" Id="R48bf03f827ca4ec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53edcbd29c54ccf" /><Relationship Type="http://schemas.openxmlformats.org/officeDocument/2006/relationships/image" Target="/ppt/media/image107.png" Id="Re389ab7d9530436f" /><Relationship Type="http://schemas.openxmlformats.org/officeDocument/2006/relationships/image" Target="/ppt/media/image108.png" Id="Rae697a010d3940da" /><Relationship Type="http://schemas.openxmlformats.org/officeDocument/2006/relationships/notesSlide" Target="/ppt/notesSlides/notesSlide44.xml" Id="Rcac827e0fb5645f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98d34b80119407a" /><Relationship Type="http://schemas.openxmlformats.org/officeDocument/2006/relationships/image" Target="/ppt/media/image109.png" Id="R8e98adb681214a09" /><Relationship Type="http://schemas.openxmlformats.org/officeDocument/2006/relationships/image" Target="/ppt/media/image110.png" Id="R53d2c1c2f6314793" /><Relationship Type="http://schemas.openxmlformats.org/officeDocument/2006/relationships/notesSlide" Target="/ppt/notesSlides/notesSlide45.xml" Id="Rcaa4e80bd7684d3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c5dc807f8e9e48a0" /><Relationship Type="http://schemas.openxmlformats.org/officeDocument/2006/relationships/image" Target="/ppt/media/image111.png" Id="R9ea97a1977724bf9" /><Relationship Type="http://schemas.openxmlformats.org/officeDocument/2006/relationships/notesSlide" Target="/ppt/notesSlides/notesSlide46.xml" Id="R5a0b6f986623473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1f39d76f28c42b7" /><Relationship Type="http://schemas.openxmlformats.org/officeDocument/2006/relationships/image" Target="/ppt/media/image112.png" Id="Rb111bedbadfa4238" /><Relationship Type="http://schemas.openxmlformats.org/officeDocument/2006/relationships/image" Target="/ppt/media/image113.png" Id="R908a0b8ecbcb467a" /><Relationship Type="http://schemas.openxmlformats.org/officeDocument/2006/relationships/notesSlide" Target="/ppt/notesSlides/notesSlide47.xml" Id="Rec8ab015d8ec43d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0b2928246dab4edd" /><Relationship Type="http://schemas.openxmlformats.org/officeDocument/2006/relationships/image" Target="/ppt/media/image114.png" Id="R1095efe231f54e1b" /><Relationship Type="http://schemas.openxmlformats.org/officeDocument/2006/relationships/notesSlide" Target="/ppt/notesSlides/notesSlide48.xml" Id="Re2c4bc17b2604f1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0e5de462e29b430e" /><Relationship Type="http://schemas.openxmlformats.org/officeDocument/2006/relationships/image" Target="/ppt/media/image115.png" Id="Rac39b25ad6b04228" /><Relationship Type="http://schemas.openxmlformats.org/officeDocument/2006/relationships/image" Target="/ppt/media/image116.png" Id="R2f9a8c84305e45aa" /><Relationship Type="http://schemas.openxmlformats.org/officeDocument/2006/relationships/notesSlide" Target="/ppt/notesSlides/notesSlide49.xml" Id="R894dbe61e22b429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f31349807daa4e9b" /><Relationship Type="http://schemas.openxmlformats.org/officeDocument/2006/relationships/image" Target="/ppt/media/image117.png" Id="R73bd7e47efab4c61" /><Relationship Type="http://schemas.openxmlformats.org/officeDocument/2006/relationships/image" Target="/ppt/media/image118.png" Id="Rdc6dfd76b4f54d93" /><Relationship Type="http://schemas.openxmlformats.org/officeDocument/2006/relationships/image" Target="/ppt/media/image119.png" Id="R4365da7ef1344953" /><Relationship Type="http://schemas.openxmlformats.org/officeDocument/2006/relationships/image" Target="/ppt/media/image120.png" Id="Rb84bbbd863594c24" /><Relationship Type="http://schemas.openxmlformats.org/officeDocument/2006/relationships/notesSlide" Target="/ppt/notesSlides/notesSlide50.xml" Id="R70c3d207d3b94ff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4deb4ec31e674350" /><Relationship Type="http://schemas.openxmlformats.org/officeDocument/2006/relationships/image" Target="/ppt/media/image121.png" Id="Rcac9c456dc5c4a93" /><Relationship Type="http://schemas.openxmlformats.org/officeDocument/2006/relationships/notesSlide" Target="/ppt/notesSlides/notesSlide51.xml" Id="R9b1ec94d7dac4aaf"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B5500AA-3BA3-450B-9089-A2B6E977A455}"/>
              </a:ext>
            </a:extLst>
          </p:cNvPr>
          <p:cNvPicPr>
            <a:picLocks xmlns:a="http://schemas.openxmlformats.org/drawingml/2006/main" noChangeAspect="1"/>
          </p:cNvPicPr>
          <p:nvPr/>
        </p:nvPicPr>
        <p:blipFill>
          <a:blip xmlns:r="http://schemas.openxmlformats.org/officeDocument/2006/relationships" xmlns:a="http://schemas.openxmlformats.org/drawingml/2006/main" r:embed="R4bd9b1548c73497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A2B69556-C221-4268-B752-E5D01003AF8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9F3FB1FC-467E-4727-BE8A-D0979C654DC8}"/>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80F98BD9-0148-4DCD-A70C-83B3534DF4C3}"/>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FE38C722-2C39-48A0-99D4-4EEDC257CC8F}"/>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02408940-2657-41D0-BFD0-7165CA6AB6C1}"/>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EA0EB360-B280-4500-BF52-4879BA2AB7A5}"/>
              </a:ext>
            </a:extLst>
          </p:cNvPr>
          <p:cNvPicPr>
            <a:picLocks xmlns:a="http://schemas.openxmlformats.org/drawingml/2006/main" noChangeAspect="1"/>
          </p:cNvPicPr>
          <p:nvPr/>
        </p:nvPicPr>
        <p:blipFill>
          <a:blip xmlns:r="http://schemas.openxmlformats.org/officeDocument/2006/relationships" xmlns:a="http://schemas.openxmlformats.org/drawingml/2006/main" r:embed="Ra11a198f59e0487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40310D1-A7E8-4612-BE05-709A99DBC5A2}"/>
              </a:ext>
            </a:extLst>
          </p:cNvPr>
          <p:cNvPicPr>
            <a:picLocks xmlns:a="http://schemas.openxmlformats.org/drawingml/2006/main" noChangeAspect="1"/>
          </p:cNvPicPr>
          <p:nvPr/>
        </p:nvPicPr>
        <p:blipFill>
          <a:blip xmlns:r="http://schemas.openxmlformats.org/officeDocument/2006/relationships" xmlns:a="http://schemas.openxmlformats.org/drawingml/2006/main" r:embed="R463f7adfba434a5c"/>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1D6EE70C-D020-4C00-80F1-50214D6CD76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7106191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B774C402-51ED-4704-BCF4-50D621A4BAD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D06037-F98E-4396-B3AF-16D3D98F6C2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2E938F09-12C3-41EF-842A-32E9FA5E430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B8B243A-ABC0-4603-91BD-877A659E2AF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A07AFF74-7E7C-41A0-9D4F-8C333E2548E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50BF6B62-CBB7-4E59-889D-B2696989B6F7}"/>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81411A70-A641-467F-B3BC-BFC0DB1982F7}"/>
              </a:ext>
            </a:extLst>
          </p:cNvPr>
          <p:cNvPicPr>
            <a:picLocks xmlns:a="http://schemas.openxmlformats.org/drawingml/2006/main" noChangeAspect="1"/>
          </p:cNvPicPr>
          <p:nvPr/>
        </p:nvPicPr>
        <p:blipFill>
          <a:blip xmlns:r="http://schemas.openxmlformats.org/officeDocument/2006/relationships" xmlns:a="http://schemas.openxmlformats.org/drawingml/2006/main" r:embed="Rafcb6099190c407d"/>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DDB825F-AE50-45C8-88D4-CED5A69F815E}"/>
              </a:ext>
            </a:extLst>
          </p:cNvPr>
          <p:cNvPicPr>
            <a:picLocks xmlns:a="http://schemas.openxmlformats.org/drawingml/2006/main" noChangeAspect="1"/>
          </p:cNvPicPr>
          <p:nvPr/>
        </p:nvPicPr>
        <p:blipFill>
          <a:blip xmlns:r="http://schemas.openxmlformats.org/officeDocument/2006/relationships" xmlns:a="http://schemas.openxmlformats.org/drawingml/2006/main" r:embed="R05fc346e08cb480d"/>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496810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34F4B775-6E8E-41DD-B62F-473AD5D4263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CFECCD5-33C7-41E3-9317-2C2AB58A1B9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2265B1E1-1D53-4856-AC3A-9C4CB04ECA57}"/>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04660EAD-4E38-47BF-82C5-C725F249C3AE}"/>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78454394-3C00-45ED-A5B2-682E7C397D13}"/>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966847A7-3708-427F-945A-0E72AEF6A7C1}"/>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960A569-4F05-4422-81D8-1B4533D276F2}"/>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E25344FC-5BC0-46D4-A9F5-146B88802EF6}"/>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969FEB49-ABFB-467E-9993-04783B3888AE}"/>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7002AAE-7C27-45EF-9DEA-EBFA97EBA529}"/>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0698DB4C-56B5-4026-9441-970489B8CE32}"/>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A270D4CE-64F6-479B-9C0A-EC353D489B47}"/>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760F173-417B-459C-A359-F65E15E30143}"/>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6E78EDFD-208C-44C0-A460-79E8334EA4CD}"/>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pic>
        <p:nvPicPr>
          <p:cNvPr id="16" name="">
            <a:extLst xmlns:a="http://schemas.openxmlformats.org/drawingml/2006/main">
              <a:ext uri="{FF2B5EF4-FFF2-40B4-BE49-F238E27FC236}">
                <a16:creationId xmlns:a16="http://schemas.microsoft.com/office/drawing/2014/main" id="{3E951FFF-3C4D-4CB8-ACB3-70593D83AEE1}"/>
              </a:ext>
            </a:extLst>
          </p:cNvPr>
          <p:cNvPicPr>
            <a:picLocks xmlns:a="http://schemas.openxmlformats.org/drawingml/2006/main" noChangeAspect="1"/>
          </p:cNvPicPr>
          <p:nvPr/>
        </p:nvPicPr>
        <p:blipFill>
          <a:blip xmlns:r="http://schemas.openxmlformats.org/officeDocument/2006/relationships" xmlns:a="http://schemas.openxmlformats.org/drawingml/2006/main" r:embed="R81666ca3dbe640f7"/>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7330075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A69396D3-EE62-4BE6-9405-F6C4FEC0BFD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7E96C66-5451-49A6-BBA3-C70DD9BFB574}"/>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202020"/>
                </a:solidFill>
                <a:latin typeface="Pretendard"/>
                <a:ea typeface="Pretendard"/>
                <a:cs typeface="Pretendard"/>
              </a:defRPr>
            </a:defPPr>
            <a:lvl1pPr algn="ctr">
              <a:defRPr sz="7500" b="1">
                <a:solidFill>
                  <a:srgbClr val="202020"/>
                </a:solidFill>
                <a:latin typeface="Pretendard"/>
                <a:ea typeface="Pretendard"/>
                <a:cs typeface="Pretendard"/>
              </a:defRPr>
            </a:lvl1pPr>
            <a:lvl2pPr algn="ctr">
              <a:defRPr sz="7500" b="1">
                <a:solidFill>
                  <a:srgbClr val="202020"/>
                </a:solidFill>
                <a:latin typeface="Pretendard"/>
                <a:ea typeface="Pretendard"/>
                <a:cs typeface="Pretendard"/>
              </a:defRPr>
            </a:lvl2pPr>
            <a:lvl3pPr algn="ctr">
              <a:defRPr sz="7500" b="1">
                <a:solidFill>
                  <a:srgbClr val="202020"/>
                </a:solidFill>
                <a:latin typeface="Pretendard"/>
                <a:ea typeface="Pretendard"/>
                <a:cs typeface="Pretendard"/>
              </a:defRPr>
            </a:lvl3pPr>
            <a:lvl4pPr algn="ctr">
              <a:defRPr sz="7500" b="1">
                <a:solidFill>
                  <a:srgbClr val="202020"/>
                </a:solidFill>
                <a:latin typeface="Pretendard"/>
                <a:ea typeface="Pretendard"/>
                <a:cs typeface="Pretendard"/>
              </a:defRPr>
            </a:lvl4pPr>
            <a:lvl5pPr algn="ctr">
              <a:defRPr sz="7500" b="1">
                <a:solidFill>
                  <a:srgbClr val="202020"/>
                </a:solidFill>
                <a:latin typeface="Pretendard"/>
                <a:ea typeface="Pretendard"/>
                <a:cs typeface="Pretendard"/>
              </a:defRPr>
            </a:lvl5pPr>
            <a:lvl6pPr algn="ctr">
              <a:defRPr sz="7500" b="1">
                <a:solidFill>
                  <a:srgbClr val="202020"/>
                </a:solidFill>
                <a:latin typeface="Pretendard"/>
                <a:ea typeface="Pretendard"/>
                <a:cs typeface="Pretendard"/>
              </a:defRPr>
            </a:lvl6pPr>
            <a:lvl7pPr algn="ctr">
              <a:defRPr sz="7500" b="1">
                <a:solidFill>
                  <a:srgbClr val="202020"/>
                </a:solidFill>
                <a:latin typeface="Pretendard"/>
                <a:ea typeface="Pretendard"/>
                <a:cs typeface="Pretendard"/>
              </a:defRPr>
            </a:lvl7pPr>
            <a:lvl8pPr algn="ctr">
              <a:defRPr sz="7500" b="1">
                <a:solidFill>
                  <a:srgbClr val="202020"/>
                </a:solidFill>
                <a:latin typeface="Pretendard"/>
                <a:ea typeface="Pretendard"/>
                <a:cs typeface="Pretendard"/>
              </a:defRPr>
            </a:lvl8pPr>
            <a:lvl9pPr algn="ctr">
              <a:defRPr sz="7500" b="1">
                <a:solidFill>
                  <a:srgbClr val="202020"/>
                </a:solidFill>
                <a:latin typeface="Pretendard"/>
                <a:ea typeface="Pretendard"/>
                <a:cs typeface="Pretendard"/>
              </a:defRPr>
            </a:lvl9pPr>
          </a:lstStyle>
          <a:p xmlns:a="http://schemas.openxmlformats.org/drawingml/2006/main">
            <a:pPr algn="ctr">
              <a:defRPr sz="7500" b="1">
                <a:solidFill>
                  <a:srgbClr val="202020"/>
                </a:solidFill>
                <a:latin typeface="Pretendard"/>
                <a:ea typeface="Pretendard"/>
                <a:cs typeface="Pretendard"/>
              </a:defRPr>
            </a:pPr>
            <a:r>
              <a:rPr sz="7500" b="1">
                <a:solidFill>
                  <a:srgbClr val="20202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D7C57497-736E-4BD0-B4B0-7CDA70DBE0D4}"/>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2F3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E68A13-50E5-4E16-9E11-E2F52F5AB600}"/>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83754773-FA8A-46AA-93AB-84BF944CCBCF}"/>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F0389FD8-73B5-4A3B-95E8-BCCA49E1D861}"/>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686868"/>
                </a:solidFill>
                <a:latin typeface="Pretendard"/>
                <a:ea typeface="Pretendard"/>
                <a:cs typeface="Pretendard"/>
              </a:defRPr>
            </a:defPPr>
            <a:lvl1pPr algn="l">
              <a:defRPr sz="3150" b="0">
                <a:solidFill>
                  <a:srgbClr val="686868"/>
                </a:solidFill>
                <a:latin typeface="Pretendard"/>
                <a:ea typeface="Pretendard"/>
                <a:cs typeface="Pretendard"/>
              </a:defRPr>
            </a:lvl1pPr>
            <a:lvl2pPr algn="l">
              <a:defRPr sz="3150" b="0">
                <a:solidFill>
                  <a:srgbClr val="686868"/>
                </a:solidFill>
                <a:latin typeface="Pretendard"/>
                <a:ea typeface="Pretendard"/>
                <a:cs typeface="Pretendard"/>
              </a:defRPr>
            </a:lvl2pPr>
            <a:lvl3pPr algn="l">
              <a:defRPr sz="3150" b="0">
                <a:solidFill>
                  <a:srgbClr val="686868"/>
                </a:solidFill>
                <a:latin typeface="Pretendard"/>
                <a:ea typeface="Pretendard"/>
                <a:cs typeface="Pretendard"/>
              </a:defRPr>
            </a:lvl3pPr>
            <a:lvl4pPr algn="l">
              <a:defRPr sz="3150" b="0">
                <a:solidFill>
                  <a:srgbClr val="686868"/>
                </a:solidFill>
                <a:latin typeface="Pretendard"/>
                <a:ea typeface="Pretendard"/>
                <a:cs typeface="Pretendard"/>
              </a:defRPr>
            </a:lvl4pPr>
            <a:lvl5pPr algn="l">
              <a:defRPr sz="3150" b="0">
                <a:solidFill>
                  <a:srgbClr val="686868"/>
                </a:solidFill>
                <a:latin typeface="Pretendard"/>
                <a:ea typeface="Pretendard"/>
                <a:cs typeface="Pretendard"/>
              </a:defRPr>
            </a:lvl5pPr>
            <a:lvl6pPr algn="l">
              <a:defRPr sz="3150" b="0">
                <a:solidFill>
                  <a:srgbClr val="686868"/>
                </a:solidFill>
                <a:latin typeface="Pretendard"/>
                <a:ea typeface="Pretendard"/>
                <a:cs typeface="Pretendard"/>
              </a:defRPr>
            </a:lvl6pPr>
            <a:lvl7pPr algn="l">
              <a:defRPr sz="3150" b="0">
                <a:solidFill>
                  <a:srgbClr val="686868"/>
                </a:solidFill>
                <a:latin typeface="Pretendard"/>
                <a:ea typeface="Pretendard"/>
                <a:cs typeface="Pretendard"/>
              </a:defRPr>
            </a:lvl7pPr>
            <a:lvl8pPr algn="l">
              <a:defRPr sz="3150" b="0">
                <a:solidFill>
                  <a:srgbClr val="686868"/>
                </a:solidFill>
                <a:latin typeface="Pretendard"/>
                <a:ea typeface="Pretendard"/>
                <a:cs typeface="Pretendard"/>
              </a:defRPr>
            </a:lvl8pPr>
            <a:lvl9pPr algn="l">
              <a:defRPr sz="3150" b="0">
                <a:solidFill>
                  <a:srgbClr val="686868"/>
                </a:solidFill>
                <a:latin typeface="Pretendard"/>
                <a:ea typeface="Pretendard"/>
                <a:cs typeface="Pretendard"/>
              </a:defRPr>
            </a:lvl9pPr>
          </a:lstStyle>
          <a:p xmlns:a="http://schemas.openxmlformats.org/drawingml/2006/main">
            <a:pPr algn="l">
              <a:defRPr sz="3150" b="0">
                <a:solidFill>
                  <a:srgbClr val="686868"/>
                </a:solidFill>
                <a:latin typeface="Pretendard"/>
                <a:ea typeface="Pretendard"/>
                <a:cs typeface="Pretendard"/>
              </a:defRPr>
            </a:pPr>
            <a:r>
              <a:rPr sz="3150" b="0">
                <a:solidFill>
                  <a:srgbClr val="686868"/>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6E464D67-2679-4BBA-9BD5-6C4DC2AF3988}"/>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D15B80F-0444-4450-A29F-E1DDDEF52CE5}"/>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BC819761-210A-4299-9554-7731E4911EF8}"/>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686868"/>
                </a:solidFill>
                <a:latin typeface="Pretendard"/>
                <a:ea typeface="Pretendard"/>
                <a:cs typeface="Pretendard"/>
              </a:defRPr>
            </a:defPPr>
            <a:lvl1pPr algn="l">
              <a:defRPr sz="3150" b="0">
                <a:solidFill>
                  <a:srgbClr val="686868"/>
                </a:solidFill>
                <a:latin typeface="Pretendard"/>
                <a:ea typeface="Pretendard"/>
                <a:cs typeface="Pretendard"/>
              </a:defRPr>
            </a:lvl1pPr>
            <a:lvl2pPr algn="l">
              <a:defRPr sz="3150" b="0">
                <a:solidFill>
                  <a:srgbClr val="686868"/>
                </a:solidFill>
                <a:latin typeface="Pretendard"/>
                <a:ea typeface="Pretendard"/>
                <a:cs typeface="Pretendard"/>
              </a:defRPr>
            </a:lvl2pPr>
            <a:lvl3pPr algn="l">
              <a:defRPr sz="3150" b="0">
                <a:solidFill>
                  <a:srgbClr val="686868"/>
                </a:solidFill>
                <a:latin typeface="Pretendard"/>
                <a:ea typeface="Pretendard"/>
                <a:cs typeface="Pretendard"/>
              </a:defRPr>
            </a:lvl3pPr>
            <a:lvl4pPr algn="l">
              <a:defRPr sz="3150" b="0">
                <a:solidFill>
                  <a:srgbClr val="686868"/>
                </a:solidFill>
                <a:latin typeface="Pretendard"/>
                <a:ea typeface="Pretendard"/>
                <a:cs typeface="Pretendard"/>
              </a:defRPr>
            </a:lvl4pPr>
            <a:lvl5pPr algn="l">
              <a:defRPr sz="3150" b="0">
                <a:solidFill>
                  <a:srgbClr val="686868"/>
                </a:solidFill>
                <a:latin typeface="Pretendard"/>
                <a:ea typeface="Pretendard"/>
                <a:cs typeface="Pretendard"/>
              </a:defRPr>
            </a:lvl5pPr>
            <a:lvl6pPr algn="l">
              <a:defRPr sz="3150" b="0">
                <a:solidFill>
                  <a:srgbClr val="686868"/>
                </a:solidFill>
                <a:latin typeface="Pretendard"/>
                <a:ea typeface="Pretendard"/>
                <a:cs typeface="Pretendard"/>
              </a:defRPr>
            </a:lvl6pPr>
            <a:lvl7pPr algn="l">
              <a:defRPr sz="3150" b="0">
                <a:solidFill>
                  <a:srgbClr val="686868"/>
                </a:solidFill>
                <a:latin typeface="Pretendard"/>
                <a:ea typeface="Pretendard"/>
                <a:cs typeface="Pretendard"/>
              </a:defRPr>
            </a:lvl7pPr>
            <a:lvl8pPr algn="l">
              <a:defRPr sz="3150" b="0">
                <a:solidFill>
                  <a:srgbClr val="686868"/>
                </a:solidFill>
                <a:latin typeface="Pretendard"/>
                <a:ea typeface="Pretendard"/>
                <a:cs typeface="Pretendard"/>
              </a:defRPr>
            </a:lvl8pPr>
            <a:lvl9pPr algn="l">
              <a:defRPr sz="3150" b="0">
                <a:solidFill>
                  <a:srgbClr val="686868"/>
                </a:solidFill>
                <a:latin typeface="Pretendard"/>
                <a:ea typeface="Pretendard"/>
                <a:cs typeface="Pretendard"/>
              </a:defRPr>
            </a:lvl9pPr>
          </a:lstStyle>
          <a:p xmlns:a="http://schemas.openxmlformats.org/drawingml/2006/main">
            <a:pPr algn="l">
              <a:defRPr sz="3150" b="0">
                <a:solidFill>
                  <a:srgbClr val="686868"/>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4DE253F4-25EF-42C4-B56C-7959589B9935}"/>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CB3828D-CBB5-46FC-96CD-ACD9F26CCE35}"/>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55CDD1AB-223E-4C65-BC95-36387E17359B}"/>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686868"/>
                </a:solidFill>
                <a:latin typeface="Pretendard"/>
                <a:ea typeface="Pretendard"/>
                <a:cs typeface="Pretendard"/>
              </a:defRPr>
            </a:defPPr>
            <a:lvl1pPr algn="l">
              <a:defRPr sz="3150" b="0">
                <a:solidFill>
                  <a:srgbClr val="686868"/>
                </a:solidFill>
                <a:latin typeface="Pretendard"/>
                <a:ea typeface="Pretendard"/>
                <a:cs typeface="Pretendard"/>
              </a:defRPr>
            </a:lvl1pPr>
            <a:lvl2pPr algn="l">
              <a:defRPr sz="3150" b="0">
                <a:solidFill>
                  <a:srgbClr val="686868"/>
                </a:solidFill>
                <a:latin typeface="Pretendard"/>
                <a:ea typeface="Pretendard"/>
                <a:cs typeface="Pretendard"/>
              </a:defRPr>
            </a:lvl2pPr>
            <a:lvl3pPr algn="l">
              <a:defRPr sz="3150" b="0">
                <a:solidFill>
                  <a:srgbClr val="686868"/>
                </a:solidFill>
                <a:latin typeface="Pretendard"/>
                <a:ea typeface="Pretendard"/>
                <a:cs typeface="Pretendard"/>
              </a:defRPr>
            </a:lvl3pPr>
            <a:lvl4pPr algn="l">
              <a:defRPr sz="3150" b="0">
                <a:solidFill>
                  <a:srgbClr val="686868"/>
                </a:solidFill>
                <a:latin typeface="Pretendard"/>
                <a:ea typeface="Pretendard"/>
                <a:cs typeface="Pretendard"/>
              </a:defRPr>
            </a:lvl4pPr>
            <a:lvl5pPr algn="l">
              <a:defRPr sz="3150" b="0">
                <a:solidFill>
                  <a:srgbClr val="686868"/>
                </a:solidFill>
                <a:latin typeface="Pretendard"/>
                <a:ea typeface="Pretendard"/>
                <a:cs typeface="Pretendard"/>
              </a:defRPr>
            </a:lvl5pPr>
            <a:lvl6pPr algn="l">
              <a:defRPr sz="3150" b="0">
                <a:solidFill>
                  <a:srgbClr val="686868"/>
                </a:solidFill>
                <a:latin typeface="Pretendard"/>
                <a:ea typeface="Pretendard"/>
                <a:cs typeface="Pretendard"/>
              </a:defRPr>
            </a:lvl6pPr>
            <a:lvl7pPr algn="l">
              <a:defRPr sz="3150" b="0">
                <a:solidFill>
                  <a:srgbClr val="686868"/>
                </a:solidFill>
                <a:latin typeface="Pretendard"/>
                <a:ea typeface="Pretendard"/>
                <a:cs typeface="Pretendard"/>
              </a:defRPr>
            </a:lvl7pPr>
            <a:lvl8pPr algn="l">
              <a:defRPr sz="3150" b="0">
                <a:solidFill>
                  <a:srgbClr val="686868"/>
                </a:solidFill>
                <a:latin typeface="Pretendard"/>
                <a:ea typeface="Pretendard"/>
                <a:cs typeface="Pretendard"/>
              </a:defRPr>
            </a:lvl8pPr>
            <a:lvl9pPr algn="l">
              <a:defRPr sz="3150" b="0">
                <a:solidFill>
                  <a:srgbClr val="686868"/>
                </a:solidFill>
                <a:latin typeface="Pretendard"/>
                <a:ea typeface="Pretendard"/>
                <a:cs typeface="Pretendard"/>
              </a:defRPr>
            </a:lvl9pPr>
          </a:lstStyle>
          <a:p xmlns:a="http://schemas.openxmlformats.org/drawingml/2006/main">
            <a:pPr algn="l">
              <a:defRPr sz="3150" b="0">
                <a:solidFill>
                  <a:srgbClr val="686868"/>
                </a:solidFill>
                <a:latin typeface="Pretendard"/>
                <a:ea typeface="Pretendard"/>
                <a:cs typeface="Pretendard"/>
              </a:defRPr>
            </a:pPr>
            <a:r>
              <a:rPr sz="3150" b="0">
                <a:solidFill>
                  <a:srgbClr val="686868"/>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3BE3336B-8C2F-4AE5-AFF2-C7CE00E4D2F5}"/>
              </a:ext>
            </a:extLst>
          </p:cNvPr>
          <p:cNvPicPr>
            <a:picLocks xmlns:a="http://schemas.openxmlformats.org/drawingml/2006/main" noChangeAspect="1"/>
          </p:cNvPicPr>
          <p:nvPr/>
        </p:nvPicPr>
        <p:blipFill>
          <a:blip xmlns:r="http://schemas.openxmlformats.org/officeDocument/2006/relationships" xmlns:a="http://schemas.openxmlformats.org/drawingml/2006/main" r:embed="Rf1f8224e6b184b1f"/>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681F4F32-D1F1-4EAB-892A-C1D7EF654DC8}"/>
              </a:ext>
            </a:extLst>
          </p:cNvPr>
          <p:cNvPicPr>
            <a:picLocks xmlns:a="http://schemas.openxmlformats.org/drawingml/2006/main" noChangeAspect="1"/>
          </p:cNvPicPr>
          <p:nvPr/>
        </p:nvPicPr>
        <p:blipFill>
          <a:blip xmlns:r="http://schemas.openxmlformats.org/officeDocument/2006/relationships" xmlns:a="http://schemas.openxmlformats.org/drawingml/2006/main" r:embed="R3dd4a879bd6045a4"/>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890907900"/>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4091F96-1EBB-4629-B3D8-7CC81AE9843C}"/>
              </a:ext>
            </a:extLst>
          </p:cNvPr>
          <p:cNvPicPr>
            <a:picLocks xmlns:a="http://schemas.openxmlformats.org/drawingml/2006/main" noChangeAspect="1"/>
          </p:cNvPicPr>
          <p:nvPr/>
        </p:nvPicPr>
        <p:blipFill>
          <a:blip xmlns:r="http://schemas.openxmlformats.org/officeDocument/2006/relationships" xmlns:a="http://schemas.openxmlformats.org/drawingml/2006/main" r:embed="R82102826dfac44b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F77586E6-7618-4A33-B613-1DB42B705C3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D40DC635-3EF3-48DD-936F-20592542CA6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55E9778F-198B-4852-8EB9-AD3475938BB4}"/>
              </a:ext>
            </a:extLst>
          </p:cNvPr>
          <p:cNvPicPr>
            <a:picLocks xmlns:a="http://schemas.openxmlformats.org/drawingml/2006/main" noChangeAspect="1"/>
          </p:cNvPicPr>
          <p:nvPr/>
        </p:nvPicPr>
        <p:blipFill>
          <a:blip xmlns:r="http://schemas.openxmlformats.org/officeDocument/2006/relationships" xmlns:a="http://schemas.openxmlformats.org/drawingml/2006/main" r:embed="R58779c9e998d44b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5085E7B9-A764-48C6-A8B7-86EFC73B95D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A9DC2262-B578-4D33-B367-E851A96C9DC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09C907EF-B17D-4E4D-A93E-E7274722396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DF6E5488-567B-4FB4-91A0-DBDA4904A8E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2140964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46A59E04-0EB6-4C3F-ACBF-110A1FA3311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6D2397B-AFDF-40D2-B1F1-BD19C0EF11D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472A7EA-4462-4A95-908E-5EE88AD9CB5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6525C57-CE60-4668-BA6E-EC1D9385B59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5F2A541-BB6F-40AC-B98A-DF4192052C9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1B4BE081-0C1B-4207-9650-DD47E36622E8}"/>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F2F3F1"/>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68443F3F-130C-4BC9-ACFB-9F2CEA882A31}"/>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F2F3F1"/>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0D49CA71-07B6-43AF-AE4E-5F50971E2A89}"/>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F2F3F1"/>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DEF0C246-EA23-4303-87C4-C2EB37C2DE13}"/>
              </a:ext>
            </a:extLst>
          </p:cNvPr>
          <p:cNvPicPr>
            <a:picLocks xmlns:a="http://schemas.openxmlformats.org/drawingml/2006/main" noChangeAspect="1"/>
          </p:cNvPicPr>
          <p:nvPr/>
        </p:nvPicPr>
        <p:blipFill>
          <a:blip xmlns:r="http://schemas.openxmlformats.org/officeDocument/2006/relationships" xmlns:a="http://schemas.openxmlformats.org/drawingml/2006/main" r:embed="R6e165f463415407f"/>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46E849A6-388C-4303-96DA-B4B04B5791BB}"/>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경로와 무관하다.</a:t>
            </a:r>
          </a:p>
        </p:txBody>
      </p:sp>
      <p:sp>
        <p:nvSpPr>
          <p:cNvPr id="15" name="v26 핵심어 강조 설명 2">
            <a:extLst xmlns:a="http://schemas.openxmlformats.org/drawingml/2006/main">
              <a:ext uri="{FF2B5EF4-FFF2-40B4-BE49-F238E27FC236}">
                <a16:creationId xmlns:a16="http://schemas.microsoft.com/office/drawing/2014/main" id="{C5EAD0B5-EB3F-4319-B3BA-F52F628839A4}"/>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rPr sz="3150">
                <a:solidFill>
                  <a:srgbClr val="202020"/>
                </a:solidFill>
                <a:latin typeface="Pretendard"/>
                <a:ea typeface="Pretendard"/>
                <a:cs typeface="Pretendard"/>
              </a:rPr>
              <a:t>· </a:t>
            </a:r>
            <a:r>
              <a:rPr sz="3150" b="1">
                <a:solidFill>
                  <a:srgbClr val="202020"/>
                </a:solidFill>
                <a:latin typeface="Pretendard"/>
                <a:ea typeface="Pretendard"/>
                <a:cs typeface="Pretendard"/>
              </a:rPr>
              <a:t>총 열량 불변의 법칙</a:t>
            </a:r>
            <a:r>
              <a:rPr sz="3150">
                <a:solidFill>
                  <a:srgbClr val="202020"/>
                </a:solidFill>
                <a:latin typeface="Pretendard"/>
                <a:ea typeface="Pretendard"/>
                <a:cs typeface="Pretendard"/>
              </a:rP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31692E3D-9AAE-4F66-A1CF-A22F6CEDECD3}"/>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t>· 직접 측정하기 어려운 반응의 </a:t>
            </a:r>
            <a:r>
              <a:t>Δ</a:t>
            </a:r>
            <a:r>
              <a:rPr i="1">
                <a:latin typeface="Pretendard"/>
                <a:ea typeface="Pretendard"/>
                <a:cs typeface="Pretendard"/>
              </a:rPr>
              <a:t>H</a:t>
            </a:r>
            <a:r>
              <a:t>도 간접적으로 구할 수 있다.</a:t>
            </a:r>
          </a:p>
        </p:txBody>
      </p:sp>
      <p:pic>
        <p:nvPicPr>
          <p:cNvPr id="17" name="">
            <a:extLst xmlns:a="http://schemas.openxmlformats.org/drawingml/2006/main">
              <a:ext uri="{FF2B5EF4-FFF2-40B4-BE49-F238E27FC236}">
                <a16:creationId xmlns:a16="http://schemas.microsoft.com/office/drawing/2014/main" id="{4381B890-A74C-436F-BBB2-059AA298C6A7}"/>
              </a:ext>
            </a:extLst>
          </p:cNvPr>
          <p:cNvPicPr>
            <a:picLocks xmlns:a="http://schemas.openxmlformats.org/drawingml/2006/main" noChangeAspect="1"/>
          </p:cNvPicPr>
          <p:nvPr/>
        </p:nvPicPr>
        <p:blipFill>
          <a:blip xmlns:r="http://schemas.openxmlformats.org/officeDocument/2006/relationships" xmlns:a="http://schemas.openxmlformats.org/drawingml/2006/main" r:embed="R5f85a1befab3464b"/>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9902518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D04C2489-2D49-4953-A39D-8381FC2E2C49}"/>
              </a:ext>
            </a:extLst>
          </p:cNvPr>
          <p:cNvPicPr>
            <a:picLocks xmlns:a="http://schemas.openxmlformats.org/drawingml/2006/main" noChangeAspect="1"/>
          </p:cNvPicPr>
          <p:nvPr/>
        </p:nvPicPr>
        <p:blipFill>
          <a:blip xmlns:r="http://schemas.openxmlformats.org/officeDocument/2006/relationships" xmlns:a="http://schemas.openxmlformats.org/drawingml/2006/main" r:embed="R758b43a70c4a4c8d"/>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4B967EF-9548-4C7E-BD92-F83A5B19326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AE224A-D76C-4B00-86E5-F918DD0B669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EB48542-4A1A-4BA1-905B-AE714A4A7D4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FC87FAD-FD4B-462C-9EAC-779FF2322B8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7683C5F6-54B7-49C3-BA93-32ECCA7F93BE}"/>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같은 반응을 비교하려면</a:t>
            </a:r>
          </a:p>
        </p:txBody>
      </p:sp>
      <p:sp>
        <p:nvSpPr>
          <p:cNvPr id="8" name="text">
            <a:extLst xmlns:a="http://schemas.openxmlformats.org/drawingml/2006/main">
              <a:ext uri="{FF2B5EF4-FFF2-40B4-BE49-F238E27FC236}">
                <a16:creationId xmlns:a16="http://schemas.microsoft.com/office/drawing/2014/main" id="{A1641A66-DF5C-4840-BA6E-500702EE905D}"/>
              </a:ext>
            </a:extLst>
          </p:cNvPr>
          <p:cNvSpPr>
            <a:spLocks xmlns:a="http://schemas.openxmlformats.org/drawingml/2006/main" noGrp="1"/>
          </p:cNvSpPr>
          <p:nvPr/>
        </p:nvSpPr>
        <p:spPr>
          <a:xfrm xmlns:a="http://schemas.openxmlformats.org/drawingml/2006/main">
            <a:off x="5715000" y="41148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B3533E3C-EEB8-450A-A4C9-94AFBFAC991F}"/>
              </a:ext>
            </a:extLst>
          </p:cNvPr>
          <p:cNvSpPr>
            <a:spLocks xmlns:a="http://schemas.openxmlformats.org/drawingml/2006/main" noGrp="1"/>
          </p:cNvSpPr>
          <p:nvPr/>
        </p:nvSpPr>
        <p:spPr>
          <a:xfrm xmlns:a="http://schemas.openxmlformats.org/drawingml/2006/main">
            <a:off x="5715000" y="47053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79BAFCBC-7EBE-47FA-9851-A995910080C8}"/>
              </a:ext>
            </a:extLst>
          </p:cNvPr>
          <p:cNvSpPr>
            <a:spLocks xmlns:a="http://schemas.openxmlformats.org/drawingml/2006/main" noGrp="1"/>
          </p:cNvSpPr>
          <p:nvPr/>
        </p:nvSpPr>
        <p:spPr>
          <a:xfrm xmlns:a="http://schemas.openxmlformats.org/drawingml/2006/main">
            <a:off x="5715000" y="58102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8413C00F-7FB5-4E13-A8D7-8E1DA5D421A3}"/>
              </a:ext>
            </a:extLst>
          </p:cNvPr>
          <p:cNvSpPr>
            <a:spLocks xmlns:a="http://schemas.openxmlformats.org/drawingml/2006/main" noGrp="1"/>
          </p:cNvSpPr>
          <p:nvPr/>
        </p:nvSpPr>
        <p:spPr>
          <a:xfrm xmlns:a="http://schemas.openxmlformats.org/drawingml/2006/main">
            <a:off x="5715000" y="64008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5522D4B4-258C-4B26-8F13-A63A0893D7D0}"/>
              </a:ext>
            </a:extLst>
          </p:cNvPr>
          <p:cNvSpPr>
            <a:spLocks xmlns:a="http://schemas.openxmlformats.org/drawingml/2006/main" noGrp="1"/>
          </p:cNvSpPr>
          <p:nvPr/>
        </p:nvSpPr>
        <p:spPr>
          <a:xfrm xmlns:a="http://schemas.openxmlformats.org/drawingml/2006/main">
            <a:off x="5715000" y="7505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C5E38479-EBA8-4105-BFA5-0750438D90EC}"/>
              </a:ext>
            </a:extLst>
          </p:cNvPr>
          <p:cNvSpPr>
            <a:spLocks xmlns:a="http://schemas.openxmlformats.org/drawingml/2006/main" noGrp="1"/>
          </p:cNvSpPr>
          <p:nvPr/>
        </p:nvSpPr>
        <p:spPr>
          <a:xfrm xmlns:a="http://schemas.openxmlformats.org/drawingml/2006/main">
            <a:off x="5715000" y="80962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29814BE1-C18F-42E2-B4C2-F94ACCBC824C}"/>
              </a:ext>
            </a:extLst>
          </p:cNvPr>
          <p:cNvPicPr>
            <a:picLocks xmlns:a="http://schemas.openxmlformats.org/drawingml/2006/main" noChangeAspect="1"/>
          </p:cNvPicPr>
          <p:nvPr/>
        </p:nvPicPr>
        <p:blipFill>
          <a:blip xmlns:r="http://schemas.openxmlformats.org/officeDocument/2006/relationships" xmlns:a="http://schemas.openxmlformats.org/drawingml/2006/main" r:embed="Re4e4594947174159"/>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75ACB837-EEBF-4DCB-90C4-73DD62B0488B}"/>
              </a:ext>
            </a:extLst>
          </p:cNvPr>
          <p:cNvPicPr>
            <a:picLocks xmlns:a="http://schemas.openxmlformats.org/drawingml/2006/main" noChangeAspect="1"/>
          </p:cNvPicPr>
          <p:nvPr/>
        </p:nvPicPr>
        <p:blipFill>
          <a:blip xmlns:r="http://schemas.openxmlformats.org/officeDocument/2006/relationships" xmlns:a="http://schemas.openxmlformats.org/drawingml/2006/main" r:embed="R0c2a00eb4ddc4fa0"/>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10E0EC34-7FB9-4FD2-A483-9BEEC977BF3A}"/>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2F3F1"/>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E238B81D-D7A5-42CF-993C-7240EC6BB513}"/>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2F3F1"/>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4CF7E632-24B5-44A7-B9CF-B73AFD445D24}"/>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81B6D68D-C566-494D-A5D8-95D0D2E953AF}"/>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E1CF34EB-0E10-477D-8446-F7512DFAC049}"/>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2F3F1"/>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6767F36F-AFA2-4CA7-B5D3-9BA05547483F}"/>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2F3F1"/>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E6648280-C496-4580-B705-32AC56F71CA4}"/>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D98DE25D-DF48-4B9C-9082-739196D7FF9B}"/>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모두 같게!</a:t>
            </a:r>
          </a:p>
        </p:txBody>
      </p:sp>
      <p:sp>
        <p:nvSpPr>
          <p:cNvPr id="25" name="칠판 내용 구분선">
            <a:extLst xmlns:a="http://schemas.openxmlformats.org/drawingml/2006/main">
              <a:ext uri="{FF2B5EF4-FFF2-40B4-BE49-F238E27FC236}">
                <a16:creationId xmlns:a16="http://schemas.microsoft.com/office/drawing/2014/main" id="{D371022B-2361-4B0C-A643-4CCCEDC1E438}"/>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6" name="칠판 내용 구분선">
            <a:extLst xmlns:a="http://schemas.openxmlformats.org/drawingml/2006/main">
              <a:ext uri="{FF2B5EF4-FFF2-40B4-BE49-F238E27FC236}">
                <a16:creationId xmlns:a16="http://schemas.microsoft.com/office/drawing/2014/main" id="{5E10E82A-B2FF-4C41-BF4D-810D910F6BCA}"/>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pic>
        <p:nvPicPr>
          <p:cNvPr id="27" name="">
            <a:extLst xmlns:a="http://schemas.openxmlformats.org/drawingml/2006/main">
              <a:ext uri="{FF2B5EF4-FFF2-40B4-BE49-F238E27FC236}">
                <a16:creationId xmlns:a16="http://schemas.microsoft.com/office/drawing/2014/main" id="{EBF8D5E3-8678-489B-A3DE-17B379DFFF8F}"/>
              </a:ext>
            </a:extLst>
          </p:cNvPr>
          <p:cNvPicPr>
            <a:picLocks xmlns:a="http://schemas.openxmlformats.org/drawingml/2006/main" noChangeAspect="1"/>
          </p:cNvPicPr>
          <p:nvPr/>
        </p:nvPicPr>
        <p:blipFill>
          <a:blip xmlns:r="http://schemas.openxmlformats.org/officeDocument/2006/relationships" xmlns:a="http://schemas.openxmlformats.org/drawingml/2006/main" r:embed="Rdfc36ffd540441b6"/>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9167364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ECF08F57-5216-4C37-AF5D-1C1229255ACA}"/>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F2F3F1"/>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6E953E06-A35B-4ECD-91EE-9FD594CCFB34}"/>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C61D7402-F117-4EED-9ED7-B2958815B9F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3C7074-FB8A-4681-8BE2-797F6DC4A90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8CEA774-011A-4883-AD6E-8C0094B7C24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3A98254-BE82-4D80-8B8E-92FE5EF88FE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61E6E0E9-AB10-4A57-8D38-1BB4B6F5731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t>경로가 달라도, </a:t>
            </a:r>
            <a:r>
              <a:t>Δ</a:t>
            </a:r>
            <a:r>
              <a:rPr i="1">
                <a:latin typeface="Pretendard"/>
                <a:ea typeface="Pretendard"/>
                <a:cs typeface="Pretendard"/>
              </a:rPr>
              <a:t>H</a:t>
            </a:r>
            <a:r>
              <a:t>는 같다</a:t>
            </a:r>
          </a:p>
        </p:txBody>
      </p:sp>
      <p:pic>
        <p:nvPicPr>
          <p:cNvPr id="8" name="">
            <a:extLst xmlns:a="http://schemas.openxmlformats.org/drawingml/2006/main">
              <a:ext uri="{FF2B5EF4-FFF2-40B4-BE49-F238E27FC236}">
                <a16:creationId xmlns:a16="http://schemas.microsoft.com/office/drawing/2014/main" id="{5CCCA524-C65B-4D65-A3E9-DECD5CF60DBF}"/>
              </a:ext>
            </a:extLst>
          </p:cNvPr>
          <p:cNvPicPr>
            <a:picLocks xmlns:a="http://schemas.openxmlformats.org/drawingml/2006/main" noChangeAspect="1"/>
          </p:cNvPicPr>
          <p:nvPr/>
        </p:nvPicPr>
        <p:blipFill>
          <a:blip xmlns:r="http://schemas.openxmlformats.org/officeDocument/2006/relationships" xmlns:a="http://schemas.openxmlformats.org/drawingml/2006/main" r:embed="Rcf6c08d0d1eb4a75"/>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B6ECB2E-1477-4E21-8981-21FE4727AC3C}"/>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02020"/>
                </a:solidFill>
                <a:latin typeface="Pretendard"/>
                <a:ea typeface="Pretendard"/>
                <a:cs typeface="Pretendard"/>
              </a:defRPr>
            </a:defPPr>
            <a:lvl1pPr algn="ctr">
              <a:defRPr sz="2400" b="1">
                <a:solidFill>
                  <a:srgbClr val="202020"/>
                </a:solidFill>
                <a:latin typeface="Pretendard"/>
                <a:ea typeface="Pretendard"/>
                <a:cs typeface="Pretendard"/>
              </a:defRPr>
            </a:lvl1pPr>
            <a:lvl2pPr algn="ctr">
              <a:defRPr sz="2400" b="1">
                <a:solidFill>
                  <a:srgbClr val="202020"/>
                </a:solidFill>
                <a:latin typeface="Pretendard"/>
                <a:ea typeface="Pretendard"/>
                <a:cs typeface="Pretendard"/>
              </a:defRPr>
            </a:lvl2pPr>
            <a:lvl3pPr algn="ctr">
              <a:defRPr sz="2400" b="1">
                <a:solidFill>
                  <a:srgbClr val="202020"/>
                </a:solidFill>
                <a:latin typeface="Pretendard"/>
                <a:ea typeface="Pretendard"/>
                <a:cs typeface="Pretendard"/>
              </a:defRPr>
            </a:lvl3pPr>
            <a:lvl4pPr algn="ctr">
              <a:defRPr sz="2400" b="1">
                <a:solidFill>
                  <a:srgbClr val="202020"/>
                </a:solidFill>
                <a:latin typeface="Pretendard"/>
                <a:ea typeface="Pretendard"/>
                <a:cs typeface="Pretendard"/>
              </a:defRPr>
            </a:lvl4pPr>
            <a:lvl5pPr algn="ctr">
              <a:defRPr sz="2400" b="1">
                <a:solidFill>
                  <a:srgbClr val="202020"/>
                </a:solidFill>
                <a:latin typeface="Pretendard"/>
                <a:ea typeface="Pretendard"/>
                <a:cs typeface="Pretendard"/>
              </a:defRPr>
            </a:lvl5pPr>
            <a:lvl6pPr algn="ctr">
              <a:defRPr sz="2400" b="1">
                <a:solidFill>
                  <a:srgbClr val="202020"/>
                </a:solidFill>
                <a:latin typeface="Pretendard"/>
                <a:ea typeface="Pretendard"/>
                <a:cs typeface="Pretendard"/>
              </a:defRPr>
            </a:lvl6pPr>
            <a:lvl7pPr algn="ctr">
              <a:defRPr sz="2400" b="1">
                <a:solidFill>
                  <a:srgbClr val="202020"/>
                </a:solidFill>
                <a:latin typeface="Pretendard"/>
                <a:ea typeface="Pretendard"/>
                <a:cs typeface="Pretendard"/>
              </a:defRPr>
            </a:lvl7pPr>
            <a:lvl8pPr algn="ctr">
              <a:defRPr sz="2400" b="1">
                <a:solidFill>
                  <a:srgbClr val="202020"/>
                </a:solidFill>
                <a:latin typeface="Pretendard"/>
                <a:ea typeface="Pretendard"/>
                <a:cs typeface="Pretendard"/>
              </a:defRPr>
            </a:lvl8pPr>
            <a:lvl9pPr algn="ctr">
              <a:defRPr sz="2400" b="1">
                <a:solidFill>
                  <a:srgbClr val="202020"/>
                </a:solidFill>
                <a:latin typeface="Pretendard"/>
                <a:ea typeface="Pretendard"/>
                <a:cs typeface="Pretendard"/>
              </a:defRPr>
            </a:lvl9pPr>
          </a:lstStyle>
          <a:p xmlns:a="http://schemas.openxmlformats.org/drawingml/2006/main">
            <a:pPr algn="ctr">
              <a:defRPr sz="2400" b="1">
                <a:solidFill>
                  <a:srgbClr val="202020"/>
                </a:solidFill>
                <a:latin typeface="Pretendard"/>
                <a:ea typeface="Pretendard"/>
                <a:cs typeface="Pretendard"/>
              </a:defRPr>
            </a:pPr>
            <a:r>
              <a:rPr sz="2400" b="1">
                <a:solidFill>
                  <a:srgbClr val="202020"/>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6A1A52E6-4B66-46BD-BEF9-A92DAC03EC8F}"/>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02020"/>
                </a:solidFill>
                <a:latin typeface="Pretendard"/>
                <a:ea typeface="Pretendard"/>
                <a:cs typeface="Pretendard"/>
              </a:defRPr>
            </a:defPPr>
            <a:lvl1pPr algn="ctr">
              <a:defRPr sz="2400" b="1">
                <a:solidFill>
                  <a:srgbClr val="202020"/>
                </a:solidFill>
                <a:latin typeface="Pretendard"/>
                <a:ea typeface="Pretendard"/>
                <a:cs typeface="Pretendard"/>
              </a:defRPr>
            </a:lvl1pPr>
            <a:lvl2pPr algn="ctr">
              <a:defRPr sz="2400" b="1">
                <a:solidFill>
                  <a:srgbClr val="202020"/>
                </a:solidFill>
                <a:latin typeface="Pretendard"/>
                <a:ea typeface="Pretendard"/>
                <a:cs typeface="Pretendard"/>
              </a:defRPr>
            </a:lvl2pPr>
            <a:lvl3pPr algn="ctr">
              <a:defRPr sz="2400" b="1">
                <a:solidFill>
                  <a:srgbClr val="202020"/>
                </a:solidFill>
                <a:latin typeface="Pretendard"/>
                <a:ea typeface="Pretendard"/>
                <a:cs typeface="Pretendard"/>
              </a:defRPr>
            </a:lvl3pPr>
            <a:lvl4pPr algn="ctr">
              <a:defRPr sz="2400" b="1">
                <a:solidFill>
                  <a:srgbClr val="202020"/>
                </a:solidFill>
                <a:latin typeface="Pretendard"/>
                <a:ea typeface="Pretendard"/>
                <a:cs typeface="Pretendard"/>
              </a:defRPr>
            </a:lvl4pPr>
            <a:lvl5pPr algn="ctr">
              <a:defRPr sz="2400" b="1">
                <a:solidFill>
                  <a:srgbClr val="202020"/>
                </a:solidFill>
                <a:latin typeface="Pretendard"/>
                <a:ea typeface="Pretendard"/>
                <a:cs typeface="Pretendard"/>
              </a:defRPr>
            </a:lvl5pPr>
            <a:lvl6pPr algn="ctr">
              <a:defRPr sz="2400" b="1">
                <a:solidFill>
                  <a:srgbClr val="202020"/>
                </a:solidFill>
                <a:latin typeface="Pretendard"/>
                <a:ea typeface="Pretendard"/>
                <a:cs typeface="Pretendard"/>
              </a:defRPr>
            </a:lvl6pPr>
            <a:lvl7pPr algn="ctr">
              <a:defRPr sz="2400" b="1">
                <a:solidFill>
                  <a:srgbClr val="202020"/>
                </a:solidFill>
                <a:latin typeface="Pretendard"/>
                <a:ea typeface="Pretendard"/>
                <a:cs typeface="Pretendard"/>
              </a:defRPr>
            </a:lvl7pPr>
            <a:lvl8pPr algn="ctr">
              <a:defRPr sz="2400" b="1">
                <a:solidFill>
                  <a:srgbClr val="202020"/>
                </a:solidFill>
                <a:latin typeface="Pretendard"/>
                <a:ea typeface="Pretendard"/>
                <a:cs typeface="Pretendard"/>
              </a:defRPr>
            </a:lvl8pPr>
            <a:lvl9pPr algn="ctr">
              <a:defRPr sz="2400" b="1">
                <a:solidFill>
                  <a:srgbClr val="202020"/>
                </a:solidFill>
                <a:latin typeface="Pretendard"/>
                <a:ea typeface="Pretendard"/>
                <a:cs typeface="Pretendard"/>
              </a:defRPr>
            </a:lvl9pPr>
          </a:lstStyle>
          <a:p xmlns:a="http://schemas.openxmlformats.org/drawingml/2006/main">
            <a:pPr algn="ctr">
              <a:defRPr sz="2400" b="1">
                <a:solidFill>
                  <a:srgbClr val="202020"/>
                </a:solidFill>
                <a:latin typeface="Pretendard"/>
                <a:ea typeface="Pretendard"/>
                <a:cs typeface="Pretendard"/>
              </a:defRPr>
            </a:pPr>
            <a:r>
              <a:rPr sz="2400" b="1">
                <a:solidFill>
                  <a:srgbClr val="202020"/>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ADB5BF54-1DD6-4ABE-A9AA-43DB5C44D342}"/>
              </a:ext>
            </a:extLst>
          </p:cNvPr>
          <p:cNvPicPr>
            <a:picLocks xmlns:a="http://schemas.openxmlformats.org/drawingml/2006/main" noChangeAspect="1"/>
          </p:cNvPicPr>
          <p:nvPr/>
        </p:nvPicPr>
        <p:blipFill>
          <a:blip xmlns:r="http://schemas.openxmlformats.org/officeDocument/2006/relationships" xmlns:a="http://schemas.openxmlformats.org/drawingml/2006/main" r:embed="R839eea31f4d14b39"/>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7DB09DAD-6882-4D3A-B7A6-C7DFE3A72E9E}"/>
              </a:ext>
            </a:extLst>
          </p:cNvPr>
          <p:cNvPicPr>
            <a:picLocks xmlns:a="http://schemas.openxmlformats.org/drawingml/2006/main" noChangeAspect="1"/>
          </p:cNvPicPr>
          <p:nvPr/>
        </p:nvPicPr>
        <p:blipFill>
          <a:blip xmlns:r="http://schemas.openxmlformats.org/officeDocument/2006/relationships" xmlns:a="http://schemas.openxmlformats.org/drawingml/2006/main" r:embed="Rfaef7753514148c8"/>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F851D99-BAD6-4AF2-9A20-542D59C9CB91}"/>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FBD2628-3AEC-4456-BC26-F92768D59B85}"/>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9EC5A89C-F3B5-4655-B645-4519B1D6B50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같은 처음 상태에서 같은 나중 상태로 변할 때</a:t>
            </a:r>
          </a:p>
        </p:txBody>
      </p:sp>
      <p:pic>
        <p:nvPicPr>
          <p:cNvPr id="18" name="">
            <a:extLst xmlns:a="http://schemas.openxmlformats.org/drawingml/2006/main">
              <a:ext uri="{FF2B5EF4-FFF2-40B4-BE49-F238E27FC236}">
                <a16:creationId xmlns:a16="http://schemas.microsoft.com/office/drawing/2014/main" id="{0CDFB5F2-11B6-4ADB-AC40-F9F6E480F9ED}"/>
              </a:ext>
            </a:extLst>
          </p:cNvPr>
          <p:cNvPicPr>
            <a:picLocks xmlns:a="http://schemas.openxmlformats.org/drawingml/2006/main" noChangeAspect="1"/>
          </p:cNvPicPr>
          <p:nvPr/>
        </p:nvPicPr>
        <p:blipFill>
          <a:blip xmlns:r="http://schemas.openxmlformats.org/officeDocument/2006/relationships" xmlns:a="http://schemas.openxmlformats.org/drawingml/2006/main" r:embed="Re4e888d5f0f24ab4"/>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5507752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a:extLst xmlns:a="http://schemas.openxmlformats.org/drawingml/2006/main">
              <a:ext uri="{FF2B5EF4-FFF2-40B4-BE49-F238E27FC236}">
                <a16:creationId xmlns:a16="http://schemas.microsoft.com/office/drawing/2014/main" id="{974A2263-3740-441D-9DB6-51538BC9096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C6A3EBE6-EC7A-4D0F-BE63-C15E5CC84AE8}"/>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r>
              <a:rPr sz="3300" b="1">
                <a:solidFill>
                  <a:srgbClr val="28691C"/>
                </a:solidFill>
                <a:latin typeface="Pretendard"/>
                <a:ea typeface="Pretendard"/>
                <a:cs typeface="Pretendard"/>
              </a:rPr>
              <a:t> 헤스 법칙</a:t>
            </a:r>
          </a:p>
        </p:txBody>
      </p:sp>
      <p:sp>
        <p:nvSpPr>
          <p:cNvPr id="3" name="text">
            <a:extLst xmlns:a="http://schemas.openxmlformats.org/drawingml/2006/main">
              <a:ext uri="{FF2B5EF4-FFF2-40B4-BE49-F238E27FC236}">
                <a16:creationId xmlns:a16="http://schemas.microsoft.com/office/drawing/2014/main" id="{AA1BCB26-5EC5-4547-9B1E-DEAED4E4E68E}"/>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직접 경로와 CO를 거치는 경로</a:t>
            </a:r>
          </a:p>
        </p:txBody>
      </p:sp>
      <p:pic>
        <p:nvPicPr>
          <p:cNvPr id="5" name="">
            <a:extLst xmlns:a="http://schemas.openxmlformats.org/drawingml/2006/main">
              <a:ext uri="{FF2B5EF4-FFF2-40B4-BE49-F238E27FC236}">
                <a16:creationId xmlns:a16="http://schemas.microsoft.com/office/drawing/2014/main" id="{C045F01A-4E07-44BE-BB09-692C1A99358E}"/>
              </a:ext>
            </a:extLst>
          </p:cNvPr>
          <p:cNvPicPr>
            <a:picLocks xmlns:a="http://schemas.openxmlformats.org/drawingml/2006/main" noChangeAspect="1"/>
          </p:cNvPicPr>
          <p:nvPr/>
        </p:nvPicPr>
        <p:blipFill>
          <a:blip xmlns:r="http://schemas.openxmlformats.org/officeDocument/2006/relationships" xmlns:a="http://schemas.openxmlformats.org/drawingml/2006/main" r:embed="Rd4c75d84f0db419f"/>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37A9348D-29F8-47F0-A55B-6FD949D9782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pic>
        <p:nvPicPr>
          <p:cNvPr id="7" name="">
            <a:extLst xmlns:a="http://schemas.openxmlformats.org/drawingml/2006/main">
              <a:ext uri="{FF2B5EF4-FFF2-40B4-BE49-F238E27FC236}">
                <a16:creationId xmlns:a16="http://schemas.microsoft.com/office/drawing/2014/main" id="{C9ADCAFB-F43E-4EE8-A9EF-38E10CC75D54}"/>
              </a:ext>
            </a:extLst>
          </p:cNvPr>
          <p:cNvPicPr>
            <a:picLocks xmlns:a="http://schemas.openxmlformats.org/drawingml/2006/main" noChangeAspect="1"/>
          </p:cNvPicPr>
          <p:nvPr/>
        </p:nvPicPr>
        <p:blipFill>
          <a:blip xmlns:r="http://schemas.openxmlformats.org/officeDocument/2006/relationships" xmlns:a="http://schemas.openxmlformats.org/drawingml/2006/main" r:embed="Rbcd599644b3f4b1b"/>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2028889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01AE0588-C9B4-4543-8814-CA2CE86C6A41}"/>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E3E5E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2A5BCDDC-4F5A-4955-8032-2B93A6E9837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F51BABF-35A9-4A9A-8827-28A00CA48CD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C7E27A9-A6B9-47E3-9E41-28D47E2EFAE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D130B31-1A99-4F8D-9BC3-7A1DB049D64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F78C483-326B-4559-94B5-044AF44D346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CFFE35ED-873B-4F62-A0C1-50162C66478A}"/>
              </a:ext>
            </a:extLst>
          </p:cNvPr>
          <p:cNvPicPr>
            <a:picLocks xmlns:a="http://schemas.openxmlformats.org/drawingml/2006/main" noChangeAspect="1"/>
          </p:cNvPicPr>
          <p:nvPr/>
        </p:nvPicPr>
        <p:blipFill>
          <a:blip xmlns:r="http://schemas.openxmlformats.org/officeDocument/2006/relationships" xmlns:a="http://schemas.openxmlformats.org/drawingml/2006/main" r:embed="R7c8d7ba0d62d4cd7"/>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7723C23-5BF0-4C1F-893B-26E415F1E796}"/>
              </a:ext>
            </a:extLst>
          </p:cNvPr>
          <p:cNvPicPr>
            <a:picLocks xmlns:a="http://schemas.openxmlformats.org/drawingml/2006/main" noChangeAspect="1"/>
          </p:cNvPicPr>
          <p:nvPr/>
        </p:nvPicPr>
        <p:blipFill>
          <a:blip xmlns:r="http://schemas.openxmlformats.org/officeDocument/2006/relationships" xmlns:a="http://schemas.openxmlformats.org/drawingml/2006/main" r:embed="Rb86e579bcf0e4cbe"/>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DA600A5-9E44-4499-812F-0936011FFE83}"/>
              </a:ext>
            </a:extLst>
          </p:cNvPr>
          <p:cNvPicPr>
            <a:picLocks xmlns:a="http://schemas.openxmlformats.org/drawingml/2006/main" noChangeAspect="1"/>
          </p:cNvPicPr>
          <p:nvPr/>
        </p:nvPicPr>
        <p:blipFill>
          <a:blip xmlns:r="http://schemas.openxmlformats.org/officeDocument/2006/relationships" xmlns:a="http://schemas.openxmlformats.org/drawingml/2006/main" r:embed="R1ad4bde6551e4a4b"/>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E884B4F8-B4F2-4DE8-97A9-207C88273270}"/>
              </a:ext>
            </a:extLst>
          </p:cNvPr>
          <p:cNvPicPr>
            <a:picLocks xmlns:a="http://schemas.openxmlformats.org/drawingml/2006/main" noChangeAspect="1"/>
          </p:cNvPicPr>
          <p:nvPr/>
        </p:nvPicPr>
        <p:blipFill>
          <a:blip xmlns:r="http://schemas.openxmlformats.org/officeDocument/2006/relationships" xmlns:a="http://schemas.openxmlformats.org/drawingml/2006/main" r:embed="R6ea69e4ec7f94074"/>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D994C9D5-CFB5-47BC-9BD5-EAE0A5D75872}"/>
              </a:ext>
            </a:extLst>
          </p:cNvPr>
          <p:cNvPicPr>
            <a:picLocks xmlns:a="http://schemas.openxmlformats.org/drawingml/2006/main" noChangeAspect="1"/>
          </p:cNvPicPr>
          <p:nvPr/>
        </p:nvPicPr>
        <p:blipFill>
          <a:blip xmlns:r="http://schemas.openxmlformats.org/officeDocument/2006/relationships" xmlns:a="http://schemas.openxmlformats.org/drawingml/2006/main" r:embed="R4e698bc97b6246c2"/>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91993300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517D7BF-7F27-41D0-92C6-B122408B8512}"/>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A94403C6-239F-4122-907C-492761CCD8F4}"/>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C46B8EDA-1230-40DE-8FA1-F91C5E7B18D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F77DAAA-871B-4E3F-8F4C-9753DC2AB4D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14122AD-633D-4C68-91F1-3A8F6F500F1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7BE7767-9181-4531-82DE-9AFEE94FE2B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793BD08-54B2-4013-A49F-CAE1929C8CB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07320482-889D-4F08-A864-B3658034D1FC}"/>
              </a:ext>
            </a:extLst>
          </p:cNvPr>
          <p:cNvPicPr>
            <a:picLocks xmlns:a="http://schemas.openxmlformats.org/drawingml/2006/main" noChangeAspect="1"/>
          </p:cNvPicPr>
          <p:nvPr/>
        </p:nvPicPr>
        <p:blipFill>
          <a:blip xmlns:r="http://schemas.openxmlformats.org/officeDocument/2006/relationships" xmlns:a="http://schemas.openxmlformats.org/drawingml/2006/main" r:embed="R82f443172f9644c9"/>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0D09C37-3D5C-4C99-901E-4A5F65F9CEA9}"/>
              </a:ext>
            </a:extLst>
          </p:cNvPr>
          <p:cNvPicPr>
            <a:picLocks xmlns:a="http://schemas.openxmlformats.org/drawingml/2006/main" noChangeAspect="1"/>
          </p:cNvPicPr>
          <p:nvPr/>
        </p:nvPicPr>
        <p:blipFill>
          <a:blip xmlns:r="http://schemas.openxmlformats.org/officeDocument/2006/relationships" xmlns:a="http://schemas.openxmlformats.org/drawingml/2006/main" r:embed="Rd3b3466e9da9405f"/>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0B69F2DF-1503-4A09-B0A3-95DB95B21CCA}"/>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8691C"/>
                </a:solidFill>
                <a:latin typeface="Pretendard"/>
                <a:ea typeface="Pretendard"/>
                <a:cs typeface="Pretendard"/>
              </a:defRPr>
            </a:defPPr>
            <a:lvl1pPr algn="l">
              <a:defRPr sz="2100" b="1">
                <a:solidFill>
                  <a:srgbClr val="28691C"/>
                </a:solidFill>
                <a:latin typeface="Pretendard"/>
                <a:ea typeface="Pretendard"/>
                <a:cs typeface="Pretendard"/>
              </a:defRPr>
            </a:lvl1pPr>
            <a:lvl2pPr algn="l">
              <a:defRPr sz="2100" b="1">
                <a:solidFill>
                  <a:srgbClr val="28691C"/>
                </a:solidFill>
                <a:latin typeface="Pretendard"/>
                <a:ea typeface="Pretendard"/>
                <a:cs typeface="Pretendard"/>
              </a:defRPr>
            </a:lvl2pPr>
            <a:lvl3pPr algn="l">
              <a:defRPr sz="2100" b="1">
                <a:solidFill>
                  <a:srgbClr val="28691C"/>
                </a:solidFill>
                <a:latin typeface="Pretendard"/>
                <a:ea typeface="Pretendard"/>
                <a:cs typeface="Pretendard"/>
              </a:defRPr>
            </a:lvl3pPr>
            <a:lvl4pPr algn="l">
              <a:defRPr sz="2100" b="1">
                <a:solidFill>
                  <a:srgbClr val="28691C"/>
                </a:solidFill>
                <a:latin typeface="Pretendard"/>
                <a:ea typeface="Pretendard"/>
                <a:cs typeface="Pretendard"/>
              </a:defRPr>
            </a:lvl4pPr>
            <a:lvl5pPr algn="l">
              <a:defRPr sz="2100" b="1">
                <a:solidFill>
                  <a:srgbClr val="28691C"/>
                </a:solidFill>
                <a:latin typeface="Pretendard"/>
                <a:ea typeface="Pretendard"/>
                <a:cs typeface="Pretendard"/>
              </a:defRPr>
            </a:lvl5pPr>
            <a:lvl6pPr algn="l">
              <a:defRPr sz="2100" b="1">
                <a:solidFill>
                  <a:srgbClr val="28691C"/>
                </a:solidFill>
                <a:latin typeface="Pretendard"/>
                <a:ea typeface="Pretendard"/>
                <a:cs typeface="Pretendard"/>
              </a:defRPr>
            </a:lvl6pPr>
            <a:lvl7pPr algn="l">
              <a:defRPr sz="2100" b="1">
                <a:solidFill>
                  <a:srgbClr val="28691C"/>
                </a:solidFill>
                <a:latin typeface="Pretendard"/>
                <a:ea typeface="Pretendard"/>
                <a:cs typeface="Pretendard"/>
              </a:defRPr>
            </a:lvl7pPr>
            <a:lvl8pPr algn="l">
              <a:defRPr sz="2100" b="1">
                <a:solidFill>
                  <a:srgbClr val="28691C"/>
                </a:solidFill>
                <a:latin typeface="Pretendard"/>
                <a:ea typeface="Pretendard"/>
                <a:cs typeface="Pretendard"/>
              </a:defRPr>
            </a:lvl8pPr>
            <a:lvl9pPr algn="l">
              <a:defRPr sz="2100" b="1">
                <a:solidFill>
                  <a:srgbClr val="28691C"/>
                </a:solidFill>
                <a:latin typeface="Pretendard"/>
                <a:ea typeface="Pretendard"/>
                <a:cs typeface="Pretendard"/>
              </a:defRPr>
            </a:lvl9pPr>
          </a:lstStyle>
          <a:p xmlns:a="http://schemas.openxmlformats.org/drawingml/2006/main">
            <a:pPr algn="l">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F0BC0549-13D9-4C49-96FA-D4A4FFD3CD0C}"/>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8691C"/>
                </a:solidFill>
                <a:latin typeface="Pretendard"/>
                <a:ea typeface="Pretendard"/>
                <a:cs typeface="Pretendard"/>
              </a:defRPr>
            </a:defPPr>
            <a:lvl1pPr algn="l">
              <a:defRPr sz="2100" b="1">
                <a:solidFill>
                  <a:srgbClr val="28691C"/>
                </a:solidFill>
                <a:latin typeface="Pretendard"/>
                <a:ea typeface="Pretendard"/>
                <a:cs typeface="Pretendard"/>
              </a:defRPr>
            </a:lvl1pPr>
            <a:lvl2pPr algn="l">
              <a:defRPr sz="2100" b="1">
                <a:solidFill>
                  <a:srgbClr val="28691C"/>
                </a:solidFill>
                <a:latin typeface="Pretendard"/>
                <a:ea typeface="Pretendard"/>
                <a:cs typeface="Pretendard"/>
              </a:defRPr>
            </a:lvl2pPr>
            <a:lvl3pPr algn="l">
              <a:defRPr sz="2100" b="1">
                <a:solidFill>
                  <a:srgbClr val="28691C"/>
                </a:solidFill>
                <a:latin typeface="Pretendard"/>
                <a:ea typeface="Pretendard"/>
                <a:cs typeface="Pretendard"/>
              </a:defRPr>
            </a:lvl3pPr>
            <a:lvl4pPr algn="l">
              <a:defRPr sz="2100" b="1">
                <a:solidFill>
                  <a:srgbClr val="28691C"/>
                </a:solidFill>
                <a:latin typeface="Pretendard"/>
                <a:ea typeface="Pretendard"/>
                <a:cs typeface="Pretendard"/>
              </a:defRPr>
            </a:lvl4pPr>
            <a:lvl5pPr algn="l">
              <a:defRPr sz="2100" b="1">
                <a:solidFill>
                  <a:srgbClr val="28691C"/>
                </a:solidFill>
                <a:latin typeface="Pretendard"/>
                <a:ea typeface="Pretendard"/>
                <a:cs typeface="Pretendard"/>
              </a:defRPr>
            </a:lvl5pPr>
            <a:lvl6pPr algn="l">
              <a:defRPr sz="2100" b="1">
                <a:solidFill>
                  <a:srgbClr val="28691C"/>
                </a:solidFill>
                <a:latin typeface="Pretendard"/>
                <a:ea typeface="Pretendard"/>
                <a:cs typeface="Pretendard"/>
              </a:defRPr>
            </a:lvl6pPr>
            <a:lvl7pPr algn="l">
              <a:defRPr sz="2100" b="1">
                <a:solidFill>
                  <a:srgbClr val="28691C"/>
                </a:solidFill>
                <a:latin typeface="Pretendard"/>
                <a:ea typeface="Pretendard"/>
                <a:cs typeface="Pretendard"/>
              </a:defRPr>
            </a:lvl7pPr>
            <a:lvl8pPr algn="l">
              <a:defRPr sz="2100" b="1">
                <a:solidFill>
                  <a:srgbClr val="28691C"/>
                </a:solidFill>
                <a:latin typeface="Pretendard"/>
                <a:ea typeface="Pretendard"/>
                <a:cs typeface="Pretendard"/>
              </a:defRPr>
            </a:lvl8pPr>
            <a:lvl9pPr algn="l">
              <a:defRPr sz="2100" b="1">
                <a:solidFill>
                  <a:srgbClr val="28691C"/>
                </a:solidFill>
                <a:latin typeface="Pretendard"/>
                <a:ea typeface="Pretendard"/>
                <a:cs typeface="Pretendard"/>
              </a:defRPr>
            </a:lvl9pPr>
          </a:lstStyle>
          <a:p xmlns:a="http://schemas.openxmlformats.org/drawingml/2006/main">
            <a:pPr algn="l">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7E47A3CC-D719-4F0F-B9F9-277381C11545}"/>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모든 계수에 2를 곱하면, 반응 엔탈피도 2배가 된다.</a:t>
            </a:r>
          </a:p>
        </p:txBody>
      </p:sp>
      <p:pic>
        <p:nvPicPr>
          <p:cNvPr id="14" name="">
            <a:extLst xmlns:a="http://schemas.openxmlformats.org/drawingml/2006/main">
              <a:ext uri="{FF2B5EF4-FFF2-40B4-BE49-F238E27FC236}">
                <a16:creationId xmlns:a16="http://schemas.microsoft.com/office/drawing/2014/main" id="{63FC0118-3FBE-4287-ABB6-3EAF10C25064}"/>
              </a:ext>
            </a:extLst>
          </p:cNvPr>
          <p:cNvPicPr>
            <a:picLocks xmlns:a="http://schemas.openxmlformats.org/drawingml/2006/main" noChangeAspect="1"/>
          </p:cNvPicPr>
          <p:nvPr/>
        </p:nvPicPr>
        <p:blipFill>
          <a:blip xmlns:r="http://schemas.openxmlformats.org/officeDocument/2006/relationships" xmlns:a="http://schemas.openxmlformats.org/drawingml/2006/main" r:embed="R2f679d7a7f094da6"/>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0212725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D837B7E2-8E02-497E-83AE-ADC54CA78CE1}"/>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5C864469-5E90-407D-B641-4302B44E16DD}"/>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C6A218A6-90C5-4A02-AB1F-088EF64FE88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66D6E3-A1F5-444E-84E9-5334C15AADC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89D9E4D-1A88-4C41-BFD7-AF0AAFFC94B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C0F74E7-05B4-43F6-892B-F923E7B2F67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530C8231-32E9-45B4-BA0F-8EF2B0DFF15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659DD008-DB86-4B7B-BA50-7A23ED16CF60}"/>
              </a:ext>
            </a:extLst>
          </p:cNvPr>
          <p:cNvPicPr>
            <a:picLocks xmlns:a="http://schemas.openxmlformats.org/drawingml/2006/main" noChangeAspect="1"/>
          </p:cNvPicPr>
          <p:nvPr/>
        </p:nvPicPr>
        <p:blipFill>
          <a:blip xmlns:r="http://schemas.openxmlformats.org/officeDocument/2006/relationships" xmlns:a="http://schemas.openxmlformats.org/drawingml/2006/main" r:embed="R5cd4217f78794b94"/>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E6D34C5-23DB-402B-9F7C-C785E0AF6029}"/>
              </a:ext>
            </a:extLst>
          </p:cNvPr>
          <p:cNvPicPr>
            <a:picLocks xmlns:a="http://schemas.openxmlformats.org/drawingml/2006/main" noChangeAspect="1"/>
          </p:cNvPicPr>
          <p:nvPr/>
        </p:nvPicPr>
        <p:blipFill>
          <a:blip xmlns:r="http://schemas.openxmlformats.org/officeDocument/2006/relationships" xmlns:a="http://schemas.openxmlformats.org/drawingml/2006/main" r:embed="R0be858caa71748d4"/>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3A58B82-6A02-4FA1-8199-175112DB10A9}"/>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8691C"/>
                </a:solidFill>
                <a:latin typeface="Pretendard"/>
                <a:ea typeface="Pretendard"/>
                <a:cs typeface="Pretendard"/>
              </a:defRPr>
            </a:defPPr>
            <a:lvl1pPr algn="l">
              <a:defRPr sz="2100" b="1">
                <a:solidFill>
                  <a:srgbClr val="28691C"/>
                </a:solidFill>
                <a:latin typeface="Pretendard"/>
                <a:ea typeface="Pretendard"/>
                <a:cs typeface="Pretendard"/>
              </a:defRPr>
            </a:lvl1pPr>
            <a:lvl2pPr algn="l">
              <a:defRPr sz="2100" b="1">
                <a:solidFill>
                  <a:srgbClr val="28691C"/>
                </a:solidFill>
                <a:latin typeface="Pretendard"/>
                <a:ea typeface="Pretendard"/>
                <a:cs typeface="Pretendard"/>
              </a:defRPr>
            </a:lvl2pPr>
            <a:lvl3pPr algn="l">
              <a:defRPr sz="2100" b="1">
                <a:solidFill>
                  <a:srgbClr val="28691C"/>
                </a:solidFill>
                <a:latin typeface="Pretendard"/>
                <a:ea typeface="Pretendard"/>
                <a:cs typeface="Pretendard"/>
              </a:defRPr>
            </a:lvl3pPr>
            <a:lvl4pPr algn="l">
              <a:defRPr sz="2100" b="1">
                <a:solidFill>
                  <a:srgbClr val="28691C"/>
                </a:solidFill>
                <a:latin typeface="Pretendard"/>
                <a:ea typeface="Pretendard"/>
                <a:cs typeface="Pretendard"/>
              </a:defRPr>
            </a:lvl4pPr>
            <a:lvl5pPr algn="l">
              <a:defRPr sz="2100" b="1">
                <a:solidFill>
                  <a:srgbClr val="28691C"/>
                </a:solidFill>
                <a:latin typeface="Pretendard"/>
                <a:ea typeface="Pretendard"/>
                <a:cs typeface="Pretendard"/>
              </a:defRPr>
            </a:lvl5pPr>
            <a:lvl6pPr algn="l">
              <a:defRPr sz="2100" b="1">
                <a:solidFill>
                  <a:srgbClr val="28691C"/>
                </a:solidFill>
                <a:latin typeface="Pretendard"/>
                <a:ea typeface="Pretendard"/>
                <a:cs typeface="Pretendard"/>
              </a:defRPr>
            </a:lvl6pPr>
            <a:lvl7pPr algn="l">
              <a:defRPr sz="2100" b="1">
                <a:solidFill>
                  <a:srgbClr val="28691C"/>
                </a:solidFill>
                <a:latin typeface="Pretendard"/>
                <a:ea typeface="Pretendard"/>
                <a:cs typeface="Pretendard"/>
              </a:defRPr>
            </a:lvl7pPr>
            <a:lvl8pPr algn="l">
              <a:defRPr sz="2100" b="1">
                <a:solidFill>
                  <a:srgbClr val="28691C"/>
                </a:solidFill>
                <a:latin typeface="Pretendard"/>
                <a:ea typeface="Pretendard"/>
                <a:cs typeface="Pretendard"/>
              </a:defRPr>
            </a:lvl8pPr>
            <a:lvl9pPr algn="l">
              <a:defRPr sz="2100" b="1">
                <a:solidFill>
                  <a:srgbClr val="28691C"/>
                </a:solidFill>
                <a:latin typeface="Pretendard"/>
                <a:ea typeface="Pretendard"/>
                <a:cs typeface="Pretendard"/>
              </a:defRPr>
            </a:lvl9pPr>
          </a:lstStyle>
          <a:p xmlns:a="http://schemas.openxmlformats.org/drawingml/2006/main">
            <a:pPr algn="l">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9992F898-A7B3-473F-A8DE-C9B1A39ABD83}"/>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8691C"/>
                </a:solidFill>
                <a:latin typeface="Pretendard"/>
                <a:ea typeface="Pretendard"/>
                <a:cs typeface="Pretendard"/>
              </a:defRPr>
            </a:defPPr>
            <a:lvl1pPr algn="l">
              <a:defRPr sz="2100" b="1">
                <a:solidFill>
                  <a:srgbClr val="28691C"/>
                </a:solidFill>
                <a:latin typeface="Pretendard"/>
                <a:ea typeface="Pretendard"/>
                <a:cs typeface="Pretendard"/>
              </a:defRPr>
            </a:lvl1pPr>
            <a:lvl2pPr algn="l">
              <a:defRPr sz="2100" b="1">
                <a:solidFill>
                  <a:srgbClr val="28691C"/>
                </a:solidFill>
                <a:latin typeface="Pretendard"/>
                <a:ea typeface="Pretendard"/>
                <a:cs typeface="Pretendard"/>
              </a:defRPr>
            </a:lvl2pPr>
            <a:lvl3pPr algn="l">
              <a:defRPr sz="2100" b="1">
                <a:solidFill>
                  <a:srgbClr val="28691C"/>
                </a:solidFill>
                <a:latin typeface="Pretendard"/>
                <a:ea typeface="Pretendard"/>
                <a:cs typeface="Pretendard"/>
              </a:defRPr>
            </a:lvl3pPr>
            <a:lvl4pPr algn="l">
              <a:defRPr sz="2100" b="1">
                <a:solidFill>
                  <a:srgbClr val="28691C"/>
                </a:solidFill>
                <a:latin typeface="Pretendard"/>
                <a:ea typeface="Pretendard"/>
                <a:cs typeface="Pretendard"/>
              </a:defRPr>
            </a:lvl4pPr>
            <a:lvl5pPr algn="l">
              <a:defRPr sz="2100" b="1">
                <a:solidFill>
                  <a:srgbClr val="28691C"/>
                </a:solidFill>
                <a:latin typeface="Pretendard"/>
                <a:ea typeface="Pretendard"/>
                <a:cs typeface="Pretendard"/>
              </a:defRPr>
            </a:lvl5pPr>
            <a:lvl6pPr algn="l">
              <a:defRPr sz="2100" b="1">
                <a:solidFill>
                  <a:srgbClr val="28691C"/>
                </a:solidFill>
                <a:latin typeface="Pretendard"/>
                <a:ea typeface="Pretendard"/>
                <a:cs typeface="Pretendard"/>
              </a:defRPr>
            </a:lvl6pPr>
            <a:lvl7pPr algn="l">
              <a:defRPr sz="2100" b="1">
                <a:solidFill>
                  <a:srgbClr val="28691C"/>
                </a:solidFill>
                <a:latin typeface="Pretendard"/>
                <a:ea typeface="Pretendard"/>
                <a:cs typeface="Pretendard"/>
              </a:defRPr>
            </a:lvl7pPr>
            <a:lvl8pPr algn="l">
              <a:defRPr sz="2100" b="1">
                <a:solidFill>
                  <a:srgbClr val="28691C"/>
                </a:solidFill>
                <a:latin typeface="Pretendard"/>
                <a:ea typeface="Pretendard"/>
                <a:cs typeface="Pretendard"/>
              </a:defRPr>
            </a:lvl8pPr>
            <a:lvl9pPr algn="l">
              <a:defRPr sz="2100" b="1">
                <a:solidFill>
                  <a:srgbClr val="28691C"/>
                </a:solidFill>
                <a:latin typeface="Pretendard"/>
                <a:ea typeface="Pretendard"/>
                <a:cs typeface="Pretendard"/>
              </a:defRPr>
            </a:lvl9pPr>
          </a:lstStyle>
          <a:p xmlns:a="http://schemas.openxmlformats.org/drawingml/2006/main">
            <a:pPr algn="l">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9F0AA169-AC3C-45C7-BD39-36F1F2C88B1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역반응의 반응 엔탈피는 절댓값이 같고 부호는 반대다.</a:t>
            </a:r>
          </a:p>
        </p:txBody>
      </p:sp>
      <p:pic>
        <p:nvPicPr>
          <p:cNvPr id="14" name="">
            <a:extLst xmlns:a="http://schemas.openxmlformats.org/drawingml/2006/main">
              <a:ext uri="{FF2B5EF4-FFF2-40B4-BE49-F238E27FC236}">
                <a16:creationId xmlns:a16="http://schemas.microsoft.com/office/drawing/2014/main" id="{6AC57FAA-4AB4-4B37-AFE9-DA5968B99342}"/>
              </a:ext>
            </a:extLst>
          </p:cNvPr>
          <p:cNvPicPr>
            <a:picLocks xmlns:a="http://schemas.openxmlformats.org/drawingml/2006/main" noChangeAspect="1"/>
          </p:cNvPicPr>
          <p:nvPr/>
        </p:nvPicPr>
        <p:blipFill>
          <a:blip xmlns:r="http://schemas.openxmlformats.org/officeDocument/2006/relationships" xmlns:a="http://schemas.openxmlformats.org/drawingml/2006/main" r:embed="R6439251412b84f12"/>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744587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043C0D6A-1441-4272-8597-22872797C12D}"/>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43DD25D5-CC20-469A-A649-593B74FD8D8B}"/>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0A29E016-0752-4D34-B84C-3F865CC82468}"/>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F2F3F1"/>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ECBA0E1C-5471-491B-B7BD-465FD040DDF1}"/>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550B9AA6-026C-4AEA-8E4F-C0246A2B5CA4}"/>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886A65C9-9D8A-4C80-AC62-438EDCFC04F1}"/>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F2F3F1"/>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D92CF85C-5A81-41D6-B894-A1C9D1852708}"/>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A3D36D95-4FE2-44A3-8B9D-3B0B080B203F}"/>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F6745088-4438-42CA-BCCE-5FFF2BE5D503}"/>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F7F82F8D-B725-47C1-A6A6-2F6562B889E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87E68C-0E06-4508-AB42-154A68FF5E9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7817362-C226-4D53-82D0-E696F1B202D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3F87D7A-1945-4A39-A7CA-BAE4F2E2627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097B2BD4-7F4F-428D-96A4-A4620997BA2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28031DA8-0858-449C-85D7-9272EF4FAFF1}"/>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202020"/>
                </a:solidFill>
                <a:latin typeface="Pretendard"/>
                <a:ea typeface="Pretendard"/>
                <a:cs typeface="Pretendard"/>
              </a:defRPr>
            </a:defPPr>
            <a:lvl1pPr algn="ctr">
              <a:defRPr sz="2100" b="1">
                <a:solidFill>
                  <a:srgbClr val="202020"/>
                </a:solidFill>
                <a:latin typeface="Pretendard"/>
                <a:ea typeface="Pretendard"/>
                <a:cs typeface="Pretendard"/>
              </a:defRPr>
            </a:lvl1pPr>
            <a:lvl2pPr algn="ctr">
              <a:defRPr sz="2100" b="1">
                <a:solidFill>
                  <a:srgbClr val="202020"/>
                </a:solidFill>
                <a:latin typeface="Pretendard"/>
                <a:ea typeface="Pretendard"/>
                <a:cs typeface="Pretendard"/>
              </a:defRPr>
            </a:lvl2pPr>
            <a:lvl3pPr algn="ctr">
              <a:defRPr sz="2100" b="1">
                <a:solidFill>
                  <a:srgbClr val="202020"/>
                </a:solidFill>
                <a:latin typeface="Pretendard"/>
                <a:ea typeface="Pretendard"/>
                <a:cs typeface="Pretendard"/>
              </a:defRPr>
            </a:lvl3pPr>
            <a:lvl4pPr algn="ctr">
              <a:defRPr sz="2100" b="1">
                <a:solidFill>
                  <a:srgbClr val="202020"/>
                </a:solidFill>
                <a:latin typeface="Pretendard"/>
                <a:ea typeface="Pretendard"/>
                <a:cs typeface="Pretendard"/>
              </a:defRPr>
            </a:lvl4pPr>
            <a:lvl5pPr algn="ctr">
              <a:defRPr sz="2100" b="1">
                <a:solidFill>
                  <a:srgbClr val="202020"/>
                </a:solidFill>
                <a:latin typeface="Pretendard"/>
                <a:ea typeface="Pretendard"/>
                <a:cs typeface="Pretendard"/>
              </a:defRPr>
            </a:lvl5pPr>
            <a:lvl6pPr algn="ctr">
              <a:defRPr sz="2100" b="1">
                <a:solidFill>
                  <a:srgbClr val="202020"/>
                </a:solidFill>
                <a:latin typeface="Pretendard"/>
                <a:ea typeface="Pretendard"/>
                <a:cs typeface="Pretendard"/>
              </a:defRPr>
            </a:lvl6pPr>
            <a:lvl7pPr algn="ctr">
              <a:defRPr sz="2100" b="1">
                <a:solidFill>
                  <a:srgbClr val="202020"/>
                </a:solidFill>
                <a:latin typeface="Pretendard"/>
                <a:ea typeface="Pretendard"/>
                <a:cs typeface="Pretendard"/>
              </a:defRPr>
            </a:lvl7pPr>
            <a:lvl8pPr algn="ctr">
              <a:defRPr sz="2100" b="1">
                <a:solidFill>
                  <a:srgbClr val="202020"/>
                </a:solidFill>
                <a:latin typeface="Pretendard"/>
                <a:ea typeface="Pretendard"/>
                <a:cs typeface="Pretendard"/>
              </a:defRPr>
            </a:lvl8pPr>
            <a:lvl9pPr algn="ctr">
              <a:defRPr sz="2100" b="1">
                <a:solidFill>
                  <a:srgbClr val="202020"/>
                </a:solidFill>
                <a:latin typeface="Pretendard"/>
                <a:ea typeface="Pretendard"/>
                <a:cs typeface="Pretendard"/>
              </a:defRPr>
            </a:lvl9pPr>
          </a:lstStyle>
          <a:p xmlns:a="http://schemas.openxmlformats.org/drawingml/2006/main">
            <a:pPr algn="ctr">
              <a:defRPr sz="2100" b="1">
                <a:solidFill>
                  <a:srgbClr val="202020"/>
                </a:solidFill>
                <a:latin typeface="Pretendard"/>
                <a:ea typeface="Pretendard"/>
                <a:cs typeface="Pretendard"/>
              </a:defRPr>
            </a:pPr>
            <a:r>
              <a:rPr sz="2100" b="1">
                <a:solidFill>
                  <a:srgbClr val="202020"/>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1A428698-CDFD-4361-B71B-030899486DF3}"/>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202020"/>
                </a:solidFill>
                <a:latin typeface="Pretendard"/>
                <a:ea typeface="Pretendard"/>
                <a:cs typeface="Pretendard"/>
              </a:defRPr>
            </a:defPPr>
            <a:lvl1pPr algn="ctr">
              <a:defRPr sz="2100" b="1">
                <a:solidFill>
                  <a:srgbClr val="202020"/>
                </a:solidFill>
                <a:latin typeface="Pretendard"/>
                <a:ea typeface="Pretendard"/>
                <a:cs typeface="Pretendard"/>
              </a:defRPr>
            </a:lvl1pPr>
            <a:lvl2pPr algn="ctr">
              <a:defRPr sz="2100" b="1">
                <a:solidFill>
                  <a:srgbClr val="202020"/>
                </a:solidFill>
                <a:latin typeface="Pretendard"/>
                <a:ea typeface="Pretendard"/>
                <a:cs typeface="Pretendard"/>
              </a:defRPr>
            </a:lvl2pPr>
            <a:lvl3pPr algn="ctr">
              <a:defRPr sz="2100" b="1">
                <a:solidFill>
                  <a:srgbClr val="202020"/>
                </a:solidFill>
                <a:latin typeface="Pretendard"/>
                <a:ea typeface="Pretendard"/>
                <a:cs typeface="Pretendard"/>
              </a:defRPr>
            </a:lvl3pPr>
            <a:lvl4pPr algn="ctr">
              <a:defRPr sz="2100" b="1">
                <a:solidFill>
                  <a:srgbClr val="202020"/>
                </a:solidFill>
                <a:latin typeface="Pretendard"/>
                <a:ea typeface="Pretendard"/>
                <a:cs typeface="Pretendard"/>
              </a:defRPr>
            </a:lvl4pPr>
            <a:lvl5pPr algn="ctr">
              <a:defRPr sz="2100" b="1">
                <a:solidFill>
                  <a:srgbClr val="202020"/>
                </a:solidFill>
                <a:latin typeface="Pretendard"/>
                <a:ea typeface="Pretendard"/>
                <a:cs typeface="Pretendard"/>
              </a:defRPr>
            </a:lvl5pPr>
            <a:lvl6pPr algn="ctr">
              <a:defRPr sz="2100" b="1">
                <a:solidFill>
                  <a:srgbClr val="202020"/>
                </a:solidFill>
                <a:latin typeface="Pretendard"/>
                <a:ea typeface="Pretendard"/>
                <a:cs typeface="Pretendard"/>
              </a:defRPr>
            </a:lvl6pPr>
            <a:lvl7pPr algn="ctr">
              <a:defRPr sz="2100" b="1">
                <a:solidFill>
                  <a:srgbClr val="202020"/>
                </a:solidFill>
                <a:latin typeface="Pretendard"/>
                <a:ea typeface="Pretendard"/>
                <a:cs typeface="Pretendard"/>
              </a:defRPr>
            </a:lvl7pPr>
            <a:lvl8pPr algn="ctr">
              <a:defRPr sz="2100" b="1">
                <a:solidFill>
                  <a:srgbClr val="202020"/>
                </a:solidFill>
                <a:latin typeface="Pretendard"/>
                <a:ea typeface="Pretendard"/>
                <a:cs typeface="Pretendard"/>
              </a:defRPr>
            </a:lvl8pPr>
            <a:lvl9pPr algn="ctr">
              <a:defRPr sz="2100" b="1">
                <a:solidFill>
                  <a:srgbClr val="202020"/>
                </a:solidFill>
                <a:latin typeface="Pretendard"/>
                <a:ea typeface="Pretendard"/>
                <a:cs typeface="Pretendard"/>
              </a:defRPr>
            </a:lvl9pPr>
          </a:lstStyle>
          <a:p xmlns:a="http://schemas.openxmlformats.org/drawingml/2006/main">
            <a:pPr algn="ctr">
              <a:defRPr sz="2100" b="1">
                <a:solidFill>
                  <a:srgbClr val="202020"/>
                </a:solidFill>
                <a:latin typeface="Pretendard"/>
                <a:ea typeface="Pretendard"/>
                <a:cs typeface="Pretendard"/>
              </a:defRPr>
            </a:pPr>
            <a:r>
              <a:rPr sz="2100" b="1">
                <a:solidFill>
                  <a:srgbClr val="202020"/>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D703189F-4902-46BD-BBB6-DD500D49CBC9}"/>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202020"/>
                </a:solidFill>
                <a:latin typeface="Pretendard"/>
                <a:ea typeface="Pretendard"/>
                <a:cs typeface="Pretendard"/>
              </a:defRPr>
            </a:defPPr>
            <a:lvl1pPr algn="ctr">
              <a:defRPr sz="2100" b="1">
                <a:solidFill>
                  <a:srgbClr val="202020"/>
                </a:solidFill>
                <a:latin typeface="Pretendard"/>
                <a:ea typeface="Pretendard"/>
                <a:cs typeface="Pretendard"/>
              </a:defRPr>
            </a:lvl1pPr>
            <a:lvl2pPr algn="ctr">
              <a:defRPr sz="2100" b="1">
                <a:solidFill>
                  <a:srgbClr val="202020"/>
                </a:solidFill>
                <a:latin typeface="Pretendard"/>
                <a:ea typeface="Pretendard"/>
                <a:cs typeface="Pretendard"/>
              </a:defRPr>
            </a:lvl2pPr>
            <a:lvl3pPr algn="ctr">
              <a:defRPr sz="2100" b="1">
                <a:solidFill>
                  <a:srgbClr val="202020"/>
                </a:solidFill>
                <a:latin typeface="Pretendard"/>
                <a:ea typeface="Pretendard"/>
                <a:cs typeface="Pretendard"/>
              </a:defRPr>
            </a:lvl3pPr>
            <a:lvl4pPr algn="ctr">
              <a:defRPr sz="2100" b="1">
                <a:solidFill>
                  <a:srgbClr val="202020"/>
                </a:solidFill>
                <a:latin typeface="Pretendard"/>
                <a:ea typeface="Pretendard"/>
                <a:cs typeface="Pretendard"/>
              </a:defRPr>
            </a:lvl4pPr>
            <a:lvl5pPr algn="ctr">
              <a:defRPr sz="2100" b="1">
                <a:solidFill>
                  <a:srgbClr val="202020"/>
                </a:solidFill>
                <a:latin typeface="Pretendard"/>
                <a:ea typeface="Pretendard"/>
                <a:cs typeface="Pretendard"/>
              </a:defRPr>
            </a:lvl5pPr>
            <a:lvl6pPr algn="ctr">
              <a:defRPr sz="2100" b="1">
                <a:solidFill>
                  <a:srgbClr val="202020"/>
                </a:solidFill>
                <a:latin typeface="Pretendard"/>
                <a:ea typeface="Pretendard"/>
                <a:cs typeface="Pretendard"/>
              </a:defRPr>
            </a:lvl6pPr>
            <a:lvl7pPr algn="ctr">
              <a:defRPr sz="2100" b="1">
                <a:solidFill>
                  <a:srgbClr val="202020"/>
                </a:solidFill>
                <a:latin typeface="Pretendard"/>
                <a:ea typeface="Pretendard"/>
                <a:cs typeface="Pretendard"/>
              </a:defRPr>
            </a:lvl7pPr>
            <a:lvl8pPr algn="ctr">
              <a:defRPr sz="2100" b="1">
                <a:solidFill>
                  <a:srgbClr val="202020"/>
                </a:solidFill>
                <a:latin typeface="Pretendard"/>
                <a:ea typeface="Pretendard"/>
                <a:cs typeface="Pretendard"/>
              </a:defRPr>
            </a:lvl8pPr>
            <a:lvl9pPr algn="ctr">
              <a:defRPr sz="2100" b="1">
                <a:solidFill>
                  <a:srgbClr val="202020"/>
                </a:solidFill>
                <a:latin typeface="Pretendard"/>
                <a:ea typeface="Pretendard"/>
                <a:cs typeface="Pretendard"/>
              </a:defRPr>
            </a:lvl9pPr>
          </a:lstStyle>
          <a:p xmlns:a="http://schemas.openxmlformats.org/drawingml/2006/main">
            <a:pPr algn="ctr">
              <a:defRPr sz="2100" b="1">
                <a:solidFill>
                  <a:srgbClr val="202020"/>
                </a:solidFill>
                <a:latin typeface="Pretendard"/>
                <a:ea typeface="Pretendard"/>
                <a:cs typeface="Pretendard"/>
              </a:defRPr>
            </a:pPr>
            <a:r>
              <a:rPr sz="2100" b="1">
                <a:solidFill>
                  <a:srgbClr val="202020"/>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75C44C1B-57F3-463C-8440-A8E485A6454B}"/>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8691C"/>
                </a:solidFill>
                <a:latin typeface="Pretendard"/>
                <a:ea typeface="Pretendard"/>
                <a:cs typeface="Pretendard"/>
              </a:defRPr>
            </a:defPPr>
            <a:lvl1pPr algn="ctr">
              <a:defRPr sz="2250" b="1">
                <a:solidFill>
                  <a:srgbClr val="28691C"/>
                </a:solidFill>
                <a:latin typeface="Pretendard"/>
                <a:ea typeface="Pretendard"/>
                <a:cs typeface="Pretendard"/>
              </a:defRPr>
            </a:lvl1pPr>
            <a:lvl2pPr algn="ctr">
              <a:defRPr sz="2250" b="1">
                <a:solidFill>
                  <a:srgbClr val="28691C"/>
                </a:solidFill>
                <a:latin typeface="Pretendard"/>
                <a:ea typeface="Pretendard"/>
                <a:cs typeface="Pretendard"/>
              </a:defRPr>
            </a:lvl2pPr>
            <a:lvl3pPr algn="ctr">
              <a:defRPr sz="2250" b="1">
                <a:solidFill>
                  <a:srgbClr val="28691C"/>
                </a:solidFill>
                <a:latin typeface="Pretendard"/>
                <a:ea typeface="Pretendard"/>
                <a:cs typeface="Pretendard"/>
              </a:defRPr>
            </a:lvl3pPr>
            <a:lvl4pPr algn="ctr">
              <a:defRPr sz="2250" b="1">
                <a:solidFill>
                  <a:srgbClr val="28691C"/>
                </a:solidFill>
                <a:latin typeface="Pretendard"/>
                <a:ea typeface="Pretendard"/>
                <a:cs typeface="Pretendard"/>
              </a:defRPr>
            </a:lvl4pPr>
            <a:lvl5pPr algn="ctr">
              <a:defRPr sz="2250" b="1">
                <a:solidFill>
                  <a:srgbClr val="28691C"/>
                </a:solidFill>
                <a:latin typeface="Pretendard"/>
                <a:ea typeface="Pretendard"/>
                <a:cs typeface="Pretendard"/>
              </a:defRPr>
            </a:lvl5pPr>
            <a:lvl6pPr algn="ctr">
              <a:defRPr sz="2250" b="1">
                <a:solidFill>
                  <a:srgbClr val="28691C"/>
                </a:solidFill>
                <a:latin typeface="Pretendard"/>
                <a:ea typeface="Pretendard"/>
                <a:cs typeface="Pretendard"/>
              </a:defRPr>
            </a:lvl6pPr>
            <a:lvl7pPr algn="ctr">
              <a:defRPr sz="2250" b="1">
                <a:solidFill>
                  <a:srgbClr val="28691C"/>
                </a:solidFill>
                <a:latin typeface="Pretendard"/>
                <a:ea typeface="Pretendard"/>
                <a:cs typeface="Pretendard"/>
              </a:defRPr>
            </a:lvl7pPr>
            <a:lvl8pPr algn="ctr">
              <a:defRPr sz="2250" b="1">
                <a:solidFill>
                  <a:srgbClr val="28691C"/>
                </a:solidFill>
                <a:latin typeface="Pretendard"/>
                <a:ea typeface="Pretendard"/>
                <a:cs typeface="Pretendard"/>
              </a:defRPr>
            </a:lvl8pPr>
            <a:lvl9pPr algn="ctr">
              <a:defRPr sz="2250" b="1">
                <a:solidFill>
                  <a:srgbClr val="28691C"/>
                </a:solidFill>
                <a:latin typeface="Pretendard"/>
                <a:ea typeface="Pretendard"/>
                <a:cs typeface="Pretendard"/>
              </a:defRPr>
            </a:lvl9pPr>
          </a:lstStyle>
          <a:p xmlns:a="http://schemas.openxmlformats.org/drawingml/2006/main">
            <a:pPr algn="ctr">
              <a:defRPr sz="2250" b="1">
                <a:solidFill>
                  <a:srgbClr val="28691C"/>
                </a:solidFill>
                <a:latin typeface="Pretendard"/>
                <a:ea typeface="Pretendard"/>
                <a:cs typeface="Pretendard"/>
              </a:defRPr>
            </a:pPr>
            <a:r>
              <a:rPr sz="2250" b="1">
                <a:solidFill>
                  <a:srgbClr val="28691C"/>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AD0F0F82-C08F-4175-905A-8420845E2970}"/>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D26AC617-10EB-4AB7-A4BE-DE830E8AB167}"/>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F844F586-624C-4732-8F71-6274B7FBC60D}"/>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8691C"/>
                </a:solidFill>
                <a:latin typeface="Pretendard"/>
                <a:ea typeface="Pretendard"/>
                <a:cs typeface="Pretendard"/>
              </a:defRPr>
            </a:defPPr>
            <a:lvl1pPr algn="ctr">
              <a:defRPr sz="2250" b="1">
                <a:solidFill>
                  <a:srgbClr val="28691C"/>
                </a:solidFill>
                <a:latin typeface="Pretendard"/>
                <a:ea typeface="Pretendard"/>
                <a:cs typeface="Pretendard"/>
              </a:defRPr>
            </a:lvl1pPr>
            <a:lvl2pPr algn="ctr">
              <a:defRPr sz="2250" b="1">
                <a:solidFill>
                  <a:srgbClr val="28691C"/>
                </a:solidFill>
                <a:latin typeface="Pretendard"/>
                <a:ea typeface="Pretendard"/>
                <a:cs typeface="Pretendard"/>
              </a:defRPr>
            </a:lvl2pPr>
            <a:lvl3pPr algn="ctr">
              <a:defRPr sz="2250" b="1">
                <a:solidFill>
                  <a:srgbClr val="28691C"/>
                </a:solidFill>
                <a:latin typeface="Pretendard"/>
                <a:ea typeface="Pretendard"/>
                <a:cs typeface="Pretendard"/>
              </a:defRPr>
            </a:lvl3pPr>
            <a:lvl4pPr algn="ctr">
              <a:defRPr sz="2250" b="1">
                <a:solidFill>
                  <a:srgbClr val="28691C"/>
                </a:solidFill>
                <a:latin typeface="Pretendard"/>
                <a:ea typeface="Pretendard"/>
                <a:cs typeface="Pretendard"/>
              </a:defRPr>
            </a:lvl4pPr>
            <a:lvl5pPr algn="ctr">
              <a:defRPr sz="2250" b="1">
                <a:solidFill>
                  <a:srgbClr val="28691C"/>
                </a:solidFill>
                <a:latin typeface="Pretendard"/>
                <a:ea typeface="Pretendard"/>
                <a:cs typeface="Pretendard"/>
              </a:defRPr>
            </a:lvl5pPr>
            <a:lvl6pPr algn="ctr">
              <a:defRPr sz="2250" b="1">
                <a:solidFill>
                  <a:srgbClr val="28691C"/>
                </a:solidFill>
                <a:latin typeface="Pretendard"/>
                <a:ea typeface="Pretendard"/>
                <a:cs typeface="Pretendard"/>
              </a:defRPr>
            </a:lvl6pPr>
            <a:lvl7pPr algn="ctr">
              <a:defRPr sz="2250" b="1">
                <a:solidFill>
                  <a:srgbClr val="28691C"/>
                </a:solidFill>
                <a:latin typeface="Pretendard"/>
                <a:ea typeface="Pretendard"/>
                <a:cs typeface="Pretendard"/>
              </a:defRPr>
            </a:lvl7pPr>
            <a:lvl8pPr algn="ctr">
              <a:defRPr sz="2250" b="1">
                <a:solidFill>
                  <a:srgbClr val="28691C"/>
                </a:solidFill>
                <a:latin typeface="Pretendard"/>
                <a:ea typeface="Pretendard"/>
                <a:cs typeface="Pretendard"/>
              </a:defRPr>
            </a:lvl8pPr>
            <a:lvl9pPr algn="ctr">
              <a:defRPr sz="2250" b="1">
                <a:solidFill>
                  <a:srgbClr val="28691C"/>
                </a:solidFill>
                <a:latin typeface="Pretendard"/>
                <a:ea typeface="Pretendard"/>
                <a:cs typeface="Pretendard"/>
              </a:defRPr>
            </a:lvl9pPr>
          </a:lstStyle>
          <a:p xmlns:a="http://schemas.openxmlformats.org/drawingml/2006/main">
            <a:pPr algn="ctr">
              <a:defRPr sz="2250" b="1">
                <a:solidFill>
                  <a:srgbClr val="28691C"/>
                </a:solidFill>
                <a:latin typeface="Pretendard"/>
                <a:ea typeface="Pretendard"/>
                <a:cs typeface="Pretendard"/>
              </a:defRPr>
            </a:pPr>
            <a:r>
              <a:rPr sz="2250" b="1">
                <a:solidFill>
                  <a:srgbClr val="28691C"/>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E61F8159-7F0A-4268-8279-0E6BF4A970B6}"/>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6DD50356-2001-4C95-9D33-D7B1042F5A29}"/>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F19C255A-7E88-4016-B4F1-CA438C53B076}"/>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8691C"/>
                </a:solidFill>
                <a:latin typeface="Pretendard"/>
                <a:ea typeface="Pretendard"/>
                <a:cs typeface="Pretendard"/>
              </a:defRPr>
            </a:defPPr>
            <a:lvl1pPr algn="ctr">
              <a:defRPr sz="2250" b="1">
                <a:solidFill>
                  <a:srgbClr val="28691C"/>
                </a:solidFill>
                <a:latin typeface="Pretendard"/>
                <a:ea typeface="Pretendard"/>
                <a:cs typeface="Pretendard"/>
              </a:defRPr>
            </a:lvl1pPr>
            <a:lvl2pPr algn="ctr">
              <a:defRPr sz="2250" b="1">
                <a:solidFill>
                  <a:srgbClr val="28691C"/>
                </a:solidFill>
                <a:latin typeface="Pretendard"/>
                <a:ea typeface="Pretendard"/>
                <a:cs typeface="Pretendard"/>
              </a:defRPr>
            </a:lvl2pPr>
            <a:lvl3pPr algn="ctr">
              <a:defRPr sz="2250" b="1">
                <a:solidFill>
                  <a:srgbClr val="28691C"/>
                </a:solidFill>
                <a:latin typeface="Pretendard"/>
                <a:ea typeface="Pretendard"/>
                <a:cs typeface="Pretendard"/>
              </a:defRPr>
            </a:lvl3pPr>
            <a:lvl4pPr algn="ctr">
              <a:defRPr sz="2250" b="1">
                <a:solidFill>
                  <a:srgbClr val="28691C"/>
                </a:solidFill>
                <a:latin typeface="Pretendard"/>
                <a:ea typeface="Pretendard"/>
                <a:cs typeface="Pretendard"/>
              </a:defRPr>
            </a:lvl4pPr>
            <a:lvl5pPr algn="ctr">
              <a:defRPr sz="2250" b="1">
                <a:solidFill>
                  <a:srgbClr val="28691C"/>
                </a:solidFill>
                <a:latin typeface="Pretendard"/>
                <a:ea typeface="Pretendard"/>
                <a:cs typeface="Pretendard"/>
              </a:defRPr>
            </a:lvl5pPr>
            <a:lvl6pPr algn="ctr">
              <a:defRPr sz="2250" b="1">
                <a:solidFill>
                  <a:srgbClr val="28691C"/>
                </a:solidFill>
                <a:latin typeface="Pretendard"/>
                <a:ea typeface="Pretendard"/>
                <a:cs typeface="Pretendard"/>
              </a:defRPr>
            </a:lvl6pPr>
            <a:lvl7pPr algn="ctr">
              <a:defRPr sz="2250" b="1">
                <a:solidFill>
                  <a:srgbClr val="28691C"/>
                </a:solidFill>
                <a:latin typeface="Pretendard"/>
                <a:ea typeface="Pretendard"/>
                <a:cs typeface="Pretendard"/>
              </a:defRPr>
            </a:lvl7pPr>
            <a:lvl8pPr algn="ctr">
              <a:defRPr sz="2250" b="1">
                <a:solidFill>
                  <a:srgbClr val="28691C"/>
                </a:solidFill>
                <a:latin typeface="Pretendard"/>
                <a:ea typeface="Pretendard"/>
                <a:cs typeface="Pretendard"/>
              </a:defRPr>
            </a:lvl8pPr>
            <a:lvl9pPr algn="ctr">
              <a:defRPr sz="2250" b="1">
                <a:solidFill>
                  <a:srgbClr val="28691C"/>
                </a:solidFill>
                <a:latin typeface="Pretendard"/>
                <a:ea typeface="Pretendard"/>
                <a:cs typeface="Pretendard"/>
              </a:defRPr>
            </a:lvl9pPr>
          </a:lstStyle>
          <a:p xmlns:a="http://schemas.openxmlformats.org/drawingml/2006/main">
            <a:pPr algn="ctr">
              <a:defRPr sz="2250" b="1">
                <a:solidFill>
                  <a:srgbClr val="28691C"/>
                </a:solidFill>
                <a:latin typeface="Pretendard"/>
                <a:ea typeface="Pretendard"/>
                <a:cs typeface="Pretendard"/>
              </a:defRPr>
            </a:pPr>
            <a:r>
              <a:rPr sz="2250" b="1">
                <a:solidFill>
                  <a:srgbClr val="28691C"/>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41CCD58B-AD07-4E7D-A166-BE60ECF8CA4F}"/>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6671403E-2901-46E2-9AAF-DC54FF9181DB}"/>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pic>
        <p:nvPicPr>
          <p:cNvPr id="28" name="">
            <a:extLst xmlns:a="http://schemas.openxmlformats.org/drawingml/2006/main">
              <a:ext uri="{FF2B5EF4-FFF2-40B4-BE49-F238E27FC236}">
                <a16:creationId xmlns:a16="http://schemas.microsoft.com/office/drawing/2014/main" id="{CDBD05B4-C764-438B-8367-7D9F1E6BF975}"/>
              </a:ext>
            </a:extLst>
          </p:cNvPr>
          <p:cNvPicPr>
            <a:picLocks xmlns:a="http://schemas.openxmlformats.org/drawingml/2006/main" noChangeAspect="1"/>
          </p:cNvPicPr>
          <p:nvPr/>
        </p:nvPicPr>
        <p:blipFill>
          <a:blip xmlns:r="http://schemas.openxmlformats.org/officeDocument/2006/relationships" xmlns:a="http://schemas.openxmlformats.org/drawingml/2006/main" r:embed="R3d186de847b3477b"/>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946198148"/>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4C1BCF1-B0E2-443F-827B-A154702F9EA7}"/>
              </a:ext>
            </a:extLst>
          </p:cNvPr>
          <p:cNvPicPr>
            <a:picLocks xmlns:a="http://schemas.openxmlformats.org/drawingml/2006/main" noChangeAspect="1"/>
          </p:cNvPicPr>
          <p:nvPr/>
        </p:nvPicPr>
        <p:blipFill>
          <a:blip xmlns:r="http://schemas.openxmlformats.org/officeDocument/2006/relationships" xmlns:a="http://schemas.openxmlformats.org/drawingml/2006/main" r:embed="Rf82c118fd59a49e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B621981C-A5AA-492B-A161-1B220D2B6BC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F20F6388-381D-4077-AEA1-D9D69A67F4A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1E40BB79-7A8D-429B-BBE1-092055BAE2BD}"/>
              </a:ext>
            </a:extLst>
          </p:cNvPr>
          <p:cNvPicPr>
            <a:picLocks xmlns:a="http://schemas.openxmlformats.org/drawingml/2006/main" noChangeAspect="1"/>
          </p:cNvPicPr>
          <p:nvPr/>
        </p:nvPicPr>
        <p:blipFill>
          <a:blip xmlns:r="http://schemas.openxmlformats.org/officeDocument/2006/relationships" xmlns:a="http://schemas.openxmlformats.org/drawingml/2006/main" r:embed="R1a99c82a82c649a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80D5A442-6404-43DE-8B44-BB6353BE7F8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F6A14900-549C-43A9-9868-AF885297AC4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C30B6519-1732-43E1-ACAE-DB2BDEF68B4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3E088988-383F-42B2-9C94-49A3C49C098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53609069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B9C36BB2-DC77-4A75-BAB3-0CAC4139B50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D047C56-3559-47F3-975A-D66BFB3A64A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1EDCC37-0535-4D42-89BD-8D7C3C178C6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665FBC5-A389-4CE0-9777-6EB48EE6DC9D}"/>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D4BAEA9F-3D3C-43B6-A617-D3F5CED96B5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301C38D7-8A8E-405E-8DEA-41D02A73E745}"/>
              </a:ext>
            </a:extLst>
          </p:cNvPr>
          <p:cNvPicPr>
            <a:picLocks xmlns:a="http://schemas.openxmlformats.org/drawingml/2006/main" noChangeAspect="1"/>
          </p:cNvPicPr>
          <p:nvPr/>
        </p:nvPicPr>
        <p:blipFill>
          <a:blip xmlns:r="http://schemas.openxmlformats.org/officeDocument/2006/relationships" xmlns:a="http://schemas.openxmlformats.org/drawingml/2006/main" r:embed="R167bbfa5b6d84338"/>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7CC0DCF8-DA1A-4680-B6CE-3F2C51220025}"/>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BABD03E-2ABF-46F0-9A2C-B374F3BFC9D6}"/>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45C7B19A-A5CF-4516-B79D-E7DB73DF8034}"/>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5D941CCA-0CE2-43BA-A5E7-00F1B13B53FC}"/>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5EF7F9DC-A35C-4FB6-9021-A2534028A5B9}"/>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C1BEB3D3-A882-4D46-8B7B-DDDCD90523FD}"/>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98B5A731-133C-48AC-B142-6A40ECC40FB9}"/>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F2F3F1"/>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F321BFA-693C-4BDF-A19C-3B115AB3A847}"/>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28691C"/>
                </a:solidFill>
                <a:latin typeface="Pretendard"/>
                <a:ea typeface="Pretendard"/>
                <a:cs typeface="Pretendard"/>
              </a:defRPr>
            </a:defPPr>
            <a:lvl1pPr algn="ctr">
              <a:defRPr sz="3000" b="1">
                <a:solidFill>
                  <a:srgbClr val="28691C"/>
                </a:solidFill>
                <a:latin typeface="Pretendard"/>
                <a:ea typeface="Pretendard"/>
                <a:cs typeface="Pretendard"/>
              </a:defRPr>
            </a:lvl1pPr>
            <a:lvl2pPr algn="ctr">
              <a:defRPr sz="3000" b="1">
                <a:solidFill>
                  <a:srgbClr val="28691C"/>
                </a:solidFill>
                <a:latin typeface="Pretendard"/>
                <a:ea typeface="Pretendard"/>
                <a:cs typeface="Pretendard"/>
              </a:defRPr>
            </a:lvl2pPr>
            <a:lvl3pPr algn="ctr">
              <a:defRPr sz="3000" b="1">
                <a:solidFill>
                  <a:srgbClr val="28691C"/>
                </a:solidFill>
                <a:latin typeface="Pretendard"/>
                <a:ea typeface="Pretendard"/>
                <a:cs typeface="Pretendard"/>
              </a:defRPr>
            </a:lvl3pPr>
            <a:lvl4pPr algn="ctr">
              <a:defRPr sz="3000" b="1">
                <a:solidFill>
                  <a:srgbClr val="28691C"/>
                </a:solidFill>
                <a:latin typeface="Pretendard"/>
                <a:ea typeface="Pretendard"/>
                <a:cs typeface="Pretendard"/>
              </a:defRPr>
            </a:lvl4pPr>
            <a:lvl5pPr algn="ctr">
              <a:defRPr sz="3000" b="1">
                <a:solidFill>
                  <a:srgbClr val="28691C"/>
                </a:solidFill>
                <a:latin typeface="Pretendard"/>
                <a:ea typeface="Pretendard"/>
                <a:cs typeface="Pretendard"/>
              </a:defRPr>
            </a:lvl5pPr>
            <a:lvl6pPr algn="ctr">
              <a:defRPr sz="3000" b="1">
                <a:solidFill>
                  <a:srgbClr val="28691C"/>
                </a:solidFill>
                <a:latin typeface="Pretendard"/>
                <a:ea typeface="Pretendard"/>
                <a:cs typeface="Pretendard"/>
              </a:defRPr>
            </a:lvl6pPr>
            <a:lvl7pPr algn="ctr">
              <a:defRPr sz="3000" b="1">
                <a:solidFill>
                  <a:srgbClr val="28691C"/>
                </a:solidFill>
                <a:latin typeface="Pretendard"/>
                <a:ea typeface="Pretendard"/>
                <a:cs typeface="Pretendard"/>
              </a:defRPr>
            </a:lvl7pPr>
            <a:lvl8pPr algn="ctr">
              <a:defRPr sz="3000" b="1">
                <a:solidFill>
                  <a:srgbClr val="28691C"/>
                </a:solidFill>
                <a:latin typeface="Pretendard"/>
                <a:ea typeface="Pretendard"/>
                <a:cs typeface="Pretendard"/>
              </a:defRPr>
            </a:lvl8pPr>
            <a:lvl9pPr algn="ctr">
              <a:defRPr sz="3000" b="1">
                <a:solidFill>
                  <a:srgbClr val="28691C"/>
                </a:solidFill>
                <a:latin typeface="Pretendard"/>
                <a:ea typeface="Pretendard"/>
                <a:cs typeface="Pretendard"/>
              </a:defRPr>
            </a:lvl9pPr>
          </a:lstStyle>
          <a:p xmlns:a="http://schemas.openxmlformats.org/drawingml/2006/main">
            <a:pPr algn="ctr">
              <a:defRPr sz="3000" b="1">
                <a:solidFill>
                  <a:srgbClr val="28691C"/>
                </a:solidFill>
                <a:latin typeface="Pretendard"/>
                <a:ea typeface="Pretendard"/>
                <a:cs typeface="Pretendard"/>
              </a:defRPr>
            </a:pPr>
            <a:r>
              <a:rPr sz="3000" b="1">
                <a:solidFill>
                  <a:srgbClr val="28691C"/>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D895E0DE-55F1-4724-8334-FD3476CD0790}"/>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202020"/>
                </a:solidFill>
                <a:latin typeface="Pretendard"/>
                <a:ea typeface="Pretendard"/>
                <a:cs typeface="Pretendard"/>
              </a:defRPr>
            </a:defPPr>
            <a:lvl1pPr algn="ctr">
              <a:defRPr sz="2625" b="0">
                <a:solidFill>
                  <a:srgbClr val="202020"/>
                </a:solidFill>
                <a:latin typeface="Pretendard"/>
                <a:ea typeface="Pretendard"/>
                <a:cs typeface="Pretendard"/>
              </a:defRPr>
            </a:lvl1pPr>
            <a:lvl2pPr algn="ctr">
              <a:defRPr sz="2625" b="0">
                <a:solidFill>
                  <a:srgbClr val="202020"/>
                </a:solidFill>
                <a:latin typeface="Pretendard"/>
                <a:ea typeface="Pretendard"/>
                <a:cs typeface="Pretendard"/>
              </a:defRPr>
            </a:lvl2pPr>
            <a:lvl3pPr algn="ctr">
              <a:defRPr sz="2625" b="0">
                <a:solidFill>
                  <a:srgbClr val="202020"/>
                </a:solidFill>
                <a:latin typeface="Pretendard"/>
                <a:ea typeface="Pretendard"/>
                <a:cs typeface="Pretendard"/>
              </a:defRPr>
            </a:lvl3pPr>
            <a:lvl4pPr algn="ctr">
              <a:defRPr sz="2625" b="0">
                <a:solidFill>
                  <a:srgbClr val="202020"/>
                </a:solidFill>
                <a:latin typeface="Pretendard"/>
                <a:ea typeface="Pretendard"/>
                <a:cs typeface="Pretendard"/>
              </a:defRPr>
            </a:lvl4pPr>
            <a:lvl5pPr algn="ctr">
              <a:defRPr sz="2625" b="0">
                <a:solidFill>
                  <a:srgbClr val="202020"/>
                </a:solidFill>
                <a:latin typeface="Pretendard"/>
                <a:ea typeface="Pretendard"/>
                <a:cs typeface="Pretendard"/>
              </a:defRPr>
            </a:lvl5pPr>
            <a:lvl6pPr algn="ctr">
              <a:defRPr sz="2625" b="0">
                <a:solidFill>
                  <a:srgbClr val="202020"/>
                </a:solidFill>
                <a:latin typeface="Pretendard"/>
                <a:ea typeface="Pretendard"/>
                <a:cs typeface="Pretendard"/>
              </a:defRPr>
            </a:lvl6pPr>
            <a:lvl7pPr algn="ctr">
              <a:defRPr sz="2625" b="0">
                <a:solidFill>
                  <a:srgbClr val="202020"/>
                </a:solidFill>
                <a:latin typeface="Pretendard"/>
                <a:ea typeface="Pretendard"/>
                <a:cs typeface="Pretendard"/>
              </a:defRPr>
            </a:lvl7pPr>
            <a:lvl8pPr algn="ctr">
              <a:defRPr sz="2625" b="0">
                <a:solidFill>
                  <a:srgbClr val="202020"/>
                </a:solidFill>
                <a:latin typeface="Pretendard"/>
                <a:ea typeface="Pretendard"/>
                <a:cs typeface="Pretendard"/>
              </a:defRPr>
            </a:lvl8pPr>
            <a:lvl9pPr algn="ctr">
              <a:defRPr sz="2625" b="0">
                <a:solidFill>
                  <a:srgbClr val="202020"/>
                </a:solidFill>
                <a:latin typeface="Pretendard"/>
                <a:ea typeface="Pretendard"/>
                <a:cs typeface="Pretendard"/>
              </a:defRPr>
            </a:lvl9pPr>
          </a:lstStyle>
          <a:p xmlns:a="http://schemas.openxmlformats.org/drawingml/2006/main">
            <a:pPr algn="ctr">
              <a:defRPr sz="2625" b="0">
                <a:solidFill>
                  <a:srgbClr val="202020"/>
                </a:solidFill>
                <a:latin typeface="Pretendard"/>
                <a:ea typeface="Pretendard"/>
                <a:cs typeface="Pretendard"/>
              </a:defRPr>
            </a:pPr>
            <a:r>
              <a:rPr sz="2625" b="0">
                <a:solidFill>
                  <a:srgbClr val="202020"/>
                </a:solidFill>
                <a:latin typeface="Pretendard"/>
                <a:ea typeface="Pretendard"/>
                <a:cs typeface="Pretendard"/>
              </a:rPr>
              <a:t>불완전 연소 중 CO₂도 생성되어</a:t>
            </a:r>
          </a:p>
          <a:p xmlns:a="http://schemas.openxmlformats.org/drawingml/2006/main">
            <a:pPr algn="ctr">
              <a:defRPr sz="2625" b="0">
                <a:solidFill>
                  <a:srgbClr val="202020"/>
                </a:solidFill>
                <a:latin typeface="Pretendard"/>
                <a:ea typeface="Pretendard"/>
                <a:cs typeface="Pretendard"/>
              </a:defRPr>
            </a:pPr>
            <a:r>
              <a:rPr sz="2625" b="0">
                <a:solidFill>
                  <a:srgbClr val="202020"/>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9C18480E-4E0E-4BAB-8BC3-BF8F3EC43D7F}"/>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F2F3F1"/>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0BD5BD7D-60D1-4E7F-A9EE-8670AC9D3495}"/>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28691C"/>
                </a:solidFill>
                <a:latin typeface="Pretendard"/>
                <a:ea typeface="Pretendard"/>
                <a:cs typeface="Pretendard"/>
              </a:defRPr>
            </a:defPPr>
            <a:lvl1pPr algn="ctr">
              <a:defRPr sz="3000" b="1">
                <a:solidFill>
                  <a:srgbClr val="28691C"/>
                </a:solidFill>
                <a:latin typeface="Pretendard"/>
                <a:ea typeface="Pretendard"/>
                <a:cs typeface="Pretendard"/>
              </a:defRPr>
            </a:lvl1pPr>
            <a:lvl2pPr algn="ctr">
              <a:defRPr sz="3000" b="1">
                <a:solidFill>
                  <a:srgbClr val="28691C"/>
                </a:solidFill>
                <a:latin typeface="Pretendard"/>
                <a:ea typeface="Pretendard"/>
                <a:cs typeface="Pretendard"/>
              </a:defRPr>
            </a:lvl2pPr>
            <a:lvl3pPr algn="ctr">
              <a:defRPr sz="3000" b="1">
                <a:solidFill>
                  <a:srgbClr val="28691C"/>
                </a:solidFill>
                <a:latin typeface="Pretendard"/>
                <a:ea typeface="Pretendard"/>
                <a:cs typeface="Pretendard"/>
              </a:defRPr>
            </a:lvl3pPr>
            <a:lvl4pPr algn="ctr">
              <a:defRPr sz="3000" b="1">
                <a:solidFill>
                  <a:srgbClr val="28691C"/>
                </a:solidFill>
                <a:latin typeface="Pretendard"/>
                <a:ea typeface="Pretendard"/>
                <a:cs typeface="Pretendard"/>
              </a:defRPr>
            </a:lvl4pPr>
            <a:lvl5pPr algn="ctr">
              <a:defRPr sz="3000" b="1">
                <a:solidFill>
                  <a:srgbClr val="28691C"/>
                </a:solidFill>
                <a:latin typeface="Pretendard"/>
                <a:ea typeface="Pretendard"/>
                <a:cs typeface="Pretendard"/>
              </a:defRPr>
            </a:lvl5pPr>
            <a:lvl6pPr algn="ctr">
              <a:defRPr sz="3000" b="1">
                <a:solidFill>
                  <a:srgbClr val="28691C"/>
                </a:solidFill>
                <a:latin typeface="Pretendard"/>
                <a:ea typeface="Pretendard"/>
                <a:cs typeface="Pretendard"/>
              </a:defRPr>
            </a:lvl6pPr>
            <a:lvl7pPr algn="ctr">
              <a:defRPr sz="3000" b="1">
                <a:solidFill>
                  <a:srgbClr val="28691C"/>
                </a:solidFill>
                <a:latin typeface="Pretendard"/>
                <a:ea typeface="Pretendard"/>
                <a:cs typeface="Pretendard"/>
              </a:defRPr>
            </a:lvl7pPr>
            <a:lvl8pPr algn="ctr">
              <a:defRPr sz="3000" b="1">
                <a:solidFill>
                  <a:srgbClr val="28691C"/>
                </a:solidFill>
                <a:latin typeface="Pretendard"/>
                <a:ea typeface="Pretendard"/>
                <a:cs typeface="Pretendard"/>
              </a:defRPr>
            </a:lvl8pPr>
            <a:lvl9pPr algn="ctr">
              <a:defRPr sz="3000" b="1">
                <a:solidFill>
                  <a:srgbClr val="28691C"/>
                </a:solidFill>
                <a:latin typeface="Pretendard"/>
                <a:ea typeface="Pretendard"/>
                <a:cs typeface="Pretendard"/>
              </a:defRPr>
            </a:lvl9pPr>
          </a:lstStyle>
          <a:p xmlns:a="http://schemas.openxmlformats.org/drawingml/2006/main">
            <a:pPr algn="ctr">
              <a:defRPr sz="3000" b="1">
                <a:solidFill>
                  <a:srgbClr val="28691C"/>
                </a:solidFill>
                <a:latin typeface="Pretendard"/>
                <a:ea typeface="Pretendard"/>
                <a:cs typeface="Pretendard"/>
              </a:defRPr>
            </a:pPr>
            <a:r>
              <a:rPr sz="3000" b="1">
                <a:solidFill>
                  <a:srgbClr val="28691C"/>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84C7F93A-D98A-4DB9-B737-BDE8D803BA33}"/>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202020"/>
                </a:solidFill>
                <a:latin typeface="Pretendard"/>
                <a:ea typeface="Pretendard"/>
                <a:cs typeface="Pretendard"/>
              </a:defRPr>
            </a:defPPr>
            <a:lvl1pPr algn="ctr">
              <a:defRPr sz="2625" b="0">
                <a:solidFill>
                  <a:srgbClr val="202020"/>
                </a:solidFill>
                <a:latin typeface="Pretendard"/>
                <a:ea typeface="Pretendard"/>
                <a:cs typeface="Pretendard"/>
              </a:defRPr>
            </a:lvl1pPr>
            <a:lvl2pPr algn="ctr">
              <a:defRPr sz="2625" b="0">
                <a:solidFill>
                  <a:srgbClr val="202020"/>
                </a:solidFill>
                <a:latin typeface="Pretendard"/>
                <a:ea typeface="Pretendard"/>
                <a:cs typeface="Pretendard"/>
              </a:defRPr>
            </a:lvl2pPr>
            <a:lvl3pPr algn="ctr">
              <a:defRPr sz="2625" b="0">
                <a:solidFill>
                  <a:srgbClr val="202020"/>
                </a:solidFill>
                <a:latin typeface="Pretendard"/>
                <a:ea typeface="Pretendard"/>
                <a:cs typeface="Pretendard"/>
              </a:defRPr>
            </a:lvl3pPr>
            <a:lvl4pPr algn="ctr">
              <a:defRPr sz="2625" b="0">
                <a:solidFill>
                  <a:srgbClr val="202020"/>
                </a:solidFill>
                <a:latin typeface="Pretendard"/>
                <a:ea typeface="Pretendard"/>
                <a:cs typeface="Pretendard"/>
              </a:defRPr>
            </a:lvl4pPr>
            <a:lvl5pPr algn="ctr">
              <a:defRPr sz="2625" b="0">
                <a:solidFill>
                  <a:srgbClr val="202020"/>
                </a:solidFill>
                <a:latin typeface="Pretendard"/>
                <a:ea typeface="Pretendard"/>
                <a:cs typeface="Pretendard"/>
              </a:defRPr>
            </a:lvl5pPr>
            <a:lvl6pPr algn="ctr">
              <a:defRPr sz="2625" b="0">
                <a:solidFill>
                  <a:srgbClr val="202020"/>
                </a:solidFill>
                <a:latin typeface="Pretendard"/>
                <a:ea typeface="Pretendard"/>
                <a:cs typeface="Pretendard"/>
              </a:defRPr>
            </a:lvl6pPr>
            <a:lvl7pPr algn="ctr">
              <a:defRPr sz="2625" b="0">
                <a:solidFill>
                  <a:srgbClr val="202020"/>
                </a:solidFill>
                <a:latin typeface="Pretendard"/>
                <a:ea typeface="Pretendard"/>
                <a:cs typeface="Pretendard"/>
              </a:defRPr>
            </a:lvl7pPr>
            <a:lvl8pPr algn="ctr">
              <a:defRPr sz="2625" b="0">
                <a:solidFill>
                  <a:srgbClr val="202020"/>
                </a:solidFill>
                <a:latin typeface="Pretendard"/>
                <a:ea typeface="Pretendard"/>
                <a:cs typeface="Pretendard"/>
              </a:defRPr>
            </a:lvl8pPr>
            <a:lvl9pPr algn="ctr">
              <a:defRPr sz="2625" b="0">
                <a:solidFill>
                  <a:srgbClr val="202020"/>
                </a:solidFill>
                <a:latin typeface="Pretendard"/>
                <a:ea typeface="Pretendard"/>
                <a:cs typeface="Pretendard"/>
              </a:defRPr>
            </a:lvl9pPr>
          </a:lstStyle>
          <a:p xmlns:a="http://schemas.openxmlformats.org/drawingml/2006/main">
            <a:pPr algn="ctr">
              <a:defRPr sz="2625" b="0">
                <a:solidFill>
                  <a:srgbClr val="202020"/>
                </a:solidFill>
                <a:latin typeface="Pretendard"/>
                <a:ea typeface="Pretendard"/>
                <a:cs typeface="Pretendard"/>
              </a:defRPr>
            </a:pPr>
            <a:r>
              <a:rPr sz="2625" b="0">
                <a:solidFill>
                  <a:srgbClr val="202020"/>
                </a:solidFill>
                <a:latin typeface="Pretendard"/>
                <a:ea typeface="Pretendard"/>
                <a:cs typeface="Pretendard"/>
              </a:rPr>
              <a:t>알려진 다른 반응의 열을 이용해</a:t>
            </a:r>
          </a:p>
          <a:p xmlns:a="http://schemas.openxmlformats.org/drawingml/2006/main">
            <a:pPr algn="ctr">
              <a:defRPr sz="2625" b="0">
                <a:solidFill>
                  <a:srgbClr val="202020"/>
                </a:solidFill>
                <a:latin typeface="Pretendard"/>
                <a:ea typeface="Pretendard"/>
                <a:cs typeface="Pretendard"/>
              </a:defRPr>
            </a:pPr>
            <a:r>
              <a:rPr sz="2625" b="0">
                <a:solidFill>
                  <a:srgbClr val="202020"/>
                </a:solidFill>
                <a:latin typeface="Pretendard"/>
                <a:ea typeface="Pretendard"/>
                <a:cs typeface="Pretendard"/>
              </a:rPr>
              <a:t>목표 반응의 엔탈피를 구한다.</a:t>
            </a:r>
          </a:p>
        </p:txBody>
      </p:sp>
      <p:pic>
        <p:nvPicPr>
          <p:cNvPr id="20" name="">
            <a:extLst xmlns:a="http://schemas.openxmlformats.org/drawingml/2006/main">
              <a:ext uri="{FF2B5EF4-FFF2-40B4-BE49-F238E27FC236}">
                <a16:creationId xmlns:a16="http://schemas.microsoft.com/office/drawing/2014/main" id="{3B3FC2E5-C1AB-4B5E-BAF9-22DC8268327D}"/>
              </a:ext>
            </a:extLst>
          </p:cNvPr>
          <p:cNvPicPr>
            <a:picLocks xmlns:a="http://schemas.openxmlformats.org/drawingml/2006/main" noChangeAspect="1"/>
          </p:cNvPicPr>
          <p:nvPr/>
        </p:nvPicPr>
        <p:blipFill>
          <a:blip xmlns:r="http://schemas.openxmlformats.org/officeDocument/2006/relationships" xmlns:a="http://schemas.openxmlformats.org/drawingml/2006/main" r:embed="R5fde9e1c3a1044ee"/>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8542595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D2589A46-A8E3-4761-95B4-1D58C0F08B6C}"/>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554E7A97-EA4D-4A5B-9F58-FC855EB7B22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0D3F1A-723C-4123-8746-D9F1202AFC4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9DE1714-6FD6-4ADE-8B85-AB84FCDDA9A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68FDFEB-5D2F-4311-8D40-6F156619249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E5DF752-2EDB-4AB8-88F0-865D841DBB6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D45D5B05-B244-47EC-B6BE-C1EE0C562871}"/>
              </a:ext>
            </a:extLst>
          </p:cNvPr>
          <p:cNvPicPr>
            <a:picLocks xmlns:a="http://schemas.openxmlformats.org/drawingml/2006/main" noChangeAspect="1"/>
          </p:cNvPicPr>
          <p:nvPr/>
        </p:nvPicPr>
        <p:blipFill>
          <a:blip xmlns:r="http://schemas.openxmlformats.org/officeDocument/2006/relationships" xmlns:a="http://schemas.openxmlformats.org/drawingml/2006/main" r:embed="R5f41143542a14715"/>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A8EBFA3-A72C-483D-B296-FCB14F927DEF}"/>
              </a:ext>
            </a:extLst>
          </p:cNvPr>
          <p:cNvPicPr>
            <a:picLocks xmlns:a="http://schemas.openxmlformats.org/drawingml/2006/main" noChangeAspect="1"/>
          </p:cNvPicPr>
          <p:nvPr/>
        </p:nvPicPr>
        <p:blipFill>
          <a:blip xmlns:r="http://schemas.openxmlformats.org/officeDocument/2006/relationships" xmlns:a="http://schemas.openxmlformats.org/drawingml/2006/main" r:embed="R58346aba6bc54334"/>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6A0535C-8576-461C-A1D9-F0BFA2C490F2}"/>
              </a:ext>
            </a:extLst>
          </p:cNvPr>
          <p:cNvPicPr>
            <a:picLocks xmlns:a="http://schemas.openxmlformats.org/drawingml/2006/main" noChangeAspect="1"/>
          </p:cNvPicPr>
          <p:nvPr/>
        </p:nvPicPr>
        <p:blipFill>
          <a:blip xmlns:r="http://schemas.openxmlformats.org/officeDocument/2006/relationships" xmlns:a="http://schemas.openxmlformats.org/drawingml/2006/main" r:embed="Re67b1674cfd94b78"/>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CDC7C2F-47AD-458B-803E-A1236E1513CA}"/>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8691C"/>
                </a:solidFill>
                <a:latin typeface="Pretendard"/>
                <a:ea typeface="Pretendard"/>
                <a:cs typeface="Pretendard"/>
              </a:defRPr>
            </a:defPPr>
            <a:lvl1pPr algn="l">
              <a:defRPr sz="2100" b="1">
                <a:solidFill>
                  <a:srgbClr val="28691C"/>
                </a:solidFill>
                <a:latin typeface="Pretendard"/>
                <a:ea typeface="Pretendard"/>
                <a:cs typeface="Pretendard"/>
              </a:defRPr>
            </a:lvl1pPr>
            <a:lvl2pPr algn="l">
              <a:defRPr sz="2100" b="1">
                <a:solidFill>
                  <a:srgbClr val="28691C"/>
                </a:solidFill>
                <a:latin typeface="Pretendard"/>
                <a:ea typeface="Pretendard"/>
                <a:cs typeface="Pretendard"/>
              </a:defRPr>
            </a:lvl2pPr>
            <a:lvl3pPr algn="l">
              <a:defRPr sz="2100" b="1">
                <a:solidFill>
                  <a:srgbClr val="28691C"/>
                </a:solidFill>
                <a:latin typeface="Pretendard"/>
                <a:ea typeface="Pretendard"/>
                <a:cs typeface="Pretendard"/>
              </a:defRPr>
            </a:lvl3pPr>
            <a:lvl4pPr algn="l">
              <a:defRPr sz="2100" b="1">
                <a:solidFill>
                  <a:srgbClr val="28691C"/>
                </a:solidFill>
                <a:latin typeface="Pretendard"/>
                <a:ea typeface="Pretendard"/>
                <a:cs typeface="Pretendard"/>
              </a:defRPr>
            </a:lvl4pPr>
            <a:lvl5pPr algn="l">
              <a:defRPr sz="2100" b="1">
                <a:solidFill>
                  <a:srgbClr val="28691C"/>
                </a:solidFill>
                <a:latin typeface="Pretendard"/>
                <a:ea typeface="Pretendard"/>
                <a:cs typeface="Pretendard"/>
              </a:defRPr>
            </a:lvl5pPr>
            <a:lvl6pPr algn="l">
              <a:defRPr sz="2100" b="1">
                <a:solidFill>
                  <a:srgbClr val="28691C"/>
                </a:solidFill>
                <a:latin typeface="Pretendard"/>
                <a:ea typeface="Pretendard"/>
                <a:cs typeface="Pretendard"/>
              </a:defRPr>
            </a:lvl6pPr>
            <a:lvl7pPr algn="l">
              <a:defRPr sz="2100" b="1">
                <a:solidFill>
                  <a:srgbClr val="28691C"/>
                </a:solidFill>
                <a:latin typeface="Pretendard"/>
                <a:ea typeface="Pretendard"/>
                <a:cs typeface="Pretendard"/>
              </a:defRPr>
            </a:lvl7pPr>
            <a:lvl8pPr algn="l">
              <a:defRPr sz="2100" b="1">
                <a:solidFill>
                  <a:srgbClr val="28691C"/>
                </a:solidFill>
                <a:latin typeface="Pretendard"/>
                <a:ea typeface="Pretendard"/>
                <a:cs typeface="Pretendard"/>
              </a:defRPr>
            </a:lvl8pPr>
            <a:lvl9pPr algn="l">
              <a:defRPr sz="2100" b="1">
                <a:solidFill>
                  <a:srgbClr val="28691C"/>
                </a:solidFill>
                <a:latin typeface="Pretendard"/>
                <a:ea typeface="Pretendard"/>
                <a:cs typeface="Pretendard"/>
              </a:defRPr>
            </a:lvl9pPr>
          </a:lstStyle>
          <a:p xmlns:a="http://schemas.openxmlformats.org/drawingml/2006/main">
            <a:pPr algn="l">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07FE2CC9-B43C-4557-AD1A-1AE5ACB58E4D}"/>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8691C"/>
                </a:solidFill>
                <a:latin typeface="Pretendard"/>
                <a:ea typeface="Pretendard"/>
                <a:cs typeface="Pretendard"/>
              </a:defRPr>
            </a:defPPr>
            <a:lvl1pPr algn="l">
              <a:defRPr sz="2100" b="1">
                <a:solidFill>
                  <a:srgbClr val="28691C"/>
                </a:solidFill>
                <a:latin typeface="Pretendard"/>
                <a:ea typeface="Pretendard"/>
                <a:cs typeface="Pretendard"/>
              </a:defRPr>
            </a:lvl1pPr>
            <a:lvl2pPr algn="l">
              <a:defRPr sz="2100" b="1">
                <a:solidFill>
                  <a:srgbClr val="28691C"/>
                </a:solidFill>
                <a:latin typeface="Pretendard"/>
                <a:ea typeface="Pretendard"/>
                <a:cs typeface="Pretendard"/>
              </a:defRPr>
            </a:lvl2pPr>
            <a:lvl3pPr algn="l">
              <a:defRPr sz="2100" b="1">
                <a:solidFill>
                  <a:srgbClr val="28691C"/>
                </a:solidFill>
                <a:latin typeface="Pretendard"/>
                <a:ea typeface="Pretendard"/>
                <a:cs typeface="Pretendard"/>
              </a:defRPr>
            </a:lvl3pPr>
            <a:lvl4pPr algn="l">
              <a:defRPr sz="2100" b="1">
                <a:solidFill>
                  <a:srgbClr val="28691C"/>
                </a:solidFill>
                <a:latin typeface="Pretendard"/>
                <a:ea typeface="Pretendard"/>
                <a:cs typeface="Pretendard"/>
              </a:defRPr>
            </a:lvl4pPr>
            <a:lvl5pPr algn="l">
              <a:defRPr sz="2100" b="1">
                <a:solidFill>
                  <a:srgbClr val="28691C"/>
                </a:solidFill>
                <a:latin typeface="Pretendard"/>
                <a:ea typeface="Pretendard"/>
                <a:cs typeface="Pretendard"/>
              </a:defRPr>
            </a:lvl5pPr>
            <a:lvl6pPr algn="l">
              <a:defRPr sz="2100" b="1">
                <a:solidFill>
                  <a:srgbClr val="28691C"/>
                </a:solidFill>
                <a:latin typeface="Pretendard"/>
                <a:ea typeface="Pretendard"/>
                <a:cs typeface="Pretendard"/>
              </a:defRPr>
            </a:lvl6pPr>
            <a:lvl7pPr algn="l">
              <a:defRPr sz="2100" b="1">
                <a:solidFill>
                  <a:srgbClr val="28691C"/>
                </a:solidFill>
                <a:latin typeface="Pretendard"/>
                <a:ea typeface="Pretendard"/>
                <a:cs typeface="Pretendard"/>
              </a:defRPr>
            </a:lvl7pPr>
            <a:lvl8pPr algn="l">
              <a:defRPr sz="2100" b="1">
                <a:solidFill>
                  <a:srgbClr val="28691C"/>
                </a:solidFill>
                <a:latin typeface="Pretendard"/>
                <a:ea typeface="Pretendard"/>
                <a:cs typeface="Pretendard"/>
              </a:defRPr>
            </a:lvl8pPr>
            <a:lvl9pPr algn="l">
              <a:defRPr sz="2100" b="1">
                <a:solidFill>
                  <a:srgbClr val="28691C"/>
                </a:solidFill>
                <a:latin typeface="Pretendard"/>
                <a:ea typeface="Pretendard"/>
                <a:cs typeface="Pretendard"/>
              </a:defRPr>
            </a:lvl9pPr>
          </a:lstStyle>
          <a:p xmlns:a="http://schemas.openxmlformats.org/drawingml/2006/main">
            <a:pPr algn="l">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알려진 반응</a:t>
            </a:r>
          </a:p>
        </p:txBody>
      </p:sp>
      <p:pic>
        <p:nvPicPr>
          <p:cNvPr id="14" name="">
            <a:extLst xmlns:a="http://schemas.openxmlformats.org/drawingml/2006/main">
              <a:ext uri="{FF2B5EF4-FFF2-40B4-BE49-F238E27FC236}">
                <a16:creationId xmlns:a16="http://schemas.microsoft.com/office/drawing/2014/main" id="{8116246A-E09C-4001-A3C8-E470466E24AB}"/>
              </a:ext>
            </a:extLst>
          </p:cNvPr>
          <p:cNvPicPr>
            <a:picLocks xmlns:a="http://schemas.openxmlformats.org/drawingml/2006/main" noChangeAspect="1"/>
          </p:cNvPicPr>
          <p:nvPr/>
        </p:nvPicPr>
        <p:blipFill>
          <a:blip xmlns:r="http://schemas.openxmlformats.org/officeDocument/2006/relationships" xmlns:a="http://schemas.openxmlformats.org/drawingml/2006/main" r:embed="R93095d0c79b74edd"/>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7218400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1FB21045-5FEE-4A95-AF50-11AEBD98749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C06BDE3-551F-42CE-A781-67590AF0583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E3743DC-D702-46C6-B4D0-5994548D04A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7CCC5AF-4425-46A7-AE1D-474D0A6782E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2342B76-A10B-4A32-B50A-369520560F2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56B58A70-7955-4778-BD71-928EEF6DCE09}"/>
              </a:ext>
            </a:extLst>
          </p:cNvPr>
          <p:cNvPicPr>
            <a:picLocks xmlns:a="http://schemas.openxmlformats.org/drawingml/2006/main" noChangeAspect="1"/>
          </p:cNvPicPr>
          <p:nvPr/>
        </p:nvPicPr>
        <p:blipFill>
          <a:blip xmlns:r="http://schemas.openxmlformats.org/officeDocument/2006/relationships" xmlns:a="http://schemas.openxmlformats.org/drawingml/2006/main" r:embed="Rca4c5fe2dc094c61"/>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1FE0532-289A-4649-BA15-22154DEB0A5A}"/>
              </a:ext>
            </a:extLst>
          </p:cNvPr>
          <p:cNvPicPr>
            <a:picLocks xmlns:a="http://schemas.openxmlformats.org/drawingml/2006/main" noChangeAspect="1"/>
          </p:cNvPicPr>
          <p:nvPr/>
        </p:nvPicPr>
        <p:blipFill>
          <a:blip xmlns:r="http://schemas.openxmlformats.org/officeDocument/2006/relationships" xmlns:a="http://schemas.openxmlformats.org/drawingml/2006/main" r:embed="Rf01bd4fcf934404a"/>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3CB7DA68-7C3D-4EF6-A2D9-1C9A2A5FD8D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두 반응식을 빼면 양쪽의 이산화 탄소가 소거된다.</a:t>
            </a:r>
          </a:p>
        </p:txBody>
      </p:sp>
      <p:sp>
        <p:nvSpPr>
          <p:cNvPr id="12" name="공통 CO₂ 소거 표시">
            <a:extLst xmlns:a="http://schemas.openxmlformats.org/drawingml/2006/main">
              <a:ext uri="{FF2B5EF4-FFF2-40B4-BE49-F238E27FC236}">
                <a16:creationId xmlns:a16="http://schemas.microsoft.com/office/drawing/2014/main" id="{2CEDE594-31CB-4258-8599-2813483C3E7C}"/>
              </a:ext>
            </a:extLst>
          </p:cNvPr>
          <p:cNvSpPr>
            <a:spLocks xmlns:a="http://schemas.openxmlformats.org/drawingml/2006/main" noGrp="1"/>
          </p:cNvSpPr>
          <p:nvPr/>
        </p:nvSpPr>
        <p:spPr>
          <a:xfrm xmlns:a="http://schemas.openxmlformats.org/drawingml/2006/main">
            <a:off x="11334750" y="4429125"/>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397D23"/>
            </a:solidFill>
          </a:ln>
        </p:spPr>
      </p:sp>
      <p:sp>
        <p:nvSpPr>
          <p:cNvPr id="13" name="공통 CO₂ 소거 표시">
            <a:extLst xmlns:a="http://schemas.openxmlformats.org/drawingml/2006/main">
              <a:ext uri="{FF2B5EF4-FFF2-40B4-BE49-F238E27FC236}">
                <a16:creationId xmlns:a16="http://schemas.microsoft.com/office/drawing/2014/main" id="{26E13420-1701-44B6-B609-23F33AFDD128}"/>
              </a:ext>
            </a:extLst>
          </p:cNvPr>
          <p:cNvSpPr>
            <a:spLocks xmlns:a="http://schemas.openxmlformats.org/drawingml/2006/main" noGrp="1"/>
          </p:cNvSpPr>
          <p:nvPr/>
        </p:nvSpPr>
        <p:spPr>
          <a:xfrm xmlns:a="http://schemas.openxmlformats.org/drawingml/2006/main">
            <a:off x="11144250" y="5524500"/>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397D23"/>
            </a:solidFill>
          </a:ln>
        </p:spPr>
      </p:sp>
      <p:sp>
        <p:nvSpPr>
          <p:cNvPr id="14" name="소거 설명">
            <a:extLst xmlns:a="http://schemas.openxmlformats.org/drawingml/2006/main">
              <a:ext uri="{FF2B5EF4-FFF2-40B4-BE49-F238E27FC236}">
                <a16:creationId xmlns:a16="http://schemas.microsoft.com/office/drawing/2014/main" id="{FC238042-75C6-4E33-B981-60A6E1E84AA9}"/>
              </a:ext>
            </a:extLst>
          </p:cNvPr>
          <p:cNvSpPr>
            <a:spLocks xmlns:a="http://schemas.openxmlformats.org/drawingml/2006/main" noGrp="1"/>
          </p:cNvSpPr>
          <p:nvPr/>
        </p:nvSpPr>
        <p:spPr>
          <a:xfrm xmlns:a="http://schemas.openxmlformats.org/drawingml/2006/main">
            <a:off x="13811250" y="4610100"/>
            <a:ext cx="3190875" cy="1447800"/>
          </a:xfrm>
          <a:prstGeom xmlns:a="http://schemas.openxmlformats.org/drawingml/2006/main" prst="roundRect">
            <a:avLst>
              <a:gd name="adj" fmla="val 11842"/>
            </a:avLst>
          </a:prstGeom>
          <a:solidFill xmlns:a="http://schemas.openxmlformats.org/drawingml/2006/main">
            <a:srgbClr val="C5DDB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BE3C15C7-11C9-4613-9853-D2BB8318DC05}"/>
              </a:ext>
            </a:extLst>
          </p:cNvPr>
          <p:cNvSpPr>
            <a:spLocks xmlns:a="http://schemas.openxmlformats.org/drawingml/2006/main" noGrp="1"/>
          </p:cNvSpPr>
          <p:nvPr/>
        </p:nvSpPr>
        <p:spPr>
          <a:xfrm xmlns:a="http://schemas.openxmlformats.org/drawingml/2006/main">
            <a:off x="14001750" y="47720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28691C"/>
                </a:solidFill>
                <a:latin typeface="Pretendard"/>
                <a:ea typeface="Pretendard"/>
                <a:cs typeface="Pretendard"/>
              </a:defRPr>
            </a:defPPr>
            <a:lvl1pPr algn="ctr">
              <a:defRPr sz="2100" b="1">
                <a:solidFill>
                  <a:srgbClr val="28691C"/>
                </a:solidFill>
                <a:latin typeface="Pretendard"/>
                <a:ea typeface="Pretendard"/>
                <a:cs typeface="Pretendard"/>
              </a:defRPr>
            </a:lvl1pPr>
            <a:lvl2pPr algn="ctr">
              <a:defRPr sz="2100" b="1">
                <a:solidFill>
                  <a:srgbClr val="28691C"/>
                </a:solidFill>
                <a:latin typeface="Pretendard"/>
                <a:ea typeface="Pretendard"/>
                <a:cs typeface="Pretendard"/>
              </a:defRPr>
            </a:lvl2pPr>
            <a:lvl3pPr algn="ctr">
              <a:defRPr sz="2100" b="1">
                <a:solidFill>
                  <a:srgbClr val="28691C"/>
                </a:solidFill>
                <a:latin typeface="Pretendard"/>
                <a:ea typeface="Pretendard"/>
                <a:cs typeface="Pretendard"/>
              </a:defRPr>
            </a:lvl3pPr>
            <a:lvl4pPr algn="ctr">
              <a:defRPr sz="2100" b="1">
                <a:solidFill>
                  <a:srgbClr val="28691C"/>
                </a:solidFill>
                <a:latin typeface="Pretendard"/>
                <a:ea typeface="Pretendard"/>
                <a:cs typeface="Pretendard"/>
              </a:defRPr>
            </a:lvl4pPr>
            <a:lvl5pPr algn="ctr">
              <a:defRPr sz="2100" b="1">
                <a:solidFill>
                  <a:srgbClr val="28691C"/>
                </a:solidFill>
                <a:latin typeface="Pretendard"/>
                <a:ea typeface="Pretendard"/>
                <a:cs typeface="Pretendard"/>
              </a:defRPr>
            </a:lvl5pPr>
            <a:lvl6pPr algn="ctr">
              <a:defRPr sz="2100" b="1">
                <a:solidFill>
                  <a:srgbClr val="28691C"/>
                </a:solidFill>
                <a:latin typeface="Pretendard"/>
                <a:ea typeface="Pretendard"/>
                <a:cs typeface="Pretendard"/>
              </a:defRPr>
            </a:lvl6pPr>
            <a:lvl7pPr algn="ctr">
              <a:defRPr sz="2100" b="1">
                <a:solidFill>
                  <a:srgbClr val="28691C"/>
                </a:solidFill>
                <a:latin typeface="Pretendard"/>
                <a:ea typeface="Pretendard"/>
                <a:cs typeface="Pretendard"/>
              </a:defRPr>
            </a:lvl7pPr>
            <a:lvl8pPr algn="ctr">
              <a:defRPr sz="2100" b="1">
                <a:solidFill>
                  <a:srgbClr val="28691C"/>
                </a:solidFill>
                <a:latin typeface="Pretendard"/>
                <a:ea typeface="Pretendard"/>
                <a:cs typeface="Pretendard"/>
              </a:defRPr>
            </a:lvl8pPr>
            <a:lvl9pPr algn="ctr">
              <a:defRPr sz="2100" b="1">
                <a:solidFill>
                  <a:srgbClr val="28691C"/>
                </a:solidFill>
                <a:latin typeface="Pretendard"/>
                <a:ea typeface="Pretendard"/>
                <a:cs typeface="Pretendard"/>
              </a:defRPr>
            </a:lvl9pPr>
          </a:lstStyle>
          <a:p xmlns:a="http://schemas.openxmlformats.org/drawingml/2006/main">
            <a:pPr algn="ctr">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같은 CO₂는 소거</a:t>
            </a:r>
          </a:p>
        </p:txBody>
      </p:sp>
      <p:sp>
        <p:nvSpPr>
          <p:cNvPr id="16" name="text">
            <a:extLst xmlns:a="http://schemas.openxmlformats.org/drawingml/2006/main">
              <a:ext uri="{FF2B5EF4-FFF2-40B4-BE49-F238E27FC236}">
                <a16:creationId xmlns:a16="http://schemas.microsoft.com/office/drawing/2014/main" id="{460537C3-4663-4756-9801-BF89CECF3053}"/>
              </a:ext>
            </a:extLst>
          </p:cNvPr>
          <p:cNvSpPr>
            <a:spLocks xmlns:a="http://schemas.openxmlformats.org/drawingml/2006/main" noGrp="1"/>
          </p:cNvSpPr>
          <p:nvPr/>
        </p:nvSpPr>
        <p:spPr>
          <a:xfrm xmlns:a="http://schemas.openxmlformats.org/drawingml/2006/main">
            <a:off x="14001750" y="53054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202020"/>
                </a:solidFill>
                <a:latin typeface="Pretendard"/>
                <a:ea typeface="Pretendard"/>
                <a:cs typeface="Pretendard"/>
              </a:defRPr>
            </a:defPPr>
            <a:lvl1pPr algn="ctr">
              <a:defRPr sz="1875" b="0">
                <a:solidFill>
                  <a:srgbClr val="202020"/>
                </a:solidFill>
                <a:latin typeface="Pretendard"/>
                <a:ea typeface="Pretendard"/>
                <a:cs typeface="Pretendard"/>
              </a:defRPr>
            </a:lvl1pPr>
            <a:lvl2pPr algn="ctr">
              <a:defRPr sz="1875" b="0">
                <a:solidFill>
                  <a:srgbClr val="202020"/>
                </a:solidFill>
                <a:latin typeface="Pretendard"/>
                <a:ea typeface="Pretendard"/>
                <a:cs typeface="Pretendard"/>
              </a:defRPr>
            </a:lvl2pPr>
            <a:lvl3pPr algn="ctr">
              <a:defRPr sz="1875" b="0">
                <a:solidFill>
                  <a:srgbClr val="202020"/>
                </a:solidFill>
                <a:latin typeface="Pretendard"/>
                <a:ea typeface="Pretendard"/>
                <a:cs typeface="Pretendard"/>
              </a:defRPr>
            </a:lvl3pPr>
            <a:lvl4pPr algn="ctr">
              <a:defRPr sz="1875" b="0">
                <a:solidFill>
                  <a:srgbClr val="202020"/>
                </a:solidFill>
                <a:latin typeface="Pretendard"/>
                <a:ea typeface="Pretendard"/>
                <a:cs typeface="Pretendard"/>
              </a:defRPr>
            </a:lvl4pPr>
            <a:lvl5pPr algn="ctr">
              <a:defRPr sz="1875" b="0">
                <a:solidFill>
                  <a:srgbClr val="202020"/>
                </a:solidFill>
                <a:latin typeface="Pretendard"/>
                <a:ea typeface="Pretendard"/>
                <a:cs typeface="Pretendard"/>
              </a:defRPr>
            </a:lvl5pPr>
            <a:lvl6pPr algn="ctr">
              <a:defRPr sz="1875" b="0">
                <a:solidFill>
                  <a:srgbClr val="202020"/>
                </a:solidFill>
                <a:latin typeface="Pretendard"/>
                <a:ea typeface="Pretendard"/>
                <a:cs typeface="Pretendard"/>
              </a:defRPr>
            </a:lvl6pPr>
            <a:lvl7pPr algn="ctr">
              <a:defRPr sz="1875" b="0">
                <a:solidFill>
                  <a:srgbClr val="202020"/>
                </a:solidFill>
                <a:latin typeface="Pretendard"/>
                <a:ea typeface="Pretendard"/>
                <a:cs typeface="Pretendard"/>
              </a:defRPr>
            </a:lvl7pPr>
            <a:lvl8pPr algn="ctr">
              <a:defRPr sz="1875" b="0">
                <a:solidFill>
                  <a:srgbClr val="202020"/>
                </a:solidFill>
                <a:latin typeface="Pretendard"/>
                <a:ea typeface="Pretendard"/>
                <a:cs typeface="Pretendard"/>
              </a:defRPr>
            </a:lvl8pPr>
            <a:lvl9pPr algn="ctr">
              <a:defRPr sz="1875" b="0">
                <a:solidFill>
                  <a:srgbClr val="202020"/>
                </a:solidFill>
                <a:latin typeface="Pretendard"/>
                <a:ea typeface="Pretendard"/>
                <a:cs typeface="Pretendard"/>
              </a:defRPr>
            </a:lvl9pPr>
          </a:lstStyle>
          <a:p xmlns:a="http://schemas.openxmlformats.org/drawingml/2006/main">
            <a:pPr algn="ctr">
              <a:defRPr sz="1875" b="0">
                <a:solidFill>
                  <a:srgbClr val="202020"/>
                </a:solidFill>
                <a:latin typeface="Pretendard"/>
                <a:ea typeface="Pretendard"/>
                <a:cs typeface="Pretendard"/>
              </a:defRPr>
            </a:pPr>
            <a:r>
              <a:rPr sz="1875" b="0">
                <a:solidFill>
                  <a:srgbClr val="202020"/>
                </a:solidFill>
                <a:latin typeface="Pretendard"/>
                <a:ea typeface="Pretendard"/>
                <a:cs typeface="Pretendard"/>
              </a:rPr>
              <a:t>두 식에서 사라진다.</a:t>
            </a:r>
          </a:p>
        </p:txBody>
      </p:sp>
      <p:sp>
        <p:nvSpPr>
          <p:cNvPr id="17" name="text">
            <a:extLst xmlns:a="http://schemas.openxmlformats.org/drawingml/2006/main">
              <a:ext uri="{FF2B5EF4-FFF2-40B4-BE49-F238E27FC236}">
                <a16:creationId xmlns:a16="http://schemas.microsoft.com/office/drawing/2014/main" id="{3C45DD48-0968-4F9C-AF0F-1F53E4A4281E}"/>
              </a:ext>
            </a:extLst>
          </p:cNvPr>
          <p:cNvSpPr>
            <a:spLocks xmlns:a="http://schemas.openxmlformats.org/drawingml/2006/main" noGrp="1"/>
          </p:cNvSpPr>
          <p:nvPr/>
        </p:nvSpPr>
        <p:spPr>
          <a:xfrm xmlns:a="http://schemas.openxmlformats.org/drawingml/2006/main">
            <a:off x="6762750" y="7705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686868"/>
                </a:solidFill>
                <a:latin typeface="Pretendard"/>
                <a:ea typeface="Pretendard"/>
                <a:cs typeface="Pretendard"/>
              </a:defRPr>
            </a:defPPr>
            <a:lvl1pPr algn="ctr">
              <a:defRPr sz="2100" b="0">
                <a:solidFill>
                  <a:srgbClr val="686868"/>
                </a:solidFill>
                <a:latin typeface="Pretendard"/>
                <a:ea typeface="Pretendard"/>
                <a:cs typeface="Pretendard"/>
              </a:defRPr>
            </a:lvl1pPr>
            <a:lvl2pPr algn="ctr">
              <a:defRPr sz="2100" b="0">
                <a:solidFill>
                  <a:srgbClr val="686868"/>
                </a:solidFill>
                <a:latin typeface="Pretendard"/>
                <a:ea typeface="Pretendard"/>
                <a:cs typeface="Pretendard"/>
              </a:defRPr>
            </a:lvl2pPr>
            <a:lvl3pPr algn="ctr">
              <a:defRPr sz="2100" b="0">
                <a:solidFill>
                  <a:srgbClr val="686868"/>
                </a:solidFill>
                <a:latin typeface="Pretendard"/>
                <a:ea typeface="Pretendard"/>
                <a:cs typeface="Pretendard"/>
              </a:defRPr>
            </a:lvl3pPr>
            <a:lvl4pPr algn="ctr">
              <a:defRPr sz="2100" b="0">
                <a:solidFill>
                  <a:srgbClr val="686868"/>
                </a:solidFill>
                <a:latin typeface="Pretendard"/>
                <a:ea typeface="Pretendard"/>
                <a:cs typeface="Pretendard"/>
              </a:defRPr>
            </a:lvl4pPr>
            <a:lvl5pPr algn="ctr">
              <a:defRPr sz="2100" b="0">
                <a:solidFill>
                  <a:srgbClr val="686868"/>
                </a:solidFill>
                <a:latin typeface="Pretendard"/>
                <a:ea typeface="Pretendard"/>
                <a:cs typeface="Pretendard"/>
              </a:defRPr>
            </a:lvl5pPr>
            <a:lvl6pPr algn="ctr">
              <a:defRPr sz="2100" b="0">
                <a:solidFill>
                  <a:srgbClr val="686868"/>
                </a:solidFill>
                <a:latin typeface="Pretendard"/>
                <a:ea typeface="Pretendard"/>
                <a:cs typeface="Pretendard"/>
              </a:defRPr>
            </a:lvl6pPr>
            <a:lvl7pPr algn="ctr">
              <a:defRPr sz="2100" b="0">
                <a:solidFill>
                  <a:srgbClr val="686868"/>
                </a:solidFill>
                <a:latin typeface="Pretendard"/>
                <a:ea typeface="Pretendard"/>
                <a:cs typeface="Pretendard"/>
              </a:defRPr>
            </a:lvl7pPr>
            <a:lvl8pPr algn="ctr">
              <a:defRPr sz="2100" b="0">
                <a:solidFill>
                  <a:srgbClr val="686868"/>
                </a:solidFill>
                <a:latin typeface="Pretendard"/>
                <a:ea typeface="Pretendard"/>
                <a:cs typeface="Pretendard"/>
              </a:defRPr>
            </a:lvl8pPr>
            <a:lvl9pPr algn="ctr">
              <a:defRPr sz="2100" b="0">
                <a:solidFill>
                  <a:srgbClr val="686868"/>
                </a:solidFill>
                <a:latin typeface="Pretendard"/>
                <a:ea typeface="Pretendard"/>
                <a:cs typeface="Pretendard"/>
              </a:defRPr>
            </a:lvl9pPr>
          </a:lstStyle>
          <a:p xmlns:a="http://schemas.openxmlformats.org/drawingml/2006/main">
            <a:pPr algn="ctr">
              <a:defRPr sz="2100" b="0">
                <a:solidFill>
                  <a:srgbClr val="686868"/>
                </a:solidFill>
                <a:latin typeface="Pretendard"/>
                <a:ea typeface="Pretendard"/>
                <a:cs typeface="Pretendard"/>
              </a:defRPr>
            </a:pPr>
            <a:r>
              <a:rPr sz="2100" b="0">
                <a:solidFill>
                  <a:srgbClr val="686868"/>
                </a:solidFill>
                <a:latin typeface="Pretendard"/>
                <a:ea typeface="Pretendard"/>
                <a:cs typeface="Pretendard"/>
              </a:rPr>
              <a:t>산소는 절반이 남는다.</a:t>
            </a:r>
          </a:p>
        </p:txBody>
      </p:sp>
      <p:pic>
        <p:nvPicPr>
          <p:cNvPr id="18" name="">
            <a:extLst xmlns:a="http://schemas.openxmlformats.org/drawingml/2006/main">
              <a:ext uri="{FF2B5EF4-FFF2-40B4-BE49-F238E27FC236}">
                <a16:creationId xmlns:a16="http://schemas.microsoft.com/office/drawing/2014/main" id="{5B590492-CF54-46C5-B2E3-8343DC7D405E}"/>
              </a:ext>
            </a:extLst>
          </p:cNvPr>
          <p:cNvPicPr>
            <a:picLocks xmlns:a="http://schemas.openxmlformats.org/drawingml/2006/main" noChangeAspect="1"/>
          </p:cNvPicPr>
          <p:nvPr/>
        </p:nvPicPr>
        <p:blipFill>
          <a:blip xmlns:r="http://schemas.openxmlformats.org/officeDocument/2006/relationships" xmlns:a="http://schemas.openxmlformats.org/drawingml/2006/main" r:embed="Rd4b8ff406f7f4dca"/>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89631939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3867A160-4FA5-4A63-B92E-8D6C5832502D}"/>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48DF73CC-57BD-4B9B-94F6-4D5D69BAA00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936255-81C2-4AB3-BEEC-E56936E627A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ED91879-0235-402B-978F-FDEF537B62F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36AD763-36CB-49DF-A60E-1C5CBE02726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601A598-D52F-4CDB-8250-A779D3A0FA8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F72BEBBA-0479-4F22-85B8-3C45FABCEB09}"/>
              </a:ext>
            </a:extLst>
          </p:cNvPr>
          <p:cNvPicPr>
            <a:picLocks xmlns:a="http://schemas.openxmlformats.org/drawingml/2006/main" noChangeAspect="1"/>
          </p:cNvPicPr>
          <p:nvPr/>
        </p:nvPicPr>
        <p:blipFill>
          <a:blip xmlns:r="http://schemas.openxmlformats.org/officeDocument/2006/relationships" xmlns:a="http://schemas.openxmlformats.org/drawingml/2006/main" r:embed="Rdcf2c22c60874ea8"/>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E1BF7EB-0446-47FA-8656-6DFD96EBDBE5}"/>
              </a:ext>
            </a:extLst>
          </p:cNvPr>
          <p:cNvPicPr>
            <a:picLocks xmlns:a="http://schemas.openxmlformats.org/drawingml/2006/main" noChangeAspect="1"/>
          </p:cNvPicPr>
          <p:nvPr/>
        </p:nvPicPr>
        <p:blipFill>
          <a:blip xmlns:r="http://schemas.openxmlformats.org/officeDocument/2006/relationships" xmlns:a="http://schemas.openxmlformats.org/drawingml/2006/main" r:embed="R87df97bccd5c42f3"/>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1BB3DCD8-FD9D-4E1B-B8C8-583689984E0D}"/>
              </a:ext>
            </a:extLst>
          </p:cNvPr>
          <p:cNvPicPr>
            <a:picLocks xmlns:a="http://schemas.openxmlformats.org/drawingml/2006/main" noChangeAspect="1"/>
          </p:cNvPicPr>
          <p:nvPr/>
        </p:nvPicPr>
        <p:blipFill>
          <a:blip xmlns:r="http://schemas.openxmlformats.org/officeDocument/2006/relationships" xmlns:a="http://schemas.openxmlformats.org/drawingml/2006/main" r:embed="R732f26c11b774e71"/>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5ACB3A19-4E9C-4396-A556-74AC3344685C}"/>
              </a:ext>
            </a:extLst>
          </p:cNvPr>
          <p:cNvPicPr>
            <a:picLocks xmlns:a="http://schemas.openxmlformats.org/drawingml/2006/main" noChangeAspect="1"/>
          </p:cNvPicPr>
          <p:nvPr/>
        </p:nvPicPr>
        <p:blipFill>
          <a:blip xmlns:r="http://schemas.openxmlformats.org/officeDocument/2006/relationships" xmlns:a="http://schemas.openxmlformats.org/drawingml/2006/main" r:embed="Rb3940dd46e254596"/>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63608768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7FA0162A-84A4-4E3F-82F6-AE0DD4F394A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9B8D7A-4B8F-497D-88E1-90FD299A2ED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DE6EA33-BD3C-4170-8175-9F65A7ADF04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A2FE938-5A23-46B5-8FD0-A11E538D6E3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77ED446-729C-4B46-B616-37D75D0164A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9D2601BB-52DD-4824-AC69-8E82792D0C1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21678B7F-2E2A-4B01-841C-98E0C2C54A32}"/>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28691C"/>
                </a:solidFill>
                <a:latin typeface="Pretendard"/>
                <a:ea typeface="Pretendard"/>
                <a:cs typeface="Pretendard"/>
              </a:defRPr>
            </a:defPPr>
            <a:lvl1pPr algn="l">
              <a:defRPr sz="3150" b="1">
                <a:solidFill>
                  <a:srgbClr val="28691C"/>
                </a:solidFill>
                <a:latin typeface="Pretendard"/>
                <a:ea typeface="Pretendard"/>
                <a:cs typeface="Pretendard"/>
              </a:defRPr>
            </a:lvl1pPr>
            <a:lvl2pPr algn="l">
              <a:defRPr sz="3150" b="1">
                <a:solidFill>
                  <a:srgbClr val="28691C"/>
                </a:solidFill>
                <a:latin typeface="Pretendard"/>
                <a:ea typeface="Pretendard"/>
                <a:cs typeface="Pretendard"/>
              </a:defRPr>
            </a:lvl2pPr>
            <a:lvl3pPr algn="l">
              <a:defRPr sz="3150" b="1">
                <a:solidFill>
                  <a:srgbClr val="28691C"/>
                </a:solidFill>
                <a:latin typeface="Pretendard"/>
                <a:ea typeface="Pretendard"/>
                <a:cs typeface="Pretendard"/>
              </a:defRPr>
            </a:lvl3pPr>
            <a:lvl4pPr algn="l">
              <a:defRPr sz="3150" b="1">
                <a:solidFill>
                  <a:srgbClr val="28691C"/>
                </a:solidFill>
                <a:latin typeface="Pretendard"/>
                <a:ea typeface="Pretendard"/>
                <a:cs typeface="Pretendard"/>
              </a:defRPr>
            </a:lvl4pPr>
            <a:lvl5pPr algn="l">
              <a:defRPr sz="3150" b="1">
                <a:solidFill>
                  <a:srgbClr val="28691C"/>
                </a:solidFill>
                <a:latin typeface="Pretendard"/>
                <a:ea typeface="Pretendard"/>
                <a:cs typeface="Pretendard"/>
              </a:defRPr>
            </a:lvl5pPr>
            <a:lvl6pPr algn="l">
              <a:defRPr sz="3150" b="1">
                <a:solidFill>
                  <a:srgbClr val="28691C"/>
                </a:solidFill>
                <a:latin typeface="Pretendard"/>
                <a:ea typeface="Pretendard"/>
                <a:cs typeface="Pretendard"/>
              </a:defRPr>
            </a:lvl6pPr>
            <a:lvl7pPr algn="l">
              <a:defRPr sz="3150" b="1">
                <a:solidFill>
                  <a:srgbClr val="28691C"/>
                </a:solidFill>
                <a:latin typeface="Pretendard"/>
                <a:ea typeface="Pretendard"/>
                <a:cs typeface="Pretendard"/>
              </a:defRPr>
            </a:lvl7pPr>
            <a:lvl8pPr algn="l">
              <a:defRPr sz="3150" b="1">
                <a:solidFill>
                  <a:srgbClr val="28691C"/>
                </a:solidFill>
                <a:latin typeface="Pretendard"/>
                <a:ea typeface="Pretendard"/>
                <a:cs typeface="Pretendard"/>
              </a:defRPr>
            </a:lvl8pPr>
            <a:lvl9pPr algn="l">
              <a:defRPr sz="3150" b="1">
                <a:solidFill>
                  <a:srgbClr val="28691C"/>
                </a:solidFill>
                <a:latin typeface="Pretendard"/>
                <a:ea typeface="Pretendard"/>
                <a:cs typeface="Pretendard"/>
              </a:defRPr>
            </a:lvl9pPr>
          </a:lstStyle>
          <a:p xmlns:a="http://schemas.openxmlformats.org/drawingml/2006/main">
            <a:pPr algn="l">
              <a:defRPr sz="3150" b="1">
                <a:solidFill>
                  <a:srgbClr val="28691C"/>
                </a:solidFill>
                <a:latin typeface="Pretendard"/>
                <a:ea typeface="Pretendard"/>
                <a:cs typeface="Pretendard"/>
              </a:defRPr>
            </a:pPr>
            <a:r>
              <a:rPr sz="3150" b="1">
                <a:solidFill>
                  <a:srgbClr val="28691C"/>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B2F1EE10-DF96-4409-81C1-55B7E7F2C664}"/>
              </a:ext>
            </a:extLst>
          </p:cNvPr>
          <p:cNvPicPr>
            <a:picLocks xmlns:a="http://schemas.openxmlformats.org/drawingml/2006/main" noChangeAspect="1"/>
          </p:cNvPicPr>
          <p:nvPr/>
        </p:nvPicPr>
        <p:blipFill>
          <a:blip xmlns:r="http://schemas.openxmlformats.org/officeDocument/2006/relationships" xmlns:a="http://schemas.openxmlformats.org/drawingml/2006/main" r:embed="R38340b8a69594e66"/>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A2B6EF9D-604C-4ED7-8255-F609D3EDEBE9}"/>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2F3F1"/>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BFF30B27-4AF3-4D58-98E2-A1D03FAA403F}"/>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rPr sz="3150" b="0">
                <a:solidFill>
                  <a:srgbClr val="20202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169FFF15-E278-48CB-B308-4AF654E96C6F}"/>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202020"/>
                </a:solidFill>
                <a:latin typeface="Pretendard"/>
                <a:ea typeface="Pretendard"/>
                <a:cs typeface="Pretendard"/>
              </a:defRPr>
            </a:defPPr>
            <a:lvl1pPr algn="l">
              <a:defRPr sz="3150" b="0">
                <a:solidFill>
                  <a:srgbClr val="202020"/>
                </a:solidFill>
                <a:latin typeface="Pretendard"/>
                <a:ea typeface="Pretendard"/>
                <a:cs typeface="Pretendard"/>
              </a:defRPr>
            </a:lvl1pPr>
            <a:lvl2pPr algn="l">
              <a:defRPr sz="3150" b="0">
                <a:solidFill>
                  <a:srgbClr val="202020"/>
                </a:solidFill>
                <a:latin typeface="Pretendard"/>
                <a:ea typeface="Pretendard"/>
                <a:cs typeface="Pretendard"/>
              </a:defRPr>
            </a:lvl2pPr>
            <a:lvl3pPr algn="l">
              <a:defRPr sz="3150" b="0">
                <a:solidFill>
                  <a:srgbClr val="202020"/>
                </a:solidFill>
                <a:latin typeface="Pretendard"/>
                <a:ea typeface="Pretendard"/>
                <a:cs typeface="Pretendard"/>
              </a:defRPr>
            </a:lvl3pPr>
            <a:lvl4pPr algn="l">
              <a:defRPr sz="3150" b="0">
                <a:solidFill>
                  <a:srgbClr val="202020"/>
                </a:solidFill>
                <a:latin typeface="Pretendard"/>
                <a:ea typeface="Pretendard"/>
                <a:cs typeface="Pretendard"/>
              </a:defRPr>
            </a:lvl4pPr>
            <a:lvl5pPr algn="l">
              <a:defRPr sz="3150" b="0">
                <a:solidFill>
                  <a:srgbClr val="202020"/>
                </a:solidFill>
                <a:latin typeface="Pretendard"/>
                <a:ea typeface="Pretendard"/>
                <a:cs typeface="Pretendard"/>
              </a:defRPr>
            </a:lvl5pPr>
            <a:lvl6pPr algn="l">
              <a:defRPr sz="3150" b="0">
                <a:solidFill>
                  <a:srgbClr val="202020"/>
                </a:solidFill>
                <a:latin typeface="Pretendard"/>
                <a:ea typeface="Pretendard"/>
                <a:cs typeface="Pretendard"/>
              </a:defRPr>
            </a:lvl6pPr>
            <a:lvl7pPr algn="l">
              <a:defRPr sz="3150" b="0">
                <a:solidFill>
                  <a:srgbClr val="202020"/>
                </a:solidFill>
                <a:latin typeface="Pretendard"/>
                <a:ea typeface="Pretendard"/>
                <a:cs typeface="Pretendard"/>
              </a:defRPr>
            </a:lvl7pPr>
            <a:lvl8pPr algn="l">
              <a:defRPr sz="3150" b="0">
                <a:solidFill>
                  <a:srgbClr val="202020"/>
                </a:solidFill>
                <a:latin typeface="Pretendard"/>
                <a:ea typeface="Pretendard"/>
                <a:cs typeface="Pretendard"/>
              </a:defRPr>
            </a:lvl8pPr>
            <a:lvl9pPr algn="l">
              <a:defRPr sz="3150" b="0">
                <a:solidFill>
                  <a:srgbClr val="202020"/>
                </a:solidFill>
                <a:latin typeface="Pretendard"/>
                <a:ea typeface="Pretendard"/>
                <a:cs typeface="Pretendard"/>
              </a:defRPr>
            </a:lvl9pPr>
          </a:lstStyle>
          <a:p xmlns:a="http://schemas.openxmlformats.org/drawingml/2006/main">
            <a:pPr algn="l">
              <a:defRPr sz="3150" b="0">
                <a:solidFill>
                  <a:srgbClr val="20202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45E402C7-4642-4E0E-BA3A-7C30D3E36043}"/>
              </a:ext>
            </a:extLst>
          </p:cNvPr>
          <p:cNvPicPr>
            <a:picLocks xmlns:a="http://schemas.openxmlformats.org/drawingml/2006/main" noChangeAspect="1"/>
          </p:cNvPicPr>
          <p:nvPr/>
        </p:nvPicPr>
        <p:blipFill>
          <a:blip xmlns:r="http://schemas.openxmlformats.org/officeDocument/2006/relationships" xmlns:a="http://schemas.openxmlformats.org/drawingml/2006/main" r:embed="R77fc3901ee0540fe"/>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87F27DC7-E621-4382-8BBC-6E510C696AAA}"/>
              </a:ext>
            </a:extLst>
          </p:cNvPr>
          <p:cNvPicPr>
            <a:picLocks xmlns:a="http://schemas.openxmlformats.org/drawingml/2006/main" noChangeAspect="1"/>
          </p:cNvPicPr>
          <p:nvPr/>
        </p:nvPicPr>
        <p:blipFill>
          <a:blip xmlns:r="http://schemas.openxmlformats.org/officeDocument/2006/relationships" xmlns:a="http://schemas.openxmlformats.org/drawingml/2006/main" r:embed="R9adea424252142ad"/>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69287050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B422660C-1884-4A49-89C1-4E9DC088D17B}"/>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E6867C80-71FD-4F72-91DA-9A5B540168C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04554B-B0E2-427F-9623-02B0F2724EF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3676C67-1F6F-40DF-93CC-8604417E948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FEBBE32-5B6F-40E8-80A5-96DCCFE3B1C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2DC4D71-3208-4C0F-B98B-B33154BF105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3713348A-05DB-4FB1-AF03-EF45E62FA1A3}"/>
              </a:ext>
            </a:extLst>
          </p:cNvPr>
          <p:cNvPicPr>
            <a:picLocks xmlns:a="http://schemas.openxmlformats.org/drawingml/2006/main" noChangeAspect="1"/>
          </p:cNvPicPr>
          <p:nvPr/>
        </p:nvPicPr>
        <p:blipFill>
          <a:blip xmlns:r="http://schemas.openxmlformats.org/officeDocument/2006/relationships" xmlns:a="http://schemas.openxmlformats.org/drawingml/2006/main" r:embed="R99ac712a11314c59"/>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CB0B2B2-9321-414A-AE8F-4C0187A66283}"/>
              </a:ext>
            </a:extLst>
          </p:cNvPr>
          <p:cNvPicPr>
            <a:picLocks xmlns:a="http://schemas.openxmlformats.org/drawingml/2006/main" noChangeAspect="1"/>
          </p:cNvPicPr>
          <p:nvPr/>
        </p:nvPicPr>
        <p:blipFill>
          <a:blip xmlns:r="http://schemas.openxmlformats.org/officeDocument/2006/relationships" xmlns:a="http://schemas.openxmlformats.org/drawingml/2006/main" r:embed="R6f0d8499b15b4848"/>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3EC43492-46BE-4E58-9811-D32C5DA9645E}"/>
              </a:ext>
            </a:extLst>
          </p:cNvPr>
          <p:cNvPicPr>
            <a:picLocks xmlns:a="http://schemas.openxmlformats.org/drawingml/2006/main" noChangeAspect="1"/>
          </p:cNvPicPr>
          <p:nvPr/>
        </p:nvPicPr>
        <p:blipFill>
          <a:blip xmlns:r="http://schemas.openxmlformats.org/officeDocument/2006/relationships" xmlns:a="http://schemas.openxmlformats.org/drawingml/2006/main" r:embed="R4f037ab75f6b40a2"/>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4DB35480-4918-4352-A372-D943ED72E028}"/>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F084184D-CFDE-41C3-8500-543135FA595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25°C, 1기압에서 같은 생성물이 생기는 두 연소 반응을 비교한다.</a:t>
            </a:r>
          </a:p>
        </p:txBody>
      </p:sp>
      <p:pic>
        <p:nvPicPr>
          <p:cNvPr id="16" name="">
            <a:extLst xmlns:a="http://schemas.openxmlformats.org/drawingml/2006/main">
              <a:ext uri="{FF2B5EF4-FFF2-40B4-BE49-F238E27FC236}">
                <a16:creationId xmlns:a16="http://schemas.microsoft.com/office/drawing/2014/main" id="{D8FCB913-247A-4B95-98CE-B758A108E551}"/>
              </a:ext>
            </a:extLst>
          </p:cNvPr>
          <p:cNvPicPr>
            <a:picLocks xmlns:a="http://schemas.openxmlformats.org/drawingml/2006/main" noChangeAspect="1"/>
          </p:cNvPicPr>
          <p:nvPr/>
        </p:nvPicPr>
        <p:blipFill>
          <a:blip xmlns:r="http://schemas.openxmlformats.org/officeDocument/2006/relationships" xmlns:a="http://schemas.openxmlformats.org/drawingml/2006/main" r:embed="R72874cc339de4e9d"/>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8404013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4AD6C8FB-6C8E-49AA-97AA-4DAA8E86066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A1B6611-97B0-4270-9158-3E6A1481464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1D4F32C-AC85-4F05-A693-A5EA1E6827B0}"/>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A9C1DA2-EE5B-4DBF-A335-F638CC13CBC7}"/>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9E52586E-77A6-4B4E-845A-43DD6FE52FD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B0ED3EA4-76C3-45F7-AA4C-3D39773D9F91}"/>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F2F3F1"/>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5178E073-D6DD-40DB-A627-65446115FF44}"/>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6B5A7FB-1EA9-479A-BA61-5F2EB04CDB0F}"/>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65A24836-61FF-4997-8AE4-EBADA4929D8D}"/>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202020"/>
                </a:solidFill>
                <a:latin typeface="Pretendard"/>
                <a:ea typeface="Pretendard"/>
                <a:cs typeface="Pretendard"/>
              </a:defRPr>
            </a:defPPr>
            <a:lvl1pPr algn="l">
              <a:defRPr sz="2775" b="0">
                <a:solidFill>
                  <a:srgbClr val="202020"/>
                </a:solidFill>
                <a:latin typeface="Pretendard"/>
                <a:ea typeface="Pretendard"/>
                <a:cs typeface="Pretendard"/>
              </a:defRPr>
            </a:lvl1pPr>
            <a:lvl2pPr algn="l">
              <a:defRPr sz="2775" b="0">
                <a:solidFill>
                  <a:srgbClr val="202020"/>
                </a:solidFill>
                <a:latin typeface="Pretendard"/>
                <a:ea typeface="Pretendard"/>
                <a:cs typeface="Pretendard"/>
              </a:defRPr>
            </a:lvl2pPr>
            <a:lvl3pPr algn="l">
              <a:defRPr sz="2775" b="0">
                <a:solidFill>
                  <a:srgbClr val="202020"/>
                </a:solidFill>
                <a:latin typeface="Pretendard"/>
                <a:ea typeface="Pretendard"/>
                <a:cs typeface="Pretendard"/>
              </a:defRPr>
            </a:lvl3pPr>
            <a:lvl4pPr algn="l">
              <a:defRPr sz="2775" b="0">
                <a:solidFill>
                  <a:srgbClr val="202020"/>
                </a:solidFill>
                <a:latin typeface="Pretendard"/>
                <a:ea typeface="Pretendard"/>
                <a:cs typeface="Pretendard"/>
              </a:defRPr>
            </a:lvl4pPr>
            <a:lvl5pPr algn="l">
              <a:defRPr sz="2775" b="0">
                <a:solidFill>
                  <a:srgbClr val="202020"/>
                </a:solidFill>
                <a:latin typeface="Pretendard"/>
                <a:ea typeface="Pretendard"/>
                <a:cs typeface="Pretendard"/>
              </a:defRPr>
            </a:lvl5pPr>
            <a:lvl6pPr algn="l">
              <a:defRPr sz="2775" b="0">
                <a:solidFill>
                  <a:srgbClr val="202020"/>
                </a:solidFill>
                <a:latin typeface="Pretendard"/>
                <a:ea typeface="Pretendard"/>
                <a:cs typeface="Pretendard"/>
              </a:defRPr>
            </a:lvl6pPr>
            <a:lvl7pPr algn="l">
              <a:defRPr sz="2775" b="0">
                <a:solidFill>
                  <a:srgbClr val="202020"/>
                </a:solidFill>
                <a:latin typeface="Pretendard"/>
                <a:ea typeface="Pretendard"/>
                <a:cs typeface="Pretendard"/>
              </a:defRPr>
            </a:lvl7pPr>
            <a:lvl8pPr algn="l">
              <a:defRPr sz="2775" b="0">
                <a:solidFill>
                  <a:srgbClr val="202020"/>
                </a:solidFill>
                <a:latin typeface="Pretendard"/>
                <a:ea typeface="Pretendard"/>
                <a:cs typeface="Pretendard"/>
              </a:defRPr>
            </a:lvl8pPr>
            <a:lvl9pPr algn="l">
              <a:defRPr sz="2775" b="0">
                <a:solidFill>
                  <a:srgbClr val="202020"/>
                </a:solidFill>
                <a:latin typeface="Pretendard"/>
                <a:ea typeface="Pretendard"/>
                <a:cs typeface="Pretendard"/>
              </a:defRPr>
            </a:lvl9pPr>
          </a:lstStyle>
          <a:p xmlns:a="http://schemas.openxmlformats.org/drawingml/2006/main">
            <a:pPr algn="l">
              <a:defRPr sz="2775" b="0">
                <a:solidFill>
                  <a:srgbClr val="202020"/>
                </a:solidFill>
                <a:latin typeface="Pretendard"/>
                <a:ea typeface="Pretendard"/>
                <a:cs typeface="Pretendard"/>
              </a:defRPr>
            </a:pPr>
            <a:r>
              <a:rPr sz="2775" b="0">
                <a:solidFill>
                  <a:srgbClr val="202020"/>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D98C5B15-07D2-43A7-8768-7DB2D9494F06}"/>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F967B202-D68C-47F5-B685-7CEF89CFD652}"/>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E3E5E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5E4A97E-0CA8-4EEC-A5FD-B2AB24E0C292}"/>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FA4ECDE9-6C49-4ADD-A435-ABB8A6826E9C}"/>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F114E5F-A5F1-4EF7-8616-E6CA7A1D66D8}"/>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2D24480C-E217-49B3-99EE-A740B408E4F1}"/>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202020"/>
                </a:solidFill>
                <a:latin typeface="Pretendard"/>
                <a:ea typeface="Pretendard"/>
                <a:cs typeface="Pretendard"/>
              </a:defRPr>
            </a:defPPr>
            <a:lvl1pPr algn="l">
              <a:defRPr sz="2775" b="0">
                <a:solidFill>
                  <a:srgbClr val="202020"/>
                </a:solidFill>
                <a:latin typeface="Pretendard"/>
                <a:ea typeface="Pretendard"/>
                <a:cs typeface="Pretendard"/>
              </a:defRPr>
            </a:lvl1pPr>
            <a:lvl2pPr algn="l">
              <a:defRPr sz="2775" b="0">
                <a:solidFill>
                  <a:srgbClr val="202020"/>
                </a:solidFill>
                <a:latin typeface="Pretendard"/>
                <a:ea typeface="Pretendard"/>
                <a:cs typeface="Pretendard"/>
              </a:defRPr>
            </a:lvl2pPr>
            <a:lvl3pPr algn="l">
              <a:defRPr sz="2775" b="0">
                <a:solidFill>
                  <a:srgbClr val="202020"/>
                </a:solidFill>
                <a:latin typeface="Pretendard"/>
                <a:ea typeface="Pretendard"/>
                <a:cs typeface="Pretendard"/>
              </a:defRPr>
            </a:lvl3pPr>
            <a:lvl4pPr algn="l">
              <a:defRPr sz="2775" b="0">
                <a:solidFill>
                  <a:srgbClr val="202020"/>
                </a:solidFill>
                <a:latin typeface="Pretendard"/>
                <a:ea typeface="Pretendard"/>
                <a:cs typeface="Pretendard"/>
              </a:defRPr>
            </a:lvl4pPr>
            <a:lvl5pPr algn="l">
              <a:defRPr sz="2775" b="0">
                <a:solidFill>
                  <a:srgbClr val="202020"/>
                </a:solidFill>
                <a:latin typeface="Pretendard"/>
                <a:ea typeface="Pretendard"/>
                <a:cs typeface="Pretendard"/>
              </a:defRPr>
            </a:lvl5pPr>
            <a:lvl6pPr algn="l">
              <a:defRPr sz="2775" b="0">
                <a:solidFill>
                  <a:srgbClr val="202020"/>
                </a:solidFill>
                <a:latin typeface="Pretendard"/>
                <a:ea typeface="Pretendard"/>
                <a:cs typeface="Pretendard"/>
              </a:defRPr>
            </a:lvl6pPr>
            <a:lvl7pPr algn="l">
              <a:defRPr sz="2775" b="0">
                <a:solidFill>
                  <a:srgbClr val="202020"/>
                </a:solidFill>
                <a:latin typeface="Pretendard"/>
                <a:ea typeface="Pretendard"/>
                <a:cs typeface="Pretendard"/>
              </a:defRPr>
            </a:lvl7pPr>
            <a:lvl8pPr algn="l">
              <a:defRPr sz="2775" b="0">
                <a:solidFill>
                  <a:srgbClr val="202020"/>
                </a:solidFill>
                <a:latin typeface="Pretendard"/>
                <a:ea typeface="Pretendard"/>
                <a:cs typeface="Pretendard"/>
              </a:defRPr>
            </a:lvl8pPr>
            <a:lvl9pPr algn="l">
              <a:defRPr sz="2775" b="0">
                <a:solidFill>
                  <a:srgbClr val="202020"/>
                </a:solidFill>
                <a:latin typeface="Pretendard"/>
                <a:ea typeface="Pretendard"/>
                <a:cs typeface="Pretendard"/>
              </a:defRPr>
            </a:lvl9pPr>
          </a:lstStyle>
          <a:p xmlns:a="http://schemas.openxmlformats.org/drawingml/2006/main">
            <a:pPr algn="l">
              <a:defRPr sz="2775" b="0">
                <a:solidFill>
                  <a:srgbClr val="202020"/>
                </a:solidFill>
                <a:latin typeface="Pretendard"/>
                <a:ea typeface="Pretendard"/>
                <a:cs typeface="Pretendard"/>
              </a:defRPr>
            </a:pPr>
            <a:r>
              <a:rPr sz="2775" b="0">
                <a:solidFill>
                  <a:srgbClr val="202020"/>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59A16AA0-3B8A-4419-B1AC-3092ACA2A1DB}"/>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C4B3F4D7-408C-480E-94FB-7F642C3A0EEC}"/>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E3E5E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056D0C3C-E1CB-4A1D-A71F-9F82B5C360A8}"/>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0ADCF524-4399-4519-9A17-6CCD78D5B91C}"/>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302075CE-87D0-4851-A871-FECC7DF0BD69}"/>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88DC8045-A761-4368-9845-C2997DB62AA9}"/>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202020"/>
                </a:solidFill>
                <a:latin typeface="Pretendard"/>
                <a:ea typeface="Pretendard"/>
                <a:cs typeface="Pretendard"/>
              </a:defRPr>
            </a:defPPr>
            <a:lvl1pPr algn="l">
              <a:defRPr sz="2775" b="0">
                <a:solidFill>
                  <a:srgbClr val="202020"/>
                </a:solidFill>
                <a:latin typeface="Pretendard"/>
                <a:ea typeface="Pretendard"/>
                <a:cs typeface="Pretendard"/>
              </a:defRPr>
            </a:lvl1pPr>
            <a:lvl2pPr algn="l">
              <a:defRPr sz="2775" b="0">
                <a:solidFill>
                  <a:srgbClr val="202020"/>
                </a:solidFill>
                <a:latin typeface="Pretendard"/>
                <a:ea typeface="Pretendard"/>
                <a:cs typeface="Pretendard"/>
              </a:defRPr>
            </a:lvl2pPr>
            <a:lvl3pPr algn="l">
              <a:defRPr sz="2775" b="0">
                <a:solidFill>
                  <a:srgbClr val="202020"/>
                </a:solidFill>
                <a:latin typeface="Pretendard"/>
                <a:ea typeface="Pretendard"/>
                <a:cs typeface="Pretendard"/>
              </a:defRPr>
            </a:lvl3pPr>
            <a:lvl4pPr algn="l">
              <a:defRPr sz="2775" b="0">
                <a:solidFill>
                  <a:srgbClr val="202020"/>
                </a:solidFill>
                <a:latin typeface="Pretendard"/>
                <a:ea typeface="Pretendard"/>
                <a:cs typeface="Pretendard"/>
              </a:defRPr>
            </a:lvl4pPr>
            <a:lvl5pPr algn="l">
              <a:defRPr sz="2775" b="0">
                <a:solidFill>
                  <a:srgbClr val="202020"/>
                </a:solidFill>
                <a:latin typeface="Pretendard"/>
                <a:ea typeface="Pretendard"/>
                <a:cs typeface="Pretendard"/>
              </a:defRPr>
            </a:lvl5pPr>
            <a:lvl6pPr algn="l">
              <a:defRPr sz="2775" b="0">
                <a:solidFill>
                  <a:srgbClr val="202020"/>
                </a:solidFill>
                <a:latin typeface="Pretendard"/>
                <a:ea typeface="Pretendard"/>
                <a:cs typeface="Pretendard"/>
              </a:defRPr>
            </a:lvl6pPr>
            <a:lvl7pPr algn="l">
              <a:defRPr sz="2775" b="0">
                <a:solidFill>
                  <a:srgbClr val="202020"/>
                </a:solidFill>
                <a:latin typeface="Pretendard"/>
                <a:ea typeface="Pretendard"/>
                <a:cs typeface="Pretendard"/>
              </a:defRPr>
            </a:lvl7pPr>
            <a:lvl8pPr algn="l">
              <a:defRPr sz="2775" b="0">
                <a:solidFill>
                  <a:srgbClr val="202020"/>
                </a:solidFill>
                <a:latin typeface="Pretendard"/>
                <a:ea typeface="Pretendard"/>
                <a:cs typeface="Pretendard"/>
              </a:defRPr>
            </a:lvl8pPr>
            <a:lvl9pPr algn="l">
              <a:defRPr sz="2775" b="0">
                <a:solidFill>
                  <a:srgbClr val="202020"/>
                </a:solidFill>
                <a:latin typeface="Pretendard"/>
                <a:ea typeface="Pretendard"/>
                <a:cs typeface="Pretendard"/>
              </a:defRPr>
            </a:lvl9pPr>
          </a:lstStyle>
          <a:p xmlns:a="http://schemas.openxmlformats.org/drawingml/2006/main">
            <a:pPr algn="l">
              <a:defRPr sz="2775" b="0">
                <a:solidFill>
                  <a:srgbClr val="202020"/>
                </a:solidFill>
                <a:latin typeface="Pretendard"/>
                <a:ea typeface="Pretendard"/>
                <a:cs typeface="Pretendard"/>
              </a:defRPr>
            </a:pPr>
            <a:r>
              <a:rPr sz="2775" b="0">
                <a:solidFill>
                  <a:srgbClr val="202020"/>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07359C5F-EDEE-4EDA-BA38-7A2D2792A6D4}"/>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F3A4B0A5-BC93-4363-A85C-07839834F985}"/>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E3E5E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59640DF5-9094-4392-9E2E-F14B61C37C9D}"/>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A2BBA8B5-8831-4E3D-ACA0-AE27441FF807}"/>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CD159C0F-1B5C-430F-9FE0-84F3C286EE57}"/>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553B7830-300C-4C9F-B229-D058BBF0533A}"/>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202020"/>
                </a:solidFill>
                <a:latin typeface="Pretendard"/>
                <a:ea typeface="Pretendard"/>
                <a:cs typeface="Pretendard"/>
              </a:defRPr>
            </a:defPPr>
            <a:lvl1pPr algn="l">
              <a:defRPr sz="2775" b="0">
                <a:solidFill>
                  <a:srgbClr val="202020"/>
                </a:solidFill>
                <a:latin typeface="Pretendard"/>
                <a:ea typeface="Pretendard"/>
                <a:cs typeface="Pretendard"/>
              </a:defRPr>
            </a:lvl1pPr>
            <a:lvl2pPr algn="l">
              <a:defRPr sz="2775" b="0">
                <a:solidFill>
                  <a:srgbClr val="202020"/>
                </a:solidFill>
                <a:latin typeface="Pretendard"/>
                <a:ea typeface="Pretendard"/>
                <a:cs typeface="Pretendard"/>
              </a:defRPr>
            </a:lvl2pPr>
            <a:lvl3pPr algn="l">
              <a:defRPr sz="2775" b="0">
                <a:solidFill>
                  <a:srgbClr val="202020"/>
                </a:solidFill>
                <a:latin typeface="Pretendard"/>
                <a:ea typeface="Pretendard"/>
                <a:cs typeface="Pretendard"/>
              </a:defRPr>
            </a:lvl3pPr>
            <a:lvl4pPr algn="l">
              <a:defRPr sz="2775" b="0">
                <a:solidFill>
                  <a:srgbClr val="202020"/>
                </a:solidFill>
                <a:latin typeface="Pretendard"/>
                <a:ea typeface="Pretendard"/>
                <a:cs typeface="Pretendard"/>
              </a:defRPr>
            </a:lvl4pPr>
            <a:lvl5pPr algn="l">
              <a:defRPr sz="2775" b="0">
                <a:solidFill>
                  <a:srgbClr val="202020"/>
                </a:solidFill>
                <a:latin typeface="Pretendard"/>
                <a:ea typeface="Pretendard"/>
                <a:cs typeface="Pretendard"/>
              </a:defRPr>
            </a:lvl5pPr>
            <a:lvl6pPr algn="l">
              <a:defRPr sz="2775" b="0">
                <a:solidFill>
                  <a:srgbClr val="202020"/>
                </a:solidFill>
                <a:latin typeface="Pretendard"/>
                <a:ea typeface="Pretendard"/>
                <a:cs typeface="Pretendard"/>
              </a:defRPr>
            </a:lvl6pPr>
            <a:lvl7pPr algn="l">
              <a:defRPr sz="2775" b="0">
                <a:solidFill>
                  <a:srgbClr val="202020"/>
                </a:solidFill>
                <a:latin typeface="Pretendard"/>
                <a:ea typeface="Pretendard"/>
                <a:cs typeface="Pretendard"/>
              </a:defRPr>
            </a:lvl7pPr>
            <a:lvl8pPr algn="l">
              <a:defRPr sz="2775" b="0">
                <a:solidFill>
                  <a:srgbClr val="202020"/>
                </a:solidFill>
                <a:latin typeface="Pretendard"/>
                <a:ea typeface="Pretendard"/>
                <a:cs typeface="Pretendard"/>
              </a:defRPr>
            </a:lvl8pPr>
            <a:lvl9pPr algn="l">
              <a:defRPr sz="2775" b="0">
                <a:solidFill>
                  <a:srgbClr val="202020"/>
                </a:solidFill>
                <a:latin typeface="Pretendard"/>
                <a:ea typeface="Pretendard"/>
                <a:cs typeface="Pretendard"/>
              </a:defRPr>
            </a:lvl9pPr>
          </a:lstStyle>
          <a:p xmlns:a="http://schemas.openxmlformats.org/drawingml/2006/main">
            <a:pPr algn="l">
              <a:defRPr sz="2775" b="0">
                <a:solidFill>
                  <a:srgbClr val="202020"/>
                </a:solidFill>
                <a:latin typeface="Pretendard"/>
                <a:ea typeface="Pretendard"/>
                <a:cs typeface="Pretendard"/>
              </a:defRPr>
            </a:pPr>
            <a:r>
              <a:rPr sz="2775" b="0">
                <a:solidFill>
                  <a:srgbClr val="202020"/>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A2D83CBC-B448-4883-B223-613D14BCF9F1}"/>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B3857112-184B-447B-92F7-FF160FA2C604}"/>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E3E5E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B9FBA3E5-20C7-4254-8D92-AD1C080D696B}"/>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반응 엔탈피</a:t>
            </a:r>
          </a:p>
        </p:txBody>
      </p:sp>
      <p:pic>
        <p:nvPicPr>
          <p:cNvPr id="32" name="">
            <a:extLst xmlns:a="http://schemas.openxmlformats.org/drawingml/2006/main">
              <a:ext uri="{FF2B5EF4-FFF2-40B4-BE49-F238E27FC236}">
                <a16:creationId xmlns:a16="http://schemas.microsoft.com/office/drawing/2014/main" id="{6268EF88-8A16-4A80-9836-C74DC5EE52F3}"/>
              </a:ext>
            </a:extLst>
          </p:cNvPr>
          <p:cNvPicPr>
            <a:picLocks xmlns:a="http://schemas.openxmlformats.org/drawingml/2006/main" noChangeAspect="1"/>
          </p:cNvPicPr>
          <p:nvPr/>
        </p:nvPicPr>
        <p:blipFill>
          <a:blip xmlns:r="http://schemas.openxmlformats.org/officeDocument/2006/relationships" xmlns:a="http://schemas.openxmlformats.org/drawingml/2006/main" r:embed="R0f49e710776b4f6d"/>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96713817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AA728A97-DBB6-42EC-A8B7-77D741E0DC82}"/>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C5DDB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783EAC96-AF1E-44D0-B0BB-08FF4EC6232E}"/>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6DA1767D-8209-4844-9B14-0812E1FC9A6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716AD93-6E90-4E7C-9948-EB6FE9AD449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A29AB71-2E45-4A10-B8EC-9DEC1E509B7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ED98F2E-BA11-4C65-A28D-C61F932DEEF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02A6286-2E9E-4517-BFC1-023A55421FE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0EE9E0FA-CEBE-4DAA-ACD3-0E448CF077EC}"/>
              </a:ext>
            </a:extLst>
          </p:cNvPr>
          <p:cNvPicPr>
            <a:picLocks xmlns:a="http://schemas.openxmlformats.org/drawingml/2006/main" noChangeAspect="1"/>
          </p:cNvPicPr>
          <p:nvPr/>
        </p:nvPicPr>
        <p:blipFill>
          <a:blip xmlns:r="http://schemas.openxmlformats.org/officeDocument/2006/relationships" xmlns:a="http://schemas.openxmlformats.org/drawingml/2006/main" r:embed="Rf4629583b3084ec4"/>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3D99D7C-0E4B-420B-861A-35F2CFB5BC1F}"/>
              </a:ext>
            </a:extLst>
          </p:cNvPr>
          <p:cNvPicPr>
            <a:picLocks xmlns:a="http://schemas.openxmlformats.org/drawingml/2006/main" noChangeAspect="1"/>
          </p:cNvPicPr>
          <p:nvPr/>
        </p:nvPicPr>
        <p:blipFill>
          <a:blip xmlns:r="http://schemas.openxmlformats.org/officeDocument/2006/relationships" xmlns:a="http://schemas.openxmlformats.org/drawingml/2006/main" r:embed="Rd2982446a5384da7"/>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D6E60E24-A993-4760-87EE-302CF079B89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3624F6A9-CC90-4DE1-B950-2CB97C9D48B9}"/>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8691C"/>
                </a:solidFill>
                <a:latin typeface="Pretendard"/>
                <a:ea typeface="Pretendard"/>
                <a:cs typeface="Pretendard"/>
              </a:defRPr>
            </a:defPPr>
            <a:lvl1pPr algn="l">
              <a:defRPr sz="2100" b="1">
                <a:solidFill>
                  <a:srgbClr val="28691C"/>
                </a:solidFill>
                <a:latin typeface="Pretendard"/>
                <a:ea typeface="Pretendard"/>
                <a:cs typeface="Pretendard"/>
              </a:defRPr>
            </a:lvl1pPr>
            <a:lvl2pPr algn="l">
              <a:defRPr sz="2100" b="1">
                <a:solidFill>
                  <a:srgbClr val="28691C"/>
                </a:solidFill>
                <a:latin typeface="Pretendard"/>
                <a:ea typeface="Pretendard"/>
                <a:cs typeface="Pretendard"/>
              </a:defRPr>
            </a:lvl2pPr>
            <a:lvl3pPr algn="l">
              <a:defRPr sz="2100" b="1">
                <a:solidFill>
                  <a:srgbClr val="28691C"/>
                </a:solidFill>
                <a:latin typeface="Pretendard"/>
                <a:ea typeface="Pretendard"/>
                <a:cs typeface="Pretendard"/>
              </a:defRPr>
            </a:lvl3pPr>
            <a:lvl4pPr algn="l">
              <a:defRPr sz="2100" b="1">
                <a:solidFill>
                  <a:srgbClr val="28691C"/>
                </a:solidFill>
                <a:latin typeface="Pretendard"/>
                <a:ea typeface="Pretendard"/>
                <a:cs typeface="Pretendard"/>
              </a:defRPr>
            </a:lvl4pPr>
            <a:lvl5pPr algn="l">
              <a:defRPr sz="2100" b="1">
                <a:solidFill>
                  <a:srgbClr val="28691C"/>
                </a:solidFill>
                <a:latin typeface="Pretendard"/>
                <a:ea typeface="Pretendard"/>
                <a:cs typeface="Pretendard"/>
              </a:defRPr>
            </a:lvl5pPr>
            <a:lvl6pPr algn="l">
              <a:defRPr sz="2100" b="1">
                <a:solidFill>
                  <a:srgbClr val="28691C"/>
                </a:solidFill>
                <a:latin typeface="Pretendard"/>
                <a:ea typeface="Pretendard"/>
                <a:cs typeface="Pretendard"/>
              </a:defRPr>
            </a:lvl6pPr>
            <a:lvl7pPr algn="l">
              <a:defRPr sz="2100" b="1">
                <a:solidFill>
                  <a:srgbClr val="28691C"/>
                </a:solidFill>
                <a:latin typeface="Pretendard"/>
                <a:ea typeface="Pretendard"/>
                <a:cs typeface="Pretendard"/>
              </a:defRPr>
            </a:lvl7pPr>
            <a:lvl8pPr algn="l">
              <a:defRPr sz="2100" b="1">
                <a:solidFill>
                  <a:srgbClr val="28691C"/>
                </a:solidFill>
                <a:latin typeface="Pretendard"/>
                <a:ea typeface="Pretendard"/>
                <a:cs typeface="Pretendard"/>
              </a:defRPr>
            </a:lvl8pPr>
            <a:lvl9pPr algn="l">
              <a:defRPr sz="2100" b="1">
                <a:solidFill>
                  <a:srgbClr val="28691C"/>
                </a:solidFill>
                <a:latin typeface="Pretendard"/>
                <a:ea typeface="Pretendard"/>
                <a:cs typeface="Pretendard"/>
              </a:defRPr>
            </a:lvl9pPr>
          </a:lstStyle>
          <a:p xmlns:a="http://schemas.openxmlformats.org/drawingml/2006/main">
            <a:pPr algn="l">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918C00EF-CE53-4FF2-B058-0E3F15F5EE7C}"/>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8691C"/>
                </a:solidFill>
                <a:latin typeface="Pretendard"/>
                <a:ea typeface="Pretendard"/>
                <a:cs typeface="Pretendard"/>
              </a:defRPr>
            </a:defPPr>
            <a:lvl1pPr algn="l">
              <a:defRPr sz="2100" b="1">
                <a:solidFill>
                  <a:srgbClr val="28691C"/>
                </a:solidFill>
                <a:latin typeface="Pretendard"/>
                <a:ea typeface="Pretendard"/>
                <a:cs typeface="Pretendard"/>
              </a:defRPr>
            </a:lvl1pPr>
            <a:lvl2pPr algn="l">
              <a:defRPr sz="2100" b="1">
                <a:solidFill>
                  <a:srgbClr val="28691C"/>
                </a:solidFill>
                <a:latin typeface="Pretendard"/>
                <a:ea typeface="Pretendard"/>
                <a:cs typeface="Pretendard"/>
              </a:defRPr>
            </a:lvl2pPr>
            <a:lvl3pPr algn="l">
              <a:defRPr sz="2100" b="1">
                <a:solidFill>
                  <a:srgbClr val="28691C"/>
                </a:solidFill>
                <a:latin typeface="Pretendard"/>
                <a:ea typeface="Pretendard"/>
                <a:cs typeface="Pretendard"/>
              </a:defRPr>
            </a:lvl3pPr>
            <a:lvl4pPr algn="l">
              <a:defRPr sz="2100" b="1">
                <a:solidFill>
                  <a:srgbClr val="28691C"/>
                </a:solidFill>
                <a:latin typeface="Pretendard"/>
                <a:ea typeface="Pretendard"/>
                <a:cs typeface="Pretendard"/>
              </a:defRPr>
            </a:lvl4pPr>
            <a:lvl5pPr algn="l">
              <a:defRPr sz="2100" b="1">
                <a:solidFill>
                  <a:srgbClr val="28691C"/>
                </a:solidFill>
                <a:latin typeface="Pretendard"/>
                <a:ea typeface="Pretendard"/>
                <a:cs typeface="Pretendard"/>
              </a:defRPr>
            </a:lvl5pPr>
            <a:lvl6pPr algn="l">
              <a:defRPr sz="2100" b="1">
                <a:solidFill>
                  <a:srgbClr val="28691C"/>
                </a:solidFill>
                <a:latin typeface="Pretendard"/>
                <a:ea typeface="Pretendard"/>
                <a:cs typeface="Pretendard"/>
              </a:defRPr>
            </a:lvl6pPr>
            <a:lvl7pPr algn="l">
              <a:defRPr sz="2100" b="1">
                <a:solidFill>
                  <a:srgbClr val="28691C"/>
                </a:solidFill>
                <a:latin typeface="Pretendard"/>
                <a:ea typeface="Pretendard"/>
                <a:cs typeface="Pretendard"/>
              </a:defRPr>
            </a:lvl7pPr>
            <a:lvl8pPr algn="l">
              <a:defRPr sz="2100" b="1">
                <a:solidFill>
                  <a:srgbClr val="28691C"/>
                </a:solidFill>
                <a:latin typeface="Pretendard"/>
                <a:ea typeface="Pretendard"/>
                <a:cs typeface="Pretendard"/>
              </a:defRPr>
            </a:lvl8pPr>
            <a:lvl9pPr algn="l">
              <a:defRPr sz="2100" b="1">
                <a:solidFill>
                  <a:srgbClr val="28691C"/>
                </a:solidFill>
                <a:latin typeface="Pretendard"/>
                <a:ea typeface="Pretendard"/>
                <a:cs typeface="Pretendard"/>
              </a:defRPr>
            </a:lvl9pPr>
          </a:lstStyle>
          <a:p xmlns:a="http://schemas.openxmlformats.org/drawingml/2006/main">
            <a:pPr algn="l">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목표 반응</a:t>
            </a:r>
          </a:p>
        </p:txBody>
      </p:sp>
      <p:pic>
        <p:nvPicPr>
          <p:cNvPr id="17" name="">
            <a:extLst xmlns:a="http://schemas.openxmlformats.org/drawingml/2006/main">
              <a:ext uri="{FF2B5EF4-FFF2-40B4-BE49-F238E27FC236}">
                <a16:creationId xmlns:a16="http://schemas.microsoft.com/office/drawing/2014/main" id="{DAE50A7A-68CD-442C-A2E8-783533C764DE}"/>
              </a:ext>
            </a:extLst>
          </p:cNvPr>
          <p:cNvPicPr>
            <a:picLocks xmlns:a="http://schemas.openxmlformats.org/drawingml/2006/main" noChangeAspect="1"/>
          </p:cNvPicPr>
          <p:nvPr/>
        </p:nvPicPr>
        <p:blipFill>
          <a:blip xmlns:r="http://schemas.openxmlformats.org/officeDocument/2006/relationships" xmlns:a="http://schemas.openxmlformats.org/drawingml/2006/main" r:embed="R6bc97ac4166040a2"/>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1474614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219A53B0-E07E-4286-B46C-8204410D03AF}"/>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C5DDB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2F15BF5A-DC70-43C0-8911-B5DEB7B68D9B}"/>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8F00B292-B7CB-43ED-8CB4-2B0A1304A13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8D799D-3AFE-4BAA-8434-4329C0CBAC0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A3F2F43-00B0-4B01-A0DE-C63B6AFD825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8934644-003F-4CE8-8DBB-464E45738E7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1B316F9-29B7-4231-8FCF-0F92D745D7C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t>반응식과 </a:t>
            </a:r>
            <a:r>
              <a:t>Δ</a:t>
            </a:r>
            <a:r>
              <a:rPr i="1">
                <a:latin typeface="Pretendard"/>
                <a:ea typeface="Pretendard"/>
                <a:cs typeface="Pretendard"/>
              </a:rPr>
              <a:t>H</a:t>
            </a:r>
            <a:r>
              <a:t>를 함께 검산</a:t>
            </a:r>
          </a:p>
        </p:txBody>
      </p:sp>
      <p:pic>
        <p:nvPicPr>
          <p:cNvPr id="8" name="">
            <a:extLst xmlns:a="http://schemas.openxmlformats.org/drawingml/2006/main">
              <a:ext uri="{FF2B5EF4-FFF2-40B4-BE49-F238E27FC236}">
                <a16:creationId xmlns:a16="http://schemas.microsoft.com/office/drawing/2014/main" id="{6D9A64E4-8EC5-41FA-A622-000E325ACB0C}"/>
              </a:ext>
            </a:extLst>
          </p:cNvPr>
          <p:cNvPicPr>
            <a:picLocks xmlns:a="http://schemas.openxmlformats.org/drawingml/2006/main" noChangeAspect="1"/>
          </p:cNvPicPr>
          <p:nvPr/>
        </p:nvPicPr>
        <p:blipFill>
          <a:blip xmlns:r="http://schemas.openxmlformats.org/officeDocument/2006/relationships" xmlns:a="http://schemas.openxmlformats.org/drawingml/2006/main" r:embed="Rc23f7de1ecad4933"/>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8D587CD-87B7-43A2-9FCD-4C775D593CBD}"/>
              </a:ext>
            </a:extLst>
          </p:cNvPr>
          <p:cNvPicPr>
            <a:picLocks xmlns:a="http://schemas.openxmlformats.org/drawingml/2006/main" noChangeAspect="1"/>
          </p:cNvPicPr>
          <p:nvPr/>
        </p:nvPicPr>
        <p:blipFill>
          <a:blip xmlns:r="http://schemas.openxmlformats.org/officeDocument/2006/relationships" xmlns:a="http://schemas.openxmlformats.org/drawingml/2006/main" r:embed="R150f6a237fef4482"/>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5747160F-FCD3-49E1-8AF5-8E3C39C763BF}"/>
              </a:ext>
            </a:extLst>
          </p:cNvPr>
          <p:cNvPicPr>
            <a:picLocks xmlns:a="http://schemas.openxmlformats.org/drawingml/2006/main" noChangeAspect="1"/>
          </p:cNvPicPr>
          <p:nvPr/>
        </p:nvPicPr>
        <p:blipFill>
          <a:blip xmlns:r="http://schemas.openxmlformats.org/officeDocument/2006/relationships" xmlns:a="http://schemas.openxmlformats.org/drawingml/2006/main" r:embed="R3f51efdbacb24c55"/>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449E994B-A7AC-4440-957B-94964C23FC6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35BA5EA0-5375-4D6B-BF1E-CEBA881DDE4F}"/>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8691C"/>
                </a:solidFill>
                <a:latin typeface="Pretendard"/>
                <a:ea typeface="Pretendard"/>
                <a:cs typeface="Pretendard"/>
              </a:defRPr>
            </a:defPPr>
            <a:lvl1pPr algn="l">
              <a:defRPr sz="2100" b="1">
                <a:solidFill>
                  <a:srgbClr val="28691C"/>
                </a:solidFill>
                <a:latin typeface="Pretendard"/>
                <a:ea typeface="Pretendard"/>
                <a:cs typeface="Pretendard"/>
              </a:defRPr>
            </a:lvl1pPr>
            <a:lvl2pPr algn="l">
              <a:defRPr sz="2100" b="1">
                <a:solidFill>
                  <a:srgbClr val="28691C"/>
                </a:solidFill>
                <a:latin typeface="Pretendard"/>
                <a:ea typeface="Pretendard"/>
                <a:cs typeface="Pretendard"/>
              </a:defRPr>
            </a:lvl2pPr>
            <a:lvl3pPr algn="l">
              <a:defRPr sz="2100" b="1">
                <a:solidFill>
                  <a:srgbClr val="28691C"/>
                </a:solidFill>
                <a:latin typeface="Pretendard"/>
                <a:ea typeface="Pretendard"/>
                <a:cs typeface="Pretendard"/>
              </a:defRPr>
            </a:lvl3pPr>
            <a:lvl4pPr algn="l">
              <a:defRPr sz="2100" b="1">
                <a:solidFill>
                  <a:srgbClr val="28691C"/>
                </a:solidFill>
                <a:latin typeface="Pretendard"/>
                <a:ea typeface="Pretendard"/>
                <a:cs typeface="Pretendard"/>
              </a:defRPr>
            </a:lvl4pPr>
            <a:lvl5pPr algn="l">
              <a:defRPr sz="2100" b="1">
                <a:solidFill>
                  <a:srgbClr val="28691C"/>
                </a:solidFill>
                <a:latin typeface="Pretendard"/>
                <a:ea typeface="Pretendard"/>
                <a:cs typeface="Pretendard"/>
              </a:defRPr>
            </a:lvl5pPr>
            <a:lvl6pPr algn="l">
              <a:defRPr sz="2100" b="1">
                <a:solidFill>
                  <a:srgbClr val="28691C"/>
                </a:solidFill>
                <a:latin typeface="Pretendard"/>
                <a:ea typeface="Pretendard"/>
                <a:cs typeface="Pretendard"/>
              </a:defRPr>
            </a:lvl6pPr>
            <a:lvl7pPr algn="l">
              <a:defRPr sz="2100" b="1">
                <a:solidFill>
                  <a:srgbClr val="28691C"/>
                </a:solidFill>
                <a:latin typeface="Pretendard"/>
                <a:ea typeface="Pretendard"/>
                <a:cs typeface="Pretendard"/>
              </a:defRPr>
            </a:lvl7pPr>
            <a:lvl8pPr algn="l">
              <a:defRPr sz="2100" b="1">
                <a:solidFill>
                  <a:srgbClr val="28691C"/>
                </a:solidFill>
                <a:latin typeface="Pretendard"/>
                <a:ea typeface="Pretendard"/>
                <a:cs typeface="Pretendard"/>
              </a:defRPr>
            </a:lvl8pPr>
            <a:lvl9pPr algn="l">
              <a:defRPr sz="2100" b="1">
                <a:solidFill>
                  <a:srgbClr val="28691C"/>
                </a:solidFill>
                <a:latin typeface="Pretendard"/>
                <a:ea typeface="Pretendard"/>
                <a:cs typeface="Pretendard"/>
              </a:defRPr>
            </a:lvl9pPr>
          </a:lstStyle>
          <a:p xmlns:a="http://schemas.openxmlformats.org/drawingml/2006/main">
            <a:pPr algn="l">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2856CEC2-F42B-4546-8778-CB8AA578178A}"/>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28691C"/>
                </a:solidFill>
                <a:latin typeface="Pretendard"/>
                <a:ea typeface="Pretendard"/>
                <a:cs typeface="Pretendard"/>
              </a:defRPr>
            </a:defPPr>
            <a:lvl1pPr algn="l">
              <a:defRPr sz="2100" b="1">
                <a:solidFill>
                  <a:srgbClr val="28691C"/>
                </a:solidFill>
                <a:latin typeface="Pretendard"/>
                <a:ea typeface="Pretendard"/>
                <a:cs typeface="Pretendard"/>
              </a:defRPr>
            </a:lvl1pPr>
            <a:lvl2pPr algn="l">
              <a:defRPr sz="2100" b="1">
                <a:solidFill>
                  <a:srgbClr val="28691C"/>
                </a:solidFill>
                <a:latin typeface="Pretendard"/>
                <a:ea typeface="Pretendard"/>
                <a:cs typeface="Pretendard"/>
              </a:defRPr>
            </a:lvl2pPr>
            <a:lvl3pPr algn="l">
              <a:defRPr sz="2100" b="1">
                <a:solidFill>
                  <a:srgbClr val="28691C"/>
                </a:solidFill>
                <a:latin typeface="Pretendard"/>
                <a:ea typeface="Pretendard"/>
                <a:cs typeface="Pretendard"/>
              </a:defRPr>
            </a:lvl3pPr>
            <a:lvl4pPr algn="l">
              <a:defRPr sz="2100" b="1">
                <a:solidFill>
                  <a:srgbClr val="28691C"/>
                </a:solidFill>
                <a:latin typeface="Pretendard"/>
                <a:ea typeface="Pretendard"/>
                <a:cs typeface="Pretendard"/>
              </a:defRPr>
            </a:lvl4pPr>
            <a:lvl5pPr algn="l">
              <a:defRPr sz="2100" b="1">
                <a:solidFill>
                  <a:srgbClr val="28691C"/>
                </a:solidFill>
                <a:latin typeface="Pretendard"/>
                <a:ea typeface="Pretendard"/>
                <a:cs typeface="Pretendard"/>
              </a:defRPr>
            </a:lvl5pPr>
            <a:lvl6pPr algn="l">
              <a:defRPr sz="2100" b="1">
                <a:solidFill>
                  <a:srgbClr val="28691C"/>
                </a:solidFill>
                <a:latin typeface="Pretendard"/>
                <a:ea typeface="Pretendard"/>
                <a:cs typeface="Pretendard"/>
              </a:defRPr>
            </a:lvl6pPr>
            <a:lvl7pPr algn="l">
              <a:defRPr sz="2100" b="1">
                <a:solidFill>
                  <a:srgbClr val="28691C"/>
                </a:solidFill>
                <a:latin typeface="Pretendard"/>
                <a:ea typeface="Pretendard"/>
                <a:cs typeface="Pretendard"/>
              </a:defRPr>
            </a:lvl7pPr>
            <a:lvl8pPr algn="l">
              <a:defRPr sz="2100" b="1">
                <a:solidFill>
                  <a:srgbClr val="28691C"/>
                </a:solidFill>
                <a:latin typeface="Pretendard"/>
                <a:ea typeface="Pretendard"/>
                <a:cs typeface="Pretendard"/>
              </a:defRPr>
            </a:lvl8pPr>
            <a:lvl9pPr algn="l">
              <a:defRPr sz="2100" b="1">
                <a:solidFill>
                  <a:srgbClr val="28691C"/>
                </a:solidFill>
                <a:latin typeface="Pretendard"/>
                <a:ea typeface="Pretendard"/>
                <a:cs typeface="Pretendard"/>
              </a:defRPr>
            </a:lvl9pPr>
          </a:lstStyle>
          <a:p xmlns:a="http://schemas.openxmlformats.org/drawingml/2006/main">
            <a:pPr algn="l">
              <a:defRPr sz="2100" b="1">
                <a:solidFill>
                  <a:srgbClr val="28691C"/>
                </a:solidFill>
                <a:latin typeface="Pretendard"/>
                <a:ea typeface="Pretendard"/>
                <a:cs typeface="Pretendard"/>
              </a:defRPr>
            </a:pPr>
            <a:r>
              <a:rPr sz="2100" b="1">
                <a:solidFill>
                  <a:srgbClr val="28691C"/>
                </a:solidFill>
                <a:latin typeface="Pretendard"/>
                <a:ea typeface="Pretendard"/>
                <a:cs typeface="Pretendard"/>
              </a:rPr>
              <a:t>목표 반응</a:t>
            </a:r>
          </a:p>
        </p:txBody>
      </p:sp>
      <p:pic>
        <p:nvPicPr>
          <p:cNvPr id="18" name="">
            <a:extLst xmlns:a="http://schemas.openxmlformats.org/drawingml/2006/main">
              <a:ext uri="{FF2B5EF4-FFF2-40B4-BE49-F238E27FC236}">
                <a16:creationId xmlns:a16="http://schemas.microsoft.com/office/drawing/2014/main" id="{CD57C990-59C3-465A-9907-241D13EC4FA4}"/>
              </a:ext>
            </a:extLst>
          </p:cNvPr>
          <p:cNvPicPr>
            <a:picLocks xmlns:a="http://schemas.openxmlformats.org/drawingml/2006/main" noChangeAspect="1"/>
          </p:cNvPicPr>
          <p:nvPr/>
        </p:nvPicPr>
        <p:blipFill>
          <a:blip xmlns:r="http://schemas.openxmlformats.org/officeDocument/2006/relationships" xmlns:a="http://schemas.openxmlformats.org/drawingml/2006/main" r:embed="Rf1dc32de6a254f43"/>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7637949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2C7A4A14-38EF-467B-BF10-573503CC7B9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A625D9-BDA0-44C5-B061-D784E50FD04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BEF02FE-62D4-4EA7-897D-F0117AE23EE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BA73CEC-E46A-4F15-A39A-B1CDA3206EF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7479A18-2B9C-4172-88C7-37838A8DB2F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49139678-D50A-4929-915B-941717B8A0D5}"/>
              </a:ext>
            </a:extLst>
          </p:cNvPr>
          <p:cNvPicPr>
            <a:picLocks xmlns:a="http://schemas.openxmlformats.org/drawingml/2006/main" noChangeAspect="1"/>
          </p:cNvPicPr>
          <p:nvPr/>
        </p:nvPicPr>
        <p:blipFill>
          <a:blip xmlns:r="http://schemas.openxmlformats.org/officeDocument/2006/relationships" xmlns:a="http://schemas.openxmlformats.org/drawingml/2006/main" r:embed="R0e2be2cbb9e445e8"/>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1CFB286-836B-41FA-BBE1-1C44E31177FD}"/>
              </a:ext>
            </a:extLst>
          </p:cNvPr>
          <p:cNvPicPr>
            <a:picLocks xmlns:a="http://schemas.openxmlformats.org/drawingml/2006/main" noChangeAspect="1"/>
          </p:cNvPicPr>
          <p:nvPr/>
        </p:nvPicPr>
        <p:blipFill>
          <a:blip xmlns:r="http://schemas.openxmlformats.org/officeDocument/2006/relationships" xmlns:a="http://schemas.openxmlformats.org/drawingml/2006/main" r:embed="Rd9b0afc6b78e4245"/>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29565F56-9357-4E1A-B161-6F76C228E6B1}"/>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28691C"/>
                </a:solidFill>
                <a:latin typeface="Pretendard"/>
                <a:ea typeface="Pretendard"/>
                <a:cs typeface="Pretendard"/>
              </a:defRPr>
            </a:defPPr>
            <a:lvl1pPr algn="l">
              <a:defRPr sz="2250" b="1">
                <a:solidFill>
                  <a:srgbClr val="28691C"/>
                </a:solidFill>
                <a:latin typeface="Pretendard"/>
                <a:ea typeface="Pretendard"/>
                <a:cs typeface="Pretendard"/>
              </a:defRPr>
            </a:lvl1pPr>
            <a:lvl2pPr algn="l">
              <a:defRPr sz="2250" b="1">
                <a:solidFill>
                  <a:srgbClr val="28691C"/>
                </a:solidFill>
                <a:latin typeface="Pretendard"/>
                <a:ea typeface="Pretendard"/>
                <a:cs typeface="Pretendard"/>
              </a:defRPr>
            </a:lvl2pPr>
            <a:lvl3pPr algn="l">
              <a:defRPr sz="2250" b="1">
                <a:solidFill>
                  <a:srgbClr val="28691C"/>
                </a:solidFill>
                <a:latin typeface="Pretendard"/>
                <a:ea typeface="Pretendard"/>
                <a:cs typeface="Pretendard"/>
              </a:defRPr>
            </a:lvl3pPr>
            <a:lvl4pPr algn="l">
              <a:defRPr sz="2250" b="1">
                <a:solidFill>
                  <a:srgbClr val="28691C"/>
                </a:solidFill>
                <a:latin typeface="Pretendard"/>
                <a:ea typeface="Pretendard"/>
                <a:cs typeface="Pretendard"/>
              </a:defRPr>
            </a:lvl4pPr>
            <a:lvl5pPr algn="l">
              <a:defRPr sz="2250" b="1">
                <a:solidFill>
                  <a:srgbClr val="28691C"/>
                </a:solidFill>
                <a:latin typeface="Pretendard"/>
                <a:ea typeface="Pretendard"/>
                <a:cs typeface="Pretendard"/>
              </a:defRPr>
            </a:lvl5pPr>
            <a:lvl6pPr algn="l">
              <a:defRPr sz="2250" b="1">
                <a:solidFill>
                  <a:srgbClr val="28691C"/>
                </a:solidFill>
                <a:latin typeface="Pretendard"/>
                <a:ea typeface="Pretendard"/>
                <a:cs typeface="Pretendard"/>
              </a:defRPr>
            </a:lvl6pPr>
            <a:lvl7pPr algn="l">
              <a:defRPr sz="2250" b="1">
                <a:solidFill>
                  <a:srgbClr val="28691C"/>
                </a:solidFill>
                <a:latin typeface="Pretendard"/>
                <a:ea typeface="Pretendard"/>
                <a:cs typeface="Pretendard"/>
              </a:defRPr>
            </a:lvl7pPr>
            <a:lvl8pPr algn="l">
              <a:defRPr sz="2250" b="1">
                <a:solidFill>
                  <a:srgbClr val="28691C"/>
                </a:solidFill>
                <a:latin typeface="Pretendard"/>
                <a:ea typeface="Pretendard"/>
                <a:cs typeface="Pretendard"/>
              </a:defRPr>
            </a:lvl8pPr>
            <a:lvl9pPr algn="l">
              <a:defRPr sz="2250" b="1">
                <a:solidFill>
                  <a:srgbClr val="28691C"/>
                </a:solidFill>
                <a:latin typeface="Pretendard"/>
                <a:ea typeface="Pretendard"/>
                <a:cs typeface="Pretendard"/>
              </a:defRPr>
            </a:lvl9pPr>
          </a:lstStyle>
          <a:p xmlns:a="http://schemas.openxmlformats.org/drawingml/2006/main">
            <a:pPr algn="l">
              <a:defRPr sz="2250" b="1">
                <a:solidFill>
                  <a:srgbClr val="28691C"/>
                </a:solidFill>
                <a:latin typeface="Pretendard"/>
                <a:ea typeface="Pretendard"/>
                <a:cs typeface="Pretendard"/>
              </a:defRPr>
            </a:pPr>
            <a:r>
              <a:rPr sz="2250" b="1">
                <a:solidFill>
                  <a:srgbClr val="28691C"/>
                </a:solidFill>
                <a:latin typeface="Pretendard"/>
                <a:ea typeface="Pretendard"/>
                <a:cs typeface="Pretendard"/>
              </a:rPr>
              <a:t>전체 경로와 구하려는 단계</a:t>
            </a:r>
          </a:p>
        </p:txBody>
      </p:sp>
      <p:pic>
        <p:nvPicPr>
          <p:cNvPr id="11" name="">
            <a:extLst xmlns:a="http://schemas.openxmlformats.org/drawingml/2006/main">
              <a:ext uri="{FF2B5EF4-FFF2-40B4-BE49-F238E27FC236}">
                <a16:creationId xmlns:a16="http://schemas.microsoft.com/office/drawing/2014/main" id="{97FFAAF6-194B-4418-8E91-2C96410DDE7A}"/>
              </a:ext>
            </a:extLst>
          </p:cNvPr>
          <p:cNvPicPr>
            <a:picLocks xmlns:a="http://schemas.openxmlformats.org/drawingml/2006/main" noChangeAspect="1"/>
          </p:cNvPicPr>
          <p:nvPr/>
        </p:nvPicPr>
        <p:blipFill>
          <a:blip xmlns:r="http://schemas.openxmlformats.org/officeDocument/2006/relationships" xmlns:a="http://schemas.openxmlformats.org/drawingml/2006/main" r:embed="R6d616871d84e4e05"/>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480272102"/>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7F18F9D-2562-4ACD-A9C9-7405DBB22939}"/>
              </a:ext>
            </a:extLst>
          </p:cNvPr>
          <p:cNvPicPr>
            <a:picLocks xmlns:a="http://schemas.openxmlformats.org/drawingml/2006/main" noChangeAspect="1"/>
          </p:cNvPicPr>
          <p:nvPr/>
        </p:nvPicPr>
        <p:blipFill>
          <a:blip xmlns:r="http://schemas.openxmlformats.org/officeDocument/2006/relationships" xmlns:a="http://schemas.openxmlformats.org/drawingml/2006/main" r:embed="Re8a2d501bd104d7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A7C192F-3FBE-4D21-8D54-049C38FBEC4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0BE6588-4BC9-476D-9DA0-885B3B25FCB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CCDB59A0-FE72-48FC-8F44-061266BCBD6D}"/>
              </a:ext>
            </a:extLst>
          </p:cNvPr>
          <p:cNvPicPr>
            <a:picLocks xmlns:a="http://schemas.openxmlformats.org/drawingml/2006/main" noChangeAspect="1"/>
          </p:cNvPicPr>
          <p:nvPr/>
        </p:nvPicPr>
        <p:blipFill>
          <a:blip xmlns:r="http://schemas.openxmlformats.org/officeDocument/2006/relationships" xmlns:a="http://schemas.openxmlformats.org/drawingml/2006/main" r:embed="R4d489685d53a405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62FF7A6C-35C8-4334-9B36-3187A17B39F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4FFD19F3-2741-4D34-8049-BDD189B81C8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D5DCD5CD-D89F-4E50-BDBB-207957E955AE}"/>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A4D28E96-14BD-4A49-8720-3BBE9BD1C58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42976236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88C3007E-F1A3-436C-98A9-5DA1E3E0341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4CEC13E-259A-4FD5-844B-7B7D4AEE374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6931AC1-4FDE-406A-B077-7B2F4728980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39771E3-EC99-48E6-BA35-B07455BDAFB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927E7CF-A093-4FF1-9936-1E1CFE7FF2C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B99FE08A-1883-4B95-8148-42F5952B7C35}"/>
              </a:ext>
            </a:extLst>
          </p:cNvPr>
          <p:cNvPicPr>
            <a:picLocks xmlns:a="http://schemas.openxmlformats.org/drawingml/2006/main" noChangeAspect="1"/>
          </p:cNvPicPr>
          <p:nvPr/>
        </p:nvPicPr>
        <p:blipFill>
          <a:blip xmlns:r="http://schemas.openxmlformats.org/officeDocument/2006/relationships" xmlns:a="http://schemas.openxmlformats.org/drawingml/2006/main" r:embed="R28603dcca6fe443e"/>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FBF7A5B8-4BAC-496C-9A83-28D346161A37}"/>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E83E19AE-B0C0-43E4-9312-98214821AE2F}"/>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C5DDB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020"/>
                </a:solidFill>
                <a:latin typeface="Pretendard"/>
                <a:ea typeface="Pretendard"/>
                <a:cs typeface="Pretendard"/>
              </a:defRPr>
            </a:defPPr>
            <a:lvl1pPr algn="ctr">
              <a:defRPr sz="2550" b="0">
                <a:solidFill>
                  <a:srgbClr val="202020"/>
                </a:solidFill>
                <a:latin typeface="Pretendard"/>
                <a:ea typeface="Pretendard"/>
                <a:cs typeface="Pretendard"/>
              </a:defRPr>
            </a:lvl1pPr>
            <a:lvl2pPr algn="ctr">
              <a:defRPr sz="2550" b="0">
                <a:solidFill>
                  <a:srgbClr val="202020"/>
                </a:solidFill>
                <a:latin typeface="Pretendard"/>
                <a:ea typeface="Pretendard"/>
                <a:cs typeface="Pretendard"/>
              </a:defRPr>
            </a:lvl2pPr>
            <a:lvl3pPr algn="ctr">
              <a:defRPr sz="2550" b="0">
                <a:solidFill>
                  <a:srgbClr val="202020"/>
                </a:solidFill>
                <a:latin typeface="Pretendard"/>
                <a:ea typeface="Pretendard"/>
                <a:cs typeface="Pretendard"/>
              </a:defRPr>
            </a:lvl3pPr>
            <a:lvl4pPr algn="ctr">
              <a:defRPr sz="2550" b="0">
                <a:solidFill>
                  <a:srgbClr val="202020"/>
                </a:solidFill>
                <a:latin typeface="Pretendard"/>
                <a:ea typeface="Pretendard"/>
                <a:cs typeface="Pretendard"/>
              </a:defRPr>
            </a:lvl4pPr>
            <a:lvl5pPr algn="ctr">
              <a:defRPr sz="2550" b="0">
                <a:solidFill>
                  <a:srgbClr val="202020"/>
                </a:solidFill>
                <a:latin typeface="Pretendard"/>
                <a:ea typeface="Pretendard"/>
                <a:cs typeface="Pretendard"/>
              </a:defRPr>
            </a:lvl5pPr>
            <a:lvl6pPr algn="ctr">
              <a:defRPr sz="2550" b="0">
                <a:solidFill>
                  <a:srgbClr val="202020"/>
                </a:solidFill>
                <a:latin typeface="Pretendard"/>
                <a:ea typeface="Pretendard"/>
                <a:cs typeface="Pretendard"/>
              </a:defRPr>
            </a:lvl6pPr>
            <a:lvl7pPr algn="ctr">
              <a:defRPr sz="2550" b="0">
                <a:solidFill>
                  <a:srgbClr val="202020"/>
                </a:solidFill>
                <a:latin typeface="Pretendard"/>
                <a:ea typeface="Pretendard"/>
                <a:cs typeface="Pretendard"/>
              </a:defRPr>
            </a:lvl7pPr>
            <a:lvl8pPr algn="ctr">
              <a:defRPr sz="2550" b="0">
                <a:solidFill>
                  <a:srgbClr val="202020"/>
                </a:solidFill>
                <a:latin typeface="Pretendard"/>
                <a:ea typeface="Pretendard"/>
                <a:cs typeface="Pretendard"/>
              </a:defRPr>
            </a:lvl8pPr>
            <a:lvl9pPr algn="ctr">
              <a:defRPr sz="2550" b="0">
                <a:solidFill>
                  <a:srgbClr val="202020"/>
                </a:solidFill>
                <a:latin typeface="Pretendard"/>
                <a:ea typeface="Pretendard"/>
                <a:cs typeface="Pretendard"/>
              </a:defRPr>
            </a:lvl9pPr>
          </a:lstStyle>
          <a:p xmlns:a="http://schemas.openxmlformats.org/drawingml/2006/main">
            <a:pPr algn="ctr">
              <a:defRPr sz="2550" b="0">
                <a:solidFill>
                  <a:srgbClr val="202020"/>
                </a:solidFill>
                <a:latin typeface="Pretendard"/>
                <a:ea typeface="Pretendard"/>
                <a:cs typeface="Pretendard"/>
              </a:defRPr>
            </a:pPr>
            <a:r>
              <a:rPr sz="2550" b="0">
                <a:solidFill>
                  <a:srgbClr val="202020"/>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0D08DCE4-983E-4BD0-8ABE-D19AB3AE5972}"/>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C5DDB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202020"/>
                </a:solidFill>
                <a:latin typeface="Pretendard"/>
                <a:ea typeface="Pretendard"/>
                <a:cs typeface="Pretendard"/>
              </a:defRPr>
            </a:defPPr>
            <a:lvl1pPr algn="ctr">
              <a:defRPr sz="2550" b="0">
                <a:solidFill>
                  <a:srgbClr val="202020"/>
                </a:solidFill>
                <a:latin typeface="Pretendard"/>
                <a:ea typeface="Pretendard"/>
                <a:cs typeface="Pretendard"/>
              </a:defRPr>
            </a:lvl1pPr>
            <a:lvl2pPr algn="ctr">
              <a:defRPr sz="2550" b="0">
                <a:solidFill>
                  <a:srgbClr val="202020"/>
                </a:solidFill>
                <a:latin typeface="Pretendard"/>
                <a:ea typeface="Pretendard"/>
                <a:cs typeface="Pretendard"/>
              </a:defRPr>
            </a:lvl2pPr>
            <a:lvl3pPr algn="ctr">
              <a:defRPr sz="2550" b="0">
                <a:solidFill>
                  <a:srgbClr val="202020"/>
                </a:solidFill>
                <a:latin typeface="Pretendard"/>
                <a:ea typeface="Pretendard"/>
                <a:cs typeface="Pretendard"/>
              </a:defRPr>
            </a:lvl3pPr>
            <a:lvl4pPr algn="ctr">
              <a:defRPr sz="2550" b="0">
                <a:solidFill>
                  <a:srgbClr val="202020"/>
                </a:solidFill>
                <a:latin typeface="Pretendard"/>
                <a:ea typeface="Pretendard"/>
                <a:cs typeface="Pretendard"/>
              </a:defRPr>
            </a:lvl4pPr>
            <a:lvl5pPr algn="ctr">
              <a:defRPr sz="2550" b="0">
                <a:solidFill>
                  <a:srgbClr val="202020"/>
                </a:solidFill>
                <a:latin typeface="Pretendard"/>
                <a:ea typeface="Pretendard"/>
                <a:cs typeface="Pretendard"/>
              </a:defRPr>
            </a:lvl5pPr>
            <a:lvl6pPr algn="ctr">
              <a:defRPr sz="2550" b="0">
                <a:solidFill>
                  <a:srgbClr val="202020"/>
                </a:solidFill>
                <a:latin typeface="Pretendard"/>
                <a:ea typeface="Pretendard"/>
                <a:cs typeface="Pretendard"/>
              </a:defRPr>
            </a:lvl6pPr>
            <a:lvl7pPr algn="ctr">
              <a:defRPr sz="2550" b="0">
                <a:solidFill>
                  <a:srgbClr val="202020"/>
                </a:solidFill>
                <a:latin typeface="Pretendard"/>
                <a:ea typeface="Pretendard"/>
                <a:cs typeface="Pretendard"/>
              </a:defRPr>
            </a:lvl7pPr>
            <a:lvl8pPr algn="ctr">
              <a:defRPr sz="2550" b="0">
                <a:solidFill>
                  <a:srgbClr val="202020"/>
                </a:solidFill>
                <a:latin typeface="Pretendard"/>
                <a:ea typeface="Pretendard"/>
                <a:cs typeface="Pretendard"/>
              </a:defRPr>
            </a:lvl8pPr>
            <a:lvl9pPr algn="ctr">
              <a:defRPr sz="2550" b="0">
                <a:solidFill>
                  <a:srgbClr val="202020"/>
                </a:solidFill>
                <a:latin typeface="Pretendard"/>
                <a:ea typeface="Pretendard"/>
                <a:cs typeface="Pretendard"/>
              </a:defRPr>
            </a:lvl9pPr>
          </a:lstStyle>
          <a:p xmlns:a="http://schemas.openxmlformats.org/drawingml/2006/main">
            <a:pPr algn="ctr">
              <a:defRPr sz="2550" b="0">
                <a:solidFill>
                  <a:srgbClr val="202020"/>
                </a:solidFill>
                <a:latin typeface="Pretendard"/>
                <a:ea typeface="Pretendard"/>
                <a:cs typeface="Pretendard"/>
              </a:defRPr>
            </a:pPr>
            <a:r>
              <a:rPr sz="2550" b="0">
                <a:solidFill>
                  <a:srgbClr val="202020"/>
                </a:solidFill>
                <a:latin typeface="Pretendard"/>
                <a:ea typeface="Pretendard"/>
                <a:cs typeface="Pretendard"/>
              </a:rPr>
              <a:t>물의 표준 생성 엔탈피: −285.8 kJ/mol</a:t>
            </a:r>
          </a:p>
        </p:txBody>
      </p:sp>
      <p:pic>
        <p:nvPicPr>
          <p:cNvPr id="12" name="">
            <a:extLst xmlns:a="http://schemas.openxmlformats.org/drawingml/2006/main">
              <a:ext uri="{FF2B5EF4-FFF2-40B4-BE49-F238E27FC236}">
                <a16:creationId xmlns:a16="http://schemas.microsoft.com/office/drawing/2014/main" id="{1370F50B-A479-4050-9346-CA18F861C06F}"/>
              </a:ext>
            </a:extLst>
          </p:cNvPr>
          <p:cNvPicPr>
            <a:picLocks xmlns:a="http://schemas.openxmlformats.org/drawingml/2006/main" noChangeAspect="1"/>
          </p:cNvPicPr>
          <p:nvPr/>
        </p:nvPicPr>
        <p:blipFill>
          <a:blip xmlns:r="http://schemas.openxmlformats.org/officeDocument/2006/relationships" xmlns:a="http://schemas.openxmlformats.org/drawingml/2006/main" r:embed="R4729a23a41d0437e"/>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53063242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B85063AB-EA78-4BBD-95E8-65110E648677}"/>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397D23"/>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E9C96E04-CAA5-4035-92D5-D3A790FF0964}"/>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397D23"/>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D9E4DC91-6CAD-426B-97C8-B95BF78007B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D590E2F-6FA8-4B66-9843-91C040004DA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C7EA249-533B-4BBC-8139-9CE1E0ACABB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ABF5F39-F8B1-4126-99BB-D2935426F20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E776227-5E7F-42A9-987B-AFA4C9D0747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3771CEC7-3295-470E-BEA8-A467FCE056E9}"/>
              </a:ext>
            </a:extLst>
          </p:cNvPr>
          <p:cNvPicPr>
            <a:picLocks xmlns:a="http://schemas.openxmlformats.org/drawingml/2006/main" noChangeAspect="1"/>
          </p:cNvPicPr>
          <p:nvPr/>
        </p:nvPicPr>
        <p:blipFill>
          <a:blip xmlns:r="http://schemas.openxmlformats.org/officeDocument/2006/relationships" xmlns:a="http://schemas.openxmlformats.org/drawingml/2006/main" r:embed="Re252c43bd4454bbe"/>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50637452-3A94-47A7-B099-210DCEC82776}"/>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28691C"/>
                </a:solidFill>
                <a:latin typeface="Pretendard"/>
                <a:ea typeface="Pretendard"/>
                <a:cs typeface="Pretendard"/>
              </a:defRPr>
            </a:defPPr>
            <a:lvl1pPr algn="l">
              <a:defRPr sz="2850" b="1">
                <a:solidFill>
                  <a:srgbClr val="28691C"/>
                </a:solidFill>
                <a:latin typeface="Pretendard"/>
                <a:ea typeface="Pretendard"/>
                <a:cs typeface="Pretendard"/>
              </a:defRPr>
            </a:lvl1pPr>
            <a:lvl2pPr algn="l">
              <a:defRPr sz="2850" b="1">
                <a:solidFill>
                  <a:srgbClr val="28691C"/>
                </a:solidFill>
                <a:latin typeface="Pretendard"/>
                <a:ea typeface="Pretendard"/>
                <a:cs typeface="Pretendard"/>
              </a:defRPr>
            </a:lvl2pPr>
            <a:lvl3pPr algn="l">
              <a:defRPr sz="2850" b="1">
                <a:solidFill>
                  <a:srgbClr val="28691C"/>
                </a:solidFill>
                <a:latin typeface="Pretendard"/>
                <a:ea typeface="Pretendard"/>
                <a:cs typeface="Pretendard"/>
              </a:defRPr>
            </a:lvl3pPr>
            <a:lvl4pPr algn="l">
              <a:defRPr sz="2850" b="1">
                <a:solidFill>
                  <a:srgbClr val="28691C"/>
                </a:solidFill>
                <a:latin typeface="Pretendard"/>
                <a:ea typeface="Pretendard"/>
                <a:cs typeface="Pretendard"/>
              </a:defRPr>
            </a:lvl4pPr>
            <a:lvl5pPr algn="l">
              <a:defRPr sz="2850" b="1">
                <a:solidFill>
                  <a:srgbClr val="28691C"/>
                </a:solidFill>
                <a:latin typeface="Pretendard"/>
                <a:ea typeface="Pretendard"/>
                <a:cs typeface="Pretendard"/>
              </a:defRPr>
            </a:lvl5pPr>
            <a:lvl6pPr algn="l">
              <a:defRPr sz="2850" b="1">
                <a:solidFill>
                  <a:srgbClr val="28691C"/>
                </a:solidFill>
                <a:latin typeface="Pretendard"/>
                <a:ea typeface="Pretendard"/>
                <a:cs typeface="Pretendard"/>
              </a:defRPr>
            </a:lvl6pPr>
            <a:lvl7pPr algn="l">
              <a:defRPr sz="2850" b="1">
                <a:solidFill>
                  <a:srgbClr val="28691C"/>
                </a:solidFill>
                <a:latin typeface="Pretendard"/>
                <a:ea typeface="Pretendard"/>
                <a:cs typeface="Pretendard"/>
              </a:defRPr>
            </a:lvl7pPr>
            <a:lvl8pPr algn="l">
              <a:defRPr sz="2850" b="1">
                <a:solidFill>
                  <a:srgbClr val="28691C"/>
                </a:solidFill>
                <a:latin typeface="Pretendard"/>
                <a:ea typeface="Pretendard"/>
                <a:cs typeface="Pretendard"/>
              </a:defRPr>
            </a:lvl8pPr>
            <a:lvl9pPr algn="l">
              <a:defRPr sz="2850" b="1">
                <a:solidFill>
                  <a:srgbClr val="28691C"/>
                </a:solidFill>
                <a:latin typeface="Pretendard"/>
                <a:ea typeface="Pretendard"/>
                <a:cs typeface="Pretendard"/>
              </a:defRPr>
            </a:lvl9pPr>
          </a:lstStyle>
          <a:p xmlns:a="http://schemas.openxmlformats.org/drawingml/2006/main">
            <a:pPr algn="l">
              <a:defRPr sz="2850" b="1">
                <a:solidFill>
                  <a:srgbClr val="28691C"/>
                </a:solidFill>
                <a:latin typeface="Pretendard"/>
                <a:ea typeface="Pretendard"/>
                <a:cs typeface="Pretendard"/>
              </a:defRPr>
            </a:pPr>
            <a:r>
              <a:rPr sz="2850" b="1">
                <a:solidFill>
                  <a:srgbClr val="28691C"/>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062DA7E4-63C8-4853-A0DA-2008CF921202}"/>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02020"/>
                </a:solidFill>
                <a:latin typeface="Pretendard"/>
                <a:ea typeface="Pretendard"/>
                <a:cs typeface="Pretendard"/>
              </a:defRPr>
            </a:defPPr>
            <a:lvl1pPr algn="l">
              <a:defRPr sz="2250" b="0">
                <a:solidFill>
                  <a:srgbClr val="202020"/>
                </a:solidFill>
                <a:latin typeface="Pretendard"/>
                <a:ea typeface="Pretendard"/>
                <a:cs typeface="Pretendard"/>
              </a:defRPr>
            </a:lvl1pPr>
            <a:lvl2pPr algn="l">
              <a:defRPr sz="2250" b="0">
                <a:solidFill>
                  <a:srgbClr val="202020"/>
                </a:solidFill>
                <a:latin typeface="Pretendard"/>
                <a:ea typeface="Pretendard"/>
                <a:cs typeface="Pretendard"/>
              </a:defRPr>
            </a:lvl2pPr>
            <a:lvl3pPr algn="l">
              <a:defRPr sz="2250" b="0">
                <a:solidFill>
                  <a:srgbClr val="202020"/>
                </a:solidFill>
                <a:latin typeface="Pretendard"/>
                <a:ea typeface="Pretendard"/>
                <a:cs typeface="Pretendard"/>
              </a:defRPr>
            </a:lvl3pPr>
            <a:lvl4pPr algn="l">
              <a:defRPr sz="2250" b="0">
                <a:solidFill>
                  <a:srgbClr val="202020"/>
                </a:solidFill>
                <a:latin typeface="Pretendard"/>
                <a:ea typeface="Pretendard"/>
                <a:cs typeface="Pretendard"/>
              </a:defRPr>
            </a:lvl4pPr>
            <a:lvl5pPr algn="l">
              <a:defRPr sz="2250" b="0">
                <a:solidFill>
                  <a:srgbClr val="202020"/>
                </a:solidFill>
                <a:latin typeface="Pretendard"/>
                <a:ea typeface="Pretendard"/>
                <a:cs typeface="Pretendard"/>
              </a:defRPr>
            </a:lvl5pPr>
            <a:lvl6pPr algn="l">
              <a:defRPr sz="2250" b="0">
                <a:solidFill>
                  <a:srgbClr val="202020"/>
                </a:solidFill>
                <a:latin typeface="Pretendard"/>
                <a:ea typeface="Pretendard"/>
                <a:cs typeface="Pretendard"/>
              </a:defRPr>
            </a:lvl6pPr>
            <a:lvl7pPr algn="l">
              <a:defRPr sz="2250" b="0">
                <a:solidFill>
                  <a:srgbClr val="202020"/>
                </a:solidFill>
                <a:latin typeface="Pretendard"/>
                <a:ea typeface="Pretendard"/>
                <a:cs typeface="Pretendard"/>
              </a:defRPr>
            </a:lvl7pPr>
            <a:lvl8pPr algn="l">
              <a:defRPr sz="2250" b="0">
                <a:solidFill>
                  <a:srgbClr val="202020"/>
                </a:solidFill>
                <a:latin typeface="Pretendard"/>
                <a:ea typeface="Pretendard"/>
                <a:cs typeface="Pretendard"/>
              </a:defRPr>
            </a:lvl8pPr>
            <a:lvl9pPr algn="l">
              <a:defRPr sz="2250" b="0">
                <a:solidFill>
                  <a:srgbClr val="202020"/>
                </a:solidFill>
                <a:latin typeface="Pretendard"/>
                <a:ea typeface="Pretendard"/>
                <a:cs typeface="Pretendard"/>
              </a:defRPr>
            </a:lvl9pPr>
          </a:lstStyle>
          <a:p xmlns:a="http://schemas.openxmlformats.org/drawingml/2006/main">
            <a:pPr algn="l">
              <a:defRPr sz="2250" b="0">
                <a:solidFill>
                  <a:srgbClr val="202020"/>
                </a:solidFill>
                <a:latin typeface="Pretendard"/>
                <a:ea typeface="Pretendard"/>
                <a:cs typeface="Pretendard"/>
              </a:defRPr>
            </a:pPr>
            <a:r>
              <a:rPr sz="2250" b="0">
                <a:solidFill>
                  <a:srgbClr val="202020"/>
                </a:solidFill>
                <a:latin typeface="Pretendard"/>
                <a:ea typeface="Pretendard"/>
                <a:cs typeface="Pretendard"/>
              </a:rPr>
              <a:t>표준 상태에서의 값임을 나타낸다.</a:t>
            </a:r>
          </a:p>
          <a:p xmlns:a="http://schemas.openxmlformats.org/drawingml/2006/main">
            <a:pPr algn="l">
              <a:defRPr sz="2250" b="0">
                <a:solidFill>
                  <a:srgbClr val="202020"/>
                </a:solidFill>
                <a:latin typeface="Pretendard"/>
                <a:ea typeface="Pretendard"/>
                <a:cs typeface="Pretendard"/>
              </a:defRPr>
            </a:pPr>
            <a:r>
              <a:rPr sz="2250" b="0">
                <a:solidFill>
                  <a:srgbClr val="202020"/>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821BB98A-5FCF-4599-954B-5F2E9193F032}"/>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28691C"/>
                </a:solidFill>
                <a:latin typeface="Pretendard"/>
                <a:ea typeface="Pretendard"/>
                <a:cs typeface="Pretendard"/>
              </a:defRPr>
            </a:defPPr>
            <a:lvl1pPr algn="l">
              <a:defRPr sz="2850" b="1">
                <a:solidFill>
                  <a:srgbClr val="28691C"/>
                </a:solidFill>
                <a:latin typeface="Pretendard"/>
                <a:ea typeface="Pretendard"/>
                <a:cs typeface="Pretendard"/>
              </a:defRPr>
            </a:lvl1pPr>
            <a:lvl2pPr algn="l">
              <a:defRPr sz="2850" b="1">
                <a:solidFill>
                  <a:srgbClr val="28691C"/>
                </a:solidFill>
                <a:latin typeface="Pretendard"/>
                <a:ea typeface="Pretendard"/>
                <a:cs typeface="Pretendard"/>
              </a:defRPr>
            </a:lvl2pPr>
            <a:lvl3pPr algn="l">
              <a:defRPr sz="2850" b="1">
                <a:solidFill>
                  <a:srgbClr val="28691C"/>
                </a:solidFill>
                <a:latin typeface="Pretendard"/>
                <a:ea typeface="Pretendard"/>
                <a:cs typeface="Pretendard"/>
              </a:defRPr>
            </a:lvl3pPr>
            <a:lvl4pPr algn="l">
              <a:defRPr sz="2850" b="1">
                <a:solidFill>
                  <a:srgbClr val="28691C"/>
                </a:solidFill>
                <a:latin typeface="Pretendard"/>
                <a:ea typeface="Pretendard"/>
                <a:cs typeface="Pretendard"/>
              </a:defRPr>
            </a:lvl4pPr>
            <a:lvl5pPr algn="l">
              <a:defRPr sz="2850" b="1">
                <a:solidFill>
                  <a:srgbClr val="28691C"/>
                </a:solidFill>
                <a:latin typeface="Pretendard"/>
                <a:ea typeface="Pretendard"/>
                <a:cs typeface="Pretendard"/>
              </a:defRPr>
            </a:lvl5pPr>
            <a:lvl6pPr algn="l">
              <a:defRPr sz="2850" b="1">
                <a:solidFill>
                  <a:srgbClr val="28691C"/>
                </a:solidFill>
                <a:latin typeface="Pretendard"/>
                <a:ea typeface="Pretendard"/>
                <a:cs typeface="Pretendard"/>
              </a:defRPr>
            </a:lvl6pPr>
            <a:lvl7pPr algn="l">
              <a:defRPr sz="2850" b="1">
                <a:solidFill>
                  <a:srgbClr val="28691C"/>
                </a:solidFill>
                <a:latin typeface="Pretendard"/>
                <a:ea typeface="Pretendard"/>
                <a:cs typeface="Pretendard"/>
              </a:defRPr>
            </a:lvl7pPr>
            <a:lvl8pPr algn="l">
              <a:defRPr sz="2850" b="1">
                <a:solidFill>
                  <a:srgbClr val="28691C"/>
                </a:solidFill>
                <a:latin typeface="Pretendard"/>
                <a:ea typeface="Pretendard"/>
                <a:cs typeface="Pretendard"/>
              </a:defRPr>
            </a:lvl8pPr>
            <a:lvl9pPr algn="l">
              <a:defRPr sz="2850" b="1">
                <a:solidFill>
                  <a:srgbClr val="28691C"/>
                </a:solidFill>
                <a:latin typeface="Pretendard"/>
                <a:ea typeface="Pretendard"/>
                <a:cs typeface="Pretendard"/>
              </a:defRPr>
            </a:lvl9pPr>
          </a:lstStyle>
          <a:p xmlns:a="http://schemas.openxmlformats.org/drawingml/2006/main">
            <a:pPr algn="l">
              <a:defRPr sz="2850" b="1">
                <a:solidFill>
                  <a:srgbClr val="28691C"/>
                </a:solidFill>
                <a:latin typeface="Pretendard"/>
                <a:ea typeface="Pretendard"/>
                <a:cs typeface="Pretendard"/>
              </a:defRPr>
            </a:pPr>
            <a:r>
              <a:rPr sz="2850" b="1">
                <a:solidFill>
                  <a:srgbClr val="28691C"/>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2B167C86-3D13-41DF-8FE2-8ECB6CDA111E}"/>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02020"/>
                </a:solidFill>
                <a:latin typeface="Pretendard"/>
                <a:ea typeface="Pretendard"/>
                <a:cs typeface="Pretendard"/>
              </a:defRPr>
            </a:defPPr>
            <a:lvl1pPr algn="l">
              <a:defRPr sz="2250" b="0">
                <a:solidFill>
                  <a:srgbClr val="202020"/>
                </a:solidFill>
                <a:latin typeface="Pretendard"/>
                <a:ea typeface="Pretendard"/>
                <a:cs typeface="Pretendard"/>
              </a:defRPr>
            </a:lvl1pPr>
            <a:lvl2pPr algn="l">
              <a:defRPr sz="2250" b="0">
                <a:solidFill>
                  <a:srgbClr val="202020"/>
                </a:solidFill>
                <a:latin typeface="Pretendard"/>
                <a:ea typeface="Pretendard"/>
                <a:cs typeface="Pretendard"/>
              </a:defRPr>
            </a:lvl2pPr>
            <a:lvl3pPr algn="l">
              <a:defRPr sz="2250" b="0">
                <a:solidFill>
                  <a:srgbClr val="202020"/>
                </a:solidFill>
                <a:latin typeface="Pretendard"/>
                <a:ea typeface="Pretendard"/>
                <a:cs typeface="Pretendard"/>
              </a:defRPr>
            </a:lvl3pPr>
            <a:lvl4pPr algn="l">
              <a:defRPr sz="2250" b="0">
                <a:solidFill>
                  <a:srgbClr val="202020"/>
                </a:solidFill>
                <a:latin typeface="Pretendard"/>
                <a:ea typeface="Pretendard"/>
                <a:cs typeface="Pretendard"/>
              </a:defRPr>
            </a:lvl4pPr>
            <a:lvl5pPr algn="l">
              <a:defRPr sz="2250" b="0">
                <a:solidFill>
                  <a:srgbClr val="202020"/>
                </a:solidFill>
                <a:latin typeface="Pretendard"/>
                <a:ea typeface="Pretendard"/>
                <a:cs typeface="Pretendard"/>
              </a:defRPr>
            </a:lvl5pPr>
            <a:lvl6pPr algn="l">
              <a:defRPr sz="2250" b="0">
                <a:solidFill>
                  <a:srgbClr val="202020"/>
                </a:solidFill>
                <a:latin typeface="Pretendard"/>
                <a:ea typeface="Pretendard"/>
                <a:cs typeface="Pretendard"/>
              </a:defRPr>
            </a:lvl6pPr>
            <a:lvl7pPr algn="l">
              <a:defRPr sz="2250" b="0">
                <a:solidFill>
                  <a:srgbClr val="202020"/>
                </a:solidFill>
                <a:latin typeface="Pretendard"/>
                <a:ea typeface="Pretendard"/>
                <a:cs typeface="Pretendard"/>
              </a:defRPr>
            </a:lvl7pPr>
            <a:lvl8pPr algn="l">
              <a:defRPr sz="2250" b="0">
                <a:solidFill>
                  <a:srgbClr val="202020"/>
                </a:solidFill>
                <a:latin typeface="Pretendard"/>
                <a:ea typeface="Pretendard"/>
                <a:cs typeface="Pretendard"/>
              </a:defRPr>
            </a:lvl8pPr>
            <a:lvl9pPr algn="l">
              <a:defRPr sz="2250" b="0">
                <a:solidFill>
                  <a:srgbClr val="202020"/>
                </a:solidFill>
                <a:latin typeface="Pretendard"/>
                <a:ea typeface="Pretendard"/>
                <a:cs typeface="Pretendard"/>
              </a:defRPr>
            </a:lvl9pPr>
          </a:lstStyle>
          <a:p xmlns:a="http://schemas.openxmlformats.org/drawingml/2006/main">
            <a:pPr algn="l">
              <a:defRPr sz="2250" b="0">
                <a:solidFill>
                  <a:srgbClr val="202020"/>
                </a:solidFill>
                <a:latin typeface="Pretendard"/>
                <a:ea typeface="Pretendard"/>
                <a:cs typeface="Pretendard"/>
              </a:defRPr>
            </a:pPr>
            <a:r>
              <a:rPr sz="2250" b="0">
                <a:solidFill>
                  <a:srgbClr val="202020"/>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3337AAF8-218E-442F-A654-77623D703C1A}"/>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000C875D-142A-45B2-BE28-64903BD5752C}"/>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397D2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BC8B3DE-A849-409E-B872-D6475CB7E754}"/>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397D23"/>
          </a:solidFill>
          <a:ln xmlns:a="http://schemas.openxmlformats.org/drawingml/2006/main" w="0">
            <a:noFill/>
          </a:ln>
        </p:spPr>
      </p:sp>
      <p:pic>
        <p:nvPicPr>
          <p:cNvPr id="19" name="">
            <a:extLst xmlns:a="http://schemas.openxmlformats.org/drawingml/2006/main">
              <a:ext uri="{FF2B5EF4-FFF2-40B4-BE49-F238E27FC236}">
                <a16:creationId xmlns:a16="http://schemas.microsoft.com/office/drawing/2014/main" id="{D25D0AFE-4FE6-4D23-B3A2-17D91306AFB6}"/>
              </a:ext>
            </a:extLst>
          </p:cNvPr>
          <p:cNvPicPr>
            <a:picLocks xmlns:a="http://schemas.openxmlformats.org/drawingml/2006/main" noChangeAspect="1"/>
          </p:cNvPicPr>
          <p:nvPr/>
        </p:nvPicPr>
        <p:blipFill>
          <a:blip xmlns:r="http://schemas.openxmlformats.org/officeDocument/2006/relationships" xmlns:a="http://schemas.openxmlformats.org/drawingml/2006/main" r:embed="R1c9fc11df22241e8"/>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86903887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3CF91936-294E-4B1E-84A4-204D63FC403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87863F-CBDB-44BD-B1E3-4F867174726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2439352-95FE-4561-85C8-18B0F3C9395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ADE4BFD-4E04-4CD9-8F7C-590D9036D85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4D11917-D1D9-46AA-A99F-66B92F1C1BA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F0BAC739-A9C1-42B1-8C6D-0EB3E84B31B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02074D45-929D-4234-9338-8016A94E1993}"/>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26471648-C794-4658-8223-4C88B5FEF505}"/>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B9E24BB-8247-497C-8635-62B30563C173}"/>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D11CAD0-A5E6-4965-AD47-B1F862E5C620}"/>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40829D39-8A61-4E5D-A56A-0EFF49A0BB20}"/>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D083D23-D64F-4B62-9648-01D989C682BC}"/>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28691C"/>
                </a:solidFill>
                <a:latin typeface="Pretendard"/>
                <a:ea typeface="Pretendard"/>
                <a:cs typeface="Pretendard"/>
              </a:defRPr>
            </a:defPPr>
            <a:lvl1pPr algn="ctr">
              <a:defRPr sz="3000" b="1">
                <a:solidFill>
                  <a:srgbClr val="28691C"/>
                </a:solidFill>
                <a:latin typeface="Pretendard"/>
                <a:ea typeface="Pretendard"/>
                <a:cs typeface="Pretendard"/>
              </a:defRPr>
            </a:lvl1pPr>
            <a:lvl2pPr algn="ctr">
              <a:defRPr sz="3000" b="1">
                <a:solidFill>
                  <a:srgbClr val="28691C"/>
                </a:solidFill>
                <a:latin typeface="Pretendard"/>
                <a:ea typeface="Pretendard"/>
                <a:cs typeface="Pretendard"/>
              </a:defRPr>
            </a:lvl2pPr>
            <a:lvl3pPr algn="ctr">
              <a:defRPr sz="3000" b="1">
                <a:solidFill>
                  <a:srgbClr val="28691C"/>
                </a:solidFill>
                <a:latin typeface="Pretendard"/>
                <a:ea typeface="Pretendard"/>
                <a:cs typeface="Pretendard"/>
              </a:defRPr>
            </a:lvl3pPr>
            <a:lvl4pPr algn="ctr">
              <a:defRPr sz="3000" b="1">
                <a:solidFill>
                  <a:srgbClr val="28691C"/>
                </a:solidFill>
                <a:latin typeface="Pretendard"/>
                <a:ea typeface="Pretendard"/>
                <a:cs typeface="Pretendard"/>
              </a:defRPr>
            </a:lvl4pPr>
            <a:lvl5pPr algn="ctr">
              <a:defRPr sz="3000" b="1">
                <a:solidFill>
                  <a:srgbClr val="28691C"/>
                </a:solidFill>
                <a:latin typeface="Pretendard"/>
                <a:ea typeface="Pretendard"/>
                <a:cs typeface="Pretendard"/>
              </a:defRPr>
            </a:lvl5pPr>
            <a:lvl6pPr algn="ctr">
              <a:defRPr sz="3000" b="1">
                <a:solidFill>
                  <a:srgbClr val="28691C"/>
                </a:solidFill>
                <a:latin typeface="Pretendard"/>
                <a:ea typeface="Pretendard"/>
                <a:cs typeface="Pretendard"/>
              </a:defRPr>
            </a:lvl6pPr>
            <a:lvl7pPr algn="ctr">
              <a:defRPr sz="3000" b="1">
                <a:solidFill>
                  <a:srgbClr val="28691C"/>
                </a:solidFill>
                <a:latin typeface="Pretendard"/>
                <a:ea typeface="Pretendard"/>
                <a:cs typeface="Pretendard"/>
              </a:defRPr>
            </a:lvl7pPr>
            <a:lvl8pPr algn="ctr">
              <a:defRPr sz="3000" b="1">
                <a:solidFill>
                  <a:srgbClr val="28691C"/>
                </a:solidFill>
                <a:latin typeface="Pretendard"/>
                <a:ea typeface="Pretendard"/>
                <a:cs typeface="Pretendard"/>
              </a:defRPr>
            </a:lvl8pPr>
            <a:lvl9pPr algn="ctr">
              <a:defRPr sz="3000" b="1">
                <a:solidFill>
                  <a:srgbClr val="28691C"/>
                </a:solidFill>
                <a:latin typeface="Pretendard"/>
                <a:ea typeface="Pretendard"/>
                <a:cs typeface="Pretendard"/>
              </a:defRPr>
            </a:lvl9pPr>
          </a:lstStyle>
          <a:p xmlns:a="http://schemas.openxmlformats.org/drawingml/2006/main">
            <a:pPr algn="ctr">
              <a:defRPr sz="3000" b="1">
                <a:solidFill>
                  <a:srgbClr val="28691C"/>
                </a:solidFill>
                <a:latin typeface="Pretendard"/>
                <a:ea typeface="Pretendard"/>
                <a:cs typeface="Pretendard"/>
              </a:defRPr>
            </a:pPr>
            <a:r>
              <a:rPr sz="3000" b="1">
                <a:solidFill>
                  <a:srgbClr val="28691C"/>
                </a:solidFill>
                <a:latin typeface="Pretendard"/>
                <a:ea typeface="Pretendard"/>
                <a:cs typeface="Pretendard"/>
              </a:rPr>
              <a:t>1 M: 용액 1 L에 용질 1 mol이 들어 있는 농도</a:t>
            </a:r>
          </a:p>
        </p:txBody>
      </p:sp>
      <p:pic>
        <p:nvPicPr>
          <p:cNvPr id="14" name="">
            <a:extLst xmlns:a="http://schemas.openxmlformats.org/drawingml/2006/main">
              <a:ext uri="{FF2B5EF4-FFF2-40B4-BE49-F238E27FC236}">
                <a16:creationId xmlns:a16="http://schemas.microsoft.com/office/drawing/2014/main" id="{FA65C28F-AFDB-4E9B-B376-97BCDA74B238}"/>
              </a:ext>
            </a:extLst>
          </p:cNvPr>
          <p:cNvPicPr>
            <a:picLocks xmlns:a="http://schemas.openxmlformats.org/drawingml/2006/main" noChangeAspect="1"/>
          </p:cNvPicPr>
          <p:nvPr/>
        </p:nvPicPr>
        <p:blipFill>
          <a:blip xmlns:r="http://schemas.openxmlformats.org/officeDocument/2006/relationships" xmlns:a="http://schemas.openxmlformats.org/drawingml/2006/main" r:embed="Ra9950436f4ee4036"/>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48205946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019C3CB9-C54F-4804-A9D5-7987B8FED286}"/>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F2F3F1"/>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2FCA2C63-5BDF-4B8A-90F3-E180BE4835E3}"/>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C5DDB5"/>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D059681D-7202-42F4-A660-9F0C9065DF8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AD693E5-15EE-496F-87F2-F3D6BC60B35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214433F-A095-425D-9750-8928952AE02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8247F82-CCA9-4D82-A30B-5D19EAD702C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8C2B078-92A5-44AC-AE34-9465EADEB6B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44B8DFF4-AFCD-4D3A-9552-D37796FA5F7D}"/>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28691C"/>
                </a:solidFill>
                <a:latin typeface="Pretendard"/>
                <a:ea typeface="Pretendard"/>
                <a:cs typeface="Pretendard"/>
              </a:defRPr>
            </a:defPPr>
            <a:lvl1pPr algn="ctr">
              <a:defRPr sz="2700" b="1">
                <a:solidFill>
                  <a:srgbClr val="28691C"/>
                </a:solidFill>
                <a:latin typeface="Pretendard"/>
                <a:ea typeface="Pretendard"/>
                <a:cs typeface="Pretendard"/>
              </a:defRPr>
            </a:lvl1pPr>
            <a:lvl2pPr algn="ctr">
              <a:defRPr sz="2700" b="1">
                <a:solidFill>
                  <a:srgbClr val="28691C"/>
                </a:solidFill>
                <a:latin typeface="Pretendard"/>
                <a:ea typeface="Pretendard"/>
                <a:cs typeface="Pretendard"/>
              </a:defRPr>
            </a:lvl2pPr>
            <a:lvl3pPr algn="ctr">
              <a:defRPr sz="2700" b="1">
                <a:solidFill>
                  <a:srgbClr val="28691C"/>
                </a:solidFill>
                <a:latin typeface="Pretendard"/>
                <a:ea typeface="Pretendard"/>
                <a:cs typeface="Pretendard"/>
              </a:defRPr>
            </a:lvl3pPr>
            <a:lvl4pPr algn="ctr">
              <a:defRPr sz="2700" b="1">
                <a:solidFill>
                  <a:srgbClr val="28691C"/>
                </a:solidFill>
                <a:latin typeface="Pretendard"/>
                <a:ea typeface="Pretendard"/>
                <a:cs typeface="Pretendard"/>
              </a:defRPr>
            </a:lvl4pPr>
            <a:lvl5pPr algn="ctr">
              <a:defRPr sz="2700" b="1">
                <a:solidFill>
                  <a:srgbClr val="28691C"/>
                </a:solidFill>
                <a:latin typeface="Pretendard"/>
                <a:ea typeface="Pretendard"/>
                <a:cs typeface="Pretendard"/>
              </a:defRPr>
            </a:lvl5pPr>
            <a:lvl6pPr algn="ctr">
              <a:defRPr sz="2700" b="1">
                <a:solidFill>
                  <a:srgbClr val="28691C"/>
                </a:solidFill>
                <a:latin typeface="Pretendard"/>
                <a:ea typeface="Pretendard"/>
                <a:cs typeface="Pretendard"/>
              </a:defRPr>
            </a:lvl6pPr>
            <a:lvl7pPr algn="ctr">
              <a:defRPr sz="2700" b="1">
                <a:solidFill>
                  <a:srgbClr val="28691C"/>
                </a:solidFill>
                <a:latin typeface="Pretendard"/>
                <a:ea typeface="Pretendard"/>
                <a:cs typeface="Pretendard"/>
              </a:defRPr>
            </a:lvl7pPr>
            <a:lvl8pPr algn="ctr">
              <a:defRPr sz="2700" b="1">
                <a:solidFill>
                  <a:srgbClr val="28691C"/>
                </a:solidFill>
                <a:latin typeface="Pretendard"/>
                <a:ea typeface="Pretendard"/>
                <a:cs typeface="Pretendard"/>
              </a:defRPr>
            </a:lvl8pPr>
            <a:lvl9pPr algn="ctr">
              <a:defRPr sz="2700" b="1">
                <a:solidFill>
                  <a:srgbClr val="28691C"/>
                </a:solidFill>
                <a:latin typeface="Pretendard"/>
                <a:ea typeface="Pretendard"/>
                <a:cs typeface="Pretendard"/>
              </a:defRPr>
            </a:lvl9pPr>
          </a:lstStyle>
          <a:p xmlns:a="http://schemas.openxmlformats.org/drawingml/2006/main">
            <a:pPr algn="ctr">
              <a:defRPr sz="2700" b="1">
                <a:solidFill>
                  <a:srgbClr val="28691C"/>
                </a:solidFill>
                <a:latin typeface="Pretendard"/>
                <a:ea typeface="Pretendard"/>
                <a:cs typeface="Pretendard"/>
              </a:defRPr>
            </a:pPr>
            <a:r>
              <a:rPr sz="2700" b="1">
                <a:solidFill>
                  <a:srgbClr val="28691C"/>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73776B3A-DC9A-4DCE-94B0-E124A0CE9929}"/>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특정한 온도를 뜻하는</a:t>
            </a:r>
          </a:p>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1F9BA11E-0DE7-4E22-8E5F-BC4C2740FB50}"/>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202020"/>
                </a:solidFill>
                <a:latin typeface="Pretendard"/>
                <a:ea typeface="Pretendard"/>
                <a:cs typeface="Pretendard"/>
              </a:defRPr>
            </a:defPPr>
            <a:lvl1pPr algn="ctr">
              <a:defRPr sz="2700" b="1">
                <a:solidFill>
                  <a:srgbClr val="202020"/>
                </a:solidFill>
                <a:latin typeface="Pretendard"/>
                <a:ea typeface="Pretendard"/>
                <a:cs typeface="Pretendard"/>
              </a:defRPr>
            </a:lvl1pPr>
            <a:lvl2pPr algn="ctr">
              <a:defRPr sz="2700" b="1">
                <a:solidFill>
                  <a:srgbClr val="202020"/>
                </a:solidFill>
                <a:latin typeface="Pretendard"/>
                <a:ea typeface="Pretendard"/>
                <a:cs typeface="Pretendard"/>
              </a:defRPr>
            </a:lvl2pPr>
            <a:lvl3pPr algn="ctr">
              <a:defRPr sz="2700" b="1">
                <a:solidFill>
                  <a:srgbClr val="202020"/>
                </a:solidFill>
                <a:latin typeface="Pretendard"/>
                <a:ea typeface="Pretendard"/>
                <a:cs typeface="Pretendard"/>
              </a:defRPr>
            </a:lvl3pPr>
            <a:lvl4pPr algn="ctr">
              <a:defRPr sz="2700" b="1">
                <a:solidFill>
                  <a:srgbClr val="202020"/>
                </a:solidFill>
                <a:latin typeface="Pretendard"/>
                <a:ea typeface="Pretendard"/>
                <a:cs typeface="Pretendard"/>
              </a:defRPr>
            </a:lvl4pPr>
            <a:lvl5pPr algn="ctr">
              <a:defRPr sz="2700" b="1">
                <a:solidFill>
                  <a:srgbClr val="202020"/>
                </a:solidFill>
                <a:latin typeface="Pretendard"/>
                <a:ea typeface="Pretendard"/>
                <a:cs typeface="Pretendard"/>
              </a:defRPr>
            </a:lvl5pPr>
            <a:lvl6pPr algn="ctr">
              <a:defRPr sz="2700" b="1">
                <a:solidFill>
                  <a:srgbClr val="202020"/>
                </a:solidFill>
                <a:latin typeface="Pretendard"/>
                <a:ea typeface="Pretendard"/>
                <a:cs typeface="Pretendard"/>
              </a:defRPr>
            </a:lvl6pPr>
            <a:lvl7pPr algn="ctr">
              <a:defRPr sz="2700" b="1">
                <a:solidFill>
                  <a:srgbClr val="202020"/>
                </a:solidFill>
                <a:latin typeface="Pretendard"/>
                <a:ea typeface="Pretendard"/>
                <a:cs typeface="Pretendard"/>
              </a:defRPr>
            </a:lvl7pPr>
            <a:lvl8pPr algn="ctr">
              <a:defRPr sz="2700" b="1">
                <a:solidFill>
                  <a:srgbClr val="202020"/>
                </a:solidFill>
                <a:latin typeface="Pretendard"/>
                <a:ea typeface="Pretendard"/>
                <a:cs typeface="Pretendard"/>
              </a:defRPr>
            </a:lvl8pPr>
            <a:lvl9pPr algn="ctr">
              <a:defRPr sz="2700" b="1">
                <a:solidFill>
                  <a:srgbClr val="202020"/>
                </a:solidFill>
                <a:latin typeface="Pretendard"/>
                <a:ea typeface="Pretendard"/>
                <a:cs typeface="Pretendard"/>
              </a:defRPr>
            </a:lvl9pPr>
          </a:lstStyle>
          <a:p xmlns:a="http://schemas.openxmlformats.org/drawingml/2006/main">
            <a:pPr algn="ctr">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F444D528-56A0-4690-AFDA-7CA3385EE78A}"/>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생성 엔탈피 값은</a:t>
            </a:r>
          </a:p>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EE4692EC-9525-4BB6-9A61-D9950A39C8EF}"/>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이 수업의 완자 예제는 25°C, 1기압의 자료다.</a:t>
            </a:r>
          </a:p>
        </p:txBody>
      </p:sp>
      <p:pic>
        <p:nvPicPr>
          <p:cNvPr id="14" name="">
            <a:extLst xmlns:a="http://schemas.openxmlformats.org/drawingml/2006/main">
              <a:ext uri="{FF2B5EF4-FFF2-40B4-BE49-F238E27FC236}">
                <a16:creationId xmlns:a16="http://schemas.microsoft.com/office/drawing/2014/main" id="{CC5C5803-6EE8-4EE4-B8C8-C55FBB6A713E}"/>
              </a:ext>
            </a:extLst>
          </p:cNvPr>
          <p:cNvPicPr>
            <a:picLocks xmlns:a="http://schemas.openxmlformats.org/drawingml/2006/main" noChangeAspect="1"/>
          </p:cNvPicPr>
          <p:nvPr/>
        </p:nvPicPr>
        <p:blipFill>
          <a:blip xmlns:r="http://schemas.openxmlformats.org/officeDocument/2006/relationships" xmlns:a="http://schemas.openxmlformats.org/drawingml/2006/main" r:embed="R72711a5212924ce9"/>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86292122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33F35346-73AF-4F10-B560-270E34B6A8D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1ACA3C-763A-464E-96D6-B1B19FDCDE1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5998944-9884-4277-ABBF-19E19946898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9269F33-C0D4-4172-B1A3-4BCC112AA457}"/>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8E79C8E9-8686-4CBE-BC24-94D9152F62E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55E76C38-4A42-4CFF-9DBC-11822C1A534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CF266FD3-B20D-4ADB-8EE7-BB09328A8026}"/>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5A5CE3FC-072D-435C-B9B6-D49770B14B33}"/>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B442B17-6E39-4F06-9AFD-1DCAEF1037C4}"/>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B4D00E8-7011-43EB-A76D-0BA79EF63833}"/>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80401335-7C90-41BD-9442-3B041F5BF3B0}"/>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E4F32E7-CC20-4E0A-8023-B1FC4E17A4AD}"/>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686868"/>
                </a:solidFill>
                <a:latin typeface="Pretendard"/>
                <a:ea typeface="Pretendard"/>
                <a:cs typeface="Pretendard"/>
              </a:defRPr>
            </a:defPPr>
            <a:lvl1pPr algn="ctr">
              <a:defRPr sz="2700" b="0">
                <a:solidFill>
                  <a:srgbClr val="686868"/>
                </a:solidFill>
                <a:latin typeface="Pretendard"/>
                <a:ea typeface="Pretendard"/>
                <a:cs typeface="Pretendard"/>
              </a:defRPr>
            </a:lvl1pPr>
            <a:lvl2pPr algn="ctr">
              <a:defRPr sz="2700" b="0">
                <a:solidFill>
                  <a:srgbClr val="686868"/>
                </a:solidFill>
                <a:latin typeface="Pretendard"/>
                <a:ea typeface="Pretendard"/>
                <a:cs typeface="Pretendard"/>
              </a:defRPr>
            </a:lvl2pPr>
            <a:lvl3pPr algn="ctr">
              <a:defRPr sz="2700" b="0">
                <a:solidFill>
                  <a:srgbClr val="686868"/>
                </a:solidFill>
                <a:latin typeface="Pretendard"/>
                <a:ea typeface="Pretendard"/>
                <a:cs typeface="Pretendard"/>
              </a:defRPr>
            </a:lvl3pPr>
            <a:lvl4pPr algn="ctr">
              <a:defRPr sz="2700" b="0">
                <a:solidFill>
                  <a:srgbClr val="686868"/>
                </a:solidFill>
                <a:latin typeface="Pretendard"/>
                <a:ea typeface="Pretendard"/>
                <a:cs typeface="Pretendard"/>
              </a:defRPr>
            </a:lvl4pPr>
            <a:lvl5pPr algn="ctr">
              <a:defRPr sz="2700" b="0">
                <a:solidFill>
                  <a:srgbClr val="686868"/>
                </a:solidFill>
                <a:latin typeface="Pretendard"/>
                <a:ea typeface="Pretendard"/>
                <a:cs typeface="Pretendard"/>
              </a:defRPr>
            </a:lvl5pPr>
            <a:lvl6pPr algn="ctr">
              <a:defRPr sz="2700" b="0">
                <a:solidFill>
                  <a:srgbClr val="686868"/>
                </a:solidFill>
                <a:latin typeface="Pretendard"/>
                <a:ea typeface="Pretendard"/>
                <a:cs typeface="Pretendard"/>
              </a:defRPr>
            </a:lvl6pPr>
            <a:lvl7pPr algn="ctr">
              <a:defRPr sz="2700" b="0">
                <a:solidFill>
                  <a:srgbClr val="686868"/>
                </a:solidFill>
                <a:latin typeface="Pretendard"/>
                <a:ea typeface="Pretendard"/>
                <a:cs typeface="Pretendard"/>
              </a:defRPr>
            </a:lvl7pPr>
            <a:lvl8pPr algn="ctr">
              <a:defRPr sz="2700" b="0">
                <a:solidFill>
                  <a:srgbClr val="686868"/>
                </a:solidFill>
                <a:latin typeface="Pretendard"/>
                <a:ea typeface="Pretendard"/>
                <a:cs typeface="Pretendard"/>
              </a:defRPr>
            </a:lvl8pPr>
            <a:lvl9pPr algn="ctr">
              <a:defRPr sz="2700" b="0">
                <a:solidFill>
                  <a:srgbClr val="686868"/>
                </a:solidFill>
                <a:latin typeface="Pretendard"/>
                <a:ea typeface="Pretendard"/>
                <a:cs typeface="Pretendard"/>
              </a:defRPr>
            </a:lvl9pPr>
          </a:lstStyle>
          <a:p xmlns:a="http://schemas.openxmlformats.org/drawingml/2006/main">
            <a:pPr algn="ctr">
              <a:defRPr sz="2700" b="0">
                <a:solidFill>
                  <a:srgbClr val="686868"/>
                </a:solidFill>
                <a:latin typeface="Pretendard"/>
                <a:ea typeface="Pretendard"/>
                <a:cs typeface="Pretendard"/>
              </a:defRPr>
            </a:pPr>
            <a:r>
              <a:rPr sz="2700" b="0">
                <a:solidFill>
                  <a:srgbClr val="686868"/>
                </a:solidFill>
                <a:latin typeface="Pretendard"/>
                <a:ea typeface="Pretendard"/>
                <a:cs typeface="Pretendard"/>
              </a:rPr>
              <a:t>다른 동소체나 고립 원자의 값까지 0이라는 뜻은 아니다.</a:t>
            </a:r>
          </a:p>
        </p:txBody>
      </p:sp>
      <p:pic>
        <p:nvPicPr>
          <p:cNvPr id="14" name="">
            <a:extLst xmlns:a="http://schemas.openxmlformats.org/drawingml/2006/main">
              <a:ext uri="{FF2B5EF4-FFF2-40B4-BE49-F238E27FC236}">
                <a16:creationId xmlns:a16="http://schemas.microsoft.com/office/drawing/2014/main" id="{31C0CABA-A911-40AD-893B-3893D49ABA62}"/>
              </a:ext>
            </a:extLst>
          </p:cNvPr>
          <p:cNvPicPr>
            <a:picLocks xmlns:a="http://schemas.openxmlformats.org/drawingml/2006/main" noChangeAspect="1"/>
          </p:cNvPicPr>
          <p:nvPr/>
        </p:nvPicPr>
        <p:blipFill>
          <a:blip xmlns:r="http://schemas.openxmlformats.org/officeDocument/2006/relationships" xmlns:a="http://schemas.openxmlformats.org/drawingml/2006/main" r:embed="R475df3607e86495f"/>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52781966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8AEB8D13-9C8C-4B0A-A874-0A0A1CE247F2}"/>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F2F3F1"/>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62CA2D0D-FFC2-4F52-939F-41E03FD6108F}"/>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C5DDB5"/>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84BE780F-80BA-44B7-A590-4DBD9D03DA2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F8C4B1-F3BE-4DB6-B99D-F3718C8EDAA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F62C88D-D56A-41E5-8C5E-FF1DBE8B360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DFE32CB-7497-4459-AFE2-8D3F67CB6A3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842D472-B02D-47B2-9823-339E175F630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449DE514-BF16-4BEB-BDE7-6EC3AB950635}"/>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28691C"/>
                </a:solidFill>
                <a:latin typeface="Pretendard"/>
                <a:ea typeface="Pretendard"/>
                <a:cs typeface="Pretendard"/>
              </a:defRPr>
            </a:defPPr>
            <a:lvl1pPr algn="ctr">
              <a:defRPr sz="2700" b="1">
                <a:solidFill>
                  <a:srgbClr val="28691C"/>
                </a:solidFill>
                <a:latin typeface="Pretendard"/>
                <a:ea typeface="Pretendard"/>
                <a:cs typeface="Pretendard"/>
              </a:defRPr>
            </a:lvl1pPr>
            <a:lvl2pPr algn="ctr">
              <a:defRPr sz="2700" b="1">
                <a:solidFill>
                  <a:srgbClr val="28691C"/>
                </a:solidFill>
                <a:latin typeface="Pretendard"/>
                <a:ea typeface="Pretendard"/>
                <a:cs typeface="Pretendard"/>
              </a:defRPr>
            </a:lvl2pPr>
            <a:lvl3pPr algn="ctr">
              <a:defRPr sz="2700" b="1">
                <a:solidFill>
                  <a:srgbClr val="28691C"/>
                </a:solidFill>
                <a:latin typeface="Pretendard"/>
                <a:ea typeface="Pretendard"/>
                <a:cs typeface="Pretendard"/>
              </a:defRPr>
            </a:lvl3pPr>
            <a:lvl4pPr algn="ctr">
              <a:defRPr sz="2700" b="1">
                <a:solidFill>
                  <a:srgbClr val="28691C"/>
                </a:solidFill>
                <a:latin typeface="Pretendard"/>
                <a:ea typeface="Pretendard"/>
                <a:cs typeface="Pretendard"/>
              </a:defRPr>
            </a:lvl4pPr>
            <a:lvl5pPr algn="ctr">
              <a:defRPr sz="2700" b="1">
                <a:solidFill>
                  <a:srgbClr val="28691C"/>
                </a:solidFill>
                <a:latin typeface="Pretendard"/>
                <a:ea typeface="Pretendard"/>
                <a:cs typeface="Pretendard"/>
              </a:defRPr>
            </a:lvl5pPr>
            <a:lvl6pPr algn="ctr">
              <a:defRPr sz="2700" b="1">
                <a:solidFill>
                  <a:srgbClr val="28691C"/>
                </a:solidFill>
                <a:latin typeface="Pretendard"/>
                <a:ea typeface="Pretendard"/>
                <a:cs typeface="Pretendard"/>
              </a:defRPr>
            </a:lvl6pPr>
            <a:lvl7pPr algn="ctr">
              <a:defRPr sz="2700" b="1">
                <a:solidFill>
                  <a:srgbClr val="28691C"/>
                </a:solidFill>
                <a:latin typeface="Pretendard"/>
                <a:ea typeface="Pretendard"/>
                <a:cs typeface="Pretendard"/>
              </a:defRPr>
            </a:lvl7pPr>
            <a:lvl8pPr algn="ctr">
              <a:defRPr sz="2700" b="1">
                <a:solidFill>
                  <a:srgbClr val="28691C"/>
                </a:solidFill>
                <a:latin typeface="Pretendard"/>
                <a:ea typeface="Pretendard"/>
                <a:cs typeface="Pretendard"/>
              </a:defRPr>
            </a:lvl8pPr>
            <a:lvl9pPr algn="ctr">
              <a:defRPr sz="2700" b="1">
                <a:solidFill>
                  <a:srgbClr val="28691C"/>
                </a:solidFill>
                <a:latin typeface="Pretendard"/>
                <a:ea typeface="Pretendard"/>
                <a:cs typeface="Pretendard"/>
              </a:defRPr>
            </a:lvl9pPr>
          </a:lstStyle>
          <a:p xmlns:a="http://schemas.openxmlformats.org/drawingml/2006/main">
            <a:pPr algn="ctr">
              <a:defRPr sz="2700" b="1">
                <a:solidFill>
                  <a:srgbClr val="28691C"/>
                </a:solidFill>
                <a:latin typeface="Pretendard"/>
                <a:ea typeface="Pretendard"/>
                <a:cs typeface="Pretendard"/>
              </a:defRPr>
            </a:pPr>
            <a:r>
              <a:rPr sz="2700" b="1">
                <a:solidFill>
                  <a:srgbClr val="28691C"/>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3F9438BF-1B9B-4BE0-8445-9EB9569A6D98}"/>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같은 온도·압력에서</a:t>
            </a:r>
          </a:p>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A3F5B33B-6689-445B-AC36-78DC42444611}"/>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202020"/>
                </a:solidFill>
                <a:latin typeface="Pretendard"/>
                <a:ea typeface="Pretendard"/>
                <a:cs typeface="Pretendard"/>
              </a:defRPr>
            </a:defPPr>
            <a:lvl1pPr algn="ctr">
              <a:defRPr sz="2700" b="1">
                <a:solidFill>
                  <a:srgbClr val="202020"/>
                </a:solidFill>
                <a:latin typeface="Pretendard"/>
                <a:ea typeface="Pretendard"/>
                <a:cs typeface="Pretendard"/>
              </a:defRPr>
            </a:lvl1pPr>
            <a:lvl2pPr algn="ctr">
              <a:defRPr sz="2700" b="1">
                <a:solidFill>
                  <a:srgbClr val="202020"/>
                </a:solidFill>
                <a:latin typeface="Pretendard"/>
                <a:ea typeface="Pretendard"/>
                <a:cs typeface="Pretendard"/>
              </a:defRPr>
            </a:lvl2pPr>
            <a:lvl3pPr algn="ctr">
              <a:defRPr sz="2700" b="1">
                <a:solidFill>
                  <a:srgbClr val="202020"/>
                </a:solidFill>
                <a:latin typeface="Pretendard"/>
                <a:ea typeface="Pretendard"/>
                <a:cs typeface="Pretendard"/>
              </a:defRPr>
            </a:lvl3pPr>
            <a:lvl4pPr algn="ctr">
              <a:defRPr sz="2700" b="1">
                <a:solidFill>
                  <a:srgbClr val="202020"/>
                </a:solidFill>
                <a:latin typeface="Pretendard"/>
                <a:ea typeface="Pretendard"/>
                <a:cs typeface="Pretendard"/>
              </a:defRPr>
            </a:lvl4pPr>
            <a:lvl5pPr algn="ctr">
              <a:defRPr sz="2700" b="1">
                <a:solidFill>
                  <a:srgbClr val="202020"/>
                </a:solidFill>
                <a:latin typeface="Pretendard"/>
                <a:ea typeface="Pretendard"/>
                <a:cs typeface="Pretendard"/>
              </a:defRPr>
            </a:lvl5pPr>
            <a:lvl6pPr algn="ctr">
              <a:defRPr sz="2700" b="1">
                <a:solidFill>
                  <a:srgbClr val="202020"/>
                </a:solidFill>
                <a:latin typeface="Pretendard"/>
                <a:ea typeface="Pretendard"/>
                <a:cs typeface="Pretendard"/>
              </a:defRPr>
            </a:lvl6pPr>
            <a:lvl7pPr algn="ctr">
              <a:defRPr sz="2700" b="1">
                <a:solidFill>
                  <a:srgbClr val="202020"/>
                </a:solidFill>
                <a:latin typeface="Pretendard"/>
                <a:ea typeface="Pretendard"/>
                <a:cs typeface="Pretendard"/>
              </a:defRPr>
            </a:lvl7pPr>
            <a:lvl8pPr algn="ctr">
              <a:defRPr sz="2700" b="1">
                <a:solidFill>
                  <a:srgbClr val="202020"/>
                </a:solidFill>
                <a:latin typeface="Pretendard"/>
                <a:ea typeface="Pretendard"/>
                <a:cs typeface="Pretendard"/>
              </a:defRPr>
            </a:lvl8pPr>
            <a:lvl9pPr algn="ctr">
              <a:defRPr sz="2700" b="1">
                <a:solidFill>
                  <a:srgbClr val="202020"/>
                </a:solidFill>
                <a:latin typeface="Pretendard"/>
                <a:ea typeface="Pretendard"/>
                <a:cs typeface="Pretendard"/>
              </a:defRPr>
            </a:lvl9pPr>
          </a:lstStyle>
          <a:p xmlns:a="http://schemas.openxmlformats.org/drawingml/2006/main">
            <a:pPr algn="ctr">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60FB3650-5355-4A0F-85DB-9C176EF82DB9}"/>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202020"/>
                </a:solidFill>
                <a:latin typeface="Pretendard"/>
                <a:ea typeface="Pretendard"/>
                <a:cs typeface="Pretendard"/>
              </a:defRPr>
            </a:defPPr>
            <a:lvl1pPr algn="ctr">
              <a:defRPr sz="2400" b="0">
                <a:solidFill>
                  <a:srgbClr val="202020"/>
                </a:solidFill>
                <a:latin typeface="Pretendard"/>
                <a:ea typeface="Pretendard"/>
                <a:cs typeface="Pretendard"/>
              </a:defRPr>
            </a:lvl1pPr>
            <a:lvl2pPr algn="ctr">
              <a:defRPr sz="2400" b="0">
                <a:solidFill>
                  <a:srgbClr val="202020"/>
                </a:solidFill>
                <a:latin typeface="Pretendard"/>
                <a:ea typeface="Pretendard"/>
                <a:cs typeface="Pretendard"/>
              </a:defRPr>
            </a:lvl2pPr>
            <a:lvl3pPr algn="ctr">
              <a:defRPr sz="2400" b="0">
                <a:solidFill>
                  <a:srgbClr val="202020"/>
                </a:solidFill>
                <a:latin typeface="Pretendard"/>
                <a:ea typeface="Pretendard"/>
                <a:cs typeface="Pretendard"/>
              </a:defRPr>
            </a:lvl3pPr>
            <a:lvl4pPr algn="ctr">
              <a:defRPr sz="2400" b="0">
                <a:solidFill>
                  <a:srgbClr val="202020"/>
                </a:solidFill>
                <a:latin typeface="Pretendard"/>
                <a:ea typeface="Pretendard"/>
                <a:cs typeface="Pretendard"/>
              </a:defRPr>
            </a:lvl4pPr>
            <a:lvl5pPr algn="ctr">
              <a:defRPr sz="2400" b="0">
                <a:solidFill>
                  <a:srgbClr val="202020"/>
                </a:solidFill>
                <a:latin typeface="Pretendard"/>
                <a:ea typeface="Pretendard"/>
                <a:cs typeface="Pretendard"/>
              </a:defRPr>
            </a:lvl5pPr>
            <a:lvl6pPr algn="ctr">
              <a:defRPr sz="2400" b="0">
                <a:solidFill>
                  <a:srgbClr val="202020"/>
                </a:solidFill>
                <a:latin typeface="Pretendard"/>
                <a:ea typeface="Pretendard"/>
                <a:cs typeface="Pretendard"/>
              </a:defRPr>
            </a:lvl6pPr>
            <a:lvl7pPr algn="ctr">
              <a:defRPr sz="2400" b="0">
                <a:solidFill>
                  <a:srgbClr val="202020"/>
                </a:solidFill>
                <a:latin typeface="Pretendard"/>
                <a:ea typeface="Pretendard"/>
                <a:cs typeface="Pretendard"/>
              </a:defRPr>
            </a:lvl7pPr>
            <a:lvl8pPr algn="ctr">
              <a:defRPr sz="2400" b="0">
                <a:solidFill>
                  <a:srgbClr val="202020"/>
                </a:solidFill>
                <a:latin typeface="Pretendard"/>
                <a:ea typeface="Pretendard"/>
                <a:cs typeface="Pretendard"/>
              </a:defRPr>
            </a:lvl8pPr>
            <a:lvl9pPr algn="ctr">
              <a:defRPr sz="2400" b="0">
                <a:solidFill>
                  <a:srgbClr val="202020"/>
                </a:solidFill>
                <a:latin typeface="Pretendard"/>
                <a:ea typeface="Pretendard"/>
                <a:cs typeface="Pretendard"/>
              </a:defRPr>
            </a:lvl9pPr>
          </a:lstStyle>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처음과 나중 상태가 같으므로</a:t>
            </a:r>
          </a:p>
          <a:p xmlns:a="http://schemas.openxmlformats.org/drawingml/2006/main">
            <a:pPr algn="ctr">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C8930142-DDE4-4930-BB11-7D5186CCDA26}"/>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0은 생성 엔탈피의 기준값이며, 물질 자체의 엔탈피가 없다는 뜻은 아니다.</a:t>
            </a:r>
          </a:p>
        </p:txBody>
      </p:sp>
      <p:pic>
        <p:nvPicPr>
          <p:cNvPr id="14" name="">
            <a:extLst xmlns:a="http://schemas.openxmlformats.org/drawingml/2006/main">
              <a:ext uri="{FF2B5EF4-FFF2-40B4-BE49-F238E27FC236}">
                <a16:creationId xmlns:a16="http://schemas.microsoft.com/office/drawing/2014/main" id="{42B7FACE-DC53-46C9-B0C3-8E8A60F09DD1}"/>
              </a:ext>
            </a:extLst>
          </p:cNvPr>
          <p:cNvPicPr>
            <a:picLocks xmlns:a="http://schemas.openxmlformats.org/drawingml/2006/main" noChangeAspect="1"/>
          </p:cNvPicPr>
          <p:nvPr/>
        </p:nvPicPr>
        <p:blipFill>
          <a:blip xmlns:r="http://schemas.openxmlformats.org/officeDocument/2006/relationships" xmlns:a="http://schemas.openxmlformats.org/drawingml/2006/main" r:embed="R63598ef73c264c45"/>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88116908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3BC294A3-39C6-44E5-B01E-14A4DC48503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D90D9B3-A1F0-4A8E-8D56-D851776D7D8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045371D-7D3A-4625-9619-C5DD2AF212C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5E0BDC6-39E1-4B8A-A269-A0CE03739FA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DEE5958-D4BE-4393-9A86-4B2F63590CF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2A0E9840-6DDC-4052-B280-9EEDD5DE55C6}"/>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D14B23AB-65B1-4A42-917F-FE2A036ABFEF}"/>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830A77C-9D8C-4CE5-B3A0-E7F9734A5EF4}"/>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47BAFE5-96F4-4C18-8C8A-73CEE27B52BA}"/>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EA62663C-629D-456C-BBB7-802C02948CCD}"/>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C759E54-5EC8-4556-845C-184469C55DA2}"/>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28691C"/>
                </a:solidFill>
                <a:latin typeface="Pretendard"/>
                <a:ea typeface="Pretendard"/>
                <a:cs typeface="Pretendard"/>
              </a:defRPr>
            </a:defPPr>
            <a:lvl1pPr algn="l">
              <a:defRPr sz="2700" b="1">
                <a:solidFill>
                  <a:srgbClr val="28691C"/>
                </a:solidFill>
                <a:latin typeface="Pretendard"/>
                <a:ea typeface="Pretendard"/>
                <a:cs typeface="Pretendard"/>
              </a:defRPr>
            </a:lvl1pPr>
            <a:lvl2pPr algn="l">
              <a:defRPr sz="2700" b="1">
                <a:solidFill>
                  <a:srgbClr val="28691C"/>
                </a:solidFill>
                <a:latin typeface="Pretendard"/>
                <a:ea typeface="Pretendard"/>
                <a:cs typeface="Pretendard"/>
              </a:defRPr>
            </a:lvl2pPr>
            <a:lvl3pPr algn="l">
              <a:defRPr sz="2700" b="1">
                <a:solidFill>
                  <a:srgbClr val="28691C"/>
                </a:solidFill>
                <a:latin typeface="Pretendard"/>
                <a:ea typeface="Pretendard"/>
                <a:cs typeface="Pretendard"/>
              </a:defRPr>
            </a:lvl3pPr>
            <a:lvl4pPr algn="l">
              <a:defRPr sz="2700" b="1">
                <a:solidFill>
                  <a:srgbClr val="28691C"/>
                </a:solidFill>
                <a:latin typeface="Pretendard"/>
                <a:ea typeface="Pretendard"/>
                <a:cs typeface="Pretendard"/>
              </a:defRPr>
            </a:lvl4pPr>
            <a:lvl5pPr algn="l">
              <a:defRPr sz="2700" b="1">
                <a:solidFill>
                  <a:srgbClr val="28691C"/>
                </a:solidFill>
                <a:latin typeface="Pretendard"/>
                <a:ea typeface="Pretendard"/>
                <a:cs typeface="Pretendard"/>
              </a:defRPr>
            </a:lvl5pPr>
            <a:lvl6pPr algn="l">
              <a:defRPr sz="2700" b="1">
                <a:solidFill>
                  <a:srgbClr val="28691C"/>
                </a:solidFill>
                <a:latin typeface="Pretendard"/>
                <a:ea typeface="Pretendard"/>
                <a:cs typeface="Pretendard"/>
              </a:defRPr>
            </a:lvl6pPr>
            <a:lvl7pPr algn="l">
              <a:defRPr sz="2700" b="1">
                <a:solidFill>
                  <a:srgbClr val="28691C"/>
                </a:solidFill>
                <a:latin typeface="Pretendard"/>
                <a:ea typeface="Pretendard"/>
                <a:cs typeface="Pretendard"/>
              </a:defRPr>
            </a:lvl7pPr>
            <a:lvl8pPr algn="l">
              <a:defRPr sz="2700" b="1">
                <a:solidFill>
                  <a:srgbClr val="28691C"/>
                </a:solidFill>
                <a:latin typeface="Pretendard"/>
                <a:ea typeface="Pretendard"/>
                <a:cs typeface="Pretendard"/>
              </a:defRPr>
            </a:lvl8pPr>
            <a:lvl9pPr algn="l">
              <a:defRPr sz="2700" b="1">
                <a:solidFill>
                  <a:srgbClr val="28691C"/>
                </a:solidFill>
                <a:latin typeface="Pretendard"/>
                <a:ea typeface="Pretendard"/>
                <a:cs typeface="Pretendard"/>
              </a:defRPr>
            </a:lvl9pPr>
          </a:lstStyle>
          <a:p xmlns:a="http://schemas.openxmlformats.org/drawingml/2006/main">
            <a:pPr algn="l">
              <a:defRPr sz="2700" b="1">
                <a:solidFill>
                  <a:srgbClr val="28691C"/>
                </a:solidFill>
                <a:latin typeface="Pretendard"/>
                <a:ea typeface="Pretendard"/>
                <a:cs typeface="Pretendard"/>
              </a:defRPr>
            </a:pPr>
            <a:r>
              <a:rPr sz="2700" b="1">
                <a:solidFill>
                  <a:srgbClr val="28691C"/>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C079652E-980E-40B3-997D-6A3C6ACB46F5}"/>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E8EBE5"/>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091BFACC-1A5A-46B5-BD88-09E643D84645}"/>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202020"/>
                </a:solidFill>
                <a:latin typeface="Pretendard"/>
                <a:ea typeface="Pretendard"/>
                <a:cs typeface="Pretendard"/>
              </a:defRPr>
            </a:defPPr>
            <a:lvl1pPr algn="ctr">
              <a:defRPr sz="3338" b="0">
                <a:solidFill>
                  <a:srgbClr val="202020"/>
                </a:solidFill>
                <a:latin typeface="Pretendard"/>
                <a:ea typeface="Pretendard"/>
                <a:cs typeface="Pretendard"/>
              </a:defRPr>
            </a:lvl1pPr>
            <a:lvl2pPr algn="ctr">
              <a:defRPr sz="3338" b="0">
                <a:solidFill>
                  <a:srgbClr val="202020"/>
                </a:solidFill>
                <a:latin typeface="Pretendard"/>
                <a:ea typeface="Pretendard"/>
                <a:cs typeface="Pretendard"/>
              </a:defRPr>
            </a:lvl2pPr>
            <a:lvl3pPr algn="ctr">
              <a:defRPr sz="3338" b="0">
                <a:solidFill>
                  <a:srgbClr val="202020"/>
                </a:solidFill>
                <a:latin typeface="Pretendard"/>
                <a:ea typeface="Pretendard"/>
                <a:cs typeface="Pretendard"/>
              </a:defRPr>
            </a:lvl3pPr>
            <a:lvl4pPr algn="ctr">
              <a:defRPr sz="3338" b="0">
                <a:solidFill>
                  <a:srgbClr val="202020"/>
                </a:solidFill>
                <a:latin typeface="Pretendard"/>
                <a:ea typeface="Pretendard"/>
                <a:cs typeface="Pretendard"/>
              </a:defRPr>
            </a:lvl4pPr>
            <a:lvl5pPr algn="ctr">
              <a:defRPr sz="3338" b="0">
                <a:solidFill>
                  <a:srgbClr val="202020"/>
                </a:solidFill>
                <a:latin typeface="Pretendard"/>
                <a:ea typeface="Pretendard"/>
                <a:cs typeface="Pretendard"/>
              </a:defRPr>
            </a:lvl5pPr>
            <a:lvl6pPr algn="ctr">
              <a:defRPr sz="3338" b="0">
                <a:solidFill>
                  <a:srgbClr val="202020"/>
                </a:solidFill>
                <a:latin typeface="Pretendard"/>
                <a:ea typeface="Pretendard"/>
                <a:cs typeface="Pretendard"/>
              </a:defRPr>
            </a:lvl6pPr>
            <a:lvl7pPr algn="ctr">
              <a:defRPr sz="3338" b="0">
                <a:solidFill>
                  <a:srgbClr val="202020"/>
                </a:solidFill>
                <a:latin typeface="Pretendard"/>
                <a:ea typeface="Pretendard"/>
                <a:cs typeface="Pretendard"/>
              </a:defRPr>
            </a:lvl7pPr>
            <a:lvl8pPr algn="ctr">
              <a:defRPr sz="3338" b="0">
                <a:solidFill>
                  <a:srgbClr val="202020"/>
                </a:solidFill>
                <a:latin typeface="Pretendard"/>
                <a:ea typeface="Pretendard"/>
                <a:cs typeface="Pretendard"/>
              </a:defRPr>
            </a:lvl8pPr>
            <a:lvl9pPr algn="ctr">
              <a:defRPr sz="3338" b="0">
                <a:solidFill>
                  <a:srgbClr val="202020"/>
                </a:solidFill>
                <a:latin typeface="Pretendard"/>
                <a:ea typeface="Pretendard"/>
                <a:cs typeface="Pretendard"/>
              </a:defRPr>
            </a:lvl9pPr>
          </a:lstStyle>
          <a:p xmlns:a="http://schemas.openxmlformats.org/drawingml/2006/main">
            <a:pPr algn="ctr">
              <a:defRPr sz="3338" b="0">
                <a:solidFill>
                  <a:srgbClr val="202020"/>
                </a:solidFill>
                <a:latin typeface="Pretendard"/>
                <a:ea typeface="Pretendard"/>
                <a:cs typeface="Pretendard"/>
              </a:defRPr>
            </a:pPr>
            <a:r>
              <a:rPr sz="3338">
                <a:solidFill>
                  <a:srgbClr val="202020"/>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720BADB8-8EF1-48A9-BCE4-B4DECB057833}"/>
              </a:ext>
            </a:extLst>
          </p:cNvPr>
          <p:cNvPicPr>
            <a:picLocks xmlns:a="http://schemas.openxmlformats.org/drawingml/2006/main" noChangeAspect="1"/>
          </p:cNvPicPr>
          <p:nvPr/>
        </p:nvPicPr>
        <p:blipFill>
          <a:blip xmlns:r="http://schemas.openxmlformats.org/officeDocument/2006/relationships" xmlns:a="http://schemas.openxmlformats.org/drawingml/2006/main" r:embed="R608bf97c1a8a491d"/>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AB605BB5-F519-4507-B20F-19AE787F9F52}"/>
              </a:ext>
            </a:extLst>
          </p:cNvPr>
          <p:cNvPicPr>
            <a:picLocks xmlns:a="http://schemas.openxmlformats.org/drawingml/2006/main" noChangeAspect="1"/>
          </p:cNvPicPr>
          <p:nvPr/>
        </p:nvPicPr>
        <p:blipFill>
          <a:blip xmlns:r="http://schemas.openxmlformats.org/officeDocument/2006/relationships" xmlns:a="http://schemas.openxmlformats.org/drawingml/2006/main" r:embed="R0bc2d370e9e54480"/>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4663265C-6D62-4786-9097-13A879F306A5}"/>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6775180D-1C95-454E-BF86-4A1D4C3BA6B2}"/>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다이아몬드</a:t>
            </a:r>
          </a:p>
        </p:txBody>
      </p:sp>
      <p:pic>
        <p:nvPicPr>
          <p:cNvPr id="21" name="">
            <a:extLst xmlns:a="http://schemas.openxmlformats.org/drawingml/2006/main">
              <a:ext uri="{FF2B5EF4-FFF2-40B4-BE49-F238E27FC236}">
                <a16:creationId xmlns:a16="http://schemas.microsoft.com/office/drawing/2014/main" id="{FAF5F80F-C816-4823-AEC8-7791FF085379}"/>
              </a:ext>
            </a:extLst>
          </p:cNvPr>
          <p:cNvPicPr>
            <a:picLocks xmlns:a="http://schemas.openxmlformats.org/drawingml/2006/main" noChangeAspect="1"/>
          </p:cNvPicPr>
          <p:nvPr/>
        </p:nvPicPr>
        <p:blipFill>
          <a:blip xmlns:r="http://schemas.openxmlformats.org/officeDocument/2006/relationships" xmlns:a="http://schemas.openxmlformats.org/drawingml/2006/main" r:embed="R2cad0499f38c43ce"/>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60112365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8FF1C82C-FFA2-49D0-B088-0F259E1FEFE3}"/>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73969635-1A64-489C-ABB9-C864722750F3}"/>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D9A04529-1053-4A7B-BEC0-D4065BEFC3F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8FA52B7-834F-45D5-939A-F74F8DBFED9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EBFF1CD-5897-40F7-8347-3229235A40A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43E4645-4820-4520-8441-05E128AF5BF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23686D2-49F0-4F29-AF93-96C4A9D1BA0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23CC8C9F-11EC-4769-89E3-34CFEB334C23}"/>
              </a:ext>
            </a:extLst>
          </p:cNvPr>
          <p:cNvPicPr>
            <a:picLocks xmlns:a="http://schemas.openxmlformats.org/drawingml/2006/main" noChangeAspect="1"/>
          </p:cNvPicPr>
          <p:nvPr/>
        </p:nvPicPr>
        <p:blipFill>
          <a:blip xmlns:r="http://schemas.openxmlformats.org/officeDocument/2006/relationships" xmlns:a="http://schemas.openxmlformats.org/drawingml/2006/main" r:embed="R8ae303f02c8349c8"/>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0764F64-5BC8-4746-BC6C-BBA6BBE690B5}"/>
              </a:ext>
            </a:extLst>
          </p:cNvPr>
          <p:cNvPicPr>
            <a:picLocks xmlns:a="http://schemas.openxmlformats.org/drawingml/2006/main" noChangeAspect="1"/>
          </p:cNvPicPr>
          <p:nvPr/>
        </p:nvPicPr>
        <p:blipFill>
          <a:blip xmlns:r="http://schemas.openxmlformats.org/officeDocument/2006/relationships" xmlns:a="http://schemas.openxmlformats.org/drawingml/2006/main" r:embed="R6f81e17b900a468c"/>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9C7BE47E-B168-4F59-AD6B-8ECAD40F78D2}"/>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573F1B57-57F0-4ACB-8181-35515B2713F5}"/>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85B0F9E3-AE23-4DBC-87EE-D0A3E449D167}"/>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물질의 상태가 다르면 생성 엔탈피도 다르다.</a:t>
            </a:r>
          </a:p>
        </p:txBody>
      </p:sp>
      <p:pic>
        <p:nvPicPr>
          <p:cNvPr id="20" name="">
            <a:extLst xmlns:a="http://schemas.openxmlformats.org/drawingml/2006/main">
              <a:ext uri="{FF2B5EF4-FFF2-40B4-BE49-F238E27FC236}">
                <a16:creationId xmlns:a16="http://schemas.microsoft.com/office/drawing/2014/main" id="{3A74F9FA-CACD-46D8-812C-9AC4DEB42309}"/>
              </a:ext>
            </a:extLst>
          </p:cNvPr>
          <p:cNvPicPr>
            <a:picLocks xmlns:a="http://schemas.openxmlformats.org/drawingml/2006/main" noChangeAspect="1"/>
          </p:cNvPicPr>
          <p:nvPr/>
        </p:nvPicPr>
        <p:blipFill>
          <a:blip xmlns:r="http://schemas.openxmlformats.org/officeDocument/2006/relationships" xmlns:a="http://schemas.openxmlformats.org/drawingml/2006/main" r:embed="Rfc76489ece5c4d07"/>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56976947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49A961FA-6DEA-49AE-AA35-368629EBD47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25E85B-0186-406E-B9C3-A16D9D109B3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2D8ACC1-AC52-476D-AC58-5F622B0F41E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66B1616-C04F-464C-AF7F-13B2296B231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79C8051-3540-43FE-921D-1475AD474DA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646B13F5-53CB-4000-AB6C-E5C6E0ED69F8}"/>
              </a:ext>
            </a:extLst>
          </p:cNvPr>
          <p:cNvPicPr>
            <a:picLocks xmlns:a="http://schemas.openxmlformats.org/drawingml/2006/main" noChangeAspect="1"/>
          </p:cNvPicPr>
          <p:nvPr/>
        </p:nvPicPr>
        <p:blipFill>
          <a:blip xmlns:r="http://schemas.openxmlformats.org/officeDocument/2006/relationships" xmlns:a="http://schemas.openxmlformats.org/drawingml/2006/main" r:embed="R56f820a9777545e1"/>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A8D1D138-9186-4CD3-A8BB-61DC141865A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E8EBE5"/>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B52F3031-87F9-4443-9CAF-14ECB312875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202020"/>
                </a:solidFill>
                <a:latin typeface="Pretendard"/>
                <a:ea typeface="Pretendard"/>
                <a:cs typeface="Pretendard"/>
              </a:defRPr>
            </a:defPPr>
            <a:lvl1pPr algn="ctr">
              <a:defRPr sz="3338" b="0">
                <a:solidFill>
                  <a:srgbClr val="202020"/>
                </a:solidFill>
                <a:latin typeface="Pretendard"/>
                <a:ea typeface="Pretendard"/>
                <a:cs typeface="Pretendard"/>
              </a:defRPr>
            </a:lvl1pPr>
            <a:lvl2pPr algn="ctr">
              <a:defRPr sz="3338" b="0">
                <a:solidFill>
                  <a:srgbClr val="202020"/>
                </a:solidFill>
                <a:latin typeface="Pretendard"/>
                <a:ea typeface="Pretendard"/>
                <a:cs typeface="Pretendard"/>
              </a:defRPr>
            </a:lvl2pPr>
            <a:lvl3pPr algn="ctr">
              <a:defRPr sz="3338" b="0">
                <a:solidFill>
                  <a:srgbClr val="202020"/>
                </a:solidFill>
                <a:latin typeface="Pretendard"/>
                <a:ea typeface="Pretendard"/>
                <a:cs typeface="Pretendard"/>
              </a:defRPr>
            </a:lvl3pPr>
            <a:lvl4pPr algn="ctr">
              <a:defRPr sz="3338" b="0">
                <a:solidFill>
                  <a:srgbClr val="202020"/>
                </a:solidFill>
                <a:latin typeface="Pretendard"/>
                <a:ea typeface="Pretendard"/>
                <a:cs typeface="Pretendard"/>
              </a:defRPr>
            </a:lvl4pPr>
            <a:lvl5pPr algn="ctr">
              <a:defRPr sz="3338" b="0">
                <a:solidFill>
                  <a:srgbClr val="202020"/>
                </a:solidFill>
                <a:latin typeface="Pretendard"/>
                <a:ea typeface="Pretendard"/>
                <a:cs typeface="Pretendard"/>
              </a:defRPr>
            </a:lvl5pPr>
            <a:lvl6pPr algn="ctr">
              <a:defRPr sz="3338" b="0">
                <a:solidFill>
                  <a:srgbClr val="202020"/>
                </a:solidFill>
                <a:latin typeface="Pretendard"/>
                <a:ea typeface="Pretendard"/>
                <a:cs typeface="Pretendard"/>
              </a:defRPr>
            </a:lvl6pPr>
            <a:lvl7pPr algn="ctr">
              <a:defRPr sz="3338" b="0">
                <a:solidFill>
                  <a:srgbClr val="202020"/>
                </a:solidFill>
                <a:latin typeface="Pretendard"/>
                <a:ea typeface="Pretendard"/>
                <a:cs typeface="Pretendard"/>
              </a:defRPr>
            </a:lvl7pPr>
            <a:lvl8pPr algn="ctr">
              <a:defRPr sz="3338" b="0">
                <a:solidFill>
                  <a:srgbClr val="202020"/>
                </a:solidFill>
                <a:latin typeface="Pretendard"/>
                <a:ea typeface="Pretendard"/>
                <a:cs typeface="Pretendard"/>
              </a:defRPr>
            </a:lvl8pPr>
            <a:lvl9pPr algn="ctr">
              <a:defRPr sz="3338" b="0">
                <a:solidFill>
                  <a:srgbClr val="202020"/>
                </a:solidFill>
                <a:latin typeface="Pretendard"/>
                <a:ea typeface="Pretendard"/>
                <a:cs typeface="Pretendard"/>
              </a:defRPr>
            </a:lvl9pPr>
          </a:lstStyle>
          <a:p xmlns:a="http://schemas.openxmlformats.org/drawingml/2006/main">
            <a:pPr algn="ctr">
              <a:defRPr sz="3338" b="0">
                <a:solidFill>
                  <a:srgbClr val="202020"/>
                </a:solidFill>
                <a:latin typeface="Pretendard"/>
                <a:ea typeface="Pretendard"/>
                <a:cs typeface="Pretendard"/>
              </a:defRPr>
            </a:pPr>
            <a:r>
              <a:rPr sz="3338">
                <a:solidFill>
                  <a:srgbClr val="202020"/>
                </a:solidFill>
                <a:latin typeface="Pretendard"/>
                <a:ea typeface="Pretendard"/>
                <a:cs typeface="Pretendard"/>
              </a:rPr>
              <a:t>세 과정을 합하면 CH₄의 연소 반응이 된다.</a:t>
            </a:r>
          </a:p>
        </p:txBody>
      </p:sp>
      <p:pic>
        <p:nvPicPr>
          <p:cNvPr id="10" name="">
            <a:extLst xmlns:a="http://schemas.openxmlformats.org/drawingml/2006/main">
              <a:ext uri="{FF2B5EF4-FFF2-40B4-BE49-F238E27FC236}">
                <a16:creationId xmlns:a16="http://schemas.microsoft.com/office/drawing/2014/main" id="{53DB7FE7-993C-4772-B4C4-30797293A8FA}"/>
              </a:ext>
            </a:extLst>
          </p:cNvPr>
          <p:cNvPicPr>
            <a:picLocks xmlns:a="http://schemas.openxmlformats.org/drawingml/2006/main" noChangeAspect="1"/>
          </p:cNvPicPr>
          <p:nvPr/>
        </p:nvPicPr>
        <p:blipFill>
          <a:blip xmlns:r="http://schemas.openxmlformats.org/officeDocument/2006/relationships" xmlns:a="http://schemas.openxmlformats.org/drawingml/2006/main" r:embed="R2a3733cb48644296"/>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51935323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074CBCA1-2B8A-4978-AA27-3CB75ACD1970}"/>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BB815341-8DED-45E4-BA1E-71E42D7F1BB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56F4F16-9E6C-487B-826E-05F01B04B53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CED7481-F8C8-45D9-8C4C-72BB99CE5EA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EAAD836-A132-4E11-B52B-AA3D50E34F3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DBC93C3-4622-446F-AC59-584AFC59C65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1783296D-C04C-457E-8DC9-D0CB85486650}"/>
              </a:ext>
            </a:extLst>
          </p:cNvPr>
          <p:cNvPicPr>
            <a:picLocks xmlns:a="http://schemas.openxmlformats.org/drawingml/2006/main" noChangeAspect="1"/>
          </p:cNvPicPr>
          <p:nvPr/>
        </p:nvPicPr>
        <p:blipFill>
          <a:blip xmlns:r="http://schemas.openxmlformats.org/officeDocument/2006/relationships" xmlns:a="http://schemas.openxmlformats.org/drawingml/2006/main" r:embed="Rd00ce082746c45ce"/>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A7817F42-495D-4965-83A8-F8B3A15878D7}"/>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05DE1CE5-2FF3-4F1A-BB5B-B9ADEBF37C12}"/>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6CA46101-B3C5-42A1-BA93-85811B7E9483}"/>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D2F32A30-D089-4349-98FD-5ECF6019D6FB}"/>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91EE6256-666F-4638-BB83-92A7517950BE}"/>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0556A9F0-4077-43D9-8AAB-77C3D7874F11}"/>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5E5A4882-1B2B-4E0F-BE9A-1A949F5F6AA1}"/>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5BB4942E-5B9D-4F29-A651-7570E306CC20}"/>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F6F39287-E439-43D6-A76C-2387AEB86BFF}"/>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E5F5C85B-8609-4703-A929-70D1DF477098}"/>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8691C"/>
                </a:solidFill>
                <a:latin typeface="Pretendard"/>
                <a:ea typeface="Pretendard"/>
                <a:cs typeface="Pretendard"/>
              </a:defRPr>
            </a:defPPr>
            <a:lvl1pPr algn="l">
              <a:defRPr sz="2400" b="1">
                <a:solidFill>
                  <a:srgbClr val="28691C"/>
                </a:solidFill>
                <a:latin typeface="Pretendard"/>
                <a:ea typeface="Pretendard"/>
                <a:cs typeface="Pretendard"/>
              </a:defRPr>
            </a:lvl1pPr>
            <a:lvl2pPr algn="l">
              <a:defRPr sz="2400" b="1">
                <a:solidFill>
                  <a:srgbClr val="28691C"/>
                </a:solidFill>
                <a:latin typeface="Pretendard"/>
                <a:ea typeface="Pretendard"/>
                <a:cs typeface="Pretendard"/>
              </a:defRPr>
            </a:lvl2pPr>
            <a:lvl3pPr algn="l">
              <a:defRPr sz="2400" b="1">
                <a:solidFill>
                  <a:srgbClr val="28691C"/>
                </a:solidFill>
                <a:latin typeface="Pretendard"/>
                <a:ea typeface="Pretendard"/>
                <a:cs typeface="Pretendard"/>
              </a:defRPr>
            </a:lvl3pPr>
            <a:lvl4pPr algn="l">
              <a:defRPr sz="2400" b="1">
                <a:solidFill>
                  <a:srgbClr val="28691C"/>
                </a:solidFill>
                <a:latin typeface="Pretendard"/>
                <a:ea typeface="Pretendard"/>
                <a:cs typeface="Pretendard"/>
              </a:defRPr>
            </a:lvl4pPr>
            <a:lvl5pPr algn="l">
              <a:defRPr sz="2400" b="1">
                <a:solidFill>
                  <a:srgbClr val="28691C"/>
                </a:solidFill>
                <a:latin typeface="Pretendard"/>
                <a:ea typeface="Pretendard"/>
                <a:cs typeface="Pretendard"/>
              </a:defRPr>
            </a:lvl5pPr>
            <a:lvl6pPr algn="l">
              <a:defRPr sz="2400" b="1">
                <a:solidFill>
                  <a:srgbClr val="28691C"/>
                </a:solidFill>
                <a:latin typeface="Pretendard"/>
                <a:ea typeface="Pretendard"/>
                <a:cs typeface="Pretendard"/>
              </a:defRPr>
            </a:lvl6pPr>
            <a:lvl7pPr algn="l">
              <a:defRPr sz="2400" b="1">
                <a:solidFill>
                  <a:srgbClr val="28691C"/>
                </a:solidFill>
                <a:latin typeface="Pretendard"/>
                <a:ea typeface="Pretendard"/>
                <a:cs typeface="Pretendard"/>
              </a:defRPr>
            </a:lvl7pPr>
            <a:lvl8pPr algn="l">
              <a:defRPr sz="2400" b="1">
                <a:solidFill>
                  <a:srgbClr val="28691C"/>
                </a:solidFill>
                <a:latin typeface="Pretendard"/>
                <a:ea typeface="Pretendard"/>
                <a:cs typeface="Pretendard"/>
              </a:defRPr>
            </a:lvl8pPr>
            <a:lvl9pPr algn="l">
              <a:defRPr sz="2400" b="1">
                <a:solidFill>
                  <a:srgbClr val="28691C"/>
                </a:solidFill>
                <a:latin typeface="Pretendard"/>
                <a:ea typeface="Pretendard"/>
                <a:cs typeface="Pretendard"/>
              </a:defRPr>
            </a:lvl9pPr>
          </a:lstStyle>
          <a:p xmlns:a="http://schemas.openxmlformats.org/drawingml/2006/main">
            <a:pPr algn="l">
              <a:defRPr sz="2400" b="1">
                <a:solidFill>
                  <a:srgbClr val="28691C"/>
                </a:solidFill>
                <a:latin typeface="Pretendard"/>
                <a:ea typeface="Pretendard"/>
                <a:cs typeface="Pretendard"/>
              </a:defRPr>
            </a:pPr>
            <a:r>
              <a:rPr sz="2400" b="1">
                <a:solidFill>
                  <a:srgbClr val="28691C"/>
                </a:solidFill>
                <a:latin typeface="Pretendard"/>
                <a:ea typeface="Pretendard"/>
                <a:cs typeface="Pretendard"/>
              </a:rPr>
              <a:t>생성물의 합에서 반응물의 합을 뺀다.</a:t>
            </a:r>
          </a:p>
        </p:txBody>
      </p:sp>
      <p:pic>
        <p:nvPicPr>
          <p:cNvPr id="26" name="">
            <a:extLst xmlns:a="http://schemas.openxmlformats.org/drawingml/2006/main">
              <a:ext uri="{FF2B5EF4-FFF2-40B4-BE49-F238E27FC236}">
                <a16:creationId xmlns:a16="http://schemas.microsoft.com/office/drawing/2014/main" id="{E4AB56EA-D9DD-41AD-A981-E59FC1E2D1B1}"/>
              </a:ext>
            </a:extLst>
          </p:cNvPr>
          <p:cNvPicPr>
            <a:picLocks xmlns:a="http://schemas.openxmlformats.org/drawingml/2006/main" noChangeAspect="1"/>
          </p:cNvPicPr>
          <p:nvPr/>
        </p:nvPicPr>
        <p:blipFill>
          <a:blip xmlns:r="http://schemas.openxmlformats.org/officeDocument/2006/relationships" xmlns:a="http://schemas.openxmlformats.org/drawingml/2006/main" r:embed="R9ffcdc37ea574fb4"/>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55259411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6226DB61-A5D2-4FA5-A0BC-8335061884EE}"/>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D7472181-93DB-44A7-9FD2-29F340B2901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C979ED2-4DC0-4509-A001-0BB14E35D69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8C5F0EC-5857-4CC7-A62B-A94754A9B28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64C6341-7E1B-44AC-9125-E49970CBF05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D4EE347-95C7-4C2E-A425-63D972F04BC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5195B2FE-BA27-46D1-AA24-FCFE94333081}"/>
              </a:ext>
            </a:extLst>
          </p:cNvPr>
          <p:cNvPicPr>
            <a:picLocks xmlns:a="http://schemas.openxmlformats.org/drawingml/2006/main" noChangeAspect="1"/>
          </p:cNvPicPr>
          <p:nvPr/>
        </p:nvPicPr>
        <p:blipFill>
          <a:blip xmlns:r="http://schemas.openxmlformats.org/officeDocument/2006/relationships" xmlns:a="http://schemas.openxmlformats.org/drawingml/2006/main" r:embed="R913c39e0f6c14f94"/>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6F3E4826-C935-4A38-AD04-0B093AC3538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4F41D351-9280-42D3-AE08-98843640E5EB}"/>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0282A0A1-475F-43C6-8FD7-2A7D232D1DFE}"/>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D18D91E4-7140-4322-896F-91DEC43EEFEA}"/>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3BC7AD51-B267-4F1D-8A02-D010F834425C}"/>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69C12A08-2B19-47DB-9A2F-84189222A0A9}"/>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F9F406F6-8A9F-4EAC-AAB7-F61432E901CE}"/>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5B34AEA9-4EC0-4E8B-B9D9-7FF08F5C4D01}"/>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F8C6B7F5-E81C-4C31-B558-B0A0C14B1F0A}"/>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D073F369-4B91-4785-8CFC-8206B7ADF616}"/>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8691C"/>
                </a:solidFill>
                <a:latin typeface="Pretendard"/>
                <a:ea typeface="Pretendard"/>
                <a:cs typeface="Pretendard"/>
              </a:defRPr>
            </a:defPPr>
            <a:lvl1pPr algn="l">
              <a:defRPr sz="2400" b="1">
                <a:solidFill>
                  <a:srgbClr val="28691C"/>
                </a:solidFill>
                <a:latin typeface="Pretendard"/>
                <a:ea typeface="Pretendard"/>
                <a:cs typeface="Pretendard"/>
              </a:defRPr>
            </a:lvl1pPr>
            <a:lvl2pPr algn="l">
              <a:defRPr sz="2400" b="1">
                <a:solidFill>
                  <a:srgbClr val="28691C"/>
                </a:solidFill>
                <a:latin typeface="Pretendard"/>
                <a:ea typeface="Pretendard"/>
                <a:cs typeface="Pretendard"/>
              </a:defRPr>
            </a:lvl2pPr>
            <a:lvl3pPr algn="l">
              <a:defRPr sz="2400" b="1">
                <a:solidFill>
                  <a:srgbClr val="28691C"/>
                </a:solidFill>
                <a:latin typeface="Pretendard"/>
                <a:ea typeface="Pretendard"/>
                <a:cs typeface="Pretendard"/>
              </a:defRPr>
            </a:lvl3pPr>
            <a:lvl4pPr algn="l">
              <a:defRPr sz="2400" b="1">
                <a:solidFill>
                  <a:srgbClr val="28691C"/>
                </a:solidFill>
                <a:latin typeface="Pretendard"/>
                <a:ea typeface="Pretendard"/>
                <a:cs typeface="Pretendard"/>
              </a:defRPr>
            </a:lvl4pPr>
            <a:lvl5pPr algn="l">
              <a:defRPr sz="2400" b="1">
                <a:solidFill>
                  <a:srgbClr val="28691C"/>
                </a:solidFill>
                <a:latin typeface="Pretendard"/>
                <a:ea typeface="Pretendard"/>
                <a:cs typeface="Pretendard"/>
              </a:defRPr>
            </a:lvl5pPr>
            <a:lvl6pPr algn="l">
              <a:defRPr sz="2400" b="1">
                <a:solidFill>
                  <a:srgbClr val="28691C"/>
                </a:solidFill>
                <a:latin typeface="Pretendard"/>
                <a:ea typeface="Pretendard"/>
                <a:cs typeface="Pretendard"/>
              </a:defRPr>
            </a:lvl6pPr>
            <a:lvl7pPr algn="l">
              <a:defRPr sz="2400" b="1">
                <a:solidFill>
                  <a:srgbClr val="28691C"/>
                </a:solidFill>
                <a:latin typeface="Pretendard"/>
                <a:ea typeface="Pretendard"/>
                <a:cs typeface="Pretendard"/>
              </a:defRPr>
            </a:lvl7pPr>
            <a:lvl8pPr algn="l">
              <a:defRPr sz="2400" b="1">
                <a:solidFill>
                  <a:srgbClr val="28691C"/>
                </a:solidFill>
                <a:latin typeface="Pretendard"/>
                <a:ea typeface="Pretendard"/>
                <a:cs typeface="Pretendard"/>
              </a:defRPr>
            </a:lvl8pPr>
            <a:lvl9pPr algn="l">
              <a:defRPr sz="2400" b="1">
                <a:solidFill>
                  <a:srgbClr val="28691C"/>
                </a:solidFill>
                <a:latin typeface="Pretendard"/>
                <a:ea typeface="Pretendard"/>
                <a:cs typeface="Pretendard"/>
              </a:defRPr>
            </a:lvl9pPr>
          </a:lstStyle>
          <a:p xmlns:a="http://schemas.openxmlformats.org/drawingml/2006/main">
            <a:pPr algn="l">
              <a:defRPr sz="2400" b="1">
                <a:solidFill>
                  <a:srgbClr val="28691C"/>
                </a:solidFill>
                <a:latin typeface="Pretendard"/>
                <a:ea typeface="Pretendard"/>
                <a:cs typeface="Pretendard"/>
              </a:defRPr>
            </a:pPr>
            <a:r>
              <a:rPr sz="2400" b="1">
                <a:solidFill>
                  <a:srgbClr val="28691C"/>
                </a:solidFill>
                <a:latin typeface="Pretendard"/>
                <a:ea typeface="Pretendard"/>
                <a:cs typeface="Pretendard"/>
              </a:rPr>
              <a:t>기준 원소 물질은 표준 생성 엔탈피가 0이다.</a:t>
            </a:r>
          </a:p>
        </p:txBody>
      </p:sp>
      <p:pic>
        <p:nvPicPr>
          <p:cNvPr id="26" name="">
            <a:extLst xmlns:a="http://schemas.openxmlformats.org/drawingml/2006/main">
              <a:ext uri="{FF2B5EF4-FFF2-40B4-BE49-F238E27FC236}">
                <a16:creationId xmlns:a16="http://schemas.microsoft.com/office/drawing/2014/main" id="{F300FB54-BAAB-44FB-8D9F-18DEF62B439E}"/>
              </a:ext>
            </a:extLst>
          </p:cNvPr>
          <p:cNvPicPr>
            <a:picLocks xmlns:a="http://schemas.openxmlformats.org/drawingml/2006/main" noChangeAspect="1"/>
          </p:cNvPicPr>
          <p:nvPr/>
        </p:nvPicPr>
        <p:blipFill>
          <a:blip xmlns:r="http://schemas.openxmlformats.org/officeDocument/2006/relationships" xmlns:a="http://schemas.openxmlformats.org/drawingml/2006/main" r:embed="Re4fd4a8734864a18"/>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44012981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979F625E-3DA9-4F2E-9197-133EA6A5EAD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A08331-AFAC-4E51-B00F-E6CCA868B4E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BD6AE68-9AB0-4F1E-86B4-C3F71DEFB57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8F4478A-7781-4A08-8A63-5F66CB04800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67885F5-D9ED-4394-8B17-395209E3D0C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BC48E3BF-0FB5-43C8-92FE-1C04965CB945}"/>
              </a:ext>
            </a:extLst>
          </p:cNvPr>
          <p:cNvPicPr>
            <a:picLocks xmlns:a="http://schemas.openxmlformats.org/drawingml/2006/main" noChangeAspect="1"/>
          </p:cNvPicPr>
          <p:nvPr/>
        </p:nvPicPr>
        <p:blipFill>
          <a:blip xmlns:r="http://schemas.openxmlformats.org/officeDocument/2006/relationships" xmlns:a="http://schemas.openxmlformats.org/drawingml/2006/main" r:embed="R8c54c5595ab64600"/>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B010949E-26F0-4EE6-AE6B-CE68B7BF3CE9}"/>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B694C404-2032-40D1-BA1B-C19A6D5C7C40}"/>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8B7F87A-4D6B-4B99-AB6A-5DF1B2BDAC91}"/>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DAFCFB7-2A05-48B9-BA33-99D573E75026}"/>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AB7E8246-2CB8-445C-9D11-47EEEB17F3F9}"/>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32A8F40A-7418-474D-B27C-341029DAD134}"/>
              </a:ext>
            </a:extLst>
          </p:cNvPr>
          <p:cNvPicPr>
            <a:picLocks xmlns:a="http://schemas.openxmlformats.org/drawingml/2006/main" noChangeAspect="1"/>
          </p:cNvPicPr>
          <p:nvPr/>
        </p:nvPicPr>
        <p:blipFill>
          <a:blip xmlns:r="http://schemas.openxmlformats.org/officeDocument/2006/relationships" xmlns:a="http://schemas.openxmlformats.org/drawingml/2006/main" r:embed="R5eefd94eb2894396"/>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6B0DD7AC-73A7-4402-A008-7D81FCF5288E}"/>
              </a:ext>
            </a:extLst>
          </p:cNvPr>
          <p:cNvPicPr>
            <a:picLocks xmlns:a="http://schemas.openxmlformats.org/drawingml/2006/main" noChangeAspect="1"/>
          </p:cNvPicPr>
          <p:nvPr/>
        </p:nvPicPr>
        <p:blipFill>
          <a:blip xmlns:r="http://schemas.openxmlformats.org/officeDocument/2006/relationships" xmlns:a="http://schemas.openxmlformats.org/drawingml/2006/main" r:embed="R2f35983e76d14fe6"/>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57896471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6B770356-AD90-469D-B5E9-D679C004FB6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80A0FF4-DF29-45AA-A81A-61BDD05F2AF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7C26090-2623-427C-AC91-1D8E50A91FF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4B16E1B-46FE-4CD2-B65F-EF7ED75F70E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BB4CA02-68A9-441E-AB3D-824C2987636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F875D738-8780-4293-A128-F10718D60CE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E8DC77F9-E17C-43CB-9E8E-1DF22D956DC4}"/>
              </a:ext>
            </a:extLst>
          </p:cNvPr>
          <p:cNvPicPr>
            <a:picLocks xmlns:a="http://schemas.openxmlformats.org/drawingml/2006/main" noChangeAspect="1"/>
          </p:cNvPicPr>
          <p:nvPr/>
        </p:nvPicPr>
        <p:blipFill>
          <a:blip xmlns:r="http://schemas.openxmlformats.org/officeDocument/2006/relationships" xmlns:a="http://schemas.openxmlformats.org/drawingml/2006/main" r:embed="R99cdf38d79fb4ac6"/>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93A9DC6-00C6-4F7F-AF64-8F1CA8FCFEFB}"/>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C4891E7-1CE6-4715-B02C-6D9098DCBC77}"/>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FA8B1CDD-008B-4CB0-9AE8-7AEB2DA838BD}"/>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5D0072F-4B42-4108-BBED-DDD531F9949E}"/>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CDAB0B76-8FBC-481D-B6EA-ABAADDDD106F}"/>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397D23"/>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DC6222DE-DD66-4723-BA94-14E01960B2B7}"/>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pic>
        <p:nvPicPr>
          <p:cNvPr id="18" name="">
            <a:extLst xmlns:a="http://schemas.openxmlformats.org/drawingml/2006/main">
              <a:ext uri="{FF2B5EF4-FFF2-40B4-BE49-F238E27FC236}">
                <a16:creationId xmlns:a16="http://schemas.microsoft.com/office/drawing/2014/main" id="{714BB29B-BECD-4340-B31E-ADCB7E36F8BF}"/>
              </a:ext>
            </a:extLst>
          </p:cNvPr>
          <p:cNvPicPr>
            <a:picLocks xmlns:a="http://schemas.openxmlformats.org/drawingml/2006/main" noChangeAspect="1"/>
          </p:cNvPicPr>
          <p:nvPr/>
        </p:nvPicPr>
        <p:blipFill>
          <a:blip xmlns:r="http://schemas.openxmlformats.org/officeDocument/2006/relationships" xmlns:a="http://schemas.openxmlformats.org/drawingml/2006/main" r:embed="R46b049af412c406f"/>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58279071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44BECDCC-DC8D-4AAF-9405-9B9A19F674BE}"/>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3AA3332A-48FC-4D23-ACC4-0E8F9B6A333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7E49E4-3591-4167-8314-3D6DA584C45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9D09516-2462-4FE8-B154-4F672BF512D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FFAC5F6-8A44-400B-B5A1-EB16B1449E1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B6C8A7B-00F7-4FFC-9106-6601EB15755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F136B64B-159B-40C1-8609-50BA54A4D900}"/>
              </a:ext>
            </a:extLst>
          </p:cNvPr>
          <p:cNvPicPr>
            <a:picLocks xmlns:a="http://schemas.openxmlformats.org/drawingml/2006/main" noChangeAspect="1"/>
          </p:cNvPicPr>
          <p:nvPr/>
        </p:nvPicPr>
        <p:blipFill>
          <a:blip xmlns:r="http://schemas.openxmlformats.org/officeDocument/2006/relationships" xmlns:a="http://schemas.openxmlformats.org/drawingml/2006/main" r:embed="Rd4d0a7e5c8354c15"/>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746AC07B-DD9A-409B-860B-287F3C26D480}"/>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C2F9E45B-E5BD-4490-941C-09EDE7CDD18D}"/>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513CFB8D-E515-4322-AC52-0EBB8491744B}"/>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202020"/>
                </a:solidFill>
                <a:latin typeface="Pretendard"/>
                <a:ea typeface="Pretendard"/>
                <a:cs typeface="Pretendard"/>
              </a:defRPr>
            </a:defPPr>
            <a:lvl1pPr algn="l">
              <a:defRPr sz="2175" b="0">
                <a:solidFill>
                  <a:srgbClr val="202020"/>
                </a:solidFill>
                <a:latin typeface="Pretendard"/>
                <a:ea typeface="Pretendard"/>
                <a:cs typeface="Pretendard"/>
              </a:defRPr>
            </a:lvl1pPr>
            <a:lvl2pPr algn="l">
              <a:defRPr sz="2175" b="0">
                <a:solidFill>
                  <a:srgbClr val="202020"/>
                </a:solidFill>
                <a:latin typeface="Pretendard"/>
                <a:ea typeface="Pretendard"/>
                <a:cs typeface="Pretendard"/>
              </a:defRPr>
            </a:lvl2pPr>
            <a:lvl3pPr algn="l">
              <a:defRPr sz="2175" b="0">
                <a:solidFill>
                  <a:srgbClr val="202020"/>
                </a:solidFill>
                <a:latin typeface="Pretendard"/>
                <a:ea typeface="Pretendard"/>
                <a:cs typeface="Pretendard"/>
              </a:defRPr>
            </a:lvl3pPr>
            <a:lvl4pPr algn="l">
              <a:defRPr sz="2175" b="0">
                <a:solidFill>
                  <a:srgbClr val="202020"/>
                </a:solidFill>
                <a:latin typeface="Pretendard"/>
                <a:ea typeface="Pretendard"/>
                <a:cs typeface="Pretendard"/>
              </a:defRPr>
            </a:lvl4pPr>
            <a:lvl5pPr algn="l">
              <a:defRPr sz="2175" b="0">
                <a:solidFill>
                  <a:srgbClr val="202020"/>
                </a:solidFill>
                <a:latin typeface="Pretendard"/>
                <a:ea typeface="Pretendard"/>
                <a:cs typeface="Pretendard"/>
              </a:defRPr>
            </a:lvl5pPr>
            <a:lvl6pPr algn="l">
              <a:defRPr sz="2175" b="0">
                <a:solidFill>
                  <a:srgbClr val="202020"/>
                </a:solidFill>
                <a:latin typeface="Pretendard"/>
                <a:ea typeface="Pretendard"/>
                <a:cs typeface="Pretendard"/>
              </a:defRPr>
            </a:lvl6pPr>
            <a:lvl7pPr algn="l">
              <a:defRPr sz="2175" b="0">
                <a:solidFill>
                  <a:srgbClr val="202020"/>
                </a:solidFill>
                <a:latin typeface="Pretendard"/>
                <a:ea typeface="Pretendard"/>
                <a:cs typeface="Pretendard"/>
              </a:defRPr>
            </a:lvl7pPr>
            <a:lvl8pPr algn="l">
              <a:defRPr sz="2175" b="0">
                <a:solidFill>
                  <a:srgbClr val="202020"/>
                </a:solidFill>
                <a:latin typeface="Pretendard"/>
                <a:ea typeface="Pretendard"/>
                <a:cs typeface="Pretendard"/>
              </a:defRPr>
            </a:lvl8pPr>
            <a:lvl9pPr algn="l">
              <a:defRPr sz="2175" b="0">
                <a:solidFill>
                  <a:srgbClr val="202020"/>
                </a:solidFill>
                <a:latin typeface="Pretendard"/>
                <a:ea typeface="Pretendard"/>
                <a:cs typeface="Pretendard"/>
              </a:defRPr>
            </a:lvl9pPr>
          </a:lstStyle>
          <a:p xmlns:a="http://schemas.openxmlformats.org/drawingml/2006/main">
            <a:pPr algn="l">
              <a:defRPr sz="2175" b="0">
                <a:solidFill>
                  <a:srgbClr val="202020"/>
                </a:solidFill>
                <a:latin typeface="Pretendard"/>
                <a:ea typeface="Pretendard"/>
                <a:cs typeface="Pretendard"/>
              </a:defRPr>
            </a:pPr>
            <a:r>
              <a:rPr sz="2175" b="0">
                <a:solidFill>
                  <a:srgbClr val="202020"/>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BE63DCF7-146B-4DEE-B10C-4A25F7CDB8AB}"/>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93EAF7CD-147D-41B1-A816-48D02603740E}"/>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202020"/>
                </a:solidFill>
                <a:latin typeface="Pretendard"/>
                <a:ea typeface="Pretendard"/>
                <a:cs typeface="Pretendard"/>
              </a:defRPr>
            </a:defPPr>
            <a:lvl1pPr algn="l">
              <a:defRPr sz="2175" b="0">
                <a:solidFill>
                  <a:srgbClr val="202020"/>
                </a:solidFill>
                <a:latin typeface="Pretendard"/>
                <a:ea typeface="Pretendard"/>
                <a:cs typeface="Pretendard"/>
              </a:defRPr>
            </a:lvl1pPr>
            <a:lvl2pPr algn="l">
              <a:defRPr sz="2175" b="0">
                <a:solidFill>
                  <a:srgbClr val="202020"/>
                </a:solidFill>
                <a:latin typeface="Pretendard"/>
                <a:ea typeface="Pretendard"/>
                <a:cs typeface="Pretendard"/>
              </a:defRPr>
            </a:lvl2pPr>
            <a:lvl3pPr algn="l">
              <a:defRPr sz="2175" b="0">
                <a:solidFill>
                  <a:srgbClr val="202020"/>
                </a:solidFill>
                <a:latin typeface="Pretendard"/>
                <a:ea typeface="Pretendard"/>
                <a:cs typeface="Pretendard"/>
              </a:defRPr>
            </a:lvl3pPr>
            <a:lvl4pPr algn="l">
              <a:defRPr sz="2175" b="0">
                <a:solidFill>
                  <a:srgbClr val="202020"/>
                </a:solidFill>
                <a:latin typeface="Pretendard"/>
                <a:ea typeface="Pretendard"/>
                <a:cs typeface="Pretendard"/>
              </a:defRPr>
            </a:lvl4pPr>
            <a:lvl5pPr algn="l">
              <a:defRPr sz="2175" b="0">
                <a:solidFill>
                  <a:srgbClr val="202020"/>
                </a:solidFill>
                <a:latin typeface="Pretendard"/>
                <a:ea typeface="Pretendard"/>
                <a:cs typeface="Pretendard"/>
              </a:defRPr>
            </a:lvl5pPr>
            <a:lvl6pPr algn="l">
              <a:defRPr sz="2175" b="0">
                <a:solidFill>
                  <a:srgbClr val="202020"/>
                </a:solidFill>
                <a:latin typeface="Pretendard"/>
                <a:ea typeface="Pretendard"/>
                <a:cs typeface="Pretendard"/>
              </a:defRPr>
            </a:lvl6pPr>
            <a:lvl7pPr algn="l">
              <a:defRPr sz="2175" b="0">
                <a:solidFill>
                  <a:srgbClr val="202020"/>
                </a:solidFill>
                <a:latin typeface="Pretendard"/>
                <a:ea typeface="Pretendard"/>
                <a:cs typeface="Pretendard"/>
              </a:defRPr>
            </a:lvl7pPr>
            <a:lvl8pPr algn="l">
              <a:defRPr sz="2175" b="0">
                <a:solidFill>
                  <a:srgbClr val="202020"/>
                </a:solidFill>
                <a:latin typeface="Pretendard"/>
                <a:ea typeface="Pretendard"/>
                <a:cs typeface="Pretendard"/>
              </a:defRPr>
            </a:lvl8pPr>
            <a:lvl9pPr algn="l">
              <a:defRPr sz="2175" b="0">
                <a:solidFill>
                  <a:srgbClr val="202020"/>
                </a:solidFill>
                <a:latin typeface="Pretendard"/>
                <a:ea typeface="Pretendard"/>
                <a:cs typeface="Pretendard"/>
              </a:defRPr>
            </a:lvl9pPr>
          </a:lstStyle>
          <a:p xmlns:a="http://schemas.openxmlformats.org/drawingml/2006/main">
            <a:pPr algn="l">
              <a:defRPr sz="2175" b="0">
                <a:solidFill>
                  <a:srgbClr val="202020"/>
                </a:solidFill>
                <a:latin typeface="Pretendard"/>
                <a:ea typeface="Pretendard"/>
                <a:cs typeface="Pretendard"/>
              </a:defRPr>
            </a:pPr>
            <a:r>
              <a:rPr sz="2175" b="0">
                <a:solidFill>
                  <a:srgbClr val="202020"/>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33262824-4382-483A-8564-ECE33F63CEE0}"/>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72C45F50-008E-40CF-805D-5744CF626229}"/>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202020"/>
                </a:solidFill>
                <a:latin typeface="Pretendard"/>
                <a:ea typeface="Pretendard"/>
                <a:cs typeface="Pretendard"/>
              </a:defRPr>
            </a:defPPr>
            <a:lvl1pPr algn="l">
              <a:defRPr sz="2175" b="0">
                <a:solidFill>
                  <a:srgbClr val="202020"/>
                </a:solidFill>
                <a:latin typeface="Pretendard"/>
                <a:ea typeface="Pretendard"/>
                <a:cs typeface="Pretendard"/>
              </a:defRPr>
            </a:lvl1pPr>
            <a:lvl2pPr algn="l">
              <a:defRPr sz="2175" b="0">
                <a:solidFill>
                  <a:srgbClr val="202020"/>
                </a:solidFill>
                <a:latin typeface="Pretendard"/>
                <a:ea typeface="Pretendard"/>
                <a:cs typeface="Pretendard"/>
              </a:defRPr>
            </a:lvl2pPr>
            <a:lvl3pPr algn="l">
              <a:defRPr sz="2175" b="0">
                <a:solidFill>
                  <a:srgbClr val="202020"/>
                </a:solidFill>
                <a:latin typeface="Pretendard"/>
                <a:ea typeface="Pretendard"/>
                <a:cs typeface="Pretendard"/>
              </a:defRPr>
            </a:lvl3pPr>
            <a:lvl4pPr algn="l">
              <a:defRPr sz="2175" b="0">
                <a:solidFill>
                  <a:srgbClr val="202020"/>
                </a:solidFill>
                <a:latin typeface="Pretendard"/>
                <a:ea typeface="Pretendard"/>
                <a:cs typeface="Pretendard"/>
              </a:defRPr>
            </a:lvl4pPr>
            <a:lvl5pPr algn="l">
              <a:defRPr sz="2175" b="0">
                <a:solidFill>
                  <a:srgbClr val="202020"/>
                </a:solidFill>
                <a:latin typeface="Pretendard"/>
                <a:ea typeface="Pretendard"/>
                <a:cs typeface="Pretendard"/>
              </a:defRPr>
            </a:lvl5pPr>
            <a:lvl6pPr algn="l">
              <a:defRPr sz="2175" b="0">
                <a:solidFill>
                  <a:srgbClr val="202020"/>
                </a:solidFill>
                <a:latin typeface="Pretendard"/>
                <a:ea typeface="Pretendard"/>
                <a:cs typeface="Pretendard"/>
              </a:defRPr>
            </a:lvl6pPr>
            <a:lvl7pPr algn="l">
              <a:defRPr sz="2175" b="0">
                <a:solidFill>
                  <a:srgbClr val="202020"/>
                </a:solidFill>
                <a:latin typeface="Pretendard"/>
                <a:ea typeface="Pretendard"/>
                <a:cs typeface="Pretendard"/>
              </a:defRPr>
            </a:lvl7pPr>
            <a:lvl8pPr algn="l">
              <a:defRPr sz="2175" b="0">
                <a:solidFill>
                  <a:srgbClr val="202020"/>
                </a:solidFill>
                <a:latin typeface="Pretendard"/>
                <a:ea typeface="Pretendard"/>
                <a:cs typeface="Pretendard"/>
              </a:defRPr>
            </a:lvl8pPr>
            <a:lvl9pPr algn="l">
              <a:defRPr sz="2175" b="0">
                <a:solidFill>
                  <a:srgbClr val="202020"/>
                </a:solidFill>
                <a:latin typeface="Pretendard"/>
                <a:ea typeface="Pretendard"/>
                <a:cs typeface="Pretendard"/>
              </a:defRPr>
            </a:lvl9pPr>
          </a:lstStyle>
          <a:p xmlns:a="http://schemas.openxmlformats.org/drawingml/2006/main">
            <a:pPr algn="l">
              <a:defRPr sz="2175" b="0">
                <a:solidFill>
                  <a:srgbClr val="202020"/>
                </a:solidFill>
                <a:latin typeface="Pretendard"/>
                <a:ea typeface="Pretendard"/>
                <a:cs typeface="Pretendard"/>
              </a:defRPr>
            </a:pPr>
            <a:r>
              <a:rPr sz="2175" b="0">
                <a:solidFill>
                  <a:srgbClr val="202020"/>
                </a:solidFill>
                <a:latin typeface="Pretendard"/>
                <a:ea typeface="Pretendard"/>
                <a:cs typeface="Pretendard"/>
              </a:rPr>
              <a:t>①을 뒤집어 뺀다.</a:t>
            </a:r>
          </a:p>
        </p:txBody>
      </p:sp>
      <p:pic>
        <p:nvPicPr>
          <p:cNvPr id="16" name="">
            <a:extLst xmlns:a="http://schemas.openxmlformats.org/drawingml/2006/main">
              <a:ext uri="{FF2B5EF4-FFF2-40B4-BE49-F238E27FC236}">
                <a16:creationId xmlns:a16="http://schemas.microsoft.com/office/drawing/2014/main" id="{0E05641F-FA54-4440-AA4A-A392A6177861}"/>
              </a:ext>
            </a:extLst>
          </p:cNvPr>
          <p:cNvPicPr>
            <a:picLocks xmlns:a="http://schemas.openxmlformats.org/drawingml/2006/main" noChangeAspect="1"/>
          </p:cNvPicPr>
          <p:nvPr/>
        </p:nvPicPr>
        <p:blipFill>
          <a:blip xmlns:r="http://schemas.openxmlformats.org/officeDocument/2006/relationships" xmlns:a="http://schemas.openxmlformats.org/drawingml/2006/main" r:embed="Rbffdbae789f9407b"/>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76197955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1BCD2D3D-6004-48B3-95A5-752A1787F1D7}"/>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DE0FBEEB-D022-4245-A75F-E6DB3D54909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4C43F6-7066-49DB-8358-E696FC30382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973C55B-0F94-42C9-A804-9391654907F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1555B0A-90C3-416D-B3FB-0025CD4EAE4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D54F3D8-4E7F-4AC2-9B56-4981A9EE1DA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AEBD34F1-D92D-4569-8429-B1A5F8566F81}"/>
              </a:ext>
            </a:extLst>
          </p:cNvPr>
          <p:cNvPicPr>
            <a:picLocks xmlns:a="http://schemas.openxmlformats.org/drawingml/2006/main" noChangeAspect="1"/>
          </p:cNvPicPr>
          <p:nvPr/>
        </p:nvPicPr>
        <p:blipFill>
          <a:blip xmlns:r="http://schemas.openxmlformats.org/officeDocument/2006/relationships" xmlns:a="http://schemas.openxmlformats.org/drawingml/2006/main" r:embed="R2e2f00d273b6427f"/>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B0D6A560-4FE9-4B71-9809-33CABA686F43}"/>
              </a:ext>
            </a:extLst>
          </p:cNvPr>
          <p:cNvPicPr>
            <a:picLocks xmlns:a="http://schemas.openxmlformats.org/drawingml/2006/main" noChangeAspect="1"/>
          </p:cNvPicPr>
          <p:nvPr/>
        </p:nvPicPr>
        <p:blipFill>
          <a:blip xmlns:r="http://schemas.openxmlformats.org/officeDocument/2006/relationships" xmlns:a="http://schemas.openxmlformats.org/drawingml/2006/main" r:embed="R4984f81d014e466d"/>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F7141E1C-1A90-44B1-9AE9-56B8ABBD39DC}"/>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94BDFF65-CCA3-4CAA-BCB8-FDC901A6BF3E}"/>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65DDD75D-80D6-49E4-B3AD-EEC785014DB1}"/>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6E39E008-A1F3-4278-8CB4-F87D16E55DAA}"/>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28691C"/>
                </a:solidFill>
                <a:latin typeface="Pretendard"/>
                <a:ea typeface="Pretendard"/>
                <a:cs typeface="Pretendard"/>
              </a:defRPr>
            </a:defPPr>
            <a:lvl1pPr algn="ctr">
              <a:defRPr sz="2700" b="1">
                <a:solidFill>
                  <a:srgbClr val="28691C"/>
                </a:solidFill>
                <a:latin typeface="Pretendard"/>
                <a:ea typeface="Pretendard"/>
                <a:cs typeface="Pretendard"/>
              </a:defRPr>
            </a:lvl1pPr>
            <a:lvl2pPr algn="ctr">
              <a:defRPr sz="2700" b="1">
                <a:solidFill>
                  <a:srgbClr val="28691C"/>
                </a:solidFill>
                <a:latin typeface="Pretendard"/>
                <a:ea typeface="Pretendard"/>
                <a:cs typeface="Pretendard"/>
              </a:defRPr>
            </a:lvl2pPr>
            <a:lvl3pPr algn="ctr">
              <a:defRPr sz="2700" b="1">
                <a:solidFill>
                  <a:srgbClr val="28691C"/>
                </a:solidFill>
                <a:latin typeface="Pretendard"/>
                <a:ea typeface="Pretendard"/>
                <a:cs typeface="Pretendard"/>
              </a:defRPr>
            </a:lvl3pPr>
            <a:lvl4pPr algn="ctr">
              <a:defRPr sz="2700" b="1">
                <a:solidFill>
                  <a:srgbClr val="28691C"/>
                </a:solidFill>
                <a:latin typeface="Pretendard"/>
                <a:ea typeface="Pretendard"/>
                <a:cs typeface="Pretendard"/>
              </a:defRPr>
            </a:lvl4pPr>
            <a:lvl5pPr algn="ctr">
              <a:defRPr sz="2700" b="1">
                <a:solidFill>
                  <a:srgbClr val="28691C"/>
                </a:solidFill>
                <a:latin typeface="Pretendard"/>
                <a:ea typeface="Pretendard"/>
                <a:cs typeface="Pretendard"/>
              </a:defRPr>
            </a:lvl5pPr>
            <a:lvl6pPr algn="ctr">
              <a:defRPr sz="2700" b="1">
                <a:solidFill>
                  <a:srgbClr val="28691C"/>
                </a:solidFill>
                <a:latin typeface="Pretendard"/>
                <a:ea typeface="Pretendard"/>
                <a:cs typeface="Pretendard"/>
              </a:defRPr>
            </a:lvl6pPr>
            <a:lvl7pPr algn="ctr">
              <a:defRPr sz="2700" b="1">
                <a:solidFill>
                  <a:srgbClr val="28691C"/>
                </a:solidFill>
                <a:latin typeface="Pretendard"/>
                <a:ea typeface="Pretendard"/>
                <a:cs typeface="Pretendard"/>
              </a:defRPr>
            </a:lvl7pPr>
            <a:lvl8pPr algn="ctr">
              <a:defRPr sz="2700" b="1">
                <a:solidFill>
                  <a:srgbClr val="28691C"/>
                </a:solidFill>
                <a:latin typeface="Pretendard"/>
                <a:ea typeface="Pretendard"/>
                <a:cs typeface="Pretendard"/>
              </a:defRPr>
            </a:lvl8pPr>
            <a:lvl9pPr algn="ctr">
              <a:defRPr sz="2700" b="1">
                <a:solidFill>
                  <a:srgbClr val="28691C"/>
                </a:solidFill>
                <a:latin typeface="Pretendard"/>
                <a:ea typeface="Pretendard"/>
                <a:cs typeface="Pretendard"/>
              </a:defRPr>
            </a:lvl9pPr>
          </a:lstStyle>
          <a:p xmlns:a="http://schemas.openxmlformats.org/drawingml/2006/main">
            <a:pPr algn="ctr">
              <a:defRPr sz="2700" b="1">
                <a:solidFill>
                  <a:srgbClr val="28691C"/>
                </a:solidFill>
                <a:latin typeface="Pretendard"/>
                <a:ea typeface="Pretendard"/>
                <a:cs typeface="Pretendard"/>
              </a:defRPr>
            </a:pPr>
            <a:r>
              <a:rPr sz="2700" b="1">
                <a:solidFill>
                  <a:srgbClr val="28691C"/>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C59502E6-15D4-468D-8B19-246702AF2F8E}"/>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202020"/>
                </a:solidFill>
                <a:latin typeface="Pretendard"/>
                <a:ea typeface="Pretendard"/>
                <a:cs typeface="Pretendard"/>
              </a:defRPr>
            </a:defPPr>
            <a:lvl1pPr algn="ctr">
              <a:defRPr sz="2700" b="1">
                <a:solidFill>
                  <a:srgbClr val="202020"/>
                </a:solidFill>
                <a:latin typeface="Pretendard"/>
                <a:ea typeface="Pretendard"/>
                <a:cs typeface="Pretendard"/>
              </a:defRPr>
            </a:lvl1pPr>
            <a:lvl2pPr algn="ctr">
              <a:defRPr sz="2700" b="1">
                <a:solidFill>
                  <a:srgbClr val="202020"/>
                </a:solidFill>
                <a:latin typeface="Pretendard"/>
                <a:ea typeface="Pretendard"/>
                <a:cs typeface="Pretendard"/>
              </a:defRPr>
            </a:lvl2pPr>
            <a:lvl3pPr algn="ctr">
              <a:defRPr sz="2700" b="1">
                <a:solidFill>
                  <a:srgbClr val="202020"/>
                </a:solidFill>
                <a:latin typeface="Pretendard"/>
                <a:ea typeface="Pretendard"/>
                <a:cs typeface="Pretendard"/>
              </a:defRPr>
            </a:lvl3pPr>
            <a:lvl4pPr algn="ctr">
              <a:defRPr sz="2700" b="1">
                <a:solidFill>
                  <a:srgbClr val="202020"/>
                </a:solidFill>
                <a:latin typeface="Pretendard"/>
                <a:ea typeface="Pretendard"/>
                <a:cs typeface="Pretendard"/>
              </a:defRPr>
            </a:lvl4pPr>
            <a:lvl5pPr algn="ctr">
              <a:defRPr sz="2700" b="1">
                <a:solidFill>
                  <a:srgbClr val="202020"/>
                </a:solidFill>
                <a:latin typeface="Pretendard"/>
                <a:ea typeface="Pretendard"/>
                <a:cs typeface="Pretendard"/>
              </a:defRPr>
            </a:lvl5pPr>
            <a:lvl6pPr algn="ctr">
              <a:defRPr sz="2700" b="1">
                <a:solidFill>
                  <a:srgbClr val="202020"/>
                </a:solidFill>
                <a:latin typeface="Pretendard"/>
                <a:ea typeface="Pretendard"/>
                <a:cs typeface="Pretendard"/>
              </a:defRPr>
            </a:lvl6pPr>
            <a:lvl7pPr algn="ctr">
              <a:defRPr sz="2700" b="1">
                <a:solidFill>
                  <a:srgbClr val="202020"/>
                </a:solidFill>
                <a:latin typeface="Pretendard"/>
                <a:ea typeface="Pretendard"/>
                <a:cs typeface="Pretendard"/>
              </a:defRPr>
            </a:lvl7pPr>
            <a:lvl8pPr algn="ctr">
              <a:defRPr sz="2700" b="1">
                <a:solidFill>
                  <a:srgbClr val="202020"/>
                </a:solidFill>
                <a:latin typeface="Pretendard"/>
                <a:ea typeface="Pretendard"/>
                <a:cs typeface="Pretendard"/>
              </a:defRPr>
            </a:lvl8pPr>
            <a:lvl9pPr algn="ctr">
              <a:defRPr sz="2700" b="1">
                <a:solidFill>
                  <a:srgbClr val="202020"/>
                </a:solidFill>
                <a:latin typeface="Pretendard"/>
                <a:ea typeface="Pretendard"/>
                <a:cs typeface="Pretendard"/>
              </a:defRPr>
            </a:lvl9pPr>
          </a:lstStyle>
          <a:p xmlns:a="http://schemas.openxmlformats.org/drawingml/2006/main">
            <a:pPr algn="ctr">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BA6F462C-759B-4A81-BC2B-77BE1B702D59}"/>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686868"/>
                </a:solidFill>
                <a:latin typeface="Pretendard"/>
                <a:ea typeface="Pretendard"/>
                <a:cs typeface="Pretendard"/>
              </a:defRPr>
            </a:defPPr>
            <a:lvl1pPr algn="ctr">
              <a:defRPr sz="2175" b="0">
                <a:solidFill>
                  <a:srgbClr val="686868"/>
                </a:solidFill>
                <a:latin typeface="Pretendard"/>
                <a:ea typeface="Pretendard"/>
                <a:cs typeface="Pretendard"/>
              </a:defRPr>
            </a:lvl1pPr>
            <a:lvl2pPr algn="ctr">
              <a:defRPr sz="2175" b="0">
                <a:solidFill>
                  <a:srgbClr val="686868"/>
                </a:solidFill>
                <a:latin typeface="Pretendard"/>
                <a:ea typeface="Pretendard"/>
                <a:cs typeface="Pretendard"/>
              </a:defRPr>
            </a:lvl2pPr>
            <a:lvl3pPr algn="ctr">
              <a:defRPr sz="2175" b="0">
                <a:solidFill>
                  <a:srgbClr val="686868"/>
                </a:solidFill>
                <a:latin typeface="Pretendard"/>
                <a:ea typeface="Pretendard"/>
                <a:cs typeface="Pretendard"/>
              </a:defRPr>
            </a:lvl3pPr>
            <a:lvl4pPr algn="ctr">
              <a:defRPr sz="2175" b="0">
                <a:solidFill>
                  <a:srgbClr val="686868"/>
                </a:solidFill>
                <a:latin typeface="Pretendard"/>
                <a:ea typeface="Pretendard"/>
                <a:cs typeface="Pretendard"/>
              </a:defRPr>
            </a:lvl4pPr>
            <a:lvl5pPr algn="ctr">
              <a:defRPr sz="2175" b="0">
                <a:solidFill>
                  <a:srgbClr val="686868"/>
                </a:solidFill>
                <a:latin typeface="Pretendard"/>
                <a:ea typeface="Pretendard"/>
                <a:cs typeface="Pretendard"/>
              </a:defRPr>
            </a:lvl5pPr>
            <a:lvl6pPr algn="ctr">
              <a:defRPr sz="2175" b="0">
                <a:solidFill>
                  <a:srgbClr val="686868"/>
                </a:solidFill>
                <a:latin typeface="Pretendard"/>
                <a:ea typeface="Pretendard"/>
                <a:cs typeface="Pretendard"/>
              </a:defRPr>
            </a:lvl6pPr>
            <a:lvl7pPr algn="ctr">
              <a:defRPr sz="2175" b="0">
                <a:solidFill>
                  <a:srgbClr val="686868"/>
                </a:solidFill>
                <a:latin typeface="Pretendard"/>
                <a:ea typeface="Pretendard"/>
                <a:cs typeface="Pretendard"/>
              </a:defRPr>
            </a:lvl7pPr>
            <a:lvl8pPr algn="ctr">
              <a:defRPr sz="2175" b="0">
                <a:solidFill>
                  <a:srgbClr val="686868"/>
                </a:solidFill>
                <a:latin typeface="Pretendard"/>
                <a:ea typeface="Pretendard"/>
                <a:cs typeface="Pretendard"/>
              </a:defRPr>
            </a:lvl8pPr>
            <a:lvl9pPr algn="ctr">
              <a:defRPr sz="2175" b="0">
                <a:solidFill>
                  <a:srgbClr val="686868"/>
                </a:solidFill>
                <a:latin typeface="Pretendard"/>
                <a:ea typeface="Pretendard"/>
                <a:cs typeface="Pretendard"/>
              </a:defRPr>
            </a:lvl9pPr>
          </a:lstStyle>
          <a:p xmlns:a="http://schemas.openxmlformats.org/drawingml/2006/main">
            <a:pPr algn="ctr">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표준 생성 엔탈피 비교</a:t>
            </a:r>
          </a:p>
        </p:txBody>
      </p:sp>
      <p:sp>
        <p:nvSpPr>
          <p:cNvPr id="22" name="R06 p15 한 줄 정리 컨테이너">
            <a:extLst xmlns:a="http://schemas.openxmlformats.org/drawingml/2006/main">
              <a:ext uri="{FF2B5EF4-FFF2-40B4-BE49-F238E27FC236}">
                <a16:creationId xmlns:a16="http://schemas.microsoft.com/office/drawing/2014/main" id="{3AC01682-4A97-452F-8BD9-C28ABEE274E8}"/>
              </a:ext>
            </a:extLst>
          </p:cNvPr>
          <p:cNvSpPr>
            <a:spLocks xmlns:a="http://schemas.openxmlformats.org/drawingml/2006/main" noGrp="1"/>
          </p:cNvSpPr>
          <p:nvPr/>
        </p:nvSpPr>
        <p:spPr>
          <a:xfrm xmlns:a="http://schemas.openxmlformats.org/drawingml/2006/main">
            <a:off x="5524500" y="8572500"/>
            <a:ext cx="7239000" cy="762000"/>
          </a:xfrm>
          <a:prstGeom xmlns:a="http://schemas.openxmlformats.org/drawingml/2006/main" prst="roundRect">
            <a:avLst>
              <a:gd name="adj" fmla="val 22500"/>
            </a:avLst>
          </a:prstGeom>
          <a:solidFill xmlns:a="http://schemas.openxmlformats.org/drawingml/2006/main">
            <a:srgbClr val="C5DDB5"/>
          </a:solidFill>
          <a:ln xmlns:a="http://schemas.openxmlformats.org/drawingml/2006/main" w="0">
            <a:noFill/>
          </a:ln>
        </p:spPr>
      </p:sp>
      <p:sp>
        <p:nvSpPr>
          <p:cNvPr id="23" name="R06 p15 한 줄 정리 배지">
            <a:extLst xmlns:a="http://schemas.openxmlformats.org/drawingml/2006/main">
              <a:ext uri="{FF2B5EF4-FFF2-40B4-BE49-F238E27FC236}">
                <a16:creationId xmlns:a16="http://schemas.microsoft.com/office/drawing/2014/main" id="{DFC56835-1E3A-4CEB-AC80-7407B48FBCEE}"/>
              </a:ext>
            </a:extLst>
          </p:cNvPr>
          <p:cNvSpPr>
            <a:spLocks xmlns:a="http://schemas.openxmlformats.org/drawingml/2006/main" noGrp="1"/>
          </p:cNvSpPr>
          <p:nvPr/>
        </p:nvSpPr>
        <p:spPr>
          <a:xfrm xmlns:a="http://schemas.openxmlformats.org/drawingml/2006/main">
            <a:off x="5676900" y="8724900"/>
            <a:ext cx="1466850" cy="457200"/>
          </a:xfrm>
          <a:prstGeom xmlns:a="http://schemas.openxmlformats.org/drawingml/2006/main" prst="roundRect">
            <a:avLst>
              <a:gd name="adj" fmla="val 18750"/>
            </a:avLst>
          </a:prstGeom>
          <a:solidFill xmlns:a="http://schemas.openxmlformats.org/drawingml/2006/main">
            <a:srgbClr val="397D23"/>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6922B15D-DE5B-44DE-8792-F275BD157141}"/>
              </a:ext>
            </a:extLst>
          </p:cNvPr>
          <p:cNvSpPr>
            <a:spLocks xmlns:a="http://schemas.openxmlformats.org/drawingml/2006/main" noGrp="1"/>
          </p:cNvSpPr>
          <p:nvPr/>
        </p:nvSpPr>
        <p:spPr>
          <a:xfrm xmlns:a="http://schemas.openxmlformats.org/drawingml/2006/main">
            <a:off x="57531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FFFFFF"/>
                </a:solidFill>
                <a:latin typeface="Pretendard"/>
                <a:ea typeface="Pretendard"/>
                <a:cs typeface="Pretendard"/>
              </a:defRPr>
            </a:defPPr>
            <a:lvl1pPr algn="ctr">
              <a:defRPr sz="1875" b="1">
                <a:solidFill>
                  <a:srgbClr val="FFFFFF"/>
                </a:solidFill>
                <a:latin typeface="Pretendard"/>
                <a:ea typeface="Pretendard"/>
                <a:cs typeface="Pretendard"/>
              </a:defRPr>
            </a:lvl1pPr>
            <a:lvl2pPr algn="ctr">
              <a:defRPr sz="1875" b="1">
                <a:solidFill>
                  <a:srgbClr val="FFFFFF"/>
                </a:solidFill>
                <a:latin typeface="Pretendard"/>
                <a:ea typeface="Pretendard"/>
                <a:cs typeface="Pretendard"/>
              </a:defRPr>
            </a:lvl2pPr>
            <a:lvl3pPr algn="ctr">
              <a:defRPr sz="1875" b="1">
                <a:solidFill>
                  <a:srgbClr val="FFFFFF"/>
                </a:solidFill>
                <a:latin typeface="Pretendard"/>
                <a:ea typeface="Pretendard"/>
                <a:cs typeface="Pretendard"/>
              </a:defRPr>
            </a:lvl3pPr>
            <a:lvl4pPr algn="ctr">
              <a:defRPr sz="1875" b="1">
                <a:solidFill>
                  <a:srgbClr val="FFFFFF"/>
                </a:solidFill>
                <a:latin typeface="Pretendard"/>
                <a:ea typeface="Pretendard"/>
                <a:cs typeface="Pretendard"/>
              </a:defRPr>
            </a:lvl4pPr>
            <a:lvl5pPr algn="ctr">
              <a:defRPr sz="1875" b="1">
                <a:solidFill>
                  <a:srgbClr val="FFFFFF"/>
                </a:solidFill>
                <a:latin typeface="Pretendard"/>
                <a:ea typeface="Pretendard"/>
                <a:cs typeface="Pretendard"/>
              </a:defRPr>
            </a:lvl5pPr>
            <a:lvl6pPr algn="ctr">
              <a:defRPr sz="1875" b="1">
                <a:solidFill>
                  <a:srgbClr val="FFFFFF"/>
                </a:solidFill>
                <a:latin typeface="Pretendard"/>
                <a:ea typeface="Pretendard"/>
                <a:cs typeface="Pretendard"/>
              </a:defRPr>
            </a:lvl6pPr>
            <a:lvl7pPr algn="ctr">
              <a:defRPr sz="1875" b="1">
                <a:solidFill>
                  <a:srgbClr val="FFFFFF"/>
                </a:solidFill>
                <a:latin typeface="Pretendard"/>
                <a:ea typeface="Pretendard"/>
                <a:cs typeface="Pretendard"/>
              </a:defRPr>
            </a:lvl7pPr>
            <a:lvl8pPr algn="ctr">
              <a:defRPr sz="1875" b="1">
                <a:solidFill>
                  <a:srgbClr val="FFFFFF"/>
                </a:solidFill>
                <a:latin typeface="Pretendard"/>
                <a:ea typeface="Pretendard"/>
                <a:cs typeface="Pretendard"/>
              </a:defRPr>
            </a:lvl8pPr>
            <a:lvl9pPr algn="ctr">
              <a:defRPr sz="1875" b="1">
                <a:solidFill>
                  <a:srgbClr val="FFFFFF"/>
                </a:solidFill>
                <a:latin typeface="Pretendard"/>
                <a:ea typeface="Pretendard"/>
                <a:cs typeface="Pretendard"/>
              </a:defRPr>
            </a:lvl9pPr>
          </a:lstStyle>
          <a:p xmlns:a="http://schemas.openxmlformats.org/drawingml/2006/main">
            <a:pPr algn="ctr">
              <a:defRPr sz="1875" b="1">
                <a:solidFill>
                  <a:srgbClr val="FFFFFF"/>
                </a:solidFill>
                <a:latin typeface="Pretendard"/>
                <a:ea typeface="Pretendard"/>
                <a:cs typeface="Pretendard"/>
              </a:defRPr>
            </a:pPr>
            <a:r>
              <a:rPr sz="1875" b="1">
                <a:solidFill>
                  <a:srgbClr val="FFFFFF"/>
                </a:solidFill>
                <a:latin typeface="Pretendard"/>
                <a:ea typeface="Pretendard"/>
                <a:cs typeface="Pretendard"/>
              </a:rPr>
              <a:t>한 줄 정리</a:t>
            </a:r>
          </a:p>
        </p:txBody>
      </p:sp>
      <p:sp>
        <p:nvSpPr>
          <p:cNvPr id="25" name="text">
            <a:extLst xmlns:a="http://schemas.openxmlformats.org/drawingml/2006/main">
              <a:ext uri="{FF2B5EF4-FFF2-40B4-BE49-F238E27FC236}">
                <a16:creationId xmlns:a16="http://schemas.microsoft.com/office/drawing/2014/main" id="{495A00D6-381E-4A60-A739-AEB4E8C48041}"/>
              </a:ext>
            </a:extLst>
          </p:cNvPr>
          <p:cNvSpPr>
            <a:spLocks xmlns:a="http://schemas.openxmlformats.org/drawingml/2006/main" noGrp="1"/>
          </p:cNvSpPr>
          <p:nvPr/>
        </p:nvSpPr>
        <p:spPr>
          <a:xfrm xmlns:a="http://schemas.openxmlformats.org/drawingml/2006/main">
            <a:off x="7334250" y="86677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202020"/>
                </a:solidFill>
                <a:latin typeface="Pretendard"/>
                <a:ea typeface="Pretendard"/>
                <a:cs typeface="Pretendard"/>
              </a:defRPr>
            </a:defPPr>
            <a:lvl1pPr algn="l">
              <a:defRPr sz="2250" b="0">
                <a:solidFill>
                  <a:srgbClr val="202020"/>
                </a:solidFill>
                <a:latin typeface="Pretendard"/>
                <a:ea typeface="Pretendard"/>
                <a:cs typeface="Pretendard"/>
              </a:defRPr>
            </a:lvl1pPr>
            <a:lvl2pPr algn="l">
              <a:defRPr sz="2250" b="0">
                <a:solidFill>
                  <a:srgbClr val="202020"/>
                </a:solidFill>
                <a:latin typeface="Pretendard"/>
                <a:ea typeface="Pretendard"/>
                <a:cs typeface="Pretendard"/>
              </a:defRPr>
            </a:lvl2pPr>
            <a:lvl3pPr algn="l">
              <a:defRPr sz="2250" b="0">
                <a:solidFill>
                  <a:srgbClr val="202020"/>
                </a:solidFill>
                <a:latin typeface="Pretendard"/>
                <a:ea typeface="Pretendard"/>
                <a:cs typeface="Pretendard"/>
              </a:defRPr>
            </a:lvl3pPr>
            <a:lvl4pPr algn="l">
              <a:defRPr sz="2250" b="0">
                <a:solidFill>
                  <a:srgbClr val="202020"/>
                </a:solidFill>
                <a:latin typeface="Pretendard"/>
                <a:ea typeface="Pretendard"/>
                <a:cs typeface="Pretendard"/>
              </a:defRPr>
            </a:lvl4pPr>
            <a:lvl5pPr algn="l">
              <a:defRPr sz="2250" b="0">
                <a:solidFill>
                  <a:srgbClr val="202020"/>
                </a:solidFill>
                <a:latin typeface="Pretendard"/>
                <a:ea typeface="Pretendard"/>
                <a:cs typeface="Pretendard"/>
              </a:defRPr>
            </a:lvl5pPr>
            <a:lvl6pPr algn="l">
              <a:defRPr sz="2250" b="0">
                <a:solidFill>
                  <a:srgbClr val="202020"/>
                </a:solidFill>
                <a:latin typeface="Pretendard"/>
                <a:ea typeface="Pretendard"/>
                <a:cs typeface="Pretendard"/>
              </a:defRPr>
            </a:lvl6pPr>
            <a:lvl7pPr algn="l">
              <a:defRPr sz="2250" b="0">
                <a:solidFill>
                  <a:srgbClr val="202020"/>
                </a:solidFill>
                <a:latin typeface="Pretendard"/>
                <a:ea typeface="Pretendard"/>
                <a:cs typeface="Pretendard"/>
              </a:defRPr>
            </a:lvl7pPr>
            <a:lvl8pPr algn="l">
              <a:defRPr sz="2250" b="0">
                <a:solidFill>
                  <a:srgbClr val="202020"/>
                </a:solidFill>
                <a:latin typeface="Pretendard"/>
                <a:ea typeface="Pretendard"/>
                <a:cs typeface="Pretendard"/>
              </a:defRPr>
            </a:lvl8pPr>
            <a:lvl9pPr algn="l">
              <a:defRPr sz="2250" b="0">
                <a:solidFill>
                  <a:srgbClr val="202020"/>
                </a:solidFill>
                <a:latin typeface="Pretendard"/>
                <a:ea typeface="Pretendard"/>
                <a:cs typeface="Pretendard"/>
              </a:defRPr>
            </a:lvl9pPr>
          </a:lstStyle>
          <a:p xmlns:a="http://schemas.openxmlformats.org/drawingml/2006/main">
            <a:pPr algn="l">
              <a:defRPr sz="2250" b="0">
                <a:solidFill>
                  <a:srgbClr val="202020"/>
                </a:solidFill>
                <a:latin typeface="Pretendard"/>
                <a:ea typeface="Pretendard"/>
                <a:cs typeface="Pretendard"/>
              </a:defRPr>
            </a:pPr>
            <a:r>
              <a:rPr sz="2250" b="0">
                <a:solidFill>
                  <a:srgbClr val="202020"/>
                </a:solidFill>
                <a:latin typeface="Pretendard"/>
                <a:ea typeface="Pretendard"/>
                <a:cs typeface="Pretendard"/>
              </a:rPr>
              <a:t>액체 물을 수증기로 바꾸려면 열이 필요하다</a:t>
            </a:r>
          </a:p>
        </p:txBody>
      </p:sp>
      <p:pic>
        <p:nvPicPr>
          <p:cNvPr id="26" name="">
            <a:extLst xmlns:a="http://schemas.openxmlformats.org/drawingml/2006/main">
              <a:ext uri="{FF2B5EF4-FFF2-40B4-BE49-F238E27FC236}">
                <a16:creationId xmlns:a16="http://schemas.microsoft.com/office/drawing/2014/main" id="{5CC96178-0612-4F51-B268-B2E478B3A692}"/>
              </a:ext>
            </a:extLst>
          </p:cNvPr>
          <p:cNvPicPr>
            <a:picLocks xmlns:a="http://schemas.openxmlformats.org/drawingml/2006/main" noChangeAspect="1"/>
          </p:cNvPicPr>
          <p:nvPr/>
        </p:nvPicPr>
        <p:blipFill>
          <a:blip xmlns:r="http://schemas.openxmlformats.org/officeDocument/2006/relationships" xmlns:a="http://schemas.openxmlformats.org/drawingml/2006/main" r:embed="Rde8cdda95620413e"/>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9433633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2B2E982C-F4F4-4B7A-B61A-6683813E3875}"/>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E8EBE5"/>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58A43454-6B43-49B1-B751-FEE43B3C0175}"/>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E8EBE5"/>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FBC322D6-CD19-4BD3-B31F-DA67565C7B29}"/>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E8EBE5"/>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2BFA4118-AD06-4655-914F-D697875EF83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B71767-EB63-44F7-A36D-9966A3B3A8A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502C6C2-93F1-413A-88EC-DD3306942B94}"/>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28BB3A5-C537-495B-B7C0-D5C441A42A17}"/>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18006568-E41D-41AF-9451-D31B2407630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C77317FD-5B8E-489A-B4AC-81DF4A0E4973}"/>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202020"/>
                </a:solidFill>
                <a:latin typeface="Pretendard"/>
                <a:ea typeface="Pretendard"/>
                <a:cs typeface="Pretendard"/>
              </a:defRPr>
            </a:defPPr>
            <a:lvl1pPr algn="ctr">
              <a:defRPr sz="2976" b="1">
                <a:solidFill>
                  <a:srgbClr val="202020"/>
                </a:solidFill>
                <a:latin typeface="Pretendard"/>
                <a:ea typeface="Pretendard"/>
                <a:cs typeface="Pretendard"/>
              </a:defRPr>
            </a:lvl1pPr>
            <a:lvl2pPr algn="ctr">
              <a:defRPr sz="2976" b="1">
                <a:solidFill>
                  <a:srgbClr val="202020"/>
                </a:solidFill>
                <a:latin typeface="Pretendard"/>
                <a:ea typeface="Pretendard"/>
                <a:cs typeface="Pretendard"/>
              </a:defRPr>
            </a:lvl2pPr>
            <a:lvl3pPr algn="ctr">
              <a:defRPr sz="2976" b="1">
                <a:solidFill>
                  <a:srgbClr val="202020"/>
                </a:solidFill>
                <a:latin typeface="Pretendard"/>
                <a:ea typeface="Pretendard"/>
                <a:cs typeface="Pretendard"/>
              </a:defRPr>
            </a:lvl3pPr>
            <a:lvl4pPr algn="ctr">
              <a:defRPr sz="2976" b="1">
                <a:solidFill>
                  <a:srgbClr val="202020"/>
                </a:solidFill>
                <a:latin typeface="Pretendard"/>
                <a:ea typeface="Pretendard"/>
                <a:cs typeface="Pretendard"/>
              </a:defRPr>
            </a:lvl4pPr>
            <a:lvl5pPr algn="ctr">
              <a:defRPr sz="2976" b="1">
                <a:solidFill>
                  <a:srgbClr val="202020"/>
                </a:solidFill>
                <a:latin typeface="Pretendard"/>
                <a:ea typeface="Pretendard"/>
                <a:cs typeface="Pretendard"/>
              </a:defRPr>
            </a:lvl5pPr>
            <a:lvl6pPr algn="ctr">
              <a:defRPr sz="2976" b="1">
                <a:solidFill>
                  <a:srgbClr val="202020"/>
                </a:solidFill>
                <a:latin typeface="Pretendard"/>
                <a:ea typeface="Pretendard"/>
                <a:cs typeface="Pretendard"/>
              </a:defRPr>
            </a:lvl6pPr>
            <a:lvl7pPr algn="ctr">
              <a:defRPr sz="2976" b="1">
                <a:solidFill>
                  <a:srgbClr val="202020"/>
                </a:solidFill>
                <a:latin typeface="Pretendard"/>
                <a:ea typeface="Pretendard"/>
                <a:cs typeface="Pretendard"/>
              </a:defRPr>
            </a:lvl7pPr>
            <a:lvl8pPr algn="ctr">
              <a:defRPr sz="2976" b="1">
                <a:solidFill>
                  <a:srgbClr val="202020"/>
                </a:solidFill>
                <a:latin typeface="Pretendard"/>
                <a:ea typeface="Pretendard"/>
                <a:cs typeface="Pretendard"/>
              </a:defRPr>
            </a:lvl8pPr>
            <a:lvl9pPr algn="ctr">
              <a:defRPr sz="2976" b="1">
                <a:solidFill>
                  <a:srgbClr val="202020"/>
                </a:solidFill>
                <a:latin typeface="Pretendard"/>
                <a:ea typeface="Pretendard"/>
                <a:cs typeface="Pretendard"/>
              </a:defRPr>
            </a:lvl9pPr>
          </a:lstStyle>
          <a:p xmlns:a="http://schemas.openxmlformats.org/drawingml/2006/main">
            <a:pPr algn="ctr">
              <a:defRPr sz="2976" b="1">
                <a:solidFill>
                  <a:srgbClr val="202020"/>
                </a:solidFill>
                <a:latin typeface="Pretendard"/>
                <a:ea typeface="Pretendard"/>
                <a:cs typeface="Pretendard"/>
              </a:defRPr>
            </a:pPr>
            <a:r>
              <a:rPr sz="2976" b="1">
                <a:solidFill>
                  <a:srgbClr val="202020"/>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3E19D65A-68DE-43BC-A8FB-C25919893200}"/>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28691C"/>
                </a:solidFill>
                <a:latin typeface="Pretendard"/>
                <a:ea typeface="Pretendard"/>
                <a:cs typeface="Pretendard"/>
              </a:defRPr>
            </a:defPPr>
            <a:lvl1pPr algn="ctr">
              <a:defRPr sz="2976" b="1">
                <a:solidFill>
                  <a:srgbClr val="28691C"/>
                </a:solidFill>
                <a:latin typeface="Pretendard"/>
                <a:ea typeface="Pretendard"/>
                <a:cs typeface="Pretendard"/>
              </a:defRPr>
            </a:lvl1pPr>
            <a:lvl2pPr algn="ctr">
              <a:defRPr sz="2976" b="1">
                <a:solidFill>
                  <a:srgbClr val="28691C"/>
                </a:solidFill>
                <a:latin typeface="Pretendard"/>
                <a:ea typeface="Pretendard"/>
                <a:cs typeface="Pretendard"/>
              </a:defRPr>
            </a:lvl2pPr>
            <a:lvl3pPr algn="ctr">
              <a:defRPr sz="2976" b="1">
                <a:solidFill>
                  <a:srgbClr val="28691C"/>
                </a:solidFill>
                <a:latin typeface="Pretendard"/>
                <a:ea typeface="Pretendard"/>
                <a:cs typeface="Pretendard"/>
              </a:defRPr>
            </a:lvl3pPr>
            <a:lvl4pPr algn="ctr">
              <a:defRPr sz="2976" b="1">
                <a:solidFill>
                  <a:srgbClr val="28691C"/>
                </a:solidFill>
                <a:latin typeface="Pretendard"/>
                <a:ea typeface="Pretendard"/>
                <a:cs typeface="Pretendard"/>
              </a:defRPr>
            </a:lvl4pPr>
            <a:lvl5pPr algn="ctr">
              <a:defRPr sz="2976" b="1">
                <a:solidFill>
                  <a:srgbClr val="28691C"/>
                </a:solidFill>
                <a:latin typeface="Pretendard"/>
                <a:ea typeface="Pretendard"/>
                <a:cs typeface="Pretendard"/>
              </a:defRPr>
            </a:lvl5pPr>
            <a:lvl6pPr algn="ctr">
              <a:defRPr sz="2976" b="1">
                <a:solidFill>
                  <a:srgbClr val="28691C"/>
                </a:solidFill>
                <a:latin typeface="Pretendard"/>
                <a:ea typeface="Pretendard"/>
                <a:cs typeface="Pretendard"/>
              </a:defRPr>
            </a:lvl6pPr>
            <a:lvl7pPr algn="ctr">
              <a:defRPr sz="2976" b="1">
                <a:solidFill>
                  <a:srgbClr val="28691C"/>
                </a:solidFill>
                <a:latin typeface="Pretendard"/>
                <a:ea typeface="Pretendard"/>
                <a:cs typeface="Pretendard"/>
              </a:defRPr>
            </a:lvl7pPr>
            <a:lvl8pPr algn="ctr">
              <a:defRPr sz="2976" b="1">
                <a:solidFill>
                  <a:srgbClr val="28691C"/>
                </a:solidFill>
                <a:latin typeface="Pretendard"/>
                <a:ea typeface="Pretendard"/>
                <a:cs typeface="Pretendard"/>
              </a:defRPr>
            </a:lvl8pPr>
            <a:lvl9pPr algn="ctr">
              <a:defRPr sz="2976" b="1">
                <a:solidFill>
                  <a:srgbClr val="28691C"/>
                </a:solidFill>
                <a:latin typeface="Pretendard"/>
                <a:ea typeface="Pretendard"/>
                <a:cs typeface="Pretendard"/>
              </a:defRPr>
            </a:lvl9pPr>
          </a:lstStyle>
          <a:p xmlns:a="http://schemas.openxmlformats.org/drawingml/2006/main">
            <a:pPr algn="ctr">
              <a:defRPr sz="2976" b="1">
                <a:solidFill>
                  <a:srgbClr val="28691C"/>
                </a:solidFill>
                <a:latin typeface="Pretendard"/>
                <a:ea typeface="Pretendard"/>
                <a:cs typeface="Pretendard"/>
              </a:defRPr>
            </a:pPr>
            <a:r>
              <a:rPr sz="2976" b="1">
                <a:solidFill>
                  <a:srgbClr val="28691C"/>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E1541D03-BBD0-4345-A216-4FAF5729DFD4}"/>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202020"/>
                </a:solidFill>
                <a:latin typeface="Pretendard"/>
                <a:ea typeface="Pretendard"/>
                <a:cs typeface="Pretendard"/>
              </a:defRPr>
            </a:defPPr>
            <a:lvl1pPr algn="ctr">
              <a:defRPr sz="2232" b="0">
                <a:solidFill>
                  <a:srgbClr val="202020"/>
                </a:solidFill>
                <a:latin typeface="Pretendard"/>
                <a:ea typeface="Pretendard"/>
                <a:cs typeface="Pretendard"/>
              </a:defRPr>
            </a:lvl1pPr>
            <a:lvl2pPr algn="ctr">
              <a:defRPr sz="2232" b="0">
                <a:solidFill>
                  <a:srgbClr val="202020"/>
                </a:solidFill>
                <a:latin typeface="Pretendard"/>
                <a:ea typeface="Pretendard"/>
                <a:cs typeface="Pretendard"/>
              </a:defRPr>
            </a:lvl2pPr>
            <a:lvl3pPr algn="ctr">
              <a:defRPr sz="2232" b="0">
                <a:solidFill>
                  <a:srgbClr val="202020"/>
                </a:solidFill>
                <a:latin typeface="Pretendard"/>
                <a:ea typeface="Pretendard"/>
                <a:cs typeface="Pretendard"/>
              </a:defRPr>
            </a:lvl3pPr>
            <a:lvl4pPr algn="ctr">
              <a:defRPr sz="2232" b="0">
                <a:solidFill>
                  <a:srgbClr val="202020"/>
                </a:solidFill>
                <a:latin typeface="Pretendard"/>
                <a:ea typeface="Pretendard"/>
                <a:cs typeface="Pretendard"/>
              </a:defRPr>
            </a:lvl4pPr>
            <a:lvl5pPr algn="ctr">
              <a:defRPr sz="2232" b="0">
                <a:solidFill>
                  <a:srgbClr val="202020"/>
                </a:solidFill>
                <a:latin typeface="Pretendard"/>
                <a:ea typeface="Pretendard"/>
                <a:cs typeface="Pretendard"/>
              </a:defRPr>
            </a:lvl5pPr>
            <a:lvl6pPr algn="ctr">
              <a:defRPr sz="2232" b="0">
                <a:solidFill>
                  <a:srgbClr val="202020"/>
                </a:solidFill>
                <a:latin typeface="Pretendard"/>
                <a:ea typeface="Pretendard"/>
                <a:cs typeface="Pretendard"/>
              </a:defRPr>
            </a:lvl6pPr>
            <a:lvl7pPr algn="ctr">
              <a:defRPr sz="2232" b="0">
                <a:solidFill>
                  <a:srgbClr val="202020"/>
                </a:solidFill>
                <a:latin typeface="Pretendard"/>
                <a:ea typeface="Pretendard"/>
                <a:cs typeface="Pretendard"/>
              </a:defRPr>
            </a:lvl7pPr>
            <a:lvl8pPr algn="ctr">
              <a:defRPr sz="2232" b="0">
                <a:solidFill>
                  <a:srgbClr val="202020"/>
                </a:solidFill>
                <a:latin typeface="Pretendard"/>
                <a:ea typeface="Pretendard"/>
                <a:cs typeface="Pretendard"/>
              </a:defRPr>
            </a:lvl8pPr>
            <a:lvl9pPr algn="ctr">
              <a:defRPr sz="2232" b="0">
                <a:solidFill>
                  <a:srgbClr val="202020"/>
                </a:solidFill>
                <a:latin typeface="Pretendard"/>
                <a:ea typeface="Pretendard"/>
                <a:cs typeface="Pretendard"/>
              </a:defRPr>
            </a:lvl9pPr>
          </a:lstStyle>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생성되는 물질 1 mol을</a:t>
            </a:r>
          </a:p>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2053A88C-9A55-4282-BA5F-FC8BA0FA93C4}"/>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202020"/>
                </a:solidFill>
                <a:latin typeface="Pretendard"/>
                <a:ea typeface="Pretendard"/>
                <a:cs typeface="Pretendard"/>
              </a:defRPr>
            </a:defPPr>
            <a:lvl1pPr algn="ctr">
              <a:defRPr sz="2976" b="1">
                <a:solidFill>
                  <a:srgbClr val="202020"/>
                </a:solidFill>
                <a:latin typeface="Pretendard"/>
                <a:ea typeface="Pretendard"/>
                <a:cs typeface="Pretendard"/>
              </a:defRPr>
            </a:lvl1pPr>
            <a:lvl2pPr algn="ctr">
              <a:defRPr sz="2976" b="1">
                <a:solidFill>
                  <a:srgbClr val="202020"/>
                </a:solidFill>
                <a:latin typeface="Pretendard"/>
                <a:ea typeface="Pretendard"/>
                <a:cs typeface="Pretendard"/>
              </a:defRPr>
            </a:lvl2pPr>
            <a:lvl3pPr algn="ctr">
              <a:defRPr sz="2976" b="1">
                <a:solidFill>
                  <a:srgbClr val="202020"/>
                </a:solidFill>
                <a:latin typeface="Pretendard"/>
                <a:ea typeface="Pretendard"/>
                <a:cs typeface="Pretendard"/>
              </a:defRPr>
            </a:lvl3pPr>
            <a:lvl4pPr algn="ctr">
              <a:defRPr sz="2976" b="1">
                <a:solidFill>
                  <a:srgbClr val="202020"/>
                </a:solidFill>
                <a:latin typeface="Pretendard"/>
                <a:ea typeface="Pretendard"/>
                <a:cs typeface="Pretendard"/>
              </a:defRPr>
            </a:lvl4pPr>
            <a:lvl5pPr algn="ctr">
              <a:defRPr sz="2976" b="1">
                <a:solidFill>
                  <a:srgbClr val="202020"/>
                </a:solidFill>
                <a:latin typeface="Pretendard"/>
                <a:ea typeface="Pretendard"/>
                <a:cs typeface="Pretendard"/>
              </a:defRPr>
            </a:lvl5pPr>
            <a:lvl6pPr algn="ctr">
              <a:defRPr sz="2976" b="1">
                <a:solidFill>
                  <a:srgbClr val="202020"/>
                </a:solidFill>
                <a:latin typeface="Pretendard"/>
                <a:ea typeface="Pretendard"/>
                <a:cs typeface="Pretendard"/>
              </a:defRPr>
            </a:lvl6pPr>
            <a:lvl7pPr algn="ctr">
              <a:defRPr sz="2976" b="1">
                <a:solidFill>
                  <a:srgbClr val="202020"/>
                </a:solidFill>
                <a:latin typeface="Pretendard"/>
                <a:ea typeface="Pretendard"/>
                <a:cs typeface="Pretendard"/>
              </a:defRPr>
            </a:lvl7pPr>
            <a:lvl8pPr algn="ctr">
              <a:defRPr sz="2976" b="1">
                <a:solidFill>
                  <a:srgbClr val="202020"/>
                </a:solidFill>
                <a:latin typeface="Pretendard"/>
                <a:ea typeface="Pretendard"/>
                <a:cs typeface="Pretendard"/>
              </a:defRPr>
            </a:lvl8pPr>
            <a:lvl9pPr algn="ctr">
              <a:defRPr sz="2976" b="1">
                <a:solidFill>
                  <a:srgbClr val="202020"/>
                </a:solidFill>
                <a:latin typeface="Pretendard"/>
                <a:ea typeface="Pretendard"/>
                <a:cs typeface="Pretendard"/>
              </a:defRPr>
            </a:lvl9pPr>
          </a:lstStyle>
          <a:p xmlns:a="http://schemas.openxmlformats.org/drawingml/2006/main">
            <a:pPr algn="ctr">
              <a:defRPr sz="2976" b="1">
                <a:solidFill>
                  <a:srgbClr val="202020"/>
                </a:solidFill>
                <a:latin typeface="Pretendard"/>
                <a:ea typeface="Pretendard"/>
                <a:cs typeface="Pretendard"/>
              </a:defRPr>
            </a:pPr>
            <a:r>
              <a:rPr sz="2976" b="1">
                <a:solidFill>
                  <a:srgbClr val="202020"/>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CC7D74C3-D8CB-4D2A-AAAD-DC2FF12678D3}"/>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28691C"/>
                </a:solidFill>
                <a:latin typeface="Pretendard"/>
                <a:ea typeface="Pretendard"/>
                <a:cs typeface="Pretendard"/>
              </a:defRPr>
            </a:defPPr>
            <a:lvl1pPr algn="ctr">
              <a:defRPr sz="2976" b="1">
                <a:solidFill>
                  <a:srgbClr val="28691C"/>
                </a:solidFill>
                <a:latin typeface="Pretendard"/>
                <a:ea typeface="Pretendard"/>
                <a:cs typeface="Pretendard"/>
              </a:defRPr>
            </a:lvl1pPr>
            <a:lvl2pPr algn="ctr">
              <a:defRPr sz="2976" b="1">
                <a:solidFill>
                  <a:srgbClr val="28691C"/>
                </a:solidFill>
                <a:latin typeface="Pretendard"/>
                <a:ea typeface="Pretendard"/>
                <a:cs typeface="Pretendard"/>
              </a:defRPr>
            </a:lvl2pPr>
            <a:lvl3pPr algn="ctr">
              <a:defRPr sz="2976" b="1">
                <a:solidFill>
                  <a:srgbClr val="28691C"/>
                </a:solidFill>
                <a:latin typeface="Pretendard"/>
                <a:ea typeface="Pretendard"/>
                <a:cs typeface="Pretendard"/>
              </a:defRPr>
            </a:lvl3pPr>
            <a:lvl4pPr algn="ctr">
              <a:defRPr sz="2976" b="1">
                <a:solidFill>
                  <a:srgbClr val="28691C"/>
                </a:solidFill>
                <a:latin typeface="Pretendard"/>
                <a:ea typeface="Pretendard"/>
                <a:cs typeface="Pretendard"/>
              </a:defRPr>
            </a:lvl4pPr>
            <a:lvl5pPr algn="ctr">
              <a:defRPr sz="2976" b="1">
                <a:solidFill>
                  <a:srgbClr val="28691C"/>
                </a:solidFill>
                <a:latin typeface="Pretendard"/>
                <a:ea typeface="Pretendard"/>
                <a:cs typeface="Pretendard"/>
              </a:defRPr>
            </a:lvl5pPr>
            <a:lvl6pPr algn="ctr">
              <a:defRPr sz="2976" b="1">
                <a:solidFill>
                  <a:srgbClr val="28691C"/>
                </a:solidFill>
                <a:latin typeface="Pretendard"/>
                <a:ea typeface="Pretendard"/>
                <a:cs typeface="Pretendard"/>
              </a:defRPr>
            </a:lvl6pPr>
            <a:lvl7pPr algn="ctr">
              <a:defRPr sz="2976" b="1">
                <a:solidFill>
                  <a:srgbClr val="28691C"/>
                </a:solidFill>
                <a:latin typeface="Pretendard"/>
                <a:ea typeface="Pretendard"/>
                <a:cs typeface="Pretendard"/>
              </a:defRPr>
            </a:lvl7pPr>
            <a:lvl8pPr algn="ctr">
              <a:defRPr sz="2976" b="1">
                <a:solidFill>
                  <a:srgbClr val="28691C"/>
                </a:solidFill>
                <a:latin typeface="Pretendard"/>
                <a:ea typeface="Pretendard"/>
                <a:cs typeface="Pretendard"/>
              </a:defRPr>
            </a:lvl8pPr>
            <a:lvl9pPr algn="ctr">
              <a:defRPr sz="2976" b="1">
                <a:solidFill>
                  <a:srgbClr val="28691C"/>
                </a:solidFill>
                <a:latin typeface="Pretendard"/>
                <a:ea typeface="Pretendard"/>
                <a:cs typeface="Pretendard"/>
              </a:defRPr>
            </a:lvl9pPr>
          </a:lstStyle>
          <a:p xmlns:a="http://schemas.openxmlformats.org/drawingml/2006/main">
            <a:pPr algn="ctr">
              <a:defRPr sz="2976" b="1">
                <a:solidFill>
                  <a:srgbClr val="28691C"/>
                </a:solidFill>
                <a:latin typeface="Pretendard"/>
                <a:ea typeface="Pretendard"/>
                <a:cs typeface="Pretendard"/>
              </a:defRPr>
            </a:pPr>
            <a:r>
              <a:rPr sz="2976" b="1">
                <a:solidFill>
                  <a:srgbClr val="28691C"/>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778149AC-273F-44EC-90C9-1071A43AC6E8}"/>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202020"/>
                </a:solidFill>
                <a:latin typeface="Pretendard"/>
                <a:ea typeface="Pretendard"/>
                <a:cs typeface="Pretendard"/>
              </a:defRPr>
            </a:defPPr>
            <a:lvl1pPr algn="ctr">
              <a:defRPr sz="2232" b="0">
                <a:solidFill>
                  <a:srgbClr val="202020"/>
                </a:solidFill>
                <a:latin typeface="Pretendard"/>
                <a:ea typeface="Pretendard"/>
                <a:cs typeface="Pretendard"/>
              </a:defRPr>
            </a:lvl1pPr>
            <a:lvl2pPr algn="ctr">
              <a:defRPr sz="2232" b="0">
                <a:solidFill>
                  <a:srgbClr val="202020"/>
                </a:solidFill>
                <a:latin typeface="Pretendard"/>
                <a:ea typeface="Pretendard"/>
                <a:cs typeface="Pretendard"/>
              </a:defRPr>
            </a:lvl2pPr>
            <a:lvl3pPr algn="ctr">
              <a:defRPr sz="2232" b="0">
                <a:solidFill>
                  <a:srgbClr val="202020"/>
                </a:solidFill>
                <a:latin typeface="Pretendard"/>
                <a:ea typeface="Pretendard"/>
                <a:cs typeface="Pretendard"/>
              </a:defRPr>
            </a:lvl3pPr>
            <a:lvl4pPr algn="ctr">
              <a:defRPr sz="2232" b="0">
                <a:solidFill>
                  <a:srgbClr val="202020"/>
                </a:solidFill>
                <a:latin typeface="Pretendard"/>
                <a:ea typeface="Pretendard"/>
                <a:cs typeface="Pretendard"/>
              </a:defRPr>
            </a:lvl4pPr>
            <a:lvl5pPr algn="ctr">
              <a:defRPr sz="2232" b="0">
                <a:solidFill>
                  <a:srgbClr val="202020"/>
                </a:solidFill>
                <a:latin typeface="Pretendard"/>
                <a:ea typeface="Pretendard"/>
                <a:cs typeface="Pretendard"/>
              </a:defRPr>
            </a:lvl5pPr>
            <a:lvl6pPr algn="ctr">
              <a:defRPr sz="2232" b="0">
                <a:solidFill>
                  <a:srgbClr val="202020"/>
                </a:solidFill>
                <a:latin typeface="Pretendard"/>
                <a:ea typeface="Pretendard"/>
                <a:cs typeface="Pretendard"/>
              </a:defRPr>
            </a:lvl6pPr>
            <a:lvl7pPr algn="ctr">
              <a:defRPr sz="2232" b="0">
                <a:solidFill>
                  <a:srgbClr val="202020"/>
                </a:solidFill>
                <a:latin typeface="Pretendard"/>
                <a:ea typeface="Pretendard"/>
                <a:cs typeface="Pretendard"/>
              </a:defRPr>
            </a:lvl7pPr>
            <a:lvl8pPr algn="ctr">
              <a:defRPr sz="2232" b="0">
                <a:solidFill>
                  <a:srgbClr val="202020"/>
                </a:solidFill>
                <a:latin typeface="Pretendard"/>
                <a:ea typeface="Pretendard"/>
                <a:cs typeface="Pretendard"/>
              </a:defRPr>
            </a:lvl8pPr>
            <a:lvl9pPr algn="ctr">
              <a:defRPr sz="2232" b="0">
                <a:solidFill>
                  <a:srgbClr val="202020"/>
                </a:solidFill>
                <a:latin typeface="Pretendard"/>
                <a:ea typeface="Pretendard"/>
                <a:cs typeface="Pretendard"/>
              </a:defRPr>
            </a:lvl9pPr>
          </a:lstStyle>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원소의 형태와</a:t>
            </a:r>
          </a:p>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14B03308-77C2-4137-BE1A-2B7ED0FC0817}"/>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202020"/>
                </a:solidFill>
                <a:latin typeface="Pretendard"/>
                <a:ea typeface="Pretendard"/>
                <a:cs typeface="Pretendard"/>
              </a:defRPr>
            </a:defPPr>
            <a:lvl1pPr algn="ctr">
              <a:defRPr sz="2976" b="1">
                <a:solidFill>
                  <a:srgbClr val="202020"/>
                </a:solidFill>
                <a:latin typeface="Pretendard"/>
                <a:ea typeface="Pretendard"/>
                <a:cs typeface="Pretendard"/>
              </a:defRPr>
            </a:lvl1pPr>
            <a:lvl2pPr algn="ctr">
              <a:defRPr sz="2976" b="1">
                <a:solidFill>
                  <a:srgbClr val="202020"/>
                </a:solidFill>
                <a:latin typeface="Pretendard"/>
                <a:ea typeface="Pretendard"/>
                <a:cs typeface="Pretendard"/>
              </a:defRPr>
            </a:lvl2pPr>
            <a:lvl3pPr algn="ctr">
              <a:defRPr sz="2976" b="1">
                <a:solidFill>
                  <a:srgbClr val="202020"/>
                </a:solidFill>
                <a:latin typeface="Pretendard"/>
                <a:ea typeface="Pretendard"/>
                <a:cs typeface="Pretendard"/>
              </a:defRPr>
            </a:lvl3pPr>
            <a:lvl4pPr algn="ctr">
              <a:defRPr sz="2976" b="1">
                <a:solidFill>
                  <a:srgbClr val="202020"/>
                </a:solidFill>
                <a:latin typeface="Pretendard"/>
                <a:ea typeface="Pretendard"/>
                <a:cs typeface="Pretendard"/>
              </a:defRPr>
            </a:lvl4pPr>
            <a:lvl5pPr algn="ctr">
              <a:defRPr sz="2976" b="1">
                <a:solidFill>
                  <a:srgbClr val="202020"/>
                </a:solidFill>
                <a:latin typeface="Pretendard"/>
                <a:ea typeface="Pretendard"/>
                <a:cs typeface="Pretendard"/>
              </a:defRPr>
            </a:lvl5pPr>
            <a:lvl6pPr algn="ctr">
              <a:defRPr sz="2976" b="1">
                <a:solidFill>
                  <a:srgbClr val="202020"/>
                </a:solidFill>
                <a:latin typeface="Pretendard"/>
                <a:ea typeface="Pretendard"/>
                <a:cs typeface="Pretendard"/>
              </a:defRPr>
            </a:lvl6pPr>
            <a:lvl7pPr algn="ctr">
              <a:defRPr sz="2976" b="1">
                <a:solidFill>
                  <a:srgbClr val="202020"/>
                </a:solidFill>
                <a:latin typeface="Pretendard"/>
                <a:ea typeface="Pretendard"/>
                <a:cs typeface="Pretendard"/>
              </a:defRPr>
            </a:lvl7pPr>
            <a:lvl8pPr algn="ctr">
              <a:defRPr sz="2976" b="1">
                <a:solidFill>
                  <a:srgbClr val="202020"/>
                </a:solidFill>
                <a:latin typeface="Pretendard"/>
                <a:ea typeface="Pretendard"/>
                <a:cs typeface="Pretendard"/>
              </a:defRPr>
            </a:lvl8pPr>
            <a:lvl9pPr algn="ctr">
              <a:defRPr sz="2976" b="1">
                <a:solidFill>
                  <a:srgbClr val="202020"/>
                </a:solidFill>
                <a:latin typeface="Pretendard"/>
                <a:ea typeface="Pretendard"/>
                <a:cs typeface="Pretendard"/>
              </a:defRPr>
            </a:lvl9pPr>
          </a:lstStyle>
          <a:p xmlns:a="http://schemas.openxmlformats.org/drawingml/2006/main">
            <a:pPr algn="ctr">
              <a:defRPr sz="2976" b="1">
                <a:solidFill>
                  <a:srgbClr val="202020"/>
                </a:solidFill>
                <a:latin typeface="Pretendard"/>
                <a:ea typeface="Pretendard"/>
                <a:cs typeface="Pretendard"/>
              </a:defRPr>
            </a:pPr>
            <a:r>
              <a:rPr sz="2976" b="1">
                <a:solidFill>
                  <a:srgbClr val="202020"/>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C71F0D8A-9728-4C03-8E79-233F9A2EF7CB}"/>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28691C"/>
                </a:solidFill>
                <a:latin typeface="Pretendard"/>
                <a:ea typeface="Pretendard"/>
                <a:cs typeface="Pretendard"/>
              </a:defRPr>
            </a:defPPr>
            <a:lvl1pPr algn="ctr">
              <a:defRPr sz="2976" b="1">
                <a:solidFill>
                  <a:srgbClr val="28691C"/>
                </a:solidFill>
                <a:latin typeface="Pretendard"/>
                <a:ea typeface="Pretendard"/>
                <a:cs typeface="Pretendard"/>
              </a:defRPr>
            </a:lvl1pPr>
            <a:lvl2pPr algn="ctr">
              <a:defRPr sz="2976" b="1">
                <a:solidFill>
                  <a:srgbClr val="28691C"/>
                </a:solidFill>
                <a:latin typeface="Pretendard"/>
                <a:ea typeface="Pretendard"/>
                <a:cs typeface="Pretendard"/>
              </a:defRPr>
            </a:lvl2pPr>
            <a:lvl3pPr algn="ctr">
              <a:defRPr sz="2976" b="1">
                <a:solidFill>
                  <a:srgbClr val="28691C"/>
                </a:solidFill>
                <a:latin typeface="Pretendard"/>
                <a:ea typeface="Pretendard"/>
                <a:cs typeface="Pretendard"/>
              </a:defRPr>
            </a:lvl3pPr>
            <a:lvl4pPr algn="ctr">
              <a:defRPr sz="2976" b="1">
                <a:solidFill>
                  <a:srgbClr val="28691C"/>
                </a:solidFill>
                <a:latin typeface="Pretendard"/>
                <a:ea typeface="Pretendard"/>
                <a:cs typeface="Pretendard"/>
              </a:defRPr>
            </a:lvl4pPr>
            <a:lvl5pPr algn="ctr">
              <a:defRPr sz="2976" b="1">
                <a:solidFill>
                  <a:srgbClr val="28691C"/>
                </a:solidFill>
                <a:latin typeface="Pretendard"/>
                <a:ea typeface="Pretendard"/>
                <a:cs typeface="Pretendard"/>
              </a:defRPr>
            </a:lvl5pPr>
            <a:lvl6pPr algn="ctr">
              <a:defRPr sz="2976" b="1">
                <a:solidFill>
                  <a:srgbClr val="28691C"/>
                </a:solidFill>
                <a:latin typeface="Pretendard"/>
                <a:ea typeface="Pretendard"/>
                <a:cs typeface="Pretendard"/>
              </a:defRPr>
            </a:lvl6pPr>
            <a:lvl7pPr algn="ctr">
              <a:defRPr sz="2976" b="1">
                <a:solidFill>
                  <a:srgbClr val="28691C"/>
                </a:solidFill>
                <a:latin typeface="Pretendard"/>
                <a:ea typeface="Pretendard"/>
                <a:cs typeface="Pretendard"/>
              </a:defRPr>
            </a:lvl7pPr>
            <a:lvl8pPr algn="ctr">
              <a:defRPr sz="2976" b="1">
                <a:solidFill>
                  <a:srgbClr val="28691C"/>
                </a:solidFill>
                <a:latin typeface="Pretendard"/>
                <a:ea typeface="Pretendard"/>
                <a:cs typeface="Pretendard"/>
              </a:defRPr>
            </a:lvl8pPr>
            <a:lvl9pPr algn="ctr">
              <a:defRPr sz="2976" b="1">
                <a:solidFill>
                  <a:srgbClr val="28691C"/>
                </a:solidFill>
                <a:latin typeface="Pretendard"/>
                <a:ea typeface="Pretendard"/>
                <a:cs typeface="Pretendard"/>
              </a:defRPr>
            </a:lvl9pPr>
          </a:lstStyle>
          <a:p xmlns:a="http://schemas.openxmlformats.org/drawingml/2006/main">
            <a:pPr algn="ctr">
              <a:defRPr sz="2976" b="1">
                <a:solidFill>
                  <a:srgbClr val="28691C"/>
                </a:solidFill>
                <a:latin typeface="Pretendard"/>
                <a:ea typeface="Pretendard"/>
                <a:cs typeface="Pretendard"/>
              </a:defRPr>
            </a:pPr>
            <a:r>
              <a:rPr sz="2976" b="1">
                <a:solidFill>
                  <a:srgbClr val="28691C"/>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10A34C49-686C-42B5-BEE4-6271906CD11D}"/>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202020"/>
                </a:solidFill>
                <a:latin typeface="Pretendard"/>
                <a:ea typeface="Pretendard"/>
                <a:cs typeface="Pretendard"/>
              </a:defRPr>
            </a:defPPr>
            <a:lvl1pPr algn="ctr">
              <a:defRPr sz="2232" b="0">
                <a:solidFill>
                  <a:srgbClr val="202020"/>
                </a:solidFill>
                <a:latin typeface="Pretendard"/>
                <a:ea typeface="Pretendard"/>
                <a:cs typeface="Pretendard"/>
              </a:defRPr>
            </a:lvl1pPr>
            <a:lvl2pPr algn="ctr">
              <a:defRPr sz="2232" b="0">
                <a:solidFill>
                  <a:srgbClr val="202020"/>
                </a:solidFill>
                <a:latin typeface="Pretendard"/>
                <a:ea typeface="Pretendard"/>
                <a:cs typeface="Pretendard"/>
              </a:defRPr>
            </a:lvl2pPr>
            <a:lvl3pPr algn="ctr">
              <a:defRPr sz="2232" b="0">
                <a:solidFill>
                  <a:srgbClr val="202020"/>
                </a:solidFill>
                <a:latin typeface="Pretendard"/>
                <a:ea typeface="Pretendard"/>
                <a:cs typeface="Pretendard"/>
              </a:defRPr>
            </a:lvl3pPr>
            <a:lvl4pPr algn="ctr">
              <a:defRPr sz="2232" b="0">
                <a:solidFill>
                  <a:srgbClr val="202020"/>
                </a:solidFill>
                <a:latin typeface="Pretendard"/>
                <a:ea typeface="Pretendard"/>
                <a:cs typeface="Pretendard"/>
              </a:defRPr>
            </a:lvl4pPr>
            <a:lvl5pPr algn="ctr">
              <a:defRPr sz="2232" b="0">
                <a:solidFill>
                  <a:srgbClr val="202020"/>
                </a:solidFill>
                <a:latin typeface="Pretendard"/>
                <a:ea typeface="Pretendard"/>
                <a:cs typeface="Pretendard"/>
              </a:defRPr>
            </a:lvl5pPr>
            <a:lvl6pPr algn="ctr">
              <a:defRPr sz="2232" b="0">
                <a:solidFill>
                  <a:srgbClr val="202020"/>
                </a:solidFill>
                <a:latin typeface="Pretendard"/>
                <a:ea typeface="Pretendard"/>
                <a:cs typeface="Pretendard"/>
              </a:defRPr>
            </a:lvl6pPr>
            <a:lvl7pPr algn="ctr">
              <a:defRPr sz="2232" b="0">
                <a:solidFill>
                  <a:srgbClr val="202020"/>
                </a:solidFill>
                <a:latin typeface="Pretendard"/>
                <a:ea typeface="Pretendard"/>
                <a:cs typeface="Pretendard"/>
              </a:defRPr>
            </a:lvl7pPr>
            <a:lvl8pPr algn="ctr">
              <a:defRPr sz="2232" b="0">
                <a:solidFill>
                  <a:srgbClr val="202020"/>
                </a:solidFill>
                <a:latin typeface="Pretendard"/>
                <a:ea typeface="Pretendard"/>
                <a:cs typeface="Pretendard"/>
              </a:defRPr>
            </a:lvl8pPr>
            <a:lvl9pPr algn="ctr">
              <a:defRPr sz="2232" b="0">
                <a:solidFill>
                  <a:srgbClr val="202020"/>
                </a:solidFill>
                <a:latin typeface="Pretendard"/>
                <a:ea typeface="Pretendard"/>
                <a:cs typeface="Pretendard"/>
              </a:defRPr>
            </a:lvl9pPr>
          </a:lstStyle>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반응 계수를 곱하고</a:t>
            </a:r>
          </a:p>
          <a:p xmlns:a="http://schemas.openxmlformats.org/drawingml/2006/main">
            <a:pPr algn="ctr">
              <a:defRPr sz="2232" b="0">
                <a:solidFill>
                  <a:srgbClr val="202020"/>
                </a:solidFill>
                <a:latin typeface="Pretendard"/>
                <a:ea typeface="Pretendard"/>
                <a:cs typeface="Pretendard"/>
              </a:defRPr>
            </a:pPr>
            <a:r>
              <a:rPr sz="2232" b="0">
                <a:solidFill>
                  <a:srgbClr val="202020"/>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0106E070-237B-46F0-9C09-A44B7452454E}"/>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686868"/>
                </a:solidFill>
                <a:latin typeface="Pretendard"/>
                <a:ea typeface="Pretendard"/>
                <a:cs typeface="Pretendard"/>
              </a:defRPr>
            </a:defPPr>
            <a:lvl1pPr algn="ctr">
              <a:defRPr sz="2790" b="0">
                <a:solidFill>
                  <a:srgbClr val="686868"/>
                </a:solidFill>
                <a:latin typeface="Pretendard"/>
                <a:ea typeface="Pretendard"/>
                <a:cs typeface="Pretendard"/>
              </a:defRPr>
            </a:lvl1pPr>
            <a:lvl2pPr algn="ctr">
              <a:defRPr sz="2790" b="0">
                <a:solidFill>
                  <a:srgbClr val="686868"/>
                </a:solidFill>
                <a:latin typeface="Pretendard"/>
                <a:ea typeface="Pretendard"/>
                <a:cs typeface="Pretendard"/>
              </a:defRPr>
            </a:lvl2pPr>
            <a:lvl3pPr algn="ctr">
              <a:defRPr sz="2790" b="0">
                <a:solidFill>
                  <a:srgbClr val="686868"/>
                </a:solidFill>
                <a:latin typeface="Pretendard"/>
                <a:ea typeface="Pretendard"/>
                <a:cs typeface="Pretendard"/>
              </a:defRPr>
            </a:lvl3pPr>
            <a:lvl4pPr algn="ctr">
              <a:defRPr sz="2790" b="0">
                <a:solidFill>
                  <a:srgbClr val="686868"/>
                </a:solidFill>
                <a:latin typeface="Pretendard"/>
                <a:ea typeface="Pretendard"/>
                <a:cs typeface="Pretendard"/>
              </a:defRPr>
            </a:lvl4pPr>
            <a:lvl5pPr algn="ctr">
              <a:defRPr sz="2790" b="0">
                <a:solidFill>
                  <a:srgbClr val="686868"/>
                </a:solidFill>
                <a:latin typeface="Pretendard"/>
                <a:ea typeface="Pretendard"/>
                <a:cs typeface="Pretendard"/>
              </a:defRPr>
            </a:lvl5pPr>
            <a:lvl6pPr algn="ctr">
              <a:defRPr sz="2790" b="0">
                <a:solidFill>
                  <a:srgbClr val="686868"/>
                </a:solidFill>
                <a:latin typeface="Pretendard"/>
                <a:ea typeface="Pretendard"/>
                <a:cs typeface="Pretendard"/>
              </a:defRPr>
            </a:lvl6pPr>
            <a:lvl7pPr algn="ctr">
              <a:defRPr sz="2790" b="0">
                <a:solidFill>
                  <a:srgbClr val="686868"/>
                </a:solidFill>
                <a:latin typeface="Pretendard"/>
                <a:ea typeface="Pretendard"/>
                <a:cs typeface="Pretendard"/>
              </a:defRPr>
            </a:lvl7pPr>
            <a:lvl8pPr algn="ctr">
              <a:defRPr sz="2790" b="0">
                <a:solidFill>
                  <a:srgbClr val="686868"/>
                </a:solidFill>
                <a:latin typeface="Pretendard"/>
                <a:ea typeface="Pretendard"/>
                <a:cs typeface="Pretendard"/>
              </a:defRPr>
            </a:lvl8pPr>
            <a:lvl9pPr algn="ctr">
              <a:defRPr sz="2790" b="0">
                <a:solidFill>
                  <a:srgbClr val="686868"/>
                </a:solidFill>
                <a:latin typeface="Pretendard"/>
                <a:ea typeface="Pretendard"/>
                <a:cs typeface="Pretendard"/>
              </a:defRPr>
            </a:lvl9pPr>
          </a:lstStyle>
          <a:p xmlns:a="http://schemas.openxmlformats.org/drawingml/2006/main">
            <a:pPr algn="ctr">
              <a:defRPr sz="2790" b="0">
                <a:solidFill>
                  <a:srgbClr val="686868"/>
                </a:solidFill>
                <a:latin typeface="Pretendard"/>
                <a:ea typeface="Pretendard"/>
                <a:cs typeface="Pretendard"/>
              </a:defRPr>
            </a:pPr>
            <a:r>
              <a:rPr sz="2790" b="0">
                <a:solidFill>
                  <a:srgbClr val="686868"/>
                </a:solidFill>
                <a:latin typeface="Pretendard"/>
                <a:ea typeface="Pretendard"/>
                <a:cs typeface="Pretendard"/>
              </a:rPr>
              <a:t>생성물의 합에서 반응물의 합을 뺀다.</a:t>
            </a:r>
          </a:p>
        </p:txBody>
      </p:sp>
      <p:pic>
        <p:nvPicPr>
          <p:cNvPr id="20" name="">
            <a:extLst xmlns:a="http://schemas.openxmlformats.org/drawingml/2006/main">
              <a:ext uri="{FF2B5EF4-FFF2-40B4-BE49-F238E27FC236}">
                <a16:creationId xmlns:a16="http://schemas.microsoft.com/office/drawing/2014/main" id="{D7B0EA4B-CF52-49F3-9A66-13E100B61168}"/>
              </a:ext>
            </a:extLst>
          </p:cNvPr>
          <p:cNvPicPr>
            <a:picLocks xmlns:a="http://schemas.openxmlformats.org/drawingml/2006/main" noChangeAspect="1"/>
          </p:cNvPicPr>
          <p:nvPr/>
        </p:nvPicPr>
        <p:blipFill>
          <a:blip xmlns:r="http://schemas.openxmlformats.org/officeDocument/2006/relationships" xmlns:a="http://schemas.openxmlformats.org/drawingml/2006/main" r:embed="Rbb8d754622034d79"/>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40816477"/>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B84DBAE-F34E-44F2-999C-3DEDBBC1043D}"/>
              </a:ext>
            </a:extLst>
          </p:cNvPr>
          <p:cNvPicPr>
            <a:picLocks xmlns:a="http://schemas.openxmlformats.org/drawingml/2006/main" noChangeAspect="1"/>
          </p:cNvPicPr>
          <p:nvPr/>
        </p:nvPicPr>
        <p:blipFill>
          <a:blip xmlns:r="http://schemas.openxmlformats.org/officeDocument/2006/relationships" xmlns:a="http://schemas.openxmlformats.org/drawingml/2006/main" r:embed="Ra199c6822b7348b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6E93BFB2-9F6B-4F36-B6AE-41FC114F156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676C68A-2C7A-4EA7-8B27-9150A3A8C1C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7E1EA25-6BCD-4D1E-A9C2-402FDF87E2C0}"/>
              </a:ext>
            </a:extLst>
          </p:cNvPr>
          <p:cNvPicPr>
            <a:picLocks xmlns:a="http://schemas.openxmlformats.org/drawingml/2006/main" noChangeAspect="1"/>
          </p:cNvPicPr>
          <p:nvPr/>
        </p:nvPicPr>
        <p:blipFill>
          <a:blip xmlns:r="http://schemas.openxmlformats.org/officeDocument/2006/relationships" xmlns:a="http://schemas.openxmlformats.org/drawingml/2006/main" r:embed="R00a972989740409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B939005D-F788-40AD-9CFE-C30AE316D80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C579D09F-0BF2-4472-BA5F-358ECA04E79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D1AF7311-CE68-4231-B1F4-D5175A364E1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3A279ACE-F167-4049-9676-B33517B1303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6613052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BD516995-7787-41C1-89F5-2A151B24454D}"/>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F2F3F1"/>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1417B0E8-A857-46F9-A0A6-90ED6F694B39}"/>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21195BFE-E059-4BC7-89DE-3A84C5DB6F7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1D1F5EC-D48E-4019-B4EA-55ABDC01DAC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DD9838C-07A1-45FF-AB49-D05447344F1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FE2DBFB-1B98-4B18-BED6-58B4F3BA325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9051F974-58C3-447C-90E7-CF60B688547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9BEC0D85-71CF-4A7B-8536-AD6B1170175F}"/>
              </a:ext>
            </a:extLst>
          </p:cNvPr>
          <p:cNvPicPr>
            <a:picLocks xmlns:a="http://schemas.openxmlformats.org/drawingml/2006/main" noChangeAspect="1"/>
          </p:cNvPicPr>
          <p:nvPr/>
        </p:nvPicPr>
        <p:blipFill>
          <a:blip xmlns:r="http://schemas.openxmlformats.org/officeDocument/2006/relationships" xmlns:a="http://schemas.openxmlformats.org/drawingml/2006/main" r:embed="Raf08d262eac14ea7"/>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A5EBB23-4295-48C2-8483-962B4A06E01D}"/>
              </a:ext>
            </a:extLst>
          </p:cNvPr>
          <p:cNvPicPr>
            <a:picLocks xmlns:a="http://schemas.openxmlformats.org/drawingml/2006/main" noChangeAspect="1"/>
          </p:cNvPicPr>
          <p:nvPr/>
        </p:nvPicPr>
        <p:blipFill>
          <a:blip xmlns:r="http://schemas.openxmlformats.org/officeDocument/2006/relationships" xmlns:a="http://schemas.openxmlformats.org/drawingml/2006/main" r:embed="Rdb215a3ec69e4125"/>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B3A0B817-D020-4FE7-9A37-31AE06700F7D}"/>
              </a:ext>
            </a:extLst>
          </p:cNvPr>
          <p:cNvPicPr>
            <a:picLocks xmlns:a="http://schemas.openxmlformats.org/drawingml/2006/main" noChangeAspect="1"/>
          </p:cNvPicPr>
          <p:nvPr/>
        </p:nvPicPr>
        <p:blipFill>
          <a:blip xmlns:r="http://schemas.openxmlformats.org/officeDocument/2006/relationships" xmlns:a="http://schemas.openxmlformats.org/drawingml/2006/main" r:embed="R8053d459503f4edf"/>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2E8D0723-4E64-4103-99DA-EE39F936B4B9}"/>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34E8913C-491E-4958-8F3C-69EF2E4C76E0}"/>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경로 2 · 고체와 직접 반응</a:t>
            </a:r>
          </a:p>
        </p:txBody>
      </p:sp>
      <p:pic>
        <p:nvPicPr>
          <p:cNvPr id="17" name="">
            <a:extLst xmlns:a="http://schemas.openxmlformats.org/drawingml/2006/main">
              <a:ext uri="{FF2B5EF4-FFF2-40B4-BE49-F238E27FC236}">
                <a16:creationId xmlns:a16="http://schemas.microsoft.com/office/drawing/2014/main" id="{9F0276E6-20AA-4554-BD55-57E21FD639D4}"/>
              </a:ext>
            </a:extLst>
          </p:cNvPr>
          <p:cNvPicPr>
            <a:picLocks xmlns:a="http://schemas.openxmlformats.org/drawingml/2006/main" noChangeAspect="1"/>
          </p:cNvPicPr>
          <p:nvPr/>
        </p:nvPicPr>
        <p:blipFill>
          <a:blip xmlns:r="http://schemas.openxmlformats.org/officeDocument/2006/relationships" xmlns:a="http://schemas.openxmlformats.org/drawingml/2006/main" r:embed="R795e932cba374795"/>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30749345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259579DC-80C8-4DA1-AE0A-7A1D78470C3B}"/>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F2F3F1"/>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8FF3DA51-589F-493A-A878-854585E1A895}"/>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F2F3F1"/>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D397B136-37C7-4B88-ADBE-B3B7FCC2662B}"/>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22A8E7E2-1759-4970-9372-0692D677963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DA0055A-A4DA-47BF-9716-C8268F2CF57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8A8E208-7B02-4E38-A2A1-48D7A5F80E6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AC8056C-39E8-4939-8C29-17AB5982C7D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2663C90E-5A67-421F-B351-E7917B0599F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51B2B9A5-FDA3-4B55-BC31-29942631A9A1}"/>
              </a:ext>
            </a:extLst>
          </p:cNvPr>
          <p:cNvPicPr>
            <a:picLocks xmlns:a="http://schemas.openxmlformats.org/drawingml/2006/main" noChangeAspect="1"/>
          </p:cNvPicPr>
          <p:nvPr/>
        </p:nvPicPr>
        <p:blipFill>
          <a:blip xmlns:r="http://schemas.openxmlformats.org/officeDocument/2006/relationships" xmlns:a="http://schemas.openxmlformats.org/drawingml/2006/main" r:embed="Re389ab7d9530436f"/>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4C2CFACE-228C-4C8E-AB9B-6AB366E81F46}"/>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9F50F184-846D-4917-AA64-ACF43C76AF86}"/>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1DB51459-5931-425C-A7B8-CC6869E7A4E0}"/>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수산화 나트륨과 염화 수소의</a:t>
            </a:r>
          </a:p>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63C6B6EE-DF51-4346-BFF4-D44817A02554}"/>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C4433231-6511-472A-8BE9-8FEFB3554733}"/>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용해 후 처음 온도로 식힌 뒤</a:t>
            </a:r>
          </a:p>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염산을 넣어 중화열을 측정한다.</a:t>
            </a:r>
          </a:p>
        </p:txBody>
      </p:sp>
      <p:pic>
        <p:nvPicPr>
          <p:cNvPr id="23" name="">
            <a:extLst xmlns:a="http://schemas.openxmlformats.org/drawingml/2006/main">
              <a:ext uri="{FF2B5EF4-FFF2-40B4-BE49-F238E27FC236}">
                <a16:creationId xmlns:a16="http://schemas.microsoft.com/office/drawing/2014/main" id="{3DC93616-9865-45E5-8EF4-8862AD706ABA}"/>
              </a:ext>
            </a:extLst>
          </p:cNvPr>
          <p:cNvPicPr>
            <a:picLocks xmlns:a="http://schemas.openxmlformats.org/drawingml/2006/main" noChangeAspect="1"/>
          </p:cNvPicPr>
          <p:nvPr/>
        </p:nvPicPr>
        <p:blipFill>
          <a:blip xmlns:r="http://schemas.openxmlformats.org/officeDocument/2006/relationships" xmlns:a="http://schemas.openxmlformats.org/drawingml/2006/main" r:embed="Rae697a010d3940da"/>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344452362"/>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9DEFBF74-D33C-42C0-A155-42F4533CC7BA}"/>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F2F3F1"/>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8049074B-8B4D-4039-AF16-9C4903B9A650}"/>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F2F3F1"/>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737C48A6-1674-4343-9D4C-58EADDBF0873}"/>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9E05709A-BB17-443B-BA62-0E1E7131FE4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F81016-2BFC-4DAE-A4DA-6597F7CFF90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48412D5-D722-41A5-85CE-B2C02AD3C90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1D0DB57-7B85-4A94-A821-A20D608EFA5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7BB819C-46DD-4361-896A-E0B1B54989B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A7AAF57A-F6B3-4E07-97F4-F4C483D0794E}"/>
              </a:ext>
            </a:extLst>
          </p:cNvPr>
          <p:cNvPicPr>
            <a:picLocks xmlns:a="http://schemas.openxmlformats.org/drawingml/2006/main" noChangeAspect="1"/>
          </p:cNvPicPr>
          <p:nvPr/>
        </p:nvPicPr>
        <p:blipFill>
          <a:blip xmlns:r="http://schemas.openxmlformats.org/officeDocument/2006/relationships" xmlns:a="http://schemas.openxmlformats.org/drawingml/2006/main" r:embed="R8e98adb681214a09"/>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5443C8BF-E7EC-4FAD-B11D-F3CB7C3FE3C7}"/>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840BDD62-7FE3-443C-B711-64F636F21F52}"/>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372A88DD-6325-4B6A-994F-67F1A9C132DE}"/>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02020"/>
                </a:solidFill>
                <a:latin typeface="Pretendard"/>
                <a:ea typeface="Pretendard"/>
                <a:cs typeface="Pretendard"/>
              </a:defRPr>
            </a:defPPr>
            <a:lvl1pPr algn="l">
              <a:defRPr sz="2400" b="1">
                <a:solidFill>
                  <a:srgbClr val="202020"/>
                </a:solidFill>
                <a:latin typeface="Pretendard"/>
                <a:ea typeface="Pretendard"/>
                <a:cs typeface="Pretendard"/>
              </a:defRPr>
            </a:lvl1pPr>
            <a:lvl2pPr algn="l">
              <a:defRPr sz="2400" b="1">
                <a:solidFill>
                  <a:srgbClr val="202020"/>
                </a:solidFill>
                <a:latin typeface="Pretendard"/>
                <a:ea typeface="Pretendard"/>
                <a:cs typeface="Pretendard"/>
              </a:defRPr>
            </a:lvl2pPr>
            <a:lvl3pPr algn="l">
              <a:defRPr sz="2400" b="1">
                <a:solidFill>
                  <a:srgbClr val="202020"/>
                </a:solidFill>
                <a:latin typeface="Pretendard"/>
                <a:ea typeface="Pretendard"/>
                <a:cs typeface="Pretendard"/>
              </a:defRPr>
            </a:lvl3pPr>
            <a:lvl4pPr algn="l">
              <a:defRPr sz="2400" b="1">
                <a:solidFill>
                  <a:srgbClr val="202020"/>
                </a:solidFill>
                <a:latin typeface="Pretendard"/>
                <a:ea typeface="Pretendard"/>
                <a:cs typeface="Pretendard"/>
              </a:defRPr>
            </a:lvl4pPr>
            <a:lvl5pPr algn="l">
              <a:defRPr sz="2400" b="1">
                <a:solidFill>
                  <a:srgbClr val="202020"/>
                </a:solidFill>
                <a:latin typeface="Pretendard"/>
                <a:ea typeface="Pretendard"/>
                <a:cs typeface="Pretendard"/>
              </a:defRPr>
            </a:lvl5pPr>
            <a:lvl6pPr algn="l">
              <a:defRPr sz="2400" b="1">
                <a:solidFill>
                  <a:srgbClr val="202020"/>
                </a:solidFill>
                <a:latin typeface="Pretendard"/>
                <a:ea typeface="Pretendard"/>
                <a:cs typeface="Pretendard"/>
              </a:defRPr>
            </a:lvl6pPr>
            <a:lvl7pPr algn="l">
              <a:defRPr sz="2400" b="1">
                <a:solidFill>
                  <a:srgbClr val="202020"/>
                </a:solidFill>
                <a:latin typeface="Pretendard"/>
                <a:ea typeface="Pretendard"/>
                <a:cs typeface="Pretendard"/>
              </a:defRPr>
            </a:lvl7pPr>
            <a:lvl8pPr algn="l">
              <a:defRPr sz="2400" b="1">
                <a:solidFill>
                  <a:srgbClr val="202020"/>
                </a:solidFill>
                <a:latin typeface="Pretendard"/>
                <a:ea typeface="Pretendard"/>
                <a:cs typeface="Pretendard"/>
              </a:defRPr>
            </a:lvl8pPr>
            <a:lvl9pPr algn="l">
              <a:defRPr sz="2400" b="1">
                <a:solidFill>
                  <a:srgbClr val="202020"/>
                </a:solidFill>
                <a:latin typeface="Pretendard"/>
                <a:ea typeface="Pretendard"/>
                <a:cs typeface="Pretendard"/>
              </a:defRPr>
            </a:lvl9pPr>
          </a:lstStyle>
          <a:p xmlns:a="http://schemas.openxmlformats.org/drawingml/2006/main">
            <a:pPr algn="l">
              <a:defRPr sz="2400" b="1">
                <a:solidFill>
                  <a:srgbClr val="202020"/>
                </a:solidFill>
                <a:latin typeface="Pretendard"/>
                <a:ea typeface="Pretendard"/>
                <a:cs typeface="Pretendard"/>
              </a:defRPr>
            </a:pPr>
            <a:r>
              <a:rPr sz="2400" b="1">
                <a:solidFill>
                  <a:srgbClr val="202020"/>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450AF935-5539-49A3-B60C-295663942CBB}"/>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686868"/>
                </a:solidFill>
                <a:latin typeface="Pretendard"/>
                <a:ea typeface="Pretendard"/>
                <a:cs typeface="Pretendard"/>
              </a:defRPr>
            </a:defPPr>
            <a:lvl1pPr algn="l">
              <a:defRPr sz="2025" b="0">
                <a:solidFill>
                  <a:srgbClr val="686868"/>
                </a:solidFill>
                <a:latin typeface="Pretendard"/>
                <a:ea typeface="Pretendard"/>
                <a:cs typeface="Pretendard"/>
              </a:defRPr>
            </a:lvl1pPr>
            <a:lvl2pPr algn="l">
              <a:defRPr sz="2025" b="0">
                <a:solidFill>
                  <a:srgbClr val="686868"/>
                </a:solidFill>
                <a:latin typeface="Pretendard"/>
                <a:ea typeface="Pretendard"/>
                <a:cs typeface="Pretendard"/>
              </a:defRPr>
            </a:lvl2pPr>
            <a:lvl3pPr algn="l">
              <a:defRPr sz="2025" b="0">
                <a:solidFill>
                  <a:srgbClr val="686868"/>
                </a:solidFill>
                <a:latin typeface="Pretendard"/>
                <a:ea typeface="Pretendard"/>
                <a:cs typeface="Pretendard"/>
              </a:defRPr>
            </a:lvl3pPr>
            <a:lvl4pPr algn="l">
              <a:defRPr sz="2025" b="0">
                <a:solidFill>
                  <a:srgbClr val="686868"/>
                </a:solidFill>
                <a:latin typeface="Pretendard"/>
                <a:ea typeface="Pretendard"/>
                <a:cs typeface="Pretendard"/>
              </a:defRPr>
            </a:lvl4pPr>
            <a:lvl5pPr algn="l">
              <a:defRPr sz="2025" b="0">
                <a:solidFill>
                  <a:srgbClr val="686868"/>
                </a:solidFill>
                <a:latin typeface="Pretendard"/>
                <a:ea typeface="Pretendard"/>
                <a:cs typeface="Pretendard"/>
              </a:defRPr>
            </a:lvl5pPr>
            <a:lvl6pPr algn="l">
              <a:defRPr sz="2025" b="0">
                <a:solidFill>
                  <a:srgbClr val="686868"/>
                </a:solidFill>
                <a:latin typeface="Pretendard"/>
                <a:ea typeface="Pretendard"/>
                <a:cs typeface="Pretendard"/>
              </a:defRPr>
            </a:lvl6pPr>
            <a:lvl7pPr algn="l">
              <a:defRPr sz="2025" b="0">
                <a:solidFill>
                  <a:srgbClr val="686868"/>
                </a:solidFill>
                <a:latin typeface="Pretendard"/>
                <a:ea typeface="Pretendard"/>
                <a:cs typeface="Pretendard"/>
              </a:defRPr>
            </a:lvl7pPr>
            <a:lvl8pPr algn="l">
              <a:defRPr sz="2025" b="0">
                <a:solidFill>
                  <a:srgbClr val="686868"/>
                </a:solidFill>
                <a:latin typeface="Pretendard"/>
                <a:ea typeface="Pretendard"/>
                <a:cs typeface="Pretendard"/>
              </a:defRPr>
            </a:lvl8pPr>
            <a:lvl9pPr algn="l">
              <a:defRPr sz="2025" b="0">
                <a:solidFill>
                  <a:srgbClr val="686868"/>
                </a:solidFill>
                <a:latin typeface="Pretendard"/>
                <a:ea typeface="Pretendard"/>
                <a:cs typeface="Pretendard"/>
              </a:defRPr>
            </a:lvl9pPr>
          </a:lstStyle>
          <a:p xmlns:a="http://schemas.openxmlformats.org/drawingml/2006/main">
            <a:pPr algn="l">
              <a:defRPr sz="2025" b="0">
                <a:solidFill>
                  <a:srgbClr val="686868"/>
                </a:solidFill>
                <a:latin typeface="Pretendard"/>
                <a:ea typeface="Pretendard"/>
                <a:cs typeface="Pretendard"/>
              </a:defRPr>
            </a:pPr>
            <a:r>
              <a:rPr sz="2025" b="0">
                <a:solidFill>
                  <a:srgbClr val="686868"/>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49E1434D-BBC9-4018-B453-C1F22DEDD58F}"/>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FBD8D46E-E34A-4165-9ECA-60234633D234}"/>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02020"/>
                </a:solidFill>
                <a:latin typeface="Pretendard"/>
                <a:ea typeface="Pretendard"/>
                <a:cs typeface="Pretendard"/>
              </a:defRPr>
            </a:defPPr>
            <a:lvl1pPr algn="l">
              <a:defRPr sz="2400" b="1">
                <a:solidFill>
                  <a:srgbClr val="202020"/>
                </a:solidFill>
                <a:latin typeface="Pretendard"/>
                <a:ea typeface="Pretendard"/>
                <a:cs typeface="Pretendard"/>
              </a:defRPr>
            </a:lvl1pPr>
            <a:lvl2pPr algn="l">
              <a:defRPr sz="2400" b="1">
                <a:solidFill>
                  <a:srgbClr val="202020"/>
                </a:solidFill>
                <a:latin typeface="Pretendard"/>
                <a:ea typeface="Pretendard"/>
                <a:cs typeface="Pretendard"/>
              </a:defRPr>
            </a:lvl2pPr>
            <a:lvl3pPr algn="l">
              <a:defRPr sz="2400" b="1">
                <a:solidFill>
                  <a:srgbClr val="202020"/>
                </a:solidFill>
                <a:latin typeface="Pretendard"/>
                <a:ea typeface="Pretendard"/>
                <a:cs typeface="Pretendard"/>
              </a:defRPr>
            </a:lvl3pPr>
            <a:lvl4pPr algn="l">
              <a:defRPr sz="2400" b="1">
                <a:solidFill>
                  <a:srgbClr val="202020"/>
                </a:solidFill>
                <a:latin typeface="Pretendard"/>
                <a:ea typeface="Pretendard"/>
                <a:cs typeface="Pretendard"/>
              </a:defRPr>
            </a:lvl4pPr>
            <a:lvl5pPr algn="l">
              <a:defRPr sz="2400" b="1">
                <a:solidFill>
                  <a:srgbClr val="202020"/>
                </a:solidFill>
                <a:latin typeface="Pretendard"/>
                <a:ea typeface="Pretendard"/>
                <a:cs typeface="Pretendard"/>
              </a:defRPr>
            </a:lvl5pPr>
            <a:lvl6pPr algn="l">
              <a:defRPr sz="2400" b="1">
                <a:solidFill>
                  <a:srgbClr val="202020"/>
                </a:solidFill>
                <a:latin typeface="Pretendard"/>
                <a:ea typeface="Pretendard"/>
                <a:cs typeface="Pretendard"/>
              </a:defRPr>
            </a:lvl6pPr>
            <a:lvl7pPr algn="l">
              <a:defRPr sz="2400" b="1">
                <a:solidFill>
                  <a:srgbClr val="202020"/>
                </a:solidFill>
                <a:latin typeface="Pretendard"/>
                <a:ea typeface="Pretendard"/>
                <a:cs typeface="Pretendard"/>
              </a:defRPr>
            </a:lvl7pPr>
            <a:lvl8pPr algn="l">
              <a:defRPr sz="2400" b="1">
                <a:solidFill>
                  <a:srgbClr val="202020"/>
                </a:solidFill>
                <a:latin typeface="Pretendard"/>
                <a:ea typeface="Pretendard"/>
                <a:cs typeface="Pretendard"/>
              </a:defRPr>
            </a:lvl8pPr>
            <a:lvl9pPr algn="l">
              <a:defRPr sz="2400" b="1">
                <a:solidFill>
                  <a:srgbClr val="202020"/>
                </a:solidFill>
                <a:latin typeface="Pretendard"/>
                <a:ea typeface="Pretendard"/>
                <a:cs typeface="Pretendard"/>
              </a:defRPr>
            </a:lvl9pPr>
          </a:lstStyle>
          <a:p xmlns:a="http://schemas.openxmlformats.org/drawingml/2006/main">
            <a:pPr algn="l">
              <a:defRPr sz="2400" b="1">
                <a:solidFill>
                  <a:srgbClr val="202020"/>
                </a:solidFill>
                <a:latin typeface="Pretendard"/>
                <a:ea typeface="Pretendard"/>
                <a:cs typeface="Pretendard"/>
              </a:defRPr>
            </a:pPr>
            <a:r>
              <a:rPr sz="2400" b="1">
                <a:solidFill>
                  <a:srgbClr val="202020"/>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2AB95F8B-6D67-4574-807E-E4290C892B8F}"/>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686868"/>
                </a:solidFill>
                <a:latin typeface="Pretendard"/>
                <a:ea typeface="Pretendard"/>
                <a:cs typeface="Pretendard"/>
              </a:defRPr>
            </a:defPPr>
            <a:lvl1pPr algn="l">
              <a:defRPr sz="2025" b="0">
                <a:solidFill>
                  <a:srgbClr val="686868"/>
                </a:solidFill>
                <a:latin typeface="Pretendard"/>
                <a:ea typeface="Pretendard"/>
                <a:cs typeface="Pretendard"/>
              </a:defRPr>
            </a:lvl1pPr>
            <a:lvl2pPr algn="l">
              <a:defRPr sz="2025" b="0">
                <a:solidFill>
                  <a:srgbClr val="686868"/>
                </a:solidFill>
                <a:latin typeface="Pretendard"/>
                <a:ea typeface="Pretendard"/>
                <a:cs typeface="Pretendard"/>
              </a:defRPr>
            </a:lvl2pPr>
            <a:lvl3pPr algn="l">
              <a:defRPr sz="2025" b="0">
                <a:solidFill>
                  <a:srgbClr val="686868"/>
                </a:solidFill>
                <a:latin typeface="Pretendard"/>
                <a:ea typeface="Pretendard"/>
                <a:cs typeface="Pretendard"/>
              </a:defRPr>
            </a:lvl3pPr>
            <a:lvl4pPr algn="l">
              <a:defRPr sz="2025" b="0">
                <a:solidFill>
                  <a:srgbClr val="686868"/>
                </a:solidFill>
                <a:latin typeface="Pretendard"/>
                <a:ea typeface="Pretendard"/>
                <a:cs typeface="Pretendard"/>
              </a:defRPr>
            </a:lvl4pPr>
            <a:lvl5pPr algn="l">
              <a:defRPr sz="2025" b="0">
                <a:solidFill>
                  <a:srgbClr val="686868"/>
                </a:solidFill>
                <a:latin typeface="Pretendard"/>
                <a:ea typeface="Pretendard"/>
                <a:cs typeface="Pretendard"/>
              </a:defRPr>
            </a:lvl5pPr>
            <a:lvl6pPr algn="l">
              <a:defRPr sz="2025" b="0">
                <a:solidFill>
                  <a:srgbClr val="686868"/>
                </a:solidFill>
                <a:latin typeface="Pretendard"/>
                <a:ea typeface="Pretendard"/>
                <a:cs typeface="Pretendard"/>
              </a:defRPr>
            </a:lvl6pPr>
            <a:lvl7pPr algn="l">
              <a:defRPr sz="2025" b="0">
                <a:solidFill>
                  <a:srgbClr val="686868"/>
                </a:solidFill>
                <a:latin typeface="Pretendard"/>
                <a:ea typeface="Pretendard"/>
                <a:cs typeface="Pretendard"/>
              </a:defRPr>
            </a:lvl7pPr>
            <a:lvl8pPr algn="l">
              <a:defRPr sz="2025" b="0">
                <a:solidFill>
                  <a:srgbClr val="686868"/>
                </a:solidFill>
                <a:latin typeface="Pretendard"/>
                <a:ea typeface="Pretendard"/>
                <a:cs typeface="Pretendard"/>
              </a:defRPr>
            </a:lvl8pPr>
            <a:lvl9pPr algn="l">
              <a:defRPr sz="2025" b="0">
                <a:solidFill>
                  <a:srgbClr val="686868"/>
                </a:solidFill>
                <a:latin typeface="Pretendard"/>
                <a:ea typeface="Pretendard"/>
                <a:cs typeface="Pretendard"/>
              </a:defRPr>
            </a:lvl9pPr>
          </a:lstStyle>
          <a:p xmlns:a="http://schemas.openxmlformats.org/drawingml/2006/main">
            <a:pPr algn="l">
              <a:defRPr sz="2025" b="0">
                <a:solidFill>
                  <a:srgbClr val="686868"/>
                </a:solidFill>
                <a:latin typeface="Pretendard"/>
                <a:ea typeface="Pretendard"/>
                <a:cs typeface="Pretendard"/>
              </a:defRPr>
            </a:pPr>
            <a:r>
              <a:rPr sz="2025" b="0">
                <a:solidFill>
                  <a:srgbClr val="686868"/>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7DD8191D-AD18-4821-B6C7-C8C2E362A41D}"/>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CDEF35BE-457B-451F-82F3-F0546BC51864}"/>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02020"/>
                </a:solidFill>
                <a:latin typeface="Pretendard"/>
                <a:ea typeface="Pretendard"/>
                <a:cs typeface="Pretendard"/>
              </a:defRPr>
            </a:defPPr>
            <a:lvl1pPr algn="l">
              <a:defRPr sz="2400" b="1">
                <a:solidFill>
                  <a:srgbClr val="202020"/>
                </a:solidFill>
                <a:latin typeface="Pretendard"/>
                <a:ea typeface="Pretendard"/>
                <a:cs typeface="Pretendard"/>
              </a:defRPr>
            </a:lvl1pPr>
            <a:lvl2pPr algn="l">
              <a:defRPr sz="2400" b="1">
                <a:solidFill>
                  <a:srgbClr val="202020"/>
                </a:solidFill>
                <a:latin typeface="Pretendard"/>
                <a:ea typeface="Pretendard"/>
                <a:cs typeface="Pretendard"/>
              </a:defRPr>
            </a:lvl2pPr>
            <a:lvl3pPr algn="l">
              <a:defRPr sz="2400" b="1">
                <a:solidFill>
                  <a:srgbClr val="202020"/>
                </a:solidFill>
                <a:latin typeface="Pretendard"/>
                <a:ea typeface="Pretendard"/>
                <a:cs typeface="Pretendard"/>
              </a:defRPr>
            </a:lvl3pPr>
            <a:lvl4pPr algn="l">
              <a:defRPr sz="2400" b="1">
                <a:solidFill>
                  <a:srgbClr val="202020"/>
                </a:solidFill>
                <a:latin typeface="Pretendard"/>
                <a:ea typeface="Pretendard"/>
                <a:cs typeface="Pretendard"/>
              </a:defRPr>
            </a:lvl4pPr>
            <a:lvl5pPr algn="l">
              <a:defRPr sz="2400" b="1">
                <a:solidFill>
                  <a:srgbClr val="202020"/>
                </a:solidFill>
                <a:latin typeface="Pretendard"/>
                <a:ea typeface="Pretendard"/>
                <a:cs typeface="Pretendard"/>
              </a:defRPr>
            </a:lvl5pPr>
            <a:lvl6pPr algn="l">
              <a:defRPr sz="2400" b="1">
                <a:solidFill>
                  <a:srgbClr val="202020"/>
                </a:solidFill>
                <a:latin typeface="Pretendard"/>
                <a:ea typeface="Pretendard"/>
                <a:cs typeface="Pretendard"/>
              </a:defRPr>
            </a:lvl6pPr>
            <a:lvl7pPr algn="l">
              <a:defRPr sz="2400" b="1">
                <a:solidFill>
                  <a:srgbClr val="202020"/>
                </a:solidFill>
                <a:latin typeface="Pretendard"/>
                <a:ea typeface="Pretendard"/>
                <a:cs typeface="Pretendard"/>
              </a:defRPr>
            </a:lvl7pPr>
            <a:lvl8pPr algn="l">
              <a:defRPr sz="2400" b="1">
                <a:solidFill>
                  <a:srgbClr val="202020"/>
                </a:solidFill>
                <a:latin typeface="Pretendard"/>
                <a:ea typeface="Pretendard"/>
                <a:cs typeface="Pretendard"/>
              </a:defRPr>
            </a:lvl8pPr>
            <a:lvl9pPr algn="l">
              <a:defRPr sz="2400" b="1">
                <a:solidFill>
                  <a:srgbClr val="202020"/>
                </a:solidFill>
                <a:latin typeface="Pretendard"/>
                <a:ea typeface="Pretendard"/>
                <a:cs typeface="Pretendard"/>
              </a:defRPr>
            </a:lvl9pPr>
          </a:lstStyle>
          <a:p xmlns:a="http://schemas.openxmlformats.org/drawingml/2006/main">
            <a:pPr algn="l">
              <a:defRPr sz="2400" b="1">
                <a:solidFill>
                  <a:srgbClr val="202020"/>
                </a:solidFill>
                <a:latin typeface="Pretendard"/>
                <a:ea typeface="Pretendard"/>
                <a:cs typeface="Pretendard"/>
              </a:defRPr>
            </a:pPr>
            <a:r>
              <a:rPr sz="2400" b="1">
                <a:solidFill>
                  <a:srgbClr val="202020"/>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8C5468B3-FAA6-40EB-93B3-AF6FB712A5D9}"/>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686868"/>
                </a:solidFill>
                <a:latin typeface="Pretendard"/>
                <a:ea typeface="Pretendard"/>
                <a:cs typeface="Pretendard"/>
              </a:defRPr>
            </a:defPPr>
            <a:lvl1pPr algn="l">
              <a:defRPr sz="2025" b="0">
                <a:solidFill>
                  <a:srgbClr val="686868"/>
                </a:solidFill>
                <a:latin typeface="Pretendard"/>
                <a:ea typeface="Pretendard"/>
                <a:cs typeface="Pretendard"/>
              </a:defRPr>
            </a:lvl1pPr>
            <a:lvl2pPr algn="l">
              <a:defRPr sz="2025" b="0">
                <a:solidFill>
                  <a:srgbClr val="686868"/>
                </a:solidFill>
                <a:latin typeface="Pretendard"/>
                <a:ea typeface="Pretendard"/>
                <a:cs typeface="Pretendard"/>
              </a:defRPr>
            </a:lvl2pPr>
            <a:lvl3pPr algn="l">
              <a:defRPr sz="2025" b="0">
                <a:solidFill>
                  <a:srgbClr val="686868"/>
                </a:solidFill>
                <a:latin typeface="Pretendard"/>
                <a:ea typeface="Pretendard"/>
                <a:cs typeface="Pretendard"/>
              </a:defRPr>
            </a:lvl3pPr>
            <a:lvl4pPr algn="l">
              <a:defRPr sz="2025" b="0">
                <a:solidFill>
                  <a:srgbClr val="686868"/>
                </a:solidFill>
                <a:latin typeface="Pretendard"/>
                <a:ea typeface="Pretendard"/>
                <a:cs typeface="Pretendard"/>
              </a:defRPr>
            </a:lvl4pPr>
            <a:lvl5pPr algn="l">
              <a:defRPr sz="2025" b="0">
                <a:solidFill>
                  <a:srgbClr val="686868"/>
                </a:solidFill>
                <a:latin typeface="Pretendard"/>
                <a:ea typeface="Pretendard"/>
                <a:cs typeface="Pretendard"/>
              </a:defRPr>
            </a:lvl5pPr>
            <a:lvl6pPr algn="l">
              <a:defRPr sz="2025" b="0">
                <a:solidFill>
                  <a:srgbClr val="686868"/>
                </a:solidFill>
                <a:latin typeface="Pretendard"/>
                <a:ea typeface="Pretendard"/>
                <a:cs typeface="Pretendard"/>
              </a:defRPr>
            </a:lvl6pPr>
            <a:lvl7pPr algn="l">
              <a:defRPr sz="2025" b="0">
                <a:solidFill>
                  <a:srgbClr val="686868"/>
                </a:solidFill>
                <a:latin typeface="Pretendard"/>
                <a:ea typeface="Pretendard"/>
                <a:cs typeface="Pretendard"/>
              </a:defRPr>
            </a:lvl7pPr>
            <a:lvl8pPr algn="l">
              <a:defRPr sz="2025" b="0">
                <a:solidFill>
                  <a:srgbClr val="686868"/>
                </a:solidFill>
                <a:latin typeface="Pretendard"/>
                <a:ea typeface="Pretendard"/>
                <a:cs typeface="Pretendard"/>
              </a:defRPr>
            </a:lvl8pPr>
            <a:lvl9pPr algn="l">
              <a:defRPr sz="2025" b="0">
                <a:solidFill>
                  <a:srgbClr val="686868"/>
                </a:solidFill>
                <a:latin typeface="Pretendard"/>
                <a:ea typeface="Pretendard"/>
                <a:cs typeface="Pretendard"/>
              </a:defRPr>
            </a:lvl9pPr>
          </a:lstStyle>
          <a:p xmlns:a="http://schemas.openxmlformats.org/drawingml/2006/main">
            <a:pPr algn="l">
              <a:defRPr sz="2025" b="0">
                <a:solidFill>
                  <a:srgbClr val="686868"/>
                </a:solidFill>
                <a:latin typeface="Pretendard"/>
                <a:ea typeface="Pretendard"/>
                <a:cs typeface="Pretendard"/>
              </a:defRPr>
            </a:pPr>
            <a:r>
              <a:rPr sz="2025" b="0">
                <a:solidFill>
                  <a:srgbClr val="686868"/>
                </a:solidFill>
                <a:latin typeface="Pretendard"/>
                <a:ea typeface="Pretendard"/>
                <a:cs typeface="Pretendard"/>
              </a:rPr>
              <a:t>측정한 온도 상승량</a:t>
            </a:r>
          </a:p>
        </p:txBody>
      </p:sp>
      <p:pic>
        <p:nvPicPr>
          <p:cNvPr id="41" name="">
            <a:extLst xmlns:a="http://schemas.openxmlformats.org/drawingml/2006/main">
              <a:ext uri="{FF2B5EF4-FFF2-40B4-BE49-F238E27FC236}">
                <a16:creationId xmlns:a16="http://schemas.microsoft.com/office/drawing/2014/main" id="{28DE3EA9-3C74-45BA-A1C2-ACC97C1AE688}"/>
              </a:ext>
            </a:extLst>
          </p:cNvPr>
          <p:cNvPicPr>
            <a:picLocks xmlns:a="http://schemas.openxmlformats.org/drawingml/2006/main" noChangeAspect="1"/>
          </p:cNvPicPr>
          <p:nvPr/>
        </p:nvPicPr>
        <p:blipFill>
          <a:blip xmlns:r="http://schemas.openxmlformats.org/officeDocument/2006/relationships" xmlns:a="http://schemas.openxmlformats.org/drawingml/2006/main" r:embed="R53d2c1c2f6314793"/>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21777815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076DEE56-F34B-49E7-8F6B-20182C51DBA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249F8D-BB32-4A51-8A1B-5E7B27F7895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3556261-D3B3-4F09-8D26-716937034F3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4D1822F-25A5-4D3A-922C-50F94DB2D2B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4B7CB27-8AC5-4CFD-AF74-9B36F2B3FD1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FF2F0A88-BB67-4A3E-BCB5-03FC4764A6FB}"/>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05D82A6-1B79-4C4F-992C-D58CCA3A8D93}"/>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A56CE48-DFBA-42DE-80CD-D545E29CCE19}"/>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4D3B196-72E7-456F-8920-8E7EB1A15FEE}"/>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B201ACB-8DC9-44C0-B761-242E2157FE8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82C7680-E8B1-428A-BB14-816216840226}"/>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686868"/>
                </a:solidFill>
                <a:latin typeface="Pretendard"/>
                <a:ea typeface="Pretendard"/>
                <a:cs typeface="Pretendard"/>
              </a:defRPr>
            </a:defPPr>
            <a:lvl1pPr algn="ctr">
              <a:defRPr sz="2250" b="0">
                <a:solidFill>
                  <a:srgbClr val="686868"/>
                </a:solidFill>
                <a:latin typeface="Pretendard"/>
                <a:ea typeface="Pretendard"/>
                <a:cs typeface="Pretendard"/>
              </a:defRPr>
            </a:lvl1pPr>
            <a:lvl2pPr algn="ctr">
              <a:defRPr sz="2250" b="0">
                <a:solidFill>
                  <a:srgbClr val="686868"/>
                </a:solidFill>
                <a:latin typeface="Pretendard"/>
                <a:ea typeface="Pretendard"/>
                <a:cs typeface="Pretendard"/>
              </a:defRPr>
            </a:lvl2pPr>
            <a:lvl3pPr algn="ctr">
              <a:defRPr sz="2250" b="0">
                <a:solidFill>
                  <a:srgbClr val="686868"/>
                </a:solidFill>
                <a:latin typeface="Pretendard"/>
                <a:ea typeface="Pretendard"/>
                <a:cs typeface="Pretendard"/>
              </a:defRPr>
            </a:lvl3pPr>
            <a:lvl4pPr algn="ctr">
              <a:defRPr sz="2250" b="0">
                <a:solidFill>
                  <a:srgbClr val="686868"/>
                </a:solidFill>
                <a:latin typeface="Pretendard"/>
                <a:ea typeface="Pretendard"/>
                <a:cs typeface="Pretendard"/>
              </a:defRPr>
            </a:lvl4pPr>
            <a:lvl5pPr algn="ctr">
              <a:defRPr sz="2250" b="0">
                <a:solidFill>
                  <a:srgbClr val="686868"/>
                </a:solidFill>
                <a:latin typeface="Pretendard"/>
                <a:ea typeface="Pretendard"/>
                <a:cs typeface="Pretendard"/>
              </a:defRPr>
            </a:lvl5pPr>
            <a:lvl6pPr algn="ctr">
              <a:defRPr sz="2250" b="0">
                <a:solidFill>
                  <a:srgbClr val="686868"/>
                </a:solidFill>
                <a:latin typeface="Pretendard"/>
                <a:ea typeface="Pretendard"/>
                <a:cs typeface="Pretendard"/>
              </a:defRPr>
            </a:lvl6pPr>
            <a:lvl7pPr algn="ctr">
              <a:defRPr sz="2250" b="0">
                <a:solidFill>
                  <a:srgbClr val="686868"/>
                </a:solidFill>
                <a:latin typeface="Pretendard"/>
                <a:ea typeface="Pretendard"/>
                <a:cs typeface="Pretendard"/>
              </a:defRPr>
            </a:lvl7pPr>
            <a:lvl8pPr algn="ctr">
              <a:defRPr sz="2250" b="0">
                <a:solidFill>
                  <a:srgbClr val="686868"/>
                </a:solidFill>
                <a:latin typeface="Pretendard"/>
                <a:ea typeface="Pretendard"/>
                <a:cs typeface="Pretendard"/>
              </a:defRPr>
            </a:lvl8pPr>
            <a:lvl9pPr algn="ctr">
              <a:defRPr sz="2250" b="0">
                <a:solidFill>
                  <a:srgbClr val="686868"/>
                </a:solidFill>
                <a:latin typeface="Pretendard"/>
                <a:ea typeface="Pretendard"/>
                <a:cs typeface="Pretendard"/>
              </a:defRPr>
            </a:lvl9pPr>
          </a:lstStyle>
          <a:p xmlns:a="http://schemas.openxmlformats.org/drawingml/2006/main">
            <a:pPr algn="ctr">
              <a:defRPr sz="2250" b="0">
                <a:solidFill>
                  <a:srgbClr val="686868"/>
                </a:solidFill>
                <a:latin typeface="Pretendard"/>
                <a:ea typeface="Pretendard"/>
                <a:cs typeface="Pretendard"/>
              </a:defRPr>
            </a:pPr>
            <a:r>
              <a:rPr sz="2250" b="0">
                <a:solidFill>
                  <a:srgbClr val="686868"/>
                </a:solidFill>
                <a:latin typeface="Pretendard"/>
                <a:ea typeface="Pretendard"/>
                <a:cs typeface="Pretendard"/>
              </a:rPr>
              <a:t>모든 용액의 비열 4.2 J/(g·°C), 밀도 1.0 g/mL로 가정</a:t>
            </a:r>
          </a:p>
        </p:txBody>
      </p:sp>
      <p:pic>
        <p:nvPicPr>
          <p:cNvPr id="13" name="">
            <a:extLst xmlns:a="http://schemas.openxmlformats.org/drawingml/2006/main">
              <a:ext uri="{FF2B5EF4-FFF2-40B4-BE49-F238E27FC236}">
                <a16:creationId xmlns:a16="http://schemas.microsoft.com/office/drawing/2014/main" id="{32D76A8D-10B2-4235-B5E4-BB4E41DC3FC9}"/>
              </a:ext>
            </a:extLst>
          </p:cNvPr>
          <p:cNvPicPr>
            <a:picLocks xmlns:a="http://schemas.openxmlformats.org/drawingml/2006/main" noChangeAspect="1"/>
          </p:cNvPicPr>
          <p:nvPr/>
        </p:nvPicPr>
        <p:blipFill>
          <a:blip xmlns:r="http://schemas.openxmlformats.org/officeDocument/2006/relationships" xmlns:a="http://schemas.openxmlformats.org/drawingml/2006/main" r:embed="R9ea97a1977724bf9"/>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51202178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4467F63-CBFF-4FFC-A15F-9E4FF50B6DE0}"/>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764CC658-2F9E-464C-9C90-23A3D3F7EB4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3488FF0-F562-42FC-9367-8404BBCDDF9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AD7635E-1FAF-4110-97C2-779096BCA98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DD6A85D-C2A6-4FF6-A40B-EEE124C8940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A887A66-9803-44E6-9240-796E683DBBD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F3BB80BB-172F-4B60-8CF6-E70B4B9DAD5B}"/>
              </a:ext>
            </a:extLst>
          </p:cNvPr>
          <p:cNvPicPr>
            <a:picLocks xmlns:a="http://schemas.openxmlformats.org/drawingml/2006/main" noChangeAspect="1"/>
          </p:cNvPicPr>
          <p:nvPr/>
        </p:nvPicPr>
        <p:blipFill>
          <a:blip xmlns:r="http://schemas.openxmlformats.org/officeDocument/2006/relationships" xmlns:a="http://schemas.openxmlformats.org/drawingml/2006/main" r:embed="Rb111bedbadfa4238"/>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F1BDC61-9820-4148-A365-9852A4760DF9}"/>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28691C"/>
                </a:solidFill>
                <a:latin typeface="Pretendard"/>
                <a:ea typeface="Pretendard"/>
                <a:cs typeface="Pretendard"/>
              </a:defRPr>
            </a:defPPr>
            <a:lvl1pPr algn="l">
              <a:defRPr sz="2250" b="1">
                <a:solidFill>
                  <a:srgbClr val="28691C"/>
                </a:solidFill>
                <a:latin typeface="Pretendard"/>
                <a:ea typeface="Pretendard"/>
                <a:cs typeface="Pretendard"/>
              </a:defRPr>
            </a:lvl1pPr>
            <a:lvl2pPr algn="l">
              <a:defRPr sz="2250" b="1">
                <a:solidFill>
                  <a:srgbClr val="28691C"/>
                </a:solidFill>
                <a:latin typeface="Pretendard"/>
                <a:ea typeface="Pretendard"/>
                <a:cs typeface="Pretendard"/>
              </a:defRPr>
            </a:lvl2pPr>
            <a:lvl3pPr algn="l">
              <a:defRPr sz="2250" b="1">
                <a:solidFill>
                  <a:srgbClr val="28691C"/>
                </a:solidFill>
                <a:latin typeface="Pretendard"/>
                <a:ea typeface="Pretendard"/>
                <a:cs typeface="Pretendard"/>
              </a:defRPr>
            </a:lvl3pPr>
            <a:lvl4pPr algn="l">
              <a:defRPr sz="2250" b="1">
                <a:solidFill>
                  <a:srgbClr val="28691C"/>
                </a:solidFill>
                <a:latin typeface="Pretendard"/>
                <a:ea typeface="Pretendard"/>
                <a:cs typeface="Pretendard"/>
              </a:defRPr>
            </a:lvl4pPr>
            <a:lvl5pPr algn="l">
              <a:defRPr sz="2250" b="1">
                <a:solidFill>
                  <a:srgbClr val="28691C"/>
                </a:solidFill>
                <a:latin typeface="Pretendard"/>
                <a:ea typeface="Pretendard"/>
                <a:cs typeface="Pretendard"/>
              </a:defRPr>
            </a:lvl5pPr>
            <a:lvl6pPr algn="l">
              <a:defRPr sz="2250" b="1">
                <a:solidFill>
                  <a:srgbClr val="28691C"/>
                </a:solidFill>
                <a:latin typeface="Pretendard"/>
                <a:ea typeface="Pretendard"/>
                <a:cs typeface="Pretendard"/>
              </a:defRPr>
            </a:lvl6pPr>
            <a:lvl7pPr algn="l">
              <a:defRPr sz="2250" b="1">
                <a:solidFill>
                  <a:srgbClr val="28691C"/>
                </a:solidFill>
                <a:latin typeface="Pretendard"/>
                <a:ea typeface="Pretendard"/>
                <a:cs typeface="Pretendard"/>
              </a:defRPr>
            </a:lvl7pPr>
            <a:lvl8pPr algn="l">
              <a:defRPr sz="2250" b="1">
                <a:solidFill>
                  <a:srgbClr val="28691C"/>
                </a:solidFill>
                <a:latin typeface="Pretendard"/>
                <a:ea typeface="Pretendard"/>
                <a:cs typeface="Pretendard"/>
              </a:defRPr>
            </a:lvl8pPr>
            <a:lvl9pPr algn="l">
              <a:defRPr sz="2250" b="1">
                <a:solidFill>
                  <a:srgbClr val="28691C"/>
                </a:solidFill>
                <a:latin typeface="Pretendard"/>
                <a:ea typeface="Pretendard"/>
                <a:cs typeface="Pretendard"/>
              </a:defRPr>
            </a:lvl9pPr>
          </a:lstStyle>
          <a:p xmlns:a="http://schemas.openxmlformats.org/drawingml/2006/main">
            <a:pPr algn="l">
              <a:defRPr sz="2250" b="1">
                <a:solidFill>
                  <a:srgbClr val="28691C"/>
                </a:solidFill>
                <a:latin typeface="Pretendard"/>
                <a:ea typeface="Pretendard"/>
                <a:cs typeface="Pretendard"/>
              </a:defRPr>
            </a:pPr>
            <a:r>
              <a:rPr sz="2250" b="1">
                <a:solidFill>
                  <a:srgbClr val="28691C"/>
                </a:solidFill>
                <a:latin typeface="Pretendard"/>
                <a:ea typeface="Pretendard"/>
                <a:cs typeface="Pretendard"/>
              </a:rPr>
              <a:t>용액의 열 → 반응한 양 → 반응 엔탈피</a:t>
            </a:r>
          </a:p>
        </p:txBody>
      </p:sp>
      <p:pic>
        <p:nvPicPr>
          <p:cNvPr id="12" name="">
            <a:extLst xmlns:a="http://schemas.openxmlformats.org/drawingml/2006/main">
              <a:ext uri="{FF2B5EF4-FFF2-40B4-BE49-F238E27FC236}">
                <a16:creationId xmlns:a16="http://schemas.microsoft.com/office/drawing/2014/main" id="{09EC0A8D-B771-4A76-A06F-888E5CFC0E9B}"/>
              </a:ext>
            </a:extLst>
          </p:cNvPr>
          <p:cNvPicPr>
            <a:picLocks xmlns:a="http://schemas.openxmlformats.org/drawingml/2006/main" noChangeAspect="1"/>
          </p:cNvPicPr>
          <p:nvPr/>
        </p:nvPicPr>
        <p:blipFill>
          <a:blip xmlns:r="http://schemas.openxmlformats.org/officeDocument/2006/relationships" xmlns:a="http://schemas.openxmlformats.org/drawingml/2006/main" r:embed="R908a0b8ecbcb467a"/>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41578959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4644AC12-DBD3-4227-AEDB-98A1F3FA0EA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4FA3E1-0347-459D-867D-94890BBE884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1DF2E9B-DA57-456C-B402-159E4691BA9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8EEF85E-E775-4778-88D1-30B0F14441E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A886B2A-879A-4BCD-9EB7-7D4C6FFE40D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BEDA25F2-409D-45E1-A37E-E8A6B79B5BB8}"/>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9CD4239-0B8C-4443-886C-1FF8339AE80E}"/>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410C55F-C299-4C25-AE7C-3B97EA87858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4C745B1-4A5C-457F-8AC9-A062B9958882}"/>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FA7A762-6EC1-4861-AC20-2AFF79742D68}"/>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315BE97-90C1-45AE-9F58-474B51260847}"/>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686868"/>
                </a:solidFill>
                <a:latin typeface="Pretendard"/>
                <a:ea typeface="Pretendard"/>
                <a:cs typeface="Pretendard"/>
              </a:defRPr>
            </a:defPPr>
            <a:lvl1pPr algn="ctr">
              <a:defRPr sz="2730" b="1">
                <a:solidFill>
                  <a:srgbClr val="686868"/>
                </a:solidFill>
                <a:latin typeface="Pretendard"/>
                <a:ea typeface="Pretendard"/>
                <a:cs typeface="Pretendard"/>
              </a:defRPr>
            </a:lvl1pPr>
            <a:lvl2pPr algn="ctr">
              <a:defRPr sz="2730" b="1">
                <a:solidFill>
                  <a:srgbClr val="686868"/>
                </a:solidFill>
                <a:latin typeface="Pretendard"/>
                <a:ea typeface="Pretendard"/>
                <a:cs typeface="Pretendard"/>
              </a:defRPr>
            </a:lvl2pPr>
            <a:lvl3pPr algn="ctr">
              <a:defRPr sz="2730" b="1">
                <a:solidFill>
                  <a:srgbClr val="686868"/>
                </a:solidFill>
                <a:latin typeface="Pretendard"/>
                <a:ea typeface="Pretendard"/>
                <a:cs typeface="Pretendard"/>
              </a:defRPr>
            </a:lvl3pPr>
            <a:lvl4pPr algn="ctr">
              <a:defRPr sz="2730" b="1">
                <a:solidFill>
                  <a:srgbClr val="686868"/>
                </a:solidFill>
                <a:latin typeface="Pretendard"/>
                <a:ea typeface="Pretendard"/>
                <a:cs typeface="Pretendard"/>
              </a:defRPr>
            </a:lvl4pPr>
            <a:lvl5pPr algn="ctr">
              <a:defRPr sz="2730" b="1">
                <a:solidFill>
                  <a:srgbClr val="686868"/>
                </a:solidFill>
                <a:latin typeface="Pretendard"/>
                <a:ea typeface="Pretendard"/>
                <a:cs typeface="Pretendard"/>
              </a:defRPr>
            </a:lvl5pPr>
            <a:lvl6pPr algn="ctr">
              <a:defRPr sz="2730" b="1">
                <a:solidFill>
                  <a:srgbClr val="686868"/>
                </a:solidFill>
                <a:latin typeface="Pretendard"/>
                <a:ea typeface="Pretendard"/>
                <a:cs typeface="Pretendard"/>
              </a:defRPr>
            </a:lvl6pPr>
            <a:lvl7pPr algn="ctr">
              <a:defRPr sz="2730" b="1">
                <a:solidFill>
                  <a:srgbClr val="686868"/>
                </a:solidFill>
                <a:latin typeface="Pretendard"/>
                <a:ea typeface="Pretendard"/>
                <a:cs typeface="Pretendard"/>
              </a:defRPr>
            </a:lvl7pPr>
            <a:lvl8pPr algn="ctr">
              <a:defRPr sz="2730" b="1">
                <a:solidFill>
                  <a:srgbClr val="686868"/>
                </a:solidFill>
                <a:latin typeface="Pretendard"/>
                <a:ea typeface="Pretendard"/>
                <a:cs typeface="Pretendard"/>
              </a:defRPr>
            </a:lvl8pPr>
            <a:lvl9pPr algn="ctr">
              <a:defRPr sz="2730" b="1">
                <a:solidFill>
                  <a:srgbClr val="686868"/>
                </a:solidFill>
                <a:latin typeface="Pretendard"/>
                <a:ea typeface="Pretendard"/>
                <a:cs typeface="Pretendard"/>
              </a:defRPr>
            </a:lvl9pPr>
          </a:lstStyle>
          <a:p xmlns:a="http://schemas.openxmlformats.org/drawingml/2006/main">
            <a:pPr algn="ctr">
              <a:defRPr sz="2730" b="1">
                <a:solidFill>
                  <a:srgbClr val="686868"/>
                </a:solidFill>
                <a:latin typeface="Pretendard"/>
                <a:ea typeface="Pretendard"/>
                <a:cs typeface="Pretendard"/>
              </a:defRPr>
            </a:pPr>
            <a:r>
              <a:rPr sz="2730" b="1">
                <a:solidFill>
                  <a:srgbClr val="686868"/>
                </a:solidFill>
                <a:latin typeface="Pretendard"/>
                <a:ea typeface="Pretendard"/>
                <a:cs typeface="Pretendard"/>
              </a:rPr>
              <a:t>교재에 제시된 반올림 값을 같은 기준으로 비교한다.</a:t>
            </a:r>
          </a:p>
        </p:txBody>
      </p:sp>
      <p:pic>
        <p:nvPicPr>
          <p:cNvPr id="13" name="">
            <a:extLst xmlns:a="http://schemas.openxmlformats.org/drawingml/2006/main">
              <a:ext uri="{FF2B5EF4-FFF2-40B4-BE49-F238E27FC236}">
                <a16:creationId xmlns:a16="http://schemas.microsoft.com/office/drawing/2014/main" id="{FB85C1A5-085F-4D33-A13E-896699D6A584}"/>
              </a:ext>
            </a:extLst>
          </p:cNvPr>
          <p:cNvPicPr>
            <a:picLocks xmlns:a="http://schemas.openxmlformats.org/drawingml/2006/main" noChangeAspect="1"/>
          </p:cNvPicPr>
          <p:nvPr/>
        </p:nvPicPr>
        <p:blipFill>
          <a:blip xmlns:r="http://schemas.openxmlformats.org/officeDocument/2006/relationships" xmlns:a="http://schemas.openxmlformats.org/drawingml/2006/main" r:embed="R1095efe231f54e1b"/>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111524065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86972A18-7EA7-4A76-BE92-38D471F33E3E}"/>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DD28B888-F61B-409D-B86A-7E0950A1E67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0E6B535-E554-4206-9F6B-5AAC5D6E036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90AE533-4962-4FC2-A93F-3DBB0978CB4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BC31D24-8D1D-48D2-8CB5-6FB84015A32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14717F1-43BA-4F96-A581-AF6569EF106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B096D77A-054F-447F-A8DF-E90C1F2978B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686868"/>
                </a:solidFill>
                <a:latin typeface="Pretendard"/>
                <a:ea typeface="Pretendard"/>
                <a:cs typeface="Pretendard"/>
              </a:defRPr>
            </a:defPPr>
            <a:lvl1pPr algn="l">
              <a:defRPr sz="2400" b="0">
                <a:solidFill>
                  <a:srgbClr val="686868"/>
                </a:solidFill>
                <a:latin typeface="Pretendard"/>
                <a:ea typeface="Pretendard"/>
                <a:cs typeface="Pretendard"/>
              </a:defRPr>
            </a:lvl1pPr>
            <a:lvl2pPr algn="l">
              <a:defRPr sz="2400" b="0">
                <a:solidFill>
                  <a:srgbClr val="686868"/>
                </a:solidFill>
                <a:latin typeface="Pretendard"/>
                <a:ea typeface="Pretendard"/>
                <a:cs typeface="Pretendard"/>
              </a:defRPr>
            </a:lvl2pPr>
            <a:lvl3pPr algn="l">
              <a:defRPr sz="2400" b="0">
                <a:solidFill>
                  <a:srgbClr val="686868"/>
                </a:solidFill>
                <a:latin typeface="Pretendard"/>
                <a:ea typeface="Pretendard"/>
                <a:cs typeface="Pretendard"/>
              </a:defRPr>
            </a:lvl3pPr>
            <a:lvl4pPr algn="l">
              <a:defRPr sz="2400" b="0">
                <a:solidFill>
                  <a:srgbClr val="686868"/>
                </a:solidFill>
                <a:latin typeface="Pretendard"/>
                <a:ea typeface="Pretendard"/>
                <a:cs typeface="Pretendard"/>
              </a:defRPr>
            </a:lvl4pPr>
            <a:lvl5pPr algn="l">
              <a:defRPr sz="2400" b="0">
                <a:solidFill>
                  <a:srgbClr val="686868"/>
                </a:solidFill>
                <a:latin typeface="Pretendard"/>
                <a:ea typeface="Pretendard"/>
                <a:cs typeface="Pretendard"/>
              </a:defRPr>
            </a:lvl5pPr>
            <a:lvl6pPr algn="l">
              <a:defRPr sz="2400" b="0">
                <a:solidFill>
                  <a:srgbClr val="686868"/>
                </a:solidFill>
                <a:latin typeface="Pretendard"/>
                <a:ea typeface="Pretendard"/>
                <a:cs typeface="Pretendard"/>
              </a:defRPr>
            </a:lvl6pPr>
            <a:lvl7pPr algn="l">
              <a:defRPr sz="2400" b="0">
                <a:solidFill>
                  <a:srgbClr val="686868"/>
                </a:solidFill>
                <a:latin typeface="Pretendard"/>
                <a:ea typeface="Pretendard"/>
                <a:cs typeface="Pretendard"/>
              </a:defRPr>
            </a:lvl7pPr>
            <a:lvl8pPr algn="l">
              <a:defRPr sz="2400" b="0">
                <a:solidFill>
                  <a:srgbClr val="686868"/>
                </a:solidFill>
                <a:latin typeface="Pretendard"/>
                <a:ea typeface="Pretendard"/>
                <a:cs typeface="Pretendard"/>
              </a:defRPr>
            </a:lvl8pPr>
            <a:lvl9pPr algn="l">
              <a:defRPr sz="2400" b="0">
                <a:solidFill>
                  <a:srgbClr val="686868"/>
                </a:solidFill>
                <a:latin typeface="Pretendard"/>
                <a:ea typeface="Pretendard"/>
                <a:cs typeface="Pretendard"/>
              </a:defRPr>
            </a:lvl9pPr>
          </a:lstStyle>
          <a:p xmlns:a="http://schemas.openxmlformats.org/drawingml/2006/main">
            <a:pPr algn="l">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DCEEF68E-4D16-4439-9D02-62A5ABCA3175}"/>
              </a:ext>
            </a:extLst>
          </p:cNvPr>
          <p:cNvPicPr>
            <a:picLocks xmlns:a="http://schemas.openxmlformats.org/drawingml/2006/main" noChangeAspect="1"/>
          </p:cNvPicPr>
          <p:nvPr/>
        </p:nvPicPr>
        <p:blipFill>
          <a:blip xmlns:r="http://schemas.openxmlformats.org/officeDocument/2006/relationships" xmlns:a="http://schemas.openxmlformats.org/drawingml/2006/main" r:embed="Rac39b25ad6b04228"/>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25AAEA0C-8836-4B43-98F2-2CE5BCC6B301}"/>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14A984E1-02D7-4AF0-91F3-A0AAED8F976F}"/>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E3E5E1"/>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47FD21F4-8251-43F8-83D9-B9D2CA070DF6}"/>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97D2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12BBAD24-AE78-4705-9161-2EFAE3BEB0AD}"/>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686868"/>
                </a:solidFill>
                <a:latin typeface="Pretendard"/>
                <a:ea typeface="Pretendard"/>
                <a:cs typeface="Pretendard"/>
              </a:defRPr>
            </a:defPPr>
            <a:lvl1pPr algn="ctr">
              <a:defRPr sz="2400" b="0">
                <a:solidFill>
                  <a:srgbClr val="686868"/>
                </a:solidFill>
                <a:latin typeface="Pretendard"/>
                <a:ea typeface="Pretendard"/>
                <a:cs typeface="Pretendard"/>
              </a:defRPr>
            </a:lvl1pPr>
            <a:lvl2pPr algn="ctr">
              <a:defRPr sz="2400" b="0">
                <a:solidFill>
                  <a:srgbClr val="686868"/>
                </a:solidFill>
                <a:latin typeface="Pretendard"/>
                <a:ea typeface="Pretendard"/>
                <a:cs typeface="Pretendard"/>
              </a:defRPr>
            </a:lvl2pPr>
            <a:lvl3pPr algn="ctr">
              <a:defRPr sz="2400" b="0">
                <a:solidFill>
                  <a:srgbClr val="686868"/>
                </a:solidFill>
                <a:latin typeface="Pretendard"/>
                <a:ea typeface="Pretendard"/>
                <a:cs typeface="Pretendard"/>
              </a:defRPr>
            </a:lvl3pPr>
            <a:lvl4pPr algn="ctr">
              <a:defRPr sz="2400" b="0">
                <a:solidFill>
                  <a:srgbClr val="686868"/>
                </a:solidFill>
                <a:latin typeface="Pretendard"/>
                <a:ea typeface="Pretendard"/>
                <a:cs typeface="Pretendard"/>
              </a:defRPr>
            </a:lvl4pPr>
            <a:lvl5pPr algn="ctr">
              <a:defRPr sz="2400" b="0">
                <a:solidFill>
                  <a:srgbClr val="686868"/>
                </a:solidFill>
                <a:latin typeface="Pretendard"/>
                <a:ea typeface="Pretendard"/>
                <a:cs typeface="Pretendard"/>
              </a:defRPr>
            </a:lvl5pPr>
            <a:lvl6pPr algn="ctr">
              <a:defRPr sz="2400" b="0">
                <a:solidFill>
                  <a:srgbClr val="686868"/>
                </a:solidFill>
                <a:latin typeface="Pretendard"/>
                <a:ea typeface="Pretendard"/>
                <a:cs typeface="Pretendard"/>
              </a:defRPr>
            </a:lvl6pPr>
            <a:lvl7pPr algn="ctr">
              <a:defRPr sz="2400" b="0">
                <a:solidFill>
                  <a:srgbClr val="686868"/>
                </a:solidFill>
                <a:latin typeface="Pretendard"/>
                <a:ea typeface="Pretendard"/>
                <a:cs typeface="Pretendard"/>
              </a:defRPr>
            </a:lvl7pPr>
            <a:lvl8pPr algn="ctr">
              <a:defRPr sz="2400" b="0">
                <a:solidFill>
                  <a:srgbClr val="686868"/>
                </a:solidFill>
                <a:latin typeface="Pretendard"/>
                <a:ea typeface="Pretendard"/>
                <a:cs typeface="Pretendard"/>
              </a:defRPr>
            </a:lvl8pPr>
            <a:lvl9pPr algn="ctr">
              <a:defRPr sz="2400" b="0">
                <a:solidFill>
                  <a:srgbClr val="686868"/>
                </a:solidFill>
                <a:latin typeface="Pretendard"/>
                <a:ea typeface="Pretendard"/>
                <a:cs typeface="Pretendard"/>
              </a:defRPr>
            </a:lvl9pPr>
          </a:lstStyle>
          <a:p xmlns:a="http://schemas.openxmlformats.org/drawingml/2006/main">
            <a:pPr algn="ctr">
              <a:defRPr sz="2400" b="0">
                <a:solidFill>
                  <a:srgbClr val="686868"/>
                </a:solidFill>
                <a:latin typeface="Pretendard"/>
                <a:ea typeface="Pretendard"/>
                <a:cs typeface="Pretendard"/>
              </a:defRPr>
            </a:pPr>
            <a:r>
              <a:rPr sz="2400" b="0">
                <a:solidFill>
                  <a:srgbClr val="686868"/>
                </a:solidFill>
                <a:latin typeface="Pretendard"/>
                <a:ea typeface="Pretendard"/>
                <a:cs typeface="Pretendard"/>
              </a:rPr>
              <a:t>외부로의 열 손실과 측정 오차 때문에 실험값에 차이가 생긴다.</a:t>
            </a:r>
          </a:p>
        </p:txBody>
      </p:sp>
      <p:pic>
        <p:nvPicPr>
          <p:cNvPr id="14" name="">
            <a:extLst xmlns:a="http://schemas.openxmlformats.org/drawingml/2006/main">
              <a:ext uri="{FF2B5EF4-FFF2-40B4-BE49-F238E27FC236}">
                <a16:creationId xmlns:a16="http://schemas.microsoft.com/office/drawing/2014/main" id="{63E2A04C-874A-4DFC-99B8-92D7F97B07AE}"/>
              </a:ext>
            </a:extLst>
          </p:cNvPr>
          <p:cNvPicPr>
            <a:picLocks xmlns:a="http://schemas.openxmlformats.org/drawingml/2006/main" noChangeAspect="1"/>
          </p:cNvPicPr>
          <p:nvPr/>
        </p:nvPicPr>
        <p:blipFill>
          <a:blip xmlns:r="http://schemas.openxmlformats.org/officeDocument/2006/relationships" xmlns:a="http://schemas.openxmlformats.org/drawingml/2006/main" r:embed="R2f9a8c84305e45aa"/>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28107160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pyright">
            <a:extLst xmlns:a="http://schemas.openxmlformats.org/drawingml/2006/main">
              <a:ext uri="{FF2B5EF4-FFF2-40B4-BE49-F238E27FC236}">
                <a16:creationId xmlns:a16="http://schemas.microsoft.com/office/drawing/2014/main" id="{2D61CD52-ADD0-4681-A4A6-A70E0E3CD1B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188646D-1D7B-40BF-8B49-0444BC19555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C2194A3-2F80-49E2-9970-9A5B4E7EBC3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335B10CD-0178-4E4F-9D5C-57F64884513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A4ADA860-0F33-40EC-9BC0-A8AD78D37993}"/>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0280E039-D294-43EA-A21D-CF50EA5A3A0A}"/>
              </a:ext>
            </a:extLst>
          </p:cNvPr>
          <p:cNvPicPr>
            <a:picLocks xmlns:a="http://schemas.openxmlformats.org/drawingml/2006/main" noChangeAspect="1"/>
          </p:cNvPicPr>
          <p:nvPr/>
        </p:nvPicPr>
        <p:blipFill>
          <a:blip xmlns:r="http://schemas.openxmlformats.org/officeDocument/2006/relationships" xmlns:a="http://schemas.openxmlformats.org/drawingml/2006/main" r:embed="R73bd7e47efab4c61"/>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8087A8F-A9F6-477A-A58C-3201EA56AAF9}"/>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E68710EC-2938-47A1-BF11-EFFB2AF81A3E}"/>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B4477798-8B29-4E83-B21E-B84BA3869AA2}"/>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B99DFEA4-587D-46D6-9F1B-9A69A9A07779}"/>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A0024B75-F1AA-48D9-8ECC-81D0745AEEFB}"/>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0BD782EA-1074-498A-85E8-FDFAD4EC1D92}"/>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29D60643-5C47-4AB7-866E-1D9EDA0BA16E}"/>
              </a:ext>
            </a:extLst>
          </p:cNvPr>
          <p:cNvPicPr>
            <a:picLocks xmlns:a="http://schemas.openxmlformats.org/drawingml/2006/main" noChangeAspect="1"/>
          </p:cNvPicPr>
          <p:nvPr/>
        </p:nvPicPr>
        <p:blipFill>
          <a:blip xmlns:r="http://schemas.openxmlformats.org/officeDocument/2006/relationships" xmlns:a="http://schemas.openxmlformats.org/drawingml/2006/main" r:embed="Rdc6dfd76b4f54d93"/>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DBE10BA6-4869-4F3F-91D2-0F6C11096416}"/>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2F3F1"/>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E9B7A561-5F80-423C-8D5B-B53AFA81302A}"/>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2F3F1"/>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2EEF75EE-5109-4304-9B68-96866F152129}"/>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A6344805-E3F3-4536-840A-8F34FD83D0DE}"/>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8BBBBA52-F91B-4F32-841E-62E68CA79828}"/>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2F3F1"/>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E2B5EA09-8B2F-4985-8C0D-1C4F1FB4F5D7}"/>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2F3F1"/>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C5CF1FFE-AFD5-4519-8EF1-5E0EBE9E139A}"/>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2927AF42-11F5-4166-9F65-238DEA3E6D8E}"/>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202020"/>
                </a:solidFill>
                <a:latin typeface="Pretendard"/>
                <a:ea typeface="Pretendard"/>
                <a:cs typeface="Pretendard"/>
              </a:defRPr>
            </a:defPPr>
            <a:lvl1pPr algn="ctr">
              <a:defRPr sz="2100" b="0">
                <a:solidFill>
                  <a:srgbClr val="202020"/>
                </a:solidFill>
                <a:latin typeface="Pretendard"/>
                <a:ea typeface="Pretendard"/>
                <a:cs typeface="Pretendard"/>
              </a:defRPr>
            </a:lvl1pPr>
            <a:lvl2pPr algn="ctr">
              <a:defRPr sz="2100" b="0">
                <a:solidFill>
                  <a:srgbClr val="202020"/>
                </a:solidFill>
                <a:latin typeface="Pretendard"/>
                <a:ea typeface="Pretendard"/>
                <a:cs typeface="Pretendard"/>
              </a:defRPr>
            </a:lvl2pPr>
            <a:lvl3pPr algn="ctr">
              <a:defRPr sz="2100" b="0">
                <a:solidFill>
                  <a:srgbClr val="202020"/>
                </a:solidFill>
                <a:latin typeface="Pretendard"/>
                <a:ea typeface="Pretendard"/>
                <a:cs typeface="Pretendard"/>
              </a:defRPr>
            </a:lvl3pPr>
            <a:lvl4pPr algn="ctr">
              <a:defRPr sz="2100" b="0">
                <a:solidFill>
                  <a:srgbClr val="202020"/>
                </a:solidFill>
                <a:latin typeface="Pretendard"/>
                <a:ea typeface="Pretendard"/>
                <a:cs typeface="Pretendard"/>
              </a:defRPr>
            </a:lvl4pPr>
            <a:lvl5pPr algn="ctr">
              <a:defRPr sz="2100" b="0">
                <a:solidFill>
                  <a:srgbClr val="202020"/>
                </a:solidFill>
                <a:latin typeface="Pretendard"/>
                <a:ea typeface="Pretendard"/>
                <a:cs typeface="Pretendard"/>
              </a:defRPr>
            </a:lvl5pPr>
            <a:lvl6pPr algn="ctr">
              <a:defRPr sz="2100" b="0">
                <a:solidFill>
                  <a:srgbClr val="202020"/>
                </a:solidFill>
                <a:latin typeface="Pretendard"/>
                <a:ea typeface="Pretendard"/>
                <a:cs typeface="Pretendard"/>
              </a:defRPr>
            </a:lvl6pPr>
            <a:lvl7pPr algn="ctr">
              <a:defRPr sz="2100" b="0">
                <a:solidFill>
                  <a:srgbClr val="202020"/>
                </a:solidFill>
                <a:latin typeface="Pretendard"/>
                <a:ea typeface="Pretendard"/>
                <a:cs typeface="Pretendard"/>
              </a:defRPr>
            </a:lvl7pPr>
            <a:lvl8pPr algn="ctr">
              <a:defRPr sz="2100" b="0">
                <a:solidFill>
                  <a:srgbClr val="202020"/>
                </a:solidFill>
                <a:latin typeface="Pretendard"/>
                <a:ea typeface="Pretendard"/>
                <a:cs typeface="Pretendard"/>
              </a:defRPr>
            </a:lvl8pPr>
            <a:lvl9pPr algn="ctr">
              <a:defRPr sz="2100" b="0">
                <a:solidFill>
                  <a:srgbClr val="202020"/>
                </a:solidFill>
                <a:latin typeface="Pretendard"/>
                <a:ea typeface="Pretendard"/>
                <a:cs typeface="Pretendard"/>
              </a:defRPr>
            </a:lvl9pPr>
          </a:lstStyle>
          <a:p xmlns:a="http://schemas.openxmlformats.org/drawingml/2006/main">
            <a:pPr algn="ctr">
              <a:defRPr sz="2100" b="0">
                <a:solidFill>
                  <a:srgbClr val="202020"/>
                </a:solidFill>
                <a:latin typeface="Pretendard"/>
                <a:ea typeface="Pretendard"/>
                <a:cs typeface="Pretendard"/>
              </a:defRPr>
            </a:pPr>
            <a:r>
              <a:rPr sz="2100">
                <a:solidFill>
                  <a:srgbClr val="202020"/>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4E793F20-1E49-4250-9DAD-F8E3C384AF58}"/>
              </a:ext>
            </a:extLst>
          </p:cNvPr>
          <p:cNvPicPr>
            <a:picLocks xmlns:a="http://schemas.openxmlformats.org/drawingml/2006/main" noChangeAspect="1"/>
          </p:cNvPicPr>
          <p:nvPr/>
        </p:nvPicPr>
        <p:blipFill>
          <a:blip xmlns:r="http://schemas.openxmlformats.org/officeDocument/2006/relationships" xmlns:a="http://schemas.openxmlformats.org/drawingml/2006/main" r:embed="R4365da7ef1344953"/>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pic>
        <p:nvPicPr>
          <p:cNvPr id="25" name="">
            <a:extLst xmlns:a="http://schemas.openxmlformats.org/drawingml/2006/main">
              <a:ext uri="{FF2B5EF4-FFF2-40B4-BE49-F238E27FC236}">
                <a16:creationId xmlns:a16="http://schemas.microsoft.com/office/drawing/2014/main" id="{D440CBF0-DB7B-48CF-B8BF-BFF67DD3F065}"/>
              </a:ext>
            </a:extLst>
          </p:cNvPr>
          <p:cNvPicPr>
            <a:picLocks xmlns:a="http://schemas.openxmlformats.org/drawingml/2006/main" noChangeAspect="1"/>
          </p:cNvPicPr>
          <p:nvPr/>
        </p:nvPicPr>
        <p:blipFill>
          <a:blip xmlns:r="http://schemas.openxmlformats.org/officeDocument/2006/relationships" xmlns:a="http://schemas.openxmlformats.org/drawingml/2006/main" r:embed="Rb84bbbd863594c24"/>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213036577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DE0EE0AE-D9BB-46EA-8B2B-15A825E8219F}"/>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F2F3F1"/>
          </a:solidFill>
          <a:ln xmlns:a="http://schemas.openxmlformats.org/drawingml/2006/main" w="0">
            <a:noFill/>
          </a:ln>
        </p:spPr>
      </p:sp>
      <p:sp>
        <p:nvSpPr>
          <p:cNvPr id="2" name="copyright">
            <a:extLst xmlns:a="http://schemas.openxmlformats.org/drawingml/2006/main">
              <a:ext uri="{FF2B5EF4-FFF2-40B4-BE49-F238E27FC236}">
                <a16:creationId xmlns:a16="http://schemas.microsoft.com/office/drawing/2014/main" id="{1BBD0B4E-1B06-4E0C-B2CB-0C46BA43B4C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202020"/>
                </a:solidFill>
                <a:latin typeface="Pretendard"/>
                <a:ea typeface="Pretendard"/>
                <a:cs typeface="Pretendard"/>
              </a:defRPr>
            </a:defPPr>
            <a:lvl1pPr algn="r">
              <a:defRPr sz="1275" b="0">
                <a:solidFill>
                  <a:srgbClr val="202020"/>
                </a:solidFill>
                <a:latin typeface="Pretendard"/>
                <a:ea typeface="Pretendard"/>
                <a:cs typeface="Pretendard"/>
              </a:defRPr>
            </a:lvl1pPr>
            <a:lvl2pPr algn="r">
              <a:defRPr sz="1275" b="0">
                <a:solidFill>
                  <a:srgbClr val="202020"/>
                </a:solidFill>
                <a:latin typeface="Pretendard"/>
                <a:ea typeface="Pretendard"/>
                <a:cs typeface="Pretendard"/>
              </a:defRPr>
            </a:lvl2pPr>
            <a:lvl3pPr algn="r">
              <a:defRPr sz="1275" b="0">
                <a:solidFill>
                  <a:srgbClr val="202020"/>
                </a:solidFill>
                <a:latin typeface="Pretendard"/>
                <a:ea typeface="Pretendard"/>
                <a:cs typeface="Pretendard"/>
              </a:defRPr>
            </a:lvl3pPr>
            <a:lvl4pPr algn="r">
              <a:defRPr sz="1275" b="0">
                <a:solidFill>
                  <a:srgbClr val="202020"/>
                </a:solidFill>
                <a:latin typeface="Pretendard"/>
                <a:ea typeface="Pretendard"/>
                <a:cs typeface="Pretendard"/>
              </a:defRPr>
            </a:lvl4pPr>
            <a:lvl5pPr algn="r">
              <a:defRPr sz="1275" b="0">
                <a:solidFill>
                  <a:srgbClr val="202020"/>
                </a:solidFill>
                <a:latin typeface="Pretendard"/>
                <a:ea typeface="Pretendard"/>
                <a:cs typeface="Pretendard"/>
              </a:defRPr>
            </a:lvl5pPr>
            <a:lvl6pPr algn="r">
              <a:defRPr sz="1275" b="0">
                <a:solidFill>
                  <a:srgbClr val="202020"/>
                </a:solidFill>
                <a:latin typeface="Pretendard"/>
                <a:ea typeface="Pretendard"/>
                <a:cs typeface="Pretendard"/>
              </a:defRPr>
            </a:lvl6pPr>
            <a:lvl7pPr algn="r">
              <a:defRPr sz="1275" b="0">
                <a:solidFill>
                  <a:srgbClr val="202020"/>
                </a:solidFill>
                <a:latin typeface="Pretendard"/>
                <a:ea typeface="Pretendard"/>
                <a:cs typeface="Pretendard"/>
              </a:defRPr>
            </a:lvl7pPr>
            <a:lvl8pPr algn="r">
              <a:defRPr sz="1275" b="0">
                <a:solidFill>
                  <a:srgbClr val="202020"/>
                </a:solidFill>
                <a:latin typeface="Pretendard"/>
                <a:ea typeface="Pretendard"/>
                <a:cs typeface="Pretendard"/>
              </a:defRPr>
            </a:lvl8pPr>
            <a:lvl9pPr algn="r">
              <a:defRPr sz="1275" b="0">
                <a:solidFill>
                  <a:srgbClr val="202020"/>
                </a:solidFill>
                <a:latin typeface="Pretendard"/>
                <a:ea typeface="Pretendard"/>
                <a:cs typeface="Pretendard"/>
              </a:defRPr>
            </a:lvl9pPr>
          </a:lstStyle>
          <a:p xmlns:a="http://schemas.openxmlformats.org/drawingml/2006/main">
            <a:pPr algn="r">
              <a:defRPr sz="1275" b="0">
                <a:solidFill>
                  <a:srgbClr val="202020"/>
                </a:solidFill>
                <a:latin typeface="Pretendard"/>
                <a:ea typeface="Pretendard"/>
                <a:cs typeface="Pretendard"/>
              </a:defRPr>
            </a:pPr>
            <a:r>
              <a:rPr sz="1275" b="0">
                <a:solidFill>
                  <a:srgbClr val="20202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85E4D9-146D-432B-AB53-2DF61A5C327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F1C0009-C728-42D0-BFC4-4AE1E8DEE1B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8691C"/>
                </a:solidFill>
                <a:latin typeface="Pretendard"/>
                <a:ea typeface="Pretendard"/>
                <a:cs typeface="Pretendard"/>
              </a:defRPr>
            </a:defPPr>
            <a:lvl1pPr algn="l">
              <a:defRPr sz="3300" b="1">
                <a:solidFill>
                  <a:srgbClr val="28691C"/>
                </a:solidFill>
                <a:latin typeface="Pretendard"/>
                <a:ea typeface="Pretendard"/>
                <a:cs typeface="Pretendard"/>
              </a:defRPr>
            </a:lvl1pPr>
            <a:lvl2pPr algn="l">
              <a:defRPr sz="3300" b="1">
                <a:solidFill>
                  <a:srgbClr val="28691C"/>
                </a:solidFill>
                <a:latin typeface="Pretendard"/>
                <a:ea typeface="Pretendard"/>
                <a:cs typeface="Pretendard"/>
              </a:defRPr>
            </a:lvl2pPr>
            <a:lvl3pPr algn="l">
              <a:defRPr sz="3300" b="1">
                <a:solidFill>
                  <a:srgbClr val="28691C"/>
                </a:solidFill>
                <a:latin typeface="Pretendard"/>
                <a:ea typeface="Pretendard"/>
                <a:cs typeface="Pretendard"/>
              </a:defRPr>
            </a:lvl3pPr>
            <a:lvl4pPr algn="l">
              <a:defRPr sz="3300" b="1">
                <a:solidFill>
                  <a:srgbClr val="28691C"/>
                </a:solidFill>
                <a:latin typeface="Pretendard"/>
                <a:ea typeface="Pretendard"/>
                <a:cs typeface="Pretendard"/>
              </a:defRPr>
            </a:lvl4pPr>
            <a:lvl5pPr algn="l">
              <a:defRPr sz="3300" b="1">
                <a:solidFill>
                  <a:srgbClr val="28691C"/>
                </a:solidFill>
                <a:latin typeface="Pretendard"/>
                <a:ea typeface="Pretendard"/>
                <a:cs typeface="Pretendard"/>
              </a:defRPr>
            </a:lvl5pPr>
            <a:lvl6pPr algn="l">
              <a:defRPr sz="3300" b="1">
                <a:solidFill>
                  <a:srgbClr val="28691C"/>
                </a:solidFill>
                <a:latin typeface="Pretendard"/>
                <a:ea typeface="Pretendard"/>
                <a:cs typeface="Pretendard"/>
              </a:defRPr>
            </a:lvl6pPr>
            <a:lvl7pPr algn="l">
              <a:defRPr sz="3300" b="1">
                <a:solidFill>
                  <a:srgbClr val="28691C"/>
                </a:solidFill>
                <a:latin typeface="Pretendard"/>
                <a:ea typeface="Pretendard"/>
                <a:cs typeface="Pretendard"/>
              </a:defRPr>
            </a:lvl7pPr>
            <a:lvl8pPr algn="l">
              <a:defRPr sz="3300" b="1">
                <a:solidFill>
                  <a:srgbClr val="28691C"/>
                </a:solidFill>
                <a:latin typeface="Pretendard"/>
                <a:ea typeface="Pretendard"/>
                <a:cs typeface="Pretendard"/>
              </a:defRPr>
            </a:lvl8pPr>
            <a:lvl9pPr algn="l">
              <a:defRPr sz="3300" b="1">
                <a:solidFill>
                  <a:srgbClr val="28691C"/>
                </a:solidFill>
                <a:latin typeface="Pretendard"/>
                <a:ea typeface="Pretendard"/>
                <a:cs typeface="Pretendard"/>
              </a:defRPr>
            </a:lvl9pPr>
          </a:lstStyle>
          <a:p xmlns:a="http://schemas.openxmlformats.org/drawingml/2006/main">
            <a:pPr algn="l">
              <a:defRPr sz="3300" b="1">
                <a:solidFill>
                  <a:srgbClr val="28691C"/>
                </a:solidFill>
                <a:latin typeface="Pretendard"/>
                <a:ea typeface="Pretendard"/>
                <a:cs typeface="Pretendard"/>
              </a:defRPr>
            </a:pPr>
            <a:r>
              <a:rPr sz="3300" b="1">
                <a:solidFill>
                  <a:srgbClr val="28691C"/>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D387D44E-23E4-49D1-9682-F71AB03EE449}"/>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02020"/>
                </a:solidFill>
                <a:latin typeface="Pretendard"/>
                <a:ea typeface="Pretendard"/>
                <a:cs typeface="Pretendard"/>
              </a:defRPr>
            </a:defPPr>
            <a:lvl1pPr algn="l">
              <a:defRPr sz="3300" b="1">
                <a:solidFill>
                  <a:srgbClr val="202020"/>
                </a:solidFill>
                <a:latin typeface="Pretendard"/>
                <a:ea typeface="Pretendard"/>
                <a:cs typeface="Pretendard"/>
              </a:defRPr>
            </a:lvl1pPr>
            <a:lvl2pPr algn="l">
              <a:defRPr sz="3300" b="1">
                <a:solidFill>
                  <a:srgbClr val="202020"/>
                </a:solidFill>
                <a:latin typeface="Pretendard"/>
                <a:ea typeface="Pretendard"/>
                <a:cs typeface="Pretendard"/>
              </a:defRPr>
            </a:lvl2pPr>
            <a:lvl3pPr algn="l">
              <a:defRPr sz="3300" b="1">
                <a:solidFill>
                  <a:srgbClr val="202020"/>
                </a:solidFill>
                <a:latin typeface="Pretendard"/>
                <a:ea typeface="Pretendard"/>
                <a:cs typeface="Pretendard"/>
              </a:defRPr>
            </a:lvl3pPr>
            <a:lvl4pPr algn="l">
              <a:defRPr sz="3300" b="1">
                <a:solidFill>
                  <a:srgbClr val="202020"/>
                </a:solidFill>
                <a:latin typeface="Pretendard"/>
                <a:ea typeface="Pretendard"/>
                <a:cs typeface="Pretendard"/>
              </a:defRPr>
            </a:lvl4pPr>
            <a:lvl5pPr algn="l">
              <a:defRPr sz="3300" b="1">
                <a:solidFill>
                  <a:srgbClr val="202020"/>
                </a:solidFill>
                <a:latin typeface="Pretendard"/>
                <a:ea typeface="Pretendard"/>
                <a:cs typeface="Pretendard"/>
              </a:defRPr>
            </a:lvl5pPr>
            <a:lvl6pPr algn="l">
              <a:defRPr sz="3300" b="1">
                <a:solidFill>
                  <a:srgbClr val="202020"/>
                </a:solidFill>
                <a:latin typeface="Pretendard"/>
                <a:ea typeface="Pretendard"/>
                <a:cs typeface="Pretendard"/>
              </a:defRPr>
            </a:lvl6pPr>
            <a:lvl7pPr algn="l">
              <a:defRPr sz="3300" b="1">
                <a:solidFill>
                  <a:srgbClr val="202020"/>
                </a:solidFill>
                <a:latin typeface="Pretendard"/>
                <a:ea typeface="Pretendard"/>
                <a:cs typeface="Pretendard"/>
              </a:defRPr>
            </a:lvl7pPr>
            <a:lvl8pPr algn="l">
              <a:defRPr sz="3300" b="1">
                <a:solidFill>
                  <a:srgbClr val="202020"/>
                </a:solidFill>
                <a:latin typeface="Pretendard"/>
                <a:ea typeface="Pretendard"/>
                <a:cs typeface="Pretendard"/>
              </a:defRPr>
            </a:lvl8pPr>
            <a:lvl9pPr algn="l">
              <a:defRPr sz="3300" b="1">
                <a:solidFill>
                  <a:srgbClr val="202020"/>
                </a:solidFill>
                <a:latin typeface="Pretendard"/>
                <a:ea typeface="Pretendard"/>
                <a:cs typeface="Pretendard"/>
              </a:defRPr>
            </a:lvl9pPr>
          </a:lstStyle>
          <a:p xmlns:a="http://schemas.openxmlformats.org/drawingml/2006/main">
            <a:pPr algn="l">
              <a:defRPr sz="3300" b="1">
                <a:solidFill>
                  <a:srgbClr val="202020"/>
                </a:solidFill>
                <a:latin typeface="Pretendard"/>
                <a:ea typeface="Pretendard"/>
                <a:cs typeface="Pretendard"/>
              </a:defRPr>
            </a:pPr>
            <a:r>
              <a:rPr sz="3300" b="1">
                <a:solidFill>
                  <a:srgbClr val="202020"/>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071F456A-D2BD-4054-B87A-676B618B7A9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202020"/>
                </a:solidFill>
                <a:latin typeface="Pretendard"/>
                <a:ea typeface="Pretendard"/>
                <a:cs typeface="Pretendard"/>
              </a:defRPr>
            </a:defPPr>
            <a:lvl1pPr algn="ctr">
              <a:defRPr sz="4800" b="1">
                <a:solidFill>
                  <a:srgbClr val="202020"/>
                </a:solidFill>
                <a:latin typeface="Pretendard"/>
                <a:ea typeface="Pretendard"/>
                <a:cs typeface="Pretendard"/>
              </a:defRPr>
            </a:lvl1pPr>
            <a:lvl2pPr algn="ctr">
              <a:defRPr sz="4800" b="1">
                <a:solidFill>
                  <a:srgbClr val="202020"/>
                </a:solidFill>
                <a:latin typeface="Pretendard"/>
                <a:ea typeface="Pretendard"/>
                <a:cs typeface="Pretendard"/>
              </a:defRPr>
            </a:lvl2pPr>
            <a:lvl3pPr algn="ctr">
              <a:defRPr sz="4800" b="1">
                <a:solidFill>
                  <a:srgbClr val="202020"/>
                </a:solidFill>
                <a:latin typeface="Pretendard"/>
                <a:ea typeface="Pretendard"/>
                <a:cs typeface="Pretendard"/>
              </a:defRPr>
            </a:lvl3pPr>
            <a:lvl4pPr algn="ctr">
              <a:defRPr sz="4800" b="1">
                <a:solidFill>
                  <a:srgbClr val="202020"/>
                </a:solidFill>
                <a:latin typeface="Pretendard"/>
                <a:ea typeface="Pretendard"/>
                <a:cs typeface="Pretendard"/>
              </a:defRPr>
            </a:lvl4pPr>
            <a:lvl5pPr algn="ctr">
              <a:defRPr sz="4800" b="1">
                <a:solidFill>
                  <a:srgbClr val="202020"/>
                </a:solidFill>
                <a:latin typeface="Pretendard"/>
                <a:ea typeface="Pretendard"/>
                <a:cs typeface="Pretendard"/>
              </a:defRPr>
            </a:lvl5pPr>
            <a:lvl6pPr algn="ctr">
              <a:defRPr sz="4800" b="1">
                <a:solidFill>
                  <a:srgbClr val="202020"/>
                </a:solidFill>
                <a:latin typeface="Pretendard"/>
                <a:ea typeface="Pretendard"/>
                <a:cs typeface="Pretendard"/>
              </a:defRPr>
            </a:lvl6pPr>
            <a:lvl7pPr algn="ctr">
              <a:defRPr sz="4800" b="1">
                <a:solidFill>
                  <a:srgbClr val="202020"/>
                </a:solidFill>
                <a:latin typeface="Pretendard"/>
                <a:ea typeface="Pretendard"/>
                <a:cs typeface="Pretendard"/>
              </a:defRPr>
            </a:lvl7pPr>
            <a:lvl8pPr algn="ctr">
              <a:defRPr sz="4800" b="1">
                <a:solidFill>
                  <a:srgbClr val="202020"/>
                </a:solidFill>
                <a:latin typeface="Pretendard"/>
                <a:ea typeface="Pretendard"/>
                <a:cs typeface="Pretendard"/>
              </a:defRPr>
            </a:lvl8pPr>
            <a:lvl9pPr algn="ctr">
              <a:defRPr sz="4800" b="1">
                <a:solidFill>
                  <a:srgbClr val="202020"/>
                </a:solidFill>
                <a:latin typeface="Pretendard"/>
                <a:ea typeface="Pretendard"/>
                <a:cs typeface="Pretendard"/>
              </a:defRPr>
            </a:lvl9pPr>
          </a:lstStyle>
          <a:p xmlns:a="http://schemas.openxmlformats.org/drawingml/2006/main">
            <a:pPr algn="ctr">
              <a:defRPr sz="4800" b="1">
                <a:solidFill>
                  <a:srgbClr val="202020"/>
                </a:solidFill>
                <a:latin typeface="Pretendard"/>
                <a:ea typeface="Pretendard"/>
                <a:cs typeface="Pretendard"/>
              </a:defRPr>
            </a:pPr>
            <a:r>
              <a:rPr sz="4800" b="1">
                <a:solidFill>
                  <a:srgbClr val="202020"/>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2E7DB9F8-B886-47AD-A587-C79828E7CC7B}"/>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28691C"/>
                </a:solidFill>
                <a:latin typeface="Pretendard"/>
                <a:ea typeface="Pretendard"/>
                <a:cs typeface="Pretendard"/>
              </a:defRPr>
            </a:defPPr>
            <a:lvl1pPr algn="l">
              <a:defRPr sz="3060" b="1">
                <a:solidFill>
                  <a:srgbClr val="28691C"/>
                </a:solidFill>
                <a:latin typeface="Pretendard"/>
                <a:ea typeface="Pretendard"/>
                <a:cs typeface="Pretendard"/>
              </a:defRPr>
            </a:lvl1pPr>
            <a:lvl2pPr algn="l">
              <a:defRPr sz="3060" b="1">
                <a:solidFill>
                  <a:srgbClr val="28691C"/>
                </a:solidFill>
                <a:latin typeface="Pretendard"/>
                <a:ea typeface="Pretendard"/>
                <a:cs typeface="Pretendard"/>
              </a:defRPr>
            </a:lvl2pPr>
            <a:lvl3pPr algn="l">
              <a:defRPr sz="3060" b="1">
                <a:solidFill>
                  <a:srgbClr val="28691C"/>
                </a:solidFill>
                <a:latin typeface="Pretendard"/>
                <a:ea typeface="Pretendard"/>
                <a:cs typeface="Pretendard"/>
              </a:defRPr>
            </a:lvl3pPr>
            <a:lvl4pPr algn="l">
              <a:defRPr sz="3060" b="1">
                <a:solidFill>
                  <a:srgbClr val="28691C"/>
                </a:solidFill>
                <a:latin typeface="Pretendard"/>
                <a:ea typeface="Pretendard"/>
                <a:cs typeface="Pretendard"/>
              </a:defRPr>
            </a:lvl4pPr>
            <a:lvl5pPr algn="l">
              <a:defRPr sz="3060" b="1">
                <a:solidFill>
                  <a:srgbClr val="28691C"/>
                </a:solidFill>
                <a:latin typeface="Pretendard"/>
                <a:ea typeface="Pretendard"/>
                <a:cs typeface="Pretendard"/>
              </a:defRPr>
            </a:lvl5pPr>
            <a:lvl6pPr algn="l">
              <a:defRPr sz="3060" b="1">
                <a:solidFill>
                  <a:srgbClr val="28691C"/>
                </a:solidFill>
                <a:latin typeface="Pretendard"/>
                <a:ea typeface="Pretendard"/>
                <a:cs typeface="Pretendard"/>
              </a:defRPr>
            </a:lvl6pPr>
            <a:lvl7pPr algn="l">
              <a:defRPr sz="3060" b="1">
                <a:solidFill>
                  <a:srgbClr val="28691C"/>
                </a:solidFill>
                <a:latin typeface="Pretendard"/>
                <a:ea typeface="Pretendard"/>
                <a:cs typeface="Pretendard"/>
              </a:defRPr>
            </a:lvl7pPr>
            <a:lvl8pPr algn="l">
              <a:defRPr sz="3060" b="1">
                <a:solidFill>
                  <a:srgbClr val="28691C"/>
                </a:solidFill>
                <a:latin typeface="Pretendard"/>
                <a:ea typeface="Pretendard"/>
                <a:cs typeface="Pretendard"/>
              </a:defRPr>
            </a:lvl8pPr>
            <a:lvl9pPr algn="l">
              <a:defRPr sz="3060" b="1">
                <a:solidFill>
                  <a:srgbClr val="28691C"/>
                </a:solidFill>
                <a:latin typeface="Pretendard"/>
                <a:ea typeface="Pretendard"/>
                <a:cs typeface="Pretendard"/>
              </a:defRPr>
            </a:lvl9pPr>
          </a:lstStyle>
          <a:p xmlns:a="http://schemas.openxmlformats.org/drawingml/2006/main">
            <a:pPr algn="l">
              <a:defRPr sz="3060" b="1">
                <a:solidFill>
                  <a:srgbClr val="28691C"/>
                </a:solidFill>
                <a:latin typeface="Pretendard"/>
                <a:ea typeface="Pretendard"/>
                <a:cs typeface="Pretendard"/>
              </a:defRPr>
            </a:pPr>
            <a:r>
              <a:rPr sz="3060" b="1">
                <a:solidFill>
                  <a:srgbClr val="28691C"/>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6254B1F8-3668-44F4-8B3E-35CE04C35B9F}"/>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202020"/>
                </a:solidFill>
                <a:latin typeface="Pretendard"/>
                <a:ea typeface="Pretendard"/>
                <a:cs typeface="Pretendard"/>
              </a:defRPr>
            </a:defPPr>
            <a:lvl1pPr algn="l">
              <a:defRPr sz="2700" b="1">
                <a:solidFill>
                  <a:srgbClr val="202020"/>
                </a:solidFill>
                <a:latin typeface="Pretendard"/>
                <a:ea typeface="Pretendard"/>
                <a:cs typeface="Pretendard"/>
              </a:defRPr>
            </a:lvl1pPr>
            <a:lvl2pPr algn="l">
              <a:defRPr sz="2700" b="1">
                <a:solidFill>
                  <a:srgbClr val="202020"/>
                </a:solidFill>
                <a:latin typeface="Pretendard"/>
                <a:ea typeface="Pretendard"/>
                <a:cs typeface="Pretendard"/>
              </a:defRPr>
            </a:lvl2pPr>
            <a:lvl3pPr algn="l">
              <a:defRPr sz="2700" b="1">
                <a:solidFill>
                  <a:srgbClr val="202020"/>
                </a:solidFill>
                <a:latin typeface="Pretendard"/>
                <a:ea typeface="Pretendard"/>
                <a:cs typeface="Pretendard"/>
              </a:defRPr>
            </a:lvl3pPr>
            <a:lvl4pPr algn="l">
              <a:defRPr sz="2700" b="1">
                <a:solidFill>
                  <a:srgbClr val="202020"/>
                </a:solidFill>
                <a:latin typeface="Pretendard"/>
                <a:ea typeface="Pretendard"/>
                <a:cs typeface="Pretendard"/>
              </a:defRPr>
            </a:lvl4pPr>
            <a:lvl5pPr algn="l">
              <a:defRPr sz="2700" b="1">
                <a:solidFill>
                  <a:srgbClr val="202020"/>
                </a:solidFill>
                <a:latin typeface="Pretendard"/>
                <a:ea typeface="Pretendard"/>
                <a:cs typeface="Pretendard"/>
              </a:defRPr>
            </a:lvl5pPr>
            <a:lvl6pPr algn="l">
              <a:defRPr sz="2700" b="1">
                <a:solidFill>
                  <a:srgbClr val="202020"/>
                </a:solidFill>
                <a:latin typeface="Pretendard"/>
                <a:ea typeface="Pretendard"/>
                <a:cs typeface="Pretendard"/>
              </a:defRPr>
            </a:lvl6pPr>
            <a:lvl7pPr algn="l">
              <a:defRPr sz="2700" b="1">
                <a:solidFill>
                  <a:srgbClr val="202020"/>
                </a:solidFill>
                <a:latin typeface="Pretendard"/>
                <a:ea typeface="Pretendard"/>
                <a:cs typeface="Pretendard"/>
              </a:defRPr>
            </a:lvl7pPr>
            <a:lvl8pPr algn="l">
              <a:defRPr sz="2700" b="1">
                <a:solidFill>
                  <a:srgbClr val="202020"/>
                </a:solidFill>
                <a:latin typeface="Pretendard"/>
                <a:ea typeface="Pretendard"/>
                <a:cs typeface="Pretendard"/>
              </a:defRPr>
            </a:lvl8pPr>
            <a:lvl9pPr algn="l">
              <a:defRPr sz="2700" b="1">
                <a:solidFill>
                  <a:srgbClr val="202020"/>
                </a:solidFill>
                <a:latin typeface="Pretendard"/>
                <a:ea typeface="Pretendard"/>
                <a:cs typeface="Pretendard"/>
              </a:defRPr>
            </a:lvl9pPr>
          </a:lstStyle>
          <a:p xmlns:a="http://schemas.openxmlformats.org/drawingml/2006/main">
            <a:pPr algn="l">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4BFF5AED-5CAE-4246-A6AC-B6FDC18363E0}"/>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686868"/>
                </a:solidFill>
                <a:latin typeface="Pretendard"/>
                <a:ea typeface="Pretendard"/>
                <a:cs typeface="Pretendard"/>
              </a:defRPr>
            </a:defPPr>
            <a:lvl1pPr algn="l">
              <a:defRPr sz="2340" b="0">
                <a:solidFill>
                  <a:srgbClr val="686868"/>
                </a:solidFill>
                <a:latin typeface="Pretendard"/>
                <a:ea typeface="Pretendard"/>
                <a:cs typeface="Pretendard"/>
              </a:defRPr>
            </a:lvl1pPr>
            <a:lvl2pPr algn="l">
              <a:defRPr sz="2340" b="0">
                <a:solidFill>
                  <a:srgbClr val="686868"/>
                </a:solidFill>
                <a:latin typeface="Pretendard"/>
                <a:ea typeface="Pretendard"/>
                <a:cs typeface="Pretendard"/>
              </a:defRPr>
            </a:lvl2pPr>
            <a:lvl3pPr algn="l">
              <a:defRPr sz="2340" b="0">
                <a:solidFill>
                  <a:srgbClr val="686868"/>
                </a:solidFill>
                <a:latin typeface="Pretendard"/>
                <a:ea typeface="Pretendard"/>
                <a:cs typeface="Pretendard"/>
              </a:defRPr>
            </a:lvl3pPr>
            <a:lvl4pPr algn="l">
              <a:defRPr sz="2340" b="0">
                <a:solidFill>
                  <a:srgbClr val="686868"/>
                </a:solidFill>
                <a:latin typeface="Pretendard"/>
                <a:ea typeface="Pretendard"/>
                <a:cs typeface="Pretendard"/>
              </a:defRPr>
            </a:lvl4pPr>
            <a:lvl5pPr algn="l">
              <a:defRPr sz="2340" b="0">
                <a:solidFill>
                  <a:srgbClr val="686868"/>
                </a:solidFill>
                <a:latin typeface="Pretendard"/>
                <a:ea typeface="Pretendard"/>
                <a:cs typeface="Pretendard"/>
              </a:defRPr>
            </a:lvl5pPr>
            <a:lvl6pPr algn="l">
              <a:defRPr sz="2340" b="0">
                <a:solidFill>
                  <a:srgbClr val="686868"/>
                </a:solidFill>
                <a:latin typeface="Pretendard"/>
                <a:ea typeface="Pretendard"/>
                <a:cs typeface="Pretendard"/>
              </a:defRPr>
            </a:lvl6pPr>
            <a:lvl7pPr algn="l">
              <a:defRPr sz="2340" b="0">
                <a:solidFill>
                  <a:srgbClr val="686868"/>
                </a:solidFill>
                <a:latin typeface="Pretendard"/>
                <a:ea typeface="Pretendard"/>
                <a:cs typeface="Pretendard"/>
              </a:defRPr>
            </a:lvl7pPr>
            <a:lvl8pPr algn="l">
              <a:defRPr sz="2340" b="0">
                <a:solidFill>
                  <a:srgbClr val="686868"/>
                </a:solidFill>
                <a:latin typeface="Pretendard"/>
                <a:ea typeface="Pretendard"/>
                <a:cs typeface="Pretendard"/>
              </a:defRPr>
            </a:lvl8pPr>
            <a:lvl9pPr algn="l">
              <a:defRPr sz="2340" b="0">
                <a:solidFill>
                  <a:srgbClr val="686868"/>
                </a:solidFill>
                <a:latin typeface="Pretendard"/>
                <a:ea typeface="Pretendard"/>
                <a:cs typeface="Pretendard"/>
              </a:defRPr>
            </a:lvl9pPr>
          </a:lstStyle>
          <a:p xmlns:a="http://schemas.openxmlformats.org/drawingml/2006/main">
            <a:pPr algn="l">
              <a:defRPr sz="2340" b="0">
                <a:solidFill>
                  <a:srgbClr val="686868"/>
                </a:solidFill>
                <a:latin typeface="Pretendard"/>
                <a:ea typeface="Pretendard"/>
                <a:cs typeface="Pretendard"/>
              </a:defRPr>
            </a:pPr>
            <a:r>
              <a:rPr sz="2340" b="0">
                <a:solidFill>
                  <a:srgbClr val="686868"/>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11422D5B-81D9-4085-B5C3-D0CFACF1BB27}"/>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686868"/>
                </a:solidFill>
                <a:latin typeface="Pretendard"/>
                <a:ea typeface="Pretendard"/>
                <a:cs typeface="Pretendard"/>
              </a:defRPr>
            </a:defPPr>
            <a:lvl1pPr algn="l">
              <a:defRPr sz="3060" b="0">
                <a:solidFill>
                  <a:srgbClr val="686868"/>
                </a:solidFill>
                <a:latin typeface="Pretendard"/>
                <a:ea typeface="Pretendard"/>
                <a:cs typeface="Pretendard"/>
              </a:defRPr>
            </a:lvl1pPr>
            <a:lvl2pPr algn="l">
              <a:defRPr sz="3060" b="0">
                <a:solidFill>
                  <a:srgbClr val="686868"/>
                </a:solidFill>
                <a:latin typeface="Pretendard"/>
                <a:ea typeface="Pretendard"/>
                <a:cs typeface="Pretendard"/>
              </a:defRPr>
            </a:lvl2pPr>
            <a:lvl3pPr algn="l">
              <a:defRPr sz="3060" b="0">
                <a:solidFill>
                  <a:srgbClr val="686868"/>
                </a:solidFill>
                <a:latin typeface="Pretendard"/>
                <a:ea typeface="Pretendard"/>
                <a:cs typeface="Pretendard"/>
              </a:defRPr>
            </a:lvl3pPr>
            <a:lvl4pPr algn="l">
              <a:defRPr sz="3060" b="0">
                <a:solidFill>
                  <a:srgbClr val="686868"/>
                </a:solidFill>
                <a:latin typeface="Pretendard"/>
                <a:ea typeface="Pretendard"/>
                <a:cs typeface="Pretendard"/>
              </a:defRPr>
            </a:lvl4pPr>
            <a:lvl5pPr algn="l">
              <a:defRPr sz="3060" b="0">
                <a:solidFill>
                  <a:srgbClr val="686868"/>
                </a:solidFill>
                <a:latin typeface="Pretendard"/>
                <a:ea typeface="Pretendard"/>
                <a:cs typeface="Pretendard"/>
              </a:defRPr>
            </a:lvl5pPr>
            <a:lvl6pPr algn="l">
              <a:defRPr sz="3060" b="0">
                <a:solidFill>
                  <a:srgbClr val="686868"/>
                </a:solidFill>
                <a:latin typeface="Pretendard"/>
                <a:ea typeface="Pretendard"/>
                <a:cs typeface="Pretendard"/>
              </a:defRPr>
            </a:lvl6pPr>
            <a:lvl7pPr algn="l">
              <a:defRPr sz="3060" b="0">
                <a:solidFill>
                  <a:srgbClr val="686868"/>
                </a:solidFill>
                <a:latin typeface="Pretendard"/>
                <a:ea typeface="Pretendard"/>
                <a:cs typeface="Pretendard"/>
              </a:defRPr>
            </a:lvl7pPr>
            <a:lvl8pPr algn="l">
              <a:defRPr sz="3060" b="0">
                <a:solidFill>
                  <a:srgbClr val="686868"/>
                </a:solidFill>
                <a:latin typeface="Pretendard"/>
                <a:ea typeface="Pretendard"/>
                <a:cs typeface="Pretendard"/>
              </a:defRPr>
            </a:lvl8pPr>
            <a:lvl9pPr algn="l">
              <a:defRPr sz="3060" b="0">
                <a:solidFill>
                  <a:srgbClr val="686868"/>
                </a:solidFill>
                <a:latin typeface="Pretendard"/>
                <a:ea typeface="Pretendard"/>
                <a:cs typeface="Pretendard"/>
              </a:defRPr>
            </a:lvl9pPr>
          </a:lstStyle>
          <a:p xmlns:a="http://schemas.openxmlformats.org/drawingml/2006/main">
            <a:pPr algn="l">
              <a:defRPr sz="3060" b="0">
                <a:solidFill>
                  <a:srgbClr val="686868"/>
                </a:solidFill>
                <a:latin typeface="Pretendard"/>
                <a:ea typeface="Pretendard"/>
                <a:cs typeface="Pretendard"/>
              </a:defRPr>
            </a:pPr>
            <a:r>
              <a:rPr sz="3060" b="0">
                <a:solidFill>
                  <a:srgbClr val="686868"/>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14C4B16F-3933-4AA6-80C1-92E620617C79}"/>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202020"/>
                </a:solidFill>
                <a:latin typeface="Pretendard"/>
                <a:ea typeface="Pretendard"/>
                <a:cs typeface="Pretendard"/>
              </a:defRPr>
            </a:defPPr>
            <a:lvl1pPr algn="l">
              <a:defRPr sz="2700" b="1">
                <a:solidFill>
                  <a:srgbClr val="202020"/>
                </a:solidFill>
                <a:latin typeface="Pretendard"/>
                <a:ea typeface="Pretendard"/>
                <a:cs typeface="Pretendard"/>
              </a:defRPr>
            </a:lvl1pPr>
            <a:lvl2pPr algn="l">
              <a:defRPr sz="2700" b="1">
                <a:solidFill>
                  <a:srgbClr val="202020"/>
                </a:solidFill>
                <a:latin typeface="Pretendard"/>
                <a:ea typeface="Pretendard"/>
                <a:cs typeface="Pretendard"/>
              </a:defRPr>
            </a:lvl2pPr>
            <a:lvl3pPr algn="l">
              <a:defRPr sz="2700" b="1">
                <a:solidFill>
                  <a:srgbClr val="202020"/>
                </a:solidFill>
                <a:latin typeface="Pretendard"/>
                <a:ea typeface="Pretendard"/>
                <a:cs typeface="Pretendard"/>
              </a:defRPr>
            </a:lvl3pPr>
            <a:lvl4pPr algn="l">
              <a:defRPr sz="2700" b="1">
                <a:solidFill>
                  <a:srgbClr val="202020"/>
                </a:solidFill>
                <a:latin typeface="Pretendard"/>
                <a:ea typeface="Pretendard"/>
                <a:cs typeface="Pretendard"/>
              </a:defRPr>
            </a:lvl4pPr>
            <a:lvl5pPr algn="l">
              <a:defRPr sz="2700" b="1">
                <a:solidFill>
                  <a:srgbClr val="202020"/>
                </a:solidFill>
                <a:latin typeface="Pretendard"/>
                <a:ea typeface="Pretendard"/>
                <a:cs typeface="Pretendard"/>
              </a:defRPr>
            </a:lvl5pPr>
            <a:lvl6pPr algn="l">
              <a:defRPr sz="2700" b="1">
                <a:solidFill>
                  <a:srgbClr val="202020"/>
                </a:solidFill>
                <a:latin typeface="Pretendard"/>
                <a:ea typeface="Pretendard"/>
                <a:cs typeface="Pretendard"/>
              </a:defRPr>
            </a:lvl6pPr>
            <a:lvl7pPr algn="l">
              <a:defRPr sz="2700" b="1">
                <a:solidFill>
                  <a:srgbClr val="202020"/>
                </a:solidFill>
                <a:latin typeface="Pretendard"/>
                <a:ea typeface="Pretendard"/>
                <a:cs typeface="Pretendard"/>
              </a:defRPr>
            </a:lvl7pPr>
            <a:lvl8pPr algn="l">
              <a:defRPr sz="2700" b="1">
                <a:solidFill>
                  <a:srgbClr val="202020"/>
                </a:solidFill>
                <a:latin typeface="Pretendard"/>
                <a:ea typeface="Pretendard"/>
                <a:cs typeface="Pretendard"/>
              </a:defRPr>
            </a:lvl8pPr>
            <a:lvl9pPr algn="l">
              <a:defRPr sz="2700" b="1">
                <a:solidFill>
                  <a:srgbClr val="202020"/>
                </a:solidFill>
                <a:latin typeface="Pretendard"/>
                <a:ea typeface="Pretendard"/>
                <a:cs typeface="Pretendard"/>
              </a:defRPr>
            </a:lvl9pPr>
          </a:lstStyle>
          <a:p xmlns:a="http://schemas.openxmlformats.org/drawingml/2006/main">
            <a:pPr algn="l">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2ADE01A4-AF14-4FD3-B50F-50AD8B1BE643}"/>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686868"/>
                </a:solidFill>
                <a:latin typeface="Pretendard"/>
                <a:ea typeface="Pretendard"/>
                <a:cs typeface="Pretendard"/>
              </a:defRPr>
            </a:defPPr>
            <a:lvl1pPr algn="l">
              <a:defRPr sz="2340" b="0">
                <a:solidFill>
                  <a:srgbClr val="686868"/>
                </a:solidFill>
                <a:latin typeface="Pretendard"/>
                <a:ea typeface="Pretendard"/>
                <a:cs typeface="Pretendard"/>
              </a:defRPr>
            </a:lvl1pPr>
            <a:lvl2pPr algn="l">
              <a:defRPr sz="2340" b="0">
                <a:solidFill>
                  <a:srgbClr val="686868"/>
                </a:solidFill>
                <a:latin typeface="Pretendard"/>
                <a:ea typeface="Pretendard"/>
                <a:cs typeface="Pretendard"/>
              </a:defRPr>
            </a:lvl2pPr>
            <a:lvl3pPr algn="l">
              <a:defRPr sz="2340" b="0">
                <a:solidFill>
                  <a:srgbClr val="686868"/>
                </a:solidFill>
                <a:latin typeface="Pretendard"/>
                <a:ea typeface="Pretendard"/>
                <a:cs typeface="Pretendard"/>
              </a:defRPr>
            </a:lvl3pPr>
            <a:lvl4pPr algn="l">
              <a:defRPr sz="2340" b="0">
                <a:solidFill>
                  <a:srgbClr val="686868"/>
                </a:solidFill>
                <a:latin typeface="Pretendard"/>
                <a:ea typeface="Pretendard"/>
                <a:cs typeface="Pretendard"/>
              </a:defRPr>
            </a:lvl4pPr>
            <a:lvl5pPr algn="l">
              <a:defRPr sz="2340" b="0">
                <a:solidFill>
                  <a:srgbClr val="686868"/>
                </a:solidFill>
                <a:latin typeface="Pretendard"/>
                <a:ea typeface="Pretendard"/>
                <a:cs typeface="Pretendard"/>
              </a:defRPr>
            </a:lvl5pPr>
            <a:lvl6pPr algn="l">
              <a:defRPr sz="2340" b="0">
                <a:solidFill>
                  <a:srgbClr val="686868"/>
                </a:solidFill>
                <a:latin typeface="Pretendard"/>
                <a:ea typeface="Pretendard"/>
                <a:cs typeface="Pretendard"/>
              </a:defRPr>
            </a:lvl6pPr>
            <a:lvl7pPr algn="l">
              <a:defRPr sz="2340" b="0">
                <a:solidFill>
                  <a:srgbClr val="686868"/>
                </a:solidFill>
                <a:latin typeface="Pretendard"/>
                <a:ea typeface="Pretendard"/>
                <a:cs typeface="Pretendard"/>
              </a:defRPr>
            </a:lvl7pPr>
            <a:lvl8pPr algn="l">
              <a:defRPr sz="2340" b="0">
                <a:solidFill>
                  <a:srgbClr val="686868"/>
                </a:solidFill>
                <a:latin typeface="Pretendard"/>
                <a:ea typeface="Pretendard"/>
                <a:cs typeface="Pretendard"/>
              </a:defRPr>
            </a:lvl8pPr>
            <a:lvl9pPr algn="l">
              <a:defRPr sz="2340" b="0">
                <a:solidFill>
                  <a:srgbClr val="686868"/>
                </a:solidFill>
                <a:latin typeface="Pretendard"/>
                <a:ea typeface="Pretendard"/>
                <a:cs typeface="Pretendard"/>
              </a:defRPr>
            </a:lvl9pPr>
          </a:lstStyle>
          <a:p xmlns:a="http://schemas.openxmlformats.org/drawingml/2006/main">
            <a:pPr algn="l">
              <a:defRPr sz="2340" b="0">
                <a:solidFill>
                  <a:srgbClr val="686868"/>
                </a:solidFill>
                <a:latin typeface="Pretendard"/>
                <a:ea typeface="Pretendard"/>
                <a:cs typeface="Pretendard"/>
              </a:defRPr>
            </a:pPr>
            <a:r>
              <a:rPr sz="2340" b="0">
                <a:solidFill>
                  <a:srgbClr val="686868"/>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F8B51B6F-EE16-46D1-8EC8-771182FB83A4}"/>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686868"/>
                </a:solidFill>
                <a:latin typeface="Pretendard"/>
                <a:ea typeface="Pretendard"/>
                <a:cs typeface="Pretendard"/>
              </a:defRPr>
            </a:defPPr>
            <a:lvl1pPr algn="l">
              <a:defRPr sz="3060" b="0">
                <a:solidFill>
                  <a:srgbClr val="686868"/>
                </a:solidFill>
                <a:latin typeface="Pretendard"/>
                <a:ea typeface="Pretendard"/>
                <a:cs typeface="Pretendard"/>
              </a:defRPr>
            </a:lvl1pPr>
            <a:lvl2pPr algn="l">
              <a:defRPr sz="3060" b="0">
                <a:solidFill>
                  <a:srgbClr val="686868"/>
                </a:solidFill>
                <a:latin typeface="Pretendard"/>
                <a:ea typeface="Pretendard"/>
                <a:cs typeface="Pretendard"/>
              </a:defRPr>
            </a:lvl2pPr>
            <a:lvl3pPr algn="l">
              <a:defRPr sz="3060" b="0">
                <a:solidFill>
                  <a:srgbClr val="686868"/>
                </a:solidFill>
                <a:latin typeface="Pretendard"/>
                <a:ea typeface="Pretendard"/>
                <a:cs typeface="Pretendard"/>
              </a:defRPr>
            </a:lvl3pPr>
            <a:lvl4pPr algn="l">
              <a:defRPr sz="3060" b="0">
                <a:solidFill>
                  <a:srgbClr val="686868"/>
                </a:solidFill>
                <a:latin typeface="Pretendard"/>
                <a:ea typeface="Pretendard"/>
                <a:cs typeface="Pretendard"/>
              </a:defRPr>
            </a:lvl4pPr>
            <a:lvl5pPr algn="l">
              <a:defRPr sz="3060" b="0">
                <a:solidFill>
                  <a:srgbClr val="686868"/>
                </a:solidFill>
                <a:latin typeface="Pretendard"/>
                <a:ea typeface="Pretendard"/>
                <a:cs typeface="Pretendard"/>
              </a:defRPr>
            </a:lvl5pPr>
            <a:lvl6pPr algn="l">
              <a:defRPr sz="3060" b="0">
                <a:solidFill>
                  <a:srgbClr val="686868"/>
                </a:solidFill>
                <a:latin typeface="Pretendard"/>
                <a:ea typeface="Pretendard"/>
                <a:cs typeface="Pretendard"/>
              </a:defRPr>
            </a:lvl6pPr>
            <a:lvl7pPr algn="l">
              <a:defRPr sz="3060" b="0">
                <a:solidFill>
                  <a:srgbClr val="686868"/>
                </a:solidFill>
                <a:latin typeface="Pretendard"/>
                <a:ea typeface="Pretendard"/>
                <a:cs typeface="Pretendard"/>
              </a:defRPr>
            </a:lvl7pPr>
            <a:lvl8pPr algn="l">
              <a:defRPr sz="3060" b="0">
                <a:solidFill>
                  <a:srgbClr val="686868"/>
                </a:solidFill>
                <a:latin typeface="Pretendard"/>
                <a:ea typeface="Pretendard"/>
                <a:cs typeface="Pretendard"/>
              </a:defRPr>
            </a:lvl8pPr>
            <a:lvl9pPr algn="l">
              <a:defRPr sz="3060" b="0">
                <a:solidFill>
                  <a:srgbClr val="686868"/>
                </a:solidFill>
                <a:latin typeface="Pretendard"/>
                <a:ea typeface="Pretendard"/>
                <a:cs typeface="Pretendard"/>
              </a:defRPr>
            </a:lvl9pPr>
          </a:lstStyle>
          <a:p xmlns:a="http://schemas.openxmlformats.org/drawingml/2006/main">
            <a:pPr algn="l">
              <a:defRPr sz="3060" b="0">
                <a:solidFill>
                  <a:srgbClr val="686868"/>
                </a:solidFill>
                <a:latin typeface="Pretendard"/>
                <a:ea typeface="Pretendard"/>
                <a:cs typeface="Pretendard"/>
              </a:defRPr>
            </a:pPr>
            <a:r>
              <a:rPr sz="3060" b="0">
                <a:solidFill>
                  <a:srgbClr val="686868"/>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E4DBA448-C9D7-44D6-8861-90FFF785411A}"/>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202020"/>
                </a:solidFill>
                <a:latin typeface="Pretendard"/>
                <a:ea typeface="Pretendard"/>
                <a:cs typeface="Pretendard"/>
              </a:defRPr>
            </a:defPPr>
            <a:lvl1pPr algn="l">
              <a:defRPr sz="2700" b="1">
                <a:solidFill>
                  <a:srgbClr val="202020"/>
                </a:solidFill>
                <a:latin typeface="Pretendard"/>
                <a:ea typeface="Pretendard"/>
                <a:cs typeface="Pretendard"/>
              </a:defRPr>
            </a:lvl1pPr>
            <a:lvl2pPr algn="l">
              <a:defRPr sz="2700" b="1">
                <a:solidFill>
                  <a:srgbClr val="202020"/>
                </a:solidFill>
                <a:latin typeface="Pretendard"/>
                <a:ea typeface="Pretendard"/>
                <a:cs typeface="Pretendard"/>
              </a:defRPr>
            </a:lvl2pPr>
            <a:lvl3pPr algn="l">
              <a:defRPr sz="2700" b="1">
                <a:solidFill>
                  <a:srgbClr val="202020"/>
                </a:solidFill>
                <a:latin typeface="Pretendard"/>
                <a:ea typeface="Pretendard"/>
                <a:cs typeface="Pretendard"/>
              </a:defRPr>
            </a:lvl3pPr>
            <a:lvl4pPr algn="l">
              <a:defRPr sz="2700" b="1">
                <a:solidFill>
                  <a:srgbClr val="202020"/>
                </a:solidFill>
                <a:latin typeface="Pretendard"/>
                <a:ea typeface="Pretendard"/>
                <a:cs typeface="Pretendard"/>
              </a:defRPr>
            </a:lvl4pPr>
            <a:lvl5pPr algn="l">
              <a:defRPr sz="2700" b="1">
                <a:solidFill>
                  <a:srgbClr val="202020"/>
                </a:solidFill>
                <a:latin typeface="Pretendard"/>
                <a:ea typeface="Pretendard"/>
                <a:cs typeface="Pretendard"/>
              </a:defRPr>
            </a:lvl5pPr>
            <a:lvl6pPr algn="l">
              <a:defRPr sz="2700" b="1">
                <a:solidFill>
                  <a:srgbClr val="202020"/>
                </a:solidFill>
                <a:latin typeface="Pretendard"/>
                <a:ea typeface="Pretendard"/>
                <a:cs typeface="Pretendard"/>
              </a:defRPr>
            </a:lvl6pPr>
            <a:lvl7pPr algn="l">
              <a:defRPr sz="2700" b="1">
                <a:solidFill>
                  <a:srgbClr val="202020"/>
                </a:solidFill>
                <a:latin typeface="Pretendard"/>
                <a:ea typeface="Pretendard"/>
                <a:cs typeface="Pretendard"/>
              </a:defRPr>
            </a:lvl7pPr>
            <a:lvl8pPr algn="l">
              <a:defRPr sz="2700" b="1">
                <a:solidFill>
                  <a:srgbClr val="202020"/>
                </a:solidFill>
                <a:latin typeface="Pretendard"/>
                <a:ea typeface="Pretendard"/>
                <a:cs typeface="Pretendard"/>
              </a:defRPr>
            </a:lvl8pPr>
            <a:lvl9pPr algn="l">
              <a:defRPr sz="2700" b="1">
                <a:solidFill>
                  <a:srgbClr val="202020"/>
                </a:solidFill>
                <a:latin typeface="Pretendard"/>
                <a:ea typeface="Pretendard"/>
                <a:cs typeface="Pretendard"/>
              </a:defRPr>
            </a:lvl9pPr>
          </a:lstStyle>
          <a:p xmlns:a="http://schemas.openxmlformats.org/drawingml/2006/main">
            <a:pPr algn="l">
              <a:defRPr sz="2700" b="1">
                <a:solidFill>
                  <a:srgbClr val="202020"/>
                </a:solidFill>
                <a:latin typeface="Pretendard"/>
                <a:ea typeface="Pretendard"/>
                <a:cs typeface="Pretendard"/>
              </a:defRPr>
            </a:pPr>
            <a:r>
              <a:rPr sz="2700" b="1">
                <a:solidFill>
                  <a:srgbClr val="202020"/>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6C2FECC9-220C-437B-81DD-B012892AA8BB}"/>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686868"/>
                </a:solidFill>
                <a:latin typeface="Pretendard"/>
                <a:ea typeface="Pretendard"/>
                <a:cs typeface="Pretendard"/>
              </a:defRPr>
            </a:defPPr>
            <a:lvl1pPr algn="l">
              <a:defRPr sz="2340" b="0">
                <a:solidFill>
                  <a:srgbClr val="686868"/>
                </a:solidFill>
                <a:latin typeface="Pretendard"/>
                <a:ea typeface="Pretendard"/>
                <a:cs typeface="Pretendard"/>
              </a:defRPr>
            </a:lvl1pPr>
            <a:lvl2pPr algn="l">
              <a:defRPr sz="2340" b="0">
                <a:solidFill>
                  <a:srgbClr val="686868"/>
                </a:solidFill>
                <a:latin typeface="Pretendard"/>
                <a:ea typeface="Pretendard"/>
                <a:cs typeface="Pretendard"/>
              </a:defRPr>
            </a:lvl2pPr>
            <a:lvl3pPr algn="l">
              <a:defRPr sz="2340" b="0">
                <a:solidFill>
                  <a:srgbClr val="686868"/>
                </a:solidFill>
                <a:latin typeface="Pretendard"/>
                <a:ea typeface="Pretendard"/>
                <a:cs typeface="Pretendard"/>
              </a:defRPr>
            </a:lvl3pPr>
            <a:lvl4pPr algn="l">
              <a:defRPr sz="2340" b="0">
                <a:solidFill>
                  <a:srgbClr val="686868"/>
                </a:solidFill>
                <a:latin typeface="Pretendard"/>
                <a:ea typeface="Pretendard"/>
                <a:cs typeface="Pretendard"/>
              </a:defRPr>
            </a:lvl4pPr>
            <a:lvl5pPr algn="l">
              <a:defRPr sz="2340" b="0">
                <a:solidFill>
                  <a:srgbClr val="686868"/>
                </a:solidFill>
                <a:latin typeface="Pretendard"/>
                <a:ea typeface="Pretendard"/>
                <a:cs typeface="Pretendard"/>
              </a:defRPr>
            </a:lvl5pPr>
            <a:lvl6pPr algn="l">
              <a:defRPr sz="2340" b="0">
                <a:solidFill>
                  <a:srgbClr val="686868"/>
                </a:solidFill>
                <a:latin typeface="Pretendard"/>
                <a:ea typeface="Pretendard"/>
                <a:cs typeface="Pretendard"/>
              </a:defRPr>
            </a:lvl6pPr>
            <a:lvl7pPr algn="l">
              <a:defRPr sz="2340" b="0">
                <a:solidFill>
                  <a:srgbClr val="686868"/>
                </a:solidFill>
                <a:latin typeface="Pretendard"/>
                <a:ea typeface="Pretendard"/>
                <a:cs typeface="Pretendard"/>
              </a:defRPr>
            </a:lvl7pPr>
            <a:lvl8pPr algn="l">
              <a:defRPr sz="2340" b="0">
                <a:solidFill>
                  <a:srgbClr val="686868"/>
                </a:solidFill>
                <a:latin typeface="Pretendard"/>
                <a:ea typeface="Pretendard"/>
                <a:cs typeface="Pretendard"/>
              </a:defRPr>
            </a:lvl8pPr>
            <a:lvl9pPr algn="l">
              <a:defRPr sz="2340" b="0">
                <a:solidFill>
                  <a:srgbClr val="686868"/>
                </a:solidFill>
                <a:latin typeface="Pretendard"/>
                <a:ea typeface="Pretendard"/>
                <a:cs typeface="Pretendard"/>
              </a:defRPr>
            </a:lvl9pPr>
          </a:lstStyle>
          <a:p xmlns:a="http://schemas.openxmlformats.org/drawingml/2006/main">
            <a:pPr algn="l">
              <a:defRPr sz="2340" b="0">
                <a:solidFill>
                  <a:srgbClr val="686868"/>
                </a:solidFill>
                <a:latin typeface="Pretendard"/>
                <a:ea typeface="Pretendard"/>
                <a:cs typeface="Pretendard"/>
              </a:defRPr>
            </a:pPr>
            <a:r>
              <a:rPr sz="2340" b="0">
                <a:solidFill>
                  <a:srgbClr val="686868"/>
                </a:solidFill>
                <a:latin typeface="Pretendard"/>
                <a:ea typeface="Pretendard"/>
                <a:cs typeface="Pretendard"/>
              </a:rPr>
              <a:t>외부로의 열 손실과 측정 조건을 살펴본다.</a:t>
            </a:r>
          </a:p>
        </p:txBody>
      </p:sp>
      <p:pic>
        <p:nvPicPr>
          <p:cNvPr id="17" name="">
            <a:extLst xmlns:a="http://schemas.openxmlformats.org/drawingml/2006/main">
              <a:ext uri="{FF2B5EF4-FFF2-40B4-BE49-F238E27FC236}">
                <a16:creationId xmlns:a16="http://schemas.microsoft.com/office/drawing/2014/main" id="{B039B360-75A3-4902-B78C-50234B608113}"/>
              </a:ext>
            </a:extLst>
          </p:cNvPr>
          <p:cNvPicPr>
            <a:picLocks xmlns:a="http://schemas.openxmlformats.org/drawingml/2006/main" noChangeAspect="1"/>
          </p:cNvPicPr>
          <p:nvPr/>
        </p:nvPicPr>
        <p:blipFill>
          <a:blip xmlns:r="http://schemas.openxmlformats.org/officeDocument/2006/relationships" xmlns:a="http://schemas.openxmlformats.org/drawingml/2006/main" r:embed="Rcac9c456dc5c4a93"/>
          <a:stretch xmlns:a="http://schemas.openxmlformats.org/drawingml/2006/main"/>
        </p:blipFill>
        <p:spPr>
          <a:xfrm xmlns:a="http://schemas.openxmlformats.org/drawingml/2006/main">
            <a:off x="16941832" y="382572"/>
            <a:ext cx="1028700" cy="733425"/>
          </a:xfrm>
          <a:prstGeom xmlns:a="http://schemas.openxmlformats.org/drawingml/2006/main" prst="rect">
            <a:avLst/>
          </a:prstGeom>
        </p:spPr>
      </p:pic>
    </p:spTree>
    <p:extLst>
      <p:ext uri="{BB962C8B-B14F-4D97-AF65-F5344CB8AC3E}">
        <p14:creationId xmlns:p14="http://schemas.microsoft.com/office/powerpoint/2010/main" val="7526129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2026-10-29T04:12:36.8500000Z</dcterms:created>
  <dcterms:modified xsi:type="dcterms:W3CDTF">2026-10-29T04:12:36.8500000Z</dcterms:modified>
</coreProperties>
</file>