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59ca5f4ffb4ddb" /><Relationship Type="http://schemas.openxmlformats.org/officeDocument/2006/relationships/extended-properties" Target="/docProps/app.xml" Id="Rbece1b31b3644b9f" /><Relationship Type="http://schemas.openxmlformats.org/officeDocument/2006/relationships/officeDocument" Target="/ppt/presentation.xml" Id="Raf5da63678e243c2" /></Relationships>
</file>

<file path=ppt/presentation.xml><?xml version="1.0" encoding="utf-8"?>
<p:presentation xmlns:p="http://schemas.openxmlformats.org/presentationml/2006/main">
  <p:sldMasterIdLst>
    <p:sldMasterId xmlns:r="http://schemas.openxmlformats.org/officeDocument/2006/relationships" id="2147483648" r:id="Rdf9eaa0178874c7e"/>
  </p:sldMasterIdLst>
  <p:notesMasterIdLst>
    <p:notesMasterId xmlns:r="http://schemas.openxmlformats.org/officeDocument/2006/relationships" r:id="R7ede45cdbca54a76"/>
  </p:notesMasterIdLst>
  <p:sldIdLst>
    <p:sldId xmlns:r="http://schemas.openxmlformats.org/officeDocument/2006/relationships" id="256" r:id="R8e98162d45fc462c"/>
    <p:sldId xmlns:r="http://schemas.openxmlformats.org/officeDocument/2006/relationships" id="257" r:id="Re2585610481346f6"/>
    <p:sldId xmlns:r="http://schemas.openxmlformats.org/officeDocument/2006/relationships" id="258" r:id="R927ccaca699e407e"/>
    <p:sldId xmlns:r="http://schemas.openxmlformats.org/officeDocument/2006/relationships" id="259" r:id="Re5fc0cce6dab4038"/>
    <p:sldId xmlns:r="http://schemas.openxmlformats.org/officeDocument/2006/relationships" id="260" r:id="R2ab273e4f0694dd5"/>
    <p:sldId xmlns:r="http://schemas.openxmlformats.org/officeDocument/2006/relationships" id="261" r:id="Rec5043745f5d475e"/>
    <p:sldId xmlns:r="http://schemas.openxmlformats.org/officeDocument/2006/relationships" id="262" r:id="R6b8ff361ec154db2"/>
    <p:sldId xmlns:r="http://schemas.openxmlformats.org/officeDocument/2006/relationships" id="263" r:id="Rc58eae95021b419d"/>
    <p:sldId xmlns:r="http://schemas.openxmlformats.org/officeDocument/2006/relationships" id="264" r:id="R4c94c3cc984e431a"/>
    <p:sldId xmlns:r="http://schemas.openxmlformats.org/officeDocument/2006/relationships" id="265" r:id="Rf29efdcb3d914489"/>
    <p:sldId xmlns:r="http://schemas.openxmlformats.org/officeDocument/2006/relationships" id="266" r:id="R9afaa241d5394c72"/>
    <p:sldId xmlns:r="http://schemas.openxmlformats.org/officeDocument/2006/relationships" id="267" r:id="R6dbcf3b094284c43"/>
    <p:sldId xmlns:r="http://schemas.openxmlformats.org/officeDocument/2006/relationships" id="268" r:id="Red54452903c4408b"/>
    <p:sldId xmlns:r="http://schemas.openxmlformats.org/officeDocument/2006/relationships" id="269" r:id="Rf845af6da43747c6"/>
    <p:sldId xmlns:r="http://schemas.openxmlformats.org/officeDocument/2006/relationships" id="270" r:id="Red889374312c4e7d"/>
    <p:sldId xmlns:r="http://schemas.openxmlformats.org/officeDocument/2006/relationships" id="271" r:id="R81e2c59539404d3b"/>
    <p:sldId xmlns:r="http://schemas.openxmlformats.org/officeDocument/2006/relationships" id="272" r:id="Rbed11dd6db9f48b5"/>
    <p:sldId xmlns:r="http://schemas.openxmlformats.org/officeDocument/2006/relationships" id="273" r:id="R0eeac604b4f74403"/>
    <p:sldId xmlns:r="http://schemas.openxmlformats.org/officeDocument/2006/relationships" id="274" r:id="Re9a6b9a4afc645a9"/>
    <p:sldId xmlns:r="http://schemas.openxmlformats.org/officeDocument/2006/relationships" id="275" r:id="R5b23be5ffcce480e"/>
    <p:sldId xmlns:r="http://schemas.openxmlformats.org/officeDocument/2006/relationships" id="276" r:id="R932b64b5061042cb"/>
    <p:sldId xmlns:r="http://schemas.openxmlformats.org/officeDocument/2006/relationships" id="277" r:id="Rcae1411b843d44ab"/>
    <p:sldId xmlns:r="http://schemas.openxmlformats.org/officeDocument/2006/relationships" id="278" r:id="R6551864a2b174958"/>
    <p:sldId xmlns:r="http://schemas.openxmlformats.org/officeDocument/2006/relationships" id="279" r:id="Rf923aaa041d04062"/>
    <p:sldId xmlns:r="http://schemas.openxmlformats.org/officeDocument/2006/relationships" id="280" r:id="R27524db2809c4624"/>
    <p:sldId xmlns:r="http://schemas.openxmlformats.org/officeDocument/2006/relationships" id="281" r:id="R0ea7cc8df5334296"/>
    <p:sldId xmlns:r="http://schemas.openxmlformats.org/officeDocument/2006/relationships" id="282" r:id="Rf65184eb0761449b"/>
    <p:sldId xmlns:r="http://schemas.openxmlformats.org/officeDocument/2006/relationships" id="283" r:id="R72f218724d734f9c"/>
    <p:sldId xmlns:r="http://schemas.openxmlformats.org/officeDocument/2006/relationships" id="284" r:id="R54fe3855633347b1"/>
    <p:sldId xmlns:r="http://schemas.openxmlformats.org/officeDocument/2006/relationships" id="285" r:id="R0f56fcc3240c4bfc"/>
    <p:sldId xmlns:r="http://schemas.openxmlformats.org/officeDocument/2006/relationships" id="286" r:id="R1d51d522666e4e9a"/>
    <p:sldId xmlns:r="http://schemas.openxmlformats.org/officeDocument/2006/relationships" id="287" r:id="R12f4be4b5d29480d"/>
    <p:sldId xmlns:r="http://schemas.openxmlformats.org/officeDocument/2006/relationships" id="288" r:id="Re683a739ef9b41e8"/>
    <p:sldId xmlns:r="http://schemas.openxmlformats.org/officeDocument/2006/relationships" id="289" r:id="R2b47ef8256904bbb"/>
    <p:sldId xmlns:r="http://schemas.openxmlformats.org/officeDocument/2006/relationships" id="290" r:id="Ra30e12ef91504e5b"/>
    <p:sldId xmlns:r="http://schemas.openxmlformats.org/officeDocument/2006/relationships" id="291" r:id="Ree3e861788a54150"/>
    <p:sldId xmlns:r="http://schemas.openxmlformats.org/officeDocument/2006/relationships" id="292" r:id="R1eb9878c7acf44e0"/>
    <p:sldId xmlns:r="http://schemas.openxmlformats.org/officeDocument/2006/relationships" id="293" r:id="R89942483566f4a2c"/>
    <p:sldId xmlns:r="http://schemas.openxmlformats.org/officeDocument/2006/relationships" id="294" r:id="R5dd6f921f3bd4dc4"/>
    <p:sldId xmlns:r="http://schemas.openxmlformats.org/officeDocument/2006/relationships" id="295" r:id="R257067e54e424195"/>
    <p:sldId xmlns:r="http://schemas.openxmlformats.org/officeDocument/2006/relationships" id="296" r:id="R13618f9447f54037"/>
    <p:sldId xmlns:r="http://schemas.openxmlformats.org/officeDocument/2006/relationships" id="297" r:id="R8c2157e091f74d9e"/>
    <p:sldId xmlns:r="http://schemas.openxmlformats.org/officeDocument/2006/relationships" id="298" r:id="R4e4f78ce9be64cd0"/>
    <p:sldId xmlns:r="http://schemas.openxmlformats.org/officeDocument/2006/relationships" id="299" r:id="R8ab91fe9a9db4d96"/>
    <p:sldId xmlns:r="http://schemas.openxmlformats.org/officeDocument/2006/relationships" id="300" r:id="Rdd79e12c3cf34579"/>
    <p:sldId xmlns:r="http://schemas.openxmlformats.org/officeDocument/2006/relationships" id="301" r:id="R0ce239820dca4c37"/>
    <p:sldId xmlns:r="http://schemas.openxmlformats.org/officeDocument/2006/relationships" id="302" r:id="R315f1fb15db847ff"/>
    <p:sldId xmlns:r="http://schemas.openxmlformats.org/officeDocument/2006/relationships" id="303" r:id="R3263afc18db849bc"/>
    <p:sldId xmlns:r="http://schemas.openxmlformats.org/officeDocument/2006/relationships" id="304" r:id="R81d88a4e45534fe7"/>
    <p:sldId xmlns:r="http://schemas.openxmlformats.org/officeDocument/2006/relationships" id="305" r:id="Rccafbf3e4fdf4ce5"/>
    <p:sldId xmlns:r="http://schemas.openxmlformats.org/officeDocument/2006/relationships" id="306" r:id="R95531c5c37934d3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e0806c7f704eed" /><Relationship Type="http://schemas.openxmlformats.org/officeDocument/2006/relationships/slideMaster" Target="/ppt/slideMasters/slideMaster1.xml" Id="Rdf9eaa0178874c7e" /><Relationship Type="http://schemas.openxmlformats.org/officeDocument/2006/relationships/notesMaster" Target="/ppt/notesMasters/notesMaster1.xml" Id="R7ede45cdbca54a76" /><Relationship Type="http://schemas.openxmlformats.org/officeDocument/2006/relationships/presProps" Target="/ppt/presProps.xml" Id="R6682a7d2d8c24c5f" /><Relationship Type="http://schemas.openxmlformats.org/officeDocument/2006/relationships/tableStyles" Target="/ppt/tableStyles.xml" Id="R3d3b9d2ef18b461a" /><Relationship Type="http://schemas.openxmlformats.org/officeDocument/2006/relationships/slide" Target="/ppt/slides/slide1.xml" Id="R8e98162d45fc462c" /><Relationship Type="http://schemas.openxmlformats.org/officeDocument/2006/relationships/slide" Target="/ppt/slides/slide2.xml" Id="Re2585610481346f6" /><Relationship Type="http://schemas.openxmlformats.org/officeDocument/2006/relationships/slide" Target="/ppt/slides/slide3.xml" Id="R927ccaca699e407e" /><Relationship Type="http://schemas.openxmlformats.org/officeDocument/2006/relationships/slide" Target="/ppt/slides/slide4.xml" Id="Re5fc0cce6dab4038" /><Relationship Type="http://schemas.openxmlformats.org/officeDocument/2006/relationships/slide" Target="/ppt/slides/slide5.xml" Id="R2ab273e4f0694dd5" /><Relationship Type="http://schemas.openxmlformats.org/officeDocument/2006/relationships/slide" Target="/ppt/slides/slide6.xml" Id="Rec5043745f5d475e" /><Relationship Type="http://schemas.openxmlformats.org/officeDocument/2006/relationships/slide" Target="/ppt/slides/slide7.xml" Id="R6b8ff361ec154db2" /><Relationship Type="http://schemas.openxmlformats.org/officeDocument/2006/relationships/slide" Target="/ppt/slides/slide8.xml" Id="Rc58eae95021b419d" /><Relationship Type="http://schemas.openxmlformats.org/officeDocument/2006/relationships/slide" Target="/ppt/slides/slide9.xml" Id="R4c94c3cc984e431a" /><Relationship Type="http://schemas.openxmlformats.org/officeDocument/2006/relationships/slide" Target="/ppt/slides/slide10.xml" Id="Rf29efdcb3d914489" /><Relationship Type="http://schemas.openxmlformats.org/officeDocument/2006/relationships/slide" Target="/ppt/slides/slide11.xml" Id="R9afaa241d5394c72" /><Relationship Type="http://schemas.openxmlformats.org/officeDocument/2006/relationships/slide" Target="/ppt/slides/slide12.xml" Id="R6dbcf3b094284c43" /><Relationship Type="http://schemas.openxmlformats.org/officeDocument/2006/relationships/slide" Target="/ppt/slides/slide13.xml" Id="Red54452903c4408b" /><Relationship Type="http://schemas.openxmlformats.org/officeDocument/2006/relationships/slide" Target="/ppt/slides/slide14.xml" Id="Rf845af6da43747c6" /><Relationship Type="http://schemas.openxmlformats.org/officeDocument/2006/relationships/slide" Target="/ppt/slides/slide15.xml" Id="Red889374312c4e7d" /><Relationship Type="http://schemas.openxmlformats.org/officeDocument/2006/relationships/slide" Target="/ppt/slides/slide16.xml" Id="R81e2c59539404d3b" /><Relationship Type="http://schemas.openxmlformats.org/officeDocument/2006/relationships/slide" Target="/ppt/slides/slide17.xml" Id="Rbed11dd6db9f48b5" /><Relationship Type="http://schemas.openxmlformats.org/officeDocument/2006/relationships/slide" Target="/ppt/slides/slide18.xml" Id="R0eeac604b4f74403" /><Relationship Type="http://schemas.openxmlformats.org/officeDocument/2006/relationships/slide" Target="/ppt/slides/slide19.xml" Id="Re9a6b9a4afc645a9" /><Relationship Type="http://schemas.openxmlformats.org/officeDocument/2006/relationships/slide" Target="/ppt/slides/slide20.xml" Id="R5b23be5ffcce480e" /><Relationship Type="http://schemas.openxmlformats.org/officeDocument/2006/relationships/slide" Target="/ppt/slides/slide21.xml" Id="R932b64b5061042cb" /><Relationship Type="http://schemas.openxmlformats.org/officeDocument/2006/relationships/slide" Target="/ppt/slides/slide22.xml" Id="Rcae1411b843d44ab" /><Relationship Type="http://schemas.openxmlformats.org/officeDocument/2006/relationships/slide" Target="/ppt/slides/slide23.xml" Id="R6551864a2b174958" /><Relationship Type="http://schemas.openxmlformats.org/officeDocument/2006/relationships/slide" Target="/ppt/slides/slide24.xml" Id="Rf923aaa041d04062" /><Relationship Type="http://schemas.openxmlformats.org/officeDocument/2006/relationships/slide" Target="/ppt/slides/slide25.xml" Id="R27524db2809c4624" /><Relationship Type="http://schemas.openxmlformats.org/officeDocument/2006/relationships/slide" Target="/ppt/slides/slide26.xml" Id="R0ea7cc8df5334296" /><Relationship Type="http://schemas.openxmlformats.org/officeDocument/2006/relationships/slide" Target="/ppt/slides/slide27.xml" Id="Rf65184eb0761449b" /><Relationship Type="http://schemas.openxmlformats.org/officeDocument/2006/relationships/slide" Target="/ppt/slides/slide28.xml" Id="R72f218724d734f9c" /><Relationship Type="http://schemas.openxmlformats.org/officeDocument/2006/relationships/slide" Target="/ppt/slides/slide29.xml" Id="R54fe3855633347b1" /><Relationship Type="http://schemas.openxmlformats.org/officeDocument/2006/relationships/slide" Target="/ppt/slides/slide30.xml" Id="R0f56fcc3240c4bfc" /><Relationship Type="http://schemas.openxmlformats.org/officeDocument/2006/relationships/slide" Target="/ppt/slides/slide31.xml" Id="R1d51d522666e4e9a" /><Relationship Type="http://schemas.openxmlformats.org/officeDocument/2006/relationships/slide" Target="/ppt/slides/slide32.xml" Id="R12f4be4b5d29480d" /><Relationship Type="http://schemas.openxmlformats.org/officeDocument/2006/relationships/slide" Target="/ppt/slides/slide33.xml" Id="Re683a739ef9b41e8" /><Relationship Type="http://schemas.openxmlformats.org/officeDocument/2006/relationships/slide" Target="/ppt/slides/slide34.xml" Id="R2b47ef8256904bbb" /><Relationship Type="http://schemas.openxmlformats.org/officeDocument/2006/relationships/slide" Target="/ppt/slides/slide35.xml" Id="Ra30e12ef91504e5b" /><Relationship Type="http://schemas.openxmlformats.org/officeDocument/2006/relationships/slide" Target="/ppt/slides/slide36.xml" Id="Ree3e861788a54150" /><Relationship Type="http://schemas.openxmlformats.org/officeDocument/2006/relationships/slide" Target="/ppt/slides/slide37.xml" Id="R1eb9878c7acf44e0" /><Relationship Type="http://schemas.openxmlformats.org/officeDocument/2006/relationships/slide" Target="/ppt/slides/slide38.xml" Id="R89942483566f4a2c" /><Relationship Type="http://schemas.openxmlformats.org/officeDocument/2006/relationships/slide" Target="/ppt/slides/slide39.xml" Id="R5dd6f921f3bd4dc4" /><Relationship Type="http://schemas.openxmlformats.org/officeDocument/2006/relationships/slide" Target="/ppt/slides/slide40.xml" Id="R257067e54e424195" /><Relationship Type="http://schemas.openxmlformats.org/officeDocument/2006/relationships/slide" Target="/ppt/slides/slide41.xml" Id="R13618f9447f54037" /><Relationship Type="http://schemas.openxmlformats.org/officeDocument/2006/relationships/slide" Target="/ppt/slides/slide42.xml" Id="R8c2157e091f74d9e" /><Relationship Type="http://schemas.openxmlformats.org/officeDocument/2006/relationships/slide" Target="/ppt/slides/slide43.xml" Id="R4e4f78ce9be64cd0" /><Relationship Type="http://schemas.openxmlformats.org/officeDocument/2006/relationships/slide" Target="/ppt/slides/slide44.xml" Id="R8ab91fe9a9db4d96" /><Relationship Type="http://schemas.openxmlformats.org/officeDocument/2006/relationships/slide" Target="/ppt/slides/slide45.xml" Id="Rdd79e12c3cf34579" /><Relationship Type="http://schemas.openxmlformats.org/officeDocument/2006/relationships/slide" Target="/ppt/slides/slide46.xml" Id="R0ce239820dca4c37" /><Relationship Type="http://schemas.openxmlformats.org/officeDocument/2006/relationships/slide" Target="/ppt/slides/slide47.xml" Id="R315f1fb15db847ff" /><Relationship Type="http://schemas.openxmlformats.org/officeDocument/2006/relationships/slide" Target="/ppt/slides/slide48.xml" Id="R3263afc18db849bc" /><Relationship Type="http://schemas.openxmlformats.org/officeDocument/2006/relationships/slide" Target="/ppt/slides/slide49.xml" Id="R81d88a4e45534fe7" /><Relationship Type="http://schemas.openxmlformats.org/officeDocument/2006/relationships/slide" Target="/ppt/slides/slide50.xml" Id="Rccafbf3e4fdf4ce5" /><Relationship Type="http://schemas.openxmlformats.org/officeDocument/2006/relationships/slide" Target="/ppt/slides/slide51.xml" Id="R95531c5c37934d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de8f739f324f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ecd3e3fc0a4d82" /><Relationship Type="http://schemas.openxmlformats.org/officeDocument/2006/relationships/notesMaster" Target="/ppt/notesMasters/notesMaster1.xml" Id="Rfda38224e8904c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669a4bfade448b" /><Relationship Type="http://schemas.openxmlformats.org/officeDocument/2006/relationships/notesMaster" Target="/ppt/notesMasters/notesMaster1.xml" Id="R87f8af23940d49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d49bf3e4074a2c" /><Relationship Type="http://schemas.openxmlformats.org/officeDocument/2006/relationships/notesMaster" Target="/ppt/notesMasters/notesMaster1.xml" Id="Rb004b99700db43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35c158e78d4866" /><Relationship Type="http://schemas.openxmlformats.org/officeDocument/2006/relationships/notesMaster" Target="/ppt/notesMasters/notesMaster1.xml" Id="Rb190961face048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e375287cf04a15" /><Relationship Type="http://schemas.openxmlformats.org/officeDocument/2006/relationships/notesMaster" Target="/ppt/notesMasters/notesMaster1.xml" Id="R1d6b7e1b20db4c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32ae2201274077" /><Relationship Type="http://schemas.openxmlformats.org/officeDocument/2006/relationships/notesMaster" Target="/ppt/notesMasters/notesMaster1.xml" Id="R323609aaf7ed4e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8d6079d2464a11" /><Relationship Type="http://schemas.openxmlformats.org/officeDocument/2006/relationships/notesMaster" Target="/ppt/notesMasters/notesMaster1.xml" Id="R21dc0d83b5bf46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692e56bb2540c6" /><Relationship Type="http://schemas.openxmlformats.org/officeDocument/2006/relationships/notesMaster" Target="/ppt/notesMasters/notesMaster1.xml" Id="R361777bb53924f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7924eedb804e86" /><Relationship Type="http://schemas.openxmlformats.org/officeDocument/2006/relationships/notesMaster" Target="/ppt/notesMasters/notesMaster1.xml" Id="R55e5b208447e4c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55eafa21a746a8" /><Relationship Type="http://schemas.openxmlformats.org/officeDocument/2006/relationships/notesMaster" Target="/ppt/notesMasters/notesMaster1.xml" Id="Rc06ba0e559a541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90b343b87b406a" /><Relationship Type="http://schemas.openxmlformats.org/officeDocument/2006/relationships/notesMaster" Target="/ppt/notesMasters/notesMaster1.xml" Id="R5c45d55e15164a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1c7063e4bb44b7" /><Relationship Type="http://schemas.openxmlformats.org/officeDocument/2006/relationships/notesMaster" Target="/ppt/notesMasters/notesMaster1.xml" Id="Rd1769390311b49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5cab504cae4b7d" /><Relationship Type="http://schemas.openxmlformats.org/officeDocument/2006/relationships/notesMaster" Target="/ppt/notesMasters/notesMaster1.xml" Id="Rea872b473adb40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fb7ed6c67d4236" /><Relationship Type="http://schemas.openxmlformats.org/officeDocument/2006/relationships/notesMaster" Target="/ppt/notesMasters/notesMaster1.xml" Id="R1d4da76cf0d440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ff78af4ecc41d3" /><Relationship Type="http://schemas.openxmlformats.org/officeDocument/2006/relationships/notesMaster" Target="/ppt/notesMasters/notesMaster1.xml" Id="Rb5548c749a624b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acd5163f0f443e" /><Relationship Type="http://schemas.openxmlformats.org/officeDocument/2006/relationships/notesMaster" Target="/ppt/notesMasters/notesMaster1.xml" Id="R30b60d12ed7742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209061ed744bfa" /><Relationship Type="http://schemas.openxmlformats.org/officeDocument/2006/relationships/notesMaster" Target="/ppt/notesMasters/notesMaster1.xml" Id="R300323a8d35d4b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8651565f03405b" /><Relationship Type="http://schemas.openxmlformats.org/officeDocument/2006/relationships/notesMaster" Target="/ppt/notesMasters/notesMaster1.xml" Id="R328889199ace41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81dd47ec3a4a2d" /><Relationship Type="http://schemas.openxmlformats.org/officeDocument/2006/relationships/notesMaster" Target="/ppt/notesMasters/notesMaster1.xml" Id="R8729ab407ccb4d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da0bc657934140" /><Relationship Type="http://schemas.openxmlformats.org/officeDocument/2006/relationships/notesMaster" Target="/ppt/notesMasters/notesMaster1.xml" Id="R2da85079a1d848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eb5278a4844506" /><Relationship Type="http://schemas.openxmlformats.org/officeDocument/2006/relationships/notesMaster" Target="/ppt/notesMasters/notesMaster1.xml" Id="R672df4cb70e648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29c374f42e4218" /><Relationship Type="http://schemas.openxmlformats.org/officeDocument/2006/relationships/notesMaster" Target="/ppt/notesMasters/notesMaster1.xml" Id="Rb0c0f478394940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6a1437c5c44f85" /><Relationship Type="http://schemas.openxmlformats.org/officeDocument/2006/relationships/notesMaster" Target="/ppt/notesMasters/notesMaster1.xml" Id="R3213063cf95e47b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ab07589abd4c33" /><Relationship Type="http://schemas.openxmlformats.org/officeDocument/2006/relationships/notesMaster" Target="/ppt/notesMasters/notesMaster1.xml" Id="R3680da07a9384b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cad1878eec84c26" /><Relationship Type="http://schemas.openxmlformats.org/officeDocument/2006/relationships/notesMaster" Target="/ppt/notesMasters/notesMaster1.xml" Id="R01f2049d5724489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f25bd8cf704e92" /><Relationship Type="http://schemas.openxmlformats.org/officeDocument/2006/relationships/notesMaster" Target="/ppt/notesMasters/notesMaster1.xml" Id="R2e057b90e0644a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313239be82c48a3" /><Relationship Type="http://schemas.openxmlformats.org/officeDocument/2006/relationships/notesMaster" Target="/ppt/notesMasters/notesMaster1.xml" Id="R9e1c3bf1aee34e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ece03a937c410a" /><Relationship Type="http://schemas.openxmlformats.org/officeDocument/2006/relationships/notesMaster" Target="/ppt/notesMasters/notesMaster1.xml" Id="Re4d66b237fb141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065fdaad4a942ce" /><Relationship Type="http://schemas.openxmlformats.org/officeDocument/2006/relationships/notesMaster" Target="/ppt/notesMasters/notesMaster1.xml" Id="R47fb52a0af8c4e4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f93836d475f4935" /><Relationship Type="http://schemas.openxmlformats.org/officeDocument/2006/relationships/notesMaster" Target="/ppt/notesMasters/notesMaster1.xml" Id="R01975f39a74146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492dbdedbd54911" /><Relationship Type="http://schemas.openxmlformats.org/officeDocument/2006/relationships/notesMaster" Target="/ppt/notesMasters/notesMaster1.xml" Id="R373645fe690145a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888218d58c43a6" /><Relationship Type="http://schemas.openxmlformats.org/officeDocument/2006/relationships/notesMaster" Target="/ppt/notesMasters/notesMaster1.xml" Id="R364af2b43a584a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0df5242c33d4e98" /><Relationship Type="http://schemas.openxmlformats.org/officeDocument/2006/relationships/notesMaster" Target="/ppt/notesMasters/notesMaster1.xml" Id="Ree02b35fc57d497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058b92948bd453c" /><Relationship Type="http://schemas.openxmlformats.org/officeDocument/2006/relationships/notesMaster" Target="/ppt/notesMasters/notesMaster1.xml" Id="R5db835511bf341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cb153eda2234b21" /><Relationship Type="http://schemas.openxmlformats.org/officeDocument/2006/relationships/notesMaster" Target="/ppt/notesMasters/notesMaster1.xml" Id="R2247dca0f80d4e8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7b66ad76b834cc4" /><Relationship Type="http://schemas.openxmlformats.org/officeDocument/2006/relationships/notesMaster" Target="/ppt/notesMasters/notesMaster1.xml" Id="R9fd49ebec23248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00156eb8ae14a02" /><Relationship Type="http://schemas.openxmlformats.org/officeDocument/2006/relationships/notesMaster" Target="/ppt/notesMasters/notesMaster1.xml" Id="R108a2f4ff445457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a0449f06674ffa" /><Relationship Type="http://schemas.openxmlformats.org/officeDocument/2006/relationships/notesMaster" Target="/ppt/notesMasters/notesMaster1.xml" Id="R79a098e6742d46b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729c51fdb084976" /><Relationship Type="http://schemas.openxmlformats.org/officeDocument/2006/relationships/notesMaster" Target="/ppt/notesMasters/notesMaster1.xml" Id="R8875a2a539a046c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f62e3b3da484198" /><Relationship Type="http://schemas.openxmlformats.org/officeDocument/2006/relationships/notesMaster" Target="/ppt/notesMasters/notesMaster1.xml" Id="R760f548f419c4e0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aaae142f6944fb3" /><Relationship Type="http://schemas.openxmlformats.org/officeDocument/2006/relationships/notesMaster" Target="/ppt/notesMasters/notesMaster1.xml" Id="R343f51551cbf4f9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e68df41b56748ac" /><Relationship Type="http://schemas.openxmlformats.org/officeDocument/2006/relationships/notesMaster" Target="/ppt/notesMasters/notesMaster1.xml" Id="Rce4b923109624dc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28e2e6e827e4876" /><Relationship Type="http://schemas.openxmlformats.org/officeDocument/2006/relationships/notesMaster" Target="/ppt/notesMasters/notesMaster1.xml" Id="R48e59ccd56c34c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11995bce7a346e0" /><Relationship Type="http://schemas.openxmlformats.org/officeDocument/2006/relationships/notesMaster" Target="/ppt/notesMasters/notesMaster1.xml" Id="R90421b21b42a450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27919a3dfdb4e9d" /><Relationship Type="http://schemas.openxmlformats.org/officeDocument/2006/relationships/notesMaster" Target="/ppt/notesMasters/notesMaster1.xml" Id="R21034c8b99d440f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f90ab9ee4244628" /><Relationship Type="http://schemas.openxmlformats.org/officeDocument/2006/relationships/notesMaster" Target="/ppt/notesMasters/notesMaster1.xml" Id="R8cd9fe01b24e4c0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e93ce7911e54b9c" /><Relationship Type="http://schemas.openxmlformats.org/officeDocument/2006/relationships/notesMaster" Target="/ppt/notesMasters/notesMaster1.xml" Id="Rca1ee7f37a6647c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01500757924ae7" /><Relationship Type="http://schemas.openxmlformats.org/officeDocument/2006/relationships/notesMaster" Target="/ppt/notesMasters/notesMaster1.xml" Id="R0879c663163a4b3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d95e9260cff4699" /><Relationship Type="http://schemas.openxmlformats.org/officeDocument/2006/relationships/notesMaster" Target="/ppt/notesMasters/notesMaster1.xml" Id="R17870712f440465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cd5e3771d1f4fd0" /><Relationship Type="http://schemas.openxmlformats.org/officeDocument/2006/relationships/notesMaster" Target="/ppt/notesMasters/notesMaster1.xml" Id="R3d56c0dfcad143c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8acc7c3f3f148e1" /><Relationship Type="http://schemas.openxmlformats.org/officeDocument/2006/relationships/notesMaster" Target="/ppt/notesMasters/notesMaster1.xml" Id="R95756ee013a74d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124741e51348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c96e706d284a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49872b4f404d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9ef780adba46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d09bfab01240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b6f51f080e43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AFA659-608E-4C5F-B2DC-EF24C73E894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EFD5EE-44AD-4D6D-90EB-767C955C42D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FF0C71-6443-46AB-95D8-5D1D9CA3DAE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206D03-96FF-4079-88F4-B98406B78CD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867827-7AF9-4705-AFD2-D8D87DD1669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F8AB40-CB37-4FFB-9427-93F4B88DF59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7A2380-2B88-4500-B8A2-5BF920905B5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1030A5-FE79-411C-8DC2-8A3B0569918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956DCB-ABC5-442A-BF67-EFE44C0DEC8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ACDCB9-BF8B-4901-B280-C146782CCCF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7be87fdab044e6" /><Relationship Type="http://schemas.openxmlformats.org/officeDocument/2006/relationships/slideLayout" Target="/ppt/slideLayouts/slideLayout1.xml" Id="R28df0e112dbb4ca5" /><Relationship Type="http://schemas.openxmlformats.org/officeDocument/2006/relationships/slideLayout" Target="/ppt/slideLayouts/slideLayout2.xml" Id="Ra392937430df4f09" /><Relationship Type="http://schemas.openxmlformats.org/officeDocument/2006/relationships/slideLayout" Target="/ppt/slideLayouts/slideLayout3.xml" Id="R17fd0f46924546d5" /><Relationship Type="http://schemas.openxmlformats.org/officeDocument/2006/relationships/slideLayout" Target="/ppt/slideLayouts/slideLayout4.xml" Id="R8bdc97daa2244a1d" /><Relationship Type="http://schemas.openxmlformats.org/officeDocument/2006/relationships/slideLayout" Target="/ppt/slideLayouts/slideLayout5.xml" Id="Rf4f8ccd6a1294bcc" /><Relationship Type="http://schemas.openxmlformats.org/officeDocument/2006/relationships/slideLayout" Target="/ppt/slideLayouts/slideLayout6.xml" Id="Rf3c1ac10eb43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f0e112dbb4ca5"/>
    <p:sldLayoutId xmlns:r="http://schemas.openxmlformats.org/officeDocument/2006/relationships" id="2147483650" r:id="Ra392937430df4f09"/>
    <p:sldLayoutId xmlns:r="http://schemas.openxmlformats.org/officeDocument/2006/relationships" id="2147483651" r:id="R17fd0f46924546d5"/>
    <p:sldLayoutId xmlns:r="http://schemas.openxmlformats.org/officeDocument/2006/relationships" id="2147483652" r:id="R8bdc97daa2244a1d"/>
    <p:sldLayoutId xmlns:r="http://schemas.openxmlformats.org/officeDocument/2006/relationships" id="2147483653" r:id="Rf4f8ccd6a1294bcc"/>
    <p:sldLayoutId xmlns:r="http://schemas.openxmlformats.org/officeDocument/2006/relationships" id="2147483654" r:id="Rf3c1ac10eb43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bf7503f6174c94" /><Relationship Type="http://schemas.openxmlformats.org/officeDocument/2006/relationships/image" Target="/ppt/media/image.png" Id="R013348a507a246b6" /><Relationship Type="http://schemas.openxmlformats.org/officeDocument/2006/relationships/image" Target="/ppt/media/image2.png" Id="R054d013d15ca4c22" /><Relationship Type="http://schemas.openxmlformats.org/officeDocument/2006/relationships/image" Target="/ppt/media/image3.png" Id="R58a345b586dd4fba" /><Relationship Type="http://schemas.openxmlformats.org/officeDocument/2006/relationships/notesSlide" Target="/ppt/notesSlides/notesSlide1.xml" Id="Rd33dff998f984c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76d19ec3c24d6b" /><Relationship Type="http://schemas.openxmlformats.org/officeDocument/2006/relationships/image" Target="/ppt/media/image4.png" Id="R42ee671b9a3d42ed" /><Relationship Type="http://schemas.openxmlformats.org/officeDocument/2006/relationships/image" Target="/ppt/media/image5.png" Id="Ra84b4676dfe24147" /><Relationship Type="http://schemas.openxmlformats.org/officeDocument/2006/relationships/notesSlide" Target="/ppt/notesSlides/notesSlide2.xml" Id="R04320071eed6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3bd49905de4b63" /><Relationship Type="http://schemas.openxmlformats.org/officeDocument/2006/relationships/image" Target="/ppt/media/image6.png" Id="Rc20c5c102c2a41e9" /><Relationship Type="http://schemas.openxmlformats.org/officeDocument/2006/relationships/notesSlide" Target="/ppt/notesSlides/notesSlide3.xml" Id="R369575f2b5a04f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55a5b7fb7c4683" /><Relationship Type="http://schemas.openxmlformats.org/officeDocument/2006/relationships/image" Target="/ppt/media/image7.png" Id="Rf7ebd1dfdef74119" /><Relationship Type="http://schemas.openxmlformats.org/officeDocument/2006/relationships/image" Target="/ppt/media/image8.png" Id="R7a869c5103e347d8" /><Relationship Type="http://schemas.openxmlformats.org/officeDocument/2006/relationships/notesSlide" Target="/ppt/notesSlides/notesSlide4.xml" Id="R3905dfb5fc9145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e1e1aadeb54cf3" /><Relationship Type="http://schemas.openxmlformats.org/officeDocument/2006/relationships/image" Target="/ppt/media/image9.png" Id="R64b77917aeff4f35" /><Relationship Type="http://schemas.openxmlformats.org/officeDocument/2006/relationships/image" Target="/ppt/media/image10.png" Id="R8296a308663b48db" /><Relationship Type="http://schemas.openxmlformats.org/officeDocument/2006/relationships/notesSlide" Target="/ppt/notesSlides/notesSlide5.xml" Id="Rd7cb7314cc584c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829e1a03834260" /><Relationship Type="http://schemas.openxmlformats.org/officeDocument/2006/relationships/image" Target="/ppt/media/image11.png" Id="Rd5394ef573694c3d" /><Relationship Type="http://schemas.openxmlformats.org/officeDocument/2006/relationships/image" Target="/ppt/media/image12.png" Id="R8fcc9034e55847e7" /><Relationship Type="http://schemas.openxmlformats.org/officeDocument/2006/relationships/notesSlide" Target="/ppt/notesSlides/notesSlide6.xml" Id="R314ac406a41549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a87054284b4b65" /><Relationship Type="http://schemas.openxmlformats.org/officeDocument/2006/relationships/image" Target="/ppt/media/image13.png" Id="R8c87d295b4aa464c" /><Relationship Type="http://schemas.openxmlformats.org/officeDocument/2006/relationships/image" Target="/ppt/media/image14.png" Id="R586617a49c7f4127" /><Relationship Type="http://schemas.openxmlformats.org/officeDocument/2006/relationships/image" Target="/ppt/media/image15.png" Id="R0cc7ba7f20114ca6" /><Relationship Type="http://schemas.openxmlformats.org/officeDocument/2006/relationships/image" Target="/ppt/media/image16.png" Id="Rd35a3556433e4061" /><Relationship Type="http://schemas.openxmlformats.org/officeDocument/2006/relationships/notesSlide" Target="/ppt/notesSlides/notesSlide7.xml" Id="Rf3bf4202c62848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e3ddd74fc441c9" /><Relationship Type="http://schemas.openxmlformats.org/officeDocument/2006/relationships/image" Target="/ppt/media/image17.png" Id="R9889fa76764d4def" /><Relationship Type="http://schemas.openxmlformats.org/officeDocument/2006/relationships/image" Target="/ppt/media/image18.png" Id="R0b927363afd048f6" /><Relationship Type="http://schemas.openxmlformats.org/officeDocument/2006/relationships/image" Target="/ppt/media/image19.png" Id="Rb1db6b8ca167446a" /><Relationship Type="http://schemas.openxmlformats.org/officeDocument/2006/relationships/image" Target="/ppt/media/image20.png" Id="R1658b1f0c8194c4d" /><Relationship Type="http://schemas.openxmlformats.org/officeDocument/2006/relationships/notesSlide" Target="/ppt/notesSlides/notesSlide8.xml" Id="R4f634656f74f47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f94862cd6e42e9" /><Relationship Type="http://schemas.openxmlformats.org/officeDocument/2006/relationships/image" Target="/ppt/media/image21.png" Id="R3ce52de1914a43b4" /><Relationship Type="http://schemas.openxmlformats.org/officeDocument/2006/relationships/image" Target="/ppt/media/image22.png" Id="R67fb1a94c0724857" /><Relationship Type="http://schemas.openxmlformats.org/officeDocument/2006/relationships/notesSlide" Target="/ppt/notesSlides/notesSlide9.xml" Id="Rdec236fd9b8443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316fe13b2143fc" /><Relationship Type="http://schemas.openxmlformats.org/officeDocument/2006/relationships/image" Target="/ppt/media/image23.png" Id="Rc083e26c0a494499" /><Relationship Type="http://schemas.openxmlformats.org/officeDocument/2006/relationships/image" Target="/ppt/media/image24.png" Id="Rceb91f8224ac490f" /><Relationship Type="http://schemas.openxmlformats.org/officeDocument/2006/relationships/image" Target="/ppt/media/image25.png" Id="Rb847712725a74db1" /><Relationship Type="http://schemas.openxmlformats.org/officeDocument/2006/relationships/image" Target="/ppt/media/image26.png" Id="R14003b234e6f4aa3" /><Relationship Type="http://schemas.openxmlformats.org/officeDocument/2006/relationships/image" Target="/ppt/media/image27.png" Id="Raeac3936a7714738" /><Relationship Type="http://schemas.openxmlformats.org/officeDocument/2006/relationships/notesSlide" Target="/ppt/notesSlides/notesSlide10.xml" Id="R67c3f12c9eed49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62ab51090c4617" /><Relationship Type="http://schemas.openxmlformats.org/officeDocument/2006/relationships/image" Target="/ppt/media/image28.png" Id="Rbba4fba9fe5c48a9" /><Relationship Type="http://schemas.openxmlformats.org/officeDocument/2006/relationships/image" Target="/ppt/media/image29.png" Id="Ra9eb65cb9fdc455d" /><Relationship Type="http://schemas.openxmlformats.org/officeDocument/2006/relationships/image" Target="/ppt/media/image30.png" Id="R35ae4aef86114e37" /><Relationship Type="http://schemas.openxmlformats.org/officeDocument/2006/relationships/notesSlide" Target="/ppt/notesSlides/notesSlide11.xml" Id="R18908bfe904644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e85227abd6d448a" /><Relationship Type="http://schemas.openxmlformats.org/officeDocument/2006/relationships/image" Target="/ppt/media/image31.png" Id="Rb0020b5c59f34306" /><Relationship Type="http://schemas.openxmlformats.org/officeDocument/2006/relationships/image" Target="/ppt/media/image32.png" Id="R3c65143e0d6649c4" /><Relationship Type="http://schemas.openxmlformats.org/officeDocument/2006/relationships/image" Target="/ppt/media/image33.png" Id="R1a9dc7969e314cdc" /><Relationship Type="http://schemas.openxmlformats.org/officeDocument/2006/relationships/notesSlide" Target="/ppt/notesSlides/notesSlide12.xml" Id="R8e7c313ea37d45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e820cde21849b7" /><Relationship Type="http://schemas.openxmlformats.org/officeDocument/2006/relationships/image" Target="/ppt/media/image34.png" Id="R9c2b9111ce70475f" /><Relationship Type="http://schemas.openxmlformats.org/officeDocument/2006/relationships/notesSlide" Target="/ppt/notesSlides/notesSlide13.xml" Id="Rcbb46d19be3942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d01744a5764577" /><Relationship Type="http://schemas.openxmlformats.org/officeDocument/2006/relationships/image" Target="/ppt/media/image35.png" Id="R8e8dc7c2953d4805" /><Relationship Type="http://schemas.openxmlformats.org/officeDocument/2006/relationships/image" Target="/ppt/media/image36.png" Id="R3f80944fe8d347c8" /><Relationship Type="http://schemas.openxmlformats.org/officeDocument/2006/relationships/notesSlide" Target="/ppt/notesSlides/notesSlide14.xml" Id="R7018174b98444a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9cb9d28ccdd4bf6" /><Relationship Type="http://schemas.openxmlformats.org/officeDocument/2006/relationships/image" Target="/ppt/media/image37.png" Id="Rbe4589234edb495c" /><Relationship Type="http://schemas.openxmlformats.org/officeDocument/2006/relationships/image" Target="/ppt/media/image38.png" Id="R39a5fbc748544471" /><Relationship Type="http://schemas.openxmlformats.org/officeDocument/2006/relationships/notesSlide" Target="/ppt/notesSlides/notesSlide15.xml" Id="Rd87e90ed697748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d9bc8831abd41eb" /><Relationship Type="http://schemas.openxmlformats.org/officeDocument/2006/relationships/image" Target="/ppt/media/image39.png" Id="Rf30a01eb39104a17" /><Relationship Type="http://schemas.openxmlformats.org/officeDocument/2006/relationships/image" Target="/ppt/media/image40.png" Id="Rc571b9fd5ed649cf" /><Relationship Type="http://schemas.openxmlformats.org/officeDocument/2006/relationships/image" Target="/ppt/media/image41.png" Id="Rd2fe367fa63e4d0f" /><Relationship Type="http://schemas.openxmlformats.org/officeDocument/2006/relationships/image" Target="/ppt/media/image42.png" Id="R7220e2652ab44324" /><Relationship Type="http://schemas.openxmlformats.org/officeDocument/2006/relationships/notesSlide" Target="/ppt/notesSlides/notesSlide16.xml" Id="Rad28a5d072c643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9107f4c854e42f5" /><Relationship Type="http://schemas.openxmlformats.org/officeDocument/2006/relationships/image" Target="/ppt/media/image43.png" Id="R8255f3c309594afb" /><Relationship Type="http://schemas.openxmlformats.org/officeDocument/2006/relationships/image" Target="/ppt/media/image44.png" Id="R691b28d3a3f445c7" /><Relationship Type="http://schemas.openxmlformats.org/officeDocument/2006/relationships/image" Target="/ppt/media/image45.png" Id="R16305c75d86b4a5d" /><Relationship Type="http://schemas.openxmlformats.org/officeDocument/2006/relationships/notesSlide" Target="/ppt/notesSlides/notesSlide17.xml" Id="Rdf93b130b62d42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5edc786542245e7" /><Relationship Type="http://schemas.openxmlformats.org/officeDocument/2006/relationships/image" Target="/ppt/media/image46.png" Id="Rfb11bcaf382b4bb4" /><Relationship Type="http://schemas.openxmlformats.org/officeDocument/2006/relationships/image" Target="/ppt/media/image47.png" Id="R0ffba02f6b8f4228" /><Relationship Type="http://schemas.openxmlformats.org/officeDocument/2006/relationships/image" Target="/ppt/media/image48.png" Id="R179a0ce2da93451e" /><Relationship Type="http://schemas.openxmlformats.org/officeDocument/2006/relationships/image" Target="/ppt/media/image49.png" Id="R87dcebc03b4d4b80" /><Relationship Type="http://schemas.openxmlformats.org/officeDocument/2006/relationships/notesSlide" Target="/ppt/notesSlides/notesSlide18.xml" Id="R3049292381d94f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2d0740018804baa" /><Relationship Type="http://schemas.openxmlformats.org/officeDocument/2006/relationships/image" Target="/ppt/media/image50.png" Id="R4904259f57ba45b7" /><Relationship Type="http://schemas.openxmlformats.org/officeDocument/2006/relationships/image" Target="/ppt/media/image51.png" Id="R8dd464a0e5974f86" /><Relationship Type="http://schemas.openxmlformats.org/officeDocument/2006/relationships/image" Target="/ppt/media/image52.png" Id="Rf5439232ecf445a0" /><Relationship Type="http://schemas.openxmlformats.org/officeDocument/2006/relationships/notesSlide" Target="/ppt/notesSlides/notesSlide19.xml" Id="R13a726c3ea2a4f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9c30a87db394d82" /><Relationship Type="http://schemas.openxmlformats.org/officeDocument/2006/relationships/image" Target="/ppt/media/image53.png" Id="R0369211fa33145a9" /><Relationship Type="http://schemas.openxmlformats.org/officeDocument/2006/relationships/image" Target="/ppt/media/image54.png" Id="Rf8a93f531bbd49c9" /><Relationship Type="http://schemas.openxmlformats.org/officeDocument/2006/relationships/image" Target="/ppt/media/image55.png" Id="Rcde4887c450d4fc0" /><Relationship Type="http://schemas.openxmlformats.org/officeDocument/2006/relationships/image" Target="/ppt/media/image56.png" Id="Rf89a3c4279874c91" /><Relationship Type="http://schemas.openxmlformats.org/officeDocument/2006/relationships/notesSlide" Target="/ppt/notesSlides/notesSlide20.xml" Id="R3df599ce3c704b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072741ee82345a4" /><Relationship Type="http://schemas.openxmlformats.org/officeDocument/2006/relationships/image" Target="/ppt/media/image57.png" Id="Rb79f25d6feda42be" /><Relationship Type="http://schemas.openxmlformats.org/officeDocument/2006/relationships/notesSlide" Target="/ppt/notesSlides/notesSlide21.xml" Id="R312ec0a3bbe9492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5526295a8534c84" /><Relationship Type="http://schemas.openxmlformats.org/officeDocument/2006/relationships/image" Target="/ppt/media/image58.png" Id="Ra3b5820467d743da" /><Relationship Type="http://schemas.openxmlformats.org/officeDocument/2006/relationships/image" Target="/ppt/media/image59.png" Id="R1c3c01434aa64b2b" /><Relationship Type="http://schemas.openxmlformats.org/officeDocument/2006/relationships/image" Target="/ppt/media/image60.png" Id="R3c1cc6c655ea49ab" /><Relationship Type="http://schemas.openxmlformats.org/officeDocument/2006/relationships/notesSlide" Target="/ppt/notesSlides/notesSlide22.xml" Id="R659827188dee49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ff4c11a23744768" /><Relationship Type="http://schemas.openxmlformats.org/officeDocument/2006/relationships/image" Target="/ppt/media/image61.png" Id="Rf2f2263b24ab4009" /><Relationship Type="http://schemas.openxmlformats.org/officeDocument/2006/relationships/image" Target="/ppt/media/image62.png" Id="Re40588f506ae4057" /><Relationship Type="http://schemas.openxmlformats.org/officeDocument/2006/relationships/image" Target="/ppt/media/image63.png" Id="Rae3c2138240f43bc" /><Relationship Type="http://schemas.openxmlformats.org/officeDocument/2006/relationships/image" Target="/ppt/media/image64.png" Id="R864994ca1046496f" /><Relationship Type="http://schemas.openxmlformats.org/officeDocument/2006/relationships/notesSlide" Target="/ppt/notesSlides/notesSlide23.xml" Id="R132fe3ea59f84d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cc647bea42a4d09" /><Relationship Type="http://schemas.openxmlformats.org/officeDocument/2006/relationships/image" Target="/ppt/media/image65.png" Id="R1cbfab5dcaf24683" /><Relationship Type="http://schemas.openxmlformats.org/officeDocument/2006/relationships/image" Target="/ppt/media/image66.png" Id="R98ff94b15bfa4cbf" /><Relationship Type="http://schemas.openxmlformats.org/officeDocument/2006/relationships/image" Target="/ppt/media/image67.png" Id="Rc972e40c038049d4" /><Relationship Type="http://schemas.openxmlformats.org/officeDocument/2006/relationships/notesSlide" Target="/ppt/notesSlides/notesSlide24.xml" Id="Rf7af3439615f48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98ba96cb36947f5" /><Relationship Type="http://schemas.openxmlformats.org/officeDocument/2006/relationships/image" Target="/ppt/media/image68.png" Id="R29d1bc79067c46a2" /><Relationship Type="http://schemas.openxmlformats.org/officeDocument/2006/relationships/image" Target="/ppt/media/image69.png" Id="R3997508c160d4cfb" /><Relationship Type="http://schemas.openxmlformats.org/officeDocument/2006/relationships/notesSlide" Target="/ppt/notesSlides/notesSlide25.xml" Id="R2ecf13503bd747d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0ebfa12e0934dbf" /><Relationship Type="http://schemas.openxmlformats.org/officeDocument/2006/relationships/image" Target="/ppt/media/image70.png" Id="R368929aab6704fac" /><Relationship Type="http://schemas.openxmlformats.org/officeDocument/2006/relationships/image" Target="/ppt/media/image71.png" Id="R0ba6349b54ac4c24" /><Relationship Type="http://schemas.openxmlformats.org/officeDocument/2006/relationships/notesSlide" Target="/ppt/notesSlides/notesSlide26.xml" Id="R0427acc6255448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90506d2c7b41f6" /><Relationship Type="http://schemas.openxmlformats.org/officeDocument/2006/relationships/image" Target="/ppt/media/image72.png" Id="Rb39682083f9d4502" /><Relationship Type="http://schemas.openxmlformats.org/officeDocument/2006/relationships/image" Target="/ppt/media/image73.png" Id="Rba00a10e897a4405" /><Relationship Type="http://schemas.openxmlformats.org/officeDocument/2006/relationships/notesSlide" Target="/ppt/notesSlides/notesSlide27.xml" Id="Rfac3b3973561478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a6af69d5f1843af" /><Relationship Type="http://schemas.openxmlformats.org/officeDocument/2006/relationships/image" Target="/ppt/media/image74.png" Id="R4e066d4968b54247" /><Relationship Type="http://schemas.openxmlformats.org/officeDocument/2006/relationships/notesSlide" Target="/ppt/notesSlides/notesSlide28.xml" Id="R1475bfd18b01413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47676e6ddfa4201" /><Relationship Type="http://schemas.openxmlformats.org/officeDocument/2006/relationships/image" Target="/ppt/media/image75.png" Id="R5f54b3c485e5467d" /><Relationship Type="http://schemas.openxmlformats.org/officeDocument/2006/relationships/notesSlide" Target="/ppt/notesSlides/notesSlide29.xml" Id="R2e019694849645e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65071067a064f07" /><Relationship Type="http://schemas.openxmlformats.org/officeDocument/2006/relationships/image" Target="/ppt/media/image76.png" Id="R72da7462ef8e43a3" /><Relationship Type="http://schemas.openxmlformats.org/officeDocument/2006/relationships/notesSlide" Target="/ppt/notesSlides/notesSlide30.xml" Id="R3237a5399f914f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da3b9da6da4821" /><Relationship Type="http://schemas.openxmlformats.org/officeDocument/2006/relationships/image" Target="/ppt/media/image77.png" Id="R27049045cb3443e1" /><Relationship Type="http://schemas.openxmlformats.org/officeDocument/2006/relationships/notesSlide" Target="/ppt/notesSlides/notesSlide31.xml" Id="R5a8eca908dbf4d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a1389ebf22c42b5" /><Relationship Type="http://schemas.openxmlformats.org/officeDocument/2006/relationships/image" Target="/ppt/media/image78.png" Id="R3e233e0f4f674149" /><Relationship Type="http://schemas.openxmlformats.org/officeDocument/2006/relationships/image" Target="/ppt/media/image79.png" Id="R88429e9595964c7e" /><Relationship Type="http://schemas.openxmlformats.org/officeDocument/2006/relationships/image" Target="/ppt/media/image80.png" Id="R72d796bb89f44fd2" /><Relationship Type="http://schemas.openxmlformats.org/officeDocument/2006/relationships/notesSlide" Target="/ppt/notesSlides/notesSlide32.xml" Id="R90360062aeb64f2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50d65d62e4b4b97" /><Relationship Type="http://schemas.openxmlformats.org/officeDocument/2006/relationships/image" Target="/ppt/media/image81.png" Id="R620ee179ca4242ac" /><Relationship Type="http://schemas.openxmlformats.org/officeDocument/2006/relationships/image" Target="/ppt/media/image82.png" Id="R62d108858d374717" /><Relationship Type="http://schemas.openxmlformats.org/officeDocument/2006/relationships/image" Target="/ppt/media/image83.png" Id="Rcded96dc5f264be3" /><Relationship Type="http://schemas.openxmlformats.org/officeDocument/2006/relationships/notesSlide" Target="/ppt/notesSlides/notesSlide33.xml" Id="Rc8c2cbcdbecc4dd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e829915b6be4f98" /><Relationship Type="http://schemas.openxmlformats.org/officeDocument/2006/relationships/image" Target="/ppt/media/image84.png" Id="R72e2422b24ef4413" /><Relationship Type="http://schemas.openxmlformats.org/officeDocument/2006/relationships/image" Target="/ppt/media/image85.png" Id="Rdbc3e2e6575349d8" /><Relationship Type="http://schemas.openxmlformats.org/officeDocument/2006/relationships/notesSlide" Target="/ppt/notesSlides/notesSlide34.xml" Id="R66b062ee5f6449d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6440865ff284fc8" /><Relationship Type="http://schemas.openxmlformats.org/officeDocument/2006/relationships/image" Target="/ppt/media/image86.png" Id="R941bb9c845fd415e" /><Relationship Type="http://schemas.openxmlformats.org/officeDocument/2006/relationships/image" Target="/ppt/media/image87.png" Id="Rb69ecbf60e274e6d" /><Relationship Type="http://schemas.openxmlformats.org/officeDocument/2006/relationships/notesSlide" Target="/ppt/notesSlides/notesSlide35.xml" Id="Re04e4516d7e746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d94d470ad9d45dd" /><Relationship Type="http://schemas.openxmlformats.org/officeDocument/2006/relationships/image" Target="/ppt/media/image88.png" Id="R4cf9a4b33d2d43ab" /><Relationship Type="http://schemas.openxmlformats.org/officeDocument/2006/relationships/image" Target="/ppt/media/image89.png" Id="R65d0d1a7a7b849fe" /><Relationship Type="http://schemas.openxmlformats.org/officeDocument/2006/relationships/notesSlide" Target="/ppt/notesSlides/notesSlide36.xml" Id="R520af15e900249c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bfc3ee7c3a94291" /><Relationship Type="http://schemas.openxmlformats.org/officeDocument/2006/relationships/image" Target="/ppt/media/image90.png" Id="Rc97da5ec470d4d5b" /><Relationship Type="http://schemas.openxmlformats.org/officeDocument/2006/relationships/image" Target="/ppt/media/image91.png" Id="R5f0f002b9f2949ba" /><Relationship Type="http://schemas.openxmlformats.org/officeDocument/2006/relationships/image" Target="/ppt/media/image92.png" Id="R64732cf54ab34b2f" /><Relationship Type="http://schemas.openxmlformats.org/officeDocument/2006/relationships/notesSlide" Target="/ppt/notesSlides/notesSlide37.xml" Id="R18eb836f8a174e8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6a31ed874664eee" /><Relationship Type="http://schemas.openxmlformats.org/officeDocument/2006/relationships/image" Target="/ppt/media/image93.png" Id="Rfba7c09c7fb44a28" /><Relationship Type="http://schemas.openxmlformats.org/officeDocument/2006/relationships/image" Target="/ppt/media/image94.png" Id="R09e36d89270042b1" /><Relationship Type="http://schemas.openxmlformats.org/officeDocument/2006/relationships/notesSlide" Target="/ppt/notesSlides/notesSlide38.xml" Id="R68f8ec51ede44da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b2adf71dede4755" /><Relationship Type="http://schemas.openxmlformats.org/officeDocument/2006/relationships/image" Target="/ppt/media/image95.png" Id="R588a7b3a07c64395" /><Relationship Type="http://schemas.openxmlformats.org/officeDocument/2006/relationships/image" Target="/ppt/media/image96.png" Id="R8e61031fd03143b4" /><Relationship Type="http://schemas.openxmlformats.org/officeDocument/2006/relationships/notesSlide" Target="/ppt/notesSlides/notesSlide39.xml" Id="R8f66a4aec6a34d6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cdba4faeffe4bca" /><Relationship Type="http://schemas.openxmlformats.org/officeDocument/2006/relationships/image" Target="/ppt/media/image97.png" Id="R6070b83bdc01453b" /><Relationship Type="http://schemas.openxmlformats.org/officeDocument/2006/relationships/image" Target="/ppt/media/image98.png" Id="Raab6b639ceeb479e" /><Relationship Type="http://schemas.openxmlformats.org/officeDocument/2006/relationships/image" Target="/ppt/media/image99.png" Id="Rd79b3e0c292445d8" /><Relationship Type="http://schemas.openxmlformats.org/officeDocument/2006/relationships/notesSlide" Target="/ppt/notesSlides/notesSlide40.xml" Id="Rf4684db27c5244b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9ad9f442328465b" /><Relationship Type="http://schemas.openxmlformats.org/officeDocument/2006/relationships/image" Target="/ppt/media/image100.png" Id="Rb6a162102cf04afd" /><Relationship Type="http://schemas.openxmlformats.org/officeDocument/2006/relationships/notesSlide" Target="/ppt/notesSlides/notesSlide41.xml" Id="Ra36c700a9d684ba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f93fdb239bf483f" /><Relationship Type="http://schemas.openxmlformats.org/officeDocument/2006/relationships/image" Target="/ppt/media/image101.png" Id="Rfaf7ba1f559e40f2" /><Relationship Type="http://schemas.openxmlformats.org/officeDocument/2006/relationships/image" Target="/ppt/media/image102.png" Id="R10b97b4dd61f4221" /><Relationship Type="http://schemas.openxmlformats.org/officeDocument/2006/relationships/notesSlide" Target="/ppt/notesSlides/notesSlide42.xml" Id="Rfd016477b056488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6e07d58509043cf" /><Relationship Type="http://schemas.openxmlformats.org/officeDocument/2006/relationships/image" Target="/ppt/media/image103.png" Id="R36cdee2ba433464e" /><Relationship Type="http://schemas.openxmlformats.org/officeDocument/2006/relationships/image" Target="/ppt/media/image104.png" Id="Re693632e596a4e37" /><Relationship Type="http://schemas.openxmlformats.org/officeDocument/2006/relationships/image" Target="/ppt/media/image105.png" Id="R392d5178ef8849ad" /><Relationship Type="http://schemas.openxmlformats.org/officeDocument/2006/relationships/image" Target="/ppt/media/image106.png" Id="Rdfb152c76669405b" /><Relationship Type="http://schemas.openxmlformats.org/officeDocument/2006/relationships/notesSlide" Target="/ppt/notesSlides/notesSlide43.xml" Id="R84085bbdeef74a6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b7f112524754078" /><Relationship Type="http://schemas.openxmlformats.org/officeDocument/2006/relationships/image" Target="/ppt/media/image107.png" Id="R496db73eb4364968" /><Relationship Type="http://schemas.openxmlformats.org/officeDocument/2006/relationships/image" Target="/ppt/media/image108.png" Id="Rf98163c75f144d22" /><Relationship Type="http://schemas.openxmlformats.org/officeDocument/2006/relationships/notesSlide" Target="/ppt/notesSlides/notesSlide44.xml" Id="Re9ba803ab72e457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762374689fe4116" /><Relationship Type="http://schemas.openxmlformats.org/officeDocument/2006/relationships/image" Target="/ppt/media/image109.png" Id="R596c2a4d2f26472a" /><Relationship Type="http://schemas.openxmlformats.org/officeDocument/2006/relationships/image" Target="/ppt/media/image110.png" Id="R9b27750f6830419c" /><Relationship Type="http://schemas.openxmlformats.org/officeDocument/2006/relationships/notesSlide" Target="/ppt/notesSlides/notesSlide45.xml" Id="Rabe3cd912b9f4dd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24916984cf84685" /><Relationship Type="http://schemas.openxmlformats.org/officeDocument/2006/relationships/image" Target="/ppt/media/image111.png" Id="R9c2f9dbd71934f25" /><Relationship Type="http://schemas.openxmlformats.org/officeDocument/2006/relationships/notesSlide" Target="/ppt/notesSlides/notesSlide46.xml" Id="R97a68c50e1ec45d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4e438256f01459f" /><Relationship Type="http://schemas.openxmlformats.org/officeDocument/2006/relationships/image" Target="/ppt/media/image112.png" Id="Rc6f55d6314034778" /><Relationship Type="http://schemas.openxmlformats.org/officeDocument/2006/relationships/image" Target="/ppt/media/image113.png" Id="Rd53a18deae974d46" /><Relationship Type="http://schemas.openxmlformats.org/officeDocument/2006/relationships/notesSlide" Target="/ppt/notesSlides/notesSlide47.xml" Id="Rb52c4ae1c3324a9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b0b90c0210f4726" /><Relationship Type="http://schemas.openxmlformats.org/officeDocument/2006/relationships/image" Target="/ppt/media/image114.png" Id="R4c20e0b9d24b47b2" /><Relationship Type="http://schemas.openxmlformats.org/officeDocument/2006/relationships/notesSlide" Target="/ppt/notesSlides/notesSlide48.xml" Id="R875816cc444849a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eb6050c5eb24693" /><Relationship Type="http://schemas.openxmlformats.org/officeDocument/2006/relationships/image" Target="/ppt/media/image115.png" Id="R8dd9d5316d994e71" /><Relationship Type="http://schemas.openxmlformats.org/officeDocument/2006/relationships/image" Target="/ppt/media/image116.png" Id="R51c6b3e977b9429c" /><Relationship Type="http://schemas.openxmlformats.org/officeDocument/2006/relationships/notesSlide" Target="/ppt/notesSlides/notesSlide49.xml" Id="R04e655daa8c940d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3a4b6af95d940fb" /><Relationship Type="http://schemas.openxmlformats.org/officeDocument/2006/relationships/image" Target="/ppt/media/image117.png" Id="R74ce5688632e4389" /><Relationship Type="http://schemas.openxmlformats.org/officeDocument/2006/relationships/image" Target="/ppt/media/image118.png" Id="Rc74fc88a921744e9" /><Relationship Type="http://schemas.openxmlformats.org/officeDocument/2006/relationships/image" Target="/ppt/media/image119.png" Id="R1da6f9b78cd44030" /><Relationship Type="http://schemas.openxmlformats.org/officeDocument/2006/relationships/image" Target="/ppt/media/image120.png" Id="R83dab0fa1dd6403a" /><Relationship Type="http://schemas.openxmlformats.org/officeDocument/2006/relationships/notesSlide" Target="/ppt/notesSlides/notesSlide50.xml" Id="R24428bb78cb34b7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b32726990ce4369" /><Relationship Type="http://schemas.openxmlformats.org/officeDocument/2006/relationships/image" Target="/ppt/media/image121.png" Id="R8bd0826392fd424a" /><Relationship Type="http://schemas.openxmlformats.org/officeDocument/2006/relationships/notesSlide" Target="/ppt/notesSlides/notesSlide51.xml" Id="R10e1c9ae555f4c5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235ECF6-4DB5-4063-8361-85B4CF8825F6}"/>
              </a:ext>
            </a:extLst>
          </p:cNvPr>
          <p:cNvPicPr>
            <a:picLocks xmlns:a="http://schemas.openxmlformats.org/drawingml/2006/main" noChangeAspect="1"/>
          </p:cNvPicPr>
          <p:nvPr/>
        </p:nvPicPr>
        <p:blipFill>
          <a:blip xmlns:r="http://schemas.openxmlformats.org/officeDocument/2006/relationships" xmlns:a="http://schemas.openxmlformats.org/drawingml/2006/main" r:embed="R013348a507a246b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56E4DEC0-918F-47C0-B767-E9741CDA3A5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86275F9F-A06C-46DE-999B-10ED01D6CA8E}"/>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7121E769-BE52-4D8C-B9C3-C43B97A3E6CA}"/>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8BA63D64-F02E-4353-84E0-BB97643ACCA5}"/>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AF4D4E27-B7B0-47F2-8B52-626B9661A357}"/>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9F2336E4-89FA-4A0A-9D06-4F1E494ED35C}"/>
              </a:ext>
            </a:extLst>
          </p:cNvPr>
          <p:cNvPicPr>
            <a:picLocks xmlns:a="http://schemas.openxmlformats.org/drawingml/2006/main" noChangeAspect="1"/>
          </p:cNvPicPr>
          <p:nvPr/>
        </p:nvPicPr>
        <p:blipFill>
          <a:blip xmlns:r="http://schemas.openxmlformats.org/officeDocument/2006/relationships" xmlns:a="http://schemas.openxmlformats.org/drawingml/2006/main" r:embed="R054d013d15ca4c2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13EF521-6C93-44BE-B32F-AC39AB60FF13}"/>
              </a:ext>
            </a:extLst>
          </p:cNvPr>
          <p:cNvPicPr>
            <a:picLocks xmlns:a="http://schemas.openxmlformats.org/drawingml/2006/main" noChangeAspect="1"/>
          </p:cNvPicPr>
          <p:nvPr/>
        </p:nvPicPr>
        <p:blipFill>
          <a:blip xmlns:r="http://schemas.openxmlformats.org/officeDocument/2006/relationships" xmlns:a="http://schemas.openxmlformats.org/drawingml/2006/main" r:embed="R58a345b586dd4fba"/>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CB270BF5-9849-46AE-8EA5-C6FE9FCCE7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819078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41030EFE-8DB2-4389-AFAD-213429B1DC1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06572F-1BB2-496D-99AF-0E12917EC12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B7699E33-342C-436E-805D-3048F6163E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D4CF16F-0BFC-4805-B5E3-324B41B9CE9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A0988F6-7D88-4753-B9A7-594107F8F60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99D61490-CF6B-42CD-BFC9-56B2B4E4A09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17346965-290B-4863-9692-8477E2F0AEB4}"/>
              </a:ext>
            </a:extLst>
          </p:cNvPr>
          <p:cNvPicPr>
            <a:picLocks xmlns:a="http://schemas.openxmlformats.org/drawingml/2006/main" noChangeAspect="1"/>
          </p:cNvPicPr>
          <p:nvPr/>
        </p:nvPicPr>
        <p:blipFill>
          <a:blip xmlns:r="http://schemas.openxmlformats.org/officeDocument/2006/relationships" xmlns:a="http://schemas.openxmlformats.org/drawingml/2006/main" r:embed="R42ee671b9a3d42ed"/>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7C28F67-CEB6-4D07-85F1-0EAFE2AD379D}"/>
              </a:ext>
            </a:extLst>
          </p:cNvPr>
          <p:cNvPicPr>
            <a:picLocks xmlns:a="http://schemas.openxmlformats.org/drawingml/2006/main" noChangeAspect="1"/>
          </p:cNvPicPr>
          <p:nvPr/>
        </p:nvPicPr>
        <p:blipFill>
          <a:blip xmlns:r="http://schemas.openxmlformats.org/officeDocument/2006/relationships" xmlns:a="http://schemas.openxmlformats.org/drawingml/2006/main" r:embed="Ra84b4676dfe2414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550816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CA58090A-65CC-401E-A0CE-0CAC0EE3603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D11F7B-4C66-4A1B-ABD9-EF49A8C09BF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F3EED564-55EE-411A-B6EF-5782C1AE0ABC}"/>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E6E21FF-084D-43BB-AD4D-C03481606D2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75A6403-0DA0-4489-B77A-A232007B3062}"/>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B90F9A46-C4D9-4F6E-B908-6209A90CFB5D}"/>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7333EE9-F6BF-4C91-9A5F-211F6E38F9D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2946AC8-0B00-4C5A-BC56-95FAB3C312C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3CB8FEA-802A-454C-8929-C493227CD9B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0994B98-91A8-4C4F-9469-42D5DBE6FCDF}"/>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E919A99-1101-439B-967F-DCEDFE8D78DE}"/>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D26FBD6-36BD-43DA-9763-1173CFA24F2C}"/>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B19F237-3D4E-46D4-9995-85BE0900F4C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C57F5249-AF8A-45C6-832E-A94939F8D112}"/>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pic>
        <p:nvPicPr>
          <p:cNvPr id="16" name="">
            <a:extLst xmlns:a="http://schemas.openxmlformats.org/drawingml/2006/main">
              <a:ext uri="{FF2B5EF4-FFF2-40B4-BE49-F238E27FC236}">
                <a16:creationId xmlns:a16="http://schemas.microsoft.com/office/drawing/2014/main" id="{B02F214B-634C-4A87-98F2-14FBDDF595CA}"/>
              </a:ext>
            </a:extLst>
          </p:cNvPr>
          <p:cNvPicPr>
            <a:picLocks xmlns:a="http://schemas.openxmlformats.org/drawingml/2006/main" noChangeAspect="1"/>
          </p:cNvPicPr>
          <p:nvPr/>
        </p:nvPicPr>
        <p:blipFill>
          <a:blip xmlns:r="http://schemas.openxmlformats.org/officeDocument/2006/relationships" xmlns:a="http://schemas.openxmlformats.org/drawingml/2006/main" r:embed="Rc20c5c102c2a41e9"/>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06615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FC96C802-F322-4B3D-B5AD-7E63AC45D90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804F26-9998-43B2-9F31-F44D00B890A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202020"/>
                </a:solidFill>
                <a:latin typeface="Pretendard"/>
                <a:ea typeface="Pretendard"/>
                <a:cs typeface="Pretendard"/>
              </a:defRPr>
            </a:defPPr>
            <a:lvl1pPr algn="ctr">
              <a:defRPr sz="7500" b="1">
                <a:solidFill>
                  <a:srgbClr val="202020"/>
                </a:solidFill>
                <a:latin typeface="Pretendard"/>
                <a:ea typeface="Pretendard"/>
                <a:cs typeface="Pretendard"/>
              </a:defRPr>
            </a:lvl1pPr>
            <a:lvl2pPr algn="ctr">
              <a:defRPr sz="7500" b="1">
                <a:solidFill>
                  <a:srgbClr val="202020"/>
                </a:solidFill>
                <a:latin typeface="Pretendard"/>
                <a:ea typeface="Pretendard"/>
                <a:cs typeface="Pretendard"/>
              </a:defRPr>
            </a:lvl2pPr>
            <a:lvl3pPr algn="ctr">
              <a:defRPr sz="7500" b="1">
                <a:solidFill>
                  <a:srgbClr val="202020"/>
                </a:solidFill>
                <a:latin typeface="Pretendard"/>
                <a:ea typeface="Pretendard"/>
                <a:cs typeface="Pretendard"/>
              </a:defRPr>
            </a:lvl3pPr>
            <a:lvl4pPr algn="ctr">
              <a:defRPr sz="7500" b="1">
                <a:solidFill>
                  <a:srgbClr val="202020"/>
                </a:solidFill>
                <a:latin typeface="Pretendard"/>
                <a:ea typeface="Pretendard"/>
                <a:cs typeface="Pretendard"/>
              </a:defRPr>
            </a:lvl4pPr>
            <a:lvl5pPr algn="ctr">
              <a:defRPr sz="7500" b="1">
                <a:solidFill>
                  <a:srgbClr val="202020"/>
                </a:solidFill>
                <a:latin typeface="Pretendard"/>
                <a:ea typeface="Pretendard"/>
                <a:cs typeface="Pretendard"/>
              </a:defRPr>
            </a:lvl5pPr>
            <a:lvl6pPr algn="ctr">
              <a:defRPr sz="7500" b="1">
                <a:solidFill>
                  <a:srgbClr val="202020"/>
                </a:solidFill>
                <a:latin typeface="Pretendard"/>
                <a:ea typeface="Pretendard"/>
                <a:cs typeface="Pretendard"/>
              </a:defRPr>
            </a:lvl6pPr>
            <a:lvl7pPr algn="ctr">
              <a:defRPr sz="7500" b="1">
                <a:solidFill>
                  <a:srgbClr val="202020"/>
                </a:solidFill>
                <a:latin typeface="Pretendard"/>
                <a:ea typeface="Pretendard"/>
                <a:cs typeface="Pretendard"/>
              </a:defRPr>
            </a:lvl7pPr>
            <a:lvl8pPr algn="ctr">
              <a:defRPr sz="7500" b="1">
                <a:solidFill>
                  <a:srgbClr val="202020"/>
                </a:solidFill>
                <a:latin typeface="Pretendard"/>
                <a:ea typeface="Pretendard"/>
                <a:cs typeface="Pretendard"/>
              </a:defRPr>
            </a:lvl8pPr>
            <a:lvl9pPr algn="ctr">
              <a:defRPr sz="7500" b="1">
                <a:solidFill>
                  <a:srgbClr val="202020"/>
                </a:solidFill>
                <a:latin typeface="Pretendard"/>
                <a:ea typeface="Pretendard"/>
                <a:cs typeface="Pretendard"/>
              </a:defRPr>
            </a:lvl9pPr>
          </a:lstStyle>
          <a:p xmlns:a="http://schemas.openxmlformats.org/drawingml/2006/main">
            <a:pPr algn="ctr">
              <a:defRPr sz="7500" b="1">
                <a:solidFill>
                  <a:srgbClr val="202020"/>
                </a:solidFill>
                <a:latin typeface="Pretendard"/>
                <a:ea typeface="Pretendard"/>
                <a:cs typeface="Pretendard"/>
              </a:defRPr>
            </a:pPr>
            <a:r>
              <a:rPr sz="7500" b="1">
                <a:solidFill>
                  <a:srgbClr val="20202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BE897FFC-6644-452E-B298-1E0F295BCDAA}"/>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2F3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B732B2-B6D1-43DA-9522-4D1ED29E9094}"/>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A158E38-AE73-4ED5-81FF-AD4F961C3F93}"/>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BC6F009-6902-4037-B789-A6DFFCD9876D}"/>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rPr sz="3150" b="0">
                <a:solidFill>
                  <a:srgbClr val="686868"/>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B626B58C-2BFC-417B-A980-E510F411E0DA}"/>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DF8203C-770A-46FC-AC10-D4F0426378A2}"/>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E020FAA-5018-4026-AC46-9125E35AF172}"/>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853612E-44FF-4DB9-BAB6-C5F16CC08F1C}"/>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EB980FC-16CC-4F4B-B350-B669AFD82AD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34FA79A4-FF4F-460D-BDB1-C8EB7F987B4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rPr sz="3150" b="0">
                <a:solidFill>
                  <a:srgbClr val="686868"/>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AA6BED03-7509-45A6-8B08-1D20552CD6A7}"/>
              </a:ext>
            </a:extLst>
          </p:cNvPr>
          <p:cNvPicPr>
            <a:picLocks xmlns:a="http://schemas.openxmlformats.org/drawingml/2006/main" noChangeAspect="1"/>
          </p:cNvPicPr>
          <p:nvPr/>
        </p:nvPicPr>
        <p:blipFill>
          <a:blip xmlns:r="http://schemas.openxmlformats.org/officeDocument/2006/relationships" xmlns:a="http://schemas.openxmlformats.org/drawingml/2006/main" r:embed="Rf7ebd1dfdef74119"/>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3C482E2-0390-46BC-844A-3878EA524031}"/>
              </a:ext>
            </a:extLst>
          </p:cNvPr>
          <p:cNvPicPr>
            <a:picLocks xmlns:a="http://schemas.openxmlformats.org/drawingml/2006/main" noChangeAspect="1"/>
          </p:cNvPicPr>
          <p:nvPr/>
        </p:nvPicPr>
        <p:blipFill>
          <a:blip xmlns:r="http://schemas.openxmlformats.org/officeDocument/2006/relationships" xmlns:a="http://schemas.openxmlformats.org/drawingml/2006/main" r:embed="R7a869c5103e347d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6188248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BA2003B-688B-4078-8477-6CDC4E61DAF1}"/>
              </a:ext>
            </a:extLst>
          </p:cNvPr>
          <p:cNvPicPr>
            <a:picLocks xmlns:a="http://schemas.openxmlformats.org/drawingml/2006/main" noChangeAspect="1"/>
          </p:cNvPicPr>
          <p:nvPr/>
        </p:nvPicPr>
        <p:blipFill>
          <a:blip xmlns:r="http://schemas.openxmlformats.org/officeDocument/2006/relationships" xmlns:a="http://schemas.openxmlformats.org/drawingml/2006/main" r:embed="R64b77917aeff4f3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7241890-0B93-479B-B270-0BB800E80BC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A7D4BE98-CAA9-4D27-93AD-C0B7E7B3955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4463443-3504-4303-B568-42FAAB4065B3}"/>
              </a:ext>
            </a:extLst>
          </p:cNvPr>
          <p:cNvPicPr>
            <a:picLocks xmlns:a="http://schemas.openxmlformats.org/drawingml/2006/main" noChangeAspect="1"/>
          </p:cNvPicPr>
          <p:nvPr/>
        </p:nvPicPr>
        <p:blipFill>
          <a:blip xmlns:r="http://schemas.openxmlformats.org/officeDocument/2006/relationships" xmlns:a="http://schemas.openxmlformats.org/drawingml/2006/main" r:embed="R8296a308663b48d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72D4F40A-9D8F-4B7B-AA31-9A6CED3FBA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037B9A8-9518-4984-B6CD-1AD2B6B482C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375106C5-77B9-404D-AB38-C019F25C959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83DF24D3-CDBF-4CCB-93E6-C9939FFC5FE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9612517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A73594DE-D652-4927-A3A3-D1F2CECAAB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0928D2-D17A-44F8-A23C-1D081AB0330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771A758-06EC-4D31-A4D0-E840BDF7377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30D8559-AFAC-4837-96B2-7627A8956CE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BF0ECEB-CAEA-4029-9DB8-A82193E88BD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A23477DF-A2AC-4C9D-A51B-17D53541FE00}"/>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CA81F923-5D1C-48F9-97FD-A7DF6F1752B0}"/>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1B72426D-B120-47F4-BA2A-1240B3DE18A5}"/>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B8C8B9B-F978-4FD4-8BBE-FE0BD1146373}"/>
              </a:ext>
            </a:extLst>
          </p:cNvPr>
          <p:cNvPicPr>
            <a:picLocks xmlns:a="http://schemas.openxmlformats.org/drawingml/2006/main" noChangeAspect="1"/>
          </p:cNvPicPr>
          <p:nvPr/>
        </p:nvPicPr>
        <p:blipFill>
          <a:blip xmlns:r="http://schemas.openxmlformats.org/officeDocument/2006/relationships" xmlns:a="http://schemas.openxmlformats.org/drawingml/2006/main" r:embed="Rd5394ef573694c3d"/>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2EDEABDA-D7B1-4A98-B7C3-DD4834DC6E9F}"/>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5" name="v26 핵심어 강조 설명 2">
            <a:extLst xmlns:a="http://schemas.openxmlformats.org/drawingml/2006/main">
              <a:ext uri="{FF2B5EF4-FFF2-40B4-BE49-F238E27FC236}">
                <a16:creationId xmlns:a16="http://schemas.microsoft.com/office/drawing/2014/main" id="{7ACCAA8E-8135-4B8F-B9F6-EB034425357D}"/>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a:solidFill>
                  <a:srgbClr val="202020"/>
                </a:solidFill>
                <a:latin typeface="Pretendard"/>
                <a:ea typeface="Pretendard"/>
                <a:cs typeface="Pretendard"/>
              </a:rPr>
              <a:t>· </a:t>
            </a:r>
            <a:r>
              <a:rPr sz="3150" b="1">
                <a:solidFill>
                  <a:srgbClr val="202020"/>
                </a:solidFill>
                <a:latin typeface="Pretendard"/>
                <a:ea typeface="Pretendard"/>
                <a:cs typeface="Pretendard"/>
              </a:rPr>
              <a:t>총 열량 불변의 법칙</a:t>
            </a:r>
            <a:r>
              <a:rPr sz="3150">
                <a:solidFill>
                  <a:srgbClr val="202020"/>
                </a:solidFill>
                <a:latin typeface="Pretendard"/>
                <a:ea typeface="Pretendard"/>
                <a:cs typeface="Pretendard"/>
              </a:rP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530B6568-25A1-4CAF-B39F-13D233B2A7F5}"/>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pic>
        <p:nvPicPr>
          <p:cNvPr id="17" name="">
            <a:extLst xmlns:a="http://schemas.openxmlformats.org/drawingml/2006/main">
              <a:ext uri="{FF2B5EF4-FFF2-40B4-BE49-F238E27FC236}">
                <a16:creationId xmlns:a16="http://schemas.microsoft.com/office/drawing/2014/main" id="{D09956B3-F76E-45D8-8B5E-9EF42CEAA231}"/>
              </a:ext>
            </a:extLst>
          </p:cNvPr>
          <p:cNvPicPr>
            <a:picLocks xmlns:a="http://schemas.openxmlformats.org/drawingml/2006/main" noChangeAspect="1"/>
          </p:cNvPicPr>
          <p:nvPr/>
        </p:nvPicPr>
        <p:blipFill>
          <a:blip xmlns:r="http://schemas.openxmlformats.org/officeDocument/2006/relationships" xmlns:a="http://schemas.openxmlformats.org/drawingml/2006/main" r:embed="R8fcc9034e55847e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166935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95DA244F-4E22-479B-B881-0AB58D348D3B}"/>
              </a:ext>
            </a:extLst>
          </p:cNvPr>
          <p:cNvPicPr>
            <a:picLocks xmlns:a="http://schemas.openxmlformats.org/drawingml/2006/main" noChangeAspect="1"/>
          </p:cNvPicPr>
          <p:nvPr/>
        </p:nvPicPr>
        <p:blipFill>
          <a:blip xmlns:r="http://schemas.openxmlformats.org/officeDocument/2006/relationships" xmlns:a="http://schemas.openxmlformats.org/drawingml/2006/main" r:embed="R8c87d295b4aa464c"/>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A052FA-577F-4546-8326-B5FC934E10A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8BDA52-6F9E-40CC-A600-94BAE1BC302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87B9ABA-9CE4-4B18-8D61-99070D9346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FAA50A-1E89-4CB8-B599-98E1F4C0B59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63F000B-2573-4FC8-9498-ABF1440CC22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DDA75994-E847-45BB-98C4-441C540756CC}"/>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E48CF955-D7A5-4FF7-83F2-1DCD11E6CF1F}"/>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144C148F-809F-4C53-914C-4EC84466AA4C}"/>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F0F5F739-7416-4419-9F8F-22360FBA4DEC}"/>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3A5FE308-7EC6-48F2-8DDF-EDF520233774}"/>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68EAD8C7-21FE-44B7-AF3A-C63A0AA1B25A}"/>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7DBC683A-EAF8-429D-A989-7B25CE7213F7}"/>
              </a:ext>
            </a:extLst>
          </p:cNvPr>
          <p:cNvPicPr>
            <a:picLocks xmlns:a="http://schemas.openxmlformats.org/drawingml/2006/main" noChangeAspect="1"/>
          </p:cNvPicPr>
          <p:nvPr/>
        </p:nvPicPr>
        <p:blipFill>
          <a:blip xmlns:r="http://schemas.openxmlformats.org/officeDocument/2006/relationships" xmlns:a="http://schemas.openxmlformats.org/drawingml/2006/main" r:embed="R586617a49c7f4127"/>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53C55B0A-8B26-4BAB-BB83-42A4E151690B}"/>
              </a:ext>
            </a:extLst>
          </p:cNvPr>
          <p:cNvPicPr>
            <a:picLocks xmlns:a="http://schemas.openxmlformats.org/drawingml/2006/main" noChangeAspect="1"/>
          </p:cNvPicPr>
          <p:nvPr/>
        </p:nvPicPr>
        <p:blipFill>
          <a:blip xmlns:r="http://schemas.openxmlformats.org/officeDocument/2006/relationships" xmlns:a="http://schemas.openxmlformats.org/drawingml/2006/main" r:embed="R0cc7ba7f20114ca6"/>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CB239D4A-3F87-4BF9-8B44-577D6583B8DF}"/>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FF6B5E4-EA5D-4D3D-9522-7333C5C685BD}"/>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AC634E29-9F50-4D13-9A2E-8E7723113AA1}"/>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8F30802A-9E29-48E6-B4E6-5B052A7D1D4B}"/>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4DEF854A-CD0E-41F0-90BF-C18A4D5A59F0}"/>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970464E0-F2A7-45DC-A6E4-EABA96929B0A}"/>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5B72A97-3DC9-4CAF-9EE6-9FC848EC4AA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B60E7CBB-DC40-4CCD-8581-94E668E7A50F}"/>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82031F5D-39E7-41F5-AAB3-FE873ACD6E21}"/>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641A54B3-92ED-4E61-B4B2-015E910DC3F1}"/>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pic>
        <p:nvPicPr>
          <p:cNvPr id="27" name="">
            <a:extLst xmlns:a="http://schemas.openxmlformats.org/drawingml/2006/main">
              <a:ext uri="{FF2B5EF4-FFF2-40B4-BE49-F238E27FC236}">
                <a16:creationId xmlns:a16="http://schemas.microsoft.com/office/drawing/2014/main" id="{E037A5E9-6B2D-4070-A0B1-CDA153BBEAF0}"/>
              </a:ext>
            </a:extLst>
          </p:cNvPr>
          <p:cNvPicPr>
            <a:picLocks xmlns:a="http://schemas.openxmlformats.org/drawingml/2006/main" noChangeAspect="1"/>
          </p:cNvPicPr>
          <p:nvPr/>
        </p:nvPicPr>
        <p:blipFill>
          <a:blip xmlns:r="http://schemas.openxmlformats.org/officeDocument/2006/relationships" xmlns:a="http://schemas.openxmlformats.org/drawingml/2006/main" r:embed="Rd35a3556433e4061"/>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0901815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E93508F-CFE9-4819-83D9-6092332CF269}"/>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86DD9B64-8693-4EDB-B89A-A7B36EEB291F}"/>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095DDAD3-9221-4005-9D38-2FBD0FE885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DB618C-F41C-4E28-93B0-A17F002BD3B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0E96222-1ECA-4802-AEF6-1B576B7FDCD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C296874-BC2D-4F42-B017-FC4E338E9D1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236E53B0-28C2-4018-9BCC-3E94FE05C22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경로가 달라도, </a:t>
            </a:r>
            <a:r>
              <a:t>Δ</a:t>
            </a:r>
            <a:r>
              <a:rPr i="1">
                <a:latin typeface="Pretendard"/>
                <a:ea typeface="Pretendard"/>
                <a:cs typeface="Pretendard"/>
              </a:rPr>
              <a:t>H</a:t>
            </a:r>
            <a:r>
              <a:t>는 같다</a:t>
            </a:r>
          </a:p>
        </p:txBody>
      </p:sp>
      <p:pic>
        <p:nvPicPr>
          <p:cNvPr id="8" name="">
            <a:extLst xmlns:a="http://schemas.openxmlformats.org/drawingml/2006/main">
              <a:ext uri="{FF2B5EF4-FFF2-40B4-BE49-F238E27FC236}">
                <a16:creationId xmlns:a16="http://schemas.microsoft.com/office/drawing/2014/main" id="{CE8F2533-C917-4A87-B707-190844432D26}"/>
              </a:ext>
            </a:extLst>
          </p:cNvPr>
          <p:cNvPicPr>
            <a:picLocks xmlns:a="http://schemas.openxmlformats.org/drawingml/2006/main" noChangeAspect="1"/>
          </p:cNvPicPr>
          <p:nvPr/>
        </p:nvPicPr>
        <p:blipFill>
          <a:blip xmlns:r="http://schemas.openxmlformats.org/officeDocument/2006/relationships" xmlns:a="http://schemas.openxmlformats.org/drawingml/2006/main" r:embed="R9889fa76764d4def"/>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BD9C0F5-B8A3-42C8-B331-A6D7F7EB93E5}"/>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02020"/>
                </a:solidFill>
                <a:latin typeface="Pretendard"/>
                <a:ea typeface="Pretendard"/>
                <a:cs typeface="Pretendard"/>
              </a:defRPr>
            </a:defPPr>
            <a:lvl1pPr algn="ctr">
              <a:defRPr sz="2400" b="1">
                <a:solidFill>
                  <a:srgbClr val="202020"/>
                </a:solidFill>
                <a:latin typeface="Pretendard"/>
                <a:ea typeface="Pretendard"/>
                <a:cs typeface="Pretendard"/>
              </a:defRPr>
            </a:lvl1pPr>
            <a:lvl2pPr algn="ctr">
              <a:defRPr sz="2400" b="1">
                <a:solidFill>
                  <a:srgbClr val="202020"/>
                </a:solidFill>
                <a:latin typeface="Pretendard"/>
                <a:ea typeface="Pretendard"/>
                <a:cs typeface="Pretendard"/>
              </a:defRPr>
            </a:lvl2pPr>
            <a:lvl3pPr algn="ctr">
              <a:defRPr sz="2400" b="1">
                <a:solidFill>
                  <a:srgbClr val="202020"/>
                </a:solidFill>
                <a:latin typeface="Pretendard"/>
                <a:ea typeface="Pretendard"/>
                <a:cs typeface="Pretendard"/>
              </a:defRPr>
            </a:lvl3pPr>
            <a:lvl4pPr algn="ctr">
              <a:defRPr sz="2400" b="1">
                <a:solidFill>
                  <a:srgbClr val="202020"/>
                </a:solidFill>
                <a:latin typeface="Pretendard"/>
                <a:ea typeface="Pretendard"/>
                <a:cs typeface="Pretendard"/>
              </a:defRPr>
            </a:lvl4pPr>
            <a:lvl5pPr algn="ctr">
              <a:defRPr sz="2400" b="1">
                <a:solidFill>
                  <a:srgbClr val="202020"/>
                </a:solidFill>
                <a:latin typeface="Pretendard"/>
                <a:ea typeface="Pretendard"/>
                <a:cs typeface="Pretendard"/>
              </a:defRPr>
            </a:lvl5pPr>
            <a:lvl6pPr algn="ctr">
              <a:defRPr sz="2400" b="1">
                <a:solidFill>
                  <a:srgbClr val="202020"/>
                </a:solidFill>
                <a:latin typeface="Pretendard"/>
                <a:ea typeface="Pretendard"/>
                <a:cs typeface="Pretendard"/>
              </a:defRPr>
            </a:lvl6pPr>
            <a:lvl7pPr algn="ctr">
              <a:defRPr sz="2400" b="1">
                <a:solidFill>
                  <a:srgbClr val="202020"/>
                </a:solidFill>
                <a:latin typeface="Pretendard"/>
                <a:ea typeface="Pretendard"/>
                <a:cs typeface="Pretendard"/>
              </a:defRPr>
            </a:lvl7pPr>
            <a:lvl8pPr algn="ctr">
              <a:defRPr sz="2400" b="1">
                <a:solidFill>
                  <a:srgbClr val="202020"/>
                </a:solidFill>
                <a:latin typeface="Pretendard"/>
                <a:ea typeface="Pretendard"/>
                <a:cs typeface="Pretendard"/>
              </a:defRPr>
            </a:lvl8pPr>
            <a:lvl9pPr algn="ctr">
              <a:defRPr sz="2400" b="1">
                <a:solidFill>
                  <a:srgbClr val="202020"/>
                </a:solidFill>
                <a:latin typeface="Pretendard"/>
                <a:ea typeface="Pretendard"/>
                <a:cs typeface="Pretendard"/>
              </a:defRPr>
            </a:lvl9pPr>
          </a:lstStyle>
          <a:p xmlns:a="http://schemas.openxmlformats.org/drawingml/2006/main">
            <a:pPr algn="ctr">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41712B68-52DC-43AF-B973-EB76690C42A9}"/>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02020"/>
                </a:solidFill>
                <a:latin typeface="Pretendard"/>
                <a:ea typeface="Pretendard"/>
                <a:cs typeface="Pretendard"/>
              </a:defRPr>
            </a:defPPr>
            <a:lvl1pPr algn="ctr">
              <a:defRPr sz="2400" b="1">
                <a:solidFill>
                  <a:srgbClr val="202020"/>
                </a:solidFill>
                <a:latin typeface="Pretendard"/>
                <a:ea typeface="Pretendard"/>
                <a:cs typeface="Pretendard"/>
              </a:defRPr>
            </a:lvl1pPr>
            <a:lvl2pPr algn="ctr">
              <a:defRPr sz="2400" b="1">
                <a:solidFill>
                  <a:srgbClr val="202020"/>
                </a:solidFill>
                <a:latin typeface="Pretendard"/>
                <a:ea typeface="Pretendard"/>
                <a:cs typeface="Pretendard"/>
              </a:defRPr>
            </a:lvl2pPr>
            <a:lvl3pPr algn="ctr">
              <a:defRPr sz="2400" b="1">
                <a:solidFill>
                  <a:srgbClr val="202020"/>
                </a:solidFill>
                <a:latin typeface="Pretendard"/>
                <a:ea typeface="Pretendard"/>
                <a:cs typeface="Pretendard"/>
              </a:defRPr>
            </a:lvl3pPr>
            <a:lvl4pPr algn="ctr">
              <a:defRPr sz="2400" b="1">
                <a:solidFill>
                  <a:srgbClr val="202020"/>
                </a:solidFill>
                <a:latin typeface="Pretendard"/>
                <a:ea typeface="Pretendard"/>
                <a:cs typeface="Pretendard"/>
              </a:defRPr>
            </a:lvl4pPr>
            <a:lvl5pPr algn="ctr">
              <a:defRPr sz="2400" b="1">
                <a:solidFill>
                  <a:srgbClr val="202020"/>
                </a:solidFill>
                <a:latin typeface="Pretendard"/>
                <a:ea typeface="Pretendard"/>
                <a:cs typeface="Pretendard"/>
              </a:defRPr>
            </a:lvl5pPr>
            <a:lvl6pPr algn="ctr">
              <a:defRPr sz="2400" b="1">
                <a:solidFill>
                  <a:srgbClr val="202020"/>
                </a:solidFill>
                <a:latin typeface="Pretendard"/>
                <a:ea typeface="Pretendard"/>
                <a:cs typeface="Pretendard"/>
              </a:defRPr>
            </a:lvl6pPr>
            <a:lvl7pPr algn="ctr">
              <a:defRPr sz="2400" b="1">
                <a:solidFill>
                  <a:srgbClr val="202020"/>
                </a:solidFill>
                <a:latin typeface="Pretendard"/>
                <a:ea typeface="Pretendard"/>
                <a:cs typeface="Pretendard"/>
              </a:defRPr>
            </a:lvl7pPr>
            <a:lvl8pPr algn="ctr">
              <a:defRPr sz="2400" b="1">
                <a:solidFill>
                  <a:srgbClr val="202020"/>
                </a:solidFill>
                <a:latin typeface="Pretendard"/>
                <a:ea typeface="Pretendard"/>
                <a:cs typeface="Pretendard"/>
              </a:defRPr>
            </a:lvl8pPr>
            <a:lvl9pPr algn="ctr">
              <a:defRPr sz="2400" b="1">
                <a:solidFill>
                  <a:srgbClr val="202020"/>
                </a:solidFill>
                <a:latin typeface="Pretendard"/>
                <a:ea typeface="Pretendard"/>
                <a:cs typeface="Pretendard"/>
              </a:defRPr>
            </a:lvl9pPr>
          </a:lstStyle>
          <a:p xmlns:a="http://schemas.openxmlformats.org/drawingml/2006/main">
            <a:pPr algn="ctr">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33409C20-6F1C-470E-B4FC-C85D0DFD0D64}"/>
              </a:ext>
            </a:extLst>
          </p:cNvPr>
          <p:cNvPicPr>
            <a:picLocks xmlns:a="http://schemas.openxmlformats.org/drawingml/2006/main" noChangeAspect="1"/>
          </p:cNvPicPr>
          <p:nvPr/>
        </p:nvPicPr>
        <p:blipFill>
          <a:blip xmlns:r="http://schemas.openxmlformats.org/officeDocument/2006/relationships" xmlns:a="http://schemas.openxmlformats.org/drawingml/2006/main" r:embed="R0b927363afd048f6"/>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097CDBED-B30F-4977-BFA1-76B200917D8D}"/>
              </a:ext>
            </a:extLst>
          </p:cNvPr>
          <p:cNvPicPr>
            <a:picLocks xmlns:a="http://schemas.openxmlformats.org/drawingml/2006/main" noChangeAspect="1"/>
          </p:cNvPicPr>
          <p:nvPr/>
        </p:nvPicPr>
        <p:blipFill>
          <a:blip xmlns:r="http://schemas.openxmlformats.org/officeDocument/2006/relationships" xmlns:a="http://schemas.openxmlformats.org/drawingml/2006/main" r:embed="Rb1db6b8ca167446a"/>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F19BFBE-69D5-4440-B3D9-DE2C20E26510}"/>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A76C5E3-0E01-423F-9B01-3141F8CFA2C5}"/>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ED0E411E-B5F2-4737-B5C8-907F1423AE5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같은 처음 상태에서 같은 나중 상태로 변할 때</a:t>
            </a:r>
          </a:p>
        </p:txBody>
      </p:sp>
      <p:pic>
        <p:nvPicPr>
          <p:cNvPr id="18" name="">
            <a:extLst xmlns:a="http://schemas.openxmlformats.org/drawingml/2006/main">
              <a:ext uri="{FF2B5EF4-FFF2-40B4-BE49-F238E27FC236}">
                <a16:creationId xmlns:a16="http://schemas.microsoft.com/office/drawing/2014/main" id="{DDDDA8D5-0587-418C-8B9B-7ACBEDBC2996}"/>
              </a:ext>
            </a:extLst>
          </p:cNvPr>
          <p:cNvPicPr>
            <a:picLocks xmlns:a="http://schemas.openxmlformats.org/drawingml/2006/main" noChangeAspect="1"/>
          </p:cNvPicPr>
          <p:nvPr/>
        </p:nvPicPr>
        <p:blipFill>
          <a:blip xmlns:r="http://schemas.openxmlformats.org/officeDocument/2006/relationships" xmlns:a="http://schemas.openxmlformats.org/drawingml/2006/main" r:embed="R1658b1f0c8194c4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244791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2F6D06C2-4BAD-41DA-B7B3-64258F3361F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452541E3-1AAD-4544-B633-E1904BAD6187}"/>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r>
              <a:rPr sz="3300" b="1">
                <a:solidFill>
                  <a:srgbClr val="437F26"/>
                </a:solidFill>
                <a:latin typeface="Pretendard"/>
                <a:ea typeface="Pretendard"/>
                <a:cs typeface="Pretendard"/>
              </a:rPr>
              <a:t> 헤스 법칙</a:t>
            </a:r>
          </a:p>
        </p:txBody>
      </p:sp>
      <p:sp>
        <p:nvSpPr>
          <p:cNvPr id="3" name="text">
            <a:extLst xmlns:a="http://schemas.openxmlformats.org/drawingml/2006/main">
              <a:ext uri="{FF2B5EF4-FFF2-40B4-BE49-F238E27FC236}">
                <a16:creationId xmlns:a16="http://schemas.microsoft.com/office/drawing/2014/main" id="{09DC0361-CAFB-475F-A72E-8945D74DB630}"/>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직접 경로와 CO를 거치는 경로</a:t>
            </a:r>
          </a:p>
        </p:txBody>
      </p:sp>
      <p:pic>
        <p:nvPicPr>
          <p:cNvPr id="5" name="">
            <a:extLst xmlns:a="http://schemas.openxmlformats.org/drawingml/2006/main">
              <a:ext uri="{FF2B5EF4-FFF2-40B4-BE49-F238E27FC236}">
                <a16:creationId xmlns:a16="http://schemas.microsoft.com/office/drawing/2014/main" id="{418224DF-9F82-4967-9771-6E444F8033F6}"/>
              </a:ext>
            </a:extLst>
          </p:cNvPr>
          <p:cNvPicPr>
            <a:picLocks xmlns:a="http://schemas.openxmlformats.org/drawingml/2006/main" noChangeAspect="1"/>
          </p:cNvPicPr>
          <p:nvPr/>
        </p:nvPicPr>
        <p:blipFill>
          <a:blip xmlns:r="http://schemas.openxmlformats.org/officeDocument/2006/relationships" xmlns:a="http://schemas.openxmlformats.org/drawingml/2006/main" r:embed="R3ce52de1914a43b4"/>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DDFBD539-4E45-4423-961B-E001D3240F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pic>
        <p:nvPicPr>
          <p:cNvPr id="7" name="">
            <a:extLst xmlns:a="http://schemas.openxmlformats.org/drawingml/2006/main">
              <a:ext uri="{FF2B5EF4-FFF2-40B4-BE49-F238E27FC236}">
                <a16:creationId xmlns:a16="http://schemas.microsoft.com/office/drawing/2014/main" id="{7843A234-366F-4E2F-96FA-36C31A23B4C5}"/>
              </a:ext>
            </a:extLst>
          </p:cNvPr>
          <p:cNvPicPr>
            <a:picLocks xmlns:a="http://schemas.openxmlformats.org/drawingml/2006/main" noChangeAspect="1"/>
          </p:cNvPicPr>
          <p:nvPr/>
        </p:nvPicPr>
        <p:blipFill>
          <a:blip xmlns:r="http://schemas.openxmlformats.org/officeDocument/2006/relationships" xmlns:a="http://schemas.openxmlformats.org/drawingml/2006/main" r:embed="R67fb1a94c072485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7976481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F5FFB75A-56FC-4AE9-ADA5-4349E0D2734C}"/>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E3E5E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6C78D5AE-C3E6-4141-AFC5-FCAA311AB79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79A1E2-AD3F-4360-A6C2-FDAB1057DC5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FFFDB27-4EA0-47C1-A73D-134C6933F61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60974F-E303-4115-B0D8-3CC9CBCC36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E436971-9178-4BD9-A69B-0625CCCAB4E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300B6EA8-36FD-4FD8-A4B0-A3A80266E9F3}"/>
              </a:ext>
            </a:extLst>
          </p:cNvPr>
          <p:cNvPicPr>
            <a:picLocks xmlns:a="http://schemas.openxmlformats.org/drawingml/2006/main" noChangeAspect="1"/>
          </p:cNvPicPr>
          <p:nvPr/>
        </p:nvPicPr>
        <p:blipFill>
          <a:blip xmlns:r="http://schemas.openxmlformats.org/officeDocument/2006/relationships" xmlns:a="http://schemas.openxmlformats.org/drawingml/2006/main" r:embed="Rc083e26c0a494499"/>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9C88E4B-1C0F-4895-ACBF-0F57A6B91B13}"/>
              </a:ext>
            </a:extLst>
          </p:cNvPr>
          <p:cNvPicPr>
            <a:picLocks xmlns:a="http://schemas.openxmlformats.org/drawingml/2006/main" noChangeAspect="1"/>
          </p:cNvPicPr>
          <p:nvPr/>
        </p:nvPicPr>
        <p:blipFill>
          <a:blip xmlns:r="http://schemas.openxmlformats.org/officeDocument/2006/relationships" xmlns:a="http://schemas.openxmlformats.org/drawingml/2006/main" r:embed="Rceb91f8224ac490f"/>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89D24E9-E935-44B4-8A65-347188E8FC41}"/>
              </a:ext>
            </a:extLst>
          </p:cNvPr>
          <p:cNvPicPr>
            <a:picLocks xmlns:a="http://schemas.openxmlformats.org/drawingml/2006/main" noChangeAspect="1"/>
          </p:cNvPicPr>
          <p:nvPr/>
        </p:nvPicPr>
        <p:blipFill>
          <a:blip xmlns:r="http://schemas.openxmlformats.org/officeDocument/2006/relationships" xmlns:a="http://schemas.openxmlformats.org/drawingml/2006/main" r:embed="Rb847712725a74db1"/>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940C4DD-9028-4F1D-880B-D201CC6F9BE8}"/>
              </a:ext>
            </a:extLst>
          </p:cNvPr>
          <p:cNvPicPr>
            <a:picLocks xmlns:a="http://schemas.openxmlformats.org/drawingml/2006/main" noChangeAspect="1"/>
          </p:cNvPicPr>
          <p:nvPr/>
        </p:nvPicPr>
        <p:blipFill>
          <a:blip xmlns:r="http://schemas.openxmlformats.org/officeDocument/2006/relationships" xmlns:a="http://schemas.openxmlformats.org/drawingml/2006/main" r:embed="R14003b234e6f4aa3"/>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A4CC455-7824-4D22-8DE4-D779E1158943}"/>
              </a:ext>
            </a:extLst>
          </p:cNvPr>
          <p:cNvPicPr>
            <a:picLocks xmlns:a="http://schemas.openxmlformats.org/drawingml/2006/main" noChangeAspect="1"/>
          </p:cNvPicPr>
          <p:nvPr/>
        </p:nvPicPr>
        <p:blipFill>
          <a:blip xmlns:r="http://schemas.openxmlformats.org/officeDocument/2006/relationships" xmlns:a="http://schemas.openxmlformats.org/drawingml/2006/main" r:embed="Raeac3936a771473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297057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1CD28AF-0B8A-41B2-BF5C-8FFD6ECD4266}"/>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679BE71-B79B-4EEE-ABA0-2FE627CA79C7}"/>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4EE8525-C002-45DE-88B7-46C35269E16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D19D8F-5945-4AED-8DE6-CAABAED97F2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DBA3F5A-7199-4066-A361-EDD62F98D9C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19B4A9-AC4A-4702-8588-A14ACCD14EC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0B49442-4E95-4489-90AC-5C550E543C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105E6310-7990-4404-BB94-BE49E704B50C}"/>
              </a:ext>
            </a:extLst>
          </p:cNvPr>
          <p:cNvPicPr>
            <a:picLocks xmlns:a="http://schemas.openxmlformats.org/drawingml/2006/main" noChangeAspect="1"/>
          </p:cNvPicPr>
          <p:nvPr/>
        </p:nvPicPr>
        <p:blipFill>
          <a:blip xmlns:r="http://schemas.openxmlformats.org/officeDocument/2006/relationships" xmlns:a="http://schemas.openxmlformats.org/drawingml/2006/main" r:embed="Rbba4fba9fe5c48a9"/>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A360169-7E28-4B38-811E-0122A53B4C66}"/>
              </a:ext>
            </a:extLst>
          </p:cNvPr>
          <p:cNvPicPr>
            <a:picLocks xmlns:a="http://schemas.openxmlformats.org/drawingml/2006/main" noChangeAspect="1"/>
          </p:cNvPicPr>
          <p:nvPr/>
        </p:nvPicPr>
        <p:blipFill>
          <a:blip xmlns:r="http://schemas.openxmlformats.org/officeDocument/2006/relationships" xmlns:a="http://schemas.openxmlformats.org/drawingml/2006/main" r:embed="Ra9eb65cb9fdc455d"/>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C4B26A0-160B-4023-A7E5-09CFBB0810CF}"/>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6ED96F4B-16E7-4275-BD0C-60FC0D653F1F}"/>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E907FA52-E6E6-4E00-BB2E-7ED3DAB0B9BB}"/>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모든 계수에 2를 곱하면, 반응 엔탈피도 2배가 된다.</a:t>
            </a:r>
          </a:p>
        </p:txBody>
      </p:sp>
      <p:pic>
        <p:nvPicPr>
          <p:cNvPr id="14" name="">
            <a:extLst xmlns:a="http://schemas.openxmlformats.org/drawingml/2006/main">
              <a:ext uri="{FF2B5EF4-FFF2-40B4-BE49-F238E27FC236}">
                <a16:creationId xmlns:a16="http://schemas.microsoft.com/office/drawing/2014/main" id="{648ED2E8-B606-4E38-96E1-7A2431291B37}"/>
              </a:ext>
            </a:extLst>
          </p:cNvPr>
          <p:cNvPicPr>
            <a:picLocks xmlns:a="http://schemas.openxmlformats.org/drawingml/2006/main" noChangeAspect="1"/>
          </p:cNvPicPr>
          <p:nvPr/>
        </p:nvPicPr>
        <p:blipFill>
          <a:blip xmlns:r="http://schemas.openxmlformats.org/officeDocument/2006/relationships" xmlns:a="http://schemas.openxmlformats.org/drawingml/2006/main" r:embed="R35ae4aef86114e3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6503763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DE4FBCD-75AA-42E4-8670-32C8B2410704}"/>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F2D26338-57D3-4BEB-97EB-6B9B49D3517F}"/>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7E33E576-0AB7-4D65-893E-5B81DA8DF0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A03442-B8A4-478C-99C3-4EDFAACE39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6B6C7C-1B0E-4992-A0B6-BE1951FE267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6F6A66C-7EAB-4C77-B6BE-0D606D557C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8EDB6C9-76D1-4643-BD54-28B11C6A269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6AEF45B-0340-4816-B412-E4BB87A17827}"/>
              </a:ext>
            </a:extLst>
          </p:cNvPr>
          <p:cNvPicPr>
            <a:picLocks xmlns:a="http://schemas.openxmlformats.org/drawingml/2006/main" noChangeAspect="1"/>
          </p:cNvPicPr>
          <p:nvPr/>
        </p:nvPicPr>
        <p:blipFill>
          <a:blip xmlns:r="http://schemas.openxmlformats.org/officeDocument/2006/relationships" xmlns:a="http://schemas.openxmlformats.org/drawingml/2006/main" r:embed="Rb0020b5c59f34306"/>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E9AD20E-DBF8-404E-BFA1-0D65866AA018}"/>
              </a:ext>
            </a:extLst>
          </p:cNvPr>
          <p:cNvPicPr>
            <a:picLocks xmlns:a="http://schemas.openxmlformats.org/drawingml/2006/main" noChangeAspect="1"/>
          </p:cNvPicPr>
          <p:nvPr/>
        </p:nvPicPr>
        <p:blipFill>
          <a:blip xmlns:r="http://schemas.openxmlformats.org/officeDocument/2006/relationships" xmlns:a="http://schemas.openxmlformats.org/drawingml/2006/main" r:embed="R3c65143e0d6649c4"/>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40E2047-9B28-4EBE-9D37-0EB721CB1325}"/>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C238E50F-5887-4AE0-8022-390C4E2093D1}"/>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61E2B3AA-21F1-4221-8A1C-B82BD87027D1}"/>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역반응의 반응 엔탈피는 절댓값이 같고 부호는 반대다.</a:t>
            </a:r>
          </a:p>
        </p:txBody>
      </p:sp>
      <p:pic>
        <p:nvPicPr>
          <p:cNvPr id="14" name="">
            <a:extLst xmlns:a="http://schemas.openxmlformats.org/drawingml/2006/main">
              <a:ext uri="{FF2B5EF4-FFF2-40B4-BE49-F238E27FC236}">
                <a16:creationId xmlns:a16="http://schemas.microsoft.com/office/drawing/2014/main" id="{6DCF3730-6206-4CEB-B7AE-FEEB7FEF7144}"/>
              </a:ext>
            </a:extLst>
          </p:cNvPr>
          <p:cNvPicPr>
            <a:picLocks xmlns:a="http://schemas.openxmlformats.org/drawingml/2006/main" noChangeAspect="1"/>
          </p:cNvPicPr>
          <p:nvPr/>
        </p:nvPicPr>
        <p:blipFill>
          <a:blip xmlns:r="http://schemas.openxmlformats.org/officeDocument/2006/relationships" xmlns:a="http://schemas.openxmlformats.org/drawingml/2006/main" r:embed="R1a9dc7969e314cdc"/>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8082864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CCD6E169-E8FE-4CC3-89AB-49B292E9E9BF}"/>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B824CCEC-E5AE-42A4-8A44-72B55578D788}"/>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CE59719C-D866-4117-B70D-0CA8D5FCDDAA}"/>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1F381753-C6FD-45DB-AEC2-B3445B05BDDB}"/>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7F19F868-6894-4F9B-A67F-548D7FC21EA3}"/>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F456637D-D3B3-4A6F-9E8E-241E4C14E578}"/>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AD8E4832-1E06-4CE5-B6A3-3721DE1347A6}"/>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EC683B6B-C6D1-43EB-9B11-B9CA6F5D4477}"/>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3422532E-171C-4A91-A638-60E7728ADDB6}"/>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E8F0DA6A-2F26-4786-B44D-95449A46270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FF97B3-7E98-4864-A170-52E0E98A44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29E1C3C-328D-49DA-AE62-47E43E43011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91C6CF-F367-4DF1-B3B9-1379DBC1C19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EBA3FBC-928C-4731-8EA5-AB7C59EFA9E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9B009639-63F9-44B8-89A8-97F37F3B91BA}"/>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9E283B18-4D12-415D-BBA7-19492BFE5B09}"/>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48270D80-8C57-471A-BBB2-F2B005338798}"/>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254ED9F6-F6F1-41C9-A08D-31CAAEF0EDF5}"/>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437F26"/>
                </a:solidFill>
                <a:latin typeface="Pretendard"/>
                <a:ea typeface="Pretendard"/>
                <a:cs typeface="Pretendard"/>
              </a:defRPr>
            </a:defPPr>
            <a:lvl1pPr algn="ctr">
              <a:defRPr sz="2250" b="1">
                <a:solidFill>
                  <a:srgbClr val="437F26"/>
                </a:solidFill>
                <a:latin typeface="Pretendard"/>
                <a:ea typeface="Pretendard"/>
                <a:cs typeface="Pretendard"/>
              </a:defRPr>
            </a:lvl1pPr>
            <a:lvl2pPr algn="ctr">
              <a:defRPr sz="2250" b="1">
                <a:solidFill>
                  <a:srgbClr val="437F26"/>
                </a:solidFill>
                <a:latin typeface="Pretendard"/>
                <a:ea typeface="Pretendard"/>
                <a:cs typeface="Pretendard"/>
              </a:defRPr>
            </a:lvl2pPr>
            <a:lvl3pPr algn="ctr">
              <a:defRPr sz="2250" b="1">
                <a:solidFill>
                  <a:srgbClr val="437F26"/>
                </a:solidFill>
                <a:latin typeface="Pretendard"/>
                <a:ea typeface="Pretendard"/>
                <a:cs typeface="Pretendard"/>
              </a:defRPr>
            </a:lvl3pPr>
            <a:lvl4pPr algn="ctr">
              <a:defRPr sz="2250" b="1">
                <a:solidFill>
                  <a:srgbClr val="437F26"/>
                </a:solidFill>
                <a:latin typeface="Pretendard"/>
                <a:ea typeface="Pretendard"/>
                <a:cs typeface="Pretendard"/>
              </a:defRPr>
            </a:lvl4pPr>
            <a:lvl5pPr algn="ctr">
              <a:defRPr sz="2250" b="1">
                <a:solidFill>
                  <a:srgbClr val="437F26"/>
                </a:solidFill>
                <a:latin typeface="Pretendard"/>
                <a:ea typeface="Pretendard"/>
                <a:cs typeface="Pretendard"/>
              </a:defRPr>
            </a:lvl5pPr>
            <a:lvl6pPr algn="ctr">
              <a:defRPr sz="2250" b="1">
                <a:solidFill>
                  <a:srgbClr val="437F26"/>
                </a:solidFill>
                <a:latin typeface="Pretendard"/>
                <a:ea typeface="Pretendard"/>
                <a:cs typeface="Pretendard"/>
              </a:defRPr>
            </a:lvl6pPr>
            <a:lvl7pPr algn="ctr">
              <a:defRPr sz="2250" b="1">
                <a:solidFill>
                  <a:srgbClr val="437F26"/>
                </a:solidFill>
                <a:latin typeface="Pretendard"/>
                <a:ea typeface="Pretendard"/>
                <a:cs typeface="Pretendard"/>
              </a:defRPr>
            </a:lvl7pPr>
            <a:lvl8pPr algn="ctr">
              <a:defRPr sz="2250" b="1">
                <a:solidFill>
                  <a:srgbClr val="437F26"/>
                </a:solidFill>
                <a:latin typeface="Pretendard"/>
                <a:ea typeface="Pretendard"/>
                <a:cs typeface="Pretendard"/>
              </a:defRPr>
            </a:lvl8pPr>
            <a:lvl9pPr algn="ctr">
              <a:defRPr sz="2250" b="1">
                <a:solidFill>
                  <a:srgbClr val="437F26"/>
                </a:solidFill>
                <a:latin typeface="Pretendard"/>
                <a:ea typeface="Pretendard"/>
                <a:cs typeface="Pretendard"/>
              </a:defRPr>
            </a:lvl9pPr>
          </a:lstStyle>
          <a:p xmlns:a="http://schemas.openxmlformats.org/drawingml/2006/main">
            <a:pPr algn="ctr">
              <a:defRPr sz="2250" b="1">
                <a:solidFill>
                  <a:srgbClr val="437F26"/>
                </a:solidFill>
                <a:latin typeface="Pretendard"/>
                <a:ea typeface="Pretendard"/>
                <a:cs typeface="Pretendard"/>
              </a:defRPr>
            </a:pPr>
            <a:r>
              <a:rPr sz="2250" b="1">
                <a:solidFill>
                  <a:srgbClr val="437F26"/>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FA41D2F8-827E-4B36-8473-7E1711099795}"/>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DC6C5C52-00C9-4CAF-8DFA-437FDB071BA9}"/>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5DD13E04-6002-4D54-BC7A-5C6983C80A6D}"/>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437F26"/>
                </a:solidFill>
                <a:latin typeface="Pretendard"/>
                <a:ea typeface="Pretendard"/>
                <a:cs typeface="Pretendard"/>
              </a:defRPr>
            </a:defPPr>
            <a:lvl1pPr algn="ctr">
              <a:defRPr sz="2250" b="1">
                <a:solidFill>
                  <a:srgbClr val="437F26"/>
                </a:solidFill>
                <a:latin typeface="Pretendard"/>
                <a:ea typeface="Pretendard"/>
                <a:cs typeface="Pretendard"/>
              </a:defRPr>
            </a:lvl1pPr>
            <a:lvl2pPr algn="ctr">
              <a:defRPr sz="2250" b="1">
                <a:solidFill>
                  <a:srgbClr val="437F26"/>
                </a:solidFill>
                <a:latin typeface="Pretendard"/>
                <a:ea typeface="Pretendard"/>
                <a:cs typeface="Pretendard"/>
              </a:defRPr>
            </a:lvl2pPr>
            <a:lvl3pPr algn="ctr">
              <a:defRPr sz="2250" b="1">
                <a:solidFill>
                  <a:srgbClr val="437F26"/>
                </a:solidFill>
                <a:latin typeface="Pretendard"/>
                <a:ea typeface="Pretendard"/>
                <a:cs typeface="Pretendard"/>
              </a:defRPr>
            </a:lvl3pPr>
            <a:lvl4pPr algn="ctr">
              <a:defRPr sz="2250" b="1">
                <a:solidFill>
                  <a:srgbClr val="437F26"/>
                </a:solidFill>
                <a:latin typeface="Pretendard"/>
                <a:ea typeface="Pretendard"/>
                <a:cs typeface="Pretendard"/>
              </a:defRPr>
            </a:lvl4pPr>
            <a:lvl5pPr algn="ctr">
              <a:defRPr sz="2250" b="1">
                <a:solidFill>
                  <a:srgbClr val="437F26"/>
                </a:solidFill>
                <a:latin typeface="Pretendard"/>
                <a:ea typeface="Pretendard"/>
                <a:cs typeface="Pretendard"/>
              </a:defRPr>
            </a:lvl5pPr>
            <a:lvl6pPr algn="ctr">
              <a:defRPr sz="2250" b="1">
                <a:solidFill>
                  <a:srgbClr val="437F26"/>
                </a:solidFill>
                <a:latin typeface="Pretendard"/>
                <a:ea typeface="Pretendard"/>
                <a:cs typeface="Pretendard"/>
              </a:defRPr>
            </a:lvl6pPr>
            <a:lvl7pPr algn="ctr">
              <a:defRPr sz="2250" b="1">
                <a:solidFill>
                  <a:srgbClr val="437F26"/>
                </a:solidFill>
                <a:latin typeface="Pretendard"/>
                <a:ea typeface="Pretendard"/>
                <a:cs typeface="Pretendard"/>
              </a:defRPr>
            </a:lvl7pPr>
            <a:lvl8pPr algn="ctr">
              <a:defRPr sz="2250" b="1">
                <a:solidFill>
                  <a:srgbClr val="437F26"/>
                </a:solidFill>
                <a:latin typeface="Pretendard"/>
                <a:ea typeface="Pretendard"/>
                <a:cs typeface="Pretendard"/>
              </a:defRPr>
            </a:lvl8pPr>
            <a:lvl9pPr algn="ctr">
              <a:defRPr sz="2250" b="1">
                <a:solidFill>
                  <a:srgbClr val="437F26"/>
                </a:solidFill>
                <a:latin typeface="Pretendard"/>
                <a:ea typeface="Pretendard"/>
                <a:cs typeface="Pretendard"/>
              </a:defRPr>
            </a:lvl9pPr>
          </a:lstStyle>
          <a:p xmlns:a="http://schemas.openxmlformats.org/drawingml/2006/main">
            <a:pPr algn="ctr">
              <a:defRPr sz="2250" b="1">
                <a:solidFill>
                  <a:srgbClr val="437F26"/>
                </a:solidFill>
                <a:latin typeface="Pretendard"/>
                <a:ea typeface="Pretendard"/>
                <a:cs typeface="Pretendard"/>
              </a:defRPr>
            </a:pPr>
            <a:r>
              <a:rPr sz="2250" b="1">
                <a:solidFill>
                  <a:srgbClr val="437F26"/>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806B42D5-58A8-412C-B083-2C6058B1EB7A}"/>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7583D934-161E-4AA6-9CE2-ED5EE7271F72}"/>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EA5603DD-17B3-412C-A3CF-C66BEC3254D9}"/>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437F26"/>
                </a:solidFill>
                <a:latin typeface="Pretendard"/>
                <a:ea typeface="Pretendard"/>
                <a:cs typeface="Pretendard"/>
              </a:defRPr>
            </a:defPPr>
            <a:lvl1pPr algn="ctr">
              <a:defRPr sz="2250" b="1">
                <a:solidFill>
                  <a:srgbClr val="437F26"/>
                </a:solidFill>
                <a:latin typeface="Pretendard"/>
                <a:ea typeface="Pretendard"/>
                <a:cs typeface="Pretendard"/>
              </a:defRPr>
            </a:lvl1pPr>
            <a:lvl2pPr algn="ctr">
              <a:defRPr sz="2250" b="1">
                <a:solidFill>
                  <a:srgbClr val="437F26"/>
                </a:solidFill>
                <a:latin typeface="Pretendard"/>
                <a:ea typeface="Pretendard"/>
                <a:cs typeface="Pretendard"/>
              </a:defRPr>
            </a:lvl2pPr>
            <a:lvl3pPr algn="ctr">
              <a:defRPr sz="2250" b="1">
                <a:solidFill>
                  <a:srgbClr val="437F26"/>
                </a:solidFill>
                <a:latin typeface="Pretendard"/>
                <a:ea typeface="Pretendard"/>
                <a:cs typeface="Pretendard"/>
              </a:defRPr>
            </a:lvl3pPr>
            <a:lvl4pPr algn="ctr">
              <a:defRPr sz="2250" b="1">
                <a:solidFill>
                  <a:srgbClr val="437F26"/>
                </a:solidFill>
                <a:latin typeface="Pretendard"/>
                <a:ea typeface="Pretendard"/>
                <a:cs typeface="Pretendard"/>
              </a:defRPr>
            </a:lvl4pPr>
            <a:lvl5pPr algn="ctr">
              <a:defRPr sz="2250" b="1">
                <a:solidFill>
                  <a:srgbClr val="437F26"/>
                </a:solidFill>
                <a:latin typeface="Pretendard"/>
                <a:ea typeface="Pretendard"/>
                <a:cs typeface="Pretendard"/>
              </a:defRPr>
            </a:lvl5pPr>
            <a:lvl6pPr algn="ctr">
              <a:defRPr sz="2250" b="1">
                <a:solidFill>
                  <a:srgbClr val="437F26"/>
                </a:solidFill>
                <a:latin typeface="Pretendard"/>
                <a:ea typeface="Pretendard"/>
                <a:cs typeface="Pretendard"/>
              </a:defRPr>
            </a:lvl6pPr>
            <a:lvl7pPr algn="ctr">
              <a:defRPr sz="2250" b="1">
                <a:solidFill>
                  <a:srgbClr val="437F26"/>
                </a:solidFill>
                <a:latin typeface="Pretendard"/>
                <a:ea typeface="Pretendard"/>
                <a:cs typeface="Pretendard"/>
              </a:defRPr>
            </a:lvl7pPr>
            <a:lvl8pPr algn="ctr">
              <a:defRPr sz="2250" b="1">
                <a:solidFill>
                  <a:srgbClr val="437F26"/>
                </a:solidFill>
                <a:latin typeface="Pretendard"/>
                <a:ea typeface="Pretendard"/>
                <a:cs typeface="Pretendard"/>
              </a:defRPr>
            </a:lvl8pPr>
            <a:lvl9pPr algn="ctr">
              <a:defRPr sz="2250" b="1">
                <a:solidFill>
                  <a:srgbClr val="437F26"/>
                </a:solidFill>
                <a:latin typeface="Pretendard"/>
                <a:ea typeface="Pretendard"/>
                <a:cs typeface="Pretendard"/>
              </a:defRPr>
            </a:lvl9pPr>
          </a:lstStyle>
          <a:p xmlns:a="http://schemas.openxmlformats.org/drawingml/2006/main">
            <a:pPr algn="ctr">
              <a:defRPr sz="2250" b="1">
                <a:solidFill>
                  <a:srgbClr val="437F26"/>
                </a:solidFill>
                <a:latin typeface="Pretendard"/>
                <a:ea typeface="Pretendard"/>
                <a:cs typeface="Pretendard"/>
              </a:defRPr>
            </a:pPr>
            <a:r>
              <a:rPr sz="2250" b="1">
                <a:solidFill>
                  <a:srgbClr val="437F26"/>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1E8E5DE3-F4C9-4753-974D-5AF1D382AC2D}"/>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5AB61AD9-3CFB-449C-956E-1315C1C2FAA1}"/>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pic>
        <p:nvPicPr>
          <p:cNvPr id="28" name="">
            <a:extLst xmlns:a="http://schemas.openxmlformats.org/drawingml/2006/main">
              <a:ext uri="{FF2B5EF4-FFF2-40B4-BE49-F238E27FC236}">
                <a16:creationId xmlns:a16="http://schemas.microsoft.com/office/drawing/2014/main" id="{6750D238-8D69-47C6-9E5C-612E98D0BE91}"/>
              </a:ext>
            </a:extLst>
          </p:cNvPr>
          <p:cNvPicPr>
            <a:picLocks xmlns:a="http://schemas.openxmlformats.org/drawingml/2006/main" noChangeAspect="1"/>
          </p:cNvPicPr>
          <p:nvPr/>
        </p:nvPicPr>
        <p:blipFill>
          <a:blip xmlns:r="http://schemas.openxmlformats.org/officeDocument/2006/relationships" xmlns:a="http://schemas.openxmlformats.org/drawingml/2006/main" r:embed="R9c2b9111ce70475f"/>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5098220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52FB069-14BA-4A38-A8BA-9238073DD31E}"/>
              </a:ext>
            </a:extLst>
          </p:cNvPr>
          <p:cNvPicPr>
            <a:picLocks xmlns:a="http://schemas.openxmlformats.org/drawingml/2006/main" noChangeAspect="1"/>
          </p:cNvPicPr>
          <p:nvPr/>
        </p:nvPicPr>
        <p:blipFill>
          <a:blip xmlns:r="http://schemas.openxmlformats.org/officeDocument/2006/relationships" xmlns:a="http://schemas.openxmlformats.org/drawingml/2006/main" r:embed="R8e8dc7c2953d480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FF49792-76C6-454E-9E53-65B3E19E8F0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A829475-188A-4F83-B49F-278C41EEBE8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665F0DF-B6B6-4170-B794-79F53B5E1E10}"/>
              </a:ext>
            </a:extLst>
          </p:cNvPr>
          <p:cNvPicPr>
            <a:picLocks xmlns:a="http://schemas.openxmlformats.org/drawingml/2006/main" noChangeAspect="1"/>
          </p:cNvPicPr>
          <p:nvPr/>
        </p:nvPicPr>
        <p:blipFill>
          <a:blip xmlns:r="http://schemas.openxmlformats.org/officeDocument/2006/relationships" xmlns:a="http://schemas.openxmlformats.org/drawingml/2006/main" r:embed="R3f80944fe8d347c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270CCB7-84E1-4142-9E29-7EAC7FB5956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382C343-C022-4AD3-8A59-DB2F3567F15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8D746A29-3AF7-4385-9344-9F78720C294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4E7ABE3C-D4EE-4363-9168-01DBA03E023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0542072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39CB4C5D-FDF4-4EA5-9DD4-92A3FA753FB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19D33E-51FA-4077-AF90-53A88B0B9B7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7F14ED8-2D13-40F7-B188-70EB5C74E017}"/>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D74941A-36F1-44C6-9E44-07C56056E4A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2699DA04-1D17-43FD-9B7D-1C8BB6189D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B03A653D-2813-4111-AAE4-13B482F5AF48}"/>
              </a:ext>
            </a:extLst>
          </p:cNvPr>
          <p:cNvPicPr>
            <a:picLocks xmlns:a="http://schemas.openxmlformats.org/drawingml/2006/main" noChangeAspect="1"/>
          </p:cNvPicPr>
          <p:nvPr/>
        </p:nvPicPr>
        <p:blipFill>
          <a:blip xmlns:r="http://schemas.openxmlformats.org/officeDocument/2006/relationships" xmlns:a="http://schemas.openxmlformats.org/drawingml/2006/main" r:embed="Rbe4589234edb495c"/>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D5452767-AC4B-49C7-83B7-5D6649750C6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3EC6982-5517-4E93-BD2E-1F7C335FB756}"/>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7EB3998F-5883-418C-ADA5-C6CFFCACB406}"/>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A002135C-F848-4EB8-AA2C-E2301D57883F}"/>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48A3D009-D3FF-431E-A5B8-22BDF638D688}"/>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21C510C1-0ED2-48D7-9083-4069628A1108}"/>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9DB087CD-644E-46C1-8650-A3770E90CCC4}"/>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F2F3F1"/>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286A79B-02E7-4776-B078-F624BB67897C}"/>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37F26"/>
                </a:solidFill>
                <a:latin typeface="Pretendard"/>
                <a:ea typeface="Pretendard"/>
                <a:cs typeface="Pretendard"/>
              </a:defRPr>
            </a:defPPr>
            <a:lvl1pPr algn="ctr">
              <a:defRPr sz="3000" b="1">
                <a:solidFill>
                  <a:srgbClr val="437F26"/>
                </a:solidFill>
                <a:latin typeface="Pretendard"/>
                <a:ea typeface="Pretendard"/>
                <a:cs typeface="Pretendard"/>
              </a:defRPr>
            </a:lvl1pPr>
            <a:lvl2pPr algn="ctr">
              <a:defRPr sz="3000" b="1">
                <a:solidFill>
                  <a:srgbClr val="437F26"/>
                </a:solidFill>
                <a:latin typeface="Pretendard"/>
                <a:ea typeface="Pretendard"/>
                <a:cs typeface="Pretendard"/>
              </a:defRPr>
            </a:lvl2pPr>
            <a:lvl3pPr algn="ctr">
              <a:defRPr sz="3000" b="1">
                <a:solidFill>
                  <a:srgbClr val="437F26"/>
                </a:solidFill>
                <a:latin typeface="Pretendard"/>
                <a:ea typeface="Pretendard"/>
                <a:cs typeface="Pretendard"/>
              </a:defRPr>
            </a:lvl3pPr>
            <a:lvl4pPr algn="ctr">
              <a:defRPr sz="3000" b="1">
                <a:solidFill>
                  <a:srgbClr val="437F26"/>
                </a:solidFill>
                <a:latin typeface="Pretendard"/>
                <a:ea typeface="Pretendard"/>
                <a:cs typeface="Pretendard"/>
              </a:defRPr>
            </a:lvl4pPr>
            <a:lvl5pPr algn="ctr">
              <a:defRPr sz="3000" b="1">
                <a:solidFill>
                  <a:srgbClr val="437F26"/>
                </a:solidFill>
                <a:latin typeface="Pretendard"/>
                <a:ea typeface="Pretendard"/>
                <a:cs typeface="Pretendard"/>
              </a:defRPr>
            </a:lvl5pPr>
            <a:lvl6pPr algn="ctr">
              <a:defRPr sz="3000" b="1">
                <a:solidFill>
                  <a:srgbClr val="437F26"/>
                </a:solidFill>
                <a:latin typeface="Pretendard"/>
                <a:ea typeface="Pretendard"/>
                <a:cs typeface="Pretendard"/>
              </a:defRPr>
            </a:lvl6pPr>
            <a:lvl7pPr algn="ctr">
              <a:defRPr sz="3000" b="1">
                <a:solidFill>
                  <a:srgbClr val="437F26"/>
                </a:solidFill>
                <a:latin typeface="Pretendard"/>
                <a:ea typeface="Pretendard"/>
                <a:cs typeface="Pretendard"/>
              </a:defRPr>
            </a:lvl7pPr>
            <a:lvl8pPr algn="ctr">
              <a:defRPr sz="3000" b="1">
                <a:solidFill>
                  <a:srgbClr val="437F26"/>
                </a:solidFill>
                <a:latin typeface="Pretendard"/>
                <a:ea typeface="Pretendard"/>
                <a:cs typeface="Pretendard"/>
              </a:defRPr>
            </a:lvl8pPr>
            <a:lvl9pPr algn="ctr">
              <a:defRPr sz="3000" b="1">
                <a:solidFill>
                  <a:srgbClr val="437F26"/>
                </a:solidFill>
                <a:latin typeface="Pretendard"/>
                <a:ea typeface="Pretendard"/>
                <a:cs typeface="Pretendard"/>
              </a:defRPr>
            </a:lvl9pPr>
          </a:lstStyle>
          <a:p xmlns:a="http://schemas.openxmlformats.org/drawingml/2006/main">
            <a:pPr algn="ctr">
              <a:defRPr sz="3000" b="1">
                <a:solidFill>
                  <a:srgbClr val="437F26"/>
                </a:solidFill>
                <a:latin typeface="Pretendard"/>
                <a:ea typeface="Pretendard"/>
                <a:cs typeface="Pretendard"/>
              </a:defRPr>
            </a:pPr>
            <a:r>
              <a:rPr sz="3000" b="1">
                <a:solidFill>
                  <a:srgbClr val="437F26"/>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C96E3CD7-E232-4E36-870E-C0BFD299F8DF}"/>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202020"/>
                </a:solidFill>
                <a:latin typeface="Pretendard"/>
                <a:ea typeface="Pretendard"/>
                <a:cs typeface="Pretendard"/>
              </a:defRPr>
            </a:defPPr>
            <a:lvl1pPr algn="ctr">
              <a:defRPr sz="2625" b="0">
                <a:solidFill>
                  <a:srgbClr val="202020"/>
                </a:solidFill>
                <a:latin typeface="Pretendard"/>
                <a:ea typeface="Pretendard"/>
                <a:cs typeface="Pretendard"/>
              </a:defRPr>
            </a:lvl1pPr>
            <a:lvl2pPr algn="ctr">
              <a:defRPr sz="2625" b="0">
                <a:solidFill>
                  <a:srgbClr val="202020"/>
                </a:solidFill>
                <a:latin typeface="Pretendard"/>
                <a:ea typeface="Pretendard"/>
                <a:cs typeface="Pretendard"/>
              </a:defRPr>
            </a:lvl2pPr>
            <a:lvl3pPr algn="ctr">
              <a:defRPr sz="2625" b="0">
                <a:solidFill>
                  <a:srgbClr val="202020"/>
                </a:solidFill>
                <a:latin typeface="Pretendard"/>
                <a:ea typeface="Pretendard"/>
                <a:cs typeface="Pretendard"/>
              </a:defRPr>
            </a:lvl3pPr>
            <a:lvl4pPr algn="ctr">
              <a:defRPr sz="2625" b="0">
                <a:solidFill>
                  <a:srgbClr val="202020"/>
                </a:solidFill>
                <a:latin typeface="Pretendard"/>
                <a:ea typeface="Pretendard"/>
                <a:cs typeface="Pretendard"/>
              </a:defRPr>
            </a:lvl4pPr>
            <a:lvl5pPr algn="ctr">
              <a:defRPr sz="2625" b="0">
                <a:solidFill>
                  <a:srgbClr val="202020"/>
                </a:solidFill>
                <a:latin typeface="Pretendard"/>
                <a:ea typeface="Pretendard"/>
                <a:cs typeface="Pretendard"/>
              </a:defRPr>
            </a:lvl5pPr>
            <a:lvl6pPr algn="ctr">
              <a:defRPr sz="2625" b="0">
                <a:solidFill>
                  <a:srgbClr val="202020"/>
                </a:solidFill>
                <a:latin typeface="Pretendard"/>
                <a:ea typeface="Pretendard"/>
                <a:cs typeface="Pretendard"/>
              </a:defRPr>
            </a:lvl6pPr>
            <a:lvl7pPr algn="ctr">
              <a:defRPr sz="2625" b="0">
                <a:solidFill>
                  <a:srgbClr val="202020"/>
                </a:solidFill>
                <a:latin typeface="Pretendard"/>
                <a:ea typeface="Pretendard"/>
                <a:cs typeface="Pretendard"/>
              </a:defRPr>
            </a:lvl7pPr>
            <a:lvl8pPr algn="ctr">
              <a:defRPr sz="2625" b="0">
                <a:solidFill>
                  <a:srgbClr val="202020"/>
                </a:solidFill>
                <a:latin typeface="Pretendard"/>
                <a:ea typeface="Pretendard"/>
                <a:cs typeface="Pretendard"/>
              </a:defRPr>
            </a:lvl8pPr>
            <a:lvl9pPr algn="ctr">
              <a:defRPr sz="2625" b="0">
                <a:solidFill>
                  <a:srgbClr val="202020"/>
                </a:solidFill>
                <a:latin typeface="Pretendard"/>
                <a:ea typeface="Pretendard"/>
                <a:cs typeface="Pretendard"/>
              </a:defRPr>
            </a:lvl9pPr>
          </a:lstStyle>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불완전 연소 중 CO₂도 생성되어</a:t>
            </a:r>
          </a:p>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4B7DD069-B284-4807-8244-156D3CAAF449}"/>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F2F3F1"/>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934DD6F-90B7-4761-92D5-133C68FA8D8B}"/>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37F26"/>
                </a:solidFill>
                <a:latin typeface="Pretendard"/>
                <a:ea typeface="Pretendard"/>
                <a:cs typeface="Pretendard"/>
              </a:defRPr>
            </a:defPPr>
            <a:lvl1pPr algn="ctr">
              <a:defRPr sz="3000" b="1">
                <a:solidFill>
                  <a:srgbClr val="437F26"/>
                </a:solidFill>
                <a:latin typeface="Pretendard"/>
                <a:ea typeface="Pretendard"/>
                <a:cs typeface="Pretendard"/>
              </a:defRPr>
            </a:lvl1pPr>
            <a:lvl2pPr algn="ctr">
              <a:defRPr sz="3000" b="1">
                <a:solidFill>
                  <a:srgbClr val="437F26"/>
                </a:solidFill>
                <a:latin typeface="Pretendard"/>
                <a:ea typeface="Pretendard"/>
                <a:cs typeface="Pretendard"/>
              </a:defRPr>
            </a:lvl2pPr>
            <a:lvl3pPr algn="ctr">
              <a:defRPr sz="3000" b="1">
                <a:solidFill>
                  <a:srgbClr val="437F26"/>
                </a:solidFill>
                <a:latin typeface="Pretendard"/>
                <a:ea typeface="Pretendard"/>
                <a:cs typeface="Pretendard"/>
              </a:defRPr>
            </a:lvl3pPr>
            <a:lvl4pPr algn="ctr">
              <a:defRPr sz="3000" b="1">
                <a:solidFill>
                  <a:srgbClr val="437F26"/>
                </a:solidFill>
                <a:latin typeface="Pretendard"/>
                <a:ea typeface="Pretendard"/>
                <a:cs typeface="Pretendard"/>
              </a:defRPr>
            </a:lvl4pPr>
            <a:lvl5pPr algn="ctr">
              <a:defRPr sz="3000" b="1">
                <a:solidFill>
                  <a:srgbClr val="437F26"/>
                </a:solidFill>
                <a:latin typeface="Pretendard"/>
                <a:ea typeface="Pretendard"/>
                <a:cs typeface="Pretendard"/>
              </a:defRPr>
            </a:lvl5pPr>
            <a:lvl6pPr algn="ctr">
              <a:defRPr sz="3000" b="1">
                <a:solidFill>
                  <a:srgbClr val="437F26"/>
                </a:solidFill>
                <a:latin typeface="Pretendard"/>
                <a:ea typeface="Pretendard"/>
                <a:cs typeface="Pretendard"/>
              </a:defRPr>
            </a:lvl6pPr>
            <a:lvl7pPr algn="ctr">
              <a:defRPr sz="3000" b="1">
                <a:solidFill>
                  <a:srgbClr val="437F26"/>
                </a:solidFill>
                <a:latin typeface="Pretendard"/>
                <a:ea typeface="Pretendard"/>
                <a:cs typeface="Pretendard"/>
              </a:defRPr>
            </a:lvl7pPr>
            <a:lvl8pPr algn="ctr">
              <a:defRPr sz="3000" b="1">
                <a:solidFill>
                  <a:srgbClr val="437F26"/>
                </a:solidFill>
                <a:latin typeface="Pretendard"/>
                <a:ea typeface="Pretendard"/>
                <a:cs typeface="Pretendard"/>
              </a:defRPr>
            </a:lvl8pPr>
            <a:lvl9pPr algn="ctr">
              <a:defRPr sz="3000" b="1">
                <a:solidFill>
                  <a:srgbClr val="437F26"/>
                </a:solidFill>
                <a:latin typeface="Pretendard"/>
                <a:ea typeface="Pretendard"/>
                <a:cs typeface="Pretendard"/>
              </a:defRPr>
            </a:lvl9pPr>
          </a:lstStyle>
          <a:p xmlns:a="http://schemas.openxmlformats.org/drawingml/2006/main">
            <a:pPr algn="ctr">
              <a:defRPr sz="3000" b="1">
                <a:solidFill>
                  <a:srgbClr val="437F26"/>
                </a:solidFill>
                <a:latin typeface="Pretendard"/>
                <a:ea typeface="Pretendard"/>
                <a:cs typeface="Pretendard"/>
              </a:defRPr>
            </a:pPr>
            <a:r>
              <a:rPr sz="3000" b="1">
                <a:solidFill>
                  <a:srgbClr val="437F26"/>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0BD20E9C-CB7E-40F5-A103-771D9BA03916}"/>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202020"/>
                </a:solidFill>
                <a:latin typeface="Pretendard"/>
                <a:ea typeface="Pretendard"/>
                <a:cs typeface="Pretendard"/>
              </a:defRPr>
            </a:defPPr>
            <a:lvl1pPr algn="ctr">
              <a:defRPr sz="2625" b="0">
                <a:solidFill>
                  <a:srgbClr val="202020"/>
                </a:solidFill>
                <a:latin typeface="Pretendard"/>
                <a:ea typeface="Pretendard"/>
                <a:cs typeface="Pretendard"/>
              </a:defRPr>
            </a:lvl1pPr>
            <a:lvl2pPr algn="ctr">
              <a:defRPr sz="2625" b="0">
                <a:solidFill>
                  <a:srgbClr val="202020"/>
                </a:solidFill>
                <a:latin typeface="Pretendard"/>
                <a:ea typeface="Pretendard"/>
                <a:cs typeface="Pretendard"/>
              </a:defRPr>
            </a:lvl2pPr>
            <a:lvl3pPr algn="ctr">
              <a:defRPr sz="2625" b="0">
                <a:solidFill>
                  <a:srgbClr val="202020"/>
                </a:solidFill>
                <a:latin typeface="Pretendard"/>
                <a:ea typeface="Pretendard"/>
                <a:cs typeface="Pretendard"/>
              </a:defRPr>
            </a:lvl3pPr>
            <a:lvl4pPr algn="ctr">
              <a:defRPr sz="2625" b="0">
                <a:solidFill>
                  <a:srgbClr val="202020"/>
                </a:solidFill>
                <a:latin typeface="Pretendard"/>
                <a:ea typeface="Pretendard"/>
                <a:cs typeface="Pretendard"/>
              </a:defRPr>
            </a:lvl4pPr>
            <a:lvl5pPr algn="ctr">
              <a:defRPr sz="2625" b="0">
                <a:solidFill>
                  <a:srgbClr val="202020"/>
                </a:solidFill>
                <a:latin typeface="Pretendard"/>
                <a:ea typeface="Pretendard"/>
                <a:cs typeface="Pretendard"/>
              </a:defRPr>
            </a:lvl5pPr>
            <a:lvl6pPr algn="ctr">
              <a:defRPr sz="2625" b="0">
                <a:solidFill>
                  <a:srgbClr val="202020"/>
                </a:solidFill>
                <a:latin typeface="Pretendard"/>
                <a:ea typeface="Pretendard"/>
                <a:cs typeface="Pretendard"/>
              </a:defRPr>
            </a:lvl6pPr>
            <a:lvl7pPr algn="ctr">
              <a:defRPr sz="2625" b="0">
                <a:solidFill>
                  <a:srgbClr val="202020"/>
                </a:solidFill>
                <a:latin typeface="Pretendard"/>
                <a:ea typeface="Pretendard"/>
                <a:cs typeface="Pretendard"/>
              </a:defRPr>
            </a:lvl7pPr>
            <a:lvl8pPr algn="ctr">
              <a:defRPr sz="2625" b="0">
                <a:solidFill>
                  <a:srgbClr val="202020"/>
                </a:solidFill>
                <a:latin typeface="Pretendard"/>
                <a:ea typeface="Pretendard"/>
                <a:cs typeface="Pretendard"/>
              </a:defRPr>
            </a:lvl8pPr>
            <a:lvl9pPr algn="ctr">
              <a:defRPr sz="2625" b="0">
                <a:solidFill>
                  <a:srgbClr val="202020"/>
                </a:solidFill>
                <a:latin typeface="Pretendard"/>
                <a:ea typeface="Pretendard"/>
                <a:cs typeface="Pretendard"/>
              </a:defRPr>
            </a:lvl9pPr>
          </a:lstStyle>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알려진 다른 반응의 열을 이용해</a:t>
            </a:r>
          </a:p>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목표 반응의 엔탈피를 구한다.</a:t>
            </a:r>
          </a:p>
        </p:txBody>
      </p:sp>
      <p:pic>
        <p:nvPicPr>
          <p:cNvPr id="20" name="">
            <a:extLst xmlns:a="http://schemas.openxmlformats.org/drawingml/2006/main">
              <a:ext uri="{FF2B5EF4-FFF2-40B4-BE49-F238E27FC236}">
                <a16:creationId xmlns:a16="http://schemas.microsoft.com/office/drawing/2014/main" id="{C3854FFB-ABB6-409A-BB7C-C94EBB580D45}"/>
              </a:ext>
            </a:extLst>
          </p:cNvPr>
          <p:cNvPicPr>
            <a:picLocks xmlns:a="http://schemas.openxmlformats.org/drawingml/2006/main" noChangeAspect="1"/>
          </p:cNvPicPr>
          <p:nvPr/>
        </p:nvPicPr>
        <p:blipFill>
          <a:blip xmlns:r="http://schemas.openxmlformats.org/officeDocument/2006/relationships" xmlns:a="http://schemas.openxmlformats.org/drawingml/2006/main" r:embed="R39a5fbc748544471"/>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067636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63C8D1EC-11B4-4D42-AB7B-A461496C4FF1}"/>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5E08312-F722-4749-BA86-D6C8D09990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A14676-00D4-4B31-8917-5518E07D1F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1FEF3B6-CA32-4EF9-A860-1E1C275DFF4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DDA239B-CB18-46CF-964E-A487CC315B2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1A96FC1-6C07-42CB-B4AF-498A3056170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D12DC8DC-E492-44E1-B83B-A53ED065F6D0}"/>
              </a:ext>
            </a:extLst>
          </p:cNvPr>
          <p:cNvPicPr>
            <a:picLocks xmlns:a="http://schemas.openxmlformats.org/drawingml/2006/main" noChangeAspect="1"/>
          </p:cNvPicPr>
          <p:nvPr/>
        </p:nvPicPr>
        <p:blipFill>
          <a:blip xmlns:r="http://schemas.openxmlformats.org/officeDocument/2006/relationships" xmlns:a="http://schemas.openxmlformats.org/drawingml/2006/main" r:embed="Rf30a01eb39104a17"/>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174642E-4223-4AA0-9D9A-4EABDA72A1AD}"/>
              </a:ext>
            </a:extLst>
          </p:cNvPr>
          <p:cNvPicPr>
            <a:picLocks xmlns:a="http://schemas.openxmlformats.org/drawingml/2006/main" noChangeAspect="1"/>
          </p:cNvPicPr>
          <p:nvPr/>
        </p:nvPicPr>
        <p:blipFill>
          <a:blip xmlns:r="http://schemas.openxmlformats.org/officeDocument/2006/relationships" xmlns:a="http://schemas.openxmlformats.org/drawingml/2006/main" r:embed="Rc571b9fd5ed649cf"/>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9DBA0F6-C25A-4986-83C0-7DC623B5A0C5}"/>
              </a:ext>
            </a:extLst>
          </p:cNvPr>
          <p:cNvPicPr>
            <a:picLocks xmlns:a="http://schemas.openxmlformats.org/drawingml/2006/main" noChangeAspect="1"/>
          </p:cNvPicPr>
          <p:nvPr/>
        </p:nvPicPr>
        <p:blipFill>
          <a:blip xmlns:r="http://schemas.openxmlformats.org/officeDocument/2006/relationships" xmlns:a="http://schemas.openxmlformats.org/drawingml/2006/main" r:embed="Rd2fe367fa63e4d0f"/>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7D1AB9D-F676-40A6-AAE9-6B69FB501101}"/>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07D3DF43-B4F0-485C-8D40-FF8A10CBBCBF}"/>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알려진 반응</a:t>
            </a:r>
          </a:p>
        </p:txBody>
      </p:sp>
      <p:pic>
        <p:nvPicPr>
          <p:cNvPr id="14" name="">
            <a:extLst xmlns:a="http://schemas.openxmlformats.org/drawingml/2006/main">
              <a:ext uri="{FF2B5EF4-FFF2-40B4-BE49-F238E27FC236}">
                <a16:creationId xmlns:a16="http://schemas.microsoft.com/office/drawing/2014/main" id="{1542DDA6-4195-4EA1-ACA6-D55E24469260}"/>
              </a:ext>
            </a:extLst>
          </p:cNvPr>
          <p:cNvPicPr>
            <a:picLocks xmlns:a="http://schemas.openxmlformats.org/drawingml/2006/main" noChangeAspect="1"/>
          </p:cNvPicPr>
          <p:nvPr/>
        </p:nvPicPr>
        <p:blipFill>
          <a:blip xmlns:r="http://schemas.openxmlformats.org/officeDocument/2006/relationships" xmlns:a="http://schemas.openxmlformats.org/drawingml/2006/main" r:embed="R7220e2652ab4432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642090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069CE84F-907D-4138-B94F-D763667A71E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DFDA13-7269-43BD-BE2C-C18780D7BF4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B2F8256-1DD9-4E18-9889-734886AA848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338039-46C7-4893-8F1F-82E5E3E2D1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3FA1C52-9062-4E20-B46B-6C7CAD828C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B36A65C8-C154-41C5-8B83-835249988BAD}"/>
              </a:ext>
            </a:extLst>
          </p:cNvPr>
          <p:cNvPicPr>
            <a:picLocks xmlns:a="http://schemas.openxmlformats.org/drawingml/2006/main" noChangeAspect="1"/>
          </p:cNvPicPr>
          <p:nvPr/>
        </p:nvPicPr>
        <p:blipFill>
          <a:blip xmlns:r="http://schemas.openxmlformats.org/officeDocument/2006/relationships" xmlns:a="http://schemas.openxmlformats.org/drawingml/2006/main" r:embed="R8255f3c309594afb"/>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644146D-D12C-484C-BF78-58D890A3C9B7}"/>
              </a:ext>
            </a:extLst>
          </p:cNvPr>
          <p:cNvPicPr>
            <a:picLocks xmlns:a="http://schemas.openxmlformats.org/drawingml/2006/main" noChangeAspect="1"/>
          </p:cNvPicPr>
          <p:nvPr/>
        </p:nvPicPr>
        <p:blipFill>
          <a:blip xmlns:r="http://schemas.openxmlformats.org/officeDocument/2006/relationships" xmlns:a="http://schemas.openxmlformats.org/drawingml/2006/main" r:embed="R691b28d3a3f445c7"/>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FA3D69D-FDDF-4567-96D9-466E726CC125}"/>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두 반응식을 빼면 양쪽의 이산화 탄소가 소거된다.</a:t>
            </a:r>
          </a:p>
        </p:txBody>
      </p:sp>
      <p:sp>
        <p:nvSpPr>
          <p:cNvPr id="12" name="공통 CO₂ 소거 표시">
            <a:extLst xmlns:a="http://schemas.openxmlformats.org/drawingml/2006/main">
              <a:ext uri="{FF2B5EF4-FFF2-40B4-BE49-F238E27FC236}">
                <a16:creationId xmlns:a16="http://schemas.microsoft.com/office/drawing/2014/main" id="{168CB669-3CB1-4327-BE52-F145B1EFB21A}"/>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57962F"/>
            </a:solidFill>
          </a:ln>
        </p:spPr>
      </p:sp>
      <p:sp>
        <p:nvSpPr>
          <p:cNvPr id="13" name="공통 CO₂ 소거 표시">
            <a:extLst xmlns:a="http://schemas.openxmlformats.org/drawingml/2006/main">
              <a:ext uri="{FF2B5EF4-FFF2-40B4-BE49-F238E27FC236}">
                <a16:creationId xmlns:a16="http://schemas.microsoft.com/office/drawing/2014/main" id="{B019FB54-F22B-458C-9856-9D1F17DFC85B}"/>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57962F"/>
            </a:solidFill>
          </a:ln>
        </p:spPr>
      </p:sp>
      <p:sp>
        <p:nvSpPr>
          <p:cNvPr id="14" name="소거 설명">
            <a:extLst xmlns:a="http://schemas.openxmlformats.org/drawingml/2006/main">
              <a:ext uri="{FF2B5EF4-FFF2-40B4-BE49-F238E27FC236}">
                <a16:creationId xmlns:a16="http://schemas.microsoft.com/office/drawing/2014/main" id="{45166368-D857-4D90-98EF-27C9D37500A7}"/>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EDF4E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0DE7220-39EB-4422-B51A-E858AC9BFF0F}"/>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437F26"/>
                </a:solidFill>
                <a:latin typeface="Pretendard"/>
                <a:ea typeface="Pretendard"/>
                <a:cs typeface="Pretendard"/>
              </a:defRPr>
            </a:defPPr>
            <a:lvl1pPr algn="ctr">
              <a:defRPr sz="2100" b="1">
                <a:solidFill>
                  <a:srgbClr val="437F26"/>
                </a:solidFill>
                <a:latin typeface="Pretendard"/>
                <a:ea typeface="Pretendard"/>
                <a:cs typeface="Pretendard"/>
              </a:defRPr>
            </a:lvl1pPr>
            <a:lvl2pPr algn="ctr">
              <a:defRPr sz="2100" b="1">
                <a:solidFill>
                  <a:srgbClr val="437F26"/>
                </a:solidFill>
                <a:latin typeface="Pretendard"/>
                <a:ea typeface="Pretendard"/>
                <a:cs typeface="Pretendard"/>
              </a:defRPr>
            </a:lvl2pPr>
            <a:lvl3pPr algn="ctr">
              <a:defRPr sz="2100" b="1">
                <a:solidFill>
                  <a:srgbClr val="437F26"/>
                </a:solidFill>
                <a:latin typeface="Pretendard"/>
                <a:ea typeface="Pretendard"/>
                <a:cs typeface="Pretendard"/>
              </a:defRPr>
            </a:lvl3pPr>
            <a:lvl4pPr algn="ctr">
              <a:defRPr sz="2100" b="1">
                <a:solidFill>
                  <a:srgbClr val="437F26"/>
                </a:solidFill>
                <a:latin typeface="Pretendard"/>
                <a:ea typeface="Pretendard"/>
                <a:cs typeface="Pretendard"/>
              </a:defRPr>
            </a:lvl4pPr>
            <a:lvl5pPr algn="ctr">
              <a:defRPr sz="2100" b="1">
                <a:solidFill>
                  <a:srgbClr val="437F26"/>
                </a:solidFill>
                <a:latin typeface="Pretendard"/>
                <a:ea typeface="Pretendard"/>
                <a:cs typeface="Pretendard"/>
              </a:defRPr>
            </a:lvl5pPr>
            <a:lvl6pPr algn="ctr">
              <a:defRPr sz="2100" b="1">
                <a:solidFill>
                  <a:srgbClr val="437F26"/>
                </a:solidFill>
                <a:latin typeface="Pretendard"/>
                <a:ea typeface="Pretendard"/>
                <a:cs typeface="Pretendard"/>
              </a:defRPr>
            </a:lvl6pPr>
            <a:lvl7pPr algn="ctr">
              <a:defRPr sz="2100" b="1">
                <a:solidFill>
                  <a:srgbClr val="437F26"/>
                </a:solidFill>
                <a:latin typeface="Pretendard"/>
                <a:ea typeface="Pretendard"/>
                <a:cs typeface="Pretendard"/>
              </a:defRPr>
            </a:lvl7pPr>
            <a:lvl8pPr algn="ctr">
              <a:defRPr sz="2100" b="1">
                <a:solidFill>
                  <a:srgbClr val="437F26"/>
                </a:solidFill>
                <a:latin typeface="Pretendard"/>
                <a:ea typeface="Pretendard"/>
                <a:cs typeface="Pretendard"/>
              </a:defRPr>
            </a:lvl8pPr>
            <a:lvl9pPr algn="ctr">
              <a:defRPr sz="2100" b="1">
                <a:solidFill>
                  <a:srgbClr val="437F26"/>
                </a:solidFill>
                <a:latin typeface="Pretendard"/>
                <a:ea typeface="Pretendard"/>
                <a:cs typeface="Pretendard"/>
              </a:defRPr>
            </a:lvl9pPr>
          </a:lstStyle>
          <a:p xmlns:a="http://schemas.openxmlformats.org/drawingml/2006/main">
            <a:pPr algn="ctr">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F166ED7C-A91D-403E-8C45-931BCC75CEE4}"/>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202020"/>
                </a:solidFill>
                <a:latin typeface="Pretendard"/>
                <a:ea typeface="Pretendard"/>
                <a:cs typeface="Pretendard"/>
              </a:defRPr>
            </a:defPPr>
            <a:lvl1pPr algn="ctr">
              <a:defRPr sz="1875" b="0">
                <a:solidFill>
                  <a:srgbClr val="202020"/>
                </a:solidFill>
                <a:latin typeface="Pretendard"/>
                <a:ea typeface="Pretendard"/>
                <a:cs typeface="Pretendard"/>
              </a:defRPr>
            </a:lvl1pPr>
            <a:lvl2pPr algn="ctr">
              <a:defRPr sz="1875" b="0">
                <a:solidFill>
                  <a:srgbClr val="202020"/>
                </a:solidFill>
                <a:latin typeface="Pretendard"/>
                <a:ea typeface="Pretendard"/>
                <a:cs typeface="Pretendard"/>
              </a:defRPr>
            </a:lvl2pPr>
            <a:lvl3pPr algn="ctr">
              <a:defRPr sz="1875" b="0">
                <a:solidFill>
                  <a:srgbClr val="202020"/>
                </a:solidFill>
                <a:latin typeface="Pretendard"/>
                <a:ea typeface="Pretendard"/>
                <a:cs typeface="Pretendard"/>
              </a:defRPr>
            </a:lvl3pPr>
            <a:lvl4pPr algn="ctr">
              <a:defRPr sz="1875" b="0">
                <a:solidFill>
                  <a:srgbClr val="202020"/>
                </a:solidFill>
                <a:latin typeface="Pretendard"/>
                <a:ea typeface="Pretendard"/>
                <a:cs typeface="Pretendard"/>
              </a:defRPr>
            </a:lvl4pPr>
            <a:lvl5pPr algn="ctr">
              <a:defRPr sz="1875" b="0">
                <a:solidFill>
                  <a:srgbClr val="202020"/>
                </a:solidFill>
                <a:latin typeface="Pretendard"/>
                <a:ea typeface="Pretendard"/>
                <a:cs typeface="Pretendard"/>
              </a:defRPr>
            </a:lvl5pPr>
            <a:lvl6pPr algn="ctr">
              <a:defRPr sz="1875" b="0">
                <a:solidFill>
                  <a:srgbClr val="202020"/>
                </a:solidFill>
                <a:latin typeface="Pretendard"/>
                <a:ea typeface="Pretendard"/>
                <a:cs typeface="Pretendard"/>
              </a:defRPr>
            </a:lvl6pPr>
            <a:lvl7pPr algn="ctr">
              <a:defRPr sz="1875" b="0">
                <a:solidFill>
                  <a:srgbClr val="202020"/>
                </a:solidFill>
                <a:latin typeface="Pretendard"/>
                <a:ea typeface="Pretendard"/>
                <a:cs typeface="Pretendard"/>
              </a:defRPr>
            </a:lvl7pPr>
            <a:lvl8pPr algn="ctr">
              <a:defRPr sz="1875" b="0">
                <a:solidFill>
                  <a:srgbClr val="202020"/>
                </a:solidFill>
                <a:latin typeface="Pretendard"/>
                <a:ea typeface="Pretendard"/>
                <a:cs typeface="Pretendard"/>
              </a:defRPr>
            </a:lvl8pPr>
            <a:lvl9pPr algn="ctr">
              <a:defRPr sz="1875" b="0">
                <a:solidFill>
                  <a:srgbClr val="202020"/>
                </a:solidFill>
                <a:latin typeface="Pretendard"/>
                <a:ea typeface="Pretendard"/>
                <a:cs typeface="Pretendard"/>
              </a:defRPr>
            </a:lvl9pPr>
          </a:lstStyle>
          <a:p xmlns:a="http://schemas.openxmlformats.org/drawingml/2006/main">
            <a:pPr algn="ctr">
              <a:defRPr sz="1875" b="0">
                <a:solidFill>
                  <a:srgbClr val="202020"/>
                </a:solidFill>
                <a:latin typeface="Pretendard"/>
                <a:ea typeface="Pretendard"/>
                <a:cs typeface="Pretendard"/>
              </a:defRPr>
            </a:pPr>
            <a:r>
              <a:rPr sz="1875" b="0">
                <a:solidFill>
                  <a:srgbClr val="202020"/>
                </a:solidFill>
                <a:latin typeface="Pretendard"/>
                <a:ea typeface="Pretendard"/>
                <a:cs typeface="Pretendard"/>
              </a:rPr>
              <a:t>두 식에서 사라진다.</a:t>
            </a:r>
          </a:p>
        </p:txBody>
      </p:sp>
      <p:sp>
        <p:nvSpPr>
          <p:cNvPr id="17" name="text">
            <a:extLst xmlns:a="http://schemas.openxmlformats.org/drawingml/2006/main">
              <a:ext uri="{FF2B5EF4-FFF2-40B4-BE49-F238E27FC236}">
                <a16:creationId xmlns:a16="http://schemas.microsoft.com/office/drawing/2014/main" id="{58D0956E-71A5-477E-968B-F6B3D6A78764}"/>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686868"/>
                </a:solidFill>
                <a:latin typeface="Pretendard"/>
                <a:ea typeface="Pretendard"/>
                <a:cs typeface="Pretendard"/>
              </a:defRPr>
            </a:defPPr>
            <a:lvl1pPr algn="ctr">
              <a:defRPr sz="2100" b="0">
                <a:solidFill>
                  <a:srgbClr val="686868"/>
                </a:solidFill>
                <a:latin typeface="Pretendard"/>
                <a:ea typeface="Pretendard"/>
                <a:cs typeface="Pretendard"/>
              </a:defRPr>
            </a:lvl1pPr>
            <a:lvl2pPr algn="ctr">
              <a:defRPr sz="2100" b="0">
                <a:solidFill>
                  <a:srgbClr val="686868"/>
                </a:solidFill>
                <a:latin typeface="Pretendard"/>
                <a:ea typeface="Pretendard"/>
                <a:cs typeface="Pretendard"/>
              </a:defRPr>
            </a:lvl2pPr>
            <a:lvl3pPr algn="ctr">
              <a:defRPr sz="2100" b="0">
                <a:solidFill>
                  <a:srgbClr val="686868"/>
                </a:solidFill>
                <a:latin typeface="Pretendard"/>
                <a:ea typeface="Pretendard"/>
                <a:cs typeface="Pretendard"/>
              </a:defRPr>
            </a:lvl3pPr>
            <a:lvl4pPr algn="ctr">
              <a:defRPr sz="2100" b="0">
                <a:solidFill>
                  <a:srgbClr val="686868"/>
                </a:solidFill>
                <a:latin typeface="Pretendard"/>
                <a:ea typeface="Pretendard"/>
                <a:cs typeface="Pretendard"/>
              </a:defRPr>
            </a:lvl4pPr>
            <a:lvl5pPr algn="ctr">
              <a:defRPr sz="2100" b="0">
                <a:solidFill>
                  <a:srgbClr val="686868"/>
                </a:solidFill>
                <a:latin typeface="Pretendard"/>
                <a:ea typeface="Pretendard"/>
                <a:cs typeface="Pretendard"/>
              </a:defRPr>
            </a:lvl5pPr>
            <a:lvl6pPr algn="ctr">
              <a:defRPr sz="2100" b="0">
                <a:solidFill>
                  <a:srgbClr val="686868"/>
                </a:solidFill>
                <a:latin typeface="Pretendard"/>
                <a:ea typeface="Pretendard"/>
                <a:cs typeface="Pretendard"/>
              </a:defRPr>
            </a:lvl6pPr>
            <a:lvl7pPr algn="ctr">
              <a:defRPr sz="2100" b="0">
                <a:solidFill>
                  <a:srgbClr val="686868"/>
                </a:solidFill>
                <a:latin typeface="Pretendard"/>
                <a:ea typeface="Pretendard"/>
                <a:cs typeface="Pretendard"/>
              </a:defRPr>
            </a:lvl7pPr>
            <a:lvl8pPr algn="ctr">
              <a:defRPr sz="2100" b="0">
                <a:solidFill>
                  <a:srgbClr val="686868"/>
                </a:solidFill>
                <a:latin typeface="Pretendard"/>
                <a:ea typeface="Pretendard"/>
                <a:cs typeface="Pretendard"/>
              </a:defRPr>
            </a:lvl8pPr>
            <a:lvl9pPr algn="ctr">
              <a:defRPr sz="2100" b="0">
                <a:solidFill>
                  <a:srgbClr val="686868"/>
                </a:solidFill>
                <a:latin typeface="Pretendard"/>
                <a:ea typeface="Pretendard"/>
                <a:cs typeface="Pretendard"/>
              </a:defRPr>
            </a:lvl9pPr>
          </a:lstStyle>
          <a:p xmlns:a="http://schemas.openxmlformats.org/drawingml/2006/main">
            <a:pPr algn="ctr">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산소는 절반이 남는다.</a:t>
            </a:r>
          </a:p>
        </p:txBody>
      </p:sp>
      <p:pic>
        <p:nvPicPr>
          <p:cNvPr id="18" name="">
            <a:extLst xmlns:a="http://schemas.openxmlformats.org/drawingml/2006/main">
              <a:ext uri="{FF2B5EF4-FFF2-40B4-BE49-F238E27FC236}">
                <a16:creationId xmlns:a16="http://schemas.microsoft.com/office/drawing/2014/main" id="{7660139C-AAA0-49B8-9192-E85F956F8BD8}"/>
              </a:ext>
            </a:extLst>
          </p:cNvPr>
          <p:cNvPicPr>
            <a:picLocks xmlns:a="http://schemas.openxmlformats.org/drawingml/2006/main" noChangeAspect="1"/>
          </p:cNvPicPr>
          <p:nvPr/>
        </p:nvPicPr>
        <p:blipFill>
          <a:blip xmlns:r="http://schemas.openxmlformats.org/officeDocument/2006/relationships" xmlns:a="http://schemas.openxmlformats.org/drawingml/2006/main" r:embed="R16305c75d86b4a5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37099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5DBEFB9-F510-4AA5-829D-C0C7F60A3B12}"/>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2E58BDA5-8632-4425-9291-07C872E4D6C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EF5DB3-3DF1-4A09-9403-6D10C250536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F7A181E-9D3B-4B59-A555-CF03159279D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74CCC45-793A-4F0F-A6E7-6520E2F7C82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8A6CCB1-B966-41A0-AFEE-A7D9187D168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6C6D2EEC-5D0D-4304-8B19-4537BF2B568F}"/>
              </a:ext>
            </a:extLst>
          </p:cNvPr>
          <p:cNvPicPr>
            <a:picLocks xmlns:a="http://schemas.openxmlformats.org/drawingml/2006/main" noChangeAspect="1"/>
          </p:cNvPicPr>
          <p:nvPr/>
        </p:nvPicPr>
        <p:blipFill>
          <a:blip xmlns:r="http://schemas.openxmlformats.org/officeDocument/2006/relationships" xmlns:a="http://schemas.openxmlformats.org/drawingml/2006/main" r:embed="Rfb11bcaf382b4bb4"/>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218E9CE-FAF7-4021-B982-481C1A3D645D}"/>
              </a:ext>
            </a:extLst>
          </p:cNvPr>
          <p:cNvPicPr>
            <a:picLocks xmlns:a="http://schemas.openxmlformats.org/drawingml/2006/main" noChangeAspect="1"/>
          </p:cNvPicPr>
          <p:nvPr/>
        </p:nvPicPr>
        <p:blipFill>
          <a:blip xmlns:r="http://schemas.openxmlformats.org/officeDocument/2006/relationships" xmlns:a="http://schemas.openxmlformats.org/drawingml/2006/main" r:embed="R0ffba02f6b8f4228"/>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05E1476-A2DF-4710-A52E-44F090CA5FCE}"/>
              </a:ext>
            </a:extLst>
          </p:cNvPr>
          <p:cNvPicPr>
            <a:picLocks xmlns:a="http://schemas.openxmlformats.org/drawingml/2006/main" noChangeAspect="1"/>
          </p:cNvPicPr>
          <p:nvPr/>
        </p:nvPicPr>
        <p:blipFill>
          <a:blip xmlns:r="http://schemas.openxmlformats.org/officeDocument/2006/relationships" xmlns:a="http://schemas.openxmlformats.org/drawingml/2006/main" r:embed="R179a0ce2da93451e"/>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DD3C135E-8208-4A6C-8971-F683F1F4CC88}"/>
              </a:ext>
            </a:extLst>
          </p:cNvPr>
          <p:cNvPicPr>
            <a:picLocks xmlns:a="http://schemas.openxmlformats.org/drawingml/2006/main" noChangeAspect="1"/>
          </p:cNvPicPr>
          <p:nvPr/>
        </p:nvPicPr>
        <p:blipFill>
          <a:blip xmlns:r="http://schemas.openxmlformats.org/officeDocument/2006/relationships" xmlns:a="http://schemas.openxmlformats.org/drawingml/2006/main" r:embed="R87dcebc03b4d4b80"/>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3450283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250A1795-881A-4F2D-AAA2-C2041B4066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74A217-C855-4C10-B984-4D682BFDC89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0861F47-7914-4B16-88E2-7AD42BFBF86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B3A721-DAE9-4984-913A-921A459BE38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7AEEC3B-0780-462A-AB51-EB5C8CE5567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C4C68B4D-A253-4F74-9BB1-F97FBE609EF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CB914BF-E2DA-48E5-88F9-26027FAE02CD}"/>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437F26"/>
                </a:solidFill>
                <a:latin typeface="Pretendard"/>
                <a:ea typeface="Pretendard"/>
                <a:cs typeface="Pretendard"/>
              </a:defRPr>
            </a:defPPr>
            <a:lvl1pPr algn="l">
              <a:defRPr sz="3150" b="1">
                <a:solidFill>
                  <a:srgbClr val="437F26"/>
                </a:solidFill>
                <a:latin typeface="Pretendard"/>
                <a:ea typeface="Pretendard"/>
                <a:cs typeface="Pretendard"/>
              </a:defRPr>
            </a:lvl1pPr>
            <a:lvl2pPr algn="l">
              <a:defRPr sz="3150" b="1">
                <a:solidFill>
                  <a:srgbClr val="437F26"/>
                </a:solidFill>
                <a:latin typeface="Pretendard"/>
                <a:ea typeface="Pretendard"/>
                <a:cs typeface="Pretendard"/>
              </a:defRPr>
            </a:lvl2pPr>
            <a:lvl3pPr algn="l">
              <a:defRPr sz="3150" b="1">
                <a:solidFill>
                  <a:srgbClr val="437F26"/>
                </a:solidFill>
                <a:latin typeface="Pretendard"/>
                <a:ea typeface="Pretendard"/>
                <a:cs typeface="Pretendard"/>
              </a:defRPr>
            </a:lvl3pPr>
            <a:lvl4pPr algn="l">
              <a:defRPr sz="3150" b="1">
                <a:solidFill>
                  <a:srgbClr val="437F26"/>
                </a:solidFill>
                <a:latin typeface="Pretendard"/>
                <a:ea typeface="Pretendard"/>
                <a:cs typeface="Pretendard"/>
              </a:defRPr>
            </a:lvl4pPr>
            <a:lvl5pPr algn="l">
              <a:defRPr sz="3150" b="1">
                <a:solidFill>
                  <a:srgbClr val="437F26"/>
                </a:solidFill>
                <a:latin typeface="Pretendard"/>
                <a:ea typeface="Pretendard"/>
                <a:cs typeface="Pretendard"/>
              </a:defRPr>
            </a:lvl5pPr>
            <a:lvl6pPr algn="l">
              <a:defRPr sz="3150" b="1">
                <a:solidFill>
                  <a:srgbClr val="437F26"/>
                </a:solidFill>
                <a:latin typeface="Pretendard"/>
                <a:ea typeface="Pretendard"/>
                <a:cs typeface="Pretendard"/>
              </a:defRPr>
            </a:lvl6pPr>
            <a:lvl7pPr algn="l">
              <a:defRPr sz="3150" b="1">
                <a:solidFill>
                  <a:srgbClr val="437F26"/>
                </a:solidFill>
                <a:latin typeface="Pretendard"/>
                <a:ea typeface="Pretendard"/>
                <a:cs typeface="Pretendard"/>
              </a:defRPr>
            </a:lvl7pPr>
            <a:lvl8pPr algn="l">
              <a:defRPr sz="3150" b="1">
                <a:solidFill>
                  <a:srgbClr val="437F26"/>
                </a:solidFill>
                <a:latin typeface="Pretendard"/>
                <a:ea typeface="Pretendard"/>
                <a:cs typeface="Pretendard"/>
              </a:defRPr>
            </a:lvl8pPr>
            <a:lvl9pPr algn="l">
              <a:defRPr sz="3150" b="1">
                <a:solidFill>
                  <a:srgbClr val="437F26"/>
                </a:solidFill>
                <a:latin typeface="Pretendard"/>
                <a:ea typeface="Pretendard"/>
                <a:cs typeface="Pretendard"/>
              </a:defRPr>
            </a:lvl9pPr>
          </a:lstStyle>
          <a:p xmlns:a="http://schemas.openxmlformats.org/drawingml/2006/main">
            <a:pPr algn="l">
              <a:defRPr sz="3150" b="1">
                <a:solidFill>
                  <a:srgbClr val="437F26"/>
                </a:solidFill>
                <a:latin typeface="Pretendard"/>
                <a:ea typeface="Pretendard"/>
                <a:cs typeface="Pretendard"/>
              </a:defRPr>
            </a:pPr>
            <a:r>
              <a:rPr sz="3150" b="1">
                <a:solidFill>
                  <a:srgbClr val="437F26"/>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CFD4951C-7CE5-44E2-B80B-A399F86E4A89}"/>
              </a:ext>
            </a:extLst>
          </p:cNvPr>
          <p:cNvPicPr>
            <a:picLocks xmlns:a="http://schemas.openxmlformats.org/drawingml/2006/main" noChangeAspect="1"/>
          </p:cNvPicPr>
          <p:nvPr/>
        </p:nvPicPr>
        <p:blipFill>
          <a:blip xmlns:r="http://schemas.openxmlformats.org/officeDocument/2006/relationships" xmlns:a="http://schemas.openxmlformats.org/drawingml/2006/main" r:embed="R4904259f57ba45b7"/>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2CD073B4-0478-48DD-A35D-9F4D008CB32C}"/>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2F3F1"/>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3203B02-204A-4209-85BC-6024C4F88AE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b="0">
                <a:solidFill>
                  <a:srgbClr val="20202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5CB3A0C8-3FA2-49DC-AF67-7C3484A0D5DE}"/>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4E5C020F-E70F-4062-991D-7091BFED3BB4}"/>
              </a:ext>
            </a:extLst>
          </p:cNvPr>
          <p:cNvPicPr>
            <a:picLocks xmlns:a="http://schemas.openxmlformats.org/drawingml/2006/main" noChangeAspect="1"/>
          </p:cNvPicPr>
          <p:nvPr/>
        </p:nvPicPr>
        <p:blipFill>
          <a:blip xmlns:r="http://schemas.openxmlformats.org/officeDocument/2006/relationships" xmlns:a="http://schemas.openxmlformats.org/drawingml/2006/main" r:embed="R8dd464a0e5974f86"/>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0E3A7BC-B46D-4F71-AB95-E7B0837E0E7B}"/>
              </a:ext>
            </a:extLst>
          </p:cNvPr>
          <p:cNvPicPr>
            <a:picLocks xmlns:a="http://schemas.openxmlformats.org/drawingml/2006/main" noChangeAspect="1"/>
          </p:cNvPicPr>
          <p:nvPr/>
        </p:nvPicPr>
        <p:blipFill>
          <a:blip xmlns:r="http://schemas.openxmlformats.org/officeDocument/2006/relationships" xmlns:a="http://schemas.openxmlformats.org/drawingml/2006/main" r:embed="Rf5439232ecf445a0"/>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0142687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D2221F3F-AD4E-4EF7-BBB1-4C9CFA43D8C2}"/>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7B34A326-7F37-46EF-9853-D640A8BDD5C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270E06-EF19-4F17-A7C6-3787330309D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CFEBFFE-BA6E-4B43-AE83-2A7F5B08618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E548E47-6FC0-4F3D-B156-509F97DEB65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1D31485-E9AD-492B-9542-B1CE5E25CF7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8A70DC7F-5C2C-4727-A149-D3CCC9809078}"/>
              </a:ext>
            </a:extLst>
          </p:cNvPr>
          <p:cNvPicPr>
            <a:picLocks xmlns:a="http://schemas.openxmlformats.org/drawingml/2006/main" noChangeAspect="1"/>
          </p:cNvPicPr>
          <p:nvPr/>
        </p:nvPicPr>
        <p:blipFill>
          <a:blip xmlns:r="http://schemas.openxmlformats.org/officeDocument/2006/relationships" xmlns:a="http://schemas.openxmlformats.org/drawingml/2006/main" r:embed="R0369211fa33145a9"/>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794CD5E-2B33-4312-A72D-353A25467767}"/>
              </a:ext>
            </a:extLst>
          </p:cNvPr>
          <p:cNvPicPr>
            <a:picLocks xmlns:a="http://schemas.openxmlformats.org/drawingml/2006/main" noChangeAspect="1"/>
          </p:cNvPicPr>
          <p:nvPr/>
        </p:nvPicPr>
        <p:blipFill>
          <a:blip xmlns:r="http://schemas.openxmlformats.org/officeDocument/2006/relationships" xmlns:a="http://schemas.openxmlformats.org/drawingml/2006/main" r:embed="Rf8a93f531bbd49c9"/>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C8FF6F15-0DB2-4DC3-B6D6-11446F820AF0}"/>
              </a:ext>
            </a:extLst>
          </p:cNvPr>
          <p:cNvPicPr>
            <a:picLocks xmlns:a="http://schemas.openxmlformats.org/drawingml/2006/main" noChangeAspect="1"/>
          </p:cNvPicPr>
          <p:nvPr/>
        </p:nvPicPr>
        <p:blipFill>
          <a:blip xmlns:r="http://schemas.openxmlformats.org/officeDocument/2006/relationships" xmlns:a="http://schemas.openxmlformats.org/drawingml/2006/main" r:embed="Rcde4887c450d4fc0"/>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BFBCF1A3-004C-4847-897B-A0841F4FE092}"/>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F45B1503-1DC0-49F8-B20E-583D776B489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25°C, 1기압에서 같은 생성물이 생기는 두 연소 반응을 비교한다.</a:t>
            </a:r>
          </a:p>
        </p:txBody>
      </p:sp>
      <p:pic>
        <p:nvPicPr>
          <p:cNvPr id="16" name="">
            <a:extLst xmlns:a="http://schemas.openxmlformats.org/drawingml/2006/main">
              <a:ext uri="{FF2B5EF4-FFF2-40B4-BE49-F238E27FC236}">
                <a16:creationId xmlns:a16="http://schemas.microsoft.com/office/drawing/2014/main" id="{3FA56E1C-46F8-450E-8413-7900D49B38BE}"/>
              </a:ext>
            </a:extLst>
          </p:cNvPr>
          <p:cNvPicPr>
            <a:picLocks xmlns:a="http://schemas.openxmlformats.org/drawingml/2006/main" noChangeAspect="1"/>
          </p:cNvPicPr>
          <p:nvPr/>
        </p:nvPicPr>
        <p:blipFill>
          <a:blip xmlns:r="http://schemas.openxmlformats.org/officeDocument/2006/relationships" xmlns:a="http://schemas.openxmlformats.org/drawingml/2006/main" r:embed="Rf89a3c4279874c91"/>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516029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93FC3625-496A-4E99-BD9F-007145FBFF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5A59D2-B32B-47F1-92AA-9E454D1A740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C6BC56C-E5F6-4E4A-A14B-EDB157FDDDD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F7943F-A464-412E-854C-E1E5B8830F0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97DD4D21-4151-4F21-8735-2007AC808F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995A07C7-8ECF-4662-B3EA-39C5A94EBF71}"/>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F2F3F1"/>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737B775E-AE77-493D-9483-3728AF85DD2A}"/>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F02112E-E9D5-4EDC-842F-DEE8D9F82FAD}"/>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DA0234A7-E9C5-473E-8F32-536370DD574E}"/>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FC582149-1CC8-4320-843B-9C7838E86CCC}"/>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07BB7768-EC61-488B-AD71-42EA601D6B51}"/>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64DC7B0-959F-43E9-9B0E-AE6E11E5CEB0}"/>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53BD5926-4E74-4398-8022-A04445C3C3F3}"/>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62430A7-86B5-420B-ABB4-F37B777EE33E}"/>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EE83B8BC-8250-4FEA-AFC1-1E7D7CD5080A}"/>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1C8FF0DE-6070-4942-BEB8-C5BBF5936ED6}"/>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FC5278A8-37ED-4CF1-89D7-4D04DFF4C1C8}"/>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35C47F5-5E84-4608-A81F-3F5C8740DCA9}"/>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43AD2CED-9413-45B1-8A9F-23A33E61EC27}"/>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D1FFB3D1-E67E-4830-AA23-2579EFC95270}"/>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6FFDF947-1C76-4E6A-80FA-B015641E8CE6}"/>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6325E64D-6B66-496E-9988-2EBBC6445882}"/>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A0A1EF83-6E80-4908-AEEB-F3759AA622C6}"/>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1F24465C-DB5D-42B7-B480-F30ADE702844}"/>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8E25673C-680A-498C-B49B-9E005B642D66}"/>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E906E150-B16C-48ED-AD8E-616C39716A8A}"/>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6CD5AD4A-84BF-4663-BC47-1E89CFE2428E}"/>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08C3F795-92EE-4F72-976C-0A70116CD380}"/>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C1252CC3-C243-48AA-91ED-902D60AC9C59}"/>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07B4AE2F-CDE7-4AEA-A814-727E7ECE4FC4}"/>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 엔탈피</a:t>
            </a:r>
          </a:p>
        </p:txBody>
      </p:sp>
      <p:pic>
        <p:nvPicPr>
          <p:cNvPr id="32" name="">
            <a:extLst xmlns:a="http://schemas.openxmlformats.org/drawingml/2006/main">
              <a:ext uri="{FF2B5EF4-FFF2-40B4-BE49-F238E27FC236}">
                <a16:creationId xmlns:a16="http://schemas.microsoft.com/office/drawing/2014/main" id="{257EE70B-0698-422B-8609-5D4F365817FE}"/>
              </a:ext>
            </a:extLst>
          </p:cNvPr>
          <p:cNvPicPr>
            <a:picLocks xmlns:a="http://schemas.openxmlformats.org/drawingml/2006/main" noChangeAspect="1"/>
          </p:cNvPicPr>
          <p:nvPr/>
        </p:nvPicPr>
        <p:blipFill>
          <a:blip xmlns:r="http://schemas.openxmlformats.org/officeDocument/2006/relationships" xmlns:a="http://schemas.openxmlformats.org/drawingml/2006/main" r:embed="Rb79f25d6feda42b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300381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77FA9BC8-EA53-4372-B585-84E38E305D8D}"/>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EDF4E8"/>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8EE9D3D3-5698-41CB-9728-7FCF7903CE84}"/>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FBCEE7FD-54C9-4576-B519-838C23AAB3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59C80C-A1D6-4568-AA91-FB479404B24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ABAAC74-53F3-41A1-8571-E773D9335C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6D4DD2F-E8CA-4519-B205-6ABFF82CB0B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1077F49-6E42-4911-BF8C-A6E900007D8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5CA1BE7B-EB1A-4DB8-990E-E7BA6ACC9F96}"/>
              </a:ext>
            </a:extLst>
          </p:cNvPr>
          <p:cNvPicPr>
            <a:picLocks xmlns:a="http://schemas.openxmlformats.org/drawingml/2006/main" noChangeAspect="1"/>
          </p:cNvPicPr>
          <p:nvPr/>
        </p:nvPicPr>
        <p:blipFill>
          <a:blip xmlns:r="http://schemas.openxmlformats.org/officeDocument/2006/relationships" xmlns:a="http://schemas.openxmlformats.org/drawingml/2006/main" r:embed="Ra3b5820467d743da"/>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8B30397-B1AD-469E-BB2B-383D9A95161F}"/>
              </a:ext>
            </a:extLst>
          </p:cNvPr>
          <p:cNvPicPr>
            <a:picLocks xmlns:a="http://schemas.openxmlformats.org/drawingml/2006/main" noChangeAspect="1"/>
          </p:cNvPicPr>
          <p:nvPr/>
        </p:nvPicPr>
        <p:blipFill>
          <a:blip xmlns:r="http://schemas.openxmlformats.org/officeDocument/2006/relationships" xmlns:a="http://schemas.openxmlformats.org/drawingml/2006/main" r:embed="R1c3c01434aa64b2b"/>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96BB1E70-BE6D-408E-A0B4-93E76D169A3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32B8EF65-01CD-4BC5-80B5-C59EA5B00E02}"/>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D861BCB0-655A-42A5-B921-6FB772A6FB3E}"/>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목표 반응</a:t>
            </a:r>
          </a:p>
        </p:txBody>
      </p:sp>
      <p:pic>
        <p:nvPicPr>
          <p:cNvPr id="17" name="">
            <a:extLst xmlns:a="http://schemas.openxmlformats.org/drawingml/2006/main">
              <a:ext uri="{FF2B5EF4-FFF2-40B4-BE49-F238E27FC236}">
                <a16:creationId xmlns:a16="http://schemas.microsoft.com/office/drawing/2014/main" id="{79540A55-BC2D-4EFF-8679-378C660A2119}"/>
              </a:ext>
            </a:extLst>
          </p:cNvPr>
          <p:cNvPicPr>
            <a:picLocks xmlns:a="http://schemas.openxmlformats.org/drawingml/2006/main" noChangeAspect="1"/>
          </p:cNvPicPr>
          <p:nvPr/>
        </p:nvPicPr>
        <p:blipFill>
          <a:blip xmlns:r="http://schemas.openxmlformats.org/officeDocument/2006/relationships" xmlns:a="http://schemas.openxmlformats.org/drawingml/2006/main" r:embed="R3c1cc6c655ea49a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6898093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2F3B79FA-496F-48F8-9DF8-8345A26F7784}"/>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EDF4E8"/>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33FA6F63-A675-4C6C-A4A6-182711A41FE3}"/>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641B89CC-2767-47B0-905E-9904D2E6529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A63C79-3D5F-4F3C-9259-3E9F7DAAC6F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9A6DDEE-AA47-4E56-998B-E15C40FED67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021D7DC-01F5-45B7-93DE-70436B206AA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209F038-23D6-4F10-A539-E91E9FA978E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반응식과 </a:t>
            </a:r>
            <a:r>
              <a:t>Δ</a:t>
            </a:r>
            <a:r>
              <a:rPr i="1">
                <a:latin typeface="Pretendard"/>
                <a:ea typeface="Pretendard"/>
                <a:cs typeface="Pretendard"/>
              </a:rPr>
              <a:t>H</a:t>
            </a:r>
            <a:r>
              <a:t>를 함께 검산</a:t>
            </a:r>
          </a:p>
        </p:txBody>
      </p:sp>
      <p:pic>
        <p:nvPicPr>
          <p:cNvPr id="8" name="">
            <a:extLst xmlns:a="http://schemas.openxmlformats.org/drawingml/2006/main">
              <a:ext uri="{FF2B5EF4-FFF2-40B4-BE49-F238E27FC236}">
                <a16:creationId xmlns:a16="http://schemas.microsoft.com/office/drawing/2014/main" id="{38853C03-C581-4033-B670-A0F43ACFDC70}"/>
              </a:ext>
            </a:extLst>
          </p:cNvPr>
          <p:cNvPicPr>
            <a:picLocks xmlns:a="http://schemas.openxmlformats.org/drawingml/2006/main" noChangeAspect="1"/>
          </p:cNvPicPr>
          <p:nvPr/>
        </p:nvPicPr>
        <p:blipFill>
          <a:blip xmlns:r="http://schemas.openxmlformats.org/officeDocument/2006/relationships" xmlns:a="http://schemas.openxmlformats.org/drawingml/2006/main" r:embed="Rf2f2263b24ab4009"/>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69C0E91-E3FB-4BE6-831F-F17DC8039963}"/>
              </a:ext>
            </a:extLst>
          </p:cNvPr>
          <p:cNvPicPr>
            <a:picLocks xmlns:a="http://schemas.openxmlformats.org/drawingml/2006/main" noChangeAspect="1"/>
          </p:cNvPicPr>
          <p:nvPr/>
        </p:nvPicPr>
        <p:blipFill>
          <a:blip xmlns:r="http://schemas.openxmlformats.org/officeDocument/2006/relationships" xmlns:a="http://schemas.openxmlformats.org/drawingml/2006/main" r:embed="Re40588f506ae4057"/>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09A6277-19F4-4409-8584-A9BB9E5A7D78}"/>
              </a:ext>
            </a:extLst>
          </p:cNvPr>
          <p:cNvPicPr>
            <a:picLocks xmlns:a="http://schemas.openxmlformats.org/drawingml/2006/main" noChangeAspect="1"/>
          </p:cNvPicPr>
          <p:nvPr/>
        </p:nvPicPr>
        <p:blipFill>
          <a:blip xmlns:r="http://schemas.openxmlformats.org/officeDocument/2006/relationships" xmlns:a="http://schemas.openxmlformats.org/drawingml/2006/main" r:embed="Rae3c2138240f43bc"/>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CAD7190F-DB23-4058-9A9D-08C7B603B1B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BB192F5D-5612-4D69-889B-DD3DEFC555E9}"/>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9761EB2A-8288-4E2A-BFBC-16930D7A2117}"/>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37F26"/>
                </a:solidFill>
                <a:latin typeface="Pretendard"/>
                <a:ea typeface="Pretendard"/>
                <a:cs typeface="Pretendard"/>
              </a:defRPr>
            </a:defPPr>
            <a:lvl1pPr algn="l">
              <a:defRPr sz="2100" b="1">
                <a:solidFill>
                  <a:srgbClr val="437F26"/>
                </a:solidFill>
                <a:latin typeface="Pretendard"/>
                <a:ea typeface="Pretendard"/>
                <a:cs typeface="Pretendard"/>
              </a:defRPr>
            </a:lvl1pPr>
            <a:lvl2pPr algn="l">
              <a:defRPr sz="2100" b="1">
                <a:solidFill>
                  <a:srgbClr val="437F26"/>
                </a:solidFill>
                <a:latin typeface="Pretendard"/>
                <a:ea typeface="Pretendard"/>
                <a:cs typeface="Pretendard"/>
              </a:defRPr>
            </a:lvl2pPr>
            <a:lvl3pPr algn="l">
              <a:defRPr sz="2100" b="1">
                <a:solidFill>
                  <a:srgbClr val="437F26"/>
                </a:solidFill>
                <a:latin typeface="Pretendard"/>
                <a:ea typeface="Pretendard"/>
                <a:cs typeface="Pretendard"/>
              </a:defRPr>
            </a:lvl3pPr>
            <a:lvl4pPr algn="l">
              <a:defRPr sz="2100" b="1">
                <a:solidFill>
                  <a:srgbClr val="437F26"/>
                </a:solidFill>
                <a:latin typeface="Pretendard"/>
                <a:ea typeface="Pretendard"/>
                <a:cs typeface="Pretendard"/>
              </a:defRPr>
            </a:lvl4pPr>
            <a:lvl5pPr algn="l">
              <a:defRPr sz="2100" b="1">
                <a:solidFill>
                  <a:srgbClr val="437F26"/>
                </a:solidFill>
                <a:latin typeface="Pretendard"/>
                <a:ea typeface="Pretendard"/>
                <a:cs typeface="Pretendard"/>
              </a:defRPr>
            </a:lvl5pPr>
            <a:lvl6pPr algn="l">
              <a:defRPr sz="2100" b="1">
                <a:solidFill>
                  <a:srgbClr val="437F26"/>
                </a:solidFill>
                <a:latin typeface="Pretendard"/>
                <a:ea typeface="Pretendard"/>
                <a:cs typeface="Pretendard"/>
              </a:defRPr>
            </a:lvl6pPr>
            <a:lvl7pPr algn="l">
              <a:defRPr sz="2100" b="1">
                <a:solidFill>
                  <a:srgbClr val="437F26"/>
                </a:solidFill>
                <a:latin typeface="Pretendard"/>
                <a:ea typeface="Pretendard"/>
                <a:cs typeface="Pretendard"/>
              </a:defRPr>
            </a:lvl7pPr>
            <a:lvl8pPr algn="l">
              <a:defRPr sz="2100" b="1">
                <a:solidFill>
                  <a:srgbClr val="437F26"/>
                </a:solidFill>
                <a:latin typeface="Pretendard"/>
                <a:ea typeface="Pretendard"/>
                <a:cs typeface="Pretendard"/>
              </a:defRPr>
            </a:lvl8pPr>
            <a:lvl9pPr algn="l">
              <a:defRPr sz="2100" b="1">
                <a:solidFill>
                  <a:srgbClr val="437F26"/>
                </a:solidFill>
                <a:latin typeface="Pretendard"/>
                <a:ea typeface="Pretendard"/>
                <a:cs typeface="Pretendard"/>
              </a:defRPr>
            </a:lvl9pPr>
          </a:lstStyle>
          <a:p xmlns:a="http://schemas.openxmlformats.org/drawingml/2006/main">
            <a:pPr algn="l">
              <a:defRPr sz="2100" b="1">
                <a:solidFill>
                  <a:srgbClr val="437F26"/>
                </a:solidFill>
                <a:latin typeface="Pretendard"/>
                <a:ea typeface="Pretendard"/>
                <a:cs typeface="Pretendard"/>
              </a:defRPr>
            </a:pPr>
            <a:r>
              <a:rPr sz="2100" b="1">
                <a:solidFill>
                  <a:srgbClr val="437F26"/>
                </a:solidFill>
                <a:latin typeface="Pretendard"/>
                <a:ea typeface="Pretendard"/>
                <a:cs typeface="Pretendard"/>
              </a:rPr>
              <a:t>목표 반응</a:t>
            </a:r>
          </a:p>
        </p:txBody>
      </p:sp>
      <p:pic>
        <p:nvPicPr>
          <p:cNvPr id="18" name="">
            <a:extLst xmlns:a="http://schemas.openxmlformats.org/drawingml/2006/main">
              <a:ext uri="{FF2B5EF4-FFF2-40B4-BE49-F238E27FC236}">
                <a16:creationId xmlns:a16="http://schemas.microsoft.com/office/drawing/2014/main" id="{BD86D1BF-AEEB-4140-8D37-2FE998782943}"/>
              </a:ext>
            </a:extLst>
          </p:cNvPr>
          <p:cNvPicPr>
            <a:picLocks xmlns:a="http://schemas.openxmlformats.org/drawingml/2006/main" noChangeAspect="1"/>
          </p:cNvPicPr>
          <p:nvPr/>
        </p:nvPicPr>
        <p:blipFill>
          <a:blip xmlns:r="http://schemas.openxmlformats.org/officeDocument/2006/relationships" xmlns:a="http://schemas.openxmlformats.org/drawingml/2006/main" r:embed="R864994ca1046496f"/>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79543462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AF8E5B80-F6E5-491B-AB2A-4E463524E89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C22CB7-B8B7-41D5-BD48-72C29244E5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32821E9-5670-4A4A-A7D3-19D6E8CCDC5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983283D-004A-40BA-8770-32EE66BD6EF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75785D0-F5B4-4B9F-98AD-585A01D2D7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48D0990-FF58-4062-BA85-A309A57E3F54}"/>
              </a:ext>
            </a:extLst>
          </p:cNvPr>
          <p:cNvPicPr>
            <a:picLocks xmlns:a="http://schemas.openxmlformats.org/drawingml/2006/main" noChangeAspect="1"/>
          </p:cNvPicPr>
          <p:nvPr/>
        </p:nvPicPr>
        <p:blipFill>
          <a:blip xmlns:r="http://schemas.openxmlformats.org/officeDocument/2006/relationships" xmlns:a="http://schemas.openxmlformats.org/drawingml/2006/main" r:embed="R1cbfab5dcaf24683"/>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AD60824-F0FB-485C-8284-244ABC712717}"/>
              </a:ext>
            </a:extLst>
          </p:cNvPr>
          <p:cNvPicPr>
            <a:picLocks xmlns:a="http://schemas.openxmlformats.org/drawingml/2006/main" noChangeAspect="1"/>
          </p:cNvPicPr>
          <p:nvPr/>
        </p:nvPicPr>
        <p:blipFill>
          <a:blip xmlns:r="http://schemas.openxmlformats.org/officeDocument/2006/relationships" xmlns:a="http://schemas.openxmlformats.org/drawingml/2006/main" r:embed="R98ff94b15bfa4cbf"/>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48767D06-E3E5-4F36-889D-BF5A52E93157}"/>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437F26"/>
                </a:solidFill>
                <a:latin typeface="Pretendard"/>
                <a:ea typeface="Pretendard"/>
                <a:cs typeface="Pretendard"/>
              </a:defRPr>
            </a:defPPr>
            <a:lvl1pPr algn="l">
              <a:defRPr sz="2250" b="1">
                <a:solidFill>
                  <a:srgbClr val="437F26"/>
                </a:solidFill>
                <a:latin typeface="Pretendard"/>
                <a:ea typeface="Pretendard"/>
                <a:cs typeface="Pretendard"/>
              </a:defRPr>
            </a:lvl1pPr>
            <a:lvl2pPr algn="l">
              <a:defRPr sz="2250" b="1">
                <a:solidFill>
                  <a:srgbClr val="437F26"/>
                </a:solidFill>
                <a:latin typeface="Pretendard"/>
                <a:ea typeface="Pretendard"/>
                <a:cs typeface="Pretendard"/>
              </a:defRPr>
            </a:lvl2pPr>
            <a:lvl3pPr algn="l">
              <a:defRPr sz="2250" b="1">
                <a:solidFill>
                  <a:srgbClr val="437F26"/>
                </a:solidFill>
                <a:latin typeface="Pretendard"/>
                <a:ea typeface="Pretendard"/>
                <a:cs typeface="Pretendard"/>
              </a:defRPr>
            </a:lvl3pPr>
            <a:lvl4pPr algn="l">
              <a:defRPr sz="2250" b="1">
                <a:solidFill>
                  <a:srgbClr val="437F26"/>
                </a:solidFill>
                <a:latin typeface="Pretendard"/>
                <a:ea typeface="Pretendard"/>
                <a:cs typeface="Pretendard"/>
              </a:defRPr>
            </a:lvl4pPr>
            <a:lvl5pPr algn="l">
              <a:defRPr sz="2250" b="1">
                <a:solidFill>
                  <a:srgbClr val="437F26"/>
                </a:solidFill>
                <a:latin typeface="Pretendard"/>
                <a:ea typeface="Pretendard"/>
                <a:cs typeface="Pretendard"/>
              </a:defRPr>
            </a:lvl5pPr>
            <a:lvl6pPr algn="l">
              <a:defRPr sz="2250" b="1">
                <a:solidFill>
                  <a:srgbClr val="437F26"/>
                </a:solidFill>
                <a:latin typeface="Pretendard"/>
                <a:ea typeface="Pretendard"/>
                <a:cs typeface="Pretendard"/>
              </a:defRPr>
            </a:lvl6pPr>
            <a:lvl7pPr algn="l">
              <a:defRPr sz="2250" b="1">
                <a:solidFill>
                  <a:srgbClr val="437F26"/>
                </a:solidFill>
                <a:latin typeface="Pretendard"/>
                <a:ea typeface="Pretendard"/>
                <a:cs typeface="Pretendard"/>
              </a:defRPr>
            </a:lvl7pPr>
            <a:lvl8pPr algn="l">
              <a:defRPr sz="2250" b="1">
                <a:solidFill>
                  <a:srgbClr val="437F26"/>
                </a:solidFill>
                <a:latin typeface="Pretendard"/>
                <a:ea typeface="Pretendard"/>
                <a:cs typeface="Pretendard"/>
              </a:defRPr>
            </a:lvl8pPr>
            <a:lvl9pPr algn="l">
              <a:defRPr sz="2250" b="1">
                <a:solidFill>
                  <a:srgbClr val="437F26"/>
                </a:solidFill>
                <a:latin typeface="Pretendard"/>
                <a:ea typeface="Pretendard"/>
                <a:cs typeface="Pretendard"/>
              </a:defRPr>
            </a:lvl9pPr>
          </a:lstStyle>
          <a:p xmlns:a="http://schemas.openxmlformats.org/drawingml/2006/main">
            <a:pPr algn="l">
              <a:defRPr sz="2250" b="1">
                <a:solidFill>
                  <a:srgbClr val="437F26"/>
                </a:solidFill>
                <a:latin typeface="Pretendard"/>
                <a:ea typeface="Pretendard"/>
                <a:cs typeface="Pretendard"/>
              </a:defRPr>
            </a:pPr>
            <a:r>
              <a:rPr sz="2250" b="1">
                <a:solidFill>
                  <a:srgbClr val="437F26"/>
                </a:solidFill>
                <a:latin typeface="Pretendard"/>
                <a:ea typeface="Pretendard"/>
                <a:cs typeface="Pretendard"/>
              </a:rPr>
              <a:t>전체 경로와 구하려는 단계</a:t>
            </a:r>
          </a:p>
        </p:txBody>
      </p:sp>
      <p:pic>
        <p:nvPicPr>
          <p:cNvPr id="11" name="">
            <a:extLst xmlns:a="http://schemas.openxmlformats.org/drawingml/2006/main">
              <a:ext uri="{FF2B5EF4-FFF2-40B4-BE49-F238E27FC236}">
                <a16:creationId xmlns:a16="http://schemas.microsoft.com/office/drawing/2014/main" id="{AF5E09F5-B0BD-4BEE-8E44-4D3FBF5D407F}"/>
              </a:ext>
            </a:extLst>
          </p:cNvPr>
          <p:cNvPicPr>
            <a:picLocks xmlns:a="http://schemas.openxmlformats.org/drawingml/2006/main" noChangeAspect="1"/>
          </p:cNvPicPr>
          <p:nvPr/>
        </p:nvPicPr>
        <p:blipFill>
          <a:blip xmlns:r="http://schemas.openxmlformats.org/officeDocument/2006/relationships" xmlns:a="http://schemas.openxmlformats.org/drawingml/2006/main" r:embed="Rc972e40c038049d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01606717"/>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84EEE30-A8D9-47B4-9E0D-9EE13FC25A89}"/>
              </a:ext>
            </a:extLst>
          </p:cNvPr>
          <p:cNvPicPr>
            <a:picLocks xmlns:a="http://schemas.openxmlformats.org/drawingml/2006/main" noChangeAspect="1"/>
          </p:cNvPicPr>
          <p:nvPr/>
        </p:nvPicPr>
        <p:blipFill>
          <a:blip xmlns:r="http://schemas.openxmlformats.org/officeDocument/2006/relationships" xmlns:a="http://schemas.openxmlformats.org/drawingml/2006/main" r:embed="R29d1bc79067c46a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0968188-A2EE-4B93-A8DC-67AC25DB2EF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D23770F-CA6B-434C-A117-0FBCDEA9C6E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3CB77CA-8D50-4919-AC5C-8FD665FF2F0E}"/>
              </a:ext>
            </a:extLst>
          </p:cNvPr>
          <p:cNvPicPr>
            <a:picLocks xmlns:a="http://schemas.openxmlformats.org/drawingml/2006/main" noChangeAspect="1"/>
          </p:cNvPicPr>
          <p:nvPr/>
        </p:nvPicPr>
        <p:blipFill>
          <a:blip xmlns:r="http://schemas.openxmlformats.org/officeDocument/2006/relationships" xmlns:a="http://schemas.openxmlformats.org/drawingml/2006/main" r:embed="R3997508c160d4c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9B8035E-ABEA-4150-967B-CE0F5AE87BF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6ED85B9-ADDB-4EDA-9F5F-E2A5FDB2674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C1976F35-72E0-4898-AD81-B6C53C339B3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D9FE52ED-9EC3-47DE-B448-B25CD7248CB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261836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ECA4049E-5430-4682-B15F-FCA33AC35DF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0F4CD2-8CE2-49CF-AF62-B382C7E6314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7274831-8B0F-4D46-9F08-3AC0D96807C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3A74D7-F9B1-4AE9-A910-C5A51A9A92B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0E17F6C-F9EF-4D04-9331-66EAE05F3E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C03A95F1-73F0-45AD-9C1B-C3CF42C3945A}"/>
              </a:ext>
            </a:extLst>
          </p:cNvPr>
          <p:cNvPicPr>
            <a:picLocks xmlns:a="http://schemas.openxmlformats.org/drawingml/2006/main" noChangeAspect="1"/>
          </p:cNvPicPr>
          <p:nvPr/>
        </p:nvPicPr>
        <p:blipFill>
          <a:blip xmlns:r="http://schemas.openxmlformats.org/officeDocument/2006/relationships" xmlns:a="http://schemas.openxmlformats.org/drawingml/2006/main" r:embed="R368929aab6704fac"/>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2A00568-3668-4F6C-A868-0B6DEBD63356}"/>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34A392F8-642C-4D40-ABEE-0F6A5C17EB76}"/>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EDF4E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020"/>
                </a:solidFill>
                <a:latin typeface="Pretendard"/>
                <a:ea typeface="Pretendard"/>
                <a:cs typeface="Pretendard"/>
              </a:defRPr>
            </a:defPPr>
            <a:lvl1pPr algn="ctr">
              <a:defRPr sz="2550" b="0">
                <a:solidFill>
                  <a:srgbClr val="202020"/>
                </a:solidFill>
                <a:latin typeface="Pretendard"/>
                <a:ea typeface="Pretendard"/>
                <a:cs typeface="Pretendard"/>
              </a:defRPr>
            </a:lvl1pPr>
            <a:lvl2pPr algn="ctr">
              <a:defRPr sz="2550" b="0">
                <a:solidFill>
                  <a:srgbClr val="202020"/>
                </a:solidFill>
                <a:latin typeface="Pretendard"/>
                <a:ea typeface="Pretendard"/>
                <a:cs typeface="Pretendard"/>
              </a:defRPr>
            </a:lvl2pPr>
            <a:lvl3pPr algn="ctr">
              <a:defRPr sz="2550" b="0">
                <a:solidFill>
                  <a:srgbClr val="202020"/>
                </a:solidFill>
                <a:latin typeface="Pretendard"/>
                <a:ea typeface="Pretendard"/>
                <a:cs typeface="Pretendard"/>
              </a:defRPr>
            </a:lvl3pPr>
            <a:lvl4pPr algn="ctr">
              <a:defRPr sz="2550" b="0">
                <a:solidFill>
                  <a:srgbClr val="202020"/>
                </a:solidFill>
                <a:latin typeface="Pretendard"/>
                <a:ea typeface="Pretendard"/>
                <a:cs typeface="Pretendard"/>
              </a:defRPr>
            </a:lvl4pPr>
            <a:lvl5pPr algn="ctr">
              <a:defRPr sz="2550" b="0">
                <a:solidFill>
                  <a:srgbClr val="202020"/>
                </a:solidFill>
                <a:latin typeface="Pretendard"/>
                <a:ea typeface="Pretendard"/>
                <a:cs typeface="Pretendard"/>
              </a:defRPr>
            </a:lvl5pPr>
            <a:lvl6pPr algn="ctr">
              <a:defRPr sz="2550" b="0">
                <a:solidFill>
                  <a:srgbClr val="202020"/>
                </a:solidFill>
                <a:latin typeface="Pretendard"/>
                <a:ea typeface="Pretendard"/>
                <a:cs typeface="Pretendard"/>
              </a:defRPr>
            </a:lvl6pPr>
            <a:lvl7pPr algn="ctr">
              <a:defRPr sz="2550" b="0">
                <a:solidFill>
                  <a:srgbClr val="202020"/>
                </a:solidFill>
                <a:latin typeface="Pretendard"/>
                <a:ea typeface="Pretendard"/>
                <a:cs typeface="Pretendard"/>
              </a:defRPr>
            </a:lvl7pPr>
            <a:lvl8pPr algn="ctr">
              <a:defRPr sz="2550" b="0">
                <a:solidFill>
                  <a:srgbClr val="202020"/>
                </a:solidFill>
                <a:latin typeface="Pretendard"/>
                <a:ea typeface="Pretendard"/>
                <a:cs typeface="Pretendard"/>
              </a:defRPr>
            </a:lvl8pPr>
            <a:lvl9pPr algn="ctr">
              <a:defRPr sz="2550" b="0">
                <a:solidFill>
                  <a:srgbClr val="202020"/>
                </a:solidFill>
                <a:latin typeface="Pretendard"/>
                <a:ea typeface="Pretendard"/>
                <a:cs typeface="Pretendard"/>
              </a:defRPr>
            </a:lvl9pPr>
          </a:lstStyle>
          <a:p xmlns:a="http://schemas.openxmlformats.org/drawingml/2006/main">
            <a:pPr algn="ctr">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C583E3C5-8C20-4365-863F-664029073F62}"/>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EDF4E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020"/>
                </a:solidFill>
                <a:latin typeface="Pretendard"/>
                <a:ea typeface="Pretendard"/>
                <a:cs typeface="Pretendard"/>
              </a:defRPr>
            </a:defPPr>
            <a:lvl1pPr algn="ctr">
              <a:defRPr sz="2550" b="0">
                <a:solidFill>
                  <a:srgbClr val="202020"/>
                </a:solidFill>
                <a:latin typeface="Pretendard"/>
                <a:ea typeface="Pretendard"/>
                <a:cs typeface="Pretendard"/>
              </a:defRPr>
            </a:lvl1pPr>
            <a:lvl2pPr algn="ctr">
              <a:defRPr sz="2550" b="0">
                <a:solidFill>
                  <a:srgbClr val="202020"/>
                </a:solidFill>
                <a:latin typeface="Pretendard"/>
                <a:ea typeface="Pretendard"/>
                <a:cs typeface="Pretendard"/>
              </a:defRPr>
            </a:lvl2pPr>
            <a:lvl3pPr algn="ctr">
              <a:defRPr sz="2550" b="0">
                <a:solidFill>
                  <a:srgbClr val="202020"/>
                </a:solidFill>
                <a:latin typeface="Pretendard"/>
                <a:ea typeface="Pretendard"/>
                <a:cs typeface="Pretendard"/>
              </a:defRPr>
            </a:lvl3pPr>
            <a:lvl4pPr algn="ctr">
              <a:defRPr sz="2550" b="0">
                <a:solidFill>
                  <a:srgbClr val="202020"/>
                </a:solidFill>
                <a:latin typeface="Pretendard"/>
                <a:ea typeface="Pretendard"/>
                <a:cs typeface="Pretendard"/>
              </a:defRPr>
            </a:lvl4pPr>
            <a:lvl5pPr algn="ctr">
              <a:defRPr sz="2550" b="0">
                <a:solidFill>
                  <a:srgbClr val="202020"/>
                </a:solidFill>
                <a:latin typeface="Pretendard"/>
                <a:ea typeface="Pretendard"/>
                <a:cs typeface="Pretendard"/>
              </a:defRPr>
            </a:lvl5pPr>
            <a:lvl6pPr algn="ctr">
              <a:defRPr sz="2550" b="0">
                <a:solidFill>
                  <a:srgbClr val="202020"/>
                </a:solidFill>
                <a:latin typeface="Pretendard"/>
                <a:ea typeface="Pretendard"/>
                <a:cs typeface="Pretendard"/>
              </a:defRPr>
            </a:lvl6pPr>
            <a:lvl7pPr algn="ctr">
              <a:defRPr sz="2550" b="0">
                <a:solidFill>
                  <a:srgbClr val="202020"/>
                </a:solidFill>
                <a:latin typeface="Pretendard"/>
                <a:ea typeface="Pretendard"/>
                <a:cs typeface="Pretendard"/>
              </a:defRPr>
            </a:lvl7pPr>
            <a:lvl8pPr algn="ctr">
              <a:defRPr sz="2550" b="0">
                <a:solidFill>
                  <a:srgbClr val="202020"/>
                </a:solidFill>
                <a:latin typeface="Pretendard"/>
                <a:ea typeface="Pretendard"/>
                <a:cs typeface="Pretendard"/>
              </a:defRPr>
            </a:lvl8pPr>
            <a:lvl9pPr algn="ctr">
              <a:defRPr sz="2550" b="0">
                <a:solidFill>
                  <a:srgbClr val="202020"/>
                </a:solidFill>
                <a:latin typeface="Pretendard"/>
                <a:ea typeface="Pretendard"/>
                <a:cs typeface="Pretendard"/>
              </a:defRPr>
            </a:lvl9pPr>
          </a:lstStyle>
          <a:p xmlns:a="http://schemas.openxmlformats.org/drawingml/2006/main">
            <a:pPr algn="ctr">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물의 표준 생성 엔탈피: −285.8 kJ/mol</a:t>
            </a:r>
          </a:p>
        </p:txBody>
      </p:sp>
      <p:pic>
        <p:nvPicPr>
          <p:cNvPr id="12" name="">
            <a:extLst xmlns:a="http://schemas.openxmlformats.org/drawingml/2006/main">
              <a:ext uri="{FF2B5EF4-FFF2-40B4-BE49-F238E27FC236}">
                <a16:creationId xmlns:a16="http://schemas.microsoft.com/office/drawing/2014/main" id="{DA10D686-B3F7-42FA-B94F-C7600D8FB462}"/>
              </a:ext>
            </a:extLst>
          </p:cNvPr>
          <p:cNvPicPr>
            <a:picLocks xmlns:a="http://schemas.openxmlformats.org/drawingml/2006/main" noChangeAspect="1"/>
          </p:cNvPicPr>
          <p:nvPr/>
        </p:nvPicPr>
        <p:blipFill>
          <a:blip xmlns:r="http://schemas.openxmlformats.org/officeDocument/2006/relationships" xmlns:a="http://schemas.openxmlformats.org/drawingml/2006/main" r:embed="R0ba6349b54ac4c2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8859588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DFAA9089-BB64-41BC-888D-F82F1F12AE61}"/>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57962F"/>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061CBE97-E608-49A6-BF72-C11B899BE1C2}"/>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57962F"/>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8B251C8-4746-4BA0-B9AC-7D0A35AE37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FC1153-7B2B-46A7-9D61-BE31EF3920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1DA9835-02BA-43DC-B3DC-8197586FED2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656389D-6381-484D-972F-2B800683266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9106D19-8E9D-4D44-883D-EFB00574B2A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F655B71A-6DB2-4FF6-AC45-055B8139BA4F}"/>
              </a:ext>
            </a:extLst>
          </p:cNvPr>
          <p:cNvPicPr>
            <a:picLocks xmlns:a="http://schemas.openxmlformats.org/drawingml/2006/main" noChangeAspect="1"/>
          </p:cNvPicPr>
          <p:nvPr/>
        </p:nvPicPr>
        <p:blipFill>
          <a:blip xmlns:r="http://schemas.openxmlformats.org/officeDocument/2006/relationships" xmlns:a="http://schemas.openxmlformats.org/drawingml/2006/main" r:embed="Rb39682083f9d4502"/>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A0B91E8-E1BD-41EE-B84C-D8700607C51A}"/>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437F26"/>
                </a:solidFill>
                <a:latin typeface="Pretendard"/>
                <a:ea typeface="Pretendard"/>
                <a:cs typeface="Pretendard"/>
              </a:defRPr>
            </a:defPPr>
            <a:lvl1pPr algn="l">
              <a:defRPr sz="2850" b="1">
                <a:solidFill>
                  <a:srgbClr val="437F26"/>
                </a:solidFill>
                <a:latin typeface="Pretendard"/>
                <a:ea typeface="Pretendard"/>
                <a:cs typeface="Pretendard"/>
              </a:defRPr>
            </a:lvl1pPr>
            <a:lvl2pPr algn="l">
              <a:defRPr sz="2850" b="1">
                <a:solidFill>
                  <a:srgbClr val="437F26"/>
                </a:solidFill>
                <a:latin typeface="Pretendard"/>
                <a:ea typeface="Pretendard"/>
                <a:cs typeface="Pretendard"/>
              </a:defRPr>
            </a:lvl2pPr>
            <a:lvl3pPr algn="l">
              <a:defRPr sz="2850" b="1">
                <a:solidFill>
                  <a:srgbClr val="437F26"/>
                </a:solidFill>
                <a:latin typeface="Pretendard"/>
                <a:ea typeface="Pretendard"/>
                <a:cs typeface="Pretendard"/>
              </a:defRPr>
            </a:lvl3pPr>
            <a:lvl4pPr algn="l">
              <a:defRPr sz="2850" b="1">
                <a:solidFill>
                  <a:srgbClr val="437F26"/>
                </a:solidFill>
                <a:latin typeface="Pretendard"/>
                <a:ea typeface="Pretendard"/>
                <a:cs typeface="Pretendard"/>
              </a:defRPr>
            </a:lvl4pPr>
            <a:lvl5pPr algn="l">
              <a:defRPr sz="2850" b="1">
                <a:solidFill>
                  <a:srgbClr val="437F26"/>
                </a:solidFill>
                <a:latin typeface="Pretendard"/>
                <a:ea typeface="Pretendard"/>
                <a:cs typeface="Pretendard"/>
              </a:defRPr>
            </a:lvl5pPr>
            <a:lvl6pPr algn="l">
              <a:defRPr sz="2850" b="1">
                <a:solidFill>
                  <a:srgbClr val="437F26"/>
                </a:solidFill>
                <a:latin typeface="Pretendard"/>
                <a:ea typeface="Pretendard"/>
                <a:cs typeface="Pretendard"/>
              </a:defRPr>
            </a:lvl6pPr>
            <a:lvl7pPr algn="l">
              <a:defRPr sz="2850" b="1">
                <a:solidFill>
                  <a:srgbClr val="437F26"/>
                </a:solidFill>
                <a:latin typeface="Pretendard"/>
                <a:ea typeface="Pretendard"/>
                <a:cs typeface="Pretendard"/>
              </a:defRPr>
            </a:lvl7pPr>
            <a:lvl8pPr algn="l">
              <a:defRPr sz="2850" b="1">
                <a:solidFill>
                  <a:srgbClr val="437F26"/>
                </a:solidFill>
                <a:latin typeface="Pretendard"/>
                <a:ea typeface="Pretendard"/>
                <a:cs typeface="Pretendard"/>
              </a:defRPr>
            </a:lvl8pPr>
            <a:lvl9pPr algn="l">
              <a:defRPr sz="2850" b="1">
                <a:solidFill>
                  <a:srgbClr val="437F26"/>
                </a:solidFill>
                <a:latin typeface="Pretendard"/>
                <a:ea typeface="Pretendard"/>
                <a:cs typeface="Pretendard"/>
              </a:defRPr>
            </a:lvl9pPr>
          </a:lstStyle>
          <a:p xmlns:a="http://schemas.openxmlformats.org/drawingml/2006/main">
            <a:pPr algn="l">
              <a:defRPr sz="2850" b="1">
                <a:solidFill>
                  <a:srgbClr val="437F26"/>
                </a:solidFill>
                <a:latin typeface="Pretendard"/>
                <a:ea typeface="Pretendard"/>
                <a:cs typeface="Pretendard"/>
              </a:defRPr>
            </a:pPr>
            <a:r>
              <a:rPr sz="2850" b="1">
                <a:solidFill>
                  <a:srgbClr val="437F26"/>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AF95F54C-CC50-4AD0-B91B-762AADA3D68F}"/>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표준 상태에서의 값임을 나타낸다.</a:t>
            </a:r>
          </a:p>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23F9B59D-D552-4FBA-964A-2A8F2B409251}"/>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437F26"/>
                </a:solidFill>
                <a:latin typeface="Pretendard"/>
                <a:ea typeface="Pretendard"/>
                <a:cs typeface="Pretendard"/>
              </a:defRPr>
            </a:defPPr>
            <a:lvl1pPr algn="l">
              <a:defRPr sz="2850" b="1">
                <a:solidFill>
                  <a:srgbClr val="437F26"/>
                </a:solidFill>
                <a:latin typeface="Pretendard"/>
                <a:ea typeface="Pretendard"/>
                <a:cs typeface="Pretendard"/>
              </a:defRPr>
            </a:lvl1pPr>
            <a:lvl2pPr algn="l">
              <a:defRPr sz="2850" b="1">
                <a:solidFill>
                  <a:srgbClr val="437F26"/>
                </a:solidFill>
                <a:latin typeface="Pretendard"/>
                <a:ea typeface="Pretendard"/>
                <a:cs typeface="Pretendard"/>
              </a:defRPr>
            </a:lvl2pPr>
            <a:lvl3pPr algn="l">
              <a:defRPr sz="2850" b="1">
                <a:solidFill>
                  <a:srgbClr val="437F26"/>
                </a:solidFill>
                <a:latin typeface="Pretendard"/>
                <a:ea typeface="Pretendard"/>
                <a:cs typeface="Pretendard"/>
              </a:defRPr>
            </a:lvl3pPr>
            <a:lvl4pPr algn="l">
              <a:defRPr sz="2850" b="1">
                <a:solidFill>
                  <a:srgbClr val="437F26"/>
                </a:solidFill>
                <a:latin typeface="Pretendard"/>
                <a:ea typeface="Pretendard"/>
                <a:cs typeface="Pretendard"/>
              </a:defRPr>
            </a:lvl4pPr>
            <a:lvl5pPr algn="l">
              <a:defRPr sz="2850" b="1">
                <a:solidFill>
                  <a:srgbClr val="437F26"/>
                </a:solidFill>
                <a:latin typeface="Pretendard"/>
                <a:ea typeface="Pretendard"/>
                <a:cs typeface="Pretendard"/>
              </a:defRPr>
            </a:lvl5pPr>
            <a:lvl6pPr algn="l">
              <a:defRPr sz="2850" b="1">
                <a:solidFill>
                  <a:srgbClr val="437F26"/>
                </a:solidFill>
                <a:latin typeface="Pretendard"/>
                <a:ea typeface="Pretendard"/>
                <a:cs typeface="Pretendard"/>
              </a:defRPr>
            </a:lvl6pPr>
            <a:lvl7pPr algn="l">
              <a:defRPr sz="2850" b="1">
                <a:solidFill>
                  <a:srgbClr val="437F26"/>
                </a:solidFill>
                <a:latin typeface="Pretendard"/>
                <a:ea typeface="Pretendard"/>
                <a:cs typeface="Pretendard"/>
              </a:defRPr>
            </a:lvl7pPr>
            <a:lvl8pPr algn="l">
              <a:defRPr sz="2850" b="1">
                <a:solidFill>
                  <a:srgbClr val="437F26"/>
                </a:solidFill>
                <a:latin typeface="Pretendard"/>
                <a:ea typeface="Pretendard"/>
                <a:cs typeface="Pretendard"/>
              </a:defRPr>
            </a:lvl8pPr>
            <a:lvl9pPr algn="l">
              <a:defRPr sz="2850" b="1">
                <a:solidFill>
                  <a:srgbClr val="437F26"/>
                </a:solidFill>
                <a:latin typeface="Pretendard"/>
                <a:ea typeface="Pretendard"/>
                <a:cs typeface="Pretendard"/>
              </a:defRPr>
            </a:lvl9pPr>
          </a:lstStyle>
          <a:p xmlns:a="http://schemas.openxmlformats.org/drawingml/2006/main">
            <a:pPr algn="l">
              <a:defRPr sz="2850" b="1">
                <a:solidFill>
                  <a:srgbClr val="437F26"/>
                </a:solidFill>
                <a:latin typeface="Pretendard"/>
                <a:ea typeface="Pretendard"/>
                <a:cs typeface="Pretendard"/>
              </a:defRPr>
            </a:pPr>
            <a:r>
              <a:rPr sz="2850" b="1">
                <a:solidFill>
                  <a:srgbClr val="437F26"/>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C196665E-715D-4023-9A4D-E87785CCAAAA}"/>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4FC099E3-7B9A-447A-A6B0-F782BF46B619}"/>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29416DBC-92A8-422E-B2B0-90B249C60A13}"/>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57962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16CEAA-C79E-4C33-9392-327559EA3DD5}"/>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57962F"/>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62A97851-C229-4F4E-826D-622E115EDD81}"/>
              </a:ext>
            </a:extLst>
          </p:cNvPr>
          <p:cNvPicPr>
            <a:picLocks xmlns:a="http://schemas.openxmlformats.org/drawingml/2006/main" noChangeAspect="1"/>
          </p:cNvPicPr>
          <p:nvPr/>
        </p:nvPicPr>
        <p:blipFill>
          <a:blip xmlns:r="http://schemas.openxmlformats.org/officeDocument/2006/relationships" xmlns:a="http://schemas.openxmlformats.org/drawingml/2006/main" r:embed="Rba00a10e897a4405"/>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646729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EEBDE0DC-1AB2-4A05-9D97-C9B39702AE2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60108F-47EB-463F-8F3D-D565DDF26AB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FED8B44-5200-468D-AE48-8EC68959FE9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261B7CC-3C54-4CAA-A874-4D09EEE1CFF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92B9029-9835-4065-8452-5A55FD8F5B4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B2657AC3-C085-4D60-9905-BB05E20ECED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FA24A276-80AD-4103-98E5-60015C1BC1C1}"/>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C1A2E6A-1735-4FF1-B70F-1BD29231CAEB}"/>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BAD65DA-6804-431C-AAFD-BE3C1C8FD7E0}"/>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66B7CE5-4C4B-4EFF-8B25-9A530CE1CFFE}"/>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4EFAD1B-0DC4-4483-8352-970232C76585}"/>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2487E7D-D1E9-4027-8D53-EA9270A4E94F}"/>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37F26"/>
                </a:solidFill>
                <a:latin typeface="Pretendard"/>
                <a:ea typeface="Pretendard"/>
                <a:cs typeface="Pretendard"/>
              </a:defRPr>
            </a:defPPr>
            <a:lvl1pPr algn="ctr">
              <a:defRPr sz="3000" b="1">
                <a:solidFill>
                  <a:srgbClr val="437F26"/>
                </a:solidFill>
                <a:latin typeface="Pretendard"/>
                <a:ea typeface="Pretendard"/>
                <a:cs typeface="Pretendard"/>
              </a:defRPr>
            </a:lvl1pPr>
            <a:lvl2pPr algn="ctr">
              <a:defRPr sz="3000" b="1">
                <a:solidFill>
                  <a:srgbClr val="437F26"/>
                </a:solidFill>
                <a:latin typeface="Pretendard"/>
                <a:ea typeface="Pretendard"/>
                <a:cs typeface="Pretendard"/>
              </a:defRPr>
            </a:lvl2pPr>
            <a:lvl3pPr algn="ctr">
              <a:defRPr sz="3000" b="1">
                <a:solidFill>
                  <a:srgbClr val="437F26"/>
                </a:solidFill>
                <a:latin typeface="Pretendard"/>
                <a:ea typeface="Pretendard"/>
                <a:cs typeface="Pretendard"/>
              </a:defRPr>
            </a:lvl3pPr>
            <a:lvl4pPr algn="ctr">
              <a:defRPr sz="3000" b="1">
                <a:solidFill>
                  <a:srgbClr val="437F26"/>
                </a:solidFill>
                <a:latin typeface="Pretendard"/>
                <a:ea typeface="Pretendard"/>
                <a:cs typeface="Pretendard"/>
              </a:defRPr>
            </a:lvl4pPr>
            <a:lvl5pPr algn="ctr">
              <a:defRPr sz="3000" b="1">
                <a:solidFill>
                  <a:srgbClr val="437F26"/>
                </a:solidFill>
                <a:latin typeface="Pretendard"/>
                <a:ea typeface="Pretendard"/>
                <a:cs typeface="Pretendard"/>
              </a:defRPr>
            </a:lvl5pPr>
            <a:lvl6pPr algn="ctr">
              <a:defRPr sz="3000" b="1">
                <a:solidFill>
                  <a:srgbClr val="437F26"/>
                </a:solidFill>
                <a:latin typeface="Pretendard"/>
                <a:ea typeface="Pretendard"/>
                <a:cs typeface="Pretendard"/>
              </a:defRPr>
            </a:lvl6pPr>
            <a:lvl7pPr algn="ctr">
              <a:defRPr sz="3000" b="1">
                <a:solidFill>
                  <a:srgbClr val="437F26"/>
                </a:solidFill>
                <a:latin typeface="Pretendard"/>
                <a:ea typeface="Pretendard"/>
                <a:cs typeface="Pretendard"/>
              </a:defRPr>
            </a:lvl7pPr>
            <a:lvl8pPr algn="ctr">
              <a:defRPr sz="3000" b="1">
                <a:solidFill>
                  <a:srgbClr val="437F26"/>
                </a:solidFill>
                <a:latin typeface="Pretendard"/>
                <a:ea typeface="Pretendard"/>
                <a:cs typeface="Pretendard"/>
              </a:defRPr>
            </a:lvl8pPr>
            <a:lvl9pPr algn="ctr">
              <a:defRPr sz="3000" b="1">
                <a:solidFill>
                  <a:srgbClr val="437F26"/>
                </a:solidFill>
                <a:latin typeface="Pretendard"/>
                <a:ea typeface="Pretendard"/>
                <a:cs typeface="Pretendard"/>
              </a:defRPr>
            </a:lvl9pPr>
          </a:lstStyle>
          <a:p xmlns:a="http://schemas.openxmlformats.org/drawingml/2006/main">
            <a:pPr algn="ctr">
              <a:defRPr sz="3000" b="1">
                <a:solidFill>
                  <a:srgbClr val="437F26"/>
                </a:solidFill>
                <a:latin typeface="Pretendard"/>
                <a:ea typeface="Pretendard"/>
                <a:cs typeface="Pretendard"/>
              </a:defRPr>
            </a:pPr>
            <a:r>
              <a:rPr sz="3000" b="1">
                <a:solidFill>
                  <a:srgbClr val="437F26"/>
                </a:solidFill>
                <a:latin typeface="Pretendard"/>
                <a:ea typeface="Pretendard"/>
                <a:cs typeface="Pretendard"/>
              </a:rPr>
              <a:t>1 M: 용액 1 L에 용질 1 mol이 들어 있는 농도</a:t>
            </a:r>
          </a:p>
        </p:txBody>
      </p:sp>
      <p:pic>
        <p:nvPicPr>
          <p:cNvPr id="14" name="">
            <a:extLst xmlns:a="http://schemas.openxmlformats.org/drawingml/2006/main">
              <a:ext uri="{FF2B5EF4-FFF2-40B4-BE49-F238E27FC236}">
                <a16:creationId xmlns:a16="http://schemas.microsoft.com/office/drawing/2014/main" id="{5C18D662-FF82-42A6-BD9E-301A2325427A}"/>
              </a:ext>
            </a:extLst>
          </p:cNvPr>
          <p:cNvPicPr>
            <a:picLocks xmlns:a="http://schemas.openxmlformats.org/drawingml/2006/main" noChangeAspect="1"/>
          </p:cNvPicPr>
          <p:nvPr/>
        </p:nvPicPr>
        <p:blipFill>
          <a:blip xmlns:r="http://schemas.openxmlformats.org/officeDocument/2006/relationships" xmlns:a="http://schemas.openxmlformats.org/drawingml/2006/main" r:embed="R4e066d4968b5424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4808165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70BE0D67-B85D-4EE0-8DE3-9C07C0E1EFA7}"/>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F2F3F1"/>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804CCC7F-4B0A-4532-964E-A9D830AED03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EDF4E8"/>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3E2B7B31-BDE3-4CAC-B354-DC43D5662A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5C0B96-03CF-452F-A398-2F9CA92575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2DE2CEA-B630-487D-896B-D1C97B9A2A6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CD4A482-BFA2-43D5-B182-091001B0D5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EC5AEF4-0317-468E-8D30-7E646EC0920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BA9803AE-1197-4B19-892B-8A58429B2D14}"/>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437F26"/>
                </a:solidFill>
                <a:latin typeface="Pretendard"/>
                <a:ea typeface="Pretendard"/>
                <a:cs typeface="Pretendard"/>
              </a:defRPr>
            </a:defPPr>
            <a:lvl1pPr algn="ctr">
              <a:defRPr sz="2700" b="1">
                <a:solidFill>
                  <a:srgbClr val="437F26"/>
                </a:solidFill>
                <a:latin typeface="Pretendard"/>
                <a:ea typeface="Pretendard"/>
                <a:cs typeface="Pretendard"/>
              </a:defRPr>
            </a:lvl1pPr>
            <a:lvl2pPr algn="ctr">
              <a:defRPr sz="2700" b="1">
                <a:solidFill>
                  <a:srgbClr val="437F26"/>
                </a:solidFill>
                <a:latin typeface="Pretendard"/>
                <a:ea typeface="Pretendard"/>
                <a:cs typeface="Pretendard"/>
              </a:defRPr>
            </a:lvl2pPr>
            <a:lvl3pPr algn="ctr">
              <a:defRPr sz="2700" b="1">
                <a:solidFill>
                  <a:srgbClr val="437F26"/>
                </a:solidFill>
                <a:latin typeface="Pretendard"/>
                <a:ea typeface="Pretendard"/>
                <a:cs typeface="Pretendard"/>
              </a:defRPr>
            </a:lvl3pPr>
            <a:lvl4pPr algn="ctr">
              <a:defRPr sz="2700" b="1">
                <a:solidFill>
                  <a:srgbClr val="437F26"/>
                </a:solidFill>
                <a:latin typeface="Pretendard"/>
                <a:ea typeface="Pretendard"/>
                <a:cs typeface="Pretendard"/>
              </a:defRPr>
            </a:lvl4pPr>
            <a:lvl5pPr algn="ctr">
              <a:defRPr sz="2700" b="1">
                <a:solidFill>
                  <a:srgbClr val="437F26"/>
                </a:solidFill>
                <a:latin typeface="Pretendard"/>
                <a:ea typeface="Pretendard"/>
                <a:cs typeface="Pretendard"/>
              </a:defRPr>
            </a:lvl5pPr>
            <a:lvl6pPr algn="ctr">
              <a:defRPr sz="2700" b="1">
                <a:solidFill>
                  <a:srgbClr val="437F26"/>
                </a:solidFill>
                <a:latin typeface="Pretendard"/>
                <a:ea typeface="Pretendard"/>
                <a:cs typeface="Pretendard"/>
              </a:defRPr>
            </a:lvl6pPr>
            <a:lvl7pPr algn="ctr">
              <a:defRPr sz="2700" b="1">
                <a:solidFill>
                  <a:srgbClr val="437F26"/>
                </a:solidFill>
                <a:latin typeface="Pretendard"/>
                <a:ea typeface="Pretendard"/>
                <a:cs typeface="Pretendard"/>
              </a:defRPr>
            </a:lvl7pPr>
            <a:lvl8pPr algn="ctr">
              <a:defRPr sz="2700" b="1">
                <a:solidFill>
                  <a:srgbClr val="437F26"/>
                </a:solidFill>
                <a:latin typeface="Pretendard"/>
                <a:ea typeface="Pretendard"/>
                <a:cs typeface="Pretendard"/>
              </a:defRPr>
            </a:lvl8pPr>
            <a:lvl9pPr algn="ctr">
              <a:defRPr sz="2700" b="1">
                <a:solidFill>
                  <a:srgbClr val="437F26"/>
                </a:solidFill>
                <a:latin typeface="Pretendard"/>
                <a:ea typeface="Pretendard"/>
                <a:cs typeface="Pretendard"/>
              </a:defRPr>
            </a:lvl9pPr>
          </a:lstStyle>
          <a:p xmlns:a="http://schemas.openxmlformats.org/drawingml/2006/main">
            <a:pPr algn="ctr">
              <a:defRPr sz="2700" b="1">
                <a:solidFill>
                  <a:srgbClr val="437F26"/>
                </a:solidFill>
                <a:latin typeface="Pretendard"/>
                <a:ea typeface="Pretendard"/>
                <a:cs typeface="Pretendard"/>
              </a:defRPr>
            </a:pPr>
            <a:r>
              <a:rPr sz="2700" b="1">
                <a:solidFill>
                  <a:srgbClr val="437F26"/>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345C1A20-8422-486A-B47D-A7C5CCC5916A}"/>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특정한 온도를 뜻하는</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B23A3C3E-8C8F-4061-A103-E7072D6C45FF}"/>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A33C062B-200A-4C36-BBFA-6D3DD2E60E4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생성 엔탈피 값은</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CFDFEBD8-ABAC-48E3-8F58-057A87C1D875}"/>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이 수업의 완자 예제는 25°C, 1기압의 자료다.</a:t>
            </a:r>
          </a:p>
        </p:txBody>
      </p:sp>
      <p:pic>
        <p:nvPicPr>
          <p:cNvPr id="14" name="">
            <a:extLst xmlns:a="http://schemas.openxmlformats.org/drawingml/2006/main">
              <a:ext uri="{FF2B5EF4-FFF2-40B4-BE49-F238E27FC236}">
                <a16:creationId xmlns:a16="http://schemas.microsoft.com/office/drawing/2014/main" id="{7E5333F1-BD75-4F81-B612-42C2838C1BB5}"/>
              </a:ext>
            </a:extLst>
          </p:cNvPr>
          <p:cNvPicPr>
            <a:picLocks xmlns:a="http://schemas.openxmlformats.org/drawingml/2006/main" noChangeAspect="1"/>
          </p:cNvPicPr>
          <p:nvPr/>
        </p:nvPicPr>
        <p:blipFill>
          <a:blip xmlns:r="http://schemas.openxmlformats.org/officeDocument/2006/relationships" xmlns:a="http://schemas.openxmlformats.org/drawingml/2006/main" r:embed="R5f54b3c485e5467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5280129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0084DE0F-3252-416B-9372-0302EB9605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90C6E5-45FD-4E1E-AE52-1ECC72E297E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8BF11F7-6B65-4133-90B3-D474498FA01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986ECB-FDA9-4C1E-B547-9CD66419AFB8}"/>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06565111-49B4-4860-8DD9-10D650407B1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87EA9AAF-48BC-43BD-BD35-2261443A274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8BB90A67-C8B7-4773-BC8C-D605A1BF4747}"/>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76D2C83-9DE0-49E8-8C79-0BC425B3B675}"/>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5606923-3E48-4C64-B0E9-739633FA05BB}"/>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2F8D571-750B-4C38-8E27-5FA411DDA4A2}"/>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630ADAE-31D7-403A-A948-2ACEFC6FE864}"/>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A88CDE1-2556-4CCD-924E-692981685873}"/>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686868"/>
                </a:solidFill>
                <a:latin typeface="Pretendard"/>
                <a:ea typeface="Pretendard"/>
                <a:cs typeface="Pretendard"/>
              </a:defRPr>
            </a:defPPr>
            <a:lvl1pPr algn="ctr">
              <a:defRPr sz="2700" b="0">
                <a:solidFill>
                  <a:srgbClr val="686868"/>
                </a:solidFill>
                <a:latin typeface="Pretendard"/>
                <a:ea typeface="Pretendard"/>
                <a:cs typeface="Pretendard"/>
              </a:defRPr>
            </a:lvl1pPr>
            <a:lvl2pPr algn="ctr">
              <a:defRPr sz="2700" b="0">
                <a:solidFill>
                  <a:srgbClr val="686868"/>
                </a:solidFill>
                <a:latin typeface="Pretendard"/>
                <a:ea typeface="Pretendard"/>
                <a:cs typeface="Pretendard"/>
              </a:defRPr>
            </a:lvl2pPr>
            <a:lvl3pPr algn="ctr">
              <a:defRPr sz="2700" b="0">
                <a:solidFill>
                  <a:srgbClr val="686868"/>
                </a:solidFill>
                <a:latin typeface="Pretendard"/>
                <a:ea typeface="Pretendard"/>
                <a:cs typeface="Pretendard"/>
              </a:defRPr>
            </a:lvl3pPr>
            <a:lvl4pPr algn="ctr">
              <a:defRPr sz="2700" b="0">
                <a:solidFill>
                  <a:srgbClr val="686868"/>
                </a:solidFill>
                <a:latin typeface="Pretendard"/>
                <a:ea typeface="Pretendard"/>
                <a:cs typeface="Pretendard"/>
              </a:defRPr>
            </a:lvl4pPr>
            <a:lvl5pPr algn="ctr">
              <a:defRPr sz="2700" b="0">
                <a:solidFill>
                  <a:srgbClr val="686868"/>
                </a:solidFill>
                <a:latin typeface="Pretendard"/>
                <a:ea typeface="Pretendard"/>
                <a:cs typeface="Pretendard"/>
              </a:defRPr>
            </a:lvl5pPr>
            <a:lvl6pPr algn="ctr">
              <a:defRPr sz="2700" b="0">
                <a:solidFill>
                  <a:srgbClr val="686868"/>
                </a:solidFill>
                <a:latin typeface="Pretendard"/>
                <a:ea typeface="Pretendard"/>
                <a:cs typeface="Pretendard"/>
              </a:defRPr>
            </a:lvl6pPr>
            <a:lvl7pPr algn="ctr">
              <a:defRPr sz="2700" b="0">
                <a:solidFill>
                  <a:srgbClr val="686868"/>
                </a:solidFill>
                <a:latin typeface="Pretendard"/>
                <a:ea typeface="Pretendard"/>
                <a:cs typeface="Pretendard"/>
              </a:defRPr>
            </a:lvl7pPr>
            <a:lvl8pPr algn="ctr">
              <a:defRPr sz="2700" b="0">
                <a:solidFill>
                  <a:srgbClr val="686868"/>
                </a:solidFill>
                <a:latin typeface="Pretendard"/>
                <a:ea typeface="Pretendard"/>
                <a:cs typeface="Pretendard"/>
              </a:defRPr>
            </a:lvl8pPr>
            <a:lvl9pPr algn="ctr">
              <a:defRPr sz="2700" b="0">
                <a:solidFill>
                  <a:srgbClr val="686868"/>
                </a:solidFill>
                <a:latin typeface="Pretendard"/>
                <a:ea typeface="Pretendard"/>
                <a:cs typeface="Pretendard"/>
              </a:defRPr>
            </a:lvl9pPr>
          </a:lstStyle>
          <a:p xmlns:a="http://schemas.openxmlformats.org/drawingml/2006/main">
            <a:pPr algn="ctr">
              <a:defRPr sz="2700" b="0">
                <a:solidFill>
                  <a:srgbClr val="686868"/>
                </a:solidFill>
                <a:latin typeface="Pretendard"/>
                <a:ea typeface="Pretendard"/>
                <a:cs typeface="Pretendard"/>
              </a:defRPr>
            </a:pPr>
            <a:r>
              <a:rPr sz="2700" b="0">
                <a:solidFill>
                  <a:srgbClr val="686868"/>
                </a:solidFill>
                <a:latin typeface="Pretendard"/>
                <a:ea typeface="Pretendard"/>
                <a:cs typeface="Pretendard"/>
              </a:rPr>
              <a:t>다른 동소체나 고립 원자의 값까지 0이라는 뜻은 아니다.</a:t>
            </a:r>
          </a:p>
        </p:txBody>
      </p:sp>
      <p:pic>
        <p:nvPicPr>
          <p:cNvPr id="14" name="">
            <a:extLst xmlns:a="http://schemas.openxmlformats.org/drawingml/2006/main">
              <a:ext uri="{FF2B5EF4-FFF2-40B4-BE49-F238E27FC236}">
                <a16:creationId xmlns:a16="http://schemas.microsoft.com/office/drawing/2014/main" id="{F82980BE-7B44-4701-8B5C-4CB51DACB473}"/>
              </a:ext>
            </a:extLst>
          </p:cNvPr>
          <p:cNvPicPr>
            <a:picLocks xmlns:a="http://schemas.openxmlformats.org/drawingml/2006/main" noChangeAspect="1"/>
          </p:cNvPicPr>
          <p:nvPr/>
        </p:nvPicPr>
        <p:blipFill>
          <a:blip xmlns:r="http://schemas.openxmlformats.org/officeDocument/2006/relationships" xmlns:a="http://schemas.openxmlformats.org/drawingml/2006/main" r:embed="R72da7462ef8e43a3"/>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017472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A64DC44-2F49-4DDE-B0C8-6A3E22E243BB}"/>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F2F3F1"/>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03A39C4-C7B9-4A61-80FD-3C5B8A924BA3}"/>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EDF4E8"/>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0F97921F-97ED-4D8C-83C3-47549B057B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CFF203-EC22-4601-9080-03FB4280D3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FF7AC96-8BE7-4B3A-AD87-586C1D0BDAD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6A24AF-F42F-4370-86AF-92B389BB60F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C998D8E-17BE-44E3-AA60-F9B8F2E24C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29FB7E60-F761-42A8-926C-8AE16BB74035}"/>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437F26"/>
                </a:solidFill>
                <a:latin typeface="Pretendard"/>
                <a:ea typeface="Pretendard"/>
                <a:cs typeface="Pretendard"/>
              </a:defRPr>
            </a:defPPr>
            <a:lvl1pPr algn="ctr">
              <a:defRPr sz="2700" b="1">
                <a:solidFill>
                  <a:srgbClr val="437F26"/>
                </a:solidFill>
                <a:latin typeface="Pretendard"/>
                <a:ea typeface="Pretendard"/>
                <a:cs typeface="Pretendard"/>
              </a:defRPr>
            </a:lvl1pPr>
            <a:lvl2pPr algn="ctr">
              <a:defRPr sz="2700" b="1">
                <a:solidFill>
                  <a:srgbClr val="437F26"/>
                </a:solidFill>
                <a:latin typeface="Pretendard"/>
                <a:ea typeface="Pretendard"/>
                <a:cs typeface="Pretendard"/>
              </a:defRPr>
            </a:lvl2pPr>
            <a:lvl3pPr algn="ctr">
              <a:defRPr sz="2700" b="1">
                <a:solidFill>
                  <a:srgbClr val="437F26"/>
                </a:solidFill>
                <a:latin typeface="Pretendard"/>
                <a:ea typeface="Pretendard"/>
                <a:cs typeface="Pretendard"/>
              </a:defRPr>
            </a:lvl3pPr>
            <a:lvl4pPr algn="ctr">
              <a:defRPr sz="2700" b="1">
                <a:solidFill>
                  <a:srgbClr val="437F26"/>
                </a:solidFill>
                <a:latin typeface="Pretendard"/>
                <a:ea typeface="Pretendard"/>
                <a:cs typeface="Pretendard"/>
              </a:defRPr>
            </a:lvl4pPr>
            <a:lvl5pPr algn="ctr">
              <a:defRPr sz="2700" b="1">
                <a:solidFill>
                  <a:srgbClr val="437F26"/>
                </a:solidFill>
                <a:latin typeface="Pretendard"/>
                <a:ea typeface="Pretendard"/>
                <a:cs typeface="Pretendard"/>
              </a:defRPr>
            </a:lvl5pPr>
            <a:lvl6pPr algn="ctr">
              <a:defRPr sz="2700" b="1">
                <a:solidFill>
                  <a:srgbClr val="437F26"/>
                </a:solidFill>
                <a:latin typeface="Pretendard"/>
                <a:ea typeface="Pretendard"/>
                <a:cs typeface="Pretendard"/>
              </a:defRPr>
            </a:lvl6pPr>
            <a:lvl7pPr algn="ctr">
              <a:defRPr sz="2700" b="1">
                <a:solidFill>
                  <a:srgbClr val="437F26"/>
                </a:solidFill>
                <a:latin typeface="Pretendard"/>
                <a:ea typeface="Pretendard"/>
                <a:cs typeface="Pretendard"/>
              </a:defRPr>
            </a:lvl7pPr>
            <a:lvl8pPr algn="ctr">
              <a:defRPr sz="2700" b="1">
                <a:solidFill>
                  <a:srgbClr val="437F26"/>
                </a:solidFill>
                <a:latin typeface="Pretendard"/>
                <a:ea typeface="Pretendard"/>
                <a:cs typeface="Pretendard"/>
              </a:defRPr>
            </a:lvl8pPr>
            <a:lvl9pPr algn="ctr">
              <a:defRPr sz="2700" b="1">
                <a:solidFill>
                  <a:srgbClr val="437F26"/>
                </a:solidFill>
                <a:latin typeface="Pretendard"/>
                <a:ea typeface="Pretendard"/>
                <a:cs typeface="Pretendard"/>
              </a:defRPr>
            </a:lvl9pPr>
          </a:lstStyle>
          <a:p xmlns:a="http://schemas.openxmlformats.org/drawingml/2006/main">
            <a:pPr algn="ctr">
              <a:defRPr sz="2700" b="1">
                <a:solidFill>
                  <a:srgbClr val="437F26"/>
                </a:solidFill>
                <a:latin typeface="Pretendard"/>
                <a:ea typeface="Pretendard"/>
                <a:cs typeface="Pretendard"/>
              </a:defRPr>
            </a:pPr>
            <a:r>
              <a:rPr sz="2700" b="1">
                <a:solidFill>
                  <a:srgbClr val="437F26"/>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C8290232-A2A1-4725-B073-CDE3814551BC}"/>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같은 온도·압력에서</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96535E6F-D1DA-43D4-9F16-5DE658A4E498}"/>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98A7341A-535D-47B3-A9F4-3BF516A6A8AF}"/>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처음과 나중 상태가 같으므로</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BCB49835-2D65-428E-A9F1-A621343D65C0}"/>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0은 생성 엔탈피의 기준값이며, 물질 자체의 엔탈피가 없다는 뜻은 아니다.</a:t>
            </a:r>
          </a:p>
        </p:txBody>
      </p:sp>
      <p:pic>
        <p:nvPicPr>
          <p:cNvPr id="14" name="">
            <a:extLst xmlns:a="http://schemas.openxmlformats.org/drawingml/2006/main">
              <a:ext uri="{FF2B5EF4-FFF2-40B4-BE49-F238E27FC236}">
                <a16:creationId xmlns:a16="http://schemas.microsoft.com/office/drawing/2014/main" id="{4058119F-8852-4D88-9046-61BE782E9F34}"/>
              </a:ext>
            </a:extLst>
          </p:cNvPr>
          <p:cNvPicPr>
            <a:picLocks xmlns:a="http://schemas.openxmlformats.org/drawingml/2006/main" noChangeAspect="1"/>
          </p:cNvPicPr>
          <p:nvPr/>
        </p:nvPicPr>
        <p:blipFill>
          <a:blip xmlns:r="http://schemas.openxmlformats.org/officeDocument/2006/relationships" xmlns:a="http://schemas.openxmlformats.org/drawingml/2006/main" r:embed="R27049045cb3443e1"/>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751883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645EA4F8-C38E-4C7E-8590-9C41DFB6545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015C9E-B6A1-476A-BE71-5A314CAA621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1320C2A-1F69-4120-ACEF-23564965C5C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F29A98A-7305-4F39-A57C-310AA9BCC28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E4B19D9-389F-4DC6-A674-DF093B871EF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3DCAFBB9-47B6-45A6-8694-EE2769D9ACF9}"/>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9AAE6D6D-57A5-4E51-8283-DB0F44E1FC2A}"/>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5FB2A7E-74E7-40DB-97ED-F96A87F97862}"/>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969A955-621E-442F-AF48-17FA824C8167}"/>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EF50D096-AEBF-4CD8-8F4F-D7FE224666ED}"/>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703B267-376C-4041-8CA9-EEE3DB9094BC}"/>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437F26"/>
                </a:solidFill>
                <a:latin typeface="Pretendard"/>
                <a:ea typeface="Pretendard"/>
                <a:cs typeface="Pretendard"/>
              </a:defRPr>
            </a:defPPr>
            <a:lvl1pPr algn="l">
              <a:defRPr sz="2700" b="1">
                <a:solidFill>
                  <a:srgbClr val="437F26"/>
                </a:solidFill>
                <a:latin typeface="Pretendard"/>
                <a:ea typeface="Pretendard"/>
                <a:cs typeface="Pretendard"/>
              </a:defRPr>
            </a:lvl1pPr>
            <a:lvl2pPr algn="l">
              <a:defRPr sz="2700" b="1">
                <a:solidFill>
                  <a:srgbClr val="437F26"/>
                </a:solidFill>
                <a:latin typeface="Pretendard"/>
                <a:ea typeface="Pretendard"/>
                <a:cs typeface="Pretendard"/>
              </a:defRPr>
            </a:lvl2pPr>
            <a:lvl3pPr algn="l">
              <a:defRPr sz="2700" b="1">
                <a:solidFill>
                  <a:srgbClr val="437F26"/>
                </a:solidFill>
                <a:latin typeface="Pretendard"/>
                <a:ea typeface="Pretendard"/>
                <a:cs typeface="Pretendard"/>
              </a:defRPr>
            </a:lvl3pPr>
            <a:lvl4pPr algn="l">
              <a:defRPr sz="2700" b="1">
                <a:solidFill>
                  <a:srgbClr val="437F26"/>
                </a:solidFill>
                <a:latin typeface="Pretendard"/>
                <a:ea typeface="Pretendard"/>
                <a:cs typeface="Pretendard"/>
              </a:defRPr>
            </a:lvl4pPr>
            <a:lvl5pPr algn="l">
              <a:defRPr sz="2700" b="1">
                <a:solidFill>
                  <a:srgbClr val="437F26"/>
                </a:solidFill>
                <a:latin typeface="Pretendard"/>
                <a:ea typeface="Pretendard"/>
                <a:cs typeface="Pretendard"/>
              </a:defRPr>
            </a:lvl5pPr>
            <a:lvl6pPr algn="l">
              <a:defRPr sz="2700" b="1">
                <a:solidFill>
                  <a:srgbClr val="437F26"/>
                </a:solidFill>
                <a:latin typeface="Pretendard"/>
                <a:ea typeface="Pretendard"/>
                <a:cs typeface="Pretendard"/>
              </a:defRPr>
            </a:lvl6pPr>
            <a:lvl7pPr algn="l">
              <a:defRPr sz="2700" b="1">
                <a:solidFill>
                  <a:srgbClr val="437F26"/>
                </a:solidFill>
                <a:latin typeface="Pretendard"/>
                <a:ea typeface="Pretendard"/>
                <a:cs typeface="Pretendard"/>
              </a:defRPr>
            </a:lvl7pPr>
            <a:lvl8pPr algn="l">
              <a:defRPr sz="2700" b="1">
                <a:solidFill>
                  <a:srgbClr val="437F26"/>
                </a:solidFill>
                <a:latin typeface="Pretendard"/>
                <a:ea typeface="Pretendard"/>
                <a:cs typeface="Pretendard"/>
              </a:defRPr>
            </a:lvl8pPr>
            <a:lvl9pPr algn="l">
              <a:defRPr sz="2700" b="1">
                <a:solidFill>
                  <a:srgbClr val="437F26"/>
                </a:solidFill>
                <a:latin typeface="Pretendard"/>
                <a:ea typeface="Pretendard"/>
                <a:cs typeface="Pretendard"/>
              </a:defRPr>
            </a:lvl9pPr>
          </a:lstStyle>
          <a:p xmlns:a="http://schemas.openxmlformats.org/drawingml/2006/main">
            <a:pPr algn="l">
              <a:defRPr sz="2700" b="1">
                <a:solidFill>
                  <a:srgbClr val="437F26"/>
                </a:solidFill>
                <a:latin typeface="Pretendard"/>
                <a:ea typeface="Pretendard"/>
                <a:cs typeface="Pretendard"/>
              </a:defRPr>
            </a:pPr>
            <a:r>
              <a:rPr sz="2700" b="1">
                <a:solidFill>
                  <a:srgbClr val="437F26"/>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8B246003-A2D7-427A-BFC6-672256A8B0E7}"/>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E8EBE5"/>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5094C60-BD2B-4035-AEE3-7F3CDFD73551}"/>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202020"/>
                </a:solidFill>
                <a:latin typeface="Pretendard"/>
                <a:ea typeface="Pretendard"/>
                <a:cs typeface="Pretendard"/>
              </a:defRPr>
            </a:defPPr>
            <a:lvl1pPr algn="ctr">
              <a:defRPr sz="3338" b="0">
                <a:solidFill>
                  <a:srgbClr val="202020"/>
                </a:solidFill>
                <a:latin typeface="Pretendard"/>
                <a:ea typeface="Pretendard"/>
                <a:cs typeface="Pretendard"/>
              </a:defRPr>
            </a:lvl1pPr>
            <a:lvl2pPr algn="ctr">
              <a:defRPr sz="3338" b="0">
                <a:solidFill>
                  <a:srgbClr val="202020"/>
                </a:solidFill>
                <a:latin typeface="Pretendard"/>
                <a:ea typeface="Pretendard"/>
                <a:cs typeface="Pretendard"/>
              </a:defRPr>
            </a:lvl2pPr>
            <a:lvl3pPr algn="ctr">
              <a:defRPr sz="3338" b="0">
                <a:solidFill>
                  <a:srgbClr val="202020"/>
                </a:solidFill>
                <a:latin typeface="Pretendard"/>
                <a:ea typeface="Pretendard"/>
                <a:cs typeface="Pretendard"/>
              </a:defRPr>
            </a:lvl3pPr>
            <a:lvl4pPr algn="ctr">
              <a:defRPr sz="3338" b="0">
                <a:solidFill>
                  <a:srgbClr val="202020"/>
                </a:solidFill>
                <a:latin typeface="Pretendard"/>
                <a:ea typeface="Pretendard"/>
                <a:cs typeface="Pretendard"/>
              </a:defRPr>
            </a:lvl4pPr>
            <a:lvl5pPr algn="ctr">
              <a:defRPr sz="3338" b="0">
                <a:solidFill>
                  <a:srgbClr val="202020"/>
                </a:solidFill>
                <a:latin typeface="Pretendard"/>
                <a:ea typeface="Pretendard"/>
                <a:cs typeface="Pretendard"/>
              </a:defRPr>
            </a:lvl5pPr>
            <a:lvl6pPr algn="ctr">
              <a:defRPr sz="3338" b="0">
                <a:solidFill>
                  <a:srgbClr val="202020"/>
                </a:solidFill>
                <a:latin typeface="Pretendard"/>
                <a:ea typeface="Pretendard"/>
                <a:cs typeface="Pretendard"/>
              </a:defRPr>
            </a:lvl6pPr>
            <a:lvl7pPr algn="ctr">
              <a:defRPr sz="3338" b="0">
                <a:solidFill>
                  <a:srgbClr val="202020"/>
                </a:solidFill>
                <a:latin typeface="Pretendard"/>
                <a:ea typeface="Pretendard"/>
                <a:cs typeface="Pretendard"/>
              </a:defRPr>
            </a:lvl7pPr>
            <a:lvl8pPr algn="ctr">
              <a:defRPr sz="3338" b="0">
                <a:solidFill>
                  <a:srgbClr val="202020"/>
                </a:solidFill>
                <a:latin typeface="Pretendard"/>
                <a:ea typeface="Pretendard"/>
                <a:cs typeface="Pretendard"/>
              </a:defRPr>
            </a:lvl8pPr>
            <a:lvl9pPr algn="ctr">
              <a:defRPr sz="3338" b="0">
                <a:solidFill>
                  <a:srgbClr val="202020"/>
                </a:solidFill>
                <a:latin typeface="Pretendard"/>
                <a:ea typeface="Pretendard"/>
                <a:cs typeface="Pretendard"/>
              </a:defRPr>
            </a:lvl9pPr>
          </a:lstStyle>
          <a:p xmlns:a="http://schemas.openxmlformats.org/drawingml/2006/main">
            <a:pPr algn="ctr">
              <a:defRPr sz="3338" b="0">
                <a:solidFill>
                  <a:srgbClr val="202020"/>
                </a:solidFill>
                <a:latin typeface="Pretendard"/>
                <a:ea typeface="Pretendard"/>
                <a:cs typeface="Pretendard"/>
              </a:defRPr>
            </a:pPr>
            <a:r>
              <a:rPr sz="3338">
                <a:solidFill>
                  <a:srgbClr val="202020"/>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99962867-2629-433F-8F5B-CA1191AB50BA}"/>
              </a:ext>
            </a:extLst>
          </p:cNvPr>
          <p:cNvPicPr>
            <a:picLocks xmlns:a="http://schemas.openxmlformats.org/drawingml/2006/main" noChangeAspect="1"/>
          </p:cNvPicPr>
          <p:nvPr/>
        </p:nvPicPr>
        <p:blipFill>
          <a:blip xmlns:r="http://schemas.openxmlformats.org/officeDocument/2006/relationships" xmlns:a="http://schemas.openxmlformats.org/drawingml/2006/main" r:embed="R3e233e0f4f674149"/>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151A3396-767A-4EEC-A69C-DCDD9E237BEB}"/>
              </a:ext>
            </a:extLst>
          </p:cNvPr>
          <p:cNvPicPr>
            <a:picLocks xmlns:a="http://schemas.openxmlformats.org/drawingml/2006/main" noChangeAspect="1"/>
          </p:cNvPicPr>
          <p:nvPr/>
        </p:nvPicPr>
        <p:blipFill>
          <a:blip xmlns:r="http://schemas.openxmlformats.org/officeDocument/2006/relationships" xmlns:a="http://schemas.openxmlformats.org/drawingml/2006/main" r:embed="R88429e9595964c7e"/>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2D2CD207-830C-479B-BAA4-5D5D5AB106B6}"/>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97C81D84-833C-441C-887B-B9661F44BF4B}"/>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다이아몬드</a:t>
            </a:r>
          </a:p>
        </p:txBody>
      </p:sp>
      <p:pic>
        <p:nvPicPr>
          <p:cNvPr id="21" name="">
            <a:extLst xmlns:a="http://schemas.openxmlformats.org/drawingml/2006/main">
              <a:ext uri="{FF2B5EF4-FFF2-40B4-BE49-F238E27FC236}">
                <a16:creationId xmlns:a16="http://schemas.microsoft.com/office/drawing/2014/main" id="{6FFA30C4-5F5E-434E-A0D2-FEE95997D38E}"/>
              </a:ext>
            </a:extLst>
          </p:cNvPr>
          <p:cNvPicPr>
            <a:picLocks xmlns:a="http://schemas.openxmlformats.org/drawingml/2006/main" noChangeAspect="1"/>
          </p:cNvPicPr>
          <p:nvPr/>
        </p:nvPicPr>
        <p:blipFill>
          <a:blip xmlns:r="http://schemas.openxmlformats.org/officeDocument/2006/relationships" xmlns:a="http://schemas.openxmlformats.org/drawingml/2006/main" r:embed="R72d796bb89f44fd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503691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41BBD0BB-262E-4C04-ADB1-E6798624A763}"/>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671561E1-63C1-4D4C-BC25-CFBE16C1FCE5}"/>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775010C6-6FC3-4AE8-A0C6-C1AD52B581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3BB0E2-0F33-4271-9CB6-79977CC4EE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C14A0C2-F6C8-452A-A80D-049B960A580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98E7B17-2E16-4F59-9050-DD495F2C18C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BC146D0-964A-4C3D-BA76-1BEDA5A0C61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E8FFC0A8-86C5-4C7E-8873-93294E24A4C7}"/>
              </a:ext>
            </a:extLst>
          </p:cNvPr>
          <p:cNvPicPr>
            <a:picLocks xmlns:a="http://schemas.openxmlformats.org/drawingml/2006/main" noChangeAspect="1"/>
          </p:cNvPicPr>
          <p:nvPr/>
        </p:nvPicPr>
        <p:blipFill>
          <a:blip xmlns:r="http://schemas.openxmlformats.org/officeDocument/2006/relationships" xmlns:a="http://schemas.openxmlformats.org/drawingml/2006/main" r:embed="R620ee179ca4242ac"/>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2D2287A-79DE-4F0A-95F6-59C71691212A}"/>
              </a:ext>
            </a:extLst>
          </p:cNvPr>
          <p:cNvPicPr>
            <a:picLocks xmlns:a="http://schemas.openxmlformats.org/drawingml/2006/main" noChangeAspect="1"/>
          </p:cNvPicPr>
          <p:nvPr/>
        </p:nvPicPr>
        <p:blipFill>
          <a:blip xmlns:r="http://schemas.openxmlformats.org/officeDocument/2006/relationships" xmlns:a="http://schemas.openxmlformats.org/drawingml/2006/main" r:embed="R62d108858d374717"/>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FE29EA24-5C02-4D93-97E8-15F7A7F4D4AB}"/>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ED94EE69-C6DB-4BD0-B960-4CB5075AFC63}"/>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4E167C24-B76D-4613-9184-98698357DB7E}"/>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물질의 상태가 다르면 생성 엔탈피도 다르다.</a:t>
            </a:r>
          </a:p>
        </p:txBody>
      </p:sp>
      <p:pic>
        <p:nvPicPr>
          <p:cNvPr id="20" name="">
            <a:extLst xmlns:a="http://schemas.openxmlformats.org/drawingml/2006/main">
              <a:ext uri="{FF2B5EF4-FFF2-40B4-BE49-F238E27FC236}">
                <a16:creationId xmlns:a16="http://schemas.microsoft.com/office/drawing/2014/main" id="{377B2D86-6776-49CE-A3C1-752B3B6BD1C2}"/>
              </a:ext>
            </a:extLst>
          </p:cNvPr>
          <p:cNvPicPr>
            <a:picLocks xmlns:a="http://schemas.openxmlformats.org/drawingml/2006/main" noChangeAspect="1"/>
          </p:cNvPicPr>
          <p:nvPr/>
        </p:nvPicPr>
        <p:blipFill>
          <a:blip xmlns:r="http://schemas.openxmlformats.org/officeDocument/2006/relationships" xmlns:a="http://schemas.openxmlformats.org/drawingml/2006/main" r:embed="Rcded96dc5f264be3"/>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554613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C53E91BE-8A14-43D2-878F-12991D3EAB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D3EBA0-6A47-4834-8BB0-207888E43D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B089D09-F943-4F99-A8D8-6EED3248B12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C59F0B-509D-4C4B-9B94-84A083E96DD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75A6663-7128-4373-89AC-B6DD102AF2D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537AD08D-F62A-4E61-B8B4-8A5E7C4F3752}"/>
              </a:ext>
            </a:extLst>
          </p:cNvPr>
          <p:cNvPicPr>
            <a:picLocks xmlns:a="http://schemas.openxmlformats.org/drawingml/2006/main" noChangeAspect="1"/>
          </p:cNvPicPr>
          <p:nvPr/>
        </p:nvPicPr>
        <p:blipFill>
          <a:blip xmlns:r="http://schemas.openxmlformats.org/officeDocument/2006/relationships" xmlns:a="http://schemas.openxmlformats.org/drawingml/2006/main" r:embed="R72e2422b24ef4413"/>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C9A7F43C-C063-4F08-9C18-1A62FCE0993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E8EBE5"/>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AEA06D3B-4424-4ECB-94B3-55115891335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202020"/>
                </a:solidFill>
                <a:latin typeface="Pretendard"/>
                <a:ea typeface="Pretendard"/>
                <a:cs typeface="Pretendard"/>
              </a:defRPr>
            </a:defPPr>
            <a:lvl1pPr algn="ctr">
              <a:defRPr sz="3338" b="0">
                <a:solidFill>
                  <a:srgbClr val="202020"/>
                </a:solidFill>
                <a:latin typeface="Pretendard"/>
                <a:ea typeface="Pretendard"/>
                <a:cs typeface="Pretendard"/>
              </a:defRPr>
            </a:lvl1pPr>
            <a:lvl2pPr algn="ctr">
              <a:defRPr sz="3338" b="0">
                <a:solidFill>
                  <a:srgbClr val="202020"/>
                </a:solidFill>
                <a:latin typeface="Pretendard"/>
                <a:ea typeface="Pretendard"/>
                <a:cs typeface="Pretendard"/>
              </a:defRPr>
            </a:lvl2pPr>
            <a:lvl3pPr algn="ctr">
              <a:defRPr sz="3338" b="0">
                <a:solidFill>
                  <a:srgbClr val="202020"/>
                </a:solidFill>
                <a:latin typeface="Pretendard"/>
                <a:ea typeface="Pretendard"/>
                <a:cs typeface="Pretendard"/>
              </a:defRPr>
            </a:lvl3pPr>
            <a:lvl4pPr algn="ctr">
              <a:defRPr sz="3338" b="0">
                <a:solidFill>
                  <a:srgbClr val="202020"/>
                </a:solidFill>
                <a:latin typeface="Pretendard"/>
                <a:ea typeface="Pretendard"/>
                <a:cs typeface="Pretendard"/>
              </a:defRPr>
            </a:lvl4pPr>
            <a:lvl5pPr algn="ctr">
              <a:defRPr sz="3338" b="0">
                <a:solidFill>
                  <a:srgbClr val="202020"/>
                </a:solidFill>
                <a:latin typeface="Pretendard"/>
                <a:ea typeface="Pretendard"/>
                <a:cs typeface="Pretendard"/>
              </a:defRPr>
            </a:lvl5pPr>
            <a:lvl6pPr algn="ctr">
              <a:defRPr sz="3338" b="0">
                <a:solidFill>
                  <a:srgbClr val="202020"/>
                </a:solidFill>
                <a:latin typeface="Pretendard"/>
                <a:ea typeface="Pretendard"/>
                <a:cs typeface="Pretendard"/>
              </a:defRPr>
            </a:lvl6pPr>
            <a:lvl7pPr algn="ctr">
              <a:defRPr sz="3338" b="0">
                <a:solidFill>
                  <a:srgbClr val="202020"/>
                </a:solidFill>
                <a:latin typeface="Pretendard"/>
                <a:ea typeface="Pretendard"/>
                <a:cs typeface="Pretendard"/>
              </a:defRPr>
            </a:lvl7pPr>
            <a:lvl8pPr algn="ctr">
              <a:defRPr sz="3338" b="0">
                <a:solidFill>
                  <a:srgbClr val="202020"/>
                </a:solidFill>
                <a:latin typeface="Pretendard"/>
                <a:ea typeface="Pretendard"/>
                <a:cs typeface="Pretendard"/>
              </a:defRPr>
            </a:lvl8pPr>
            <a:lvl9pPr algn="ctr">
              <a:defRPr sz="3338" b="0">
                <a:solidFill>
                  <a:srgbClr val="202020"/>
                </a:solidFill>
                <a:latin typeface="Pretendard"/>
                <a:ea typeface="Pretendard"/>
                <a:cs typeface="Pretendard"/>
              </a:defRPr>
            </a:lvl9pPr>
          </a:lstStyle>
          <a:p xmlns:a="http://schemas.openxmlformats.org/drawingml/2006/main">
            <a:pPr algn="ctr">
              <a:defRPr sz="3338" b="0">
                <a:solidFill>
                  <a:srgbClr val="202020"/>
                </a:solidFill>
                <a:latin typeface="Pretendard"/>
                <a:ea typeface="Pretendard"/>
                <a:cs typeface="Pretendard"/>
              </a:defRPr>
            </a:pPr>
            <a:r>
              <a:rPr sz="3338">
                <a:solidFill>
                  <a:srgbClr val="202020"/>
                </a:solidFill>
                <a:latin typeface="Pretendard"/>
                <a:ea typeface="Pretendard"/>
                <a:cs typeface="Pretendard"/>
              </a:rPr>
              <a:t>세 과정을 합하면 CH₄의 연소 반응이 된다.</a:t>
            </a:r>
          </a:p>
        </p:txBody>
      </p:sp>
      <p:pic>
        <p:nvPicPr>
          <p:cNvPr id="10" name="">
            <a:extLst xmlns:a="http://schemas.openxmlformats.org/drawingml/2006/main">
              <a:ext uri="{FF2B5EF4-FFF2-40B4-BE49-F238E27FC236}">
                <a16:creationId xmlns:a16="http://schemas.microsoft.com/office/drawing/2014/main" id="{2C6C15D7-D08F-42B3-97EC-32158E926D3C}"/>
              </a:ext>
            </a:extLst>
          </p:cNvPr>
          <p:cNvPicPr>
            <a:picLocks xmlns:a="http://schemas.openxmlformats.org/drawingml/2006/main" noChangeAspect="1"/>
          </p:cNvPicPr>
          <p:nvPr/>
        </p:nvPicPr>
        <p:blipFill>
          <a:blip xmlns:r="http://schemas.openxmlformats.org/officeDocument/2006/relationships" xmlns:a="http://schemas.openxmlformats.org/drawingml/2006/main" r:embed="Rdbc3e2e6575349d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320704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BAC8B6AE-BEA0-41D9-9E5A-DE2E57656430}"/>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71E1E4A0-74FE-492E-8F12-31AC45A7B7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CF4F6E-7628-4814-A089-75086E45FDA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E1E5140-B28B-479C-9D98-0CA5D211454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F46C6E8-C61E-4DAF-8086-DA172A176BE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330B54E-DA11-4F3B-A870-67DD20DECC2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2D55B63E-0093-4DBB-8997-A88B6F614F23}"/>
              </a:ext>
            </a:extLst>
          </p:cNvPr>
          <p:cNvPicPr>
            <a:picLocks xmlns:a="http://schemas.openxmlformats.org/drawingml/2006/main" noChangeAspect="1"/>
          </p:cNvPicPr>
          <p:nvPr/>
        </p:nvPicPr>
        <p:blipFill>
          <a:blip xmlns:r="http://schemas.openxmlformats.org/officeDocument/2006/relationships" xmlns:a="http://schemas.openxmlformats.org/drawingml/2006/main" r:embed="R941bb9c845fd415e"/>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4F4750BD-6341-42E6-A5DB-4639CF41B5C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4FA7B44C-7123-499C-8750-2E048BC8635D}"/>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1CAAFAB-5826-4A01-93C2-D5C948EFB4B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D90AE5F3-51A8-4D3B-9EC9-CF23F2C55B5A}"/>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1E885175-7FA0-4BED-96CF-A7DE36C8139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0AF4BB05-AA53-4705-BE4C-4484C1A180B7}"/>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46E4E742-F693-4211-A8E9-F075BADA7008}"/>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91D0AEC3-4E9A-47B1-8AA2-061731E16FDD}"/>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B1B7E2F-7345-4403-A13D-AD16581A265C}"/>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9EB9C012-D881-461D-BEE1-344D867EBBE7}"/>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437F26"/>
                </a:solidFill>
                <a:latin typeface="Pretendard"/>
                <a:ea typeface="Pretendard"/>
                <a:cs typeface="Pretendard"/>
              </a:defRPr>
            </a:defPPr>
            <a:lvl1pPr algn="l">
              <a:defRPr sz="2400" b="1">
                <a:solidFill>
                  <a:srgbClr val="437F26"/>
                </a:solidFill>
                <a:latin typeface="Pretendard"/>
                <a:ea typeface="Pretendard"/>
                <a:cs typeface="Pretendard"/>
              </a:defRPr>
            </a:lvl1pPr>
            <a:lvl2pPr algn="l">
              <a:defRPr sz="2400" b="1">
                <a:solidFill>
                  <a:srgbClr val="437F26"/>
                </a:solidFill>
                <a:latin typeface="Pretendard"/>
                <a:ea typeface="Pretendard"/>
                <a:cs typeface="Pretendard"/>
              </a:defRPr>
            </a:lvl2pPr>
            <a:lvl3pPr algn="l">
              <a:defRPr sz="2400" b="1">
                <a:solidFill>
                  <a:srgbClr val="437F26"/>
                </a:solidFill>
                <a:latin typeface="Pretendard"/>
                <a:ea typeface="Pretendard"/>
                <a:cs typeface="Pretendard"/>
              </a:defRPr>
            </a:lvl3pPr>
            <a:lvl4pPr algn="l">
              <a:defRPr sz="2400" b="1">
                <a:solidFill>
                  <a:srgbClr val="437F26"/>
                </a:solidFill>
                <a:latin typeface="Pretendard"/>
                <a:ea typeface="Pretendard"/>
                <a:cs typeface="Pretendard"/>
              </a:defRPr>
            </a:lvl4pPr>
            <a:lvl5pPr algn="l">
              <a:defRPr sz="2400" b="1">
                <a:solidFill>
                  <a:srgbClr val="437F26"/>
                </a:solidFill>
                <a:latin typeface="Pretendard"/>
                <a:ea typeface="Pretendard"/>
                <a:cs typeface="Pretendard"/>
              </a:defRPr>
            </a:lvl5pPr>
            <a:lvl6pPr algn="l">
              <a:defRPr sz="2400" b="1">
                <a:solidFill>
                  <a:srgbClr val="437F26"/>
                </a:solidFill>
                <a:latin typeface="Pretendard"/>
                <a:ea typeface="Pretendard"/>
                <a:cs typeface="Pretendard"/>
              </a:defRPr>
            </a:lvl6pPr>
            <a:lvl7pPr algn="l">
              <a:defRPr sz="2400" b="1">
                <a:solidFill>
                  <a:srgbClr val="437F26"/>
                </a:solidFill>
                <a:latin typeface="Pretendard"/>
                <a:ea typeface="Pretendard"/>
                <a:cs typeface="Pretendard"/>
              </a:defRPr>
            </a:lvl7pPr>
            <a:lvl8pPr algn="l">
              <a:defRPr sz="2400" b="1">
                <a:solidFill>
                  <a:srgbClr val="437F26"/>
                </a:solidFill>
                <a:latin typeface="Pretendard"/>
                <a:ea typeface="Pretendard"/>
                <a:cs typeface="Pretendard"/>
              </a:defRPr>
            </a:lvl8pPr>
            <a:lvl9pPr algn="l">
              <a:defRPr sz="2400" b="1">
                <a:solidFill>
                  <a:srgbClr val="437F26"/>
                </a:solidFill>
                <a:latin typeface="Pretendard"/>
                <a:ea typeface="Pretendard"/>
                <a:cs typeface="Pretendard"/>
              </a:defRPr>
            </a:lvl9pPr>
          </a:lstStyle>
          <a:p xmlns:a="http://schemas.openxmlformats.org/drawingml/2006/main">
            <a:pPr algn="l">
              <a:defRPr sz="2400" b="1">
                <a:solidFill>
                  <a:srgbClr val="437F26"/>
                </a:solidFill>
                <a:latin typeface="Pretendard"/>
                <a:ea typeface="Pretendard"/>
                <a:cs typeface="Pretendard"/>
              </a:defRPr>
            </a:pPr>
            <a:r>
              <a:rPr sz="2400" b="1">
                <a:solidFill>
                  <a:srgbClr val="437F26"/>
                </a:solidFill>
                <a:latin typeface="Pretendard"/>
                <a:ea typeface="Pretendard"/>
                <a:cs typeface="Pretendard"/>
              </a:rPr>
              <a:t>생성물의 합에서 반응물의 합을 뺀다.</a:t>
            </a:r>
          </a:p>
        </p:txBody>
      </p:sp>
      <p:pic>
        <p:nvPicPr>
          <p:cNvPr id="26" name="">
            <a:extLst xmlns:a="http://schemas.openxmlformats.org/drawingml/2006/main">
              <a:ext uri="{FF2B5EF4-FFF2-40B4-BE49-F238E27FC236}">
                <a16:creationId xmlns:a16="http://schemas.microsoft.com/office/drawing/2014/main" id="{FA260C58-FCAB-4BB9-84EB-0ECF52E03937}"/>
              </a:ext>
            </a:extLst>
          </p:cNvPr>
          <p:cNvPicPr>
            <a:picLocks xmlns:a="http://schemas.openxmlformats.org/drawingml/2006/main" noChangeAspect="1"/>
          </p:cNvPicPr>
          <p:nvPr/>
        </p:nvPicPr>
        <p:blipFill>
          <a:blip xmlns:r="http://schemas.openxmlformats.org/officeDocument/2006/relationships" xmlns:a="http://schemas.openxmlformats.org/drawingml/2006/main" r:embed="Rb69ecbf60e274e6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266755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29579387-9764-4A89-8842-18564804895F}"/>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91D11AE3-705A-4C5B-B26C-CFFA848041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561727-F78A-4CAE-A95F-47BF3C2263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98C4D46-36C6-494C-B96E-67F65D7B0B3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9888629-7C1C-4DBC-8E5F-3452E386BB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8703929-6ACF-4D25-BAED-D08898B2C4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02178E0C-A091-489F-AB34-DB3F8F88C8A0}"/>
              </a:ext>
            </a:extLst>
          </p:cNvPr>
          <p:cNvPicPr>
            <a:picLocks xmlns:a="http://schemas.openxmlformats.org/drawingml/2006/main" noChangeAspect="1"/>
          </p:cNvPicPr>
          <p:nvPr/>
        </p:nvPicPr>
        <p:blipFill>
          <a:blip xmlns:r="http://schemas.openxmlformats.org/officeDocument/2006/relationships" xmlns:a="http://schemas.openxmlformats.org/drawingml/2006/main" r:embed="R4cf9a4b33d2d43ab"/>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9E3F063C-1A46-4F21-BC51-1FC6CE06789E}"/>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B66C2103-A37F-4E63-9C86-4CE0FF8DB40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C64190A-4C86-4F5A-8FF1-1B9D405F1CB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B936A0A4-3CD9-4C74-8307-5E5DCBDBDD01}"/>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F5CD168A-8A1E-4D2D-B0E2-A26DAFC8310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DA8297D-24C6-4F69-9B16-1F7EBED15D6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E2C073A1-7951-4782-8F14-64E529B77E84}"/>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4186BE2A-733E-42CB-A4E0-2AA864D5602E}"/>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9715E894-FF99-4A3E-B199-C4EDA64E9091}"/>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ACF2D326-E1D7-43A0-803F-C97E9797F81F}"/>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437F26"/>
                </a:solidFill>
                <a:latin typeface="Pretendard"/>
                <a:ea typeface="Pretendard"/>
                <a:cs typeface="Pretendard"/>
              </a:defRPr>
            </a:defPPr>
            <a:lvl1pPr algn="l">
              <a:defRPr sz="2400" b="1">
                <a:solidFill>
                  <a:srgbClr val="437F26"/>
                </a:solidFill>
                <a:latin typeface="Pretendard"/>
                <a:ea typeface="Pretendard"/>
                <a:cs typeface="Pretendard"/>
              </a:defRPr>
            </a:lvl1pPr>
            <a:lvl2pPr algn="l">
              <a:defRPr sz="2400" b="1">
                <a:solidFill>
                  <a:srgbClr val="437F26"/>
                </a:solidFill>
                <a:latin typeface="Pretendard"/>
                <a:ea typeface="Pretendard"/>
                <a:cs typeface="Pretendard"/>
              </a:defRPr>
            </a:lvl2pPr>
            <a:lvl3pPr algn="l">
              <a:defRPr sz="2400" b="1">
                <a:solidFill>
                  <a:srgbClr val="437F26"/>
                </a:solidFill>
                <a:latin typeface="Pretendard"/>
                <a:ea typeface="Pretendard"/>
                <a:cs typeface="Pretendard"/>
              </a:defRPr>
            </a:lvl3pPr>
            <a:lvl4pPr algn="l">
              <a:defRPr sz="2400" b="1">
                <a:solidFill>
                  <a:srgbClr val="437F26"/>
                </a:solidFill>
                <a:latin typeface="Pretendard"/>
                <a:ea typeface="Pretendard"/>
                <a:cs typeface="Pretendard"/>
              </a:defRPr>
            </a:lvl4pPr>
            <a:lvl5pPr algn="l">
              <a:defRPr sz="2400" b="1">
                <a:solidFill>
                  <a:srgbClr val="437F26"/>
                </a:solidFill>
                <a:latin typeface="Pretendard"/>
                <a:ea typeface="Pretendard"/>
                <a:cs typeface="Pretendard"/>
              </a:defRPr>
            </a:lvl5pPr>
            <a:lvl6pPr algn="l">
              <a:defRPr sz="2400" b="1">
                <a:solidFill>
                  <a:srgbClr val="437F26"/>
                </a:solidFill>
                <a:latin typeface="Pretendard"/>
                <a:ea typeface="Pretendard"/>
                <a:cs typeface="Pretendard"/>
              </a:defRPr>
            </a:lvl6pPr>
            <a:lvl7pPr algn="l">
              <a:defRPr sz="2400" b="1">
                <a:solidFill>
                  <a:srgbClr val="437F26"/>
                </a:solidFill>
                <a:latin typeface="Pretendard"/>
                <a:ea typeface="Pretendard"/>
                <a:cs typeface="Pretendard"/>
              </a:defRPr>
            </a:lvl7pPr>
            <a:lvl8pPr algn="l">
              <a:defRPr sz="2400" b="1">
                <a:solidFill>
                  <a:srgbClr val="437F26"/>
                </a:solidFill>
                <a:latin typeface="Pretendard"/>
                <a:ea typeface="Pretendard"/>
                <a:cs typeface="Pretendard"/>
              </a:defRPr>
            </a:lvl8pPr>
            <a:lvl9pPr algn="l">
              <a:defRPr sz="2400" b="1">
                <a:solidFill>
                  <a:srgbClr val="437F26"/>
                </a:solidFill>
                <a:latin typeface="Pretendard"/>
                <a:ea typeface="Pretendard"/>
                <a:cs typeface="Pretendard"/>
              </a:defRPr>
            </a:lvl9pPr>
          </a:lstStyle>
          <a:p xmlns:a="http://schemas.openxmlformats.org/drawingml/2006/main">
            <a:pPr algn="l">
              <a:defRPr sz="2400" b="1">
                <a:solidFill>
                  <a:srgbClr val="437F26"/>
                </a:solidFill>
                <a:latin typeface="Pretendard"/>
                <a:ea typeface="Pretendard"/>
                <a:cs typeface="Pretendard"/>
              </a:defRPr>
            </a:pPr>
            <a:r>
              <a:rPr sz="2400" b="1">
                <a:solidFill>
                  <a:srgbClr val="437F26"/>
                </a:solidFill>
                <a:latin typeface="Pretendard"/>
                <a:ea typeface="Pretendard"/>
                <a:cs typeface="Pretendard"/>
              </a:rPr>
              <a:t>기준 원소 물질은 표준 생성 엔탈피가 0이다.</a:t>
            </a:r>
          </a:p>
        </p:txBody>
      </p:sp>
      <p:pic>
        <p:nvPicPr>
          <p:cNvPr id="26" name="">
            <a:extLst xmlns:a="http://schemas.openxmlformats.org/drawingml/2006/main">
              <a:ext uri="{FF2B5EF4-FFF2-40B4-BE49-F238E27FC236}">
                <a16:creationId xmlns:a16="http://schemas.microsoft.com/office/drawing/2014/main" id="{B3FDE5BD-3271-436F-8036-247A8BA0618D}"/>
              </a:ext>
            </a:extLst>
          </p:cNvPr>
          <p:cNvPicPr>
            <a:picLocks xmlns:a="http://schemas.openxmlformats.org/drawingml/2006/main" noChangeAspect="1"/>
          </p:cNvPicPr>
          <p:nvPr/>
        </p:nvPicPr>
        <p:blipFill>
          <a:blip xmlns:r="http://schemas.openxmlformats.org/officeDocument/2006/relationships" xmlns:a="http://schemas.openxmlformats.org/drawingml/2006/main" r:embed="R65d0d1a7a7b849f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3551392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A0672248-BF93-484F-80E1-7E740E71A3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BF54EE-0FD0-45D0-A347-342F358763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6873974-F6FB-46ED-81F6-5CEDCBFD245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7A8F9C0-3E4E-49E4-81DD-E70FE2A2AF1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63A8E19-D13F-48FC-B631-86432BA0A58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70C026FA-4989-4086-BCAA-60D0CB0AB0A9}"/>
              </a:ext>
            </a:extLst>
          </p:cNvPr>
          <p:cNvPicPr>
            <a:picLocks xmlns:a="http://schemas.openxmlformats.org/drawingml/2006/main" noChangeAspect="1"/>
          </p:cNvPicPr>
          <p:nvPr/>
        </p:nvPicPr>
        <p:blipFill>
          <a:blip xmlns:r="http://schemas.openxmlformats.org/officeDocument/2006/relationships" xmlns:a="http://schemas.openxmlformats.org/drawingml/2006/main" r:embed="Rc97da5ec470d4d5b"/>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9ACB98B4-2C23-46BF-8DDA-4ACADCF33E9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10EE7A6-12EA-4A1D-9F3E-82AAB288EBF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AF691A4-58F5-4913-B122-9F61B89F71C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B847E34-E22C-4AD1-ADC9-138802CEB873}"/>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CA12963-56E0-4BC2-97C0-7F1857CF52C5}"/>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A5D971C0-487A-454D-B95C-C486A8164478}"/>
              </a:ext>
            </a:extLst>
          </p:cNvPr>
          <p:cNvPicPr>
            <a:picLocks xmlns:a="http://schemas.openxmlformats.org/drawingml/2006/main" noChangeAspect="1"/>
          </p:cNvPicPr>
          <p:nvPr/>
        </p:nvPicPr>
        <p:blipFill>
          <a:blip xmlns:r="http://schemas.openxmlformats.org/officeDocument/2006/relationships" xmlns:a="http://schemas.openxmlformats.org/drawingml/2006/main" r:embed="R5f0f002b9f2949ba"/>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37EDF05-9578-43C3-BFE9-0DAD14BE2C6D}"/>
              </a:ext>
            </a:extLst>
          </p:cNvPr>
          <p:cNvPicPr>
            <a:picLocks xmlns:a="http://schemas.openxmlformats.org/drawingml/2006/main" noChangeAspect="1"/>
          </p:cNvPicPr>
          <p:nvPr/>
        </p:nvPicPr>
        <p:blipFill>
          <a:blip xmlns:r="http://schemas.openxmlformats.org/officeDocument/2006/relationships" xmlns:a="http://schemas.openxmlformats.org/drawingml/2006/main" r:embed="R64732cf54ab34b2f"/>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02664003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969279BC-0976-40FE-B074-78079650CAC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54B2F2-AE35-46AA-A08C-69919612DB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FB63102-5605-43D3-AA8A-08640C945CA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09E67F-A842-4A28-B42C-AD4C660AA68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62722D1-5A9B-4246-9D47-CE73D2769B2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EE45C2EE-8535-4065-8027-E6306C8590F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1DAF8CC0-17B5-439C-B7F1-AA10BB61796C}"/>
              </a:ext>
            </a:extLst>
          </p:cNvPr>
          <p:cNvPicPr>
            <a:picLocks xmlns:a="http://schemas.openxmlformats.org/drawingml/2006/main" noChangeAspect="1"/>
          </p:cNvPicPr>
          <p:nvPr/>
        </p:nvPicPr>
        <p:blipFill>
          <a:blip xmlns:r="http://schemas.openxmlformats.org/officeDocument/2006/relationships" xmlns:a="http://schemas.openxmlformats.org/drawingml/2006/main" r:embed="Rfba7c09c7fb44a28"/>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0967773-7EC3-418B-BF85-AE6CBCC8B84F}"/>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D31D9A6-D148-4E8B-89B7-8BBC3619D5B2}"/>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08D8E8DB-178E-4D38-B201-268EC287C6AB}"/>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C571633-98BE-4D18-8AED-A5E7A17E706B}"/>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B6C89286-C44A-4F3C-B6EE-AC76FA65DAC6}"/>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8B1E4A6-3916-4EC0-8B30-4B8A91AE8C8B}"/>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881D07E8-0B0F-448F-BA35-FD3FFAFCACCF}"/>
              </a:ext>
            </a:extLst>
          </p:cNvPr>
          <p:cNvPicPr>
            <a:picLocks xmlns:a="http://schemas.openxmlformats.org/drawingml/2006/main" noChangeAspect="1"/>
          </p:cNvPicPr>
          <p:nvPr/>
        </p:nvPicPr>
        <p:blipFill>
          <a:blip xmlns:r="http://schemas.openxmlformats.org/officeDocument/2006/relationships" xmlns:a="http://schemas.openxmlformats.org/drawingml/2006/main" r:embed="R09e36d89270042b1"/>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9833710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24DD0E04-0128-441A-A63E-DF7F5957C3AB}"/>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C473F711-3676-4164-8E1C-11A72D838B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68D99A-D97E-4788-886C-4C83B97FBF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E53EB60-D4E1-47AA-BB4E-24C300A84B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3D39E4-E418-4653-ADD6-E905272DFCD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8C56AB7-653C-4C8A-84C5-380B69855B6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391B5499-F198-419C-9797-B7D0D0632307}"/>
              </a:ext>
            </a:extLst>
          </p:cNvPr>
          <p:cNvPicPr>
            <a:picLocks xmlns:a="http://schemas.openxmlformats.org/drawingml/2006/main" noChangeAspect="1"/>
          </p:cNvPicPr>
          <p:nvPr/>
        </p:nvPicPr>
        <p:blipFill>
          <a:blip xmlns:r="http://schemas.openxmlformats.org/officeDocument/2006/relationships" xmlns:a="http://schemas.openxmlformats.org/drawingml/2006/main" r:embed="R588a7b3a07c64395"/>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1D599B3-F8D8-4233-A9EF-4F917751FDDE}"/>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58496A73-E573-4AD2-9B48-C12980010A57}"/>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3C8D3E69-0180-4CA9-8D9D-0BA4EE6CC2F5}"/>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2284655D-E2F4-4043-B678-B698B170E145}"/>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855F6274-3DD8-454F-9A05-2DEDCDD311D4}"/>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D8A43B21-3B52-4DF6-88CF-5977A22FFFB6}"/>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E3230EBD-57A6-4BB2-81C2-52748351EDB8}"/>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①을 뒤집어 뺀다.</a:t>
            </a:r>
          </a:p>
        </p:txBody>
      </p:sp>
      <p:pic>
        <p:nvPicPr>
          <p:cNvPr id="16" name="">
            <a:extLst xmlns:a="http://schemas.openxmlformats.org/drawingml/2006/main">
              <a:ext uri="{FF2B5EF4-FFF2-40B4-BE49-F238E27FC236}">
                <a16:creationId xmlns:a16="http://schemas.microsoft.com/office/drawing/2014/main" id="{B96BE22A-74CA-4047-BB59-A63D16FB1151}"/>
              </a:ext>
            </a:extLst>
          </p:cNvPr>
          <p:cNvPicPr>
            <a:picLocks xmlns:a="http://schemas.openxmlformats.org/drawingml/2006/main" noChangeAspect="1"/>
          </p:cNvPicPr>
          <p:nvPr/>
        </p:nvPicPr>
        <p:blipFill>
          <a:blip xmlns:r="http://schemas.openxmlformats.org/officeDocument/2006/relationships" xmlns:a="http://schemas.openxmlformats.org/drawingml/2006/main" r:embed="R8e61031fd03143b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67873460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C977C04D-E236-4F3C-84B3-05B2D56AF514}"/>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9C05399C-2F97-465E-B625-8CF87C9D0DF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194A96-822F-4193-8E71-BD66219084A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73A89F5-DD64-4998-B064-11743FFEE4B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519A85-BDBC-4C1B-8EE9-CF0E49C0A7E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654EC36-DD09-45FA-99FE-C6B7B6E1070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26C84397-EC54-4DB2-B573-C2B3D4DDD618}"/>
              </a:ext>
            </a:extLst>
          </p:cNvPr>
          <p:cNvPicPr>
            <a:picLocks xmlns:a="http://schemas.openxmlformats.org/drawingml/2006/main" noChangeAspect="1"/>
          </p:cNvPicPr>
          <p:nvPr/>
        </p:nvPicPr>
        <p:blipFill>
          <a:blip xmlns:r="http://schemas.openxmlformats.org/officeDocument/2006/relationships" xmlns:a="http://schemas.openxmlformats.org/drawingml/2006/main" r:embed="R6070b83bdc01453b"/>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5FE8F7C-8744-4B66-8B38-4191CAE37D32}"/>
              </a:ext>
            </a:extLst>
          </p:cNvPr>
          <p:cNvPicPr>
            <a:picLocks xmlns:a="http://schemas.openxmlformats.org/drawingml/2006/main" noChangeAspect="1"/>
          </p:cNvPicPr>
          <p:nvPr/>
        </p:nvPicPr>
        <p:blipFill>
          <a:blip xmlns:r="http://schemas.openxmlformats.org/officeDocument/2006/relationships" xmlns:a="http://schemas.openxmlformats.org/drawingml/2006/main" r:embed="Raab6b639ceeb479e"/>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A087A61-0078-48EB-9FA0-2BE9A505996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A67F8AFF-7B07-4460-B53A-A3BC61154AF9}"/>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BC5F4EB8-E4CD-4375-BD66-3432D8E6C6D5}"/>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15FB21A8-13D7-4FDE-9123-61B8EBB16978}"/>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437F26"/>
                </a:solidFill>
                <a:latin typeface="Pretendard"/>
                <a:ea typeface="Pretendard"/>
                <a:cs typeface="Pretendard"/>
              </a:defRPr>
            </a:defPPr>
            <a:lvl1pPr algn="ctr">
              <a:defRPr sz="2700" b="1">
                <a:solidFill>
                  <a:srgbClr val="437F26"/>
                </a:solidFill>
                <a:latin typeface="Pretendard"/>
                <a:ea typeface="Pretendard"/>
                <a:cs typeface="Pretendard"/>
              </a:defRPr>
            </a:lvl1pPr>
            <a:lvl2pPr algn="ctr">
              <a:defRPr sz="2700" b="1">
                <a:solidFill>
                  <a:srgbClr val="437F26"/>
                </a:solidFill>
                <a:latin typeface="Pretendard"/>
                <a:ea typeface="Pretendard"/>
                <a:cs typeface="Pretendard"/>
              </a:defRPr>
            </a:lvl2pPr>
            <a:lvl3pPr algn="ctr">
              <a:defRPr sz="2700" b="1">
                <a:solidFill>
                  <a:srgbClr val="437F26"/>
                </a:solidFill>
                <a:latin typeface="Pretendard"/>
                <a:ea typeface="Pretendard"/>
                <a:cs typeface="Pretendard"/>
              </a:defRPr>
            </a:lvl3pPr>
            <a:lvl4pPr algn="ctr">
              <a:defRPr sz="2700" b="1">
                <a:solidFill>
                  <a:srgbClr val="437F26"/>
                </a:solidFill>
                <a:latin typeface="Pretendard"/>
                <a:ea typeface="Pretendard"/>
                <a:cs typeface="Pretendard"/>
              </a:defRPr>
            </a:lvl4pPr>
            <a:lvl5pPr algn="ctr">
              <a:defRPr sz="2700" b="1">
                <a:solidFill>
                  <a:srgbClr val="437F26"/>
                </a:solidFill>
                <a:latin typeface="Pretendard"/>
                <a:ea typeface="Pretendard"/>
                <a:cs typeface="Pretendard"/>
              </a:defRPr>
            </a:lvl5pPr>
            <a:lvl6pPr algn="ctr">
              <a:defRPr sz="2700" b="1">
                <a:solidFill>
                  <a:srgbClr val="437F26"/>
                </a:solidFill>
                <a:latin typeface="Pretendard"/>
                <a:ea typeface="Pretendard"/>
                <a:cs typeface="Pretendard"/>
              </a:defRPr>
            </a:lvl6pPr>
            <a:lvl7pPr algn="ctr">
              <a:defRPr sz="2700" b="1">
                <a:solidFill>
                  <a:srgbClr val="437F26"/>
                </a:solidFill>
                <a:latin typeface="Pretendard"/>
                <a:ea typeface="Pretendard"/>
                <a:cs typeface="Pretendard"/>
              </a:defRPr>
            </a:lvl7pPr>
            <a:lvl8pPr algn="ctr">
              <a:defRPr sz="2700" b="1">
                <a:solidFill>
                  <a:srgbClr val="437F26"/>
                </a:solidFill>
                <a:latin typeface="Pretendard"/>
                <a:ea typeface="Pretendard"/>
                <a:cs typeface="Pretendard"/>
              </a:defRPr>
            </a:lvl8pPr>
            <a:lvl9pPr algn="ctr">
              <a:defRPr sz="2700" b="1">
                <a:solidFill>
                  <a:srgbClr val="437F26"/>
                </a:solidFill>
                <a:latin typeface="Pretendard"/>
                <a:ea typeface="Pretendard"/>
                <a:cs typeface="Pretendard"/>
              </a:defRPr>
            </a:lvl9pPr>
          </a:lstStyle>
          <a:p xmlns:a="http://schemas.openxmlformats.org/drawingml/2006/main">
            <a:pPr algn="ctr">
              <a:defRPr sz="2700" b="1">
                <a:solidFill>
                  <a:srgbClr val="437F26"/>
                </a:solidFill>
                <a:latin typeface="Pretendard"/>
                <a:ea typeface="Pretendard"/>
                <a:cs typeface="Pretendard"/>
              </a:defRPr>
            </a:pPr>
            <a:r>
              <a:rPr sz="2700" b="1">
                <a:solidFill>
                  <a:srgbClr val="437F26"/>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3BD90D66-29A8-4CF5-9D09-FB27CD2DDFC4}"/>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C4326820-8A08-4715-8332-9C08E517B050}"/>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686868"/>
                </a:solidFill>
                <a:latin typeface="Pretendard"/>
                <a:ea typeface="Pretendard"/>
                <a:cs typeface="Pretendard"/>
              </a:defRPr>
            </a:defPPr>
            <a:lvl1pPr algn="ctr">
              <a:defRPr sz="2175" b="0">
                <a:solidFill>
                  <a:srgbClr val="686868"/>
                </a:solidFill>
                <a:latin typeface="Pretendard"/>
                <a:ea typeface="Pretendard"/>
                <a:cs typeface="Pretendard"/>
              </a:defRPr>
            </a:lvl1pPr>
            <a:lvl2pPr algn="ctr">
              <a:defRPr sz="2175" b="0">
                <a:solidFill>
                  <a:srgbClr val="686868"/>
                </a:solidFill>
                <a:latin typeface="Pretendard"/>
                <a:ea typeface="Pretendard"/>
                <a:cs typeface="Pretendard"/>
              </a:defRPr>
            </a:lvl2pPr>
            <a:lvl3pPr algn="ctr">
              <a:defRPr sz="2175" b="0">
                <a:solidFill>
                  <a:srgbClr val="686868"/>
                </a:solidFill>
                <a:latin typeface="Pretendard"/>
                <a:ea typeface="Pretendard"/>
                <a:cs typeface="Pretendard"/>
              </a:defRPr>
            </a:lvl3pPr>
            <a:lvl4pPr algn="ctr">
              <a:defRPr sz="2175" b="0">
                <a:solidFill>
                  <a:srgbClr val="686868"/>
                </a:solidFill>
                <a:latin typeface="Pretendard"/>
                <a:ea typeface="Pretendard"/>
                <a:cs typeface="Pretendard"/>
              </a:defRPr>
            </a:lvl4pPr>
            <a:lvl5pPr algn="ctr">
              <a:defRPr sz="2175" b="0">
                <a:solidFill>
                  <a:srgbClr val="686868"/>
                </a:solidFill>
                <a:latin typeface="Pretendard"/>
                <a:ea typeface="Pretendard"/>
                <a:cs typeface="Pretendard"/>
              </a:defRPr>
            </a:lvl5pPr>
            <a:lvl6pPr algn="ctr">
              <a:defRPr sz="2175" b="0">
                <a:solidFill>
                  <a:srgbClr val="686868"/>
                </a:solidFill>
                <a:latin typeface="Pretendard"/>
                <a:ea typeface="Pretendard"/>
                <a:cs typeface="Pretendard"/>
              </a:defRPr>
            </a:lvl6pPr>
            <a:lvl7pPr algn="ctr">
              <a:defRPr sz="2175" b="0">
                <a:solidFill>
                  <a:srgbClr val="686868"/>
                </a:solidFill>
                <a:latin typeface="Pretendard"/>
                <a:ea typeface="Pretendard"/>
                <a:cs typeface="Pretendard"/>
              </a:defRPr>
            </a:lvl7pPr>
            <a:lvl8pPr algn="ctr">
              <a:defRPr sz="2175" b="0">
                <a:solidFill>
                  <a:srgbClr val="686868"/>
                </a:solidFill>
                <a:latin typeface="Pretendard"/>
                <a:ea typeface="Pretendard"/>
                <a:cs typeface="Pretendard"/>
              </a:defRPr>
            </a:lvl8pPr>
            <a:lvl9pPr algn="ctr">
              <a:defRPr sz="2175" b="0">
                <a:solidFill>
                  <a:srgbClr val="686868"/>
                </a:solidFill>
                <a:latin typeface="Pretendard"/>
                <a:ea typeface="Pretendard"/>
                <a:cs typeface="Pretendard"/>
              </a:defRPr>
            </a:lvl9pPr>
          </a:lstStyle>
          <a:p xmlns:a="http://schemas.openxmlformats.org/drawingml/2006/main">
            <a:pPr algn="ctr">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00599316-5649-48C9-BC44-0246447FDB23}"/>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EDF4E8"/>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1E19FE69-3A86-4517-8AA2-EBB53D1473CA}"/>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57962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D70793D-EFD9-4CAE-9E69-6E9BFC7AE592}"/>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FFFFFF"/>
                </a:solidFill>
                <a:latin typeface="Pretendard"/>
                <a:ea typeface="Pretendard"/>
                <a:cs typeface="Pretendard"/>
              </a:defRPr>
            </a:defPPr>
            <a:lvl1pPr algn="ctr">
              <a:defRPr sz="1875" b="1">
                <a:solidFill>
                  <a:srgbClr val="FFFFFF"/>
                </a:solidFill>
                <a:latin typeface="Pretendard"/>
                <a:ea typeface="Pretendard"/>
                <a:cs typeface="Pretendard"/>
              </a:defRPr>
            </a:lvl1pPr>
            <a:lvl2pPr algn="ctr">
              <a:defRPr sz="1875" b="1">
                <a:solidFill>
                  <a:srgbClr val="FFFFFF"/>
                </a:solidFill>
                <a:latin typeface="Pretendard"/>
                <a:ea typeface="Pretendard"/>
                <a:cs typeface="Pretendard"/>
              </a:defRPr>
            </a:lvl2pPr>
            <a:lvl3pPr algn="ctr">
              <a:defRPr sz="1875" b="1">
                <a:solidFill>
                  <a:srgbClr val="FFFFFF"/>
                </a:solidFill>
                <a:latin typeface="Pretendard"/>
                <a:ea typeface="Pretendard"/>
                <a:cs typeface="Pretendard"/>
              </a:defRPr>
            </a:lvl3pPr>
            <a:lvl4pPr algn="ctr">
              <a:defRPr sz="1875" b="1">
                <a:solidFill>
                  <a:srgbClr val="FFFFFF"/>
                </a:solidFill>
                <a:latin typeface="Pretendard"/>
                <a:ea typeface="Pretendard"/>
                <a:cs typeface="Pretendard"/>
              </a:defRPr>
            </a:lvl4pPr>
            <a:lvl5pPr algn="ctr">
              <a:defRPr sz="1875" b="1">
                <a:solidFill>
                  <a:srgbClr val="FFFFFF"/>
                </a:solidFill>
                <a:latin typeface="Pretendard"/>
                <a:ea typeface="Pretendard"/>
                <a:cs typeface="Pretendard"/>
              </a:defRPr>
            </a:lvl5pPr>
            <a:lvl6pPr algn="ctr">
              <a:defRPr sz="1875" b="1">
                <a:solidFill>
                  <a:srgbClr val="FFFFFF"/>
                </a:solidFill>
                <a:latin typeface="Pretendard"/>
                <a:ea typeface="Pretendard"/>
                <a:cs typeface="Pretendard"/>
              </a:defRPr>
            </a:lvl6pPr>
            <a:lvl7pPr algn="ctr">
              <a:defRPr sz="1875" b="1">
                <a:solidFill>
                  <a:srgbClr val="FFFFFF"/>
                </a:solidFill>
                <a:latin typeface="Pretendard"/>
                <a:ea typeface="Pretendard"/>
                <a:cs typeface="Pretendard"/>
              </a:defRPr>
            </a:lvl7pPr>
            <a:lvl8pPr algn="ctr">
              <a:defRPr sz="1875" b="1">
                <a:solidFill>
                  <a:srgbClr val="FFFFFF"/>
                </a:solidFill>
                <a:latin typeface="Pretendard"/>
                <a:ea typeface="Pretendard"/>
                <a:cs typeface="Pretendard"/>
              </a:defRPr>
            </a:lvl8pPr>
            <a:lvl9pPr algn="ctr">
              <a:defRPr sz="1875" b="1">
                <a:solidFill>
                  <a:srgbClr val="FFFFFF"/>
                </a:solidFill>
                <a:latin typeface="Pretendard"/>
                <a:ea typeface="Pretendard"/>
                <a:cs typeface="Pretendard"/>
              </a:defRPr>
            </a:lvl9pPr>
          </a:lstStyle>
          <a:p xmlns:a="http://schemas.openxmlformats.org/drawingml/2006/main">
            <a:pPr algn="ctr">
              <a:defRPr sz="1875" b="1">
                <a:solidFill>
                  <a:srgbClr val="FFFFFF"/>
                </a:solidFill>
                <a:latin typeface="Pretendard"/>
                <a:ea typeface="Pretendard"/>
                <a:cs typeface="Pretendard"/>
              </a:defRPr>
            </a:pPr>
            <a:r>
              <a:rPr sz="1875" b="1">
                <a:solidFill>
                  <a:srgbClr val="FFFFFF"/>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E22334F1-62AD-4D6C-BFC0-8559D238EADB}"/>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액체 물을 수증기로 바꾸려면 열이 필요하다</a:t>
            </a:r>
          </a:p>
        </p:txBody>
      </p:sp>
      <p:pic>
        <p:nvPicPr>
          <p:cNvPr id="26" name="">
            <a:extLst xmlns:a="http://schemas.openxmlformats.org/drawingml/2006/main">
              <a:ext uri="{FF2B5EF4-FFF2-40B4-BE49-F238E27FC236}">
                <a16:creationId xmlns:a16="http://schemas.microsoft.com/office/drawing/2014/main" id="{2CC15345-C034-43AF-A356-3D4A6311F4EF}"/>
              </a:ext>
            </a:extLst>
          </p:cNvPr>
          <p:cNvPicPr>
            <a:picLocks xmlns:a="http://schemas.openxmlformats.org/drawingml/2006/main" noChangeAspect="1"/>
          </p:cNvPicPr>
          <p:nvPr/>
        </p:nvPicPr>
        <p:blipFill>
          <a:blip xmlns:r="http://schemas.openxmlformats.org/officeDocument/2006/relationships" xmlns:a="http://schemas.openxmlformats.org/drawingml/2006/main" r:embed="Rd79b3e0c292445d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373038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5A3C5B94-B435-4ECD-B325-FFB685DF36BA}"/>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3F34A227-236A-4CB8-B0ED-E9EF2D496499}"/>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42D1C60-5F12-4329-A96D-1297E2E93546}"/>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55D65D1-98C0-4AC6-8204-9BEE66D1F5D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094606-AB3C-4A26-A0D3-5C3DE168BDC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8928D2-BBDA-4887-A1B7-BEB87FDAC92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8F7644F-5CE5-4816-8187-12AE36BD9DD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A6453C36-AE30-4049-BEF6-6CEC41FF4A2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A236F22C-D0BC-47BE-BF86-4B006196D73F}"/>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392EB1B0-767D-4485-BA9F-9BB1CCD0DA8D}"/>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437F26"/>
                </a:solidFill>
                <a:latin typeface="Pretendard"/>
                <a:ea typeface="Pretendard"/>
                <a:cs typeface="Pretendard"/>
              </a:defRPr>
            </a:defPPr>
            <a:lvl1pPr algn="ctr">
              <a:defRPr sz="2976" b="1">
                <a:solidFill>
                  <a:srgbClr val="437F26"/>
                </a:solidFill>
                <a:latin typeface="Pretendard"/>
                <a:ea typeface="Pretendard"/>
                <a:cs typeface="Pretendard"/>
              </a:defRPr>
            </a:lvl1pPr>
            <a:lvl2pPr algn="ctr">
              <a:defRPr sz="2976" b="1">
                <a:solidFill>
                  <a:srgbClr val="437F26"/>
                </a:solidFill>
                <a:latin typeface="Pretendard"/>
                <a:ea typeface="Pretendard"/>
                <a:cs typeface="Pretendard"/>
              </a:defRPr>
            </a:lvl2pPr>
            <a:lvl3pPr algn="ctr">
              <a:defRPr sz="2976" b="1">
                <a:solidFill>
                  <a:srgbClr val="437F26"/>
                </a:solidFill>
                <a:latin typeface="Pretendard"/>
                <a:ea typeface="Pretendard"/>
                <a:cs typeface="Pretendard"/>
              </a:defRPr>
            </a:lvl3pPr>
            <a:lvl4pPr algn="ctr">
              <a:defRPr sz="2976" b="1">
                <a:solidFill>
                  <a:srgbClr val="437F26"/>
                </a:solidFill>
                <a:latin typeface="Pretendard"/>
                <a:ea typeface="Pretendard"/>
                <a:cs typeface="Pretendard"/>
              </a:defRPr>
            </a:lvl4pPr>
            <a:lvl5pPr algn="ctr">
              <a:defRPr sz="2976" b="1">
                <a:solidFill>
                  <a:srgbClr val="437F26"/>
                </a:solidFill>
                <a:latin typeface="Pretendard"/>
                <a:ea typeface="Pretendard"/>
                <a:cs typeface="Pretendard"/>
              </a:defRPr>
            </a:lvl5pPr>
            <a:lvl6pPr algn="ctr">
              <a:defRPr sz="2976" b="1">
                <a:solidFill>
                  <a:srgbClr val="437F26"/>
                </a:solidFill>
                <a:latin typeface="Pretendard"/>
                <a:ea typeface="Pretendard"/>
                <a:cs typeface="Pretendard"/>
              </a:defRPr>
            </a:lvl6pPr>
            <a:lvl7pPr algn="ctr">
              <a:defRPr sz="2976" b="1">
                <a:solidFill>
                  <a:srgbClr val="437F26"/>
                </a:solidFill>
                <a:latin typeface="Pretendard"/>
                <a:ea typeface="Pretendard"/>
                <a:cs typeface="Pretendard"/>
              </a:defRPr>
            </a:lvl7pPr>
            <a:lvl8pPr algn="ctr">
              <a:defRPr sz="2976" b="1">
                <a:solidFill>
                  <a:srgbClr val="437F26"/>
                </a:solidFill>
                <a:latin typeface="Pretendard"/>
                <a:ea typeface="Pretendard"/>
                <a:cs typeface="Pretendard"/>
              </a:defRPr>
            </a:lvl8pPr>
            <a:lvl9pPr algn="ctr">
              <a:defRPr sz="2976" b="1">
                <a:solidFill>
                  <a:srgbClr val="437F26"/>
                </a:solidFill>
                <a:latin typeface="Pretendard"/>
                <a:ea typeface="Pretendard"/>
                <a:cs typeface="Pretendard"/>
              </a:defRPr>
            </a:lvl9pPr>
          </a:lstStyle>
          <a:p xmlns:a="http://schemas.openxmlformats.org/drawingml/2006/main">
            <a:pPr algn="ctr">
              <a:defRPr sz="2976" b="1">
                <a:solidFill>
                  <a:srgbClr val="437F26"/>
                </a:solidFill>
                <a:latin typeface="Pretendard"/>
                <a:ea typeface="Pretendard"/>
                <a:cs typeface="Pretendard"/>
              </a:defRPr>
            </a:pPr>
            <a:r>
              <a:rPr sz="2976" b="1">
                <a:solidFill>
                  <a:srgbClr val="437F26"/>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D5A5CB82-D8BC-4C44-ADED-52E579F6A550}"/>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생성되는 물질 1 mol을</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183E09F9-992E-478F-B24E-BDDE3B4E0E55}"/>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5463639C-06FC-440C-9466-36E23BDF56C7}"/>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437F26"/>
                </a:solidFill>
                <a:latin typeface="Pretendard"/>
                <a:ea typeface="Pretendard"/>
                <a:cs typeface="Pretendard"/>
              </a:defRPr>
            </a:defPPr>
            <a:lvl1pPr algn="ctr">
              <a:defRPr sz="2976" b="1">
                <a:solidFill>
                  <a:srgbClr val="437F26"/>
                </a:solidFill>
                <a:latin typeface="Pretendard"/>
                <a:ea typeface="Pretendard"/>
                <a:cs typeface="Pretendard"/>
              </a:defRPr>
            </a:lvl1pPr>
            <a:lvl2pPr algn="ctr">
              <a:defRPr sz="2976" b="1">
                <a:solidFill>
                  <a:srgbClr val="437F26"/>
                </a:solidFill>
                <a:latin typeface="Pretendard"/>
                <a:ea typeface="Pretendard"/>
                <a:cs typeface="Pretendard"/>
              </a:defRPr>
            </a:lvl2pPr>
            <a:lvl3pPr algn="ctr">
              <a:defRPr sz="2976" b="1">
                <a:solidFill>
                  <a:srgbClr val="437F26"/>
                </a:solidFill>
                <a:latin typeface="Pretendard"/>
                <a:ea typeface="Pretendard"/>
                <a:cs typeface="Pretendard"/>
              </a:defRPr>
            </a:lvl3pPr>
            <a:lvl4pPr algn="ctr">
              <a:defRPr sz="2976" b="1">
                <a:solidFill>
                  <a:srgbClr val="437F26"/>
                </a:solidFill>
                <a:latin typeface="Pretendard"/>
                <a:ea typeface="Pretendard"/>
                <a:cs typeface="Pretendard"/>
              </a:defRPr>
            </a:lvl4pPr>
            <a:lvl5pPr algn="ctr">
              <a:defRPr sz="2976" b="1">
                <a:solidFill>
                  <a:srgbClr val="437F26"/>
                </a:solidFill>
                <a:latin typeface="Pretendard"/>
                <a:ea typeface="Pretendard"/>
                <a:cs typeface="Pretendard"/>
              </a:defRPr>
            </a:lvl5pPr>
            <a:lvl6pPr algn="ctr">
              <a:defRPr sz="2976" b="1">
                <a:solidFill>
                  <a:srgbClr val="437F26"/>
                </a:solidFill>
                <a:latin typeface="Pretendard"/>
                <a:ea typeface="Pretendard"/>
                <a:cs typeface="Pretendard"/>
              </a:defRPr>
            </a:lvl6pPr>
            <a:lvl7pPr algn="ctr">
              <a:defRPr sz="2976" b="1">
                <a:solidFill>
                  <a:srgbClr val="437F26"/>
                </a:solidFill>
                <a:latin typeface="Pretendard"/>
                <a:ea typeface="Pretendard"/>
                <a:cs typeface="Pretendard"/>
              </a:defRPr>
            </a:lvl7pPr>
            <a:lvl8pPr algn="ctr">
              <a:defRPr sz="2976" b="1">
                <a:solidFill>
                  <a:srgbClr val="437F26"/>
                </a:solidFill>
                <a:latin typeface="Pretendard"/>
                <a:ea typeface="Pretendard"/>
                <a:cs typeface="Pretendard"/>
              </a:defRPr>
            </a:lvl8pPr>
            <a:lvl9pPr algn="ctr">
              <a:defRPr sz="2976" b="1">
                <a:solidFill>
                  <a:srgbClr val="437F26"/>
                </a:solidFill>
                <a:latin typeface="Pretendard"/>
                <a:ea typeface="Pretendard"/>
                <a:cs typeface="Pretendard"/>
              </a:defRPr>
            </a:lvl9pPr>
          </a:lstStyle>
          <a:p xmlns:a="http://schemas.openxmlformats.org/drawingml/2006/main">
            <a:pPr algn="ctr">
              <a:defRPr sz="2976" b="1">
                <a:solidFill>
                  <a:srgbClr val="437F26"/>
                </a:solidFill>
                <a:latin typeface="Pretendard"/>
                <a:ea typeface="Pretendard"/>
                <a:cs typeface="Pretendard"/>
              </a:defRPr>
            </a:pPr>
            <a:r>
              <a:rPr sz="2976" b="1">
                <a:solidFill>
                  <a:srgbClr val="437F26"/>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CC78BAE8-D907-49CC-906D-292784C22B87}"/>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원소의 형태와</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31E9105A-2FED-41A8-8299-0CB860381D72}"/>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83311F50-01AB-41CD-B3A5-33E4D5FB07FF}"/>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437F26"/>
                </a:solidFill>
                <a:latin typeface="Pretendard"/>
                <a:ea typeface="Pretendard"/>
                <a:cs typeface="Pretendard"/>
              </a:defRPr>
            </a:defPPr>
            <a:lvl1pPr algn="ctr">
              <a:defRPr sz="2976" b="1">
                <a:solidFill>
                  <a:srgbClr val="437F26"/>
                </a:solidFill>
                <a:latin typeface="Pretendard"/>
                <a:ea typeface="Pretendard"/>
                <a:cs typeface="Pretendard"/>
              </a:defRPr>
            </a:lvl1pPr>
            <a:lvl2pPr algn="ctr">
              <a:defRPr sz="2976" b="1">
                <a:solidFill>
                  <a:srgbClr val="437F26"/>
                </a:solidFill>
                <a:latin typeface="Pretendard"/>
                <a:ea typeface="Pretendard"/>
                <a:cs typeface="Pretendard"/>
              </a:defRPr>
            </a:lvl2pPr>
            <a:lvl3pPr algn="ctr">
              <a:defRPr sz="2976" b="1">
                <a:solidFill>
                  <a:srgbClr val="437F26"/>
                </a:solidFill>
                <a:latin typeface="Pretendard"/>
                <a:ea typeface="Pretendard"/>
                <a:cs typeface="Pretendard"/>
              </a:defRPr>
            </a:lvl3pPr>
            <a:lvl4pPr algn="ctr">
              <a:defRPr sz="2976" b="1">
                <a:solidFill>
                  <a:srgbClr val="437F26"/>
                </a:solidFill>
                <a:latin typeface="Pretendard"/>
                <a:ea typeface="Pretendard"/>
                <a:cs typeface="Pretendard"/>
              </a:defRPr>
            </a:lvl4pPr>
            <a:lvl5pPr algn="ctr">
              <a:defRPr sz="2976" b="1">
                <a:solidFill>
                  <a:srgbClr val="437F26"/>
                </a:solidFill>
                <a:latin typeface="Pretendard"/>
                <a:ea typeface="Pretendard"/>
                <a:cs typeface="Pretendard"/>
              </a:defRPr>
            </a:lvl5pPr>
            <a:lvl6pPr algn="ctr">
              <a:defRPr sz="2976" b="1">
                <a:solidFill>
                  <a:srgbClr val="437F26"/>
                </a:solidFill>
                <a:latin typeface="Pretendard"/>
                <a:ea typeface="Pretendard"/>
                <a:cs typeface="Pretendard"/>
              </a:defRPr>
            </a:lvl6pPr>
            <a:lvl7pPr algn="ctr">
              <a:defRPr sz="2976" b="1">
                <a:solidFill>
                  <a:srgbClr val="437F26"/>
                </a:solidFill>
                <a:latin typeface="Pretendard"/>
                <a:ea typeface="Pretendard"/>
                <a:cs typeface="Pretendard"/>
              </a:defRPr>
            </a:lvl7pPr>
            <a:lvl8pPr algn="ctr">
              <a:defRPr sz="2976" b="1">
                <a:solidFill>
                  <a:srgbClr val="437F26"/>
                </a:solidFill>
                <a:latin typeface="Pretendard"/>
                <a:ea typeface="Pretendard"/>
                <a:cs typeface="Pretendard"/>
              </a:defRPr>
            </a:lvl8pPr>
            <a:lvl9pPr algn="ctr">
              <a:defRPr sz="2976" b="1">
                <a:solidFill>
                  <a:srgbClr val="437F26"/>
                </a:solidFill>
                <a:latin typeface="Pretendard"/>
                <a:ea typeface="Pretendard"/>
                <a:cs typeface="Pretendard"/>
              </a:defRPr>
            </a:lvl9pPr>
          </a:lstStyle>
          <a:p xmlns:a="http://schemas.openxmlformats.org/drawingml/2006/main">
            <a:pPr algn="ctr">
              <a:defRPr sz="2976" b="1">
                <a:solidFill>
                  <a:srgbClr val="437F26"/>
                </a:solidFill>
                <a:latin typeface="Pretendard"/>
                <a:ea typeface="Pretendard"/>
                <a:cs typeface="Pretendard"/>
              </a:defRPr>
            </a:pPr>
            <a:r>
              <a:rPr sz="2976" b="1">
                <a:solidFill>
                  <a:srgbClr val="437F26"/>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41E562C8-D0C7-477A-ACA1-7548095B91AB}"/>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반응 계수를 곱하고</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3BF46A64-5421-4E50-B54D-8E6310EBC2E5}"/>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686868"/>
                </a:solidFill>
                <a:latin typeface="Pretendard"/>
                <a:ea typeface="Pretendard"/>
                <a:cs typeface="Pretendard"/>
              </a:defRPr>
            </a:defPPr>
            <a:lvl1pPr algn="ctr">
              <a:defRPr sz="2790" b="0">
                <a:solidFill>
                  <a:srgbClr val="686868"/>
                </a:solidFill>
                <a:latin typeface="Pretendard"/>
                <a:ea typeface="Pretendard"/>
                <a:cs typeface="Pretendard"/>
              </a:defRPr>
            </a:lvl1pPr>
            <a:lvl2pPr algn="ctr">
              <a:defRPr sz="2790" b="0">
                <a:solidFill>
                  <a:srgbClr val="686868"/>
                </a:solidFill>
                <a:latin typeface="Pretendard"/>
                <a:ea typeface="Pretendard"/>
                <a:cs typeface="Pretendard"/>
              </a:defRPr>
            </a:lvl2pPr>
            <a:lvl3pPr algn="ctr">
              <a:defRPr sz="2790" b="0">
                <a:solidFill>
                  <a:srgbClr val="686868"/>
                </a:solidFill>
                <a:latin typeface="Pretendard"/>
                <a:ea typeface="Pretendard"/>
                <a:cs typeface="Pretendard"/>
              </a:defRPr>
            </a:lvl3pPr>
            <a:lvl4pPr algn="ctr">
              <a:defRPr sz="2790" b="0">
                <a:solidFill>
                  <a:srgbClr val="686868"/>
                </a:solidFill>
                <a:latin typeface="Pretendard"/>
                <a:ea typeface="Pretendard"/>
                <a:cs typeface="Pretendard"/>
              </a:defRPr>
            </a:lvl4pPr>
            <a:lvl5pPr algn="ctr">
              <a:defRPr sz="2790" b="0">
                <a:solidFill>
                  <a:srgbClr val="686868"/>
                </a:solidFill>
                <a:latin typeface="Pretendard"/>
                <a:ea typeface="Pretendard"/>
                <a:cs typeface="Pretendard"/>
              </a:defRPr>
            </a:lvl5pPr>
            <a:lvl6pPr algn="ctr">
              <a:defRPr sz="2790" b="0">
                <a:solidFill>
                  <a:srgbClr val="686868"/>
                </a:solidFill>
                <a:latin typeface="Pretendard"/>
                <a:ea typeface="Pretendard"/>
                <a:cs typeface="Pretendard"/>
              </a:defRPr>
            </a:lvl6pPr>
            <a:lvl7pPr algn="ctr">
              <a:defRPr sz="2790" b="0">
                <a:solidFill>
                  <a:srgbClr val="686868"/>
                </a:solidFill>
                <a:latin typeface="Pretendard"/>
                <a:ea typeface="Pretendard"/>
                <a:cs typeface="Pretendard"/>
              </a:defRPr>
            </a:lvl7pPr>
            <a:lvl8pPr algn="ctr">
              <a:defRPr sz="2790" b="0">
                <a:solidFill>
                  <a:srgbClr val="686868"/>
                </a:solidFill>
                <a:latin typeface="Pretendard"/>
                <a:ea typeface="Pretendard"/>
                <a:cs typeface="Pretendard"/>
              </a:defRPr>
            </a:lvl8pPr>
            <a:lvl9pPr algn="ctr">
              <a:defRPr sz="2790" b="0">
                <a:solidFill>
                  <a:srgbClr val="686868"/>
                </a:solidFill>
                <a:latin typeface="Pretendard"/>
                <a:ea typeface="Pretendard"/>
                <a:cs typeface="Pretendard"/>
              </a:defRPr>
            </a:lvl9pPr>
          </a:lstStyle>
          <a:p xmlns:a="http://schemas.openxmlformats.org/drawingml/2006/main">
            <a:pPr algn="ctr">
              <a:defRPr sz="2790" b="0">
                <a:solidFill>
                  <a:srgbClr val="686868"/>
                </a:solidFill>
                <a:latin typeface="Pretendard"/>
                <a:ea typeface="Pretendard"/>
                <a:cs typeface="Pretendard"/>
              </a:defRPr>
            </a:pPr>
            <a:r>
              <a:rPr sz="2790" b="0">
                <a:solidFill>
                  <a:srgbClr val="686868"/>
                </a:solidFill>
                <a:latin typeface="Pretendard"/>
                <a:ea typeface="Pretendard"/>
                <a:cs typeface="Pretendard"/>
              </a:rPr>
              <a:t>생성물의 합에서 반응물의 합을 뺀다.</a:t>
            </a:r>
          </a:p>
        </p:txBody>
      </p:sp>
      <p:pic>
        <p:nvPicPr>
          <p:cNvPr id="20" name="">
            <a:extLst xmlns:a="http://schemas.openxmlformats.org/drawingml/2006/main">
              <a:ext uri="{FF2B5EF4-FFF2-40B4-BE49-F238E27FC236}">
                <a16:creationId xmlns:a16="http://schemas.microsoft.com/office/drawing/2014/main" id="{EA0F2827-603F-48B8-973E-598B73D3AF96}"/>
              </a:ext>
            </a:extLst>
          </p:cNvPr>
          <p:cNvPicPr>
            <a:picLocks xmlns:a="http://schemas.openxmlformats.org/drawingml/2006/main" noChangeAspect="1"/>
          </p:cNvPicPr>
          <p:nvPr/>
        </p:nvPicPr>
        <p:blipFill>
          <a:blip xmlns:r="http://schemas.openxmlformats.org/officeDocument/2006/relationships" xmlns:a="http://schemas.openxmlformats.org/drawingml/2006/main" r:embed="Rb6a162102cf04af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34123851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5DE5785-688B-42F6-BD4E-A082DA1569CD}"/>
              </a:ext>
            </a:extLst>
          </p:cNvPr>
          <p:cNvPicPr>
            <a:picLocks xmlns:a="http://schemas.openxmlformats.org/drawingml/2006/main" noChangeAspect="1"/>
          </p:cNvPicPr>
          <p:nvPr/>
        </p:nvPicPr>
        <p:blipFill>
          <a:blip xmlns:r="http://schemas.openxmlformats.org/officeDocument/2006/relationships" xmlns:a="http://schemas.openxmlformats.org/drawingml/2006/main" r:embed="Rfaf7ba1f559e40f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22AFF52-8FBC-487B-A6E6-47B3B0D563E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A58ED79A-0FA7-497C-989D-4D923E9E4BC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0CB9A4C-72A0-43ED-9F9A-67AD6692465B}"/>
              </a:ext>
            </a:extLst>
          </p:cNvPr>
          <p:cNvPicPr>
            <a:picLocks xmlns:a="http://schemas.openxmlformats.org/drawingml/2006/main" noChangeAspect="1"/>
          </p:cNvPicPr>
          <p:nvPr/>
        </p:nvPicPr>
        <p:blipFill>
          <a:blip xmlns:r="http://schemas.openxmlformats.org/officeDocument/2006/relationships" xmlns:a="http://schemas.openxmlformats.org/drawingml/2006/main" r:embed="R10b97b4dd61f42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F94F9466-4325-4241-9ABE-CE1703690E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687D917-86D2-4D6B-9650-F9D7DFD2F61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451EA18C-A7BE-4A11-8119-1E5CA965065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87C86958-9BA1-4F27-95F5-6BCD099626C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13496064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55211653-4EF7-42BD-8B5C-54D5C75AB936}"/>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F2F3F1"/>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B59367C9-CC9E-4042-81D8-689B6DA89E58}"/>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127F05A-4CF7-46FA-B2D6-3787B34AD41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134F0C-B89B-4CE0-BD24-059EBDB6F01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E7CB9AB-4A14-4FD3-A84F-2D391268238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1DD724-3A1F-4486-9247-44A01BBA1FC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97D6A68-1B7E-43C6-9FFA-FFFCD9A0FEE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639DB021-4C90-4332-B0DE-18B82C086FC4}"/>
              </a:ext>
            </a:extLst>
          </p:cNvPr>
          <p:cNvPicPr>
            <a:picLocks xmlns:a="http://schemas.openxmlformats.org/drawingml/2006/main" noChangeAspect="1"/>
          </p:cNvPicPr>
          <p:nvPr/>
        </p:nvPicPr>
        <p:blipFill>
          <a:blip xmlns:r="http://schemas.openxmlformats.org/officeDocument/2006/relationships" xmlns:a="http://schemas.openxmlformats.org/drawingml/2006/main" r:embed="R36cdee2ba433464e"/>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8763254-3978-42CD-9AD6-E67CC501B1CA}"/>
              </a:ext>
            </a:extLst>
          </p:cNvPr>
          <p:cNvPicPr>
            <a:picLocks xmlns:a="http://schemas.openxmlformats.org/drawingml/2006/main" noChangeAspect="1"/>
          </p:cNvPicPr>
          <p:nvPr/>
        </p:nvPicPr>
        <p:blipFill>
          <a:blip xmlns:r="http://schemas.openxmlformats.org/officeDocument/2006/relationships" xmlns:a="http://schemas.openxmlformats.org/drawingml/2006/main" r:embed="Re693632e596a4e37"/>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24406B4-50E2-4BBA-BD20-B06A22D8DB06}"/>
              </a:ext>
            </a:extLst>
          </p:cNvPr>
          <p:cNvPicPr>
            <a:picLocks xmlns:a="http://schemas.openxmlformats.org/drawingml/2006/main" noChangeAspect="1"/>
          </p:cNvPicPr>
          <p:nvPr/>
        </p:nvPicPr>
        <p:blipFill>
          <a:blip xmlns:r="http://schemas.openxmlformats.org/officeDocument/2006/relationships" xmlns:a="http://schemas.openxmlformats.org/drawingml/2006/main" r:embed="R392d5178ef8849ad"/>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D1861F8-A569-462F-869B-8EB6BCF9DB91}"/>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484B6727-901A-48E5-9F0A-3A17AF17D789}"/>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경로 2 · 고체와 직접 반응</a:t>
            </a:r>
          </a:p>
        </p:txBody>
      </p:sp>
      <p:pic>
        <p:nvPicPr>
          <p:cNvPr id="17" name="">
            <a:extLst xmlns:a="http://schemas.openxmlformats.org/drawingml/2006/main">
              <a:ext uri="{FF2B5EF4-FFF2-40B4-BE49-F238E27FC236}">
                <a16:creationId xmlns:a16="http://schemas.microsoft.com/office/drawing/2014/main" id="{C699944E-B897-4652-8837-8D208C4E7027}"/>
              </a:ext>
            </a:extLst>
          </p:cNvPr>
          <p:cNvPicPr>
            <a:picLocks xmlns:a="http://schemas.openxmlformats.org/drawingml/2006/main" noChangeAspect="1"/>
          </p:cNvPicPr>
          <p:nvPr/>
        </p:nvPicPr>
        <p:blipFill>
          <a:blip xmlns:r="http://schemas.openxmlformats.org/officeDocument/2006/relationships" xmlns:a="http://schemas.openxmlformats.org/drawingml/2006/main" r:embed="Rdfb152c76669405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08877539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CF85F97B-F794-4C11-8E4C-BD6634882E2E}"/>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F2F3F1"/>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87CCAD5A-D3E6-4F89-A069-FC6FAD182972}"/>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F2F3F1"/>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B92E5020-4259-4D19-A181-0BD2B15322BB}"/>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E955C0E-37C9-4B26-A2A1-A726E5611F3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F6788F-14E7-4D6F-84A4-9F55B47DF18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0ECFDD5-3FD4-4007-BBEB-4AEF776E720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EF677E0-2089-4660-99E4-0CC79FCF788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58B317A-25B7-47DE-9548-FCCEFC42F65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13F9A84C-2107-46B9-9FAA-65DCBA778A0C}"/>
              </a:ext>
            </a:extLst>
          </p:cNvPr>
          <p:cNvPicPr>
            <a:picLocks xmlns:a="http://schemas.openxmlformats.org/drawingml/2006/main" noChangeAspect="1"/>
          </p:cNvPicPr>
          <p:nvPr/>
        </p:nvPicPr>
        <p:blipFill>
          <a:blip xmlns:r="http://schemas.openxmlformats.org/officeDocument/2006/relationships" xmlns:a="http://schemas.openxmlformats.org/drawingml/2006/main" r:embed="R496db73eb4364968"/>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954791D3-0ECD-4164-8C46-4880F3FE081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3F0092DE-50AA-4C8A-875B-81BA01B1D933}"/>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A5926062-1513-4568-BA36-8D7218B9D95D}"/>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수산화 나트륨과 염화 수소의</a:t>
            </a:r>
          </a:p>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EC5F7B15-D328-46C0-80CC-AFF94BFE4019}"/>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B04A1BD5-05B9-4045-AB1B-9A896532EAB6}"/>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용해 후 처음 온도로 식힌 뒤</a:t>
            </a:r>
          </a:p>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염산을 넣어 중화열을 측정한다.</a:t>
            </a:r>
          </a:p>
        </p:txBody>
      </p:sp>
      <p:pic>
        <p:nvPicPr>
          <p:cNvPr id="23" name="">
            <a:extLst xmlns:a="http://schemas.openxmlformats.org/drawingml/2006/main">
              <a:ext uri="{FF2B5EF4-FFF2-40B4-BE49-F238E27FC236}">
                <a16:creationId xmlns:a16="http://schemas.microsoft.com/office/drawing/2014/main" id="{5CAE93C8-3AF0-41FA-AFD3-EEF9F0B5BD69}"/>
              </a:ext>
            </a:extLst>
          </p:cNvPr>
          <p:cNvPicPr>
            <a:picLocks xmlns:a="http://schemas.openxmlformats.org/drawingml/2006/main" noChangeAspect="1"/>
          </p:cNvPicPr>
          <p:nvPr/>
        </p:nvPicPr>
        <p:blipFill>
          <a:blip xmlns:r="http://schemas.openxmlformats.org/officeDocument/2006/relationships" xmlns:a="http://schemas.openxmlformats.org/drawingml/2006/main" r:embed="Rf98163c75f144d2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0002812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CE974083-93D3-421D-8A30-D9253AA5E1F6}"/>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D19F6279-0C13-444E-A25B-5090492F638D}"/>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488B9844-E2E3-4DA1-9933-E3A86CC6D8C2}"/>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C7375708-D06E-40C1-96A6-260E8A78513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08197B-0CCB-460D-BC73-988F83F5345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962AA7F-219C-49AC-B25B-1AA29F7F71A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8346E51-B244-423E-A2EA-A0FFD80F776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72C3CA9-F30D-491D-8BC9-77324359478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222086F0-07B2-4FA8-A8F8-51673AE9A766}"/>
              </a:ext>
            </a:extLst>
          </p:cNvPr>
          <p:cNvPicPr>
            <a:picLocks xmlns:a="http://schemas.openxmlformats.org/drawingml/2006/main" noChangeAspect="1"/>
          </p:cNvPicPr>
          <p:nvPr/>
        </p:nvPicPr>
        <p:blipFill>
          <a:blip xmlns:r="http://schemas.openxmlformats.org/officeDocument/2006/relationships" xmlns:a="http://schemas.openxmlformats.org/drawingml/2006/main" r:embed="R596c2a4d2f26472a"/>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40A7D965-984B-444C-A96A-E72715026C8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8885DBB4-8698-4B20-BCB7-B7941233D7B1}"/>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7023ACC9-CF6F-4750-AB27-AA3D177F85A3}"/>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94D488B9-0C22-450A-BF82-FE470BE2E6FC}"/>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921831B6-4A4C-4851-BEAC-4842BDD9E298}"/>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BEE73620-92D2-401F-9586-503B49A5BD7C}"/>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F6C43BC9-A35F-43A3-8CE1-DFB484CDCE16}"/>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C3A99040-7832-4AB0-8A86-F8D2E8E6C213}"/>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41A45D32-A25A-4656-99BB-F8B8895275C2}"/>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0C72BC8B-4D43-4E85-AB78-0BF6D622593F}"/>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측정한 온도 상승량</a:t>
            </a:r>
          </a:p>
        </p:txBody>
      </p:sp>
      <p:pic>
        <p:nvPicPr>
          <p:cNvPr id="41" name="">
            <a:extLst xmlns:a="http://schemas.openxmlformats.org/drawingml/2006/main">
              <a:ext uri="{FF2B5EF4-FFF2-40B4-BE49-F238E27FC236}">
                <a16:creationId xmlns:a16="http://schemas.microsoft.com/office/drawing/2014/main" id="{AFAEBB89-0C16-45E4-9A44-1CE3C64F9A61}"/>
              </a:ext>
            </a:extLst>
          </p:cNvPr>
          <p:cNvPicPr>
            <a:picLocks xmlns:a="http://schemas.openxmlformats.org/drawingml/2006/main" noChangeAspect="1"/>
          </p:cNvPicPr>
          <p:nvPr/>
        </p:nvPicPr>
        <p:blipFill>
          <a:blip xmlns:r="http://schemas.openxmlformats.org/officeDocument/2006/relationships" xmlns:a="http://schemas.openxmlformats.org/drawingml/2006/main" r:embed="R9b27750f6830419c"/>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57914394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9E64145A-C859-43AE-9ABD-38AAE760A1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4C3114-9553-4A64-B823-A3E64CDCDCF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5C06EE3-63FD-4763-B9E6-1C0DC2BD97B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366C8F-0AB9-4714-940F-B52B4A44616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BEC3584-EACE-4A97-B31F-659FA352201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FAE9FB1E-899B-4E48-BDAC-ADC98531108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F389A74-BC90-4C9B-89B8-69E8A2B1E9E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208EAB7-B697-435A-936B-5F9D89A6E4A0}"/>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F5A5211-90F2-4F53-818B-CB0B3C969E2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0A5982D-0497-44B7-964C-2B0CB9E15C6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8CF7990-4B1B-4CB5-A762-EFD9599F1A2F}"/>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모든 용액의 비열 4.2 J/(g·°C), 밀도 1.0 g/mL로 가정</a:t>
            </a:r>
          </a:p>
        </p:txBody>
      </p:sp>
      <p:pic>
        <p:nvPicPr>
          <p:cNvPr id="13" name="">
            <a:extLst xmlns:a="http://schemas.openxmlformats.org/drawingml/2006/main">
              <a:ext uri="{FF2B5EF4-FFF2-40B4-BE49-F238E27FC236}">
                <a16:creationId xmlns:a16="http://schemas.microsoft.com/office/drawing/2014/main" id="{3BAC5950-AC3A-4C7F-91E2-DC346F66C79F}"/>
              </a:ext>
            </a:extLst>
          </p:cNvPr>
          <p:cNvPicPr>
            <a:picLocks xmlns:a="http://schemas.openxmlformats.org/drawingml/2006/main" noChangeAspect="1"/>
          </p:cNvPicPr>
          <p:nvPr/>
        </p:nvPicPr>
        <p:blipFill>
          <a:blip xmlns:r="http://schemas.openxmlformats.org/officeDocument/2006/relationships" xmlns:a="http://schemas.openxmlformats.org/drawingml/2006/main" r:embed="R9c2f9dbd71934f25"/>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67261329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FBDDF69-81AD-4A7E-B263-AA18ECA11F8E}"/>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E8BB5BFE-F50E-43FE-B72C-27F29C3957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AF89DD-1DB4-43C9-8416-289B016D129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7378CEC-73D9-48CD-9A2C-80AA9C8D9E9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7F46477-B7BA-47DE-A3BD-0A73A6B11EB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CC733B3-016D-446E-877B-63458348FF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5869F66F-8CD2-46C7-BF1D-2BE9A8785DC3}"/>
              </a:ext>
            </a:extLst>
          </p:cNvPr>
          <p:cNvPicPr>
            <a:picLocks xmlns:a="http://schemas.openxmlformats.org/drawingml/2006/main" noChangeAspect="1"/>
          </p:cNvPicPr>
          <p:nvPr/>
        </p:nvPicPr>
        <p:blipFill>
          <a:blip xmlns:r="http://schemas.openxmlformats.org/officeDocument/2006/relationships" xmlns:a="http://schemas.openxmlformats.org/drawingml/2006/main" r:embed="Rc6f55d6314034778"/>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4783887-C835-415C-943A-83644A1EDEC6}"/>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437F26"/>
                </a:solidFill>
                <a:latin typeface="Pretendard"/>
                <a:ea typeface="Pretendard"/>
                <a:cs typeface="Pretendard"/>
              </a:defRPr>
            </a:defPPr>
            <a:lvl1pPr algn="l">
              <a:defRPr sz="2250" b="1">
                <a:solidFill>
                  <a:srgbClr val="437F26"/>
                </a:solidFill>
                <a:latin typeface="Pretendard"/>
                <a:ea typeface="Pretendard"/>
                <a:cs typeface="Pretendard"/>
              </a:defRPr>
            </a:lvl1pPr>
            <a:lvl2pPr algn="l">
              <a:defRPr sz="2250" b="1">
                <a:solidFill>
                  <a:srgbClr val="437F26"/>
                </a:solidFill>
                <a:latin typeface="Pretendard"/>
                <a:ea typeface="Pretendard"/>
                <a:cs typeface="Pretendard"/>
              </a:defRPr>
            </a:lvl2pPr>
            <a:lvl3pPr algn="l">
              <a:defRPr sz="2250" b="1">
                <a:solidFill>
                  <a:srgbClr val="437F26"/>
                </a:solidFill>
                <a:latin typeface="Pretendard"/>
                <a:ea typeface="Pretendard"/>
                <a:cs typeface="Pretendard"/>
              </a:defRPr>
            </a:lvl3pPr>
            <a:lvl4pPr algn="l">
              <a:defRPr sz="2250" b="1">
                <a:solidFill>
                  <a:srgbClr val="437F26"/>
                </a:solidFill>
                <a:latin typeface="Pretendard"/>
                <a:ea typeface="Pretendard"/>
                <a:cs typeface="Pretendard"/>
              </a:defRPr>
            </a:lvl4pPr>
            <a:lvl5pPr algn="l">
              <a:defRPr sz="2250" b="1">
                <a:solidFill>
                  <a:srgbClr val="437F26"/>
                </a:solidFill>
                <a:latin typeface="Pretendard"/>
                <a:ea typeface="Pretendard"/>
                <a:cs typeface="Pretendard"/>
              </a:defRPr>
            </a:lvl5pPr>
            <a:lvl6pPr algn="l">
              <a:defRPr sz="2250" b="1">
                <a:solidFill>
                  <a:srgbClr val="437F26"/>
                </a:solidFill>
                <a:latin typeface="Pretendard"/>
                <a:ea typeface="Pretendard"/>
                <a:cs typeface="Pretendard"/>
              </a:defRPr>
            </a:lvl6pPr>
            <a:lvl7pPr algn="l">
              <a:defRPr sz="2250" b="1">
                <a:solidFill>
                  <a:srgbClr val="437F26"/>
                </a:solidFill>
                <a:latin typeface="Pretendard"/>
                <a:ea typeface="Pretendard"/>
                <a:cs typeface="Pretendard"/>
              </a:defRPr>
            </a:lvl7pPr>
            <a:lvl8pPr algn="l">
              <a:defRPr sz="2250" b="1">
                <a:solidFill>
                  <a:srgbClr val="437F26"/>
                </a:solidFill>
                <a:latin typeface="Pretendard"/>
                <a:ea typeface="Pretendard"/>
                <a:cs typeface="Pretendard"/>
              </a:defRPr>
            </a:lvl8pPr>
            <a:lvl9pPr algn="l">
              <a:defRPr sz="2250" b="1">
                <a:solidFill>
                  <a:srgbClr val="437F26"/>
                </a:solidFill>
                <a:latin typeface="Pretendard"/>
                <a:ea typeface="Pretendard"/>
                <a:cs typeface="Pretendard"/>
              </a:defRPr>
            </a:lvl9pPr>
          </a:lstStyle>
          <a:p xmlns:a="http://schemas.openxmlformats.org/drawingml/2006/main">
            <a:pPr algn="l">
              <a:defRPr sz="2250" b="1">
                <a:solidFill>
                  <a:srgbClr val="437F26"/>
                </a:solidFill>
                <a:latin typeface="Pretendard"/>
                <a:ea typeface="Pretendard"/>
                <a:cs typeface="Pretendard"/>
              </a:defRPr>
            </a:pPr>
            <a:r>
              <a:rPr sz="2250" b="1">
                <a:solidFill>
                  <a:srgbClr val="437F26"/>
                </a:solidFill>
                <a:latin typeface="Pretendard"/>
                <a:ea typeface="Pretendard"/>
                <a:cs typeface="Pretendard"/>
              </a:rPr>
              <a:t>용액의 열 → 반응한 양 → 반응 엔탈피</a:t>
            </a:r>
          </a:p>
        </p:txBody>
      </p:sp>
      <p:pic>
        <p:nvPicPr>
          <p:cNvPr id="12" name="">
            <a:extLst xmlns:a="http://schemas.openxmlformats.org/drawingml/2006/main">
              <a:ext uri="{FF2B5EF4-FFF2-40B4-BE49-F238E27FC236}">
                <a16:creationId xmlns:a16="http://schemas.microsoft.com/office/drawing/2014/main" id="{19BA216A-88B9-405F-9226-B97CECB0F11E}"/>
              </a:ext>
            </a:extLst>
          </p:cNvPr>
          <p:cNvPicPr>
            <a:picLocks xmlns:a="http://schemas.openxmlformats.org/drawingml/2006/main" noChangeAspect="1"/>
          </p:cNvPicPr>
          <p:nvPr/>
        </p:nvPicPr>
        <p:blipFill>
          <a:blip xmlns:r="http://schemas.openxmlformats.org/officeDocument/2006/relationships" xmlns:a="http://schemas.openxmlformats.org/drawingml/2006/main" r:embed="Rd53a18deae974d4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8598605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FC50BC7A-0624-4D3B-BB8E-AD6BB33C8CA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37FFA5-F99B-4914-87C7-9C19C72FE83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08DB9ED-4888-40B1-8B52-1DC30C1EAE7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DDD0829-727B-4845-80CA-0474A6C8876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59E7FE8-D218-4A60-B25C-1FEF34DE4D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576BDA1D-4AA5-4C38-A9EC-746493DAD1B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7C7DA4E-8C32-4A4F-83D1-F81768F7D13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C4499F5-D0AD-4B70-8A21-44DBE9DED1B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1BBF51B-D6ED-4CF7-B9A0-45F90C520EE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0763C1D-F7A4-4A6F-A67F-F8DEA56D5EC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235D232-E55C-49D8-B5E8-D521393FA418}"/>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686868"/>
                </a:solidFill>
                <a:latin typeface="Pretendard"/>
                <a:ea typeface="Pretendard"/>
                <a:cs typeface="Pretendard"/>
              </a:defRPr>
            </a:defPPr>
            <a:lvl1pPr algn="ctr">
              <a:defRPr sz="2730" b="1">
                <a:solidFill>
                  <a:srgbClr val="686868"/>
                </a:solidFill>
                <a:latin typeface="Pretendard"/>
                <a:ea typeface="Pretendard"/>
                <a:cs typeface="Pretendard"/>
              </a:defRPr>
            </a:lvl1pPr>
            <a:lvl2pPr algn="ctr">
              <a:defRPr sz="2730" b="1">
                <a:solidFill>
                  <a:srgbClr val="686868"/>
                </a:solidFill>
                <a:latin typeface="Pretendard"/>
                <a:ea typeface="Pretendard"/>
                <a:cs typeface="Pretendard"/>
              </a:defRPr>
            </a:lvl2pPr>
            <a:lvl3pPr algn="ctr">
              <a:defRPr sz="2730" b="1">
                <a:solidFill>
                  <a:srgbClr val="686868"/>
                </a:solidFill>
                <a:latin typeface="Pretendard"/>
                <a:ea typeface="Pretendard"/>
                <a:cs typeface="Pretendard"/>
              </a:defRPr>
            </a:lvl3pPr>
            <a:lvl4pPr algn="ctr">
              <a:defRPr sz="2730" b="1">
                <a:solidFill>
                  <a:srgbClr val="686868"/>
                </a:solidFill>
                <a:latin typeface="Pretendard"/>
                <a:ea typeface="Pretendard"/>
                <a:cs typeface="Pretendard"/>
              </a:defRPr>
            </a:lvl4pPr>
            <a:lvl5pPr algn="ctr">
              <a:defRPr sz="2730" b="1">
                <a:solidFill>
                  <a:srgbClr val="686868"/>
                </a:solidFill>
                <a:latin typeface="Pretendard"/>
                <a:ea typeface="Pretendard"/>
                <a:cs typeface="Pretendard"/>
              </a:defRPr>
            </a:lvl5pPr>
            <a:lvl6pPr algn="ctr">
              <a:defRPr sz="2730" b="1">
                <a:solidFill>
                  <a:srgbClr val="686868"/>
                </a:solidFill>
                <a:latin typeface="Pretendard"/>
                <a:ea typeface="Pretendard"/>
                <a:cs typeface="Pretendard"/>
              </a:defRPr>
            </a:lvl6pPr>
            <a:lvl7pPr algn="ctr">
              <a:defRPr sz="2730" b="1">
                <a:solidFill>
                  <a:srgbClr val="686868"/>
                </a:solidFill>
                <a:latin typeface="Pretendard"/>
                <a:ea typeface="Pretendard"/>
                <a:cs typeface="Pretendard"/>
              </a:defRPr>
            </a:lvl7pPr>
            <a:lvl8pPr algn="ctr">
              <a:defRPr sz="2730" b="1">
                <a:solidFill>
                  <a:srgbClr val="686868"/>
                </a:solidFill>
                <a:latin typeface="Pretendard"/>
                <a:ea typeface="Pretendard"/>
                <a:cs typeface="Pretendard"/>
              </a:defRPr>
            </a:lvl8pPr>
            <a:lvl9pPr algn="ctr">
              <a:defRPr sz="2730" b="1">
                <a:solidFill>
                  <a:srgbClr val="686868"/>
                </a:solidFill>
                <a:latin typeface="Pretendard"/>
                <a:ea typeface="Pretendard"/>
                <a:cs typeface="Pretendard"/>
              </a:defRPr>
            </a:lvl9pPr>
          </a:lstStyle>
          <a:p xmlns:a="http://schemas.openxmlformats.org/drawingml/2006/main">
            <a:pPr algn="ctr">
              <a:defRPr sz="2730" b="1">
                <a:solidFill>
                  <a:srgbClr val="686868"/>
                </a:solidFill>
                <a:latin typeface="Pretendard"/>
                <a:ea typeface="Pretendard"/>
                <a:cs typeface="Pretendard"/>
              </a:defRPr>
            </a:pPr>
            <a:r>
              <a:rPr sz="2730" b="1">
                <a:solidFill>
                  <a:srgbClr val="686868"/>
                </a:solidFill>
                <a:latin typeface="Pretendard"/>
                <a:ea typeface="Pretendard"/>
                <a:cs typeface="Pretendard"/>
              </a:rPr>
              <a:t>교재에 제시된 반올림 값을 같은 기준으로 비교한다.</a:t>
            </a:r>
          </a:p>
        </p:txBody>
      </p:sp>
      <p:pic>
        <p:nvPicPr>
          <p:cNvPr id="13" name="">
            <a:extLst xmlns:a="http://schemas.openxmlformats.org/drawingml/2006/main">
              <a:ext uri="{FF2B5EF4-FFF2-40B4-BE49-F238E27FC236}">
                <a16:creationId xmlns:a16="http://schemas.microsoft.com/office/drawing/2014/main" id="{E4A56FDE-57A1-47E1-A9C9-865266F67B44}"/>
              </a:ext>
            </a:extLst>
          </p:cNvPr>
          <p:cNvPicPr>
            <a:picLocks xmlns:a="http://schemas.openxmlformats.org/drawingml/2006/main" noChangeAspect="1"/>
          </p:cNvPicPr>
          <p:nvPr/>
        </p:nvPicPr>
        <p:blipFill>
          <a:blip xmlns:r="http://schemas.openxmlformats.org/officeDocument/2006/relationships" xmlns:a="http://schemas.openxmlformats.org/drawingml/2006/main" r:embed="R4c20e0b9d24b47b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38166332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70A5B226-E301-4A9A-9A67-45A0E87E961F}"/>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A13FA9DA-F7ED-4EA7-99E1-F3C2072C4B6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03A001-0FC3-498B-BBA0-CEC53C4664E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0B6A0F6-EC98-49EA-9EF8-26A4C52EBE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E6E914-C041-4A9D-B4C8-010E26730AB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4C16F8F-1170-43A9-97FF-B1BFABE6F52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73B55C33-5A74-4B50-8DEC-F0177812BD2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686868"/>
                </a:solidFill>
                <a:latin typeface="Pretendard"/>
                <a:ea typeface="Pretendard"/>
                <a:cs typeface="Pretendard"/>
              </a:defRPr>
            </a:defPPr>
            <a:lvl1pPr algn="l">
              <a:defRPr sz="2400" b="0">
                <a:solidFill>
                  <a:srgbClr val="686868"/>
                </a:solidFill>
                <a:latin typeface="Pretendard"/>
                <a:ea typeface="Pretendard"/>
                <a:cs typeface="Pretendard"/>
              </a:defRPr>
            </a:lvl1pPr>
            <a:lvl2pPr algn="l">
              <a:defRPr sz="2400" b="0">
                <a:solidFill>
                  <a:srgbClr val="686868"/>
                </a:solidFill>
                <a:latin typeface="Pretendard"/>
                <a:ea typeface="Pretendard"/>
                <a:cs typeface="Pretendard"/>
              </a:defRPr>
            </a:lvl2pPr>
            <a:lvl3pPr algn="l">
              <a:defRPr sz="2400" b="0">
                <a:solidFill>
                  <a:srgbClr val="686868"/>
                </a:solidFill>
                <a:latin typeface="Pretendard"/>
                <a:ea typeface="Pretendard"/>
                <a:cs typeface="Pretendard"/>
              </a:defRPr>
            </a:lvl3pPr>
            <a:lvl4pPr algn="l">
              <a:defRPr sz="2400" b="0">
                <a:solidFill>
                  <a:srgbClr val="686868"/>
                </a:solidFill>
                <a:latin typeface="Pretendard"/>
                <a:ea typeface="Pretendard"/>
                <a:cs typeface="Pretendard"/>
              </a:defRPr>
            </a:lvl4pPr>
            <a:lvl5pPr algn="l">
              <a:defRPr sz="2400" b="0">
                <a:solidFill>
                  <a:srgbClr val="686868"/>
                </a:solidFill>
                <a:latin typeface="Pretendard"/>
                <a:ea typeface="Pretendard"/>
                <a:cs typeface="Pretendard"/>
              </a:defRPr>
            </a:lvl5pPr>
            <a:lvl6pPr algn="l">
              <a:defRPr sz="2400" b="0">
                <a:solidFill>
                  <a:srgbClr val="686868"/>
                </a:solidFill>
                <a:latin typeface="Pretendard"/>
                <a:ea typeface="Pretendard"/>
                <a:cs typeface="Pretendard"/>
              </a:defRPr>
            </a:lvl6pPr>
            <a:lvl7pPr algn="l">
              <a:defRPr sz="2400" b="0">
                <a:solidFill>
                  <a:srgbClr val="686868"/>
                </a:solidFill>
                <a:latin typeface="Pretendard"/>
                <a:ea typeface="Pretendard"/>
                <a:cs typeface="Pretendard"/>
              </a:defRPr>
            </a:lvl7pPr>
            <a:lvl8pPr algn="l">
              <a:defRPr sz="2400" b="0">
                <a:solidFill>
                  <a:srgbClr val="686868"/>
                </a:solidFill>
                <a:latin typeface="Pretendard"/>
                <a:ea typeface="Pretendard"/>
                <a:cs typeface="Pretendard"/>
              </a:defRPr>
            </a:lvl8pPr>
            <a:lvl9pPr algn="l">
              <a:defRPr sz="2400" b="0">
                <a:solidFill>
                  <a:srgbClr val="686868"/>
                </a:solidFill>
                <a:latin typeface="Pretendard"/>
                <a:ea typeface="Pretendard"/>
                <a:cs typeface="Pretendard"/>
              </a:defRPr>
            </a:lvl9pPr>
          </a:lstStyle>
          <a:p xmlns:a="http://schemas.openxmlformats.org/drawingml/2006/main">
            <a:pPr algn="l">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389A6F87-8083-40AD-8A09-B5FD4CD74BA7}"/>
              </a:ext>
            </a:extLst>
          </p:cNvPr>
          <p:cNvPicPr>
            <a:picLocks xmlns:a="http://schemas.openxmlformats.org/drawingml/2006/main" noChangeAspect="1"/>
          </p:cNvPicPr>
          <p:nvPr/>
        </p:nvPicPr>
        <p:blipFill>
          <a:blip xmlns:r="http://schemas.openxmlformats.org/officeDocument/2006/relationships" xmlns:a="http://schemas.openxmlformats.org/drawingml/2006/main" r:embed="R8dd9d5316d994e71"/>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AD407311-20A9-4089-AE7E-CBF0F50F1017}"/>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6824D29E-6B28-4243-B9C5-DDFC5062CF7A}"/>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0969F348-43E4-4991-ACCE-6A71FCA9F3D5}"/>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E1EED8"/>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77593E22-F8CE-48F1-A67F-8283C2C9086D}"/>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2C88349D-DC2C-49FD-B69B-A571CEC32C11}"/>
              </a:ext>
            </a:extLst>
          </p:cNvPr>
          <p:cNvPicPr>
            <a:picLocks xmlns:a="http://schemas.openxmlformats.org/drawingml/2006/main" noChangeAspect="1"/>
          </p:cNvPicPr>
          <p:nvPr/>
        </p:nvPicPr>
        <p:blipFill>
          <a:blip xmlns:r="http://schemas.openxmlformats.org/officeDocument/2006/relationships" xmlns:a="http://schemas.openxmlformats.org/drawingml/2006/main" r:embed="R51c6b3e977b9429c"/>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177981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5C66866E-0643-420C-8FE8-3F9B7BC9838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F3B8B7-5625-4A43-B8D5-28082AEB653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06A146A-DAB4-40F3-96BD-DB9B9E5BBC6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08AF71C9-AC2D-4B6B-9ADB-785B58C4624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E08854F-91EC-4CCB-9B08-98F356A2E89C}"/>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D4F4447B-10F1-4A06-A03B-3DBA911BAE65}"/>
              </a:ext>
            </a:extLst>
          </p:cNvPr>
          <p:cNvPicPr>
            <a:picLocks xmlns:a="http://schemas.openxmlformats.org/drawingml/2006/main" noChangeAspect="1"/>
          </p:cNvPicPr>
          <p:nvPr/>
        </p:nvPicPr>
        <p:blipFill>
          <a:blip xmlns:r="http://schemas.openxmlformats.org/officeDocument/2006/relationships" xmlns:a="http://schemas.openxmlformats.org/drawingml/2006/main" r:embed="R74ce5688632e438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448EB1D-47FB-44F3-80A7-0C922103C65C}"/>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022B17E1-AA45-4B6C-B6F7-A3C0967F33B5}"/>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79198037-A6DF-4D07-B774-F84EDDE063F0}"/>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A6220C82-D9A4-4749-9101-BA428334C48B}"/>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0897D355-15AD-4473-8B50-27DDF05070E1}"/>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93F4F8C3-8489-414D-98C4-3C7AD02C52BD}"/>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6159DEB2-FB3D-4F7E-A5B4-6EA4EF8F049A}"/>
              </a:ext>
            </a:extLst>
          </p:cNvPr>
          <p:cNvPicPr>
            <a:picLocks xmlns:a="http://schemas.openxmlformats.org/drawingml/2006/main" noChangeAspect="1"/>
          </p:cNvPicPr>
          <p:nvPr/>
        </p:nvPicPr>
        <p:blipFill>
          <a:blip xmlns:r="http://schemas.openxmlformats.org/officeDocument/2006/relationships" xmlns:a="http://schemas.openxmlformats.org/drawingml/2006/main" r:embed="Rc74fc88a921744e9"/>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85CBEE14-9D1E-4057-AE17-B838F72F5643}"/>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13270995-A9ED-4DC9-A5E3-97D3D5FC65D9}"/>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A8B83AD-EAF1-4C1D-91CB-C9A048EFCE19}"/>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02BF3590-ABA7-4B87-BF65-C319BA06B141}"/>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FC48A868-A5DD-4EE1-B3B0-E20D5F8C6F21}"/>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14BDFA6-ADB0-42B6-949B-2690FF2673A8}"/>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12EF4666-7E3C-40C2-B77C-72682AE93946}"/>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E7E12E1B-C52B-46B1-8097-455D0D8AC865}"/>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799FC282-C3C9-42EE-9F12-3C79825AC32C}"/>
              </a:ext>
            </a:extLst>
          </p:cNvPr>
          <p:cNvPicPr>
            <a:picLocks xmlns:a="http://schemas.openxmlformats.org/drawingml/2006/main" noChangeAspect="1"/>
          </p:cNvPicPr>
          <p:nvPr/>
        </p:nvPicPr>
        <p:blipFill>
          <a:blip xmlns:r="http://schemas.openxmlformats.org/officeDocument/2006/relationships" xmlns:a="http://schemas.openxmlformats.org/drawingml/2006/main" r:embed="R1da6f9b78cd44030"/>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pic>
        <p:nvPicPr>
          <p:cNvPr id="25" name="">
            <a:extLst xmlns:a="http://schemas.openxmlformats.org/drawingml/2006/main">
              <a:ext uri="{FF2B5EF4-FFF2-40B4-BE49-F238E27FC236}">
                <a16:creationId xmlns:a16="http://schemas.microsoft.com/office/drawing/2014/main" id="{497DA84F-7871-460B-A469-68FA846928F5}"/>
              </a:ext>
            </a:extLst>
          </p:cNvPr>
          <p:cNvPicPr>
            <a:picLocks xmlns:a="http://schemas.openxmlformats.org/drawingml/2006/main" noChangeAspect="1"/>
          </p:cNvPicPr>
          <p:nvPr/>
        </p:nvPicPr>
        <p:blipFill>
          <a:blip xmlns:r="http://schemas.openxmlformats.org/officeDocument/2006/relationships" xmlns:a="http://schemas.openxmlformats.org/drawingml/2006/main" r:embed="R83dab0fa1dd6403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2054263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8795116C-ED38-443F-9FF3-AC40DF2D7D31}"/>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03FF250-AF00-4C69-85A4-47858CFB2E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AE59D9-11DA-4DB8-9F6B-ECEE8CFA21A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19FE986-9D0D-40F3-A2F3-9C6057E963A7}"/>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437F26"/>
                </a:solidFill>
                <a:latin typeface="Pretendard"/>
                <a:ea typeface="Pretendard"/>
                <a:cs typeface="Pretendard"/>
              </a:defRPr>
            </a:defPPr>
            <a:lvl1pPr algn="l">
              <a:defRPr sz="3300" b="1">
                <a:solidFill>
                  <a:srgbClr val="437F26"/>
                </a:solidFill>
                <a:latin typeface="Pretendard"/>
                <a:ea typeface="Pretendard"/>
                <a:cs typeface="Pretendard"/>
              </a:defRPr>
            </a:lvl1pPr>
            <a:lvl2pPr algn="l">
              <a:defRPr sz="3300" b="1">
                <a:solidFill>
                  <a:srgbClr val="437F26"/>
                </a:solidFill>
                <a:latin typeface="Pretendard"/>
                <a:ea typeface="Pretendard"/>
                <a:cs typeface="Pretendard"/>
              </a:defRPr>
            </a:lvl2pPr>
            <a:lvl3pPr algn="l">
              <a:defRPr sz="3300" b="1">
                <a:solidFill>
                  <a:srgbClr val="437F26"/>
                </a:solidFill>
                <a:latin typeface="Pretendard"/>
                <a:ea typeface="Pretendard"/>
                <a:cs typeface="Pretendard"/>
              </a:defRPr>
            </a:lvl3pPr>
            <a:lvl4pPr algn="l">
              <a:defRPr sz="3300" b="1">
                <a:solidFill>
                  <a:srgbClr val="437F26"/>
                </a:solidFill>
                <a:latin typeface="Pretendard"/>
                <a:ea typeface="Pretendard"/>
                <a:cs typeface="Pretendard"/>
              </a:defRPr>
            </a:lvl4pPr>
            <a:lvl5pPr algn="l">
              <a:defRPr sz="3300" b="1">
                <a:solidFill>
                  <a:srgbClr val="437F26"/>
                </a:solidFill>
                <a:latin typeface="Pretendard"/>
                <a:ea typeface="Pretendard"/>
                <a:cs typeface="Pretendard"/>
              </a:defRPr>
            </a:lvl5pPr>
            <a:lvl6pPr algn="l">
              <a:defRPr sz="3300" b="1">
                <a:solidFill>
                  <a:srgbClr val="437F26"/>
                </a:solidFill>
                <a:latin typeface="Pretendard"/>
                <a:ea typeface="Pretendard"/>
                <a:cs typeface="Pretendard"/>
              </a:defRPr>
            </a:lvl6pPr>
            <a:lvl7pPr algn="l">
              <a:defRPr sz="3300" b="1">
                <a:solidFill>
                  <a:srgbClr val="437F26"/>
                </a:solidFill>
                <a:latin typeface="Pretendard"/>
                <a:ea typeface="Pretendard"/>
                <a:cs typeface="Pretendard"/>
              </a:defRPr>
            </a:lvl7pPr>
            <a:lvl8pPr algn="l">
              <a:defRPr sz="3300" b="1">
                <a:solidFill>
                  <a:srgbClr val="437F26"/>
                </a:solidFill>
                <a:latin typeface="Pretendard"/>
                <a:ea typeface="Pretendard"/>
                <a:cs typeface="Pretendard"/>
              </a:defRPr>
            </a:lvl8pPr>
            <a:lvl9pPr algn="l">
              <a:defRPr sz="3300" b="1">
                <a:solidFill>
                  <a:srgbClr val="437F26"/>
                </a:solidFill>
                <a:latin typeface="Pretendard"/>
                <a:ea typeface="Pretendard"/>
                <a:cs typeface="Pretendard"/>
              </a:defRPr>
            </a:lvl9pPr>
          </a:lstStyle>
          <a:p xmlns:a="http://schemas.openxmlformats.org/drawingml/2006/main">
            <a:pPr algn="l">
              <a:defRPr sz="3300" b="1">
                <a:solidFill>
                  <a:srgbClr val="437F26"/>
                </a:solidFill>
                <a:latin typeface="Pretendard"/>
                <a:ea typeface="Pretendard"/>
                <a:cs typeface="Pretendard"/>
              </a:defRPr>
            </a:pPr>
            <a:r>
              <a:rPr sz="3300" b="1">
                <a:solidFill>
                  <a:srgbClr val="437F26"/>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6552A01-A6D2-49C1-95EB-60A53F1C2748}"/>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C0743713-B0E8-45DF-A6B5-24AE8BEAAB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4BCB9F06-90B0-436A-9E70-4CFEA329D3F5}"/>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437F26"/>
                </a:solidFill>
                <a:latin typeface="Pretendard"/>
                <a:ea typeface="Pretendard"/>
                <a:cs typeface="Pretendard"/>
              </a:defRPr>
            </a:defPPr>
            <a:lvl1pPr algn="l">
              <a:defRPr sz="3060" b="1">
                <a:solidFill>
                  <a:srgbClr val="437F26"/>
                </a:solidFill>
                <a:latin typeface="Pretendard"/>
                <a:ea typeface="Pretendard"/>
                <a:cs typeface="Pretendard"/>
              </a:defRPr>
            </a:lvl1pPr>
            <a:lvl2pPr algn="l">
              <a:defRPr sz="3060" b="1">
                <a:solidFill>
                  <a:srgbClr val="437F26"/>
                </a:solidFill>
                <a:latin typeface="Pretendard"/>
                <a:ea typeface="Pretendard"/>
                <a:cs typeface="Pretendard"/>
              </a:defRPr>
            </a:lvl2pPr>
            <a:lvl3pPr algn="l">
              <a:defRPr sz="3060" b="1">
                <a:solidFill>
                  <a:srgbClr val="437F26"/>
                </a:solidFill>
                <a:latin typeface="Pretendard"/>
                <a:ea typeface="Pretendard"/>
                <a:cs typeface="Pretendard"/>
              </a:defRPr>
            </a:lvl3pPr>
            <a:lvl4pPr algn="l">
              <a:defRPr sz="3060" b="1">
                <a:solidFill>
                  <a:srgbClr val="437F26"/>
                </a:solidFill>
                <a:latin typeface="Pretendard"/>
                <a:ea typeface="Pretendard"/>
                <a:cs typeface="Pretendard"/>
              </a:defRPr>
            </a:lvl4pPr>
            <a:lvl5pPr algn="l">
              <a:defRPr sz="3060" b="1">
                <a:solidFill>
                  <a:srgbClr val="437F26"/>
                </a:solidFill>
                <a:latin typeface="Pretendard"/>
                <a:ea typeface="Pretendard"/>
                <a:cs typeface="Pretendard"/>
              </a:defRPr>
            </a:lvl5pPr>
            <a:lvl6pPr algn="l">
              <a:defRPr sz="3060" b="1">
                <a:solidFill>
                  <a:srgbClr val="437F26"/>
                </a:solidFill>
                <a:latin typeface="Pretendard"/>
                <a:ea typeface="Pretendard"/>
                <a:cs typeface="Pretendard"/>
              </a:defRPr>
            </a:lvl6pPr>
            <a:lvl7pPr algn="l">
              <a:defRPr sz="3060" b="1">
                <a:solidFill>
                  <a:srgbClr val="437F26"/>
                </a:solidFill>
                <a:latin typeface="Pretendard"/>
                <a:ea typeface="Pretendard"/>
                <a:cs typeface="Pretendard"/>
              </a:defRPr>
            </a:lvl7pPr>
            <a:lvl8pPr algn="l">
              <a:defRPr sz="3060" b="1">
                <a:solidFill>
                  <a:srgbClr val="437F26"/>
                </a:solidFill>
                <a:latin typeface="Pretendard"/>
                <a:ea typeface="Pretendard"/>
                <a:cs typeface="Pretendard"/>
              </a:defRPr>
            </a:lvl8pPr>
            <a:lvl9pPr algn="l">
              <a:defRPr sz="3060" b="1">
                <a:solidFill>
                  <a:srgbClr val="437F26"/>
                </a:solidFill>
                <a:latin typeface="Pretendard"/>
                <a:ea typeface="Pretendard"/>
                <a:cs typeface="Pretendard"/>
              </a:defRPr>
            </a:lvl9pPr>
          </a:lstStyle>
          <a:p xmlns:a="http://schemas.openxmlformats.org/drawingml/2006/main">
            <a:pPr algn="l">
              <a:defRPr sz="3060" b="1">
                <a:solidFill>
                  <a:srgbClr val="437F26"/>
                </a:solidFill>
                <a:latin typeface="Pretendard"/>
                <a:ea typeface="Pretendard"/>
                <a:cs typeface="Pretendard"/>
              </a:defRPr>
            </a:pPr>
            <a:r>
              <a:rPr sz="3060" b="1">
                <a:solidFill>
                  <a:srgbClr val="437F26"/>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0A37AE2A-65BE-4F7E-B679-70B401726DF3}"/>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C95162B9-4387-4959-98BD-327B592B1BB9}"/>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7BD0364B-993E-4096-99A8-3E844A5652FC}"/>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686868"/>
                </a:solidFill>
                <a:latin typeface="Pretendard"/>
                <a:ea typeface="Pretendard"/>
                <a:cs typeface="Pretendard"/>
              </a:defRPr>
            </a:defPPr>
            <a:lvl1pPr algn="l">
              <a:defRPr sz="3060" b="0">
                <a:solidFill>
                  <a:srgbClr val="686868"/>
                </a:solidFill>
                <a:latin typeface="Pretendard"/>
                <a:ea typeface="Pretendard"/>
                <a:cs typeface="Pretendard"/>
              </a:defRPr>
            </a:lvl1pPr>
            <a:lvl2pPr algn="l">
              <a:defRPr sz="3060" b="0">
                <a:solidFill>
                  <a:srgbClr val="686868"/>
                </a:solidFill>
                <a:latin typeface="Pretendard"/>
                <a:ea typeface="Pretendard"/>
                <a:cs typeface="Pretendard"/>
              </a:defRPr>
            </a:lvl2pPr>
            <a:lvl3pPr algn="l">
              <a:defRPr sz="3060" b="0">
                <a:solidFill>
                  <a:srgbClr val="686868"/>
                </a:solidFill>
                <a:latin typeface="Pretendard"/>
                <a:ea typeface="Pretendard"/>
                <a:cs typeface="Pretendard"/>
              </a:defRPr>
            </a:lvl3pPr>
            <a:lvl4pPr algn="l">
              <a:defRPr sz="3060" b="0">
                <a:solidFill>
                  <a:srgbClr val="686868"/>
                </a:solidFill>
                <a:latin typeface="Pretendard"/>
                <a:ea typeface="Pretendard"/>
                <a:cs typeface="Pretendard"/>
              </a:defRPr>
            </a:lvl4pPr>
            <a:lvl5pPr algn="l">
              <a:defRPr sz="3060" b="0">
                <a:solidFill>
                  <a:srgbClr val="686868"/>
                </a:solidFill>
                <a:latin typeface="Pretendard"/>
                <a:ea typeface="Pretendard"/>
                <a:cs typeface="Pretendard"/>
              </a:defRPr>
            </a:lvl5pPr>
            <a:lvl6pPr algn="l">
              <a:defRPr sz="3060" b="0">
                <a:solidFill>
                  <a:srgbClr val="686868"/>
                </a:solidFill>
                <a:latin typeface="Pretendard"/>
                <a:ea typeface="Pretendard"/>
                <a:cs typeface="Pretendard"/>
              </a:defRPr>
            </a:lvl6pPr>
            <a:lvl7pPr algn="l">
              <a:defRPr sz="3060" b="0">
                <a:solidFill>
                  <a:srgbClr val="686868"/>
                </a:solidFill>
                <a:latin typeface="Pretendard"/>
                <a:ea typeface="Pretendard"/>
                <a:cs typeface="Pretendard"/>
              </a:defRPr>
            </a:lvl7pPr>
            <a:lvl8pPr algn="l">
              <a:defRPr sz="3060" b="0">
                <a:solidFill>
                  <a:srgbClr val="686868"/>
                </a:solidFill>
                <a:latin typeface="Pretendard"/>
                <a:ea typeface="Pretendard"/>
                <a:cs typeface="Pretendard"/>
              </a:defRPr>
            </a:lvl8pPr>
            <a:lvl9pPr algn="l">
              <a:defRPr sz="3060" b="0">
                <a:solidFill>
                  <a:srgbClr val="686868"/>
                </a:solidFill>
                <a:latin typeface="Pretendard"/>
                <a:ea typeface="Pretendard"/>
                <a:cs typeface="Pretendard"/>
              </a:defRPr>
            </a:lvl9pPr>
          </a:lstStyle>
          <a:p xmlns:a="http://schemas.openxmlformats.org/drawingml/2006/main">
            <a:pPr algn="l">
              <a:defRPr sz="3060" b="0">
                <a:solidFill>
                  <a:srgbClr val="686868"/>
                </a:solidFill>
                <a:latin typeface="Pretendard"/>
                <a:ea typeface="Pretendard"/>
                <a:cs typeface="Pretendard"/>
              </a:defRPr>
            </a:pPr>
            <a:r>
              <a:rPr sz="3060" b="0">
                <a:solidFill>
                  <a:srgbClr val="686868"/>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5498EBB2-454B-4426-B1F7-BEE190B843B3}"/>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FF0C1B54-F15A-4846-B62E-38AD82CBA16E}"/>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94F1F3C0-AA60-4DFF-85FA-2D05F934458D}"/>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686868"/>
                </a:solidFill>
                <a:latin typeface="Pretendard"/>
                <a:ea typeface="Pretendard"/>
                <a:cs typeface="Pretendard"/>
              </a:defRPr>
            </a:defPPr>
            <a:lvl1pPr algn="l">
              <a:defRPr sz="3060" b="0">
                <a:solidFill>
                  <a:srgbClr val="686868"/>
                </a:solidFill>
                <a:latin typeface="Pretendard"/>
                <a:ea typeface="Pretendard"/>
                <a:cs typeface="Pretendard"/>
              </a:defRPr>
            </a:lvl1pPr>
            <a:lvl2pPr algn="l">
              <a:defRPr sz="3060" b="0">
                <a:solidFill>
                  <a:srgbClr val="686868"/>
                </a:solidFill>
                <a:latin typeface="Pretendard"/>
                <a:ea typeface="Pretendard"/>
                <a:cs typeface="Pretendard"/>
              </a:defRPr>
            </a:lvl2pPr>
            <a:lvl3pPr algn="l">
              <a:defRPr sz="3060" b="0">
                <a:solidFill>
                  <a:srgbClr val="686868"/>
                </a:solidFill>
                <a:latin typeface="Pretendard"/>
                <a:ea typeface="Pretendard"/>
                <a:cs typeface="Pretendard"/>
              </a:defRPr>
            </a:lvl3pPr>
            <a:lvl4pPr algn="l">
              <a:defRPr sz="3060" b="0">
                <a:solidFill>
                  <a:srgbClr val="686868"/>
                </a:solidFill>
                <a:latin typeface="Pretendard"/>
                <a:ea typeface="Pretendard"/>
                <a:cs typeface="Pretendard"/>
              </a:defRPr>
            </a:lvl4pPr>
            <a:lvl5pPr algn="l">
              <a:defRPr sz="3060" b="0">
                <a:solidFill>
                  <a:srgbClr val="686868"/>
                </a:solidFill>
                <a:latin typeface="Pretendard"/>
                <a:ea typeface="Pretendard"/>
                <a:cs typeface="Pretendard"/>
              </a:defRPr>
            </a:lvl5pPr>
            <a:lvl6pPr algn="l">
              <a:defRPr sz="3060" b="0">
                <a:solidFill>
                  <a:srgbClr val="686868"/>
                </a:solidFill>
                <a:latin typeface="Pretendard"/>
                <a:ea typeface="Pretendard"/>
                <a:cs typeface="Pretendard"/>
              </a:defRPr>
            </a:lvl6pPr>
            <a:lvl7pPr algn="l">
              <a:defRPr sz="3060" b="0">
                <a:solidFill>
                  <a:srgbClr val="686868"/>
                </a:solidFill>
                <a:latin typeface="Pretendard"/>
                <a:ea typeface="Pretendard"/>
                <a:cs typeface="Pretendard"/>
              </a:defRPr>
            </a:lvl7pPr>
            <a:lvl8pPr algn="l">
              <a:defRPr sz="3060" b="0">
                <a:solidFill>
                  <a:srgbClr val="686868"/>
                </a:solidFill>
                <a:latin typeface="Pretendard"/>
                <a:ea typeface="Pretendard"/>
                <a:cs typeface="Pretendard"/>
              </a:defRPr>
            </a:lvl8pPr>
            <a:lvl9pPr algn="l">
              <a:defRPr sz="3060" b="0">
                <a:solidFill>
                  <a:srgbClr val="686868"/>
                </a:solidFill>
                <a:latin typeface="Pretendard"/>
                <a:ea typeface="Pretendard"/>
                <a:cs typeface="Pretendard"/>
              </a:defRPr>
            </a:lvl9pPr>
          </a:lstStyle>
          <a:p xmlns:a="http://schemas.openxmlformats.org/drawingml/2006/main">
            <a:pPr algn="l">
              <a:defRPr sz="3060" b="0">
                <a:solidFill>
                  <a:srgbClr val="686868"/>
                </a:solidFill>
                <a:latin typeface="Pretendard"/>
                <a:ea typeface="Pretendard"/>
                <a:cs typeface="Pretendard"/>
              </a:defRPr>
            </a:pPr>
            <a:r>
              <a:rPr sz="3060" b="0">
                <a:solidFill>
                  <a:srgbClr val="686868"/>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44A467C3-851A-44F7-9931-6C5F093F92CD}"/>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C550D3E4-0E28-4917-8AB9-91EB6BFF4C3B}"/>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외부로의 열 손실과 측정 조건을 살펴본다.</a:t>
            </a:r>
          </a:p>
        </p:txBody>
      </p:sp>
      <p:pic>
        <p:nvPicPr>
          <p:cNvPr id="17" name="">
            <a:extLst xmlns:a="http://schemas.openxmlformats.org/drawingml/2006/main">
              <a:ext uri="{FF2B5EF4-FFF2-40B4-BE49-F238E27FC236}">
                <a16:creationId xmlns:a16="http://schemas.microsoft.com/office/drawing/2014/main" id="{CFCB8136-7C27-4E8C-BCBE-CB74B8DB398A}"/>
              </a:ext>
            </a:extLst>
          </p:cNvPr>
          <p:cNvPicPr>
            <a:picLocks xmlns:a="http://schemas.openxmlformats.org/drawingml/2006/main" noChangeAspect="1"/>
          </p:cNvPicPr>
          <p:nvPr/>
        </p:nvPicPr>
        <p:blipFill>
          <a:blip xmlns:r="http://schemas.openxmlformats.org/officeDocument/2006/relationships" xmlns:a="http://schemas.openxmlformats.org/drawingml/2006/main" r:embed="R8bd0826392fd424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10928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2026-10-29T02:44:05.7780000Z</dcterms:created>
  <dcterms:modified xsi:type="dcterms:W3CDTF">2026-10-29T02:44:05.7780000Z</dcterms:modified>
</coreProperties>
</file>