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546aa3b7c84d57" /><Relationship Type="http://schemas.openxmlformats.org/officeDocument/2006/relationships/extended-properties" Target="/docProps/app.xml" Id="R78765962f24b490e" /><Relationship Type="http://schemas.openxmlformats.org/officeDocument/2006/relationships/officeDocument" Target="/ppt/presentation.xml" Id="R1fe7b2bb01944a80" /></Relationships>
</file>

<file path=ppt/presentation.xml><?xml version="1.0" encoding="utf-8"?>
<p:presentation xmlns:p="http://schemas.openxmlformats.org/presentationml/2006/main">
  <p:sldMasterIdLst>
    <p:sldMasterId xmlns:r="http://schemas.openxmlformats.org/officeDocument/2006/relationships" id="2147483648" r:id="R0e24db8e4a90452a"/>
  </p:sldMasterIdLst>
  <p:notesMasterIdLst>
    <p:notesMasterId xmlns:r="http://schemas.openxmlformats.org/officeDocument/2006/relationships" r:id="R3d06366ff75e4c35"/>
  </p:notesMasterIdLst>
  <p:sldIdLst>
    <p:sldId xmlns:r="http://schemas.openxmlformats.org/officeDocument/2006/relationships" id="256" r:id="Re21623517d6247f9"/>
    <p:sldId xmlns:r="http://schemas.openxmlformats.org/officeDocument/2006/relationships" id="257" r:id="R4c30387fed444100"/>
    <p:sldId xmlns:r="http://schemas.openxmlformats.org/officeDocument/2006/relationships" id="258" r:id="Rb5c9844deb4f4472"/>
    <p:sldId xmlns:r="http://schemas.openxmlformats.org/officeDocument/2006/relationships" id="259" r:id="Rad2381b069f54579"/>
    <p:sldId xmlns:r="http://schemas.openxmlformats.org/officeDocument/2006/relationships" id="260" r:id="R84429d708b324a0b"/>
    <p:sldId xmlns:r="http://schemas.openxmlformats.org/officeDocument/2006/relationships" id="261" r:id="R893ed303792f4acf"/>
    <p:sldId xmlns:r="http://schemas.openxmlformats.org/officeDocument/2006/relationships" id="262" r:id="R805f29a9667944cd"/>
    <p:sldId xmlns:r="http://schemas.openxmlformats.org/officeDocument/2006/relationships" id="263" r:id="R3510eb597f1e48d5"/>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7d518d78a74095" /><Relationship Type="http://schemas.openxmlformats.org/officeDocument/2006/relationships/slideMaster" Target="/ppt/slideMasters/slideMaster1.xml" Id="R0e24db8e4a90452a" /><Relationship Type="http://schemas.openxmlformats.org/officeDocument/2006/relationships/notesMaster" Target="/ppt/notesMasters/notesMaster1.xml" Id="R3d06366ff75e4c35" /><Relationship Type="http://schemas.openxmlformats.org/officeDocument/2006/relationships/presProps" Target="/ppt/presProps.xml" Id="Re619853dced141e9" /><Relationship Type="http://schemas.openxmlformats.org/officeDocument/2006/relationships/tableStyles" Target="/ppt/tableStyles.xml" Id="R4fcb8802b4bd4367" /><Relationship Type="http://schemas.openxmlformats.org/officeDocument/2006/relationships/slide" Target="/ppt/slides/slide1.xml" Id="Re21623517d6247f9" /><Relationship Type="http://schemas.openxmlformats.org/officeDocument/2006/relationships/slide" Target="/ppt/slides/slide2.xml" Id="R4c30387fed444100" /><Relationship Type="http://schemas.openxmlformats.org/officeDocument/2006/relationships/slide" Target="/ppt/slides/slide3.xml" Id="Rb5c9844deb4f4472" /><Relationship Type="http://schemas.openxmlformats.org/officeDocument/2006/relationships/slide" Target="/ppt/slides/slide4.xml" Id="Rad2381b069f54579" /><Relationship Type="http://schemas.openxmlformats.org/officeDocument/2006/relationships/slide" Target="/ppt/slides/slide5.xml" Id="R84429d708b324a0b" /><Relationship Type="http://schemas.openxmlformats.org/officeDocument/2006/relationships/slide" Target="/ppt/slides/slide6.xml" Id="R893ed303792f4acf" /><Relationship Type="http://schemas.openxmlformats.org/officeDocument/2006/relationships/slide" Target="/ppt/slides/slide7.xml" Id="R805f29a9667944cd" /><Relationship Type="http://schemas.openxmlformats.org/officeDocument/2006/relationships/slide" Target="/ppt/slides/slide8.xml" Id="R3510eb597f1e48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6159b9988a42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e8f439db2044c3" /><Relationship Type="http://schemas.openxmlformats.org/officeDocument/2006/relationships/notesMaster" Target="/ppt/notesMasters/notesMaster1.xml" Id="R03df5dc20342409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4e2f71e8504486" /><Relationship Type="http://schemas.openxmlformats.org/officeDocument/2006/relationships/notesMaster" Target="/ppt/notesMasters/notesMaster1.xml" Id="Rb4ee0f12ad4546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26facc83034444" /><Relationship Type="http://schemas.openxmlformats.org/officeDocument/2006/relationships/notesMaster" Target="/ppt/notesMasters/notesMaster1.xml" Id="Rf70478c40c8240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8076ea1a404698" /><Relationship Type="http://schemas.openxmlformats.org/officeDocument/2006/relationships/notesMaster" Target="/ppt/notesMasters/notesMaster1.xml" Id="R1f6ae56bfbc84e5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548fe6fea047fa" /><Relationship Type="http://schemas.openxmlformats.org/officeDocument/2006/relationships/notesMaster" Target="/ppt/notesMasters/notesMaster1.xml" Id="R5e7871fd70e340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679ff3a2584cf3" /><Relationship Type="http://schemas.openxmlformats.org/officeDocument/2006/relationships/notesMaster" Target="/ppt/notesMasters/notesMaster1.xml" Id="R88f35c5b75f44a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363ba4c85141a0" /><Relationship Type="http://schemas.openxmlformats.org/officeDocument/2006/relationships/notesMaster" Target="/ppt/notesMasters/notesMaster1.xml" Id="R5cf27124ffdc40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f8bbcc1ade3c4c5a" /><Relationship Type="http://schemas.openxmlformats.org/officeDocument/2006/relationships/notesMaster" Target="/ppt/notesMasters/notesMaster1.xml" Id="Rdf99259bc03046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6bf90e66cc4a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f76ef952f64d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ce8e16887a43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5e5f4939c92469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e17e3b060746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06a1e1ed2f4cc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76D09D-042D-4F4E-9C93-1A9F42963EA6}"/>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27A469-AB89-4D0F-B13B-A35856438C1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ECBCF7-D8D3-4AB1-A798-0E4D31DEB34C}"/>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053093-D7A9-42C0-85A2-9DF553583EFF}"/>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EFAE08-6B39-4035-9D38-B13C40B3A605}"/>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0729468-A2C7-499D-B29D-7C20DEBE157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1916DD-8888-48CA-86BA-E87BE0FFE08D}"/>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6D39B26-9F33-4F23-AAA4-E8F838B00DD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42F4F95-FF0E-4329-943B-B0AFD9705E2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0FA9792-C64A-4CAD-95BD-1995BD0E402A}"/>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7bde6730e44bcd" /><Relationship Type="http://schemas.openxmlformats.org/officeDocument/2006/relationships/slideLayout" Target="/ppt/slideLayouts/slideLayout1.xml" Id="R1d68347bf9ed4f6b" /><Relationship Type="http://schemas.openxmlformats.org/officeDocument/2006/relationships/slideLayout" Target="/ppt/slideLayouts/slideLayout2.xml" Id="Rf0ecf90a519c465b" /><Relationship Type="http://schemas.openxmlformats.org/officeDocument/2006/relationships/slideLayout" Target="/ppt/slideLayouts/slideLayout3.xml" Id="R9143c0db38604971" /><Relationship Type="http://schemas.openxmlformats.org/officeDocument/2006/relationships/slideLayout" Target="/ppt/slideLayouts/slideLayout4.xml" Id="Rd2b84bfb6f914066" /><Relationship Type="http://schemas.openxmlformats.org/officeDocument/2006/relationships/slideLayout" Target="/ppt/slideLayouts/slideLayout5.xml" Id="Ree6a19eeae0347b8" /><Relationship Type="http://schemas.openxmlformats.org/officeDocument/2006/relationships/slideLayout" Target="/ppt/slideLayouts/slideLayout6.xml" Id="Ra5f1462a99fd4f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d68347bf9ed4f6b"/>
    <p:sldLayoutId xmlns:r="http://schemas.openxmlformats.org/officeDocument/2006/relationships" id="2147483650" r:id="Rf0ecf90a519c465b"/>
    <p:sldLayoutId xmlns:r="http://schemas.openxmlformats.org/officeDocument/2006/relationships" id="2147483651" r:id="R9143c0db38604971"/>
    <p:sldLayoutId xmlns:r="http://schemas.openxmlformats.org/officeDocument/2006/relationships" id="2147483652" r:id="Rd2b84bfb6f914066"/>
    <p:sldLayoutId xmlns:r="http://schemas.openxmlformats.org/officeDocument/2006/relationships" id="2147483653" r:id="Ree6a19eeae0347b8"/>
    <p:sldLayoutId xmlns:r="http://schemas.openxmlformats.org/officeDocument/2006/relationships" id="2147483654" r:id="Ra5f1462a99fd4f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0d246c7b5cc475d" /><Relationship Type="http://schemas.openxmlformats.org/officeDocument/2006/relationships/image" Target="/ppt/media/image.png" Id="R7a0bc217a9d84062" /><Relationship Type="http://schemas.openxmlformats.org/officeDocument/2006/relationships/image" Target="/ppt/media/image2.png" Id="R546ac932a4994901" /><Relationship Type="http://schemas.openxmlformats.org/officeDocument/2006/relationships/image" Target="/ppt/media/image3.png" Id="R37b43eb0c6f344a7" /><Relationship Type="http://schemas.openxmlformats.org/officeDocument/2006/relationships/image" Target="/ppt/media/image4.png" Id="R43613a71d2894242" /><Relationship Type="http://schemas.openxmlformats.org/officeDocument/2006/relationships/notesSlide" Target="/ppt/notesSlides/notesSlide1.xml" Id="R796ee40add3e44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a3062252b094f5f" /><Relationship Type="http://schemas.openxmlformats.org/officeDocument/2006/relationships/image" Target="/ppt/media/image5.png" Id="R1d56d6b2569f4a2d" /><Relationship Type="http://schemas.openxmlformats.org/officeDocument/2006/relationships/image" Target="/ppt/media/image6.png" Id="Rdfc0ed9fca5e40bc" /><Relationship Type="http://schemas.openxmlformats.org/officeDocument/2006/relationships/image" Target="/ppt/media/image7.png" Id="R58fdd3027fe04bdf" /><Relationship Type="http://schemas.openxmlformats.org/officeDocument/2006/relationships/image" Target="/ppt/media/image8.png" Id="R5af8f1f0a95c4630" /><Relationship Type="http://schemas.openxmlformats.org/officeDocument/2006/relationships/image" Target="/ppt/media/image9.png" Id="R1a16cbfb9ef24f40" /><Relationship Type="http://schemas.openxmlformats.org/officeDocument/2006/relationships/image" Target="/ppt/media/image10.png" Id="Rb72b8e28693040e6" /><Relationship Type="http://schemas.openxmlformats.org/officeDocument/2006/relationships/image" Target="/ppt/media/image11.png" Id="Rf2af45c80d45471a" /><Relationship Type="http://schemas.openxmlformats.org/officeDocument/2006/relationships/image" Target="/ppt/media/image12.png" Id="R4f6be615d16e4d0c" /><Relationship Type="http://schemas.openxmlformats.org/officeDocument/2006/relationships/image" Target="/ppt/media/image13.png" Id="R6a7fcd8f4fd948f3" /><Relationship Type="http://schemas.openxmlformats.org/officeDocument/2006/relationships/notesSlide" Target="/ppt/notesSlides/notesSlide2.xml" Id="Rafbb4c350b1e428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c6241ca52654416" /><Relationship Type="http://schemas.openxmlformats.org/officeDocument/2006/relationships/image" Target="/ppt/media/image14.png" Id="R8a9124d2046347f4" /><Relationship Type="http://schemas.openxmlformats.org/officeDocument/2006/relationships/image" Target="/ppt/media/image15.png" Id="Rbb4108fd2dd2444b" /><Relationship Type="http://schemas.openxmlformats.org/officeDocument/2006/relationships/image" Target="/ppt/media/image16.png" Id="R9399c37475064f46" /><Relationship Type="http://schemas.openxmlformats.org/officeDocument/2006/relationships/notesSlide" Target="/ppt/notesSlides/notesSlide3.xml" Id="R57f4b28afeab4ac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bfcddf757a47b7" /><Relationship Type="http://schemas.openxmlformats.org/officeDocument/2006/relationships/image" Target="/ppt/media/image17.png" Id="R3e17c3db93f24d4c" /><Relationship Type="http://schemas.openxmlformats.org/officeDocument/2006/relationships/image" Target="/ppt/media/image18.png" Id="Rd643f08330594424" /><Relationship Type="http://schemas.openxmlformats.org/officeDocument/2006/relationships/notesSlide" Target="/ppt/notesSlides/notesSlide4.xml" Id="R0ae2f8a8aa574a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37962af37a408a" /><Relationship Type="http://schemas.openxmlformats.org/officeDocument/2006/relationships/image" Target="/ppt/media/image19.png" Id="R852843daff414d86" /><Relationship Type="http://schemas.openxmlformats.org/officeDocument/2006/relationships/image" Target="/ppt/media/image20.png" Id="Re10c23948d564d11" /><Relationship Type="http://schemas.openxmlformats.org/officeDocument/2006/relationships/notesSlide" Target="/ppt/notesSlides/notesSlide5.xml" Id="R75b1dec076224e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73ef8e01814f48" /><Relationship Type="http://schemas.openxmlformats.org/officeDocument/2006/relationships/image" Target="/ppt/media/image21.png" Id="R519a23b6d9b94839" /><Relationship Type="http://schemas.openxmlformats.org/officeDocument/2006/relationships/image" Target="/ppt/media/image22.png" Id="Rde9572fa4274412c" /><Relationship Type="http://schemas.openxmlformats.org/officeDocument/2006/relationships/image" Target="/ppt/media/image23.png" Id="Rc752ba6f4cd54d99" /><Relationship Type="http://schemas.openxmlformats.org/officeDocument/2006/relationships/notesSlide" Target="/ppt/notesSlides/notesSlide6.xml" Id="R361d0c373a0245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31b9d22ec84428" /><Relationship Type="http://schemas.openxmlformats.org/officeDocument/2006/relationships/image" Target="/ppt/media/image24.png" Id="R93b810b0b3ea4ab8" /><Relationship Type="http://schemas.openxmlformats.org/officeDocument/2006/relationships/image" Target="/ppt/media/image25.png" Id="R03cb97289b1c4863" /><Relationship Type="http://schemas.openxmlformats.org/officeDocument/2006/relationships/notesSlide" Target="/ppt/notesSlides/notesSlide7.xml" Id="R07b09c7307e843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89d1671b9434da3" /><Relationship Type="http://schemas.openxmlformats.org/officeDocument/2006/relationships/image" Target="/ppt/media/image26.png" Id="Rc56af5d7d4bf4e1d" /><Relationship Type="http://schemas.openxmlformats.org/officeDocument/2006/relationships/notesSlide" Target="/ppt/notesSlides/notesSlide8.xml" Id="Reda9dc7c5dea4931" /></Relationships>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0" name="">
            <ns1:extLst>
              <ns1:ext uri="{FF2B5EF4-FFF2-40B4-BE49-F238E27FC236}">
                <ns2:creationId id="{3BB70D1C-2762-4EC1-AFC5-D07161F11DBC}"/>
              </ns1:ext>
            </ns1:extLst>
          </ns0:cNvPr>
          <ns0:cNvPicPr>
            <ns1:picLocks noChangeAspect="1"/>
          </ns0:cNvPicPr>
          <ns0:nvPr/>
        </ns0:nvPicPr>
        <ns0:blipFill>
          <ns1:blip ns3:embed="R7a0bc217a9d84062"/>
          <ns1:stretch/>
        </ns0:blipFill>
        <ns0:spPr>
          <ns1:xfrm>
            <ns1:off x="4859" y="0"/>
            <ns1:ext cx="18278283" cy="10287000"/>
          </ns1:xfrm>
          <ns1:prstGeom prst="rect">
            <ns1:avLst/>
          </ns1:prstGeom>
        </ns0:spPr>
      </ns0:pic>
      <ns0:sp>
        <ns0:nvSpPr>
          <ns0:cNvPr id="2" name="reference_green_fade">
            <ns1:extLst>
              <ns1:ext uri="{FF2B5EF4-FFF2-40B4-BE49-F238E27FC236}">
                <ns2:creationId id="{917AABCA-FAE7-4484-A0BE-EEBB9B6059B1}"/>
              </ns1:ext>
            </ns1:extLst>
          </ns0:cNvPr>
          <ns0:cNvSpPr>
            <ns1:spLocks noGrp="1"/>
          </ns0:cNvSpPr>
          <ns0:nvPr/>
        </ns0:nvSpPr>
        <ns0:spPr>
          <ns1:xfrm>
            <ns1:off x="0" y="0"/>
            <ns1:ext cx="18288000" cy="10287000"/>
          </ns1:xfrm>
          <ns1:prstGeom prst="rect">
            <ns1:avLst/>
          </ns1:prstGeom>
          <ns1:gradFill>
            <ns1:gsLst>
              <ns1:gs pos="0">
                <ns1:srgbClr val="0C7D08"/>
              </ns1:gs>
              <ns1:gs pos="22000">
                <ns1:srgbClr val="0C7D08"/>
              </ns1:gs>
              <ns1:gs pos="58000">
                <ns1:srgbClr val="0C7D08">
                  <ns1:alpha val="0"/>
                </ns1:srgbClr>
              </ns1:gs>
              <ns1:gs pos="100000">
                <ns1:srgbClr val="0C7D08">
                  <ns1:alpha val="0"/>
                </ns1:srgbClr>
              </ns1:gs>
            </ns1:gsLst>
            <ns1:lin ang="0"/>
          </ns1:gradFill>
          <ns1:ln w="0">
            <ns1:noFill/>
          </ns1:ln>
        </ns0:spPr>
      </ns0:sp>
      <ns0:pic>
        <ns0:nvPicPr>
          <ns0:cNvPr id="3" name="">
            <ns1:extLst>
              <ns1:ext uri="{FF2B5EF4-FFF2-40B4-BE49-F238E27FC236}">
                <ns2:creationId id="{7109ABE2-1C5F-4060-ACCB-ABE8B11E2DC1}"/>
              </ns1:ext>
            </ns1:extLst>
          </ns0:cNvPr>
          <ns0:cNvPicPr>
            <ns1:picLocks noChangeAspect="1"/>
          </ns0:cNvPicPr>
          <ns0:nvPr/>
        </ns0:nvPicPr>
        <ns0:blipFill>
          <ns1:blip ns3:embed="R546ac932a4994901"/>
          <ns1:stretch/>
        </ns0:blipFill>
        <ns0:spPr>
          <ns1:xfrm>
            <ns1:off x="16941800" y="382588"/>
            <ns1:ext cx="1028700" cy="733425"/>
          </ns1:xfrm>
          <ns1:prstGeom prst="rect">
            <ns1:avLst/>
          </ns1:prstGeom>
        </ns0:spPr>
      </ns0:pic>
      <ns0:sp>
        <ns0:nvSpPr>
          <ns0:cNvPr id="4" name="copyright">
            <ns1:extLst>
              <ns1:ext uri="{FF2B5EF4-FFF2-40B4-BE49-F238E27FC236}">
                <ns2:creationId id="{26FD089F-8177-433A-AAC2-E935F928EED5}"/>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5" name="">
            <ns1:extLst>
              <ns1:ext uri="{FF2B5EF4-FFF2-40B4-BE49-F238E27FC236}">
                <ns2:creationId id="{135B2959-72C9-41A7-B8F7-B466ECFB1013}"/>
              </ns1:ext>
            </ns1:extLst>
          </ns0:cNvPr>
          <ns0:cNvPicPr>
            <ns1:picLocks noChangeAspect="1"/>
          </ns0:cNvPicPr>
          <ns0:nvPr/>
        </ns0:nvPicPr>
        <ns0:blipFill>
          <ns1:blip ns3:embed="R37b43eb0c6f344a7"/>
          <ns1:stretch/>
        </ns0:blipFill>
        <ns0:spPr>
          <ns1:xfrm>
            <ns1:off x="1320800" y="5207000"/>
            <ns1:ext cx="1447800" cy="609600"/>
          </ns1:xfrm>
          <ns1:prstGeom prst="rect">
            <ns1:avLst/>
          </ns1:prstGeom>
        </ns0:spPr>
      </ns0:pic>
      <ns0:pic>
        <ns0:nvPicPr>
          <ns0:cNvPr id="6" name="">
            <ns1:extLst>
              <ns1:ext uri="{FF2B5EF4-FFF2-40B4-BE49-F238E27FC236}">
                <ns2:creationId id="{51EC4A40-47B4-46B2-873F-A6F1DBD829DE}"/>
              </ns1:ext>
            </ns1:extLst>
          </ns0:cNvPr>
          <ns0:cNvPicPr>
            <ns1:picLocks noChangeAspect="1"/>
          </ns0:cNvPicPr>
          <ns0:nvPr/>
        </ns0:nvPicPr>
        <ns0:blipFill>
          <ns1:blip ns3:embed="R43613a71d2894242"/>
          <ns1:stretch/>
        </ns0:blipFill>
        <ns0:spPr>
          <ns1:xfrm>
            <ns1:off x="15252700" y="410251"/>
            <ns1:ext cx="1473200" cy="627298"/>
          </ns1:xfrm>
          <ns1:prstGeom prst="rect">
            <ns1:avLst/>
          </ns1:prstGeom>
        </ns0:spPr>
      </ns0:pic>
      <ns0:sp>
        <ns0:nvSpPr>
          <ns0:cNvPr id="7" name="title-line0">
            <ns1:extLst>
              <ns1:ext uri="{FF2B5EF4-FFF2-40B4-BE49-F238E27FC236}">
                <ns2:creationId id="{7D0F6BAB-90F4-449B-8609-9A20640A18CF}"/>
              </ns1:ext>
            </ns1:extLst>
          </ns0:cNvPr>
          <ns0:cNvSpPr>
            <ns1:spLocks noGrp="1"/>
          </ns0:cNvSpPr>
          <ns0:nvPr/>
        </ns0:nvSpPr>
        <ns0:spPr>
          <ns1:xfrm>
            <ns1:off x="1321118" y="2500789"/>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Ⅲ. 화학 변화의 자발성</ns1:t>
            </ns1:r>
          </ns1:p>
        </ns0:txBody>
      </ns0:sp>
      <ns0:sp>
        <ns0:nvSpPr>
          <ns0:cNvPr id="8" name="title-line1">
            <ns1:extLst>
              <ns1:ext uri="{FF2B5EF4-FFF2-40B4-BE49-F238E27FC236}">
                <ns2:creationId id="{7C9A3439-F196-4CAF-8A3C-3F1E2F7C22B7}"/>
              </ns1:ext>
            </ns1:extLst>
          </ns0:cNvPr>
          <ns0:cNvSpPr>
            <ns1:spLocks noGrp="1"/>
          </ns0:cNvSpPr>
          <ns0:nvPr/>
        </ns0:nvSpPr>
        <ns0:spPr>
          <ns1:xfrm>
            <ns1:off x="1321118" y="3500914"/>
            <ns1:ext cx="13956983" cy="1466850"/>
          </ns1:xfrm>
          <ns1:prstGeom prst="rect">
            <ns1:avLst/>
          </ns1:prstGeom>
          <ns1:noFill/>
          <ns1:ln w="0">
            <ns1:noFill/>
          </ns1:ln>
        </ns0:spPr>
        <ns0:txBody>
          <ns1:bodyPr wrap="none" lIns="0" tIns="0" rIns="0" bIns="0" anchor="t">
            <ns1:noAutofit/>
          </ns1:bodyPr>
          <ns1:lstStyle>
            <ns1:defPPr algn="l">
              <ns1:defRPr sz="6750" b="1">
                <ns1:solidFill>
                  <ns1:srgbClr val="FFFFFF"/>
                </ns1:solidFill>
                <ns1:latin typeface="Pretendard"/>
                <ns1:ea typeface="Pretendard"/>
                <ns1:cs typeface="Pretendard"/>
              </ns1:defRPr>
            </ns1:defPPr>
            <ns1:lvl1pPr algn="l">
              <ns1:defRPr sz="6750" b="1">
                <ns1:solidFill>
                  <ns1:srgbClr val="FFFFFF"/>
                </ns1:solidFill>
                <ns1:latin typeface="Pretendard"/>
                <ns1:ea typeface="Pretendard"/>
                <ns1:cs typeface="Pretendard"/>
              </ns1:defRPr>
            </ns1:lvl1pPr>
            <ns1:lvl2pPr algn="l">
              <ns1:defRPr sz="6750" b="1">
                <ns1:solidFill>
                  <ns1:srgbClr val="FFFFFF"/>
                </ns1:solidFill>
                <ns1:latin typeface="Pretendard"/>
                <ns1:ea typeface="Pretendard"/>
                <ns1:cs typeface="Pretendard"/>
              </ns1:defRPr>
            </ns1:lvl2pPr>
            <ns1:lvl3pPr algn="l">
              <ns1:defRPr sz="6750" b="1">
                <ns1:solidFill>
                  <ns1:srgbClr val="FFFFFF"/>
                </ns1:solidFill>
                <ns1:latin typeface="Pretendard"/>
                <ns1:ea typeface="Pretendard"/>
                <ns1:cs typeface="Pretendard"/>
              </ns1:defRPr>
            </ns1:lvl3pPr>
            <ns1:lvl4pPr algn="l">
              <ns1:defRPr sz="6750" b="1">
                <ns1:solidFill>
                  <ns1:srgbClr val="FFFFFF"/>
                </ns1:solidFill>
                <ns1:latin typeface="Pretendard"/>
                <ns1:ea typeface="Pretendard"/>
                <ns1:cs typeface="Pretendard"/>
              </ns1:defRPr>
            </ns1:lvl4pPr>
            <ns1:lvl5pPr algn="l">
              <ns1:defRPr sz="6750" b="1">
                <ns1:solidFill>
                  <ns1:srgbClr val="FFFFFF"/>
                </ns1:solidFill>
                <ns1:latin typeface="Pretendard"/>
                <ns1:ea typeface="Pretendard"/>
                <ns1:cs typeface="Pretendard"/>
              </ns1:defRPr>
            </ns1:lvl5pPr>
            <ns1:lvl6pPr algn="l">
              <ns1:defRPr sz="6750" b="1">
                <ns1:solidFill>
                  <ns1:srgbClr val="FFFFFF"/>
                </ns1:solidFill>
                <ns1:latin typeface="Pretendard"/>
                <ns1:ea typeface="Pretendard"/>
                <ns1:cs typeface="Pretendard"/>
              </ns1:defRPr>
            </ns1:lvl6pPr>
            <ns1:lvl7pPr algn="l">
              <ns1:defRPr sz="6750" b="1">
                <ns1:solidFill>
                  <ns1:srgbClr val="FFFFFF"/>
                </ns1:solidFill>
                <ns1:latin typeface="Pretendard"/>
                <ns1:ea typeface="Pretendard"/>
                <ns1:cs typeface="Pretendard"/>
              </ns1:defRPr>
            </ns1:lvl7pPr>
            <ns1:lvl8pPr algn="l">
              <ns1:defRPr sz="6750" b="1">
                <ns1:solidFill>
                  <ns1:srgbClr val="FFFFFF"/>
                </ns1:solidFill>
                <ns1:latin typeface="Pretendard"/>
                <ns1:ea typeface="Pretendard"/>
                <ns1:cs typeface="Pretendard"/>
              </ns1:defRPr>
            </ns1:lvl8pPr>
            <ns1:lvl9pPr algn="l">
              <ns1:defRPr sz="6750" b="1">
                <ns1:solidFill>
                  <ns1:srgbClr val="FFFFFF"/>
                </ns1:solidFill>
                <ns1:latin typeface="Pretendard"/>
                <ns1:ea typeface="Pretendard"/>
                <ns1:cs typeface="Pretendard"/>
              </ns1:defRPr>
            </ns1:lvl9pPr>
          </ns1:lstStyle>
          <ns1:p>
            <ns1:pPr algn="l">
              <ns1:defRPr sz="6750" b="1">
                <ns1:solidFill>
                  <ns1:srgbClr val="FFFFFF"/>
                </ns1:solidFill>
                <ns1:latin typeface="Pretendard"/>
                <ns1:ea typeface="Pretendard"/>
                <ns1:cs typeface="Pretendard"/>
              </ns1:defRPr>
            </ns1:pPr>
            <ns1:r>
              <ns1:rPr sz="6750" b="1">
                <ns1:solidFill>
                  <ns1:srgbClr val="FFFFFF"/>
                </ns1:solidFill>
                <ns1:latin typeface="Pretendard"/>
                <ns1:ea typeface="Pretendard"/>
                <ns1:cs typeface="Pretendard"/>
              </ns1:rPr>
              <ns1:t>01. 엔탈피와 열화학 반응식</ns1:t>
            </ns1:r>
          </ns1:p>
        </ns0:txBody>
      </ns0:sp>
      <ns0:sp>
        <ns0:nvSpPr>
          <ns0:cNvPr id="9" name="ai_notice">
            <ns1:extLst>
              <ns1:ext uri="{FF2B5EF4-FFF2-40B4-BE49-F238E27FC236}">
                <ns2:creationId id="{CB162A3D-6191-43D0-9025-579D5B182E67}"/>
              </ns1:ext>
            </ns1:extLst>
          </ns0:cNvPr>
          <ns0:cNvSpPr>
            <ns1:spLocks noGrp="1"/>
          </ns0:cNvSpPr>
          <ns0:nvPr/>
        </ns0:nvSpPr>
        <ns0:spPr>
          <ns1:xfrm>
            <ns1:off x="355283" y="9855756"/>
            <ns1:ext cx="10763250" cy="285750"/>
          </ns1:xfrm>
          <ns1:prstGeom prst="rect">
            <ns1:avLst/>
          </ns1:prstGeom>
          <ns1:noFill/>
          <ns1:ln w="0">
            <ns1:noFill/>
          </ns1:ln>
        </ns0:spPr>
        <ns0:txBody>
          <ns1:bodyPr wrap="none" lIns="0" tIns="0" rIns="0" bIns="0" anchor="t">
            <ns1:noAutofit/>
          </ns1:bodyPr>
          <ns1:lstStyle>
            <ns1:defPPr algn="l">
              <ns1:defRPr sz="1275" b="0">
                <ns1:solidFill>
                  <ns1:srgbClr val="FFFFFF"/>
                </ns1:solidFill>
                <ns1:latin typeface="Pretendard"/>
                <ns1:ea typeface="Pretendard"/>
                <ns1:cs typeface="Pretendard"/>
              </ns1:defRPr>
            </ns1:defPPr>
            <ns1:lvl1pPr algn="l">
              <ns1:defRPr sz="1275" b="0">
                <ns1:solidFill>
                  <ns1:srgbClr val="FFFFFF"/>
                </ns1:solidFill>
                <ns1:latin typeface="Pretendard"/>
                <ns1:ea typeface="Pretendard"/>
                <ns1:cs typeface="Pretendard"/>
              </ns1:defRPr>
            </ns1:lvl1pPr>
            <ns1:lvl2pPr algn="l">
              <ns1:defRPr sz="1275" b="0">
                <ns1:solidFill>
                  <ns1:srgbClr val="FFFFFF"/>
                </ns1:solidFill>
                <ns1:latin typeface="Pretendard"/>
                <ns1:ea typeface="Pretendard"/>
                <ns1:cs typeface="Pretendard"/>
              </ns1:defRPr>
            </ns1:lvl2pPr>
            <ns1:lvl3pPr algn="l">
              <ns1:defRPr sz="1275" b="0">
                <ns1:solidFill>
                  <ns1:srgbClr val="FFFFFF"/>
                </ns1:solidFill>
                <ns1:latin typeface="Pretendard"/>
                <ns1:ea typeface="Pretendard"/>
                <ns1:cs typeface="Pretendard"/>
              </ns1:defRPr>
            </ns1:lvl3pPr>
            <ns1:lvl4pPr algn="l">
              <ns1:defRPr sz="1275" b="0">
                <ns1:solidFill>
                  <ns1:srgbClr val="FFFFFF"/>
                </ns1:solidFill>
                <ns1:latin typeface="Pretendard"/>
                <ns1:ea typeface="Pretendard"/>
                <ns1:cs typeface="Pretendard"/>
              </ns1:defRPr>
            </ns1:lvl4pPr>
            <ns1:lvl5pPr algn="l">
              <ns1:defRPr sz="1275" b="0">
                <ns1:solidFill>
                  <ns1:srgbClr val="FFFFFF"/>
                </ns1:solidFill>
                <ns1:latin typeface="Pretendard"/>
                <ns1:ea typeface="Pretendard"/>
                <ns1:cs typeface="Pretendard"/>
              </ns1:defRPr>
            </ns1:lvl5pPr>
            <ns1:lvl6pPr algn="l">
              <ns1:defRPr sz="1275" b="0">
                <ns1:solidFill>
                  <ns1:srgbClr val="FFFFFF"/>
                </ns1:solidFill>
                <ns1:latin typeface="Pretendard"/>
                <ns1:ea typeface="Pretendard"/>
                <ns1:cs typeface="Pretendard"/>
              </ns1:defRPr>
            </ns1:lvl6pPr>
            <ns1:lvl7pPr algn="l">
              <ns1:defRPr sz="1275" b="0">
                <ns1:solidFill>
                  <ns1:srgbClr val="FFFFFF"/>
                </ns1:solidFill>
                <ns1:latin typeface="Pretendard"/>
                <ns1:ea typeface="Pretendard"/>
                <ns1:cs typeface="Pretendard"/>
              </ns1:defRPr>
            </ns1:lvl7pPr>
            <ns1:lvl8pPr algn="l">
              <ns1:defRPr sz="1275" b="0">
                <ns1:solidFill>
                  <ns1:srgbClr val="FFFFFF"/>
                </ns1:solidFill>
                <ns1:latin typeface="Pretendard"/>
                <ns1:ea typeface="Pretendard"/>
                <ns1:cs typeface="Pretendard"/>
              </ns1:defRPr>
            </ns1:lvl8pPr>
            <ns1:lvl9pPr algn="l">
              <ns1:defRPr sz="1275" b="0">
                <ns1:solidFill>
                  <ns1:srgbClr val="FFFFFF"/>
                </ns1:solidFill>
                <ns1:latin typeface="Pretendard"/>
                <ns1:ea typeface="Pretendard"/>
                <ns1:cs typeface="Pretendard"/>
              </ns1:defRPr>
            </ns1:lvl9pPr>
          </ns1:lstStyle>
          <ns1:p>
            <ns1:pPr algn="l">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본 수업 자료에 사용된 일부 이미지는 생성형 AI 기술을 활용하여 제작되었습니다.</ns1:t>
            </ns1:r>
          </ns1:p>
        </ns0:txBody>
      </ns0:sp>
    </ns0:spTree>
    <ns0:extLst>
      <ns0:ext uri="{BB962C8B-B14F-4D97-AF65-F5344CB8AC3E}">
        <ns4:creationId val="153920812"/>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21" name="">
            <ns1:extLst>
              <ns1:ext uri="{FF2B5EF4-FFF2-40B4-BE49-F238E27FC236}">
                <ns2:creationId id="{A53A8320-1DB5-43B3-9FF0-0E0FA142D9C2}"/>
              </ns1:ext>
            </ns1:extLst>
          </ns0:cNvPr>
          <ns0:cNvPicPr>
            <ns1:picLocks noChangeAspect="1"/>
          </ns0:cNvPicPr>
          <ns0:nvPr/>
        </ns0:nvPicPr>
        <ns0:blipFill>
          <ns1:blip ns3:embed="R1d56d6b2569f4a2d"/>
          <ns1:stretch/>
        </ns0:blipFill>
        <ns0:spPr>
          <ns1:xfrm>
            <ns1:off x="1981200" y="4205950"/>
            <ns1:ext cx="13017500" cy="3792800"/>
          </ns1:xfrm>
          <ns1:prstGeom prst="rect">
            <ns1:avLst/>
          </ns1:prstGeom>
        </ns0:spPr>
      </ns0:pic>
      <ns0:pic>
        <ns0:nvPicPr>
          <ns0:cNvPr id="2" name="">
            <ns1:extLst>
              <ns1:ext uri="{FF2B5EF4-FFF2-40B4-BE49-F238E27FC236}">
                <ns2:creationId id="{91C8485C-942A-4A37-9369-3A77E4A772D1}"/>
              </ns1:ext>
            </ns1:extLst>
          </ns0:cNvPr>
          <ns0:cNvPicPr>
            <ns1:picLocks noChangeAspect="1"/>
          </ns0:cNvPicPr>
          <ns0:nvPr/>
        </ns0:nvPicPr>
        <ns0:blipFill>
          <ns1:blip ns3:embed="Rdfc0ed9fca5e40bc"/>
          <ns1:stretch/>
        </ns0:blipFill>
        <ns0:spPr>
          <ns1:xfrm>
            <ns1:off x="4321175" y="4800600"/>
            <ns1:ext cx="2419350" cy="1981200"/>
          </ns1:xfrm>
          <ns1:prstGeom prst="rect">
            <ns1:avLst/>
          </ns1:prstGeom>
        </ns0:spPr>
      </ns0:pic>
      <ns0:pic>
        <ns0:nvPicPr>
          <ns0:cNvPr id="3" name="">
            <ns1:extLst>
              <ns1:ext uri="{FF2B5EF4-FFF2-40B4-BE49-F238E27FC236}">
                <ns2:creationId id="{E43DA915-AD74-40B6-BBD9-44066B7CC8A5}"/>
              </ns1:ext>
            </ns1:extLst>
          </ns0:cNvPr>
          <ns0:cNvPicPr>
            <ns1:picLocks noChangeAspect="1"/>
          </ns0:cNvPicPr>
          <ns0:nvPr/>
        </ns0:nvPicPr>
        <ns0:blipFill>
          <ns1:blip ns3:embed="R58fdd3027fe04bdf"/>
          <ns1:stretch/>
        </ns0:blipFill>
        <ns0:spPr>
          <ns1:xfrm>
            <ns1:off x="8004175" y="4800600"/>
            <ns1:ext cx="2419350" cy="1981200"/>
          </ns1:xfrm>
          <ns1:prstGeom prst="rect">
            <ns1:avLst/>
          </ns1:prstGeom>
        </ns0:spPr>
      </ns0:pic>
      <ns0:pic>
        <ns0:nvPicPr>
          <ns0:cNvPr id="4" name="">
            <ns1:extLst>
              <ns1:ext uri="{FF2B5EF4-FFF2-40B4-BE49-F238E27FC236}">
                <ns2:creationId id="{C02B86DC-5D66-450D-AECC-01FA1785791F}"/>
              </ns1:ext>
            </ns1:extLst>
          </ns0:cNvPr>
          <ns0:cNvPicPr>
            <ns1:picLocks noChangeAspect="1"/>
          </ns0:cNvPicPr>
          <ns0:nvPr/>
        </ns0:nvPicPr>
        <ns0:blipFill>
          <ns1:blip ns3:embed="R5af8f1f0a95c4630"/>
          <ns1:stretch/>
        </ns0:blipFill>
        <ns0:spPr>
          <ns1:xfrm>
            <ns1:off x="11696700" y="4788250"/>
            <ns1:ext cx="2425700" cy="2158300"/>
          </ns1:xfrm>
          <ns1:prstGeom prst="rect">
            <ns1:avLst/>
          </ns1:prstGeom>
        </ns0:spPr>
      </ns0:pic>
      <ns0:pic>
        <ns0:nvPicPr>
          <ns0:cNvPr id="5" name="">
            <ns1:extLst>
              <ns1:ext uri="{FF2B5EF4-FFF2-40B4-BE49-F238E27FC236}">
                <ns2:creationId id="{E862E8AF-F8FE-4E05-B7E7-D72E17A28A92}"/>
              </ns1:ext>
            </ns1:extLst>
          </ns0:cNvPr>
          <ns0:cNvPicPr>
            <ns1:picLocks noChangeAspect="1"/>
          </ns0:cNvPicPr>
          <ns0:nvPr/>
        </ns0:nvPicPr>
        <ns0:blipFill>
          <ns1:blip ns3:embed="R1a16cbfb9ef24f40"/>
          <ns1:stretch/>
        </ns0:blipFill>
        <ns0:spPr>
          <ns1:xfrm>
            <ns1:off x="14834480" y="4203700"/>
            <ns1:ext cx="353840" cy="1587500"/>
          </ns1:xfrm>
          <ns1:prstGeom prst="rect">
            <ns1:avLst/>
          </ns1:prstGeom>
        </ns0:spPr>
      </ns0:pic>
      <ns0:pic>
        <ns0:nvPicPr>
          <ns0:cNvPr id="6" name="">
            <ns1:extLst>
              <ns1:ext uri="{FF2B5EF4-FFF2-40B4-BE49-F238E27FC236}">
                <ns2:creationId id="{4BEAC3B2-FF65-494C-AD9E-4A45503089F4}"/>
              </ns1:ext>
            </ns1:extLst>
          </ns0:cNvPr>
          <ns0:cNvPicPr>
            <ns1:picLocks noChangeAspect="1"/>
          </ns0:cNvPicPr>
          <ns0:nvPr/>
        </ns0:nvPicPr>
        <ns0:blipFill>
          <ns1:blip ns3:embed="Rb72b8e28693040e6"/>
          <ns1:stretch/>
        </ns0:blipFill>
        <ns0:spPr>
          <ns1:xfrm>
            <ns1:off x="14644856" y="4330700"/>
            <ns1:ext cx="402887" cy="901700"/>
          </ns1:xfrm>
          <ns1:prstGeom prst="rect">
            <ns1:avLst/>
          </ns1:prstGeom>
        </ns0:spPr>
      </ns0:pic>
      <ns0:pic>
        <ns0:nvPicPr>
          <ns0:cNvPr id="7" name="">
            <ns1:extLst>
              <ns1:ext uri="{FF2B5EF4-FFF2-40B4-BE49-F238E27FC236}">
                <ns2:creationId id="{0E1D70B1-F10B-4991-B36E-72BE2AD3FD38}"/>
              </ns1:ext>
            </ns1:extLst>
          </ns0:cNvPr>
          <ns0:cNvPicPr>
            <ns1:picLocks noChangeAspect="1"/>
          </ns0:cNvPicPr>
          <ns0:nvPr/>
        </ns0:nvPicPr>
        <ns0:blipFill>
          <ns1:blip ns3:embed="Rf2af45c80d45471a"/>
          <ns1:stretch/>
        </ns0:blipFill>
        <ns0:spPr>
          <ns1:xfrm>
            <ns1:off x="14644856" y="7099300"/>
            <ns1:ext cx="402887" cy="901700"/>
          </ns1:xfrm>
          <ns1:prstGeom prst="rect">
            <ns1:avLst/>
          </ns1:prstGeom>
        </ns0:spPr>
      </ns0:pic>
      <ns0:pic>
        <ns0:nvPicPr>
          <ns0:cNvPr id="8" name="">
            <ns1:extLst>
              <ns1:ext uri="{FF2B5EF4-FFF2-40B4-BE49-F238E27FC236}">
                <ns2:creationId id="{535B43CB-3B64-4512-93B8-E26D76A7C577}"/>
              </ns1:ext>
            </ns1:extLst>
          </ns0:cNvPr>
          <ns0:cNvPicPr>
            <ns1:picLocks noChangeAspect="1"/>
          </ns0:cNvPicPr>
          <ns0:nvPr/>
        </ns0:nvPicPr>
        <ns0:blipFill>
          <ns1:blip ns3:embed="R4f6be615d16e4d0c"/>
          <ns1:stretch/>
        </ns0:blipFill>
        <ns0:spPr>
          <ns1:xfrm>
            <ns1:off x="14784556" y="6667500"/>
            <ns1:ext cx="402887" cy="901700"/>
          </ns1:xfrm>
          <ns1:prstGeom prst="rect">
            <ns1:avLst/>
          </ns1:prstGeom>
        </ns0:spPr>
      </ns0:pic>
      <ns0:pic>
        <ns0:nvPicPr>
          <ns0:cNvPr id="9" name="">
            <ns1:extLst>
              <ns1:ext uri="{FF2B5EF4-FFF2-40B4-BE49-F238E27FC236}">
                <ns2:creationId id="{6B2D1F8F-5990-49FF-B84F-7EB5226C3AD8}"/>
              </ns1:ext>
            </ns1:extLst>
          </ns0:cNvPr>
          <ns0:cNvPicPr>
            <ns1:picLocks noChangeAspect="1"/>
          </ns0:cNvPicPr>
          <ns0:nvPr/>
        </ns0:nvPicPr>
        <ns0:blipFill>
          <ns1:blip ns3:embed="R6a7fcd8f4fd948f3"/>
          <ns1:stretch/>
        </ns0:blipFill>
        <ns0:spPr>
          <ns1:xfrm>
            <ns1:off x="16941800" y="382588"/>
            <ns1:ext cx="1028700" cy="733425"/>
          </ns1:xfrm>
          <ns1:prstGeom prst="rect">
            <ns1:avLst/>
          </ns1:prstGeom>
        </ns0:spPr>
      </ns0:pic>
      <ns0:sp>
        <ns0:nvSpPr>
          <ns0:cNvPr id="10" name="copyright">
            <ns1:extLst>
              <ns1:ext uri="{FF2B5EF4-FFF2-40B4-BE49-F238E27FC236}">
                <ns2:creationId id="{5CB3FD5E-C025-47CC-A8B9-5D9014F7E122}"/>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11" name="title">
            <ns1:extLst>
              <ns1:ext uri="{FF2B5EF4-FFF2-40B4-BE49-F238E27FC236}">
                <ns2:creationId id="{34FA0B6E-05CE-4685-9256-1CB3F1ECA7F6}"/>
              </ns1:ext>
            </ns1:extLst>
          </ns0:cNvPr>
          <ns0:cNvSpPr>
            <ns1:spLocks noGrp="1"/>
          </ns0:cNvSpPr>
          <ns0:nvPr/>
        </ns0:nvSpPr>
        <ns0:spPr>
          <ns1:xfrm>
            <ns1:off x="3111818" y="2571274"/>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목차</ns1:t>
            </ns1:r>
          </ns1:p>
        </ns0:txBody>
      </ns0:sp>
      <ns0:sp>
        <ns0:nvSpPr>
          <ns0:cNvPr id="12" name="part_1">
            <ns1:extLst>
              <ns1:ext uri="{FF2B5EF4-FFF2-40B4-BE49-F238E27FC236}">
                <ns2:creationId id="{E35A6517-D6A2-4F43-A0A2-FA94EC814FE5}"/>
              </ns1:ext>
            </ns1:extLst>
          </ns0:cNvPr>
          <ns0:cNvSpPr>
            <ns1:spLocks noGrp="1"/>
          </ns0:cNvSpPr>
          <ns0:nvPr/>
        </ns0:nvSpPr>
        <ns0:spPr>
          <ns1:xfrm>
            <ns1:off x="45081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1</ns1:t>
            </ns1:r>
          </ns1:p>
        </ns0:txBody>
      </ns0:sp>
      <ns0:sp>
        <ns0:nvSpPr>
          <ns0:cNvPr id="13" name="part_title_1-line0">
            <ns1:extLst>
              <ns1:ext uri="{FF2B5EF4-FFF2-40B4-BE49-F238E27FC236}">
                <ns2:creationId id="{71C27586-AC85-41A7-9DBA-707D73C5D2EB}"/>
              </ns1:ext>
            </ns1:extLst>
          </ns0:cNvPr>
          <ns0:cNvSpPr>
            <ns1:spLocks noGrp="1"/>
          </ns0:cNvSpPr>
          <ns0:nvPr/>
        </ns0:nvSpPr>
        <ns0:spPr>
          <ns1:xfrm>
            <ns1:off x="46101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엔탈피와</ns1:t>
            </ns1:r>
          </ns1:p>
        </ns0:txBody>
      </ns0:sp>
      <ns0:sp>
        <ns0:nvSpPr>
          <ns0:cNvPr id="14" name="part_title_1-line1">
            <ns1:extLst>
              <ns1:ext uri="{FF2B5EF4-FFF2-40B4-BE49-F238E27FC236}">
                <ns2:creationId id="{0F7096D6-9677-42E5-AA5A-D1B2B16EC002}"/>
              </ns1:ext>
            </ns1:extLst>
          </ns0:cNvPr>
          <ns0:cNvSpPr>
            <ns1:spLocks noGrp="1"/>
          </ns0:cNvSpPr>
          <ns0:nvPr/>
        </ns0:nvSpPr>
        <ns0:spPr>
          <ns1:xfrm>
            <ns1:off x="46101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열화학 반응식</ns1:t>
            </ns1:r>
          </ns1:p>
        </ns0:txBody>
      </ns0:sp>
      <ns0:sp>
        <ns0:nvSpPr>
          <ns0:cNvPr id="15" name="part_2">
            <ns1:extLst>
              <ns1:ext uri="{FF2B5EF4-FFF2-40B4-BE49-F238E27FC236}">
                <ns2:creationId id="{77099E79-C18E-489B-ACD0-3162FA86ADE3}"/>
              </ns1:ext>
            </ns1:extLst>
          </ns0:cNvPr>
          <ns0:cNvSpPr>
            <ns1:spLocks noGrp="1"/>
          </ns0:cNvSpPr>
          <ns0:nvPr/>
        </ns0:nvSpPr>
        <ns0:spPr>
          <ns1:xfrm>
            <ns1:off x="8165783"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2</ns1:t>
            </ns1:r>
          </ns1:p>
        </ns0:txBody>
      </ns0:sp>
      <ns0:sp>
        <ns0:nvSpPr>
          <ns0:cNvPr id="16" name="part_title_2-line0">
            <ns1:extLst>
              <ns1:ext uri="{FF2B5EF4-FFF2-40B4-BE49-F238E27FC236}">
                <ns2:creationId id="{1B518C88-D679-4FCF-B9C4-F8BADE9561D2}"/>
              </ns1:ext>
            </ns1:extLst>
          </ns0:cNvPr>
          <ns0:cNvSpPr>
            <ns1:spLocks noGrp="1"/>
          </ns0:cNvSpPr>
          <ns0:nvPr/>
        </ns0:nvSpPr>
        <ns0:spPr>
          <ns1:xfrm>
            <ns1:off x="8267700"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연료의</ns1:t>
            </ns1:r>
          </ns1:p>
        </ns0:txBody>
      </ns0:sp>
      <ns0:sp>
        <ns0:nvSpPr>
          <ns0:cNvPr id="17" name="part_title_2-line1">
            <ns1:extLst>
              <ns1:ext uri="{FF2B5EF4-FFF2-40B4-BE49-F238E27FC236}">
                <ns2:creationId id="{84CDCCBB-33C0-43E0-9CDD-307F563A85EC}"/>
              </ns1:ext>
            </ns1:extLst>
          </ns0:cNvPr>
          <ns0:cNvSpPr>
            <ns1:spLocks noGrp="1"/>
          </ns0:cNvSpPr>
          <ns0:nvPr/>
        </ns0:nvSpPr>
        <ns0:spPr>
          <ns1:xfrm>
            <ns1:off x="8267700"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효율성</ns1:t>
            </ns1:r>
          </ns1:p>
        </ns0:txBody>
      </ns0:sp>
      <ns0:sp>
        <ns0:nvSpPr>
          <ns0:cNvPr id="18" name="part_3">
            <ns1:extLst>
              <ns1:ext uri="{FF2B5EF4-FFF2-40B4-BE49-F238E27FC236}">
                <ns2:creationId id="{AAECBDF2-D1D6-45BB-B609-85C46A16C466}"/>
              </ns1:ext>
            </ns1:extLst>
          </ns0:cNvPr>
          <ns0:cNvSpPr>
            <ns1:spLocks noGrp="1"/>
          </ns0:cNvSpPr>
          <ns0:nvPr/>
        </ns0:nvSpPr>
        <ns0:spPr>
          <ns1:xfrm>
            <ns1:off x="11836718" y="5146358"/>
            <ns1:ext cx="2667000" cy="419100"/>
          </ns1:xfrm>
          <ns1:prstGeom prst="rect">
            <ns1:avLst/>
          </ns1:prstGeom>
          <ns1:noFill/>
          <ns1:ln w="0">
            <ns1:noFill/>
          </ns1:ln>
        </ns0:spPr>
        <ns0:txBody>
          <ns1:bodyPr wrap="none" lIns="0" tIns="0" rIns="0" bIns="0" anchor="t">
            <ns1:noAutofit/>
          </ns1:bodyPr>
          <ns1:lstStyle>
            <ns1:defPPr algn="l">
              <ns1:defRPr sz="2700" b="1">
                <ns1:solidFill>
                  <ns1:srgbClr val="9FFF68"/>
                </ns1:solidFill>
                <ns1:latin typeface="Pretendard"/>
                <ns1:ea typeface="Pretendard"/>
                <ns1:cs typeface="Pretendard"/>
              </ns1:defRPr>
            </ns1:defPPr>
            <ns1:lvl1pPr algn="l">
              <ns1:defRPr sz="2700" b="1">
                <ns1:solidFill>
                  <ns1:srgbClr val="9FFF68"/>
                </ns1:solidFill>
                <ns1:latin typeface="Pretendard"/>
                <ns1:ea typeface="Pretendard"/>
                <ns1:cs typeface="Pretendard"/>
              </ns1:defRPr>
            </ns1:lvl1pPr>
            <ns1:lvl2pPr algn="l">
              <ns1:defRPr sz="2700" b="1">
                <ns1:solidFill>
                  <ns1:srgbClr val="9FFF68"/>
                </ns1:solidFill>
                <ns1:latin typeface="Pretendard"/>
                <ns1:ea typeface="Pretendard"/>
                <ns1:cs typeface="Pretendard"/>
              </ns1:defRPr>
            </ns1:lvl2pPr>
            <ns1:lvl3pPr algn="l">
              <ns1:defRPr sz="2700" b="1">
                <ns1:solidFill>
                  <ns1:srgbClr val="9FFF68"/>
                </ns1:solidFill>
                <ns1:latin typeface="Pretendard"/>
                <ns1:ea typeface="Pretendard"/>
                <ns1:cs typeface="Pretendard"/>
              </ns1:defRPr>
            </ns1:lvl3pPr>
            <ns1:lvl4pPr algn="l">
              <ns1:defRPr sz="2700" b="1">
                <ns1:solidFill>
                  <ns1:srgbClr val="9FFF68"/>
                </ns1:solidFill>
                <ns1:latin typeface="Pretendard"/>
                <ns1:ea typeface="Pretendard"/>
                <ns1:cs typeface="Pretendard"/>
              </ns1:defRPr>
            </ns1:lvl4pPr>
            <ns1:lvl5pPr algn="l">
              <ns1:defRPr sz="2700" b="1">
                <ns1:solidFill>
                  <ns1:srgbClr val="9FFF68"/>
                </ns1:solidFill>
                <ns1:latin typeface="Pretendard"/>
                <ns1:ea typeface="Pretendard"/>
                <ns1:cs typeface="Pretendard"/>
              </ns1:defRPr>
            </ns1:lvl5pPr>
            <ns1:lvl6pPr algn="l">
              <ns1:defRPr sz="2700" b="1">
                <ns1:solidFill>
                  <ns1:srgbClr val="9FFF68"/>
                </ns1:solidFill>
                <ns1:latin typeface="Pretendard"/>
                <ns1:ea typeface="Pretendard"/>
                <ns1:cs typeface="Pretendard"/>
              </ns1:defRPr>
            </ns1:lvl6pPr>
            <ns1:lvl7pPr algn="l">
              <ns1:defRPr sz="2700" b="1">
                <ns1:solidFill>
                  <ns1:srgbClr val="9FFF68"/>
                </ns1:solidFill>
                <ns1:latin typeface="Pretendard"/>
                <ns1:ea typeface="Pretendard"/>
                <ns1:cs typeface="Pretendard"/>
              </ns1:defRPr>
            </ns1:lvl7pPr>
            <ns1:lvl8pPr algn="l">
              <ns1:defRPr sz="2700" b="1">
                <ns1:solidFill>
                  <ns1:srgbClr val="9FFF68"/>
                </ns1:solidFill>
                <ns1:latin typeface="Pretendard"/>
                <ns1:ea typeface="Pretendard"/>
                <ns1:cs typeface="Pretendard"/>
              </ns1:defRPr>
            </ns1:lvl8pPr>
            <ns1:lvl9pPr algn="l">
              <ns1:defRPr sz="2700" b="1">
                <ns1:solidFill>
                  <ns1:srgbClr val="9FFF68"/>
                </ns1:solidFill>
                <ns1:latin typeface="Pretendard"/>
                <ns1:ea typeface="Pretendard"/>
                <ns1:cs typeface="Pretendard"/>
              </ns1:defRPr>
            </ns1:lvl9pPr>
          </ns1:lstStyle>
          <ns1:p>
            <ns1:pPr algn="l">
              <ns1:defRPr sz="2700" b="1">
                <ns1:solidFill>
                  <ns1:srgbClr val="9FFF68"/>
                </ns1:solidFill>
                <ns1:latin typeface="Pretendard"/>
                <ns1:ea typeface="Pretendard"/>
                <ns1:cs typeface="Pretendard"/>
              </ns1:defRPr>
            </ns1:pPr>
            <ns1:r>
              <ns1:rPr sz="2700" b="1">
                <ns1:solidFill>
                  <ns1:srgbClr val="9FFF68"/>
                </ns1:solidFill>
                <ns1:latin typeface="Pretendard"/>
                <ns1:ea typeface="Pretendard"/>
                <ns1:cs typeface="Pretendard"/>
              </ns1:rPr>
              <ns1:t>PART 3</ns1:t>
            </ns1:r>
          </ns1:p>
        </ns0:txBody>
      </ns0:sp>
      <ns0:sp>
        <ns0:nvSpPr>
          <ns0:cNvPr id="19" name="part_title_3-line0">
            <ns1:extLst>
              <ns1:ext uri="{FF2B5EF4-FFF2-40B4-BE49-F238E27FC236}">
                <ns2:creationId id="{8D5A76D1-511E-4D36-900C-CAA223D6D4A0}"/>
              </ns1:ext>
            </ns1:extLst>
          </ns0:cNvPr>
          <ns0:cNvSpPr>
            <ns1:spLocks noGrp="1"/>
          </ns0:cNvSpPr>
          <ns0:nvPr/>
        </ns0:nvSpPr>
        <ns0:spPr>
          <ns1:xfrm>
            <ns1:off x="11938635" y="5668804"/>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결합 에너지와</ns1:t>
            </ns1:r>
          </ns1:p>
        </ns0:txBody>
      </ns0:sp>
      <ns0:sp>
        <ns0:nvSpPr>
          <ns0:cNvPr id="20" name="part_title_3-line1">
            <ns1:extLst>
              <ns1:ext uri="{FF2B5EF4-FFF2-40B4-BE49-F238E27FC236}">
                <ns2:creationId id="{4193DECC-EEE1-4BDA-9EF1-766B6F4BCB7E}"/>
              </ns1:ext>
            </ns1:extLst>
          </ns0:cNvPr>
          <ns0:cNvSpPr>
            <ns1:spLocks noGrp="1"/>
          </ns0:cNvSpPr>
          <ns0:nvPr/>
        </ns0:nvSpPr>
        <ns0:spPr>
          <ns1:xfrm>
            <ns1:off x="11938635" y="6135529"/>
            <ns1:ext cx="2809875" cy="523875"/>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반응 엔탈피</ns1:t>
            </ns1:r>
          </ns1:p>
        </ns0:txBody>
      </ns0:sp>
    </ns0:spTree>
    <ns0:extLst>
      <ns0:ext uri="{BB962C8B-B14F-4D97-AF65-F5344CB8AC3E}">
        <ns4:creationId val="495331450"/>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15" name="">
            <ns1:extLst>
              <ns1:ext uri="{FF2B5EF4-FFF2-40B4-BE49-F238E27FC236}">
                <ns2:creationId id="{EFFC49B0-18B0-47BD-B777-BE41A60DB4EC}"/>
              </ns1:ext>
            </ns1:extLst>
          </ns0:cNvPr>
          <ns0:cNvPicPr>
            <ns1:picLocks noChangeAspect="1"/>
          </ns0:cNvPicPr>
          <ns0:nvPr/>
        </ns0:nvPicPr>
        <ns0:blipFill>
          <ns1:blip ns3:embed="R8a9124d2046347f4"/>
          <ns1:stretch/>
        </ns0:blipFill>
        <ns0:spPr>
          <ns1:xfrm>
            <ns1:off x="1482979" y="4038600"/>
            <ns1:ext cx="15322041" cy="3683000"/>
          </ns1:xfrm>
          <ns1:prstGeom prst="rect">
            <ns1:avLst/>
          </ns1:prstGeom>
        </ns0:spPr>
      </ns0:pic>
      <ns0:pic>
        <ns0:nvPicPr>
          <ns0:cNvPr id="2" name="">
            <ns1:extLst>
              <ns1:ext uri="{FF2B5EF4-FFF2-40B4-BE49-F238E27FC236}">
                <ns2:creationId id="{F402D8F8-F450-4ABC-8B52-20727313AAED}"/>
              </ns1:ext>
            </ns1:extLst>
          </ns0:cNvPr>
          <ns0:cNvPicPr>
            <ns1:picLocks noChangeAspect="1"/>
          </ns0:cNvPicPr>
          <ns0:nvPr/>
        </ns0:nvPicPr>
        <ns0:blipFill>
          <ns1:blip ns3:embed="Rbb4108fd2dd2444b"/>
          <ns1:stretch/>
        </ns0:blipFill>
        <ns0:spPr>
          <ns1:xfrm>
            <ns1:off x="15914688" y="5372100"/>
            <ns1:ext cx="2066925" cy="4381500"/>
          </ns1:xfrm>
          <ns1:prstGeom prst="rect">
            <ns1:avLst/>
          </ns1:prstGeom>
        </ns0:spPr>
      </ns0:pic>
      <ns0:pic>
        <ns0:nvPicPr>
          <ns0:cNvPr id="3" name="">
            <ns1:extLst>
              <ns1:ext uri="{FF2B5EF4-FFF2-40B4-BE49-F238E27FC236}">
                <ns2:creationId id="{31BE907B-A1D0-4A3C-9202-BA93CD59BD1E}"/>
              </ns1:ext>
            </ns1:extLst>
          </ns0:cNvPr>
          <ns0:cNvPicPr>
            <ns1:picLocks noChangeAspect="1"/>
          </ns0:cNvPicPr>
          <ns0:nvPr/>
        </ns0:nvPicPr>
        <ns0:blipFill>
          <ns1:blip ns3:embed="R9399c37475064f46"/>
          <ns1:stretch/>
        </ns0:blipFill>
        <ns0:spPr>
          <ns1:xfrm>
            <ns1:off x="16941800" y="382588"/>
            <ns1:ext cx="1028700" cy="733425"/>
          </ns1:xfrm>
          <ns1:prstGeom prst="rect">
            <ns1:avLst/>
          </ns1:prstGeom>
        </ns0:spPr>
      </ns0:pic>
      <ns0:sp>
        <ns0:nvSpPr>
          <ns0:cNvPr id="4" name="copyright">
            <ns1:extLst>
              <ns1:ext uri="{FF2B5EF4-FFF2-40B4-BE49-F238E27FC236}">
                <ns2:creationId id="{7440596B-C8B9-46B7-8843-25DAA3513247}"/>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5" name="title">
            <ns1:extLst>
              <ns1:ext uri="{FF2B5EF4-FFF2-40B4-BE49-F238E27FC236}">
                <ns2:creationId id="{BED8ACC9-E90C-4706-88BA-B16671D5FC89}"/>
              </ns1:ext>
            </ns1:extLst>
          </ns0:cNvPr>
          <ns0:cNvSpPr>
            <ns1:spLocks noGrp="1"/>
          </ns0:cNvSpPr>
          <ns0:nvPr/>
        </ns0:nvSpPr>
        <ns0:spPr>
          <ns1:xfrm>
            <ns1:off x="3111818" y="1742599"/>
            <ns1:ext cx="12077700" cy="1209675"/>
          </ns1:xfrm>
          <ns1:prstGeom prst="rect">
            <ns1:avLst/>
          </ns1:prstGeom>
          <ns1:noFill/>
          <ns1:ln w="0">
            <ns1:noFill/>
          </ns1:ln>
        </ns0:spPr>
        <ns0:txBody>
          <ns1:bodyPr wrap="none" lIns="0" tIns="0" rIns="0" bIns="0" anchor="t">
            <ns1:noAutofit/>
          </ns1:bodyPr>
          <ns1:lstStyle>
            <ns1:defPPr algn="ctr">
              <ns1:defRPr sz="7050" b="1">
                <ns1:solidFill>
                  <ns1:srgbClr val="111111"/>
                </ns1:solidFill>
                <ns1:latin typeface="Pretendard"/>
                <ns1:ea typeface="Pretendard"/>
                <ns1:cs typeface="Pretendard"/>
              </ns1:defRPr>
            </ns1:defPPr>
            <ns1:lvl1pPr algn="ctr">
              <ns1:defRPr sz="7050" b="1">
                <ns1:solidFill>
                  <ns1:srgbClr val="111111"/>
                </ns1:solidFill>
                <ns1:latin typeface="Pretendard"/>
                <ns1:ea typeface="Pretendard"/>
                <ns1:cs typeface="Pretendard"/>
              </ns1:defRPr>
            </ns1:lvl1pPr>
            <ns1:lvl2pPr algn="ctr">
              <ns1:defRPr sz="7050" b="1">
                <ns1:solidFill>
                  <ns1:srgbClr val="111111"/>
                </ns1:solidFill>
                <ns1:latin typeface="Pretendard"/>
                <ns1:ea typeface="Pretendard"/>
                <ns1:cs typeface="Pretendard"/>
              </ns1:defRPr>
            </ns1:lvl2pPr>
            <ns1:lvl3pPr algn="ctr">
              <ns1:defRPr sz="7050" b="1">
                <ns1:solidFill>
                  <ns1:srgbClr val="111111"/>
                </ns1:solidFill>
                <ns1:latin typeface="Pretendard"/>
                <ns1:ea typeface="Pretendard"/>
                <ns1:cs typeface="Pretendard"/>
              </ns1:defRPr>
            </ns1:lvl3pPr>
            <ns1:lvl4pPr algn="ctr">
              <ns1:defRPr sz="7050" b="1">
                <ns1:solidFill>
                  <ns1:srgbClr val="111111"/>
                </ns1:solidFill>
                <ns1:latin typeface="Pretendard"/>
                <ns1:ea typeface="Pretendard"/>
                <ns1:cs typeface="Pretendard"/>
              </ns1:defRPr>
            </ns1:lvl4pPr>
            <ns1:lvl5pPr algn="ctr">
              <ns1:defRPr sz="7050" b="1">
                <ns1:solidFill>
                  <ns1:srgbClr val="111111"/>
                </ns1:solidFill>
                <ns1:latin typeface="Pretendard"/>
                <ns1:ea typeface="Pretendard"/>
                <ns1:cs typeface="Pretendard"/>
              </ns1:defRPr>
            </ns1:lvl5pPr>
            <ns1:lvl6pPr algn="ctr">
              <ns1:defRPr sz="7050" b="1">
                <ns1:solidFill>
                  <ns1:srgbClr val="111111"/>
                </ns1:solidFill>
                <ns1:latin typeface="Pretendard"/>
                <ns1:ea typeface="Pretendard"/>
                <ns1:cs typeface="Pretendard"/>
              </ns1:defRPr>
            </ns1:lvl6pPr>
            <ns1:lvl7pPr algn="ctr">
              <ns1:defRPr sz="7050" b="1">
                <ns1:solidFill>
                  <ns1:srgbClr val="111111"/>
                </ns1:solidFill>
                <ns1:latin typeface="Pretendard"/>
                <ns1:ea typeface="Pretendard"/>
                <ns1:cs typeface="Pretendard"/>
              </ns1:defRPr>
            </ns1:lvl7pPr>
            <ns1:lvl8pPr algn="ctr">
              <ns1:defRPr sz="7050" b="1">
                <ns1:solidFill>
                  <ns1:srgbClr val="111111"/>
                </ns1:solidFill>
                <ns1:latin typeface="Pretendard"/>
                <ns1:ea typeface="Pretendard"/>
                <ns1:cs typeface="Pretendard"/>
              </ns1:defRPr>
            </ns1:lvl8pPr>
            <ns1:lvl9pPr algn="ctr">
              <ns1:defRPr sz="7050" b="1">
                <ns1:solidFill>
                  <ns1:srgbClr val="111111"/>
                </ns1:solidFill>
                <ns1:latin typeface="Pretendard"/>
                <ns1:ea typeface="Pretendard"/>
                <ns1:cs typeface="Pretendard"/>
              </ns1:defRPr>
            </ns1:lvl9pPr>
          </ns1:lstStyle>
          <ns1:p>
            <ns1:pPr algn="ctr">
              <ns1:defRPr sz="7050" b="1">
                <ns1:solidFill>
                  <ns1:srgbClr val="111111"/>
                </ns1:solidFill>
                <ns1:latin typeface="Pretendard"/>
                <ns1:ea typeface="Pretendard"/>
                <ns1:cs typeface="Pretendard"/>
              </ns1:defRPr>
            </ns1:pPr>
            <ns1:r>
              <ns1:rPr sz="7050" b="1">
                <ns1:solidFill>
                  <ns1:srgbClr val="111111"/>
                </ns1:solidFill>
                <ns1:latin typeface="Pretendard"/>
                <ns1:ea typeface="Pretendard"/>
                <ns1:cs typeface="Pretendard"/>
              </ns1:rPr>
              <ns1:t>이번 단원의 학습 목표</ns1:t>
            </ns1:r>
          </ns1:p>
        </ns0:txBody>
      </ns0:sp>
      <ns0:sp>
        <ns0:nvSpPr>
          <ns0:cNvPr id="6" name="number_circle_1">
            <ns1:extLst>
              <ns1:ext uri="{FF2B5EF4-FFF2-40B4-BE49-F238E27FC236}">
                <ns2:creationId id="{F986259E-6E3C-4A96-88B2-E7E694DBEFB7}"/>
              </ns1:ext>
            </ns1:extLst>
          </ns0:cNvPr>
          <ns0:cNvSpPr>
            <ns1:spLocks noGrp="1"/>
          </ns0:cNvSpPr>
          <ns0:nvPr/>
        </ns0:nvSpPr>
        <ns0:spPr>
          <ns1:xfrm>
            <ns1:off x="2463800" y="4613275"/>
            <ns1:ext cx="533400" cy="533400"/>
          </ns1:xfrm>
          <ns1:prstGeom prst="roundRect">
            <ns1:avLst>
              <ns1:gd name="adj" fmla="val 50000"/>
            </ns1:avLst>
          </ns1:prstGeom>
          <ns1:solidFill>
            <ns1:srgbClr val="000000"/>
          </ns1:solidFill>
          <ns1:ln w="0">
            <ns1:noFill/>
          </ns1:ln>
        </ns0:spPr>
      </ns0:sp>
      <ns0:sp>
        <ns0:nvSpPr>
          <ns0:cNvPr id="7" name="number_1">
            <ns1:extLst>
              <ns1:ext uri="{FF2B5EF4-FFF2-40B4-BE49-F238E27FC236}">
                <ns2:creationId id="{0956E5C6-95B2-42CF-A345-F32D76496D11}"/>
              </ns1:ext>
            </ns1:extLst>
          </ns0:cNvPr>
          <ns0:cNvSpPr>
            <ns1:spLocks noGrp="1"/>
          </ns0:cNvSpPr>
          <ns0:nvPr/>
        </ns0:nvSpPr>
        <ns0:spPr>
          <ns1:xfrm>
            <ns1:off x="2463800" y="460160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1</ns1:t>
            </ns1:r>
          </ns1:p>
        </ns0:txBody>
      </ns0:sp>
      <ns0:sp>
        <ns0:nvSpPr>
          <ns0:cNvPr id="8" name="objective_1">
            <ns1:extLst>
              <ns1:ext uri="{FF2B5EF4-FFF2-40B4-BE49-F238E27FC236}">
                <ns2:creationId id="{2BA79441-20F4-410D-968C-AFCB71D3357A}"/>
              </ns1:ext>
            </ns1:extLst>
          </ns0:cNvPr>
          <ns0:cNvSpPr>
            <ns1:spLocks noGrp="1"/>
          </ns0:cNvSpPr>
          <ns0:nvPr/>
        </ns0:nvSpPr>
        <ns0:spPr>
          <ns1:xfrm>
            <ns1:off x="3213100" y="460232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엔탈피의 의미를 알고, 열화학 반응식을 표현할 수 있다.</ns1:t>
            </ns1:r>
          </ns1:p>
        </ns0:txBody>
      </ns0:sp>
      <ns0:sp>
        <ns0:nvSpPr>
          <ns0:cNvPr id="9" name="number_circle_2">
            <ns1:extLst>
              <ns1:ext uri="{FF2B5EF4-FFF2-40B4-BE49-F238E27FC236}">
                <ns2:creationId id="{B0EAAD5A-E483-4620-B37A-3BB7D59C81DE}"/>
              </ns1:ext>
            </ns1:extLst>
          </ns0:cNvPr>
          <ns0:cNvSpPr>
            <ns1:spLocks noGrp="1"/>
          </ns0:cNvSpPr>
          <ns0:nvPr/>
        </ns0:nvSpPr>
        <ns0:spPr>
          <ns1:xfrm>
            <ns1:off x="2463800" y="5613400"/>
            <ns1:ext cx="533400" cy="533400"/>
          </ns1:xfrm>
          <ns1:prstGeom prst="roundRect">
            <ns1:avLst>
              <ns1:gd name="adj" fmla="val 50000"/>
            </ns1:avLst>
          </ns1:prstGeom>
          <ns1:solidFill>
            <ns1:srgbClr val="000000"/>
          </ns1:solidFill>
          <ns1:ln w="0">
            <ns1:noFill/>
          </ns1:ln>
        </ns0:spPr>
      </ns0:sp>
      <ns0:sp>
        <ns0:nvSpPr>
          <ns0:cNvPr id="10" name="number_2">
            <ns1:extLst>
              <ns1:ext uri="{FF2B5EF4-FFF2-40B4-BE49-F238E27FC236}">
                <ns2:creationId id="{16B293F6-7318-4A50-A928-1BAD10B06DA2}"/>
              </ns1:ext>
            </ns1:extLst>
          </ns0:cNvPr>
          <ns0:cNvSpPr>
            <ns1:spLocks noGrp="1"/>
          </ns0:cNvSpPr>
          <ns0:nvPr/>
        </ns0:nvSpPr>
        <ns0:spPr>
          <ns1:xfrm>
            <ns1:off x="2463800" y="5601732"/>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2</ns1:t>
            </ns1:r>
          </ns1:p>
        </ns0:txBody>
      </ns0:sp>
      <ns0:sp>
        <ns0:nvSpPr>
          <ns0:cNvPr id="11" name="objective_2">
            <ns1:extLst>
              <ns1:ext uri="{FF2B5EF4-FFF2-40B4-BE49-F238E27FC236}">
                <ns2:creationId id="{68509816-0D91-4222-9DF9-70C8CCF18E71}"/>
              </ns1:ext>
            </ns1:extLst>
          </ns0:cNvPr>
          <ns0:cNvSpPr>
            <ns1:spLocks noGrp="1"/>
          </ns0:cNvSpPr>
          <ns0:nvPr/>
        </ns0:nvSpPr>
        <ns0:spPr>
          <ns1:xfrm>
            <ns1:off x="3213100" y="5602446"/>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같은 기준으로 연료의 효율성을 비교할 수 있다.</ns1:t>
            </ns1:r>
          </ns1:p>
        </ns0:txBody>
      </ns0:sp>
      <ns0:sp>
        <ns0:nvSpPr>
          <ns0:cNvPr id="12" name="number_circle_3">
            <ns1:extLst>
              <ns1:ext uri="{FF2B5EF4-FFF2-40B4-BE49-F238E27FC236}">
                <ns2:creationId id="{73185F18-DA7C-4A4A-930D-0AA8E36C92A9}"/>
              </ns1:ext>
            </ns1:extLst>
          </ns0:cNvPr>
          <ns0:cNvSpPr>
            <ns1:spLocks noGrp="1"/>
          </ns0:cNvSpPr>
          <ns0:nvPr/>
        </ns0:nvSpPr>
        <ns0:spPr>
          <ns1:xfrm>
            <ns1:off x="2463800" y="6613525"/>
            <ns1:ext cx="533400" cy="533400"/>
          </ns1:xfrm>
          <ns1:prstGeom prst="roundRect">
            <ns1:avLst>
              <ns1:gd name="adj" fmla="val 50000"/>
            </ns1:avLst>
          </ns1:prstGeom>
          <ns1:solidFill>
            <ns1:srgbClr val="000000"/>
          </ns1:solidFill>
          <ns1:ln w="0">
            <ns1:noFill/>
          </ns1:ln>
        </ns0:spPr>
      </ns0:sp>
      <ns0:sp>
        <ns0:nvSpPr>
          <ns0:cNvPr id="13" name="number_3">
            <ns1:extLst>
              <ns1:ext uri="{FF2B5EF4-FFF2-40B4-BE49-F238E27FC236}">
                <ns2:creationId id="{DF6ABD4A-B091-4408-B6A3-F02D13722550}"/>
              </ns1:ext>
            </ns1:extLst>
          </ns0:cNvPr>
          <ns0:cNvSpPr>
            <ns1:spLocks noGrp="1"/>
          </ns0:cNvSpPr>
          <ns0:nvPr/>
        </ns0:nvSpPr>
        <ns0:spPr>
          <ns1:xfrm>
            <ns1:off x="2463800" y="6601857"/>
            <ns1:ext cx="533400" cy="533400"/>
          </ns1:xfrm>
          <ns1:prstGeom prst="rect">
            <ns1:avLst/>
          </ns1:prstGeom>
          <ns1:noFill/>
          <ns1:ln w="0">
            <ns1:noFill/>
          </ns1:ln>
        </ns0:spPr>
        <ns0:txBody>
          <ns1:bodyPr wrap="none" lIns="0" tIns="0" rIns="0" bIns="0" anchor="t">
            <ns1:noAutofit/>
          </ns1:bodyPr>
          <ns1:lstStyle>
            <ns1:defPPr algn="ctr">
              <ns1:defRPr sz="3225" b="0">
                <ns1:solidFill>
                  <ns1:srgbClr val="FFFFFF"/>
                </ns1:solidFill>
                <ns1:latin typeface="Pretendard"/>
                <ns1:ea typeface="Pretendard"/>
                <ns1:cs typeface="Pretendard"/>
              </ns1:defRPr>
            </ns1:defPPr>
            <ns1:lvl1pPr algn="ctr">
              <ns1:defRPr sz="3225" b="0">
                <ns1:solidFill>
                  <ns1:srgbClr val="FFFFFF"/>
                </ns1:solidFill>
                <ns1:latin typeface="Pretendard"/>
                <ns1:ea typeface="Pretendard"/>
                <ns1:cs typeface="Pretendard"/>
              </ns1:defRPr>
            </ns1:lvl1pPr>
            <ns1:lvl2pPr algn="ctr">
              <ns1:defRPr sz="3225" b="0">
                <ns1:solidFill>
                  <ns1:srgbClr val="FFFFFF"/>
                </ns1:solidFill>
                <ns1:latin typeface="Pretendard"/>
                <ns1:ea typeface="Pretendard"/>
                <ns1:cs typeface="Pretendard"/>
              </ns1:defRPr>
            </ns1:lvl2pPr>
            <ns1:lvl3pPr algn="ctr">
              <ns1:defRPr sz="3225" b="0">
                <ns1:solidFill>
                  <ns1:srgbClr val="FFFFFF"/>
                </ns1:solidFill>
                <ns1:latin typeface="Pretendard"/>
                <ns1:ea typeface="Pretendard"/>
                <ns1:cs typeface="Pretendard"/>
              </ns1:defRPr>
            </ns1:lvl3pPr>
            <ns1:lvl4pPr algn="ctr">
              <ns1:defRPr sz="3225" b="0">
                <ns1:solidFill>
                  <ns1:srgbClr val="FFFFFF"/>
                </ns1:solidFill>
                <ns1:latin typeface="Pretendard"/>
                <ns1:ea typeface="Pretendard"/>
                <ns1:cs typeface="Pretendard"/>
              </ns1:defRPr>
            </ns1:lvl4pPr>
            <ns1:lvl5pPr algn="ctr">
              <ns1:defRPr sz="3225" b="0">
                <ns1:solidFill>
                  <ns1:srgbClr val="FFFFFF"/>
                </ns1:solidFill>
                <ns1:latin typeface="Pretendard"/>
                <ns1:ea typeface="Pretendard"/>
                <ns1:cs typeface="Pretendard"/>
              </ns1:defRPr>
            </ns1:lvl5pPr>
            <ns1:lvl6pPr algn="ctr">
              <ns1:defRPr sz="3225" b="0">
                <ns1:solidFill>
                  <ns1:srgbClr val="FFFFFF"/>
                </ns1:solidFill>
                <ns1:latin typeface="Pretendard"/>
                <ns1:ea typeface="Pretendard"/>
                <ns1:cs typeface="Pretendard"/>
              </ns1:defRPr>
            </ns1:lvl6pPr>
            <ns1:lvl7pPr algn="ctr">
              <ns1:defRPr sz="3225" b="0">
                <ns1:solidFill>
                  <ns1:srgbClr val="FFFFFF"/>
                </ns1:solidFill>
                <ns1:latin typeface="Pretendard"/>
                <ns1:ea typeface="Pretendard"/>
                <ns1:cs typeface="Pretendard"/>
              </ns1:defRPr>
            </ns1:lvl7pPr>
            <ns1:lvl8pPr algn="ctr">
              <ns1:defRPr sz="3225" b="0">
                <ns1:solidFill>
                  <ns1:srgbClr val="FFFFFF"/>
                </ns1:solidFill>
                <ns1:latin typeface="Pretendard"/>
                <ns1:ea typeface="Pretendard"/>
                <ns1:cs typeface="Pretendard"/>
              </ns1:defRPr>
            </ns1:lvl8pPr>
            <ns1:lvl9pPr algn="ctr">
              <ns1:defRPr sz="3225" b="0">
                <ns1:solidFill>
                  <ns1:srgbClr val="FFFFFF"/>
                </ns1:solidFill>
                <ns1:latin typeface="Pretendard"/>
                <ns1:ea typeface="Pretendard"/>
                <ns1:cs typeface="Pretendard"/>
              </ns1:defRPr>
            </ns1:lvl9pPr>
          </ns1:lstStyle>
          <ns1:p>
            <ns1:pPr algn="ctr">
              <ns1:defRPr sz="3225" b="0">
                <ns1:solidFill>
                  <ns1:srgbClr val="FFFFFF"/>
                </ns1:solidFill>
                <ns1:latin typeface="Pretendard"/>
                <ns1:ea typeface="Pretendard"/>
                <ns1:cs typeface="Pretendard"/>
              </ns1:defRPr>
            </ns1:pPr>
            <ns1:r>
              <ns1:rPr sz="3225" b="0">
                <ns1:solidFill>
                  <ns1:srgbClr val="FFFFFF"/>
                </ns1:solidFill>
                <ns1:latin typeface="Pretendard"/>
                <ns1:ea typeface="Pretendard"/>
                <ns1:cs typeface="Pretendard"/>
              </ns1:rPr>
              <ns1:t>3</ns1:t>
            </ns1:r>
          </ns1:p>
        </ns0:txBody>
      </ns0:sp>
      <ns0:sp>
        <ns0:nvSpPr>
          <ns0:cNvPr id="14" name="objective_3">
            <ns1:extLst>
              <ns1:ext uri="{FF2B5EF4-FFF2-40B4-BE49-F238E27FC236}">
                <ns2:creationId id="{3C361EDE-E6AF-4C3C-9765-3A355F576767}"/>
              </ns1:ext>
            </ns1:extLst>
          </ns0:cNvPr>
          <ns0:cNvSpPr>
            <ns1:spLocks noGrp="1"/>
          </ns0:cNvSpPr>
          <ns0:nvPr/>
        </ns0:nvSpPr>
        <ns0:spPr>
          <ns1:xfrm>
            <ns1:off x="3213100" y="6602571"/>
            <ns1:ext cx="8502625" cy="609600"/>
          </ns1:xfrm>
          <ns1:prstGeom prst="rect">
            <ns1:avLst/>
          </ns1:prstGeom>
          <ns1:noFill/>
          <ns1:ln w="0">
            <ns1:noFill/>
          </ns1:ln>
        </ns0:spPr>
        <ns0:txBody>
          <ns1:bodyPr wrap="none" lIns="0" tIns="0" rIns="0" bIns="0" anchor="t">
            <ns1:noAutofit/>
          </ns1:bodyPr>
          <ns1:lstStyle>
            <ns1:defPPr algn="l">
              <ns1:defRPr sz="3150" b="0">
                <ns1:solidFill>
                  <ns1:srgbClr val="4A4A4A"/>
                </ns1:solidFill>
                <ns1:latin typeface="Pretendard"/>
                <ns1:ea typeface="Pretendard"/>
                <ns1:cs typeface="Pretendard"/>
              </ns1:defRPr>
            </ns1:defPPr>
            <ns1:lvl1pPr algn="l">
              <ns1:defRPr sz="3150" b="0">
                <ns1:solidFill>
                  <ns1:srgbClr val="4A4A4A"/>
                </ns1:solidFill>
                <ns1:latin typeface="Pretendard"/>
                <ns1:ea typeface="Pretendard"/>
                <ns1:cs typeface="Pretendard"/>
              </ns1:defRPr>
            </ns1:lvl1pPr>
            <ns1:lvl2pPr algn="l">
              <ns1:defRPr sz="3150" b="0">
                <ns1:solidFill>
                  <ns1:srgbClr val="4A4A4A"/>
                </ns1:solidFill>
                <ns1:latin typeface="Pretendard"/>
                <ns1:ea typeface="Pretendard"/>
                <ns1:cs typeface="Pretendard"/>
              </ns1:defRPr>
            </ns1:lvl2pPr>
            <ns1:lvl3pPr algn="l">
              <ns1:defRPr sz="3150" b="0">
                <ns1:solidFill>
                  <ns1:srgbClr val="4A4A4A"/>
                </ns1:solidFill>
                <ns1:latin typeface="Pretendard"/>
                <ns1:ea typeface="Pretendard"/>
                <ns1:cs typeface="Pretendard"/>
              </ns1:defRPr>
            </ns1:lvl3pPr>
            <ns1:lvl4pPr algn="l">
              <ns1:defRPr sz="3150" b="0">
                <ns1:solidFill>
                  <ns1:srgbClr val="4A4A4A"/>
                </ns1:solidFill>
                <ns1:latin typeface="Pretendard"/>
                <ns1:ea typeface="Pretendard"/>
                <ns1:cs typeface="Pretendard"/>
              </ns1:defRPr>
            </ns1:lvl4pPr>
            <ns1:lvl5pPr algn="l">
              <ns1:defRPr sz="3150" b="0">
                <ns1:solidFill>
                  <ns1:srgbClr val="4A4A4A"/>
                </ns1:solidFill>
                <ns1:latin typeface="Pretendard"/>
                <ns1:ea typeface="Pretendard"/>
                <ns1:cs typeface="Pretendard"/>
              </ns1:defRPr>
            </ns1:lvl5pPr>
            <ns1:lvl6pPr algn="l">
              <ns1:defRPr sz="3150" b="0">
                <ns1:solidFill>
                  <ns1:srgbClr val="4A4A4A"/>
                </ns1:solidFill>
                <ns1:latin typeface="Pretendard"/>
                <ns1:ea typeface="Pretendard"/>
                <ns1:cs typeface="Pretendard"/>
              </ns1:defRPr>
            </ns1:lvl6pPr>
            <ns1:lvl7pPr algn="l">
              <ns1:defRPr sz="3150" b="0">
                <ns1:solidFill>
                  <ns1:srgbClr val="4A4A4A"/>
                </ns1:solidFill>
                <ns1:latin typeface="Pretendard"/>
                <ns1:ea typeface="Pretendard"/>
                <ns1:cs typeface="Pretendard"/>
              </ns1:defRPr>
            </ns1:lvl7pPr>
            <ns1:lvl8pPr algn="l">
              <ns1:defRPr sz="3150" b="0">
                <ns1:solidFill>
                  <ns1:srgbClr val="4A4A4A"/>
                </ns1:solidFill>
                <ns1:latin typeface="Pretendard"/>
                <ns1:ea typeface="Pretendard"/>
                <ns1:cs typeface="Pretendard"/>
              </ns1:defRPr>
            </ns1:lvl8pPr>
            <ns1:lvl9pPr algn="l">
              <ns1:defRPr sz="3150" b="0">
                <ns1:solidFill>
                  <ns1:srgbClr val="4A4A4A"/>
                </ns1:solidFill>
                <ns1:latin typeface="Pretendard"/>
                <ns1:ea typeface="Pretendard"/>
                <ns1:cs typeface="Pretendard"/>
              </ns1:defRPr>
            </ns1:lvl9pPr>
          </ns1:lstStyle>
          <ns1:p>
            <ns1:pPr algn="l">
              <ns1:defRPr sz="3150" b="0">
                <ns1:solidFill>
                  <ns1:srgbClr val="4A4A4A"/>
                </ns1:solidFill>
                <ns1:latin typeface="Pretendard"/>
                <ns1:ea typeface="Pretendard"/>
                <ns1:cs typeface="Pretendard"/>
              </ns1:defRPr>
            </ns1:pPr>
            <ns1:r>
              <ns1:rPr sz="3150" b="0">
                <ns1:solidFill>
                  <ns1:srgbClr val="4A4A4A"/>
                </ns1:solidFill>
                <ns1:latin typeface="Pretendard"/>
                <ns1:ea typeface="Pretendard"/>
                <ns1:cs typeface="Pretendard"/>
              </ns1:rPr>
              <ns1:t>결합 에너지와 반응 엔탈피의 관계를 설명할 수 있다.</ns1:t>
            </ns1:r>
          </ns1:p>
        </ns0:txBody>
      </ns0:sp>
    </ns0:spTree>
    <ns0:extLst>
      <ns0:ext uri="{BB962C8B-B14F-4D97-AF65-F5344CB8AC3E}">
        <ns4:creationId val="824829002"/>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9" name="">
            <ns1:extLst>
              <ns1:ext uri="{FF2B5EF4-FFF2-40B4-BE49-F238E27FC236}">
                <ns2:creationId id="{09C0EDCC-76E2-4B1E-AD50-15B0027BB7CA}"/>
              </ns1:ext>
            </ns1:extLst>
          </ns0:cNvPr>
          <ns0:cNvPicPr>
            <ns1:picLocks noChangeAspect="1"/>
          </ns0:cNvPicPr>
          <ns0:nvPr/>
        </ns0:nvPicPr>
        <ns0:blipFill>
          <ns1:blip ns3:embed="R3e17c3db93f24d4c"/>
          <ns1:stretch/>
        </ns0:blipFill>
        <ns0:spPr>
          <ns1:xfrm>
            <ns1:off x="16941800" y="382588"/>
            <ns1:ext cx="1028700" cy="733425"/>
          </ns1:xfrm>
          <ns1:prstGeom prst="rect">
            <ns1:avLst/>
          </ns1:prstGeom>
        </ns0:spPr>
      </ns0:pic>
      <ns0:sp>
        <ns0:nvSpPr>
          <ns0:cNvPr id="2" name="copyright">
            <ns1:extLst>
              <ns1:ext uri="{FF2B5EF4-FFF2-40B4-BE49-F238E27FC236}">
                <ns2:creationId id="{7B416C09-AC57-4244-9F5E-A8F960AB8C6C}"/>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3" name="part_heading">
            <ns1:extLst>
              <ns1:ext uri="{FF2B5EF4-FFF2-40B4-BE49-F238E27FC236}">
                <ns2:creationId id="{B6E49B1D-1FF9-4FF0-BC42-699CE8577035}"/>
              </ns1:ext>
            </ns1:extLst>
          </ns0:cNvPr>
          <ns0:cNvSpPr>
            <ns1:spLocks noGrp="1"/>
          </ns0:cNvSpPr>
          <ns0:nvPr/>
        </ns0:nvSpPr>
        <ns0:spPr>
          <ns1:xfrm>
            <ns1:off x="685800" y="715804"/>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0 동기 유발</ns1:t>
            </ns1:r>
          </ns1:p>
        </ns0:txBody>
      </ns0:sp>
      <ns0:sp>
        <ns0:nvSpPr>
          <ns0:cNvPr id="4" name="topic_number">
            <ns1:extLst>
              <ns1:ext uri="{FF2B5EF4-FFF2-40B4-BE49-F238E27FC236}">
                <ns2:creationId id="{BA146BB8-A10B-4ACE-B897-24928DC83C7A}"/>
              </ns1:ext>
            </ns1:extLst>
          </ns0:cNvPr>
          <ns0:cNvSpPr>
            <ns1:spLocks noGrp="1"/>
          </ns0:cNvSpPr>
          <ns0:nvPr/>
        </ns0:nvSpPr>
        <ns0:spPr>
          <ns1:xfrm>
            <ns1:off x="685800" y="1270064"/>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5" name="topic_heading">
            <ns1:extLst>
              <ns1:ext uri="{FF2B5EF4-FFF2-40B4-BE49-F238E27FC236}">
                <ns2:creationId id="{10AED9C2-DBFC-4CE3-AA0E-075A0F83AF3E}"/>
              </ns1:ext>
            </ns1:extLst>
          </ns0:cNvPr>
          <ns0:cNvSpPr>
            <ns1:spLocks noGrp="1"/>
          </ns0:cNvSpPr>
          <ns0:nvPr/>
        </ns0:nvSpPr>
        <ns0:spPr>
          <ns1:xfrm>
            <ns1:off x="1495425" y="1270064"/>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손난로와 열</ns1:t>
            </ns1:r>
          </ns1:p>
        </ns0:txBody>
      </ns0:sp>
      <ns0:sp>
        <ns0:nvSpPr>
          <ns0:cNvPr id="6" name="title">
            <ns1:extLst>
              <ns1:ext uri="{FF2B5EF4-FFF2-40B4-BE49-F238E27FC236}">
                <ns2:creationId id="{A827CA81-3336-43A2-9DD4-93E6CE6CAD6A}"/>
              </ns1:ext>
            </ns1:extLst>
          </ns0:cNvPr>
          <ns0:cNvSpPr>
            <ns1:spLocks noGrp="1"/>
          </ns0:cNvSpPr>
          <ns0:nvPr/>
        </ns0:nvSpPr>
        <ns0:spPr>
          <ns1:xfrm>
            <ns1:off x="1828800" y="2754154"/>
            <ns1:ext cx="14630400" cy="1095375"/>
          </ns1:xfrm>
          <ns1:prstGeom prst="rect">
            <ns1:avLst/>
          </ns1:prstGeom>
          <ns1:noFill/>
          <ns1:ln w="0">
            <ns1:noFill/>
          </ns1:ln>
        </ns0:spPr>
        <ns0:txBody>
          <ns1:bodyPr wrap="none" lIns="0" tIns="0" rIns="0" bIns="0" anchor="t">
            <ns1:noAutofit/>
          </ns1:bodyPr>
          <ns1:lstStyle>
            <ns1:defPPr algn="ctr">
              <ns1:defRPr sz="5850" b="1">
                <ns1:solidFill>
                  <ns1:srgbClr val="111111"/>
                </ns1:solidFill>
                <ns1:latin typeface="Pretendard"/>
                <ns1:ea typeface="Pretendard"/>
                <ns1:cs typeface="Pretendard"/>
              </ns1:defRPr>
            </ns1:defPPr>
            <ns1:lvl1pPr algn="ctr">
              <ns1:defRPr sz="5850" b="1">
                <ns1:solidFill>
                  <ns1:srgbClr val="111111"/>
                </ns1:solidFill>
                <ns1:latin typeface="Pretendard"/>
                <ns1:ea typeface="Pretendard"/>
                <ns1:cs typeface="Pretendard"/>
              </ns1:defRPr>
            </ns1:lvl1pPr>
            <ns1:lvl2pPr algn="ctr">
              <ns1:defRPr sz="5850" b="1">
                <ns1:solidFill>
                  <ns1:srgbClr val="111111"/>
                </ns1:solidFill>
                <ns1:latin typeface="Pretendard"/>
                <ns1:ea typeface="Pretendard"/>
                <ns1:cs typeface="Pretendard"/>
              </ns1:defRPr>
            </ns1:lvl2pPr>
            <ns1:lvl3pPr algn="ctr">
              <ns1:defRPr sz="5850" b="1">
                <ns1:solidFill>
                  <ns1:srgbClr val="111111"/>
                </ns1:solidFill>
                <ns1:latin typeface="Pretendard"/>
                <ns1:ea typeface="Pretendard"/>
                <ns1:cs typeface="Pretendard"/>
              </ns1:defRPr>
            </ns1:lvl3pPr>
            <ns1:lvl4pPr algn="ctr">
              <ns1:defRPr sz="5850" b="1">
                <ns1:solidFill>
                  <ns1:srgbClr val="111111"/>
                </ns1:solidFill>
                <ns1:latin typeface="Pretendard"/>
                <ns1:ea typeface="Pretendard"/>
                <ns1:cs typeface="Pretendard"/>
              </ns1:defRPr>
            </ns1:lvl4pPr>
            <ns1:lvl5pPr algn="ctr">
              <ns1:defRPr sz="5850" b="1">
                <ns1:solidFill>
                  <ns1:srgbClr val="111111"/>
                </ns1:solidFill>
                <ns1:latin typeface="Pretendard"/>
                <ns1:ea typeface="Pretendard"/>
                <ns1:cs typeface="Pretendard"/>
              </ns1:defRPr>
            </ns1:lvl5pPr>
            <ns1:lvl6pPr algn="ctr">
              <ns1:defRPr sz="5850" b="1">
                <ns1:solidFill>
                  <ns1:srgbClr val="111111"/>
                </ns1:solidFill>
                <ns1:latin typeface="Pretendard"/>
                <ns1:ea typeface="Pretendard"/>
                <ns1:cs typeface="Pretendard"/>
              </ns1:defRPr>
            </ns1:lvl6pPr>
            <ns1:lvl7pPr algn="ctr">
              <ns1:defRPr sz="5850" b="1">
                <ns1:solidFill>
                  <ns1:srgbClr val="111111"/>
                </ns1:solidFill>
                <ns1:latin typeface="Pretendard"/>
                <ns1:ea typeface="Pretendard"/>
                <ns1:cs typeface="Pretendard"/>
              </ns1:defRPr>
            </ns1:lvl7pPr>
            <ns1:lvl8pPr algn="ctr">
              <ns1:defRPr sz="5850" b="1">
                <ns1:solidFill>
                  <ns1:srgbClr val="111111"/>
                </ns1:solidFill>
                <ns1:latin typeface="Pretendard"/>
                <ns1:ea typeface="Pretendard"/>
                <ns1:cs typeface="Pretendard"/>
              </ns1:defRPr>
            </ns1:lvl8pPr>
            <ns1:lvl9pPr algn="ctr">
              <ns1:defRPr sz="5850" b="1">
                <ns1:solidFill>
                  <ns1:srgbClr val="111111"/>
                </ns1:solidFill>
                <ns1:latin typeface="Pretendard"/>
                <ns1:ea typeface="Pretendard"/>
                <ns1:cs typeface="Pretendard"/>
              </ns1:defRPr>
            </ns1:lvl9pPr>
          </ns1:lstStyle>
          <ns1:p>
            <ns1:pPr algn="ctr">
              <ns1:defRPr sz="5850" b="1">
                <ns1:solidFill>
                  <ns1:srgbClr val="111111"/>
                </ns1:solidFill>
                <ns1:latin typeface="Pretendard"/>
                <ns1:ea typeface="Pretendard"/>
                <ns1:cs typeface="Pretendard"/>
              </ns1:defRPr>
            </ns1:pPr>
            <ns1:r>
              <ns1:rPr sz="5850" b="1">
                <ns1:solidFill>
                  <ns1:srgbClr val="111111"/>
                </ns1:solidFill>
                <ns1:latin typeface="Pretendard"/>
                <ns1:ea typeface="Pretendard"/>
                <ns1:cs typeface="Pretendard"/>
              </ns1:rPr>
              <ns1:t>흔들기만 했는데도 따뜻해지는 손난로!?</ns1:t>
            </ns1:r>
          </ns1:p>
        </ns0:txBody>
      </ns0:sp>
      <ns0:sp>
        <ns0:nvSpPr>
          <ns0:cNvPr id="7" name="observation_explanation">
            <ns1:extLst>
              <ns1:ext uri="{FF2B5EF4-FFF2-40B4-BE49-F238E27FC236}">
                <ns2:creationId id="{2228E365-2780-41E7-9D0C-132F2DA22F0A}"/>
              </ns1:ext>
            </ns1:extLst>
          </ns0:cNvPr>
          <ns0:cNvSpPr>
            <ns1:spLocks noGrp="1"/>
          </ns0:cNvSpPr>
          <ns0:nvPr/>
        </ns0:nvSpPr>
        <ns0:spPr>
          <ns1:xfrm>
            <ns1:off x="685800" y="4022122"/>
            <ns1:ext cx="16916400" cy="619125"/>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포장을 뜯고 흔든 손난로가 따뜻해진다. 손난로 안에서는 어떤 변화가 일어날까?</ns1:t>
            </ns1:r>
          </ns1:p>
        </ns0:txBody>
      </ns0:sp>
      <ns0:pic>
        <ns0:nvPicPr>
          <ns0:cNvPr id="8" name="">
            <ns1:extLst>
              <ns1:ext uri="{FF2B5EF4-FFF2-40B4-BE49-F238E27FC236}">
                <ns2:creationId id="{CF8248C8-2D8F-4B80-A384-5A07DCCF2A76}"/>
              </ns1:ext>
            </ns1:extLst>
          </ns0:cNvPr>
          <ns0:cNvPicPr>
            <ns1:picLocks noChangeAspect="1"/>
          </ns0:cNvPicPr>
          <ns0:nvPr/>
        </ns0:nvPicPr>
        <ns0:blipFill>
          <ns1:blip ns3:embed="Rd643f08330594424"/>
          <ns1:stretch/>
        </ns0:blipFill>
        <ns0:spPr>
          <ns1:xfrm>
            <ns1:off x="5715000" y="4722634"/>
            <ns1:ext cx="6858000" cy="5151794"/>
          </ns1:xfrm>
          <ns1:prstGeom prst="rect">
            <ns1:avLst/>
          </ns1:prstGeom>
        </ns0:spPr>
      </ns0:pic>
    </ns0:spTree>
    <ns0:extLst>
      <ns0:ext uri="{BB962C8B-B14F-4D97-AF65-F5344CB8AC3E}">
        <ns4:creationId val="185800271"/>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spTree>
      <ns0:nvGrpSpPr>
        <ns0:cNvPr id="1" name=""/>
        <ns0:cNvGrpSpPr/>
        <ns0:nvPr/>
      </ns0:nvGrpSpPr>
      <ns0:grpSpPr>
        <ns1:xfrm/>
      </ns0:grpSpPr>
      <ns0:pic>
        <ns0:nvPicPr>
          <ns0:cNvPr id="8" name="">
            <ns1:extLst>
              <ns1:ext uri="{FF2B5EF4-FFF2-40B4-BE49-F238E27FC236}">
                <ns2:creationId id="{187F25D7-F09C-41C4-8583-E00340299159}"/>
              </ns1:ext>
            </ns1:extLst>
          </ns0:cNvPr>
          <ns0:cNvPicPr>
            <ns1:picLocks noChangeAspect="1"/>
          </ns0:cNvPicPr>
          <ns0:nvPr/>
        </ns0:nvPicPr>
        <ns0:blipFill>
          <ns1:blip ns3:embed="R852843daff414d86"/>
          <ns1:stretch/>
        </ns0:blipFill>
        <ns0:spPr>
          <ns1:xfrm>
            <ns1:off x="4859" y="0"/>
            <ns1:ext cx="18278283" cy="10287000"/>
          </ns1:xfrm>
          <ns1:prstGeom prst="rect">
            <ns1:avLst/>
          </ns1:prstGeom>
        </ns0:spPr>
      </ns0:pic>
      <ns0:sp>
        <ns0:nvSpPr>
          <ns0:cNvPr id="2" name="reference_green_fade">
            <ns1:extLst>
              <ns1:ext uri="{FF2B5EF4-FFF2-40B4-BE49-F238E27FC236}">
                <ns2:creationId id="{4D9B992C-5F35-44A2-BECC-E505C0BE23CA}"/>
              </ns1:ext>
            </ns1:extLst>
          </ns0:cNvPr>
          <ns0:cNvSpPr>
            <ns1:spLocks noGrp="1"/>
          </ns0:cNvSpPr>
          <ns0:nvPr/>
        </ns0:nvSpPr>
        <ns0:spPr>
          <ns1:xfrm>
            <ns1:off x="0" y="0"/>
            <ns1:ext cx="18288000" cy="10287000"/>
          </ns1:xfrm>
          <ns1:prstGeom prst="rect">
            <ns1:avLst/>
          </ns1:prstGeom>
          <ns1:gradFill>
            <ns1:gsLst>
              <ns1:gs pos="0">
                <ns1:srgbClr val="063D04"/>
              </ns1:gs>
              <ns1:gs pos="22000">
                <ns1:srgbClr val="063D04"/>
              </ns1:gs>
              <ns1:gs pos="58000">
                <ns1:srgbClr val="063D04">
                  <ns1:alpha val="0"/>
                </ns1:srgbClr>
              </ns1:gs>
              <ns1:gs pos="100000">
                <ns1:srgbClr val="063D04">
                  <ns1:alpha val="0"/>
                </ns1:srgbClr>
              </ns1:gs>
            </ns1:gsLst>
            <ns1:lin ang="0"/>
          </ns1:gradFill>
          <ns1:ln w="0">
            <ns1:noFill/>
          </ns1:ln>
        </ns0:spPr>
      </ns0:sp>
      <ns0:pic>
        <ns0:nvPicPr>
          <ns0:cNvPr id="3" name="">
            <ns1:extLst>
              <ns1:ext uri="{FF2B5EF4-FFF2-40B4-BE49-F238E27FC236}">
                <ns2:creationId id="{F88B5662-FB03-4B06-A390-85798BED646E}"/>
              </ns1:ext>
            </ns1:extLst>
          </ns0:cNvPr>
          <ns0:cNvPicPr>
            <ns1:picLocks noChangeAspect="1"/>
          </ns0:cNvPicPr>
          <ns0:nvPr/>
        </ns0:nvPicPr>
        <ns0:blipFill>
          <ns1:blip ns3:embed="Re10c23948d564d11"/>
          <ns1:stretch/>
        </ns0:blipFill>
        <ns0:spPr>
          <ns1:xfrm>
            <ns1:off x="16916400" y="332392"/>
            <ns1:ext cx="1079500" cy="668717"/>
          </ns1:xfrm>
          <ns1:prstGeom prst="rect">
            <ns1:avLst/>
          </ns1:prstGeom>
        </ns0:spPr>
      </ns0:pic>
      <ns0:sp>
        <ns0:nvSpPr>
          <ns0:cNvPr id="4" name="copyright">
            <ns1:extLst>
              <ns1:ext uri="{FF2B5EF4-FFF2-40B4-BE49-F238E27FC236}">
                <ns2:creationId id="{A9466FA9-BFEF-440C-BE87-63022A1F0F60}"/>
              </ns1:ext>
            </ns1:extLst>
          </ns0:cNvPr>
          <ns0:cNvSpPr>
            <ns1:spLocks noGrp="1"/>
          </ns0:cNvSpPr>
          <ns0:nvPr/>
        </ns0:nvSpPr>
        <ns0:spPr>
          <ns1:xfrm>
            <ns1:off x="14620875" y="9865281"/>
            <ns1:ext cx="3257550" cy="285750"/>
          </ns1:xfrm>
          <ns1:prstGeom prst="rect">
            <ns1:avLst/>
          </ns1:prstGeom>
          <ns1:noFill/>
          <ns1:ln w="0">
            <ns1:noFill/>
          </ns1:ln>
        </ns0:spPr>
        <ns0:txBody>
          <ns1:bodyPr wrap="none" lIns="0" tIns="0" rIns="0" bIns="0" anchor="t">
            <ns1:noAutofit/>
          </ns1:bodyPr>
          <ns1:lstStyle>
            <ns1:defPPr algn="r">
              <ns1:defRPr sz="1275" b="0">
                <ns1:solidFill>
                  <ns1:srgbClr val="FFFFFF"/>
                </ns1:solidFill>
                <ns1:latin typeface="Pretendard"/>
                <ns1:ea typeface="Pretendard"/>
                <ns1:cs typeface="Pretendard"/>
              </ns1:defRPr>
            </ns1:defPPr>
            <ns1:lvl1pPr algn="r">
              <ns1:defRPr sz="1275" b="0">
                <ns1:solidFill>
                  <ns1:srgbClr val="FFFFFF"/>
                </ns1:solidFill>
                <ns1:latin typeface="Pretendard"/>
                <ns1:ea typeface="Pretendard"/>
                <ns1:cs typeface="Pretendard"/>
              </ns1:defRPr>
            </ns1:lvl1pPr>
            <ns1:lvl2pPr algn="r">
              <ns1:defRPr sz="1275" b="0">
                <ns1:solidFill>
                  <ns1:srgbClr val="FFFFFF"/>
                </ns1:solidFill>
                <ns1:latin typeface="Pretendard"/>
                <ns1:ea typeface="Pretendard"/>
                <ns1:cs typeface="Pretendard"/>
              </ns1:defRPr>
            </ns1:lvl2pPr>
            <ns1:lvl3pPr algn="r">
              <ns1:defRPr sz="1275" b="0">
                <ns1:solidFill>
                  <ns1:srgbClr val="FFFFFF"/>
                </ns1:solidFill>
                <ns1:latin typeface="Pretendard"/>
                <ns1:ea typeface="Pretendard"/>
                <ns1:cs typeface="Pretendard"/>
              </ns1:defRPr>
            </ns1:lvl3pPr>
            <ns1:lvl4pPr algn="r">
              <ns1:defRPr sz="1275" b="0">
                <ns1:solidFill>
                  <ns1:srgbClr val="FFFFFF"/>
                </ns1:solidFill>
                <ns1:latin typeface="Pretendard"/>
                <ns1:ea typeface="Pretendard"/>
                <ns1:cs typeface="Pretendard"/>
              </ns1:defRPr>
            </ns1:lvl4pPr>
            <ns1:lvl5pPr algn="r">
              <ns1:defRPr sz="1275" b="0">
                <ns1:solidFill>
                  <ns1:srgbClr val="FFFFFF"/>
                </ns1:solidFill>
                <ns1:latin typeface="Pretendard"/>
                <ns1:ea typeface="Pretendard"/>
                <ns1:cs typeface="Pretendard"/>
              </ns1:defRPr>
            </ns1:lvl5pPr>
            <ns1:lvl6pPr algn="r">
              <ns1:defRPr sz="1275" b="0">
                <ns1:solidFill>
                  <ns1:srgbClr val="FFFFFF"/>
                </ns1:solidFill>
                <ns1:latin typeface="Pretendard"/>
                <ns1:ea typeface="Pretendard"/>
                <ns1:cs typeface="Pretendard"/>
              </ns1:defRPr>
            </ns1:lvl6pPr>
            <ns1:lvl7pPr algn="r">
              <ns1:defRPr sz="1275" b="0">
                <ns1:solidFill>
                  <ns1:srgbClr val="FFFFFF"/>
                </ns1:solidFill>
                <ns1:latin typeface="Pretendard"/>
                <ns1:ea typeface="Pretendard"/>
                <ns1:cs typeface="Pretendard"/>
              </ns1:defRPr>
            </ns1:lvl7pPr>
            <ns1:lvl8pPr algn="r">
              <ns1:defRPr sz="1275" b="0">
                <ns1:solidFill>
                  <ns1:srgbClr val="FFFFFF"/>
                </ns1:solidFill>
                <ns1:latin typeface="Pretendard"/>
                <ns1:ea typeface="Pretendard"/>
                <ns1:cs typeface="Pretendard"/>
              </ns1:defRPr>
            </ns1:lvl8pPr>
            <ns1:lvl9pPr algn="r">
              <ns1:defRPr sz="1275" b="0">
                <ns1:solidFill>
                  <ns1:srgbClr val="FFFFFF"/>
                </ns1:solidFill>
                <ns1:latin typeface="Pretendard"/>
                <ns1:ea typeface="Pretendard"/>
                <ns1:cs typeface="Pretendard"/>
              </ns1:defRPr>
            </ns1:lvl9pPr>
          </ns1:lstStyle>
          <ns1:p>
            <ns1:pPr algn="r">
              <ns1:defRPr sz="1275" b="0">
                <ns1:solidFill>
                  <ns1:srgbClr val="FFFFFF"/>
                </ns1:solidFill>
                <ns1:latin typeface="Pretendard"/>
                <ns1:ea typeface="Pretendard"/>
                <ns1:cs typeface="Pretendard"/>
              </ns1:defRPr>
            </ns1:pPr>
            <ns1:r>
              <ns1:rPr sz="1275" b="0">
                <ns1:solidFill>
                  <ns1:srgbClr val="FFFFFF"/>
                </ns1:solidFill>
                <ns1:latin typeface="Pretendard"/>
                <ns1:ea typeface="Pretendard"/>
                <ns1:cs typeface="Pretendard"/>
              </ns1:rPr>
              <ns1:t>© 2026. @sci_eum. All rights reserved.</ns1:t>
            </ns1:r>
          </ns1:p>
        </ns0:txBody>
      </ns0:sp>
      <ns0:sp>
        <ns0:nvSpPr>
          <ns0:cNvPr id="5" name="part_label">
            <ns1:extLst>
              <ns1:ext uri="{FF2B5EF4-FFF2-40B4-BE49-F238E27FC236}">
                <ns2:creationId id="{3BB4E3E8-B957-4918-BB76-EADEC85D48AE}"/>
              </ns1:ext>
            </ns1:extLst>
          </ns0:cNvPr>
          <ns0:cNvSpPr>
            <ns1:spLocks noGrp="1"/>
          </ns0:cNvSpPr>
          <ns0:nvPr/>
        </ns0:nvSpPr>
        <ns0:spPr>
          <ns1:xfrm>
            <ns1:off x="1130618" y="3018473"/>
            <ns1:ext cx="3143250" cy="942975"/>
          </ns1:xfrm>
          <ns1:prstGeom prst="rect">
            <ns1:avLst/>
          </ns1:prstGeom>
          <ns1:noFill/>
          <ns1:ln w="0">
            <ns1:noFill/>
          </ns1:ln>
        </ns0:spPr>
        <ns0:txBody>
          <ns1:bodyPr wrap="none" lIns="0" tIns="0" rIns="0" bIns="0" anchor="t">
            <ns1:noAutofit/>
          </ns1:bodyPr>
          <ns1:lstStyle>
            <ns1:defPPr algn="l">
              <ns1:defRPr sz="5100" b="1">
                <ns1:solidFill>
                  <ns1:srgbClr val="9FFF68"/>
                </ns1:solidFill>
                <ns1:latin typeface="Pretendard"/>
                <ns1:ea typeface="Pretendard"/>
                <ns1:cs typeface="Pretendard"/>
              </ns1:defRPr>
            </ns1:defPPr>
            <ns1:lvl1pPr algn="l">
              <ns1:defRPr sz="5100" b="1">
                <ns1:solidFill>
                  <ns1:srgbClr val="9FFF68"/>
                </ns1:solidFill>
                <ns1:latin typeface="Pretendard"/>
                <ns1:ea typeface="Pretendard"/>
                <ns1:cs typeface="Pretendard"/>
              </ns1:defRPr>
            </ns1:lvl1pPr>
            <ns1:lvl2pPr algn="l">
              <ns1:defRPr sz="5100" b="1">
                <ns1:solidFill>
                  <ns1:srgbClr val="9FFF68"/>
                </ns1:solidFill>
                <ns1:latin typeface="Pretendard"/>
                <ns1:ea typeface="Pretendard"/>
                <ns1:cs typeface="Pretendard"/>
              </ns1:defRPr>
            </ns1:lvl2pPr>
            <ns1:lvl3pPr algn="l">
              <ns1:defRPr sz="5100" b="1">
                <ns1:solidFill>
                  <ns1:srgbClr val="9FFF68"/>
                </ns1:solidFill>
                <ns1:latin typeface="Pretendard"/>
                <ns1:ea typeface="Pretendard"/>
                <ns1:cs typeface="Pretendard"/>
              </ns1:defRPr>
            </ns1:lvl3pPr>
            <ns1:lvl4pPr algn="l">
              <ns1:defRPr sz="5100" b="1">
                <ns1:solidFill>
                  <ns1:srgbClr val="9FFF68"/>
                </ns1:solidFill>
                <ns1:latin typeface="Pretendard"/>
                <ns1:ea typeface="Pretendard"/>
                <ns1:cs typeface="Pretendard"/>
              </ns1:defRPr>
            </ns1:lvl4pPr>
            <ns1:lvl5pPr algn="l">
              <ns1:defRPr sz="5100" b="1">
                <ns1:solidFill>
                  <ns1:srgbClr val="9FFF68"/>
                </ns1:solidFill>
                <ns1:latin typeface="Pretendard"/>
                <ns1:ea typeface="Pretendard"/>
                <ns1:cs typeface="Pretendard"/>
              </ns1:defRPr>
            </ns1:lvl5pPr>
            <ns1:lvl6pPr algn="l">
              <ns1:defRPr sz="5100" b="1">
                <ns1:solidFill>
                  <ns1:srgbClr val="9FFF68"/>
                </ns1:solidFill>
                <ns1:latin typeface="Pretendard"/>
                <ns1:ea typeface="Pretendard"/>
                <ns1:cs typeface="Pretendard"/>
              </ns1:defRPr>
            </ns1:lvl6pPr>
            <ns1:lvl7pPr algn="l">
              <ns1:defRPr sz="5100" b="1">
                <ns1:solidFill>
                  <ns1:srgbClr val="9FFF68"/>
                </ns1:solidFill>
                <ns1:latin typeface="Pretendard"/>
                <ns1:ea typeface="Pretendard"/>
                <ns1:cs typeface="Pretendard"/>
              </ns1:defRPr>
            </ns1:lvl7pPr>
            <ns1:lvl8pPr algn="l">
              <ns1:defRPr sz="5100" b="1">
                <ns1:solidFill>
                  <ns1:srgbClr val="9FFF68"/>
                </ns1:solidFill>
                <ns1:latin typeface="Pretendard"/>
                <ns1:ea typeface="Pretendard"/>
                <ns1:cs typeface="Pretendard"/>
              </ns1:defRPr>
            </ns1:lvl8pPr>
            <ns1:lvl9pPr algn="l">
              <ns1:defRPr sz="5100" b="1">
                <ns1:solidFill>
                  <ns1:srgbClr val="9FFF68"/>
                </ns1:solidFill>
                <ns1:latin typeface="Pretendard"/>
                <ns1:ea typeface="Pretendard"/>
                <ns1:cs typeface="Pretendard"/>
              </ns1:defRPr>
            </ns1:lvl9pPr>
          </ns1:lstStyle>
          <ns1:p>
            <ns1:pPr algn="l">
              <ns1:defRPr sz="5100" b="1">
                <ns1:solidFill>
                  <ns1:srgbClr val="9FFF68"/>
                </ns1:solidFill>
                <ns1:latin typeface="Pretendard"/>
                <ns1:ea typeface="Pretendard"/>
                <ns1:cs typeface="Pretendard"/>
              </ns1:defRPr>
            </ns1:pPr>
            <ns1:r>
              <ns1:rPr sz="5100" b="1">
                <ns1:solidFill>
                  <ns1:srgbClr val="9FFF68"/>
                </ns1:solidFill>
                <ns1:latin typeface="Pretendard"/>
                <ns1:ea typeface="Pretendard"/>
                <ns1:cs typeface="Pretendard"/>
              </ns1:rPr>
              <ns1:t>PART 1</ns1:t>
            </ns1:r>
          </ns1:p>
        </ns0:txBody>
      </ns0:sp>
      <ns0:sp>
        <ns0:nvSpPr>
          <ns0:cNvPr id="6" name="title">
            <ns1:extLst>
              <ns1:ext uri="{FF2B5EF4-FFF2-40B4-BE49-F238E27FC236}">
                <ns2:creationId id="{4EE9A334-09F8-46F9-ACFB-DE40B6F60239}"/>
              </ns1:ext>
            </ns1:extLst>
          </ns0:cNvPr>
          <ns0:cNvSpPr>
            <ns1:spLocks noGrp="1"/>
          </ns0:cNvSpPr>
          <ns0:nvPr/>
        </ns0:nvSpPr>
        <ns0:spPr>
          <ns1:xfrm>
            <ns1:off x="1130618" y="4000024"/>
            <ns1:ext cx="13335000" cy="1498283"/>
          </ns1:xfrm>
          <ns1:prstGeom prst="rect">
            <ns1:avLst/>
          </ns1:prstGeom>
          <ns1:noFill/>
          <ns1:ln w="0">
            <ns1:noFill/>
          </ns1:ln>
        </ns0:spPr>
        <ns0:txBody>
          <ns1:bodyPr wrap="none" lIns="0" tIns="0" rIns="0" bIns="0" anchor="t">
            <ns1:noAutofit/>
          </ns1:bodyPr>
          <ns1:lstStyle>
            <ns1:defPPr algn="l">
              <ns1:defRPr sz="7050" b="1">
                <ns1:solidFill>
                  <ns1:srgbClr val="FFFFFF"/>
                </ns1:solidFill>
                <ns1:latin typeface="Pretendard"/>
                <ns1:ea typeface="Pretendard"/>
                <ns1:cs typeface="Pretendard"/>
              </ns1:defRPr>
            </ns1:defPPr>
            <ns1:lvl1pPr algn="l">
              <ns1:defRPr sz="7050" b="1">
                <ns1:solidFill>
                  <ns1:srgbClr val="FFFFFF"/>
                </ns1:solidFill>
                <ns1:latin typeface="Pretendard"/>
                <ns1:ea typeface="Pretendard"/>
                <ns1:cs typeface="Pretendard"/>
              </ns1:defRPr>
            </ns1:lvl1pPr>
            <ns1:lvl2pPr algn="l">
              <ns1:defRPr sz="7050" b="1">
                <ns1:solidFill>
                  <ns1:srgbClr val="FFFFFF"/>
                </ns1:solidFill>
                <ns1:latin typeface="Pretendard"/>
                <ns1:ea typeface="Pretendard"/>
                <ns1:cs typeface="Pretendard"/>
              </ns1:defRPr>
            </ns1:lvl2pPr>
            <ns1:lvl3pPr algn="l">
              <ns1:defRPr sz="7050" b="1">
                <ns1:solidFill>
                  <ns1:srgbClr val="FFFFFF"/>
                </ns1:solidFill>
                <ns1:latin typeface="Pretendard"/>
                <ns1:ea typeface="Pretendard"/>
                <ns1:cs typeface="Pretendard"/>
              </ns1:defRPr>
            </ns1:lvl3pPr>
            <ns1:lvl4pPr algn="l">
              <ns1:defRPr sz="7050" b="1">
                <ns1:solidFill>
                  <ns1:srgbClr val="FFFFFF"/>
                </ns1:solidFill>
                <ns1:latin typeface="Pretendard"/>
                <ns1:ea typeface="Pretendard"/>
                <ns1:cs typeface="Pretendard"/>
              </ns1:defRPr>
            </ns1:lvl4pPr>
            <ns1:lvl5pPr algn="l">
              <ns1:defRPr sz="7050" b="1">
                <ns1:solidFill>
                  <ns1:srgbClr val="FFFFFF"/>
                </ns1:solidFill>
                <ns1:latin typeface="Pretendard"/>
                <ns1:ea typeface="Pretendard"/>
                <ns1:cs typeface="Pretendard"/>
              </ns1:defRPr>
            </ns1:lvl5pPr>
            <ns1:lvl6pPr algn="l">
              <ns1:defRPr sz="7050" b="1">
                <ns1:solidFill>
                  <ns1:srgbClr val="FFFFFF"/>
                </ns1:solidFill>
                <ns1:latin typeface="Pretendard"/>
                <ns1:ea typeface="Pretendard"/>
                <ns1:cs typeface="Pretendard"/>
              </ns1:defRPr>
            </ns1:lvl6pPr>
            <ns1:lvl7pPr algn="l">
              <ns1:defRPr sz="7050" b="1">
                <ns1:solidFill>
                  <ns1:srgbClr val="FFFFFF"/>
                </ns1:solidFill>
                <ns1:latin typeface="Pretendard"/>
                <ns1:ea typeface="Pretendard"/>
                <ns1:cs typeface="Pretendard"/>
              </ns1:defRPr>
            </ns1:lvl7pPr>
            <ns1:lvl8pPr algn="l">
              <ns1:defRPr sz="7050" b="1">
                <ns1:solidFill>
                  <ns1:srgbClr val="FFFFFF"/>
                </ns1:solidFill>
                <ns1:latin typeface="Pretendard"/>
                <ns1:ea typeface="Pretendard"/>
                <ns1:cs typeface="Pretendard"/>
              </ns1:defRPr>
            </ns1:lvl8pPr>
            <ns1:lvl9pPr algn="l">
              <ns1:defRPr sz="7050" b="1">
                <ns1:solidFill>
                  <ns1:srgbClr val="FFFFFF"/>
                </ns1:solidFill>
                <ns1:latin typeface="Pretendard"/>
                <ns1:ea typeface="Pretendard"/>
                <ns1:cs typeface="Pretendard"/>
              </ns1:defRPr>
            </ns1:lvl9pPr>
          </ns1:lstStyle>
          <ns1:p>
            <ns1:pPr algn="l">
              <ns1:defRPr sz="7050" b="1">
                <ns1:solidFill>
                  <ns1:srgbClr val="FFFFFF"/>
                </ns1:solidFill>
                <ns1:latin typeface="Pretendard"/>
                <ns1:ea typeface="Pretendard"/>
                <ns1:cs typeface="Pretendard"/>
              </ns1:defRPr>
            </ns1:pPr>
            <ns1:r>
              <ns1:rPr sz="7050" b="1">
                <ns1:solidFill>
                  <ns1:srgbClr val="FFFFFF"/>
                </ns1:solidFill>
                <ns1:latin typeface="Pretendard"/>
                <ns1:ea typeface="Pretendard"/>
                <ns1:cs typeface="Pretendard"/>
              </ns1:rPr>
              <ns1:t>엔탈피와 열화학 반응식</ns1:t>
            </ns1:r>
          </ns1:p>
        </ns0:txBody>
      </ns0:sp>
      <ns0:sp>
        <ns0:nvSpPr>
          <ns0:cNvPr id="7" name="theory_curiosity">
            <ns1:extLst>
              <ns1:ext uri="{FF2B5EF4-FFF2-40B4-BE49-F238E27FC236}">
                <ns2:creationId id="{C30E56A7-51F3-4772-A0B2-6AAD137A60B8}"/>
              </ns1:ext>
            </ns1:extLst>
          </ns0:cNvPr>
          <ns0:cNvSpPr>
            <ns1:spLocks noGrp="1"/>
          </ns0:cNvSpPr>
          <ns0:nvPr/>
        </ns0:nvSpPr>
        <ns0:spPr>
          <ns1:xfrm>
            <ns1:off x="1130618" y="5497354"/>
            <ns1:ext cx="13335000" cy="590550"/>
          </ns1:xfrm>
          <ns1:prstGeom prst="rect">
            <ns1:avLst/>
          </ns1:prstGeom>
          <ns1:noFill/>
          <ns1:ln w="0">
            <ns1:noFill/>
          </ns1:ln>
        </ns0:spPr>
        <ns0:txBody>
          <ns1:bodyPr wrap="none" lIns="0" tIns="0" rIns="0" bIns="0" anchor="t">
            <ns1:noAutofit/>
          </ns1:bodyPr>
          <ns1:lstStyle>
            <ns1:defPPr algn="l">
              <ns1:defRPr sz="2850" b="0">
                <ns1:solidFill>
                  <ns1:srgbClr val="FFFFFF"/>
                </ns1:solidFill>
                <ns1:latin typeface="Pretendard"/>
                <ns1:ea typeface="Pretendard"/>
                <ns1:cs typeface="Pretendard"/>
              </ns1:defRPr>
            </ns1:defPPr>
            <ns1:lvl1pPr algn="l">
              <ns1:defRPr sz="2850" b="0">
                <ns1:solidFill>
                  <ns1:srgbClr val="FFFFFF"/>
                </ns1:solidFill>
                <ns1:latin typeface="Pretendard"/>
                <ns1:ea typeface="Pretendard"/>
                <ns1:cs typeface="Pretendard"/>
              </ns1:defRPr>
            </ns1:lvl1pPr>
            <ns1:lvl2pPr algn="l">
              <ns1:defRPr sz="2850" b="0">
                <ns1:solidFill>
                  <ns1:srgbClr val="FFFFFF"/>
                </ns1:solidFill>
                <ns1:latin typeface="Pretendard"/>
                <ns1:ea typeface="Pretendard"/>
                <ns1:cs typeface="Pretendard"/>
              </ns1:defRPr>
            </ns1:lvl2pPr>
            <ns1:lvl3pPr algn="l">
              <ns1:defRPr sz="2850" b="0">
                <ns1:solidFill>
                  <ns1:srgbClr val="FFFFFF"/>
                </ns1:solidFill>
                <ns1:latin typeface="Pretendard"/>
                <ns1:ea typeface="Pretendard"/>
                <ns1:cs typeface="Pretendard"/>
              </ns1:defRPr>
            </ns1:lvl3pPr>
            <ns1:lvl4pPr algn="l">
              <ns1:defRPr sz="2850" b="0">
                <ns1:solidFill>
                  <ns1:srgbClr val="FFFFFF"/>
                </ns1:solidFill>
                <ns1:latin typeface="Pretendard"/>
                <ns1:ea typeface="Pretendard"/>
                <ns1:cs typeface="Pretendard"/>
              </ns1:defRPr>
            </ns1:lvl4pPr>
            <ns1:lvl5pPr algn="l">
              <ns1:defRPr sz="2850" b="0">
                <ns1:solidFill>
                  <ns1:srgbClr val="FFFFFF"/>
                </ns1:solidFill>
                <ns1:latin typeface="Pretendard"/>
                <ns1:ea typeface="Pretendard"/>
                <ns1:cs typeface="Pretendard"/>
              </ns1:defRPr>
            </ns1:lvl5pPr>
            <ns1:lvl6pPr algn="l">
              <ns1:defRPr sz="2850" b="0">
                <ns1:solidFill>
                  <ns1:srgbClr val="FFFFFF"/>
                </ns1:solidFill>
                <ns1:latin typeface="Pretendard"/>
                <ns1:ea typeface="Pretendard"/>
                <ns1:cs typeface="Pretendard"/>
              </ns1:defRPr>
            </ns1:lvl6pPr>
            <ns1:lvl7pPr algn="l">
              <ns1:defRPr sz="2850" b="0">
                <ns1:solidFill>
                  <ns1:srgbClr val="FFFFFF"/>
                </ns1:solidFill>
                <ns1:latin typeface="Pretendard"/>
                <ns1:ea typeface="Pretendard"/>
                <ns1:cs typeface="Pretendard"/>
              </ns1:defRPr>
            </ns1:lvl7pPr>
            <ns1:lvl8pPr algn="l">
              <ns1:defRPr sz="2850" b="0">
                <ns1:solidFill>
                  <ns1:srgbClr val="FFFFFF"/>
                </ns1:solidFill>
                <ns1:latin typeface="Pretendard"/>
                <ns1:ea typeface="Pretendard"/>
                <ns1:cs typeface="Pretendard"/>
              </ns1:defRPr>
            </ns1:lvl8pPr>
            <ns1:lvl9pPr algn="l">
              <ns1:defRPr sz="2850" b="0">
                <ns1:solidFill>
                  <ns1:srgbClr val="FFFFFF"/>
                </ns1:solidFill>
                <ns1:latin typeface="Pretendard"/>
                <ns1:ea typeface="Pretendard"/>
                <ns1:cs typeface="Pretendard"/>
              </ns1:defRPr>
            </ns1:lvl9pPr>
          </ns1:lstStyle>
          <ns1:p>
            <ns1:pPr algn="l">
              <ns1:defRPr sz="2850" b="0">
                <ns1:solidFill>
                  <ns1:srgbClr val="FFFFFF"/>
                </ns1:solidFill>
                <ns1:latin typeface="Pretendard"/>
                <ns1:ea typeface="Pretendard"/>
                <ns1:cs typeface="Pretendard"/>
              </ns1:defRPr>
            </ns1:pPr>
            <ns1:r>
              <ns1:rPr sz="2850" b="0">
                <ns1:solidFill>
                  <ns1:srgbClr val="FFFFFF"/>
                </ns1:solidFill>
                <ns1:latin typeface="Pretendard"/>
                <ns1:ea typeface="Pretendard"/>
                <ns1:cs typeface="Pretendard"/>
              </ns1:rPr>
              <ns1:t>같은 반응도 물질의 양이나 상태가 달라지면 출입하는 열이 달라질까?</ns1:t>
            </ns1:r>
          </ns1:p>
        </ns0:txBody>
      </ns0:sp>
    </ns0:spTree>
    <ns0:extLst>
      <ns0:ext uri="{BB962C8B-B14F-4D97-AF65-F5344CB8AC3E}">
        <ns4:creationId val="525542474"/>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7" name="">
            <ns1:extLst>
              <ns1:ext uri="{FF2B5EF4-FFF2-40B4-BE49-F238E27FC236}">
                <ns2:creationId id="{831C57BD-99EB-414C-9DDF-748BCF17E367}"/>
              </ns1:ext>
            </ns1:extLst>
          </ns0:cNvPr>
          <ns0:cNvPicPr>
            <ns1:picLocks noChangeAspect="1"/>
          </ns0:cNvPicPr>
          <ns0:nvPr/>
        </ns0:nvPicPr>
        <ns0:blipFill>
          <ns1:blip ns3:embed="R519a23b6d9b94839"/>
          <ns1:stretch/>
        </ns0:blipFill>
        <ns0:spPr>
          <ns1:xfrm>
            <ns1:off x="16941800" y="382588"/>
            <ns1:ext cx="1028700" cy="733425"/>
          </ns1:xfrm>
          <ns1:prstGeom prst="rect">
            <ns1:avLst/>
          </ns1:prstGeom>
        </ns0:spPr>
      </ns0:pic>
      <ns0:sp>
        <ns0:nvSpPr>
          <ns0:cNvPr id="2" name="part_heading">
            <ns1:extLst>
              <ns1:ext uri="{FF2B5EF4-FFF2-40B4-BE49-F238E27FC236}">
                <ns2:creationId id="{06B45993-DCF6-4AE4-95C8-781CE0335EB9}"/>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2 연료의 효율성</ns1:t>
            </ns1:r>
          </ns1:p>
        </ns0:txBody>
      </ns0:sp>
      <ns0:sp>
        <ns0:nvSpPr>
          <ns0:cNvPr id="3" name="topic_number">
            <ns1:extLst>
              <ns1:ext uri="{FF2B5EF4-FFF2-40B4-BE49-F238E27FC236}">
                <ns2:creationId id="{6208502F-DF6F-4398-86F2-1E17ADDD5C92}"/>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01</ns1:t>
            </ns1:r>
          </ns1:p>
        </ns0:txBody>
      </ns0:sp>
      <ns0:sp>
        <ns0:nvSpPr>
          <ns0:cNvPr id="4" name="topic_heading">
            <ns1:extLst>
              <ns1:ext uri="{FF2B5EF4-FFF2-40B4-BE49-F238E27FC236}">
                <ns2:creationId id="{8A29F9F6-3EA1-4EC9-B4FB-F2438121B149}"/>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연소 반응의 이용</ns1:t>
            </ns1:r>
          </ns1:p>
        </ns0:txBody>
      </ns0:sp>
      <ns0:sp>
        <ns0:nvSpPr>
          <ns0:cNvPr id="5" name="title">
            <ns1:extLst>
              <ns1:ext uri="{FF2B5EF4-FFF2-40B4-BE49-F238E27FC236}">
                <ns2:creationId id="{0816FB90-A494-4990-857A-1E3C79A6C174}"/>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연소에서 방출된 열을 난방과 동력에 이용한다</ns1:t>
            </ns1:r>
          </ns1:p>
        </ns0:txBody>
      </ns0:sp>
      <ns0:sp>
        <ns0:nvSpPr>
          <ns0:cNvPr id="6" name="explanation">
            <ns1:extLst>
              <ns1:ext uri="{FF2B5EF4-FFF2-40B4-BE49-F238E27FC236}">
                <ns2:creationId id="{A1382392-4DA8-4A5B-8F81-C4C456ADEC5C}"/>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보일러와 자동차는 어떤 에너지 변화를 이용할까?</ns1:t>
            </ns1:r>
          </ns1:p>
        </ns0:txBody>
      </ns0:sp>
      <ns0:sp>
        <ns0:nvSpPr>
          <ns0:cNvPr id="7" name="page">
            <ns1:extLst>
              <ns1:ext uri="{FF2B5EF4-FFF2-40B4-BE49-F238E27FC236}">
                <ns2:creationId id="{6E58BD56-BDF4-4149-9FDF-36A5C274B2DE}"/>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15 / 31</ns1:t>
            </ns1:r>
          </ns1:p>
        </ns0:txBody>
      </ns0:sp>
      <ns0:sp>
        <ns0:nvSpPr>
          <ns0:cNvPr id="8" name="copyright">
            <ns1:extLst>
              <ns1:ext uri="{FF2B5EF4-FFF2-40B4-BE49-F238E27FC236}">
                <ns2:creationId id="{7E28B645-EEE1-4EDA-8B7E-FF954F9724BE}"/>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PHOTO_BOILER-frame">
            <ns1:extLst>
              <ns1:ext uri="{FF2B5EF4-FFF2-40B4-BE49-F238E27FC236}">
                <ns2:creationId id="{2DD8355D-B825-4C1E-8210-815239382D5E}"/>
              </ns1:ext>
            </ns1:extLst>
          </ns0:cNvPr>
          <ns0:cNvSpPr>
            <ns1:spLocks noGrp="1"/>
          </ns0:cNvSpPr>
          <ns0:nvPr/>
        </ns0:nvSpPr>
        <ns0:spPr>
          <ns1:xfrm>
            <ns1:off x="2381250" y="4714875"/>
            <ns1:ext cx="6191250" cy="4619625"/>
          </ns1:xfrm>
          <ns1:prstGeom prst="roundRect">
            <ns1:avLst>
              <ns1:gd name="adj" fmla="val 6598"/>
            </ns1:avLst>
          </ns1:prstGeom>
          <ns1:solidFill>
            <ns1:srgbClr val="1F2429"/>
          </ns1:solidFill>
          <ns1:ln w="0">
            <ns1:noFill/>
          </ns1:ln>
        </ns0:spPr>
      </ns0:sp>
      <ns0:pic>
        <ns0:nvPicPr>
          <ns0:cNvPr id="10" name="">
            <ns1:extLst>
              <ns1:ext uri="{FF2B5EF4-FFF2-40B4-BE49-F238E27FC236}">
                <ns2:creationId id="{7BC7F818-4745-48F7-8518-D4E86BEF3CDA}"/>
              </ns1:ext>
            </ns1:extLst>
          </ns0:cNvPr>
          <ns0:cNvPicPr>
            <ns1:picLocks noChangeAspect="1"/>
          </ns0:cNvPicPr>
          <ns0:nvPr/>
        </ns0:nvPicPr>
        <ns0:blipFill>
          <ns1:blip ns3:embed="Rde9572fa4274412c"/>
          <ns1:srcRect l="0" t="18192" r="0" b="18192"/>
          <ns1:stretch>
            <ns1:fillRect l="0" t="0" r="0" b="0"/>
          </ns1:stretch>
        </ns0:blipFill>
        <ns0:spPr>
          <ns1:xfrm>
            <ns1:off x="2628900" y="4943475"/>
            <ns1:ext cx="5695950" cy="2781300"/>
          </ns1:xfrm>
          <ns1:prstGeom prst="roundRect">
            <ns1:avLst>
              <ns1:gd name="adj" fmla="val 6164"/>
            </ns1:avLst>
          </ns1:prstGeom>
        </ns0:spPr>
      </ns0:pic>
      <ns0:sp>
        <ns0:nvSpPr>
          <ns0:cNvPr id="11" name="PHOTO_BOILER-title">
            <ns1:extLst>
              <ns1:ext uri="{FF2B5EF4-FFF2-40B4-BE49-F238E27FC236}">
                <ns2:creationId id="{E6084ADB-EBC6-4B2E-B709-D7DB20EB013C}"/>
              </ns1:ext>
            </ns1:extLst>
          </ns0:cNvPr>
          <ns0:cNvSpPr>
            <ns1:spLocks noGrp="1"/>
          </ns0:cNvSpPr>
          <ns0:nvPr/>
        </ns0:nvSpPr>
        <ns0:spPr>
          <ns1:xfrm>
            <ns1:off x="257175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가정용 난방 보일러</ns1:t>
            </ns1:r>
          </ns1:p>
        </ns0:txBody>
      </ns0:sp>
      <ns0:sp>
        <ns0:nvSpPr>
          <ns0:cNvPr id="12" name="PHOTO_BOILER-description">
            <ns1:extLst>
              <ns1:ext uri="{FF2B5EF4-FFF2-40B4-BE49-F238E27FC236}">
                <ns2:creationId id="{A7047EDC-FBF7-4322-AF6D-3781CADCC058}"/>
              </ns1:ext>
            </ns1:extLst>
          </ns0:cNvPr>
          <ns0:cNvSpPr>
            <ns1:spLocks noGrp="1"/>
          </ns0:cNvSpPr>
          <ns0:nvPr/>
        </ns0:nvSpPr>
        <ns0:spPr>
          <ns1:xfrm>
            <ns1:off x="257175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연료가 연소하며 방출한 열로 난방</ns1:t>
            </ns1:r>
          </ns1:p>
        </ns0:txBody>
      </ns0:sp>
      <ns0:sp>
        <ns0:nvSpPr>
          <ns0:cNvPr id="13" name="PHOTO_CAR-frame">
            <ns1:extLst>
              <ns1:ext uri="{FF2B5EF4-FFF2-40B4-BE49-F238E27FC236}">
                <ns2:creationId id="{AC9B96F6-9749-47E0-83F0-03DD228402A9}"/>
              </ns1:ext>
            </ns1:extLst>
          </ns0:cNvPr>
          <ns0:cNvSpPr>
            <ns1:spLocks noGrp="1"/>
          </ns0:cNvSpPr>
          <ns0:nvPr/>
        </ns0:nvSpPr>
        <ns0:spPr>
          <ns1:xfrm>
            <ns1:off x="9715500" y="4714875"/>
            <ns1:ext cx="6191250" cy="4619625"/>
          </ns1:xfrm>
          <ns1:prstGeom prst="roundRect">
            <ns1:avLst>
              <ns1:gd name="adj" fmla="val 6598"/>
            </ns1:avLst>
          </ns1:prstGeom>
          <ns1:solidFill>
            <ns1:srgbClr val="1F2429"/>
          </ns1:solidFill>
          <ns1:ln w="0">
            <ns1:noFill/>
          </ns1:ln>
        </ns0:spPr>
      </ns0:sp>
      <ns0:pic>
        <ns0:nvPicPr>
          <ns0:cNvPr id="14" name="">
            <ns1:extLst>
              <ns1:ext uri="{FF2B5EF4-FFF2-40B4-BE49-F238E27FC236}">
                <ns2:creationId id="{A7434D87-7CE7-4B0E-858F-DE81C46D6F87}"/>
              </ns1:ext>
            </ns1:extLst>
          </ns0:cNvPr>
          <ns0:cNvPicPr>
            <ns1:picLocks noChangeAspect="1"/>
          </ns0:cNvPicPr>
          <ns0:nvPr/>
        </ns0:nvPicPr>
        <ns0:blipFill>
          <ns1:blip ns3:embed="Rc752ba6f4cd54d99"/>
          <ns1:srcRect l="0" t="6023" r="0" b="6023"/>
          <ns1:stretch>
            <ns1:fillRect l="0" t="0" r="0" b="0"/>
          </ns1:stretch>
        </ns0:blipFill>
        <ns0:spPr>
          <ns1:xfrm>
            <ns1:off x="9963150" y="4943475"/>
            <ns1:ext cx="5695950" cy="2781300"/>
          </ns1:xfrm>
          <ns1:prstGeom prst="roundRect">
            <ns1:avLst>
              <ns1:gd name="adj" fmla="val 6164"/>
            </ns1:avLst>
          </ns1:prstGeom>
        </ns0:spPr>
      </ns0:pic>
      <ns0:sp>
        <ns0:nvSpPr>
          <ns0:cNvPr id="15" name="PHOTO_CAR-title">
            <ns1:extLst>
              <ns1:ext uri="{FF2B5EF4-FFF2-40B4-BE49-F238E27FC236}">
                <ns2:creationId id="{E1CAE7AA-81E6-4194-A237-8953BCE25639}"/>
              </ns1:ext>
            </ns1:extLst>
          </ns0:cNvPr>
          <ns0:cNvSpPr>
            <ns1:spLocks noGrp="1"/>
          </ns0:cNvSpPr>
          <ns0:nvPr/>
        </ns0:nvSpPr>
        <ns0:spPr>
          <ns1:xfrm>
            <ns1:off x="9906000" y="7972425"/>
            <ns1:ext cx="5810250" cy="533400"/>
          </ns1:xfrm>
          <ns1:prstGeom prst="rect">
            <ns1:avLst/>
          </ns1:prstGeom>
          <ns1:noFill/>
          <ns1:ln w="0">
            <ns1:noFill/>
          </ns1:ln>
        </ns0:spPr>
        <ns0:txBody>
          <ns1:bodyPr wrap="none" lIns="0" tIns="0" rIns="0" bIns="0" anchor="t">
            <ns1:noAutofit/>
          </ns1:bodyPr>
          <ns1:lstStyle>
            <ns1:defPPr algn="ctr">
              <ns1:defRPr sz="2700" b="1" u="sng">
                <ns1:solidFill>
                  <ns1:srgbClr val="FFFFFF"/>
                </ns1:solidFill>
                <ns1:latin typeface="Pretendard"/>
                <ns1:ea typeface="Pretendard"/>
                <ns1:cs typeface="Pretendard"/>
              </ns1:defRPr>
            </ns1:defPPr>
            <ns1:lvl1pPr algn="ctr">
              <ns1:defRPr sz="2700" b="1" u="sng">
                <ns1:solidFill>
                  <ns1:srgbClr val="FFFFFF"/>
                </ns1:solidFill>
                <ns1:latin typeface="Pretendard"/>
                <ns1:ea typeface="Pretendard"/>
                <ns1:cs typeface="Pretendard"/>
              </ns1:defRPr>
            </ns1:lvl1pPr>
            <ns1:lvl2pPr algn="ctr">
              <ns1:defRPr sz="2700" b="1" u="sng">
                <ns1:solidFill>
                  <ns1:srgbClr val="FFFFFF"/>
                </ns1:solidFill>
                <ns1:latin typeface="Pretendard"/>
                <ns1:ea typeface="Pretendard"/>
                <ns1:cs typeface="Pretendard"/>
              </ns1:defRPr>
            </ns1:lvl2pPr>
            <ns1:lvl3pPr algn="ctr">
              <ns1:defRPr sz="2700" b="1" u="sng">
                <ns1:solidFill>
                  <ns1:srgbClr val="FFFFFF"/>
                </ns1:solidFill>
                <ns1:latin typeface="Pretendard"/>
                <ns1:ea typeface="Pretendard"/>
                <ns1:cs typeface="Pretendard"/>
              </ns1:defRPr>
            </ns1:lvl3pPr>
            <ns1:lvl4pPr algn="ctr">
              <ns1:defRPr sz="2700" b="1" u="sng">
                <ns1:solidFill>
                  <ns1:srgbClr val="FFFFFF"/>
                </ns1:solidFill>
                <ns1:latin typeface="Pretendard"/>
                <ns1:ea typeface="Pretendard"/>
                <ns1:cs typeface="Pretendard"/>
              </ns1:defRPr>
            </ns1:lvl4pPr>
            <ns1:lvl5pPr algn="ctr">
              <ns1:defRPr sz="2700" b="1" u="sng">
                <ns1:solidFill>
                  <ns1:srgbClr val="FFFFFF"/>
                </ns1:solidFill>
                <ns1:latin typeface="Pretendard"/>
                <ns1:ea typeface="Pretendard"/>
                <ns1:cs typeface="Pretendard"/>
              </ns1:defRPr>
            </ns1:lvl5pPr>
            <ns1:lvl6pPr algn="ctr">
              <ns1:defRPr sz="2700" b="1" u="sng">
                <ns1:solidFill>
                  <ns1:srgbClr val="FFFFFF"/>
                </ns1:solidFill>
                <ns1:latin typeface="Pretendard"/>
                <ns1:ea typeface="Pretendard"/>
                <ns1:cs typeface="Pretendard"/>
              </ns1:defRPr>
            </ns1:lvl6pPr>
            <ns1:lvl7pPr algn="ctr">
              <ns1:defRPr sz="2700" b="1" u="sng">
                <ns1:solidFill>
                  <ns1:srgbClr val="FFFFFF"/>
                </ns1:solidFill>
                <ns1:latin typeface="Pretendard"/>
                <ns1:ea typeface="Pretendard"/>
                <ns1:cs typeface="Pretendard"/>
              </ns1:defRPr>
            </ns1:lvl7pPr>
            <ns1:lvl8pPr algn="ctr">
              <ns1:defRPr sz="2700" b="1" u="sng">
                <ns1:solidFill>
                  <ns1:srgbClr val="FFFFFF"/>
                </ns1:solidFill>
                <ns1:latin typeface="Pretendard"/>
                <ns1:ea typeface="Pretendard"/>
                <ns1:cs typeface="Pretendard"/>
              </ns1:defRPr>
            </ns1:lvl8pPr>
            <ns1:lvl9pPr algn="ctr">
              <ns1:defRPr sz="2700" b="1" u="sng">
                <ns1:solidFill>
                  <ns1:srgbClr val="FFFFFF"/>
                </ns1:solidFill>
                <ns1:latin typeface="Pretendard"/>
                <ns1:ea typeface="Pretendard"/>
                <ns1:cs typeface="Pretendard"/>
              </ns1:defRPr>
            </ns1:lvl9pPr>
          </ns1:lstStyle>
          <ns1:p>
            <ns1:pPr algn="ctr">
              <ns1:defRPr sz="2700" b="1">
                <ns1:solidFill>
                  <ns1:srgbClr val="FFFFFF"/>
                </ns1:solidFill>
                <ns1:latin typeface="Pretendard"/>
                <ns1:ea typeface="Pretendard"/>
                <ns1:cs typeface="Pretendard"/>
              </ns1:defRPr>
            </ns1:pPr>
            <ns1:r>
              <ns1:rPr sz="2700" b="1" u="sng">
                <ns1:solidFill>
                  <ns1:srgbClr val="FFFFFF"/>
                </ns1:solidFill>
                <ns1:latin typeface="Pretendard"/>
                <ns1:ea typeface="Pretendard"/>
                <ns1:cs typeface="Pretendard"/>
              </ns1:rPr>
              <ns1:t>가솔린 자동차</ns1:t>
            </ns1:r>
          </ns1:p>
        </ns0:txBody>
      </ns0:sp>
      <ns0:sp>
        <ns0:nvSpPr>
          <ns0:cNvPr id="16" name="PHOTO_CAR-description">
            <ns1:extLst>
              <ns1:ext uri="{FF2B5EF4-FFF2-40B4-BE49-F238E27FC236}">
                <ns2:creationId id="{C3DC627E-1551-49AD-B0D1-39085FA5F0EB}"/>
              </ns1:ext>
            </ns1:extLst>
          </ns0:cNvPr>
          <ns0:cNvSpPr>
            <ns1:spLocks noGrp="1"/>
          </ns0:cNvSpPr>
          <ns0:nvPr/>
        </ns0:nvSpPr>
        <ns0:spPr>
          <ns1:xfrm>
            <ns1:off x="9906000" y="8620125"/>
            <ns1:ext cx="5810250" cy="533400"/>
          </ns1:xfrm>
          <ns1:prstGeom prst="rect">
            <ns1:avLst/>
          </ns1:prstGeom>
          <ns1:noFill/>
          <ns1:ln w="0">
            <ns1:noFill/>
          </ns1:ln>
        </ns0:spPr>
        <ns0:txBody>
          <ns1:bodyPr wrap="none" lIns="0" tIns="0" rIns="0" bIns="0" anchor="t">
            <ns1:noAutofit/>
          </ns1:bodyPr>
          <ns1:lstStyle>
            <ns1:defPPr algn="ctr">
              <ns1:defRPr sz="2700" b="0">
                <ns1:solidFill>
                  <ns1:srgbClr val="FFFFFF"/>
                </ns1:solidFill>
                <ns1:latin typeface="Pretendard"/>
                <ns1:ea typeface="Pretendard"/>
                <ns1:cs typeface="Pretendard"/>
              </ns1:defRPr>
            </ns1:defPPr>
            <ns1:lvl1pPr algn="ctr">
              <ns1:defRPr sz="2700" b="0">
                <ns1:solidFill>
                  <ns1:srgbClr val="FFFFFF"/>
                </ns1:solidFill>
                <ns1:latin typeface="Pretendard"/>
                <ns1:ea typeface="Pretendard"/>
                <ns1:cs typeface="Pretendard"/>
              </ns1:defRPr>
            </ns1:lvl1pPr>
            <ns1:lvl2pPr algn="ctr">
              <ns1:defRPr sz="2700" b="0">
                <ns1:solidFill>
                  <ns1:srgbClr val="FFFFFF"/>
                </ns1:solidFill>
                <ns1:latin typeface="Pretendard"/>
                <ns1:ea typeface="Pretendard"/>
                <ns1:cs typeface="Pretendard"/>
              </ns1:defRPr>
            </ns1:lvl2pPr>
            <ns1:lvl3pPr algn="ctr">
              <ns1:defRPr sz="2700" b="0">
                <ns1:solidFill>
                  <ns1:srgbClr val="FFFFFF"/>
                </ns1:solidFill>
                <ns1:latin typeface="Pretendard"/>
                <ns1:ea typeface="Pretendard"/>
                <ns1:cs typeface="Pretendard"/>
              </ns1:defRPr>
            </ns1:lvl3pPr>
            <ns1:lvl4pPr algn="ctr">
              <ns1:defRPr sz="2700" b="0">
                <ns1:solidFill>
                  <ns1:srgbClr val="FFFFFF"/>
                </ns1:solidFill>
                <ns1:latin typeface="Pretendard"/>
                <ns1:ea typeface="Pretendard"/>
                <ns1:cs typeface="Pretendard"/>
              </ns1:defRPr>
            </ns1:lvl4pPr>
            <ns1:lvl5pPr algn="ctr">
              <ns1:defRPr sz="2700" b="0">
                <ns1:solidFill>
                  <ns1:srgbClr val="FFFFFF"/>
                </ns1:solidFill>
                <ns1:latin typeface="Pretendard"/>
                <ns1:ea typeface="Pretendard"/>
                <ns1:cs typeface="Pretendard"/>
              </ns1:defRPr>
            </ns1:lvl5pPr>
            <ns1:lvl6pPr algn="ctr">
              <ns1:defRPr sz="2700" b="0">
                <ns1:solidFill>
                  <ns1:srgbClr val="FFFFFF"/>
                </ns1:solidFill>
                <ns1:latin typeface="Pretendard"/>
                <ns1:ea typeface="Pretendard"/>
                <ns1:cs typeface="Pretendard"/>
              </ns1:defRPr>
            </ns1:lvl6pPr>
            <ns1:lvl7pPr algn="ctr">
              <ns1:defRPr sz="2700" b="0">
                <ns1:solidFill>
                  <ns1:srgbClr val="FFFFFF"/>
                </ns1:solidFill>
                <ns1:latin typeface="Pretendard"/>
                <ns1:ea typeface="Pretendard"/>
                <ns1:cs typeface="Pretendard"/>
              </ns1:defRPr>
            </ns1:lvl7pPr>
            <ns1:lvl8pPr algn="ctr">
              <ns1:defRPr sz="2700" b="0">
                <ns1:solidFill>
                  <ns1:srgbClr val="FFFFFF"/>
                </ns1:solidFill>
                <ns1:latin typeface="Pretendard"/>
                <ns1:ea typeface="Pretendard"/>
                <ns1:cs typeface="Pretendard"/>
              </ns1:defRPr>
            </ns1:lvl8pPr>
            <ns1:lvl9pPr algn="ctr">
              <ns1:defRPr sz="2700" b="0">
                <ns1:solidFill>
                  <ns1:srgbClr val="FFFFFF"/>
                </ns1:solidFill>
                <ns1:latin typeface="Pretendard"/>
                <ns1:ea typeface="Pretendard"/>
                <ns1:cs typeface="Pretendard"/>
              </ns1:defRPr>
            </ns1:lvl9pPr>
          </ns1:lstStyle>
          <ns1:p>
            <ns1:pPr algn="ctr">
              <ns1:defRPr sz="2700" b="0">
                <ns1:solidFill>
                  <ns1:srgbClr val="FFFFFF"/>
                </ns1:solidFill>
                <ns1:latin typeface="Pretendard"/>
                <ns1:ea typeface="Pretendard"/>
                <ns1:cs typeface="Pretendard"/>
              </ns1:defRPr>
            </ns1:pPr>
            <ns1:r>
              <ns1:rPr sz="2700" b="0">
                <ns1:solidFill>
                  <ns1:srgbClr val="FFFFFF"/>
                </ns1:solidFill>
                <ns1:latin typeface="Pretendard"/>
                <ns1:ea typeface="Pretendard"/>
                <ns1:cs typeface="Pretendard"/>
              </ns1:rPr>
              <ns1:t>연료의 연소 에너지를 운동에 이용</ns1:t>
            </ns1:r>
          </ns1:p>
        </ns0:txBody>
      </ns0:sp>
    </ns0:spTree>
    <ns0:extLst>
      <ns0:ext uri="{BB962C8B-B14F-4D97-AF65-F5344CB8AC3E}">
        <ns4:creationId val="933442375"/>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12" name="">
            <ns1:extLst>
              <ns1:ext uri="{FF2B5EF4-FFF2-40B4-BE49-F238E27FC236}">
                <ns2:creationId id="{E0C306BB-8A45-4B97-87D3-E3367EF6EB13}"/>
              </ns1:ext>
            </ns1:extLst>
          </ns0:cNvPr>
          <ns0:cNvPicPr>
            <ns1:picLocks noChangeAspect="1"/>
          </ns0:cNvPicPr>
          <ns0:nvPr/>
        </ns0:nvPicPr>
        <ns0:blipFill>
          <ns1:blip ns3:embed="R93b810b0b3ea4ab8"/>
          <ns1:stretch/>
        </ns0:blipFill>
        <ns0:spPr>
          <ns1:xfrm>
            <ns1:off x="16941800" y="382588"/>
            <ns1:ext cx="1028700" cy="733425"/>
          </ns1:xfrm>
          <ns1:prstGeom prst="rect">
            <ns1:avLst/>
          </ns1:prstGeom>
        </ns0:spPr>
      </ns0:pic>
      <ns0:sp>
        <ns0:nvSpPr>
          <ns0:cNvPr id="2" name="part_heading">
            <ns1:extLst>
              <ns1:ext uri="{FF2B5EF4-FFF2-40B4-BE49-F238E27FC236}">
                <ns2:creationId id="{65EDC0AF-87D8-4791-A70F-AFF2D0DE9F32}"/>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F09C6DE5-FFE6-4085-9019-4D97729A4AD2}"/>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04</ns1:t>
            </ns1:r>
          </ns1:p>
        </ns0:txBody>
      </ns0:sp>
      <ns0:sp>
        <ns0:nvSpPr>
          <ns0:cNvPr id="4" name="topic_heading">
            <ns1:extLst>
              <ns1:ext uri="{FF2B5EF4-FFF2-40B4-BE49-F238E27FC236}">
                <ns2:creationId id="{6569E172-6980-4736-AC92-F88855A69E44}"/>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물 생성 반응의 결합 모형</ns1:t>
            </ns1:r>
          </ns1:p>
        </ns0:txBody>
      </ns0:sp>
      <ns0:sp>
        <ns0:nvSpPr>
          <ns0:cNvPr id="5" name="title">
            <ns1:extLst>
              <ns1:ext uri="{FF2B5EF4-FFF2-40B4-BE49-F238E27FC236}">
                <ns2:creationId id="{318F4860-EB30-49A7-8655-0A2B15E7282F}"/>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원자 수는 보존되고, 결합은 달라진다</ns1:t>
            </ns1:r>
          </ns1:p>
        </ns0:txBody>
      </ns0:sp>
      <ns0:sp>
        <ns0:nvSpPr>
          <ns0:cNvPr id="6" name="explanation">
            <ns1:extLst>
              <ns1:ext uri="{FF2B5EF4-FFF2-40B4-BE49-F238E27FC236}">
                <ns2:creationId id="{2C981409-9548-48E4-965F-CA69BFDF4F9A}"/>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ns1:t>
            </ns1:r>
          </ns1:p>
        </ns0:txBody>
      </ns0:sp>
      <ns0:sp>
        <ns0:nvSpPr>
          <ns0:cNvPr id="7" name="page">
            <ns1:extLst>
              <ns1:ext uri="{FF2B5EF4-FFF2-40B4-BE49-F238E27FC236}">
                <ns2:creationId id="{C0DCF4CA-198C-4EA4-8847-3AACA25613CD}"/>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26 / 31</ns1:t>
            </ns1:r>
          </ns1:p>
        </ns0:txBody>
      </ns0:sp>
      <ns0:sp>
        <ns0:nvSpPr>
          <ns0:cNvPr id="8" name="copyright">
            <ns1:extLst>
              <ns1:ext uri="{FF2B5EF4-FFF2-40B4-BE49-F238E27FC236}">
                <ns2:creationId id="{0DFB7922-C763-49BA-914A-AE5F4F7AD2EC}"/>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pic>
        <ns0:nvPicPr>
          <ns0:cNvPr id="9" name="">
            <ns1:extLst>
              <ns1:ext uri="{FF2B5EF4-FFF2-40B4-BE49-F238E27FC236}">
                <ns2:creationId id="{B3E7F2E5-0A9C-44C3-8FF1-3419D4D552CD}"/>
              </ns1:ext>
            </ns1:extLst>
          </ns0:cNvPr>
          <ns0:cNvPicPr>
            <ns1:picLocks noChangeAspect="1"/>
          </ns0:cNvPicPr>
          <ns0:nvPr/>
        </ns0:nvPicPr>
        <ns0:blipFill>
          <ns1:blip ns3:embed="R03cb97289b1c4863"/>
          <ns1:stretch/>
        </ns0:blipFill>
        <ns0:spPr>
          <ns1:xfrm>
            <ns1:off x="2952750" y="4657077"/>
            <ns1:ext cx="12382500" cy="3468397"/>
          </ns1:xfrm>
          <ns1:prstGeom prst="rect">
            <ns1:avLst/>
          </ns1:prstGeom>
        </ns0:spPr>
      </ns0:pic>
      <ns0:sp>
        <ns0:nvSpPr>
          <ns0:cNvPr id="10" name="conclusion-box">
            <ns1:extLst>
              <ns1:ext uri="{FF2B5EF4-FFF2-40B4-BE49-F238E27FC236}">
                <ns2:creationId id="{067FAA07-AEE3-432E-95BD-33A233421C77}"/>
              </ns1:ext>
            </ns1:extLst>
          </ns0:cNvPr>
          <ns0:cNvSpPr>
            <ns1:spLocks noGrp="1"/>
          </ns0:cNvSpPr>
          <ns0:nvPr/>
        </ns0:nvSpPr>
        <ns0:spPr>
          <ns1:xfrm>
            <ns1:off x="2333625" y="8429625"/>
            <ns1:ext cx="13620750" cy="952500"/>
          </ns1:xfrm>
          <ns1:prstGeom prst="roundRect">
            <ns1:avLst>
              <ns1:gd name="adj" fmla="val 16000"/>
            </ns1:avLst>
          </ns1:prstGeom>
          <ns1:solidFill>
            <ns1:srgbClr val="898989"/>
          </ns1:solidFill>
          <ns1:ln w="0">
            <ns1:noFill/>
          </ns1:ln>
        </ns0:spPr>
      </ns0:sp>
      <ns0:sp>
        <ns0:nvSpPr>
          <ns0:cNvPr id="11" name="conclusion">
            <ns1:extLst>
              <ns1:ext uri="{FF2B5EF4-FFF2-40B4-BE49-F238E27FC236}">
                <ns2:creationId id="{90C9FC83-1CF2-4944-992E-DDD468446312}"/>
              </ns1:ext>
            </ns1:extLst>
          </ns0:cNvPr>
          <ns0:cNvSpPr>
            <ns1:spLocks noGrp="1"/>
          </ns0:cNvSpPr>
          <ns0:nvPr/>
        </ns0:nvSpPr>
        <ns0:spPr>
          <ns1:xfrm>
            <ns1:off x="2619375" y="8658225"/>
            <ns1:ext cx="13049250" cy="552450"/>
          </ns1:xfrm>
          <ns1:prstGeom prst="rect">
            <ns1:avLst/>
          </ns1:prstGeom>
          <ns1:noFill/>
          <ns1:ln w="0">
            <ns1:noFill/>
          </ns1:ln>
        </ns0:spPr>
        <ns0:txBody>
          <ns1:bodyPr wrap="none" lIns="0" tIns="0" rIns="0" bIns="0" anchor="t">
            <ns1:noAutofit/>
          </ns1:bodyPr>
          <ns1:lstStyle>
            <ns1:defPPr algn="ctr">
              <ns1:defRPr sz="3338" b="0">
                <ns1:solidFill>
                  <ns1:srgbClr val="FFFFFF"/>
                </ns1:solidFill>
                <ns1:latin typeface="Pretendard Medium"/>
                <ns1:ea typeface="Pretendard Medium"/>
                <ns1:cs typeface="Pretendard Medium"/>
              </ns1:defRPr>
            </ns1:defPPr>
            <ns1:lvl1pPr algn="ctr">
              <ns1:defRPr sz="3338" b="0">
                <ns1:solidFill>
                  <ns1:srgbClr val="FFFFFF"/>
                </ns1:solidFill>
                <ns1:latin typeface="Pretendard Medium"/>
                <ns1:ea typeface="Pretendard Medium"/>
                <ns1:cs typeface="Pretendard Medium"/>
              </ns1:defRPr>
            </ns1:lvl1pPr>
            <ns1:lvl2pPr algn="ctr">
              <ns1:defRPr sz="3338" b="0">
                <ns1:solidFill>
                  <ns1:srgbClr val="FFFFFF"/>
                </ns1:solidFill>
                <ns1:latin typeface="Pretendard Medium"/>
                <ns1:ea typeface="Pretendard Medium"/>
                <ns1:cs typeface="Pretendard Medium"/>
              </ns1:defRPr>
            </ns1:lvl2pPr>
            <ns1:lvl3pPr algn="ctr">
              <ns1:defRPr sz="3338" b="0">
                <ns1:solidFill>
                  <ns1:srgbClr val="FFFFFF"/>
                </ns1:solidFill>
                <ns1:latin typeface="Pretendard Medium"/>
                <ns1:ea typeface="Pretendard Medium"/>
                <ns1:cs typeface="Pretendard Medium"/>
              </ns1:defRPr>
            </ns1:lvl3pPr>
            <ns1:lvl4pPr algn="ctr">
              <ns1:defRPr sz="3338" b="0">
                <ns1:solidFill>
                  <ns1:srgbClr val="FFFFFF"/>
                </ns1:solidFill>
                <ns1:latin typeface="Pretendard Medium"/>
                <ns1:ea typeface="Pretendard Medium"/>
                <ns1:cs typeface="Pretendard Medium"/>
              </ns1:defRPr>
            </ns1:lvl4pPr>
            <ns1:lvl5pPr algn="ctr">
              <ns1:defRPr sz="3338" b="0">
                <ns1:solidFill>
                  <ns1:srgbClr val="FFFFFF"/>
                </ns1:solidFill>
                <ns1:latin typeface="Pretendard Medium"/>
                <ns1:ea typeface="Pretendard Medium"/>
                <ns1:cs typeface="Pretendard Medium"/>
              </ns1:defRPr>
            </ns1:lvl5pPr>
            <ns1:lvl6pPr algn="ctr">
              <ns1:defRPr sz="3338" b="0">
                <ns1:solidFill>
                  <ns1:srgbClr val="FFFFFF"/>
                </ns1:solidFill>
                <ns1:latin typeface="Pretendard Medium"/>
                <ns1:ea typeface="Pretendard Medium"/>
                <ns1:cs typeface="Pretendard Medium"/>
              </ns1:defRPr>
            </ns1:lvl6pPr>
            <ns1:lvl7pPr algn="ctr">
              <ns1:defRPr sz="3338" b="0">
                <ns1:solidFill>
                  <ns1:srgbClr val="FFFFFF"/>
                </ns1:solidFill>
                <ns1:latin typeface="Pretendard Medium"/>
                <ns1:ea typeface="Pretendard Medium"/>
                <ns1:cs typeface="Pretendard Medium"/>
              </ns1:defRPr>
            </ns1:lvl7pPr>
            <ns1:lvl8pPr algn="ctr">
              <ns1:defRPr sz="3338" b="0">
                <ns1:solidFill>
                  <ns1:srgbClr val="FFFFFF"/>
                </ns1:solidFill>
                <ns1:latin typeface="Pretendard Medium"/>
                <ns1:ea typeface="Pretendard Medium"/>
                <ns1:cs typeface="Pretendard Medium"/>
              </ns1:defRPr>
            </ns1:lvl8pPr>
            <ns1:lvl9pPr algn="ctr">
              <ns1:defRPr sz="3338" b="0">
                <ns1:solidFill>
                  <ns1:srgbClr val="FFFFFF"/>
                </ns1:solidFill>
                <ns1:latin typeface="Pretendard Medium"/>
                <ns1:ea typeface="Pretendard Medium"/>
                <ns1:cs typeface="Pretendard Medium"/>
              </ns1:defRPr>
            </ns1:lvl9pPr>
          </ns1:lstStyle>
          <ns1:p>
            <ns1:pPr algn="ctr">
              <ns1:defRPr sz="3338" b="0">
                <ns1:solidFill>
                  <ns1:srgbClr val="FFFFFF"/>
                </ns1:solidFill>
                <ns1:latin typeface="Pretendard Medium"/>
                <ns1:ea typeface="Pretendard Medium"/>
                <ns1:cs typeface="Pretendard Medium"/>
              </ns1:defRPr>
            </ns1:pPr>
            <ns1:r>
              <ns1:rPr sz="3338" b="0">
                <ns1:solidFill>
                  <ns1:srgbClr val="FFFFFF"/>
                </ns1:solidFill>
                <ns1:latin typeface="Pretendard Medium"/>
                <ns1:ea typeface="Pretendard Medium"/>
                <ns1:cs typeface="Pretendard Medium"/>
              </ns1:rPr>
              <ns1:t>H 원자 4개와 O 원자 2개를 끝까지 확인한다</ns1:t>
            </ns1:r>
          </ns1:p>
        </ns0:txBody>
      </ns0:sp>
    </ns0:spTree>
    <ns0:extLst>
      <ns0:ext uri="{BB962C8B-B14F-4D97-AF65-F5344CB8AC3E}">
        <ns4:creationId val="624016155"/>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pic>
        <ns0:nvPicPr>
          <ns0:cNvPr id="25" name="">
            <ns1:extLst>
              <ns1:ext uri="{FF2B5EF4-FFF2-40B4-BE49-F238E27FC236}">
                <ns2:creationId id="{9D5D626C-A9C8-4639-8430-A94D60C05D34}"/>
              </ns1:ext>
            </ns1:extLst>
          </ns0:cNvPr>
          <ns0:cNvPicPr>
            <ns1:picLocks noChangeAspect="1"/>
          </ns0:cNvPicPr>
          <ns0:nvPr/>
        </ns0:nvPicPr>
        <ns0:blipFill>
          <ns1:blip ns3:embed="Rc56af5d7d4bf4e1d"/>
          <ns1:stretch/>
        </ns0:blipFill>
        <ns0:spPr>
          <ns1:xfrm>
            <ns1:off x="16941800" y="382588"/>
            <ns1:ext cx="1028700" cy="733425"/>
          </ns1:xfrm>
          <ns1:prstGeom prst="rect">
            <ns1:avLst/>
          </ns1:prstGeom>
        </ns0:spPr>
      </ns0:pic>
      <ns0:sp>
        <ns0:nvSpPr>
          <ns0:cNvPr id="2" name="part_heading">
            <ns1:extLst>
              <ns1:ext uri="{FF2B5EF4-FFF2-40B4-BE49-F238E27FC236}">
                <ns2:creationId id="{5B20F617-1563-49A8-B187-F28085241FDD}"/>
              </ns1:ext>
            </ns1:extLst>
          </ns0:cNvPr>
          <ns0:cNvSpPr>
            <ns1:spLocks noGrp="1"/>
          </ns0:cNvSpPr>
          <ns0:nvPr/>
        </ns0:nvSpPr>
        <ns0:spPr>
          <ns1:xfrm>
            <ns1:off x="685800" y="742950"/>
            <ns1:ext cx="14287500" cy="495300"/>
          </ns1:xfrm>
          <ns1:prstGeom prst="rect">
            <ns1:avLst/>
          </ns1:prstGeom>
          <ns1:noFill/>
          <ns1:ln w="0">
            <ns1:noFill/>
          </ns1:ln>
        </ns0:spPr>
        <ns0:txBody>
          <ns1:bodyPr wrap="none" lIns="0" tIns="0" rIns="0" bIns="0" anchor="t">
            <ns1:noAutofit/>
          </ns1:bodyPr>
          <ns1:lstStyle>
            <ns1:defPPr algn="l">
              <ns1:defRPr sz="2850" b="1">
                <ns1:solidFill>
                  <ns1:srgbClr val="909090"/>
                </ns1:solidFill>
                <ns1:latin typeface="Pretendard"/>
                <ns1:ea typeface="Pretendard"/>
                <ns1:cs typeface="Pretendard"/>
              </ns1:defRPr>
            </ns1:defPPr>
            <ns1:lvl1pPr algn="l">
              <ns1:defRPr sz="2850" b="1">
                <ns1:solidFill>
                  <ns1:srgbClr val="909090"/>
                </ns1:solidFill>
                <ns1:latin typeface="Pretendard"/>
                <ns1:ea typeface="Pretendard"/>
                <ns1:cs typeface="Pretendard"/>
              </ns1:defRPr>
            </ns1:lvl1pPr>
            <ns1:lvl2pPr algn="l">
              <ns1:defRPr sz="2850" b="1">
                <ns1:solidFill>
                  <ns1:srgbClr val="909090"/>
                </ns1:solidFill>
                <ns1:latin typeface="Pretendard"/>
                <ns1:ea typeface="Pretendard"/>
                <ns1:cs typeface="Pretendard"/>
              </ns1:defRPr>
            </ns1:lvl2pPr>
            <ns1:lvl3pPr algn="l">
              <ns1:defRPr sz="2850" b="1">
                <ns1:solidFill>
                  <ns1:srgbClr val="909090"/>
                </ns1:solidFill>
                <ns1:latin typeface="Pretendard"/>
                <ns1:ea typeface="Pretendard"/>
                <ns1:cs typeface="Pretendard"/>
              </ns1:defRPr>
            </ns1:lvl3pPr>
            <ns1:lvl4pPr algn="l">
              <ns1:defRPr sz="2850" b="1">
                <ns1:solidFill>
                  <ns1:srgbClr val="909090"/>
                </ns1:solidFill>
                <ns1:latin typeface="Pretendard"/>
                <ns1:ea typeface="Pretendard"/>
                <ns1:cs typeface="Pretendard"/>
              </ns1:defRPr>
            </ns1:lvl4pPr>
            <ns1:lvl5pPr algn="l">
              <ns1:defRPr sz="2850" b="1">
                <ns1:solidFill>
                  <ns1:srgbClr val="909090"/>
                </ns1:solidFill>
                <ns1:latin typeface="Pretendard"/>
                <ns1:ea typeface="Pretendard"/>
                <ns1:cs typeface="Pretendard"/>
              </ns1:defRPr>
            </ns1:lvl5pPr>
            <ns1:lvl6pPr algn="l">
              <ns1:defRPr sz="2850" b="1">
                <ns1:solidFill>
                  <ns1:srgbClr val="909090"/>
                </ns1:solidFill>
                <ns1:latin typeface="Pretendard"/>
                <ns1:ea typeface="Pretendard"/>
                <ns1:cs typeface="Pretendard"/>
              </ns1:defRPr>
            </ns1:lvl6pPr>
            <ns1:lvl7pPr algn="l">
              <ns1:defRPr sz="2850" b="1">
                <ns1:solidFill>
                  <ns1:srgbClr val="909090"/>
                </ns1:solidFill>
                <ns1:latin typeface="Pretendard"/>
                <ns1:ea typeface="Pretendard"/>
                <ns1:cs typeface="Pretendard"/>
              </ns1:defRPr>
            </ns1:lvl7pPr>
            <ns1:lvl8pPr algn="l">
              <ns1:defRPr sz="2850" b="1">
                <ns1:solidFill>
                  <ns1:srgbClr val="909090"/>
                </ns1:solidFill>
                <ns1:latin typeface="Pretendard"/>
                <ns1:ea typeface="Pretendard"/>
                <ns1:cs typeface="Pretendard"/>
              </ns1:defRPr>
            </ns1:lvl8pPr>
            <ns1:lvl9pPr algn="l">
              <ns1:defRPr sz="2850" b="1">
                <ns1:solidFill>
                  <ns1:srgbClr val="909090"/>
                </ns1:solidFill>
                <ns1:latin typeface="Pretendard"/>
                <ns1:ea typeface="Pretendard"/>
                <ns1:cs typeface="Pretendard"/>
              </ns1:defRPr>
            </ns1:lvl9pPr>
          </ns1:lstStyle>
          <ns1:p>
            <ns1:pPr algn="l">
              <ns1:defRPr sz="2850" b="1">
                <ns1:solidFill>
                  <ns1:srgbClr val="909090"/>
                </ns1:solidFill>
                <ns1:latin typeface="Pretendard"/>
                <ns1:ea typeface="Pretendard"/>
                <ns1:cs typeface="Pretendard"/>
              </ns1:defRPr>
            </ns1:pPr>
            <ns1:r>
              <ns1:rPr sz="2850" b="1">
                <ns1:solidFill>
                  <ns1:srgbClr val="909090"/>
                </ns1:solidFill>
                <ns1:latin typeface="Pretendard"/>
                <ns1:ea typeface="Pretendard"/>
                <ns1:cs typeface="Pretendard"/>
              </ns1:rPr>
              <ns1:t>PART 3 결합 에너지와 반응 엔탈피</ns1:t>
            </ns1:r>
          </ns1:p>
        </ns0:txBody>
      </ns0:sp>
      <ns0:sp>
        <ns0:nvSpPr>
          <ns0:cNvPr id="3" name="topic_number">
            <ns1:extLst>
              <ns1:ext uri="{FF2B5EF4-FFF2-40B4-BE49-F238E27FC236}">
                <ns2:creationId id="{DC8DC53D-ACF8-42F0-9D5B-363C10F92463}"/>
              </ns1:ext>
            </ns1:extLst>
          </ns0:cNvPr>
          <ns0:cNvSpPr>
            <ns1:spLocks noGrp="1"/>
          </ns0:cNvSpPr>
          <ns0:nvPr/>
        </ns0:nvSpPr>
        <ns0:spPr>
          <ns1:xfrm>
            <ns1:off x="685800" y="1304925"/>
            <ns1:ext cx="695325" cy="638175"/>
          </ns1:xfrm>
          <ns1:prstGeom prst="rect">
            <ns1:avLst/>
          </ns1:prstGeom>
          <ns1:noFill/>
          <ns1:ln w="0">
            <ns1:noFill/>
          </ns1:ln>
        </ns0:spPr>
        <ns0:txBody>
          <ns1:bodyPr wrap="none" lIns="0" tIns="0" rIns="0" bIns="0" anchor="t">
            <ns1:noAutofit/>
          </ns1:bodyPr>
          <ns1:lstStyle>
            <ns1:defPPr algn="l">
              <ns1:defRPr sz="3660" b="1">
                <ns1:solidFill>
                  <ns1:srgbClr val="57962F"/>
                </ns1:solidFill>
                <ns1:latin typeface="Pretendard"/>
                <ns1:ea typeface="Pretendard"/>
                <ns1:cs typeface="Pretendard"/>
              </ns1:defRPr>
            </ns1:defPPr>
            <ns1:lvl1pPr algn="l">
              <ns1:defRPr sz="3660" b="1">
                <ns1:solidFill>
                  <ns1:srgbClr val="57962F"/>
                </ns1:solidFill>
                <ns1:latin typeface="Pretendard"/>
                <ns1:ea typeface="Pretendard"/>
                <ns1:cs typeface="Pretendard"/>
              </ns1:defRPr>
            </ns1:lvl1pPr>
            <ns1:lvl2pPr algn="l">
              <ns1:defRPr sz="3660" b="1">
                <ns1:solidFill>
                  <ns1:srgbClr val="57962F"/>
                </ns1:solidFill>
                <ns1:latin typeface="Pretendard"/>
                <ns1:ea typeface="Pretendard"/>
                <ns1:cs typeface="Pretendard"/>
              </ns1:defRPr>
            </ns1:lvl2pPr>
            <ns1:lvl3pPr algn="l">
              <ns1:defRPr sz="3660" b="1">
                <ns1:solidFill>
                  <ns1:srgbClr val="57962F"/>
                </ns1:solidFill>
                <ns1:latin typeface="Pretendard"/>
                <ns1:ea typeface="Pretendard"/>
                <ns1:cs typeface="Pretendard"/>
              </ns1:defRPr>
            </ns1:lvl3pPr>
            <ns1:lvl4pPr algn="l">
              <ns1:defRPr sz="3660" b="1">
                <ns1:solidFill>
                  <ns1:srgbClr val="57962F"/>
                </ns1:solidFill>
                <ns1:latin typeface="Pretendard"/>
                <ns1:ea typeface="Pretendard"/>
                <ns1:cs typeface="Pretendard"/>
              </ns1:defRPr>
            </ns1:lvl4pPr>
            <ns1:lvl5pPr algn="l">
              <ns1:defRPr sz="3660" b="1">
                <ns1:solidFill>
                  <ns1:srgbClr val="57962F"/>
                </ns1:solidFill>
                <ns1:latin typeface="Pretendard"/>
                <ns1:ea typeface="Pretendard"/>
                <ns1:cs typeface="Pretendard"/>
              </ns1:defRPr>
            </ns1:lvl5pPr>
            <ns1:lvl6pPr algn="l">
              <ns1:defRPr sz="3660" b="1">
                <ns1:solidFill>
                  <ns1:srgbClr val="57962F"/>
                </ns1:solidFill>
                <ns1:latin typeface="Pretendard"/>
                <ns1:ea typeface="Pretendard"/>
                <ns1:cs typeface="Pretendard"/>
              </ns1:defRPr>
            </ns1:lvl6pPr>
            <ns1:lvl7pPr algn="l">
              <ns1:defRPr sz="3660" b="1">
                <ns1:solidFill>
                  <ns1:srgbClr val="57962F"/>
                </ns1:solidFill>
                <ns1:latin typeface="Pretendard"/>
                <ns1:ea typeface="Pretendard"/>
                <ns1:cs typeface="Pretendard"/>
              </ns1:defRPr>
            </ns1:lvl7pPr>
            <ns1:lvl8pPr algn="l">
              <ns1:defRPr sz="3660" b="1">
                <ns1:solidFill>
                  <ns1:srgbClr val="57962F"/>
                </ns1:solidFill>
                <ns1:latin typeface="Pretendard"/>
                <ns1:ea typeface="Pretendard"/>
                <ns1:cs typeface="Pretendard"/>
              </ns1:defRPr>
            </ns1:lvl8pPr>
            <ns1:lvl9pPr algn="l">
              <ns1:defRPr sz="3660" b="1">
                <ns1:solidFill>
                  <ns1:srgbClr val="57962F"/>
                </ns1:solidFill>
                <ns1:latin typeface="Pretendard"/>
                <ns1:ea typeface="Pretendard"/>
                <ns1:cs typeface="Pretendard"/>
              </ns1:defRPr>
            </ns1:lvl9pPr>
          </ns1:lstStyle>
          <ns1:p>
            <ns1:pPr algn="l">
              <ns1:defRPr sz="3660" b="1">
                <ns1:solidFill>
                  <ns1:srgbClr val="57962F"/>
                </ns1:solidFill>
                <ns1:latin typeface="Pretendard"/>
                <ns1:ea typeface="Pretendard"/>
                <ns1:cs typeface="Pretendard"/>
              </ns1:defRPr>
            </ns1:pPr>
            <ns1:r>
              <ns1:rPr sz="3660" b="1">
                <ns1:solidFill>
                  <ns1:srgbClr val="57962F"/>
                </ns1:solidFill>
                <ns1:latin typeface="Pretendard"/>
                <ns1:ea typeface="Pretendard"/>
                <ns1:cs typeface="Pretendard"/>
              </ns1:rPr>
              <ns1:t>06</ns1:t>
            </ns1:r>
          </ns1:p>
        </ns0:txBody>
      </ns0:sp>
      <ns0:sp>
        <ns0:nvSpPr>
          <ns0:cNvPr id="4" name="topic_heading">
            <ns1:extLst>
              <ns1:ext uri="{FF2B5EF4-FFF2-40B4-BE49-F238E27FC236}">
                <ns2:creationId id="{965A0200-0F9F-47A4-B6A4-43E49D225C5F}"/>
              </ns1:ext>
            </ns1:extLst>
          </ns0:cNvPr>
          <ns0:cNvSpPr>
            <ns1:spLocks noGrp="1"/>
          </ns0:cNvSpPr>
          <ns0:nvPr/>
        </ns0:nvSpPr>
        <ns0:spPr>
          <ns1:xfrm>
            <ns1:off x="1495425" y="1304925"/>
            <ns1:ext cx="14287500" cy="638175"/>
          </ns1:xfrm>
          <ns1:prstGeom prst="rect">
            <ns1:avLst/>
          </ns1:prstGeom>
          <ns1:noFill/>
          <ns1:ln w="0">
            <ns1:noFill/>
          </ns1:ln>
        </ns0:spPr>
        <ns0:txBody>
          <ns1:bodyPr wrap="none" lIns="0" tIns="0" rIns="0" bIns="0" anchor="t">
            <ns1:noAutofit/>
          </ns1:bodyPr>
          <ns1:lstStyle>
            <ns1:defPPr algn="l">
              <ns1:defRPr sz="3660" b="1">
                <ns1:solidFill>
                  <ns1:srgbClr val="111111"/>
                </ns1:solidFill>
                <ns1:latin typeface="Pretendard"/>
                <ns1:ea typeface="Pretendard"/>
                <ns1:cs typeface="Pretendard"/>
              </ns1:defRPr>
            </ns1:defPPr>
            <ns1:lvl1pPr algn="l">
              <ns1:defRPr sz="3660" b="1">
                <ns1:solidFill>
                  <ns1:srgbClr val="111111"/>
                </ns1:solidFill>
                <ns1:latin typeface="Pretendard"/>
                <ns1:ea typeface="Pretendard"/>
                <ns1:cs typeface="Pretendard"/>
              </ns1:defRPr>
            </ns1:lvl1pPr>
            <ns1:lvl2pPr algn="l">
              <ns1:defRPr sz="3660" b="1">
                <ns1:solidFill>
                  <ns1:srgbClr val="111111"/>
                </ns1:solidFill>
                <ns1:latin typeface="Pretendard"/>
                <ns1:ea typeface="Pretendard"/>
                <ns1:cs typeface="Pretendard"/>
              </ns1:defRPr>
            </ns1:lvl2pPr>
            <ns1:lvl3pPr algn="l">
              <ns1:defRPr sz="3660" b="1">
                <ns1:solidFill>
                  <ns1:srgbClr val="111111"/>
                </ns1:solidFill>
                <ns1:latin typeface="Pretendard"/>
                <ns1:ea typeface="Pretendard"/>
                <ns1:cs typeface="Pretendard"/>
              </ns1:defRPr>
            </ns1:lvl3pPr>
            <ns1:lvl4pPr algn="l">
              <ns1:defRPr sz="3660" b="1">
                <ns1:solidFill>
                  <ns1:srgbClr val="111111"/>
                </ns1:solidFill>
                <ns1:latin typeface="Pretendard"/>
                <ns1:ea typeface="Pretendard"/>
                <ns1:cs typeface="Pretendard"/>
              </ns1:defRPr>
            </ns1:lvl4pPr>
            <ns1:lvl5pPr algn="l">
              <ns1:defRPr sz="3660" b="1">
                <ns1:solidFill>
                  <ns1:srgbClr val="111111"/>
                </ns1:solidFill>
                <ns1:latin typeface="Pretendard"/>
                <ns1:ea typeface="Pretendard"/>
                <ns1:cs typeface="Pretendard"/>
              </ns1:defRPr>
            </ns1:lvl5pPr>
            <ns1:lvl6pPr algn="l">
              <ns1:defRPr sz="3660" b="1">
                <ns1:solidFill>
                  <ns1:srgbClr val="111111"/>
                </ns1:solidFill>
                <ns1:latin typeface="Pretendard"/>
                <ns1:ea typeface="Pretendard"/>
                <ns1:cs typeface="Pretendard"/>
              </ns1:defRPr>
            </ns1:lvl6pPr>
            <ns1:lvl7pPr algn="l">
              <ns1:defRPr sz="3660" b="1">
                <ns1:solidFill>
                  <ns1:srgbClr val="111111"/>
                </ns1:solidFill>
                <ns1:latin typeface="Pretendard"/>
                <ns1:ea typeface="Pretendard"/>
                <ns1:cs typeface="Pretendard"/>
              </ns1:defRPr>
            </ns1:lvl7pPr>
            <ns1:lvl8pPr algn="l">
              <ns1:defRPr sz="3660" b="1">
                <ns1:solidFill>
                  <ns1:srgbClr val="111111"/>
                </ns1:solidFill>
                <ns1:latin typeface="Pretendard"/>
                <ns1:ea typeface="Pretendard"/>
                <ns1:cs typeface="Pretendard"/>
              </ns1:defRPr>
            </ns1:lvl8pPr>
            <ns1:lvl9pPr algn="l">
              <ns1:defRPr sz="3660" b="1">
                <ns1:solidFill>
                  <ns1:srgbClr val="111111"/>
                </ns1:solidFill>
                <ns1:latin typeface="Pretendard"/>
                <ns1:ea typeface="Pretendard"/>
                <ns1:cs typeface="Pretendard"/>
              </ns1:defRPr>
            </ns1:lvl9pPr>
          </ns1:lstStyle>
          <ns1:p>
            <ns1:pPr algn="l">
              <ns1:defRPr sz="3660" b="1">
                <ns1:solidFill>
                  <ns1:srgbClr val="111111"/>
                </ns1:solidFill>
                <ns1:latin typeface="Pretendard"/>
                <ns1:ea typeface="Pretendard"/>
                <ns1:cs typeface="Pretendard"/>
              </ns1:defRPr>
            </ns1:pPr>
            <ns1:r>
              <ns1:rPr sz="3660" b="1">
                <ns1:solidFill>
                  <ns1:srgbClr val="111111"/>
                </ns1:solidFill>
                <ns1:latin typeface="Pretendard"/>
                <ns1:ea typeface="Pretendard"/>
                <ns1:cs typeface="Pretendard"/>
              </ns1:rPr>
              <ns1:t>결합 에너지로 반응 엔탈피 계산</ns1:t>
            </ns1:r>
          </ns1:p>
        </ns0:txBody>
      </ns0:sp>
      <ns0:sp>
        <ns0:nvSpPr>
          <ns0:cNvPr id="5" name="title">
            <ns1:extLst>
              <ns1:ext uri="{FF2B5EF4-FFF2-40B4-BE49-F238E27FC236}">
                <ns2:creationId id="{275C5EA7-BA53-49B5-9B54-CB133A3F20C5}"/>
              </ns1:ext>
            </ns1:extLst>
          </ns0:cNvPr>
          <ns0:cNvSpPr>
            <ns1:spLocks noGrp="1"/>
          </ns0:cNvSpPr>
          <ns0:nvPr/>
        </ns0:nvSpPr>
        <ns0:spPr>
          <ns1:xfrm>
            <ns1:off x="685800" y="2714625"/>
            <ns1:ext cx="16916400" cy="952500"/>
          </ns1:xfrm>
          <ns1:prstGeom prst="rect">
            <ns1:avLst/>
          </ns1:prstGeom>
          <ns1:noFill/>
          <ns1:ln w="0">
            <ns1:noFill/>
          </ns1:ln>
        </ns0:spPr>
        <ns0:txBody>
          <ns1:bodyPr wrap="none" lIns="0" tIns="0" rIns="0" bIns="0" anchor="t">
            <ns1:noAutofit/>
          </ns1:bodyPr>
          <ns1:lstStyle>
            <ns1:defPPr algn="ctr">
              <ns1:defRPr sz="5730" b="1">
                <ns1:solidFill>
                  <ns1:srgbClr val="111111"/>
                </ns1:solidFill>
                <ns1:latin typeface="Pretendard"/>
                <ns1:ea typeface="Pretendard"/>
                <ns1:cs typeface="Pretendard"/>
              </ns1:defRPr>
            </ns1:defPPr>
            <ns1:lvl1pPr algn="ctr">
              <ns1:defRPr sz="5730" b="1">
                <ns1:solidFill>
                  <ns1:srgbClr val="111111"/>
                </ns1:solidFill>
                <ns1:latin typeface="Pretendard"/>
                <ns1:ea typeface="Pretendard"/>
                <ns1:cs typeface="Pretendard"/>
              </ns1:defRPr>
            </ns1:lvl1pPr>
            <ns1:lvl2pPr algn="ctr">
              <ns1:defRPr sz="5730" b="1">
                <ns1:solidFill>
                  <ns1:srgbClr val="111111"/>
                </ns1:solidFill>
                <ns1:latin typeface="Pretendard"/>
                <ns1:ea typeface="Pretendard"/>
                <ns1:cs typeface="Pretendard"/>
              </ns1:defRPr>
            </ns1:lvl2pPr>
            <ns1:lvl3pPr algn="ctr">
              <ns1:defRPr sz="5730" b="1">
                <ns1:solidFill>
                  <ns1:srgbClr val="111111"/>
                </ns1:solidFill>
                <ns1:latin typeface="Pretendard"/>
                <ns1:ea typeface="Pretendard"/>
                <ns1:cs typeface="Pretendard"/>
              </ns1:defRPr>
            </ns1:lvl3pPr>
            <ns1:lvl4pPr algn="ctr">
              <ns1:defRPr sz="5730" b="1">
                <ns1:solidFill>
                  <ns1:srgbClr val="111111"/>
                </ns1:solidFill>
                <ns1:latin typeface="Pretendard"/>
                <ns1:ea typeface="Pretendard"/>
                <ns1:cs typeface="Pretendard"/>
              </ns1:defRPr>
            </ns1:lvl4pPr>
            <ns1:lvl5pPr algn="ctr">
              <ns1:defRPr sz="5730" b="1">
                <ns1:solidFill>
                  <ns1:srgbClr val="111111"/>
                </ns1:solidFill>
                <ns1:latin typeface="Pretendard"/>
                <ns1:ea typeface="Pretendard"/>
                <ns1:cs typeface="Pretendard"/>
              </ns1:defRPr>
            </ns1:lvl5pPr>
            <ns1:lvl6pPr algn="ctr">
              <ns1:defRPr sz="5730" b="1">
                <ns1:solidFill>
                  <ns1:srgbClr val="111111"/>
                </ns1:solidFill>
                <ns1:latin typeface="Pretendard"/>
                <ns1:ea typeface="Pretendard"/>
                <ns1:cs typeface="Pretendard"/>
              </ns1:defRPr>
            </ns1:lvl6pPr>
            <ns1:lvl7pPr algn="ctr">
              <ns1:defRPr sz="5730" b="1">
                <ns1:solidFill>
                  <ns1:srgbClr val="111111"/>
                </ns1:solidFill>
                <ns1:latin typeface="Pretendard"/>
                <ns1:ea typeface="Pretendard"/>
                <ns1:cs typeface="Pretendard"/>
              </ns1:defRPr>
            </ns1:lvl7pPr>
            <ns1:lvl8pPr algn="ctr">
              <ns1:defRPr sz="5730" b="1">
                <ns1:solidFill>
                  <ns1:srgbClr val="111111"/>
                </ns1:solidFill>
                <ns1:latin typeface="Pretendard"/>
                <ns1:ea typeface="Pretendard"/>
                <ns1:cs typeface="Pretendard"/>
              </ns1:defRPr>
            </ns1:lvl8pPr>
            <ns1:lvl9pPr algn="ctr">
              <ns1:defRPr sz="5730" b="1">
                <ns1:solidFill>
                  <ns1:srgbClr val="111111"/>
                </ns1:solidFill>
                <ns1:latin typeface="Pretendard"/>
                <ns1:ea typeface="Pretendard"/>
                <ns1:cs typeface="Pretendard"/>
              </ns1:defRPr>
            </ns1:lvl9pPr>
          </ns1:lstStyle>
          <ns1:p>
            <ns1:pPr algn="ctr">
              <ns1:defRPr sz="5730" b="1">
                <ns1:solidFill>
                  <ns1:srgbClr val="111111"/>
                </ns1:solidFill>
                <ns1:latin typeface="Pretendard"/>
                <ns1:ea typeface="Pretendard"/>
                <ns1:cs typeface="Pretendard"/>
              </ns1:defRPr>
            </ns1:pPr>
            <ns1:r>
              <ns1:rPr sz="5730" b="1">
                <ns1:solidFill>
                  <ns1:srgbClr val="111111"/>
                </ns1:solidFill>
                <ns1:latin typeface="Pretendard"/>
                <ns1:ea typeface="Pretendard"/>
                <ns1:cs typeface="Pretendard"/>
              </ns1:rPr>
              <ns1:t>흡수하는 에너지에서 방출하는 에너지를 뺀다</ns1:t>
            </ns1:r>
          </ns1:p>
        </ns0:txBody>
      </ns0:sp>
      <ns0:sp>
        <ns0:nvSpPr>
          <ns0:cNvPr id="6" name="explanation">
            <ns1:extLst>
              <ns1:ext uri="{FF2B5EF4-FFF2-40B4-BE49-F238E27FC236}">
                <ns2:creationId id="{1795B060-B44F-47E1-BCE9-4A584C013059}"/>
              </ns1:ext>
            </ns1:extLst>
          </ns0:cNvPr>
          <ns0:cNvSpPr>
            <ns1:spLocks noGrp="1"/>
          </ns0:cNvSpPr>
          <ns0:nvPr/>
        </ns0:nvSpPr>
        <ns0:spPr>
          <ns1:xfrm>
            <ns1:off x="685800" y="3790950"/>
            <ns1:ext cx="16916400" cy="666750"/>
          </ns1:xfrm>
          <ns1:prstGeom prst="rect">
            <ns1:avLst/>
          </ns1:prstGeom>
          <ns1:noFill/>
          <ns1:ln w="0">
            <ns1:noFill/>
          </ns1:ln>
        </ns0:spPr>
        <ns0:txBody>
          <ns1:bodyPr wrap="none" lIns="0" tIns="0" rIns="0" bIns="0" anchor="t">
            <ns1:noAutofit/>
          </ns1:bodyPr>
          <ns1:lstStyle>
            <ns1:defPPr algn="ctr">
              <ns1:defRPr sz="2730" b="1">
                <ns1:solidFill>
                  <ns1:srgbClr val="888888"/>
                </ns1:solidFill>
                <ns1:latin typeface="Pretendard"/>
                <ns1:ea typeface="Pretendard"/>
                <ns1:cs typeface="Pretendard"/>
              </ns1:defRPr>
            </ns1:defPPr>
            <ns1:lvl1pPr algn="ctr">
              <ns1:defRPr sz="2730" b="1">
                <ns1:solidFill>
                  <ns1:srgbClr val="888888"/>
                </ns1:solidFill>
                <ns1:latin typeface="Pretendard"/>
                <ns1:ea typeface="Pretendard"/>
                <ns1:cs typeface="Pretendard"/>
              </ns1:defRPr>
            </ns1:lvl1pPr>
            <ns1:lvl2pPr algn="ctr">
              <ns1:defRPr sz="2730" b="1">
                <ns1:solidFill>
                  <ns1:srgbClr val="888888"/>
                </ns1:solidFill>
                <ns1:latin typeface="Pretendard"/>
                <ns1:ea typeface="Pretendard"/>
                <ns1:cs typeface="Pretendard"/>
              </ns1:defRPr>
            </ns1:lvl2pPr>
            <ns1:lvl3pPr algn="ctr">
              <ns1:defRPr sz="2730" b="1">
                <ns1:solidFill>
                  <ns1:srgbClr val="888888"/>
                </ns1:solidFill>
                <ns1:latin typeface="Pretendard"/>
                <ns1:ea typeface="Pretendard"/>
                <ns1:cs typeface="Pretendard"/>
              </ns1:defRPr>
            </ns1:lvl3pPr>
            <ns1:lvl4pPr algn="ctr">
              <ns1:defRPr sz="2730" b="1">
                <ns1:solidFill>
                  <ns1:srgbClr val="888888"/>
                </ns1:solidFill>
                <ns1:latin typeface="Pretendard"/>
                <ns1:ea typeface="Pretendard"/>
                <ns1:cs typeface="Pretendard"/>
              </ns1:defRPr>
            </ns1:lvl4pPr>
            <ns1:lvl5pPr algn="ctr">
              <ns1:defRPr sz="2730" b="1">
                <ns1:solidFill>
                  <ns1:srgbClr val="888888"/>
                </ns1:solidFill>
                <ns1:latin typeface="Pretendard"/>
                <ns1:ea typeface="Pretendard"/>
                <ns1:cs typeface="Pretendard"/>
              </ns1:defRPr>
            </ns1:lvl5pPr>
            <ns1:lvl6pPr algn="ctr">
              <ns1:defRPr sz="2730" b="1">
                <ns1:solidFill>
                  <ns1:srgbClr val="888888"/>
                </ns1:solidFill>
                <ns1:latin typeface="Pretendard"/>
                <ns1:ea typeface="Pretendard"/>
                <ns1:cs typeface="Pretendard"/>
              </ns1:defRPr>
            </ns1:lvl6pPr>
            <ns1:lvl7pPr algn="ctr">
              <ns1:defRPr sz="2730" b="1">
                <ns1:solidFill>
                  <ns1:srgbClr val="888888"/>
                </ns1:solidFill>
                <ns1:latin typeface="Pretendard"/>
                <ns1:ea typeface="Pretendard"/>
                <ns1:cs typeface="Pretendard"/>
              </ns1:defRPr>
            </ns1:lvl7pPr>
            <ns1:lvl8pPr algn="ctr">
              <ns1:defRPr sz="2730" b="1">
                <ns1:solidFill>
                  <ns1:srgbClr val="888888"/>
                </ns1:solidFill>
                <ns1:latin typeface="Pretendard"/>
                <ns1:ea typeface="Pretendard"/>
                <ns1:cs typeface="Pretendard"/>
              </ns1:defRPr>
            </ns1:lvl8pPr>
            <ns1:lvl9pPr algn="ctr">
              <ns1:defRPr sz="2730" b="1">
                <ns1:solidFill>
                  <ns1:srgbClr val="888888"/>
                </ns1:solidFill>
                <ns1:latin typeface="Pretendard"/>
                <ns1:ea typeface="Pretendard"/>
                <ns1:cs typeface="Pretendard"/>
              </ns1:defRPr>
            </ns1:lvl9pPr>
          </ns1:lstStyle>
          <ns1:p>
            <ns1:pPr algn="ctr">
              <ns1:defRPr sz="2730" b="1">
                <ns1:solidFill>
                  <ns1:srgbClr val="888888"/>
                </ns1:solidFill>
                <ns1:latin typeface="Pretendard"/>
                <ns1:ea typeface="Pretendard"/>
                <ns1:cs typeface="Pretendard"/>
              </ns1:defRPr>
            </ns1:pPr>
            <ns1:r>
              <ns1:rPr sz="2730" b="1">
                <ns1:solidFill>
                  <ns1:srgbClr val="888888"/>
                </ns1:solidFill>
                <ns1:latin typeface="Pretendard"/>
                <ns1:ea typeface="Pretendard"/>
                <ns1:cs typeface="Pretendard"/>
              </ns1:rPr>
              <ns1:t>2H₂(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O₂(</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2H₂O(</ns1:t>
            </ns1:r>
            <ns1:r>
              <ns1:rPr sz="2730" b="1" i="1">
                <ns1:solidFill>
                  <ns1:srgbClr val="888888"/>
                </ns1:solidFill>
                <ns1:latin typeface="Pretendard"/>
                <ns1:ea typeface="Pretendard"/>
                <ns1:cs typeface="Pretendard"/>
              </ns1:rPr>
              <ns1:t>g</ns1:t>
            </ns1:r>
            <ns1:r>
              <ns1:rPr sz="2730" b="1">
                <ns1:solidFill>
                  <ns1:srgbClr val="888888"/>
                </ns1:solidFill>
                <ns1:latin typeface="Pretendard"/>
                <ns1:ea typeface="Pretendard"/>
                <ns1:cs typeface="Pretendard"/>
              </ns1:rPr>
              <ns1:t>) · 반응식 전체 기준</ns1:t>
            </ns1:r>
          </ns1:p>
        </ns0:txBody>
      </ns0:sp>
      <ns0:sp>
        <ns0:nvSpPr>
          <ns0:cNvPr id="7" name="page">
            <ns1:extLst>
              <ns1:ext uri="{FF2B5EF4-FFF2-40B4-BE49-F238E27FC236}">
                <ns2:creationId id="{6DEE96B5-9FE0-4F80-8BA3-51ACBB238D40}"/>
              </ns1:ext>
            </ns1:extLst>
          </ns0:cNvPr>
          <ns0:cNvSpPr>
            <ns1:spLocks noGrp="1"/>
          </ns0:cNvSpPr>
          <ns0:nvPr/>
        </ns0:nvSpPr>
        <ns0:spPr>
          <ns1:xfrm>
            <ns1:off x="685800" y="9877425"/>
            <ns1:ext cx="1905000" cy="285750"/>
          </ns1:xfrm>
          <ns1:prstGeom prst="rect">
            <ns1:avLst/>
          </ns1:prstGeom>
          <ns1:noFill/>
          <ns1:ln w="0">
            <ns1:noFill/>
          </ns1:ln>
        </ns0:spPr>
        <ns0:txBody>
          <ns1:bodyPr wrap="none" lIns="0" tIns="0" rIns="0" bIns="0" anchor="t">
            <ns1:noAutofit/>
          </ns1:bodyPr>
          <ns1:lstStyle>
            <ns1:defPPr algn="l">
              <ns1:defRPr sz="1500" b="0">
                <ns1:solidFill>
                  <ns1:srgbClr val="999999"/>
                </ns1:solidFill>
                <ns1:latin typeface="Pretendard"/>
                <ns1:ea typeface="Pretendard"/>
                <ns1:cs typeface="Pretendard"/>
              </ns1:defRPr>
            </ns1:defPPr>
            <ns1:lvl1pPr algn="l">
              <ns1:defRPr sz="1500" b="0">
                <ns1:solidFill>
                  <ns1:srgbClr val="999999"/>
                </ns1:solidFill>
                <ns1:latin typeface="Pretendard"/>
                <ns1:ea typeface="Pretendard"/>
                <ns1:cs typeface="Pretendard"/>
              </ns1:defRPr>
            </ns1:lvl1pPr>
            <ns1:lvl2pPr algn="l">
              <ns1:defRPr sz="1500" b="0">
                <ns1:solidFill>
                  <ns1:srgbClr val="999999"/>
                </ns1:solidFill>
                <ns1:latin typeface="Pretendard"/>
                <ns1:ea typeface="Pretendard"/>
                <ns1:cs typeface="Pretendard"/>
              </ns1:defRPr>
            </ns1:lvl2pPr>
            <ns1:lvl3pPr algn="l">
              <ns1:defRPr sz="1500" b="0">
                <ns1:solidFill>
                  <ns1:srgbClr val="999999"/>
                </ns1:solidFill>
                <ns1:latin typeface="Pretendard"/>
                <ns1:ea typeface="Pretendard"/>
                <ns1:cs typeface="Pretendard"/>
              </ns1:defRPr>
            </ns1:lvl3pPr>
            <ns1:lvl4pPr algn="l">
              <ns1:defRPr sz="1500" b="0">
                <ns1:solidFill>
                  <ns1:srgbClr val="999999"/>
                </ns1:solidFill>
                <ns1:latin typeface="Pretendard"/>
                <ns1:ea typeface="Pretendard"/>
                <ns1:cs typeface="Pretendard"/>
              </ns1:defRPr>
            </ns1:lvl4pPr>
            <ns1:lvl5pPr algn="l">
              <ns1:defRPr sz="1500" b="0">
                <ns1:solidFill>
                  <ns1:srgbClr val="999999"/>
                </ns1:solidFill>
                <ns1:latin typeface="Pretendard"/>
                <ns1:ea typeface="Pretendard"/>
                <ns1:cs typeface="Pretendard"/>
              </ns1:defRPr>
            </ns1:lvl5pPr>
            <ns1:lvl6pPr algn="l">
              <ns1:defRPr sz="1500" b="0">
                <ns1:solidFill>
                  <ns1:srgbClr val="999999"/>
                </ns1:solidFill>
                <ns1:latin typeface="Pretendard"/>
                <ns1:ea typeface="Pretendard"/>
                <ns1:cs typeface="Pretendard"/>
              </ns1:defRPr>
            </ns1:lvl6pPr>
            <ns1:lvl7pPr algn="l">
              <ns1:defRPr sz="1500" b="0">
                <ns1:solidFill>
                  <ns1:srgbClr val="999999"/>
                </ns1:solidFill>
                <ns1:latin typeface="Pretendard"/>
                <ns1:ea typeface="Pretendard"/>
                <ns1:cs typeface="Pretendard"/>
              </ns1:defRPr>
            </ns1:lvl7pPr>
            <ns1:lvl8pPr algn="l">
              <ns1:defRPr sz="1500" b="0">
                <ns1:solidFill>
                  <ns1:srgbClr val="999999"/>
                </ns1:solidFill>
                <ns1:latin typeface="Pretendard"/>
                <ns1:ea typeface="Pretendard"/>
                <ns1:cs typeface="Pretendard"/>
              </ns1:defRPr>
            </ns1:lvl8pPr>
            <ns1:lvl9pPr algn="l">
              <ns1:defRPr sz="1500" b="0">
                <ns1:solidFill>
                  <ns1:srgbClr val="999999"/>
                </ns1:solidFill>
                <ns1:latin typeface="Pretendard"/>
                <ns1:ea typeface="Pretendard"/>
                <ns1:cs typeface="Pretendard"/>
              </ns1:defRPr>
            </ns1:lvl9pPr>
          </ns1:lstStyle>
          <ns1:p>
            <ns1:pPr algn="l">
              <ns1:defRPr sz="1500" b="0">
                <ns1:solidFill>
                  <ns1:srgbClr val="999999"/>
                </ns1:solidFill>
                <ns1:latin typeface="Pretendard"/>
                <ns1:ea typeface="Pretendard"/>
                <ns1:cs typeface="Pretendard"/>
              </ns1:defRPr>
            </ns1:pPr>
            <ns1:r>
              <ns1:rPr sz="1500" b="0">
                <ns1:solidFill>
                  <ns1:srgbClr val="999999"/>
                </ns1:solidFill>
                <ns1:latin typeface="Pretendard"/>
                <ns1:ea typeface="Pretendard"/>
                <ns1:cs typeface="Pretendard"/>
              </ns1:rPr>
              <ns1:t>28 / 31</ns1:t>
            </ns1:r>
          </ns1:p>
        </ns0:txBody>
      </ns0:sp>
      <ns0:sp>
        <ns0:nvSpPr>
          <ns0:cNvPr id="8" name="copyright">
            <ns1:extLst>
              <ns1:ext uri="{FF2B5EF4-FFF2-40B4-BE49-F238E27FC236}">
                <ns2:creationId id="{279E312F-D188-4A6E-94F2-8F8DA40CA90A}"/>
              </ns1:ext>
            </ns1:extLst>
          </ns0:cNvPr>
          <ns0:cNvSpPr>
            <ns1:spLocks noGrp="1"/>
          </ns0:cNvSpPr>
          <ns0:nvPr/>
        </ns0:nvSpPr>
        <ns0:spPr>
          <ns1:xfrm>
            <ns1:off x="14620875" y="9877425"/>
            <ns1:ext cx="3257550" cy="285750"/>
          </ns1:xfrm>
          <ns1:prstGeom prst="rect">
            <ns1:avLst/>
          </ns1:prstGeom>
          <ns1:noFill/>
          <ns1:ln w="0">
            <ns1:noFill/>
          </ns1:ln>
        </ns0:spPr>
        <ns0:txBody>
          <ns1:bodyPr wrap="none" lIns="0" tIns="0" rIns="0" bIns="0" anchor="t">
            <ns1:noAutofit/>
          </ns1:bodyPr>
          <ns1:lstStyle>
            <ns1:defPPr algn="r">
              <ns1:defRPr sz="1275" b="0">
                <ns1:solidFill>
                  <ns1:srgbClr val="111111"/>
                </ns1:solidFill>
                <ns1:latin typeface="Pretendard"/>
                <ns1:ea typeface="Pretendard"/>
                <ns1:cs typeface="Pretendard"/>
              </ns1:defRPr>
            </ns1:defPPr>
            <ns1:lvl1pPr algn="r">
              <ns1:defRPr sz="1275" b="0">
                <ns1:solidFill>
                  <ns1:srgbClr val="111111"/>
                </ns1:solidFill>
                <ns1:latin typeface="Pretendard"/>
                <ns1:ea typeface="Pretendard"/>
                <ns1:cs typeface="Pretendard"/>
              </ns1:defRPr>
            </ns1:lvl1pPr>
            <ns1:lvl2pPr algn="r">
              <ns1:defRPr sz="1275" b="0">
                <ns1:solidFill>
                  <ns1:srgbClr val="111111"/>
                </ns1:solidFill>
                <ns1:latin typeface="Pretendard"/>
                <ns1:ea typeface="Pretendard"/>
                <ns1:cs typeface="Pretendard"/>
              </ns1:defRPr>
            </ns1:lvl2pPr>
            <ns1:lvl3pPr algn="r">
              <ns1:defRPr sz="1275" b="0">
                <ns1:solidFill>
                  <ns1:srgbClr val="111111"/>
                </ns1:solidFill>
                <ns1:latin typeface="Pretendard"/>
                <ns1:ea typeface="Pretendard"/>
                <ns1:cs typeface="Pretendard"/>
              </ns1:defRPr>
            </ns1:lvl3pPr>
            <ns1:lvl4pPr algn="r">
              <ns1:defRPr sz="1275" b="0">
                <ns1:solidFill>
                  <ns1:srgbClr val="111111"/>
                </ns1:solidFill>
                <ns1:latin typeface="Pretendard"/>
                <ns1:ea typeface="Pretendard"/>
                <ns1:cs typeface="Pretendard"/>
              </ns1:defRPr>
            </ns1:lvl4pPr>
            <ns1:lvl5pPr algn="r">
              <ns1:defRPr sz="1275" b="0">
                <ns1:solidFill>
                  <ns1:srgbClr val="111111"/>
                </ns1:solidFill>
                <ns1:latin typeface="Pretendard"/>
                <ns1:ea typeface="Pretendard"/>
                <ns1:cs typeface="Pretendard"/>
              </ns1:defRPr>
            </ns1:lvl5pPr>
            <ns1:lvl6pPr algn="r">
              <ns1:defRPr sz="1275" b="0">
                <ns1:solidFill>
                  <ns1:srgbClr val="111111"/>
                </ns1:solidFill>
                <ns1:latin typeface="Pretendard"/>
                <ns1:ea typeface="Pretendard"/>
                <ns1:cs typeface="Pretendard"/>
              </ns1:defRPr>
            </ns1:lvl6pPr>
            <ns1:lvl7pPr algn="r">
              <ns1:defRPr sz="1275" b="0">
                <ns1:solidFill>
                  <ns1:srgbClr val="111111"/>
                </ns1:solidFill>
                <ns1:latin typeface="Pretendard"/>
                <ns1:ea typeface="Pretendard"/>
                <ns1:cs typeface="Pretendard"/>
              </ns1:defRPr>
            </ns1:lvl7pPr>
            <ns1:lvl8pPr algn="r">
              <ns1:defRPr sz="1275" b="0">
                <ns1:solidFill>
                  <ns1:srgbClr val="111111"/>
                </ns1:solidFill>
                <ns1:latin typeface="Pretendard"/>
                <ns1:ea typeface="Pretendard"/>
                <ns1:cs typeface="Pretendard"/>
              </ns1:defRPr>
            </ns1:lvl8pPr>
            <ns1:lvl9pPr algn="r">
              <ns1:defRPr sz="1275" b="0">
                <ns1:solidFill>
                  <ns1:srgbClr val="111111"/>
                </ns1:solidFill>
                <ns1:latin typeface="Pretendard"/>
                <ns1:ea typeface="Pretendard"/>
                <ns1:cs typeface="Pretendard"/>
              </ns1:defRPr>
            </ns1:lvl9pPr>
          </ns1:lstStyle>
          <ns1:p>
            <ns1:pPr algn="r">
              <ns1:defRPr sz="1275" b="0">
                <ns1:solidFill>
                  <ns1:srgbClr val="111111"/>
                </ns1:solidFill>
                <ns1:latin typeface="Pretendard"/>
                <ns1:ea typeface="Pretendard"/>
                <ns1:cs typeface="Pretendard"/>
              </ns1:defRPr>
            </ns1:pPr>
            <ns1:r>
              <ns1:rPr sz="1275" b="0">
                <ns1:solidFill>
                  <ns1:srgbClr val="111111"/>
                </ns1:solidFill>
                <ns1:latin typeface="Pretendard"/>
                <ns1:ea typeface="Pretendard"/>
                <ns1:cs typeface="Pretendard"/>
              </ns1:rPr>
              <ns1:t>© 2026. @sci_eum. All rights reserved.</ns1:t>
            </ns1:r>
          </ns1:p>
        </ns0:txBody>
      </ns0:sp>
      <ns0:sp>
        <ns0:nvSpPr>
          <ns0:cNvPr id="9" name="EQ_BOND-native">
            <ns1:extLst>
              <ns1:ext uri="{FF2B5EF4-FFF2-40B4-BE49-F238E27FC236}">
                <ns2:creationId id="{25B38D60-B4C0-4BBE-8840-A9131BC75938}"/>
              </ns1:ext>
            </ns1:extLst>
          </ns0:cNvPr>
          <ns0:cNvSpPr>
            <ns1:spLocks noGrp="1"/>
          </ns0:cNvSpPr>
          <ns0:nvPr/>
        </ns0:nvSpPr>
        <ns0:spPr>
          <ns1:xfrm>
            <ns1:off x="1238250" y="4676775"/>
            <ns1:ext cx="15811500" cy="714375"/>
          </ns1:xfrm>
          <ns1:prstGeom prst="rect">
            <ns1:avLst/>
          </ns1:prstGeom>
          <ns1:noFill/>
          <ns1:ln w="0">
            <ns1:noFill/>
          </ns1:ln>
        </ns0:spPr>
        <ns0:txBody>
          <ns1:bodyPr wrap="none" lIns="0" tIns="0" rIns="0" bIns="0" anchor="t">
            <ns1:noAutofit/>
          </ns1:bodyPr>
          <ns1:lstStyle>
            <ns1:defPPr algn="ctr">
              <ns1:defRPr sz="3338" b="0">
                <ns1:solidFill>
                  <ns1:srgbClr val="111111"/>
                </ns1:solidFill>
                <ns1:latin typeface="Pretendard"/>
                <ns1:ea typeface="Pretendard"/>
                <ns1:cs typeface="Pretendard"/>
              </ns1:defRPr>
            </ns1:defPPr>
            <ns1:lvl1pPr algn="ctr">
              <ns1:defRPr sz="3338" b="0">
                <ns1:solidFill>
                  <ns1:srgbClr val="111111"/>
                </ns1:solidFill>
                <ns1:latin typeface="Pretendard"/>
                <ns1:ea typeface="Pretendard"/>
                <ns1:cs typeface="Pretendard"/>
              </ns1:defRPr>
            </ns1:lvl1pPr>
            <ns1:lvl2pPr algn="ctr">
              <ns1:defRPr sz="3338" b="0">
                <ns1:solidFill>
                  <ns1:srgbClr val="111111"/>
                </ns1:solidFill>
                <ns1:latin typeface="Pretendard"/>
                <ns1:ea typeface="Pretendard"/>
                <ns1:cs typeface="Pretendard"/>
              </ns1:defRPr>
            </ns1:lvl2pPr>
            <ns1:lvl3pPr algn="ctr">
              <ns1:defRPr sz="3338" b="0">
                <ns1:solidFill>
                  <ns1:srgbClr val="111111"/>
                </ns1:solidFill>
                <ns1:latin typeface="Pretendard"/>
                <ns1:ea typeface="Pretendard"/>
                <ns1:cs typeface="Pretendard"/>
              </ns1:defRPr>
            </ns1:lvl3pPr>
            <ns1:lvl4pPr algn="ctr">
              <ns1:defRPr sz="3338" b="0">
                <ns1:solidFill>
                  <ns1:srgbClr val="111111"/>
                </ns1:solidFill>
                <ns1:latin typeface="Pretendard"/>
                <ns1:ea typeface="Pretendard"/>
                <ns1:cs typeface="Pretendard"/>
              </ns1:defRPr>
            </ns1:lvl4pPr>
            <ns1:lvl5pPr algn="ctr">
              <ns1:defRPr sz="3338" b="0">
                <ns1:solidFill>
                  <ns1:srgbClr val="111111"/>
                </ns1:solidFill>
                <ns1:latin typeface="Pretendard"/>
                <ns1:ea typeface="Pretendard"/>
                <ns1:cs typeface="Pretendard"/>
              </ns1:defRPr>
            </ns1:lvl5pPr>
            <ns1:lvl6pPr algn="ctr">
              <ns1:defRPr sz="3338" b="0">
                <ns1:solidFill>
                  <ns1:srgbClr val="111111"/>
                </ns1:solidFill>
                <ns1:latin typeface="Pretendard"/>
                <ns1:ea typeface="Pretendard"/>
                <ns1:cs typeface="Pretendard"/>
              </ns1:defRPr>
            </ns1:lvl6pPr>
            <ns1:lvl7pPr algn="ctr">
              <ns1:defRPr sz="3338" b="0">
                <ns1:solidFill>
                  <ns1:srgbClr val="111111"/>
                </ns1:solidFill>
                <ns1:latin typeface="Pretendard"/>
                <ns1:ea typeface="Pretendard"/>
                <ns1:cs typeface="Pretendard"/>
              </ns1:defRPr>
            </ns1:lvl7pPr>
            <ns1:lvl8pPr algn="ctr">
              <ns1:defRPr sz="3338" b="0">
                <ns1:solidFill>
                  <ns1:srgbClr val="111111"/>
                </ns1:solidFill>
                <ns1:latin typeface="Pretendard"/>
                <ns1:ea typeface="Pretendard"/>
                <ns1:cs typeface="Pretendard"/>
              </ns1:defRPr>
            </ns1:lvl8pPr>
            <ns1:lvl9pPr algn="ctr">
              <ns1:defRPr sz="3338" b="0">
                <ns1:solidFill>
                  <ns1:srgbClr val="111111"/>
                </ns1:solidFill>
                <ns1:latin typeface="Pretendard"/>
                <ns1:ea typeface="Pretendard"/>
                <ns1:cs typeface="Pretendard"/>
              </ns1:defRPr>
            </ns1:lvl9pPr>
          </ns1:lstStyle>
          <ns1:p>
            <ns1:pPr algn="ctr">
              <ns1:defRPr sz="3338" b="0">
                <ns1:solidFill>
                  <ns1:srgbClr val="111111"/>
                </ns1:solidFill>
                <ns1:latin typeface="Pretendard"/>
                <ns1:ea typeface="Pretendard"/>
                <ns1:cs typeface="Pretendard"/>
              </ns1:defRPr>
            </ns1:pPr>
            <ns1:r>
              <ns1:rPr sz="3338" b="0">
                <ns1:solidFill>
                  <ns1:srgbClr val="111111"/>
                </ns1:solidFill>
                <ns1:latin typeface="Pretendard"/>
                <ns1:ea typeface="Pretendard"/>
                <ns1:cs typeface="Pretendard"/>
              </ns1:rPr>
              <ns1:t>반응 엔탈피(</ns1:t>
            </ns1:r>
            <ns1:r>
              <ns1:rPr sz="3338" b="0" i="1">
                <ns1:solidFill>
                  <ns1:srgbClr val="111111"/>
                </ns1:solidFill>
                <ns1:latin typeface="Pretendard"/>
                <ns1:ea typeface="Pretendard"/>
                <ns1:cs typeface="Pretendard"/>
              </ns1:rPr>
              <ns1:t>ΔH</ns1:t>
            </ns1:r>
            <ns1:r>
              <ns1:rPr sz="3338" b="0">
                <ns1:solidFill>
                  <ns1:srgbClr val="111111"/>
                </ns1:solidFill>
                <ns1:latin typeface="Pretendard"/>
                <ns1:ea typeface="Pretendard"/>
                <ns1:cs typeface="Pretendard"/>
              </ns1:rPr>
              <ns1:t>) ≈ 반응물의 결합 에너지 합 − 생성물의 결합 에너지 합</ns1:t>
            </ns1:r>
          </ns1:p>
        </ns0:txBody>
      </ns0:sp>
      <ns0:sp>
        <ns0:nvSpPr>
          <ns0:cNvPr id="10" name="step-strip-0">
            <ns1:extLst>
              <ns1:ext uri="{FF2B5EF4-FFF2-40B4-BE49-F238E27FC236}">
                <ns2:creationId id="{BF6B6ECC-D6F8-42B3-83B0-FDF80AC562E1}"/>
              </ns1:ext>
            </ns1:extLst>
          </ns0:cNvPr>
          <ns0:cNvSpPr>
            <ns1:spLocks noGrp="1"/>
          </ns0:cNvSpPr>
          <ns0:nvPr/>
        </ns0:nvSpPr>
        <ns0:spPr>
          <ns1:xfrm>
            <ns1:off x="2333625" y="5772150"/>
            <ns1:ext cx="13620750" cy="952500"/>
          </ns1:xfrm>
          <ns1:prstGeom prst="roundRect">
            <ns1:avLst>
              <ns1:gd name="adj" fmla="val 16000"/>
            </ns1:avLst>
          </ns1:prstGeom>
          <ns1:solidFill>
            <ns1:srgbClr val="F0F0F0"/>
          </ns1:solidFill>
          <ns1:ln w="0">
            <ns1:noFill/>
          </ns1:ln>
        </ns0:spPr>
      </ns0:sp>
      <ns0:sp>
        <ns0:nvSpPr>
          <ns0:cNvPr id="11" name="step-circle-0">
            <ns1:extLst>
              <ns1:ext uri="{FF2B5EF4-FFF2-40B4-BE49-F238E27FC236}">
                <ns2:creationId id="{4300462A-4FCB-49B9-BA7C-4B06F61DF80F}"/>
              </ns1:ext>
            </ns1:extLst>
          </ns0:cNvPr>
          <ns0:cNvSpPr>
            <ns1:spLocks noGrp="1"/>
          </ns0:cNvSpPr>
          <ns0:nvPr/>
        </ns0:nvSpPr>
        <ns0:spPr>
          <ns1:xfrm>
            <ns1:off x="2667000" y="6038850"/>
            <ns1:ext cx="419100" cy="419100"/>
          </ns1:xfrm>
          <ns1:prstGeom prst="roundRect">
            <ns1:avLst>
              <ns1:gd name="adj" fmla="val 50000"/>
            </ns1:avLst>
          </ns1:prstGeom>
          <ns1:solidFill>
            <ns1:srgbClr val="252525"/>
          </ns1:solidFill>
          <ns1:ln w="0">
            <ns1:noFill/>
          </ns1:ln>
        </ns0:spPr>
      </ns0:sp>
      <ns0:sp>
        <ns0:nvSpPr>
          <ns0:cNvPr id="12" name="step-number-0">
            <ns1:extLst>
              <ns1:ext uri="{FF2B5EF4-FFF2-40B4-BE49-F238E27FC236}">
                <ns2:creationId id="{555B9B6B-AF4B-4743-BF12-8E931D9E9834}"/>
              </ns1:ext>
            </ns1:extLst>
          </ns0:cNvPr>
          <ns0:cNvSpPr>
            <ns1:spLocks noGrp="1"/>
          </ns0:cNvSpPr>
          <ns0:nvPr/>
        </ns0:nvSpPr>
        <ns0:spPr>
          <ns1:xfrm>
            <ns1:off x="2667000" y="6048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1</ns1:t>
            </ns1:r>
          </ns1:p>
        </ns0:txBody>
      </ns0:sp>
      <ns0:sp>
        <ns0:nvSpPr>
          <ns0:cNvPr id="13" name="step-label-0">
            <ns1:extLst>
              <ns1:ext uri="{FF2B5EF4-FFF2-40B4-BE49-F238E27FC236}">
                <ns2:creationId id="{D3D75B48-D19A-484B-AC28-005B153CC117}"/>
              </ns1:ext>
            </ns1:extLst>
          </ns0:cNvPr>
          <ns0:cNvSpPr>
            <ns1:spLocks noGrp="1"/>
          </ns0:cNvSpPr>
          <ns0:nvPr/>
        </ns0:nvSpPr>
        <ns0:spPr>
          <ns1:xfrm>
            <ns1:off x="3524250" y="6019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끊는 결합</ns1:t>
            </ns1:r>
          </ns1:p>
        </ns0:txBody>
      </ns0:sp>
      <ns0:sp>
        <ns0:nvSpPr>
          <ns0:cNvPr id="14" name="step-equation-0">
            <ns1:extLst>
              <ns1:ext uri="{FF2B5EF4-FFF2-40B4-BE49-F238E27FC236}">
                <ns2:creationId id="{CA7B1342-8788-42F6-AEA4-9310C79E93FC}"/>
              </ns1:ext>
            </ns1:extLst>
          </ns0:cNvPr>
          <ns0:cNvSpPr>
            <ns1:spLocks noGrp="1"/>
          </ns0:cNvSpPr>
          <ns0:nvPr/>
        </ns0:nvSpPr>
        <ns0:spPr>
          <ns1:xfrm>
            <ns1:off x="6905625" y="5962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2 × 436 + 498 = 1370 kJ</ns1:t>
            </ns1:r>
          </ns1:p>
        </ns0:txBody>
      </ns0:sp>
      <ns0:sp>
        <ns0:nvSpPr>
          <ns0:cNvPr id="15" name="step-strip-1">
            <ns1:extLst>
              <ns1:ext uri="{FF2B5EF4-FFF2-40B4-BE49-F238E27FC236}">
                <ns2:creationId id="{BAE5108F-64E2-4CEE-AFC1-587836745150}"/>
              </ns1:ext>
            </ns1:extLst>
          </ns0:cNvPr>
          <ns0:cNvSpPr>
            <ns1:spLocks noGrp="1"/>
          </ns0:cNvSpPr>
          <ns0:nvPr/>
        </ns0:nvSpPr>
        <ns0:spPr>
          <ns1:xfrm>
            <ns1:off x="2333625" y="6915150"/>
            <ns1:ext cx="13620750" cy="952500"/>
          </ns1:xfrm>
          <ns1:prstGeom prst="roundRect">
            <ns1:avLst>
              <ns1:gd name="adj" fmla="val 16000"/>
            </ns1:avLst>
          </ns1:prstGeom>
          <ns1:solidFill>
            <ns1:srgbClr val="F0F0F0"/>
          </ns1:solidFill>
          <ns1:ln w="0">
            <ns1:noFill/>
          </ns1:ln>
        </ns0:spPr>
      </ns0:sp>
      <ns0:sp>
        <ns0:nvSpPr>
          <ns0:cNvPr id="16" name="step-circle-1">
            <ns1:extLst>
              <ns1:ext uri="{FF2B5EF4-FFF2-40B4-BE49-F238E27FC236}">
                <ns2:creationId id="{F98B864D-EC26-458A-9132-BA000A918B3A}"/>
              </ns1:ext>
            </ns1:extLst>
          </ns0:cNvPr>
          <ns0:cNvSpPr>
            <ns1:spLocks noGrp="1"/>
          </ns0:cNvSpPr>
          <ns0:nvPr/>
        </ns0:nvSpPr>
        <ns0:spPr>
          <ns1:xfrm>
            <ns1:off x="2667000" y="7181850"/>
            <ns1:ext cx="419100" cy="419100"/>
          </ns1:xfrm>
          <ns1:prstGeom prst="roundRect">
            <ns1:avLst>
              <ns1:gd name="adj" fmla="val 50000"/>
            </ns1:avLst>
          </ns1:prstGeom>
          <ns1:solidFill>
            <ns1:srgbClr val="252525"/>
          </ns1:solidFill>
          <ns1:ln w="0">
            <ns1:noFill/>
          </ns1:ln>
        </ns0:spPr>
      </ns0:sp>
      <ns0:sp>
        <ns0:nvSpPr>
          <ns0:cNvPr id="17" name="step-number-1">
            <ns1:extLst>
              <ns1:ext uri="{FF2B5EF4-FFF2-40B4-BE49-F238E27FC236}">
                <ns2:creationId id="{2018977B-38F2-40FC-A56D-39A393E59E58}"/>
              </ns1:ext>
            </ns1:extLst>
          </ns0:cNvPr>
          <ns0:cNvSpPr>
            <ns1:spLocks noGrp="1"/>
          </ns0:cNvSpPr>
          <ns0:nvPr/>
        </ns0:nvSpPr>
        <ns0:spPr>
          <ns1:xfrm>
            <ns1:off x="2667000" y="7191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2</ns1:t>
            </ns1:r>
          </ns1:p>
        </ns0:txBody>
      </ns0:sp>
      <ns0:sp>
        <ns0:nvSpPr>
          <ns0:cNvPr id="18" name="step-label-1">
            <ns1:extLst>
              <ns1:ext uri="{FF2B5EF4-FFF2-40B4-BE49-F238E27FC236}">
                <ns2:creationId id="{C682986F-3A69-4EE3-B140-A01719A19C74}"/>
              </ns1:ext>
            </ns1:extLst>
          </ns0:cNvPr>
          <ns0:cNvSpPr>
            <ns1:spLocks noGrp="1"/>
          </ns0:cNvSpPr>
          <ns0:nvPr/>
        </ns0:nvSpPr>
        <ns0:spPr>
          <ns1:xfrm>
            <ns1:off x="3524250" y="7162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만드는 결합</ns1:t>
            </ns1:r>
          </ns1:p>
        </ns0:txBody>
      </ns0:sp>
      <ns0:sp>
        <ns0:nvSpPr>
          <ns0:cNvPr id="19" name="step-equation-1">
            <ns1:extLst>
              <ns1:ext uri="{FF2B5EF4-FFF2-40B4-BE49-F238E27FC236}">
                <ns2:creationId id="{9D0D84BE-2F90-4CC5-8562-5C3EBF65CB76}"/>
              </ns1:ext>
            </ns1:extLst>
          </ns0:cNvPr>
          <ns0:cNvSpPr>
            <ns1:spLocks noGrp="1"/>
          </ns0:cNvSpPr>
          <ns0:nvPr/>
        </ns0:nvSpPr>
        <ns0:spPr>
          <ns1:xfrm>
            <ns1:off x="6905625" y="7105650"/>
            <ns1:ext cx="8572500" cy="666750"/>
          </ns1:xfrm>
          <ns1:prstGeom prst="rect">
            <ns1:avLst/>
          </ns1:prstGeom>
          <ns1:noFill/>
          <ns1:ln w="0">
            <ns1:noFill/>
          </ns1:ln>
        </ns0:spPr>
        <ns0:txBody>
          <ns1:bodyPr wrap="none" lIns="0" tIns="0" rIns="0" bIns="0" anchor="t">
            <ns1:noAutofit/>
          </ns1:bodyPr>
          <ns1:lstStyle>
            <ns1:defPPr algn="l">
              <ns1:defRPr sz="3450" b="0">
                <ns1:solidFill>
                  <ns1:srgbClr val="111111"/>
                </ns1:solidFill>
                <ns1:latin typeface="Pretendard"/>
                <ns1:ea typeface="Pretendard"/>
                <ns1:cs typeface="Pretendard"/>
              </ns1:defRPr>
            </ns1:defPPr>
            <ns1:lvl1pPr algn="l">
              <ns1:defRPr sz="3450" b="0">
                <ns1:solidFill>
                  <ns1:srgbClr val="111111"/>
                </ns1:solidFill>
                <ns1:latin typeface="Pretendard"/>
                <ns1:ea typeface="Pretendard"/>
                <ns1:cs typeface="Pretendard"/>
              </ns1:defRPr>
            </ns1:lvl1pPr>
            <ns1:lvl2pPr algn="l">
              <ns1:defRPr sz="3450" b="0">
                <ns1:solidFill>
                  <ns1:srgbClr val="111111"/>
                </ns1:solidFill>
                <ns1:latin typeface="Pretendard"/>
                <ns1:ea typeface="Pretendard"/>
                <ns1:cs typeface="Pretendard"/>
              </ns1:defRPr>
            </ns1:lvl2pPr>
            <ns1:lvl3pPr algn="l">
              <ns1:defRPr sz="3450" b="0">
                <ns1:solidFill>
                  <ns1:srgbClr val="111111"/>
                </ns1:solidFill>
                <ns1:latin typeface="Pretendard"/>
                <ns1:ea typeface="Pretendard"/>
                <ns1:cs typeface="Pretendard"/>
              </ns1:defRPr>
            </ns1:lvl3pPr>
            <ns1:lvl4pPr algn="l">
              <ns1:defRPr sz="3450" b="0">
                <ns1:solidFill>
                  <ns1:srgbClr val="111111"/>
                </ns1:solidFill>
                <ns1:latin typeface="Pretendard"/>
                <ns1:ea typeface="Pretendard"/>
                <ns1:cs typeface="Pretendard"/>
              </ns1:defRPr>
            </ns1:lvl4pPr>
            <ns1:lvl5pPr algn="l">
              <ns1:defRPr sz="3450" b="0">
                <ns1:solidFill>
                  <ns1:srgbClr val="111111"/>
                </ns1:solidFill>
                <ns1:latin typeface="Pretendard"/>
                <ns1:ea typeface="Pretendard"/>
                <ns1:cs typeface="Pretendard"/>
              </ns1:defRPr>
            </ns1:lvl5pPr>
            <ns1:lvl6pPr algn="l">
              <ns1:defRPr sz="3450" b="0">
                <ns1:solidFill>
                  <ns1:srgbClr val="111111"/>
                </ns1:solidFill>
                <ns1:latin typeface="Pretendard"/>
                <ns1:ea typeface="Pretendard"/>
                <ns1:cs typeface="Pretendard"/>
              </ns1:defRPr>
            </ns1:lvl6pPr>
            <ns1:lvl7pPr algn="l">
              <ns1:defRPr sz="3450" b="0">
                <ns1:solidFill>
                  <ns1:srgbClr val="111111"/>
                </ns1:solidFill>
                <ns1:latin typeface="Pretendard"/>
                <ns1:ea typeface="Pretendard"/>
                <ns1:cs typeface="Pretendard"/>
              </ns1:defRPr>
            </ns1:lvl7pPr>
            <ns1:lvl8pPr algn="l">
              <ns1:defRPr sz="3450" b="0">
                <ns1:solidFill>
                  <ns1:srgbClr val="111111"/>
                </ns1:solidFill>
                <ns1:latin typeface="Pretendard"/>
                <ns1:ea typeface="Pretendard"/>
                <ns1:cs typeface="Pretendard"/>
              </ns1:defRPr>
            </ns1:lvl8pPr>
            <ns1:lvl9pPr algn="l">
              <ns1:defRPr sz="3450" b="0">
                <ns1:solidFill>
                  <ns1:srgbClr val="111111"/>
                </ns1:solidFill>
                <ns1:latin typeface="Pretendard"/>
                <ns1:ea typeface="Pretendard"/>
                <ns1:cs typeface="Pretendard"/>
              </ns1:defRPr>
            </ns1:lvl9pPr>
          </ns1:lstStyle>
          <ns1:p>
            <ns1:pPr algn="l">
              <ns1:defRPr sz="3450" b="0">
                <ns1:solidFill>
                  <ns1:srgbClr val="111111"/>
                </ns1:solidFill>
                <ns1:latin typeface="Pretendard"/>
                <ns1:ea typeface="Pretendard"/>
                <ns1:cs typeface="Pretendard"/>
              </ns1:defRPr>
            </ns1:pPr>
            <ns1:r>
              <ns1:rPr sz="3450" b="0">
                <ns1:solidFill>
                  <ns1:srgbClr val="111111"/>
                </ns1:solidFill>
                <ns1:latin typeface="Pretendard"/>
                <ns1:ea typeface="Pretendard"/>
                <ns1:cs typeface="Pretendard"/>
              </ns1:rPr>
              <ns1:t>4 × 460 = 1840 kJ</ns1:t>
            </ns1:r>
          </ns1:p>
        </ns0:txBody>
      </ns0:sp>
      <ns0:sp>
        <ns0:nvSpPr>
          <ns0:cNvPr id="20" name="step-strip-2">
            <ns1:extLst>
              <ns1:ext uri="{FF2B5EF4-FFF2-40B4-BE49-F238E27FC236}">
                <ns2:creationId id="{0B766A3E-AA31-48E0-BE35-9C5A4AA3F73A}"/>
              </ns1:ext>
            </ns1:extLst>
          </ns0:cNvPr>
          <ns0:cNvSpPr>
            <ns1:spLocks noGrp="1"/>
          </ns0:cNvSpPr>
          <ns0:nvPr/>
        </ns0:nvSpPr>
        <ns0:spPr>
          <ns1:xfrm>
            <ns1:off x="2333625" y="8058150"/>
            <ns1:ext cx="13620750" cy="952500"/>
          </ns1:xfrm>
          <ns1:prstGeom prst="roundRect">
            <ns1:avLst>
              <ns1:gd name="adj" fmla="val 16000"/>
            </ns1:avLst>
          </ns1:prstGeom>
          <ns1:solidFill>
            <ns1:srgbClr val="F0F0F0"/>
          </ns1:solidFill>
          <ns1:ln w="0">
            <ns1:noFill/>
          </ns1:ln>
        </ns0:spPr>
      </ns0:sp>
      <ns0:sp>
        <ns0:nvSpPr>
          <ns0:cNvPr id="21" name="step-circle-2">
            <ns1:extLst>
              <ns1:ext uri="{FF2B5EF4-FFF2-40B4-BE49-F238E27FC236}">
                <ns2:creationId id="{30E86C31-0D71-4F0C-9475-324C5A7EDB40}"/>
              </ns1:ext>
            </ns1:extLst>
          </ns0:cNvPr>
          <ns0:cNvSpPr>
            <ns1:spLocks noGrp="1"/>
          </ns0:cNvSpPr>
          <ns0:nvPr/>
        </ns0:nvSpPr>
        <ns0:spPr>
          <ns1:xfrm>
            <ns1:off x="2667000" y="8324850"/>
            <ns1:ext cx="419100" cy="419100"/>
          </ns1:xfrm>
          <ns1:prstGeom prst="roundRect">
            <ns1:avLst>
              <ns1:gd name="adj" fmla="val 50000"/>
            </ns1:avLst>
          </ns1:prstGeom>
          <ns1:solidFill>
            <ns1:srgbClr val="252525"/>
          </ns1:solidFill>
          <ns1:ln w="0">
            <ns1:noFill/>
          </ns1:ln>
        </ns0:spPr>
      </ns0:sp>
      <ns0:sp>
        <ns0:nvSpPr>
          <ns0:cNvPr id="22" name="step-number-2">
            <ns1:extLst>
              <ns1:ext uri="{FF2B5EF4-FFF2-40B4-BE49-F238E27FC236}">
                <ns2:creationId id="{E98C73D3-975D-4AE2-AF7B-2D5793026B5C}"/>
              </ns1:ext>
            </ns1:extLst>
          </ns0:cNvPr>
          <ns0:cNvSpPr>
            <ns1:spLocks noGrp="1"/>
          </ns0:cNvSpPr>
          <ns0:nvPr/>
        </ns0:nvSpPr>
        <ns0:spPr>
          <ns1:xfrm>
            <ns1:off x="2667000" y="8334375"/>
            <ns1:ext cx="419100" cy="419100"/>
          </ns1:xfrm>
          <ns1:prstGeom prst="rect">
            <ns1:avLst/>
          </ns1:prstGeom>
          <ns1:noFill/>
          <ns1:ln w="0">
            <ns1:noFill/>
          </ns1:ln>
        </ns0:spPr>
        <ns0:txBody>
          <ns1:bodyPr wrap="none" lIns="0" tIns="0" rIns="0" bIns="0" anchor="t">
            <ns1:noAutofit/>
          </ns1:bodyPr>
          <ns1:lstStyle>
            <ns1:defPPr algn="ctr">
              <ns1:defRPr sz="2250" b="1">
                <ns1:solidFill>
                  <ns1:srgbClr val="FFFFFF"/>
                </ns1:solidFill>
                <ns1:latin typeface="Pretendard"/>
                <ns1:ea typeface="Pretendard"/>
                <ns1:cs typeface="Pretendard"/>
              </ns1:defRPr>
            </ns1:defPPr>
            <ns1:lvl1pPr algn="ctr">
              <ns1:defRPr sz="2250" b="1">
                <ns1:solidFill>
                  <ns1:srgbClr val="FFFFFF"/>
                </ns1:solidFill>
                <ns1:latin typeface="Pretendard"/>
                <ns1:ea typeface="Pretendard"/>
                <ns1:cs typeface="Pretendard"/>
              </ns1:defRPr>
            </ns1:lvl1pPr>
            <ns1:lvl2pPr algn="ctr">
              <ns1:defRPr sz="2250" b="1">
                <ns1:solidFill>
                  <ns1:srgbClr val="FFFFFF"/>
                </ns1:solidFill>
                <ns1:latin typeface="Pretendard"/>
                <ns1:ea typeface="Pretendard"/>
                <ns1:cs typeface="Pretendard"/>
              </ns1:defRPr>
            </ns1:lvl2pPr>
            <ns1:lvl3pPr algn="ctr">
              <ns1:defRPr sz="2250" b="1">
                <ns1:solidFill>
                  <ns1:srgbClr val="FFFFFF"/>
                </ns1:solidFill>
                <ns1:latin typeface="Pretendard"/>
                <ns1:ea typeface="Pretendard"/>
                <ns1:cs typeface="Pretendard"/>
              </ns1:defRPr>
            </ns1:lvl3pPr>
            <ns1:lvl4pPr algn="ctr">
              <ns1:defRPr sz="2250" b="1">
                <ns1:solidFill>
                  <ns1:srgbClr val="FFFFFF"/>
                </ns1:solidFill>
                <ns1:latin typeface="Pretendard"/>
                <ns1:ea typeface="Pretendard"/>
                <ns1:cs typeface="Pretendard"/>
              </ns1:defRPr>
            </ns1:lvl4pPr>
            <ns1:lvl5pPr algn="ctr">
              <ns1:defRPr sz="2250" b="1">
                <ns1:solidFill>
                  <ns1:srgbClr val="FFFFFF"/>
                </ns1:solidFill>
                <ns1:latin typeface="Pretendard"/>
                <ns1:ea typeface="Pretendard"/>
                <ns1:cs typeface="Pretendard"/>
              </ns1:defRPr>
            </ns1:lvl5pPr>
            <ns1:lvl6pPr algn="ctr">
              <ns1:defRPr sz="2250" b="1">
                <ns1:solidFill>
                  <ns1:srgbClr val="FFFFFF"/>
                </ns1:solidFill>
                <ns1:latin typeface="Pretendard"/>
                <ns1:ea typeface="Pretendard"/>
                <ns1:cs typeface="Pretendard"/>
              </ns1:defRPr>
            </ns1:lvl6pPr>
            <ns1:lvl7pPr algn="ctr">
              <ns1:defRPr sz="2250" b="1">
                <ns1:solidFill>
                  <ns1:srgbClr val="FFFFFF"/>
                </ns1:solidFill>
                <ns1:latin typeface="Pretendard"/>
                <ns1:ea typeface="Pretendard"/>
                <ns1:cs typeface="Pretendard"/>
              </ns1:defRPr>
            </ns1:lvl7pPr>
            <ns1:lvl8pPr algn="ctr">
              <ns1:defRPr sz="2250" b="1">
                <ns1:solidFill>
                  <ns1:srgbClr val="FFFFFF"/>
                </ns1:solidFill>
                <ns1:latin typeface="Pretendard"/>
                <ns1:ea typeface="Pretendard"/>
                <ns1:cs typeface="Pretendard"/>
              </ns1:defRPr>
            </ns1:lvl8pPr>
            <ns1:lvl9pPr algn="ctr">
              <ns1:defRPr sz="2250" b="1">
                <ns1:solidFill>
                  <ns1:srgbClr val="FFFFFF"/>
                </ns1:solidFill>
                <ns1:latin typeface="Pretendard"/>
                <ns1:ea typeface="Pretendard"/>
                <ns1:cs typeface="Pretendard"/>
              </ns1:defRPr>
            </ns1:lvl9pPr>
          </ns1:lstStyle>
          <ns1:p>
            <ns1:pPr algn="ctr">
              <ns1:defRPr sz="2250" b="1">
                <ns1:solidFill>
                  <ns1:srgbClr val="FFFFFF"/>
                </ns1:solidFill>
                <ns1:latin typeface="Pretendard"/>
                <ns1:ea typeface="Pretendard"/>
                <ns1:cs typeface="Pretendard"/>
              </ns1:defRPr>
            </ns1:pPr>
            <ns1:r>
              <ns1:rPr sz="2250" b="1">
                <ns1:solidFill>
                  <ns1:srgbClr val="FFFFFF"/>
                </ns1:solidFill>
                <ns1:latin typeface="Pretendard"/>
                <ns1:ea typeface="Pretendard"/>
                <ns1:cs typeface="Pretendard"/>
              </ns1:rPr>
              <ns1:t>3</ns1:t>
            </ns1:r>
          </ns1:p>
        </ns0:txBody>
      </ns0:sp>
      <ns0:sp>
        <ns0:nvSpPr>
          <ns0:cNvPr id="23" name="step-label-2">
            <ns1:extLst>
              <ns1:ext uri="{FF2B5EF4-FFF2-40B4-BE49-F238E27FC236}">
                <ns2:creationId id="{05C7A333-141E-4B84-AF44-091CD6C7C08C}"/>
              </ns1:ext>
            </ns1:extLst>
          </ns0:cNvPr>
          <ns0:cNvSpPr>
            <ns1:spLocks noGrp="1"/>
          </ns0:cNvSpPr>
          <ns0:nvPr/>
        </ns0:nvSpPr>
        <ns0:spPr>
          <ns1:xfrm>
            <ns1:off x="3524250" y="8305800"/>
            <ns1:ext cx="3238500" cy="590550"/>
          </ns1:xfrm>
          <ns1:prstGeom prst="rect">
            <ns1:avLst/>
          </ns1:prstGeom>
          <ns1:noFill/>
          <ns1:ln w="0">
            <ns1:noFill/>
          </ns1:ln>
        </ns0:spPr>
        <ns0:txBody>
          <ns1:bodyPr wrap="none" lIns="0" tIns="0" rIns="0" bIns="0" anchor="t">
            <ns1:noAutofit/>
          </ns1:bodyPr>
          <ns1:lstStyle>
            <ns1:defPPr algn="l">
              <ns1:defRPr sz="2925" b="1">
                <ns1:solidFill>
                  <ns1:srgbClr val="555555"/>
                </ns1:solidFill>
                <ns1:latin typeface="Pretendard"/>
                <ns1:ea typeface="Pretendard"/>
                <ns1:cs typeface="Pretendard"/>
              </ns1:defRPr>
            </ns1:defPPr>
            <ns1:lvl1pPr algn="l">
              <ns1:defRPr sz="2925" b="1">
                <ns1:solidFill>
                  <ns1:srgbClr val="555555"/>
                </ns1:solidFill>
                <ns1:latin typeface="Pretendard"/>
                <ns1:ea typeface="Pretendard"/>
                <ns1:cs typeface="Pretendard"/>
              </ns1:defRPr>
            </ns1:lvl1pPr>
            <ns1:lvl2pPr algn="l">
              <ns1:defRPr sz="2925" b="1">
                <ns1:solidFill>
                  <ns1:srgbClr val="555555"/>
                </ns1:solidFill>
                <ns1:latin typeface="Pretendard"/>
                <ns1:ea typeface="Pretendard"/>
                <ns1:cs typeface="Pretendard"/>
              </ns1:defRPr>
            </ns1:lvl2pPr>
            <ns1:lvl3pPr algn="l">
              <ns1:defRPr sz="2925" b="1">
                <ns1:solidFill>
                  <ns1:srgbClr val="555555"/>
                </ns1:solidFill>
                <ns1:latin typeface="Pretendard"/>
                <ns1:ea typeface="Pretendard"/>
                <ns1:cs typeface="Pretendard"/>
              </ns1:defRPr>
            </ns1:lvl3pPr>
            <ns1:lvl4pPr algn="l">
              <ns1:defRPr sz="2925" b="1">
                <ns1:solidFill>
                  <ns1:srgbClr val="555555"/>
                </ns1:solidFill>
                <ns1:latin typeface="Pretendard"/>
                <ns1:ea typeface="Pretendard"/>
                <ns1:cs typeface="Pretendard"/>
              </ns1:defRPr>
            </ns1:lvl4pPr>
            <ns1:lvl5pPr algn="l">
              <ns1:defRPr sz="2925" b="1">
                <ns1:solidFill>
                  <ns1:srgbClr val="555555"/>
                </ns1:solidFill>
                <ns1:latin typeface="Pretendard"/>
                <ns1:ea typeface="Pretendard"/>
                <ns1:cs typeface="Pretendard"/>
              </ns1:defRPr>
            </ns1:lvl5pPr>
            <ns1:lvl6pPr algn="l">
              <ns1:defRPr sz="2925" b="1">
                <ns1:solidFill>
                  <ns1:srgbClr val="555555"/>
                </ns1:solidFill>
                <ns1:latin typeface="Pretendard"/>
                <ns1:ea typeface="Pretendard"/>
                <ns1:cs typeface="Pretendard"/>
              </ns1:defRPr>
            </ns1:lvl6pPr>
            <ns1:lvl7pPr algn="l">
              <ns1:defRPr sz="2925" b="1">
                <ns1:solidFill>
                  <ns1:srgbClr val="555555"/>
                </ns1:solidFill>
                <ns1:latin typeface="Pretendard"/>
                <ns1:ea typeface="Pretendard"/>
                <ns1:cs typeface="Pretendard"/>
              </ns1:defRPr>
            </ns1:lvl7pPr>
            <ns1:lvl8pPr algn="l">
              <ns1:defRPr sz="2925" b="1">
                <ns1:solidFill>
                  <ns1:srgbClr val="555555"/>
                </ns1:solidFill>
                <ns1:latin typeface="Pretendard"/>
                <ns1:ea typeface="Pretendard"/>
                <ns1:cs typeface="Pretendard"/>
              </ns1:defRPr>
            </ns1:lvl8pPr>
            <ns1:lvl9pPr algn="l">
              <ns1:defRPr sz="2925" b="1">
                <ns1:solidFill>
                  <ns1:srgbClr val="555555"/>
                </ns1:solidFill>
                <ns1:latin typeface="Pretendard"/>
                <ns1:ea typeface="Pretendard"/>
                <ns1:cs typeface="Pretendard"/>
              </ns1:defRPr>
            </ns1:lvl9pPr>
          </ns1:lstStyle>
          <ns1:p>
            <ns1:pPr algn="l">
              <ns1:defRPr sz="2925" b="1">
                <ns1:solidFill>
                  <ns1:srgbClr val="555555"/>
                </ns1:solidFill>
                <ns1:latin typeface="Pretendard"/>
                <ns1:ea typeface="Pretendard"/>
                <ns1:cs typeface="Pretendard"/>
              </ns1:defRPr>
            </ns1:pPr>
            <ns1:r>
              <ns1:rPr sz="2925" b="1">
                <ns1:solidFill>
                  <ns1:srgbClr val="555555"/>
                </ns1:solidFill>
                <ns1:latin typeface="Pretendard"/>
                <ns1:ea typeface="Pretendard"/>
                <ns1:cs typeface="Pretendard"/>
              </ns1:rPr>
              <ns1:t>반응 엔탈피</ns1:t>
            </ns1:r>
          </ns1:p>
        </ns0:txBody>
      </ns0:sp>
      <ns0:sp>
        <ns0:nvSpPr>
          <ns0:cNvPr id="24" name="step-equation-2">
            <ns1:extLst>
              <ns1:ext uri="{FF2B5EF4-FFF2-40B4-BE49-F238E27FC236}">
                <ns2:creationId id="{CDC6DBB7-6496-48F3-84DA-83F519081122}"/>
              </ns1:ext>
            </ns1:extLst>
          </ns0:cNvPr>
          <ns0:cNvSpPr>
            <ns1:spLocks noGrp="1"/>
          </ns0:cNvSpPr>
          <ns0:nvPr/>
        </ns0:nvSpPr>
        <ns0:spPr>
          <ns1:xfrm>
            <ns1:off x="6905625" y="8248650"/>
            <ns1:ext cx="8572500" cy="666750"/>
          </ns1:xfrm>
          <ns1:prstGeom prst="rect">
            <ns1:avLst/>
          </ns1:prstGeom>
          <ns1:noFill/>
          <ns1:ln w="0">
            <ns1:noFill/>
          </ns1:ln>
        </ns0:spPr>
        <ns0:txBody>
          <ns1:bodyPr wrap="none" lIns="0" tIns="0" rIns="0" bIns="0" anchor="t">
            <ns1:noAutofit/>
          </ns1:bodyPr>
          <ns1:lstStyle>
            <ns1:defPPr algn="l">
              <ns1:defRPr sz="3450" b="1">
                <ns1:solidFill>
                  <ns1:srgbClr val="245D12"/>
                </ns1:solidFill>
                <ns1:latin typeface="Pretendard"/>
                <ns1:ea typeface="Pretendard"/>
                <ns1:cs typeface="Pretendard"/>
              </ns1:defRPr>
            </ns1:defPPr>
            <ns1:lvl1pPr algn="l">
              <ns1:defRPr sz="3450" b="1">
                <ns1:solidFill>
                  <ns1:srgbClr val="245D12"/>
                </ns1:solidFill>
                <ns1:latin typeface="Pretendard"/>
                <ns1:ea typeface="Pretendard"/>
                <ns1:cs typeface="Pretendard"/>
              </ns1:defRPr>
            </ns1:lvl1pPr>
            <ns1:lvl2pPr algn="l">
              <ns1:defRPr sz="3450" b="1">
                <ns1:solidFill>
                  <ns1:srgbClr val="245D12"/>
                </ns1:solidFill>
                <ns1:latin typeface="Pretendard"/>
                <ns1:ea typeface="Pretendard"/>
                <ns1:cs typeface="Pretendard"/>
              </ns1:defRPr>
            </ns1:lvl2pPr>
            <ns1:lvl3pPr algn="l">
              <ns1:defRPr sz="3450" b="1">
                <ns1:solidFill>
                  <ns1:srgbClr val="245D12"/>
                </ns1:solidFill>
                <ns1:latin typeface="Pretendard"/>
                <ns1:ea typeface="Pretendard"/>
                <ns1:cs typeface="Pretendard"/>
              </ns1:defRPr>
            </ns1:lvl3pPr>
            <ns1:lvl4pPr algn="l">
              <ns1:defRPr sz="3450" b="1">
                <ns1:solidFill>
                  <ns1:srgbClr val="245D12"/>
                </ns1:solidFill>
                <ns1:latin typeface="Pretendard"/>
                <ns1:ea typeface="Pretendard"/>
                <ns1:cs typeface="Pretendard"/>
              </ns1:defRPr>
            </ns1:lvl4pPr>
            <ns1:lvl5pPr algn="l">
              <ns1:defRPr sz="3450" b="1">
                <ns1:solidFill>
                  <ns1:srgbClr val="245D12"/>
                </ns1:solidFill>
                <ns1:latin typeface="Pretendard"/>
                <ns1:ea typeface="Pretendard"/>
                <ns1:cs typeface="Pretendard"/>
              </ns1:defRPr>
            </ns1:lvl5pPr>
            <ns1:lvl6pPr algn="l">
              <ns1:defRPr sz="3450" b="1">
                <ns1:solidFill>
                  <ns1:srgbClr val="245D12"/>
                </ns1:solidFill>
                <ns1:latin typeface="Pretendard"/>
                <ns1:ea typeface="Pretendard"/>
                <ns1:cs typeface="Pretendard"/>
              </ns1:defRPr>
            </ns1:lvl6pPr>
            <ns1:lvl7pPr algn="l">
              <ns1:defRPr sz="3450" b="1">
                <ns1:solidFill>
                  <ns1:srgbClr val="245D12"/>
                </ns1:solidFill>
                <ns1:latin typeface="Pretendard"/>
                <ns1:ea typeface="Pretendard"/>
                <ns1:cs typeface="Pretendard"/>
              </ns1:defRPr>
            </ns1:lvl7pPr>
            <ns1:lvl8pPr algn="l">
              <ns1:defRPr sz="3450" b="1">
                <ns1:solidFill>
                  <ns1:srgbClr val="245D12"/>
                </ns1:solidFill>
                <ns1:latin typeface="Pretendard"/>
                <ns1:ea typeface="Pretendard"/>
                <ns1:cs typeface="Pretendard"/>
              </ns1:defRPr>
            </ns1:lvl8pPr>
            <ns1:lvl9pPr algn="l">
              <ns1:defRPr sz="3450" b="1">
                <ns1:solidFill>
                  <ns1:srgbClr val="245D12"/>
                </ns1:solidFill>
                <ns1:latin typeface="Pretendard"/>
                <ns1:ea typeface="Pretendard"/>
                <ns1:cs typeface="Pretendard"/>
              </ns1:defRPr>
            </ns1:lvl9pPr>
          </ns1:lstStyle>
          <ns1:p>
            <ns1:pPr algn="l">
              <ns1:defRPr sz="3450" b="1">
                <ns1:solidFill>
                  <ns1:srgbClr val="245D12"/>
                </ns1:solidFill>
                <ns1:latin typeface="Pretendard"/>
                <ns1:ea typeface="Pretendard"/>
                <ns1:cs typeface="Pretendard"/>
              </ns1:defRPr>
            </ns1:pPr>
            <ns1:r>
              <ns1:rPr sz="3450" b="1">
                <ns1:solidFill>
                  <ns1:srgbClr val="245D12"/>
                </ns1:solidFill>
                <ns1:latin typeface="Pretendard"/>
                <ns1:ea typeface="Pretendard"/>
                <ns1:cs typeface="Pretendard"/>
              </ns1:rPr>
              <ns1:t>ΔH ≈ 1370 − 1840 = −470 kJ</ns1:t>
            </ns1:r>
          </ns1:p>
        </ns0:txBody>
      </ns0:sp>
    </ns0:spTree>
    <ns0:extLst>
      <ns0:ext uri="{BB962C8B-B14F-4D97-AF65-F5344CB8AC3E}">
        <ns4:creationId val="659751531"/>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2026-10-19T15:18:38.5150000Z</dcterms:created>
  <dcterms:modified xsi:type="dcterms:W3CDTF">2026-10-19T15:18:38.5150000Z</dcterms:modified>
</coreProperties>
</file>