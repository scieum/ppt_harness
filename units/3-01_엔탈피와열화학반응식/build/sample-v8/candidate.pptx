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546aa3b7c84d57" /><Relationship Type="http://schemas.openxmlformats.org/officeDocument/2006/relationships/extended-properties" Target="/docProps/app.xml" Id="R78765962f24b490e" /><Relationship Type="http://schemas.openxmlformats.org/officeDocument/2006/relationships/officeDocument" Target="/ppt/presentation.xml" Id="R1fe7b2bb01944a80" /></Relationships>
</file>

<file path=ppt/presentation.xml><?xml version="1.0" encoding="utf-8"?>
<p:presentation xmlns:p="http://schemas.openxmlformats.org/presentationml/2006/main">
  <p:sldMasterIdLst>
    <p:sldMasterId xmlns:r="http://schemas.openxmlformats.org/officeDocument/2006/relationships" id="2147483648" r:id="R0e24db8e4a90452a"/>
  </p:sldMasterIdLst>
  <p:notesMasterIdLst>
    <p:notesMasterId xmlns:r="http://schemas.openxmlformats.org/officeDocument/2006/relationships" r:id="R3d06366ff75e4c35"/>
  </p:notesMasterIdLst>
  <p:sldIdLst>
    <p:sldId xmlns:r="http://schemas.openxmlformats.org/officeDocument/2006/relationships" id="256" r:id="Re21623517d6247f9"/>
    <p:sldId xmlns:r="http://schemas.openxmlformats.org/officeDocument/2006/relationships" id="257" r:id="R4c30387fed444100"/>
    <p:sldId xmlns:r="http://schemas.openxmlformats.org/officeDocument/2006/relationships" id="258" r:id="Rb5c9844deb4f4472"/>
    <p:sldId xmlns:r="http://schemas.openxmlformats.org/officeDocument/2006/relationships" id="259" r:id="Rad2381b069f54579"/>
    <p:sldId xmlns:r="http://schemas.openxmlformats.org/officeDocument/2006/relationships" id="260" r:id="R84429d708b324a0b"/>
    <p:sldId xmlns:r="http://schemas.openxmlformats.org/officeDocument/2006/relationships" id="261" r:id="R893ed303792f4acf"/>
    <p:sldId xmlns:r="http://schemas.openxmlformats.org/officeDocument/2006/relationships" id="262" r:id="R805f29a9667944cd"/>
    <p:sldId xmlns:r="http://schemas.openxmlformats.org/officeDocument/2006/relationships" id="263" r:id="R3510eb597f1e48d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7d518d78a74095" /><Relationship Type="http://schemas.openxmlformats.org/officeDocument/2006/relationships/slideMaster" Target="/ppt/slideMasters/slideMaster1.xml" Id="R0e24db8e4a90452a" /><Relationship Type="http://schemas.openxmlformats.org/officeDocument/2006/relationships/notesMaster" Target="/ppt/notesMasters/notesMaster1.xml" Id="R3d06366ff75e4c35" /><Relationship Type="http://schemas.openxmlformats.org/officeDocument/2006/relationships/presProps" Target="/ppt/presProps.xml" Id="Re619853dced141e9" /><Relationship Type="http://schemas.openxmlformats.org/officeDocument/2006/relationships/tableStyles" Target="/ppt/tableStyles.xml" Id="R4fcb8802b4bd4367" /><Relationship Type="http://schemas.openxmlformats.org/officeDocument/2006/relationships/slide" Target="/ppt/slides/slide1.xml" Id="Re21623517d6247f9" /><Relationship Type="http://schemas.openxmlformats.org/officeDocument/2006/relationships/slide" Target="/ppt/slides/slide2.xml" Id="R4c30387fed444100" /><Relationship Type="http://schemas.openxmlformats.org/officeDocument/2006/relationships/slide" Target="/ppt/slides/slide3.xml" Id="Rb5c9844deb4f4472" /><Relationship Type="http://schemas.openxmlformats.org/officeDocument/2006/relationships/slide" Target="/ppt/slides/slide4.xml" Id="Rad2381b069f54579" /><Relationship Type="http://schemas.openxmlformats.org/officeDocument/2006/relationships/slide" Target="/ppt/slides/slide5.xml" Id="R84429d708b324a0b" /><Relationship Type="http://schemas.openxmlformats.org/officeDocument/2006/relationships/slide" Target="/ppt/slides/slide6.xml" Id="R893ed303792f4acf" /><Relationship Type="http://schemas.openxmlformats.org/officeDocument/2006/relationships/slide" Target="/ppt/slides/slide7.xml" Id="R805f29a9667944cd" /><Relationship Type="http://schemas.openxmlformats.org/officeDocument/2006/relationships/slide" Target="/ppt/slides/slide8.xml" Id="R3510eb597f1e48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6159b9988a42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e8f439db2044c3" /><Relationship Type="http://schemas.openxmlformats.org/officeDocument/2006/relationships/notesMaster" Target="/ppt/notesMasters/notesMaster1.xml" Id="R03df5dc20342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4e2f71e8504486" /><Relationship Type="http://schemas.openxmlformats.org/officeDocument/2006/relationships/notesMaster" Target="/ppt/notesMasters/notesMaster1.xml" Id="Rb4ee0f12ad4546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26facc83034444" /><Relationship Type="http://schemas.openxmlformats.org/officeDocument/2006/relationships/notesMaster" Target="/ppt/notesMasters/notesMaster1.xml" Id="Rf70478c40c8240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8076ea1a404698" /><Relationship Type="http://schemas.openxmlformats.org/officeDocument/2006/relationships/notesMaster" Target="/ppt/notesMasters/notesMaster1.xml" Id="R1f6ae56bfbc84e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548fe6fea047fa" /><Relationship Type="http://schemas.openxmlformats.org/officeDocument/2006/relationships/notesMaster" Target="/ppt/notesMasters/notesMaster1.xml" Id="R5e7871fd70e340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679ff3a2584cf3" /><Relationship Type="http://schemas.openxmlformats.org/officeDocument/2006/relationships/notesMaster" Target="/ppt/notesMasters/notesMaster1.xml" Id="R88f35c5b75f44a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363ba4c85141a0" /><Relationship Type="http://schemas.openxmlformats.org/officeDocument/2006/relationships/notesMaster" Target="/ppt/notesMasters/notesMaster1.xml" Id="R5cf27124ffdc40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bbcc1ade3c4c5a" /><Relationship Type="http://schemas.openxmlformats.org/officeDocument/2006/relationships/notesMaster" Target="/ppt/notesMasters/notesMaster1.xml" Id="Rdf99259bc03046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6bf90e66cc4a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f76ef952f64d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ce8e16887a43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e5f4939c9246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e17e3b060746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06a1e1ed2f4c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76D09D-042D-4F4E-9C93-1A9F42963EA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27A469-AB89-4D0F-B13B-A35856438C1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ECBCF7-D8D3-4AB1-A798-0E4D31DEB34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053093-D7A9-42C0-85A2-9DF553583EF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EFAE08-6B39-4035-9D38-B13C40B3A605}"/>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729468-A2C7-499D-B29D-7C20DEBE157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1916DD-8888-48CA-86BA-E87BE0FFE08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D39B26-9F33-4F23-AAA4-E8F838B00DD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2F4F95-FF0E-4329-943B-B0AFD9705E2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FA9792-C64A-4CAD-95BD-1995BD0E402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7bde6730e44bcd" /><Relationship Type="http://schemas.openxmlformats.org/officeDocument/2006/relationships/slideLayout" Target="/ppt/slideLayouts/slideLayout1.xml" Id="R1d68347bf9ed4f6b" /><Relationship Type="http://schemas.openxmlformats.org/officeDocument/2006/relationships/slideLayout" Target="/ppt/slideLayouts/slideLayout2.xml" Id="Rf0ecf90a519c465b" /><Relationship Type="http://schemas.openxmlformats.org/officeDocument/2006/relationships/slideLayout" Target="/ppt/slideLayouts/slideLayout3.xml" Id="R9143c0db38604971" /><Relationship Type="http://schemas.openxmlformats.org/officeDocument/2006/relationships/slideLayout" Target="/ppt/slideLayouts/slideLayout4.xml" Id="Rd2b84bfb6f914066" /><Relationship Type="http://schemas.openxmlformats.org/officeDocument/2006/relationships/slideLayout" Target="/ppt/slideLayouts/slideLayout5.xml" Id="Ree6a19eeae0347b8" /><Relationship Type="http://schemas.openxmlformats.org/officeDocument/2006/relationships/slideLayout" Target="/ppt/slideLayouts/slideLayout6.xml" Id="Ra5f1462a99fd4f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68347bf9ed4f6b"/>
    <p:sldLayoutId xmlns:r="http://schemas.openxmlformats.org/officeDocument/2006/relationships" id="2147483650" r:id="Rf0ecf90a519c465b"/>
    <p:sldLayoutId xmlns:r="http://schemas.openxmlformats.org/officeDocument/2006/relationships" id="2147483651" r:id="R9143c0db38604971"/>
    <p:sldLayoutId xmlns:r="http://schemas.openxmlformats.org/officeDocument/2006/relationships" id="2147483652" r:id="Rd2b84bfb6f914066"/>
    <p:sldLayoutId xmlns:r="http://schemas.openxmlformats.org/officeDocument/2006/relationships" id="2147483653" r:id="Ree6a19eeae0347b8"/>
    <p:sldLayoutId xmlns:r="http://schemas.openxmlformats.org/officeDocument/2006/relationships" id="2147483654" r:id="Ra5f1462a99fd4f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d246c7b5cc475d" /><Relationship Type="http://schemas.openxmlformats.org/officeDocument/2006/relationships/image" Target="/ppt/media/image.png" Id="R7a0bc217a9d84062" /><Relationship Type="http://schemas.openxmlformats.org/officeDocument/2006/relationships/image" Target="/ppt/media/image2.png" Id="R546ac932a4994901" /><Relationship Type="http://schemas.openxmlformats.org/officeDocument/2006/relationships/image" Target="/ppt/media/image3.png" Id="R37b43eb0c6f344a7" /><Relationship Type="http://schemas.openxmlformats.org/officeDocument/2006/relationships/image" Target="/ppt/media/image4.png" Id="R43613a71d2894242" /><Relationship Type="http://schemas.openxmlformats.org/officeDocument/2006/relationships/notesSlide" Target="/ppt/notesSlides/notesSlide1.xml" Id="R796ee40add3e44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a3062252b094f5f" /><Relationship Type="http://schemas.openxmlformats.org/officeDocument/2006/relationships/image" Target="/ppt/media/image5.png" Id="R1d56d6b2569f4a2d" /><Relationship Type="http://schemas.openxmlformats.org/officeDocument/2006/relationships/image" Target="/ppt/media/image6.png" Id="Rdfc0ed9fca5e40bc" /><Relationship Type="http://schemas.openxmlformats.org/officeDocument/2006/relationships/image" Target="/ppt/media/image7.png" Id="R58fdd3027fe04bdf" /><Relationship Type="http://schemas.openxmlformats.org/officeDocument/2006/relationships/image" Target="/ppt/media/image8.png" Id="R5af8f1f0a95c4630" /><Relationship Type="http://schemas.openxmlformats.org/officeDocument/2006/relationships/image" Target="/ppt/media/image9.png" Id="R1a16cbfb9ef24f40" /><Relationship Type="http://schemas.openxmlformats.org/officeDocument/2006/relationships/image" Target="/ppt/media/image10.png" Id="Rb72b8e28693040e6" /><Relationship Type="http://schemas.openxmlformats.org/officeDocument/2006/relationships/image" Target="/ppt/media/image11.png" Id="Rf2af45c80d45471a" /><Relationship Type="http://schemas.openxmlformats.org/officeDocument/2006/relationships/image" Target="/ppt/media/image12.png" Id="R4f6be615d16e4d0c" /><Relationship Type="http://schemas.openxmlformats.org/officeDocument/2006/relationships/image" Target="/ppt/media/image13.png" Id="R6a7fcd8f4fd948f3" /><Relationship Type="http://schemas.openxmlformats.org/officeDocument/2006/relationships/notesSlide" Target="/ppt/notesSlides/notesSlide2.xml" Id="Rafbb4c350b1e42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6241ca52654416" /><Relationship Type="http://schemas.openxmlformats.org/officeDocument/2006/relationships/image" Target="/ppt/media/image14.png" Id="R8a9124d2046347f4" /><Relationship Type="http://schemas.openxmlformats.org/officeDocument/2006/relationships/image" Target="/ppt/media/image15.png" Id="Rbb4108fd2dd2444b" /><Relationship Type="http://schemas.openxmlformats.org/officeDocument/2006/relationships/image" Target="/ppt/media/image16.png" Id="R9399c37475064f46" /><Relationship Type="http://schemas.openxmlformats.org/officeDocument/2006/relationships/notesSlide" Target="/ppt/notesSlides/notesSlide3.xml" Id="R57f4b28afeab4a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bfcddf757a47b7" /><Relationship Type="http://schemas.openxmlformats.org/officeDocument/2006/relationships/image" Target="/ppt/media/image17.png" Id="R3e17c3db93f24d4c" /><Relationship Type="http://schemas.openxmlformats.org/officeDocument/2006/relationships/image" Target="/ppt/media/image18.png" Id="Rd643f08330594424" /><Relationship Type="http://schemas.openxmlformats.org/officeDocument/2006/relationships/notesSlide" Target="/ppt/notesSlides/notesSlide4.xml" Id="R0ae2f8a8aa574a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37962af37a408a" /><Relationship Type="http://schemas.openxmlformats.org/officeDocument/2006/relationships/image" Target="/ppt/media/image19.png" Id="R852843daff414d86" /><Relationship Type="http://schemas.openxmlformats.org/officeDocument/2006/relationships/image" Target="/ppt/media/image20.png" Id="Re10c23948d564d11" /><Relationship Type="http://schemas.openxmlformats.org/officeDocument/2006/relationships/notesSlide" Target="/ppt/notesSlides/notesSlide5.xml" Id="R75b1dec076224e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73ef8e01814f48" /><Relationship Type="http://schemas.openxmlformats.org/officeDocument/2006/relationships/image" Target="/ppt/media/image21.png" Id="R519a23b6d9b94839" /><Relationship Type="http://schemas.openxmlformats.org/officeDocument/2006/relationships/image" Target="/ppt/media/image22.png" Id="Rde9572fa4274412c" /><Relationship Type="http://schemas.openxmlformats.org/officeDocument/2006/relationships/image" Target="/ppt/media/image23.png" Id="Rc752ba6f4cd54d99" /><Relationship Type="http://schemas.openxmlformats.org/officeDocument/2006/relationships/notesSlide" Target="/ppt/notesSlides/notesSlide6.xml" Id="R361d0c373a0245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31b9d22ec84428" /><Relationship Type="http://schemas.openxmlformats.org/officeDocument/2006/relationships/image" Target="/ppt/media/image24.png" Id="R93b810b0b3ea4ab8" /><Relationship Type="http://schemas.openxmlformats.org/officeDocument/2006/relationships/image" Target="/ppt/media/image25.png" Id="R03cb97289b1c4863" /><Relationship Type="http://schemas.openxmlformats.org/officeDocument/2006/relationships/notesSlide" Target="/ppt/notesSlides/notesSlide7.xml" Id="R07b09c7307e843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9d1671b9434da3" /><Relationship Type="http://schemas.openxmlformats.org/officeDocument/2006/relationships/image" Target="/ppt/media/image26.png" Id="Rc56af5d7d4bf4e1d" /><Relationship Type="http://schemas.openxmlformats.org/officeDocument/2006/relationships/notesSlide" Target="/ppt/notesSlides/notesSlide8.xml" Id="Reda9dc7c5dea493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BB70D1C-2762-4EC1-AFC5-D07161F11DBC}"/>
              </a:ext>
            </a:extLst>
          </p:cNvPr>
          <p:cNvPicPr>
            <a:picLocks xmlns:a="http://schemas.openxmlformats.org/drawingml/2006/main" noChangeAspect="1"/>
          </p:cNvPicPr>
          <p:nvPr/>
        </p:nvPicPr>
        <p:blipFill>
          <a:blip xmlns:r="http://schemas.openxmlformats.org/officeDocument/2006/relationships" xmlns:a="http://schemas.openxmlformats.org/drawingml/2006/main" r:embed="R7a0bc217a9d8406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917AABCA-FAE7-4484-A0BE-EEBB9B6059B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109ABE2-1C5F-4060-ACCB-ABE8B11E2DC1}"/>
              </a:ext>
            </a:extLst>
          </p:cNvPr>
          <p:cNvPicPr>
            <a:picLocks xmlns:a="http://schemas.openxmlformats.org/drawingml/2006/main" noChangeAspect="1"/>
          </p:cNvPicPr>
          <p:nvPr/>
        </p:nvPicPr>
        <p:blipFill>
          <a:blip xmlns:r="http://schemas.openxmlformats.org/officeDocument/2006/relationships" xmlns:a="http://schemas.openxmlformats.org/drawingml/2006/main" r:embed="R546ac932a499490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26FD089F-8177-433A-AAC2-E935F928EED5}"/>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135B2959-72C9-41A7-B8F7-B466ECFB1013}"/>
              </a:ext>
            </a:extLst>
          </p:cNvPr>
          <p:cNvPicPr>
            <a:picLocks xmlns:a="http://schemas.openxmlformats.org/drawingml/2006/main" noChangeAspect="1"/>
          </p:cNvPicPr>
          <p:nvPr/>
        </p:nvPicPr>
        <p:blipFill>
          <a:blip xmlns:r="http://schemas.openxmlformats.org/officeDocument/2006/relationships" xmlns:a="http://schemas.openxmlformats.org/drawingml/2006/main" r:embed="R37b43eb0c6f344a7"/>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1EC4A40-47B4-46B2-873F-A6F1DBD829DE}"/>
              </a:ext>
            </a:extLst>
          </p:cNvPr>
          <p:cNvPicPr>
            <a:picLocks xmlns:a="http://schemas.openxmlformats.org/drawingml/2006/main" noChangeAspect="1"/>
          </p:cNvPicPr>
          <p:nvPr/>
        </p:nvPicPr>
        <p:blipFill>
          <a:blip xmlns:r="http://schemas.openxmlformats.org/officeDocument/2006/relationships" xmlns:a="http://schemas.openxmlformats.org/drawingml/2006/main" r:embed="R43613a71d2894242"/>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7D0F6BAB-90F4-449B-8609-9A20640A18CF}"/>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7C9A3439-F196-4CAF-8A3C-3F1E2F7C22B7}"/>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CB162A3D-6191-43D0-9025-579D5B182E67}"/>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15392081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53A8320-1DB5-43B3-9FF0-0E0FA142D9C2}"/>
              </a:ext>
            </a:extLst>
          </p:cNvPr>
          <p:cNvPicPr>
            <a:picLocks xmlns:a="http://schemas.openxmlformats.org/drawingml/2006/main" noChangeAspect="1"/>
          </p:cNvPicPr>
          <p:nvPr/>
        </p:nvPicPr>
        <p:blipFill>
          <a:blip xmlns:r="http://schemas.openxmlformats.org/officeDocument/2006/relationships" xmlns:a="http://schemas.openxmlformats.org/drawingml/2006/main" r:embed="R1d56d6b2569f4a2d"/>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1C8485C-942A-4A37-9369-3A77E4A772D1}"/>
              </a:ext>
            </a:extLst>
          </p:cNvPr>
          <p:cNvPicPr>
            <a:picLocks xmlns:a="http://schemas.openxmlformats.org/drawingml/2006/main" noChangeAspect="1"/>
          </p:cNvPicPr>
          <p:nvPr/>
        </p:nvPicPr>
        <p:blipFill>
          <a:blip xmlns:r="http://schemas.openxmlformats.org/officeDocument/2006/relationships" xmlns:a="http://schemas.openxmlformats.org/drawingml/2006/main" r:embed="Rdfc0ed9fca5e40bc"/>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E43DA915-AD74-40B6-BBD9-44066B7CC8A5}"/>
              </a:ext>
            </a:extLst>
          </p:cNvPr>
          <p:cNvPicPr>
            <a:picLocks xmlns:a="http://schemas.openxmlformats.org/drawingml/2006/main" noChangeAspect="1"/>
          </p:cNvPicPr>
          <p:nvPr/>
        </p:nvPicPr>
        <p:blipFill>
          <a:blip xmlns:r="http://schemas.openxmlformats.org/officeDocument/2006/relationships" xmlns:a="http://schemas.openxmlformats.org/drawingml/2006/main" r:embed="R58fdd3027fe04bdf"/>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C02B86DC-5D66-450D-AECC-01FA1785791F}"/>
              </a:ext>
            </a:extLst>
          </p:cNvPr>
          <p:cNvPicPr>
            <a:picLocks xmlns:a="http://schemas.openxmlformats.org/drawingml/2006/main" noChangeAspect="1"/>
          </p:cNvPicPr>
          <p:nvPr/>
        </p:nvPicPr>
        <p:blipFill>
          <a:blip xmlns:r="http://schemas.openxmlformats.org/officeDocument/2006/relationships" xmlns:a="http://schemas.openxmlformats.org/drawingml/2006/main" r:embed="R5af8f1f0a95c4630"/>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862E8AF-F8FE-4E05-B7E7-D72E17A28A92}"/>
              </a:ext>
            </a:extLst>
          </p:cNvPr>
          <p:cNvPicPr>
            <a:picLocks xmlns:a="http://schemas.openxmlformats.org/drawingml/2006/main" noChangeAspect="1"/>
          </p:cNvPicPr>
          <p:nvPr/>
        </p:nvPicPr>
        <p:blipFill>
          <a:blip xmlns:r="http://schemas.openxmlformats.org/officeDocument/2006/relationships" xmlns:a="http://schemas.openxmlformats.org/drawingml/2006/main" r:embed="R1a16cbfb9ef24f40"/>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BEAC3B2-FF65-494C-AD9E-4A45503089F4}"/>
              </a:ext>
            </a:extLst>
          </p:cNvPr>
          <p:cNvPicPr>
            <a:picLocks xmlns:a="http://schemas.openxmlformats.org/drawingml/2006/main" noChangeAspect="1"/>
          </p:cNvPicPr>
          <p:nvPr/>
        </p:nvPicPr>
        <p:blipFill>
          <a:blip xmlns:r="http://schemas.openxmlformats.org/officeDocument/2006/relationships" xmlns:a="http://schemas.openxmlformats.org/drawingml/2006/main" r:embed="Rb72b8e28693040e6"/>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E1D70B1-F10B-4991-B36E-72BE2AD3FD38}"/>
              </a:ext>
            </a:extLst>
          </p:cNvPr>
          <p:cNvPicPr>
            <a:picLocks xmlns:a="http://schemas.openxmlformats.org/drawingml/2006/main" noChangeAspect="1"/>
          </p:cNvPicPr>
          <p:nvPr/>
        </p:nvPicPr>
        <p:blipFill>
          <a:blip xmlns:r="http://schemas.openxmlformats.org/officeDocument/2006/relationships" xmlns:a="http://schemas.openxmlformats.org/drawingml/2006/main" r:embed="Rf2af45c80d45471a"/>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35B43CB-3B64-4512-93B8-E26D76A7C577}"/>
              </a:ext>
            </a:extLst>
          </p:cNvPr>
          <p:cNvPicPr>
            <a:picLocks xmlns:a="http://schemas.openxmlformats.org/drawingml/2006/main" noChangeAspect="1"/>
          </p:cNvPicPr>
          <p:nvPr/>
        </p:nvPicPr>
        <p:blipFill>
          <a:blip xmlns:r="http://schemas.openxmlformats.org/officeDocument/2006/relationships" xmlns:a="http://schemas.openxmlformats.org/drawingml/2006/main" r:embed="R4f6be615d16e4d0c"/>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B2D1F8F-5990-49FF-B84F-7EB5226C3AD8}"/>
              </a:ext>
            </a:extLst>
          </p:cNvPr>
          <p:cNvPicPr>
            <a:picLocks xmlns:a="http://schemas.openxmlformats.org/drawingml/2006/main" noChangeAspect="1"/>
          </p:cNvPicPr>
          <p:nvPr/>
        </p:nvPicPr>
        <p:blipFill>
          <a:blip xmlns:r="http://schemas.openxmlformats.org/officeDocument/2006/relationships" xmlns:a="http://schemas.openxmlformats.org/drawingml/2006/main" r:embed="R6a7fcd8f4fd948f3"/>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5CB3FD5E-C025-47CC-A8B9-5D9014F7E122}"/>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34FA0B6E-05CE-4685-9256-1CB3F1ECA7F6}"/>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E35A6517-D6A2-4F43-A0A2-FA94EC814FE5}"/>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71C27586-AC85-41A7-9DBA-707D73C5D2EB}"/>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0F7096D6-9677-42E5-AA5A-D1B2B16EC002}"/>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77099E79-C18E-489B-ACD0-3162FA86ADE3}"/>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1B518C88-D679-4FCF-B9C4-F8BADE9561D2}"/>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84CDCCBB-33C0-43E0-9CDD-307F563A85EC}"/>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AAECBDF2-D1D6-45BB-B609-85C46A16C466}"/>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8D5A76D1-511E-4D36-900C-CAA223D6D4A0}"/>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4193DECC-EEE1-4BDA-9EF1-766B6F4BCB7E}"/>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4953314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EFFC49B0-18B0-47BD-B777-BE41A60DB4EC}"/>
              </a:ext>
            </a:extLst>
          </p:cNvPr>
          <p:cNvPicPr>
            <a:picLocks xmlns:a="http://schemas.openxmlformats.org/drawingml/2006/main" noChangeAspect="1"/>
          </p:cNvPicPr>
          <p:nvPr/>
        </p:nvPicPr>
        <p:blipFill>
          <a:blip xmlns:r="http://schemas.openxmlformats.org/officeDocument/2006/relationships" xmlns:a="http://schemas.openxmlformats.org/drawingml/2006/main" r:embed="R8a9124d2046347f4"/>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402D8F8-F450-4ABC-8B52-20727313AAED}"/>
              </a:ext>
            </a:extLst>
          </p:cNvPr>
          <p:cNvPicPr>
            <a:picLocks xmlns:a="http://schemas.openxmlformats.org/drawingml/2006/main" noChangeAspect="1"/>
          </p:cNvPicPr>
          <p:nvPr/>
        </p:nvPicPr>
        <p:blipFill>
          <a:blip xmlns:r="http://schemas.openxmlformats.org/officeDocument/2006/relationships" xmlns:a="http://schemas.openxmlformats.org/drawingml/2006/main" r:embed="Rbb4108fd2dd2444b"/>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31BE907B-A1D0-4A3C-9202-BA93CD59BD1E}"/>
              </a:ext>
            </a:extLst>
          </p:cNvPr>
          <p:cNvPicPr>
            <a:picLocks xmlns:a="http://schemas.openxmlformats.org/drawingml/2006/main" noChangeAspect="1"/>
          </p:cNvPicPr>
          <p:nvPr/>
        </p:nvPicPr>
        <p:blipFill>
          <a:blip xmlns:r="http://schemas.openxmlformats.org/officeDocument/2006/relationships" xmlns:a="http://schemas.openxmlformats.org/drawingml/2006/main" r:embed="R9399c37475064f4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7440596B-C8B9-46B7-8843-25DAA3513247}"/>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BED8ACC9-E90C-4706-88BA-B16671D5FC89}"/>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F986259E-6E3C-4A96-88B2-E7E694DBEFB7}"/>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0956E5C6-95B2-42CF-A345-F32D76496D11}"/>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2BA79441-20F4-410D-968C-AFCB71D3357A}"/>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B0EAAD5A-E483-4620-B37A-3BB7D59C81DE}"/>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16B293F6-7318-4A50-A928-1BAD10B06DA2}"/>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68509816-0D91-4222-9DF9-70C8CCF18E71}"/>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73185F18-DA7C-4A4A-930D-0AA8E36C92A9}"/>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DF6ABD4A-B091-4408-B6A3-F02D13722550}"/>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3C361EDE-E6AF-4C3C-9765-3A355F576767}"/>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8248290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9C0EDCC-76E2-4B1E-AD50-15B0027BB7CA}"/>
              </a:ext>
            </a:extLst>
          </p:cNvPr>
          <p:cNvPicPr>
            <a:picLocks xmlns:a="http://schemas.openxmlformats.org/drawingml/2006/main" noChangeAspect="1"/>
          </p:cNvPicPr>
          <p:nvPr/>
        </p:nvPicPr>
        <p:blipFill>
          <a:blip xmlns:r="http://schemas.openxmlformats.org/officeDocument/2006/relationships" xmlns:a="http://schemas.openxmlformats.org/drawingml/2006/main" r:embed="R3e17c3db93f24d4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416C09-AC57-4244-9F5E-A8F960AB8C6C}"/>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B6E49B1D-1FF9-4FF0-BC42-699CE8577035}"/>
              </a:ext>
            </a:extLst>
          </p:cNvPr>
          <p:cNvSpPr>
            <a:spLocks xmlns:a="http://schemas.openxmlformats.org/drawingml/2006/main" noGrp="1"/>
          </p:cNvSpPr>
          <p:nvPr/>
        </p:nvSpPr>
        <p:spPr>
          <a:xfrm xmlns:a="http://schemas.openxmlformats.org/drawingml/2006/main">
            <a:off x="685800" y="715804"/>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BA146BB8-A10B-4ACE-B897-24928DC83C7A}"/>
              </a:ext>
            </a:extLst>
          </p:cNvPr>
          <p:cNvSpPr>
            <a:spLocks xmlns:a="http://schemas.openxmlformats.org/drawingml/2006/main" noGrp="1"/>
          </p:cNvSpPr>
          <p:nvPr/>
        </p:nvSpPr>
        <p:spPr>
          <a:xfrm xmlns:a="http://schemas.openxmlformats.org/drawingml/2006/main">
            <a:off x="685800" y="1270064"/>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10AED9C2-DBFC-4CE3-AA0E-075A0F83AF3E}"/>
              </a:ext>
            </a:extLst>
          </p:cNvPr>
          <p:cNvSpPr>
            <a:spLocks xmlns:a="http://schemas.openxmlformats.org/drawingml/2006/main" noGrp="1"/>
          </p:cNvSpPr>
          <p:nvPr/>
        </p:nvSpPr>
        <p:spPr>
          <a:xfrm xmlns:a="http://schemas.openxmlformats.org/drawingml/2006/main">
            <a:off x="1495425" y="1270064"/>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A827CA81-3336-43A2-9DD4-93E6CE6CAD6A}"/>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2228E365-2780-41E7-9D0C-132F2DA22F0A}"/>
              </a:ext>
            </a:extLst>
          </p:cNvPr>
          <p:cNvSpPr>
            <a:spLocks xmlns:a="http://schemas.openxmlformats.org/drawingml/2006/main" noGrp="1"/>
          </p:cNvSpPr>
          <p:nvPr/>
        </p:nvSpPr>
        <p:spPr>
          <a:xfrm xmlns:a="http://schemas.openxmlformats.org/drawingml/2006/main">
            <a:off x="685800" y="4022122"/>
            <a:ext cx="1691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CF8248C8-2D8F-4B80-A384-5A07DCCF2A76}"/>
              </a:ext>
            </a:extLst>
          </p:cNvPr>
          <p:cNvPicPr>
            <a:picLocks xmlns:a="http://schemas.openxmlformats.org/drawingml/2006/main" noChangeAspect="1"/>
          </p:cNvPicPr>
          <p:nvPr/>
        </p:nvPicPr>
        <p:blipFill>
          <a:blip xmlns:r="http://schemas.openxmlformats.org/officeDocument/2006/relationships" xmlns:a="http://schemas.openxmlformats.org/drawingml/2006/main" r:embed="Rd643f08330594424"/>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18580027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87F25D7-F09C-41C4-8583-E00340299159}"/>
              </a:ext>
            </a:extLst>
          </p:cNvPr>
          <p:cNvPicPr>
            <a:picLocks xmlns:a="http://schemas.openxmlformats.org/drawingml/2006/main" noChangeAspect="1"/>
          </p:cNvPicPr>
          <p:nvPr/>
        </p:nvPicPr>
        <p:blipFill>
          <a:blip xmlns:r="http://schemas.openxmlformats.org/officeDocument/2006/relationships" xmlns:a="http://schemas.openxmlformats.org/drawingml/2006/main" r:embed="R852843daff414d8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4D9B992C-5F35-44A2-BECC-E505C0BE23C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88B5662-FB03-4B06-A390-85798BED646E}"/>
              </a:ext>
            </a:extLst>
          </p:cNvPr>
          <p:cNvPicPr>
            <a:picLocks xmlns:a="http://schemas.openxmlformats.org/drawingml/2006/main" noChangeAspect="1"/>
          </p:cNvPicPr>
          <p:nvPr/>
        </p:nvPicPr>
        <p:blipFill>
          <a:blip xmlns:r="http://schemas.openxmlformats.org/officeDocument/2006/relationships" xmlns:a="http://schemas.openxmlformats.org/drawingml/2006/main" r:embed="Re10c23948d564d11"/>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A9466FA9-BFEF-440C-BE87-63022A1F0F60}"/>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3BB4E3E8-B957-4918-BB76-EADEC85D48AE}"/>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4EE9A334-09F8-46F9-ACFB-DE40B6F60239}"/>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C30E56A7-51F3-4772-A0B2-6AAD137A60B8}"/>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5255424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31C57BD-99EB-414C-9DDF-748BCF17E367}"/>
              </a:ext>
            </a:extLst>
          </p:cNvPr>
          <p:cNvPicPr>
            <a:picLocks xmlns:a="http://schemas.openxmlformats.org/drawingml/2006/main" noChangeAspect="1"/>
          </p:cNvPicPr>
          <p:nvPr/>
        </p:nvPicPr>
        <p:blipFill>
          <a:blip xmlns:r="http://schemas.openxmlformats.org/officeDocument/2006/relationships" xmlns:a="http://schemas.openxmlformats.org/drawingml/2006/main" r:embed="R519a23b6d9b94839"/>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6B45993-DCF6-4AE4-95C8-781CE0335EB9}"/>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6208502F-DF6F-4398-86F2-1E17ADDD5C92}"/>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8A29F9F6-3EA1-4EC9-B4FB-F2438121B149}"/>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0816FB90-A494-4990-857A-1E3C79A6C174}"/>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A1382392-4DA8-4A5B-8F81-C4C456ADEC5C}"/>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6E58BD56-BDF4-4149-9FDF-36A5C274B2DE}"/>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7E28B645-EEE1-4EDA-8B7E-FF954F9724BE}"/>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xmlns:a="http://schemas.openxmlformats.org/drawingml/2006/main">
              <a:ext uri="{FF2B5EF4-FFF2-40B4-BE49-F238E27FC236}">
                <a16:creationId xmlns:a16="http://schemas.microsoft.com/office/drawing/2014/main" id="{2DD8355D-B825-4C1E-8210-815239382D5E}"/>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7BC7F818-4745-48F7-8518-D4E86BEF3CDA}"/>
              </a:ext>
            </a:extLst>
          </p:cNvPr>
          <p:cNvPicPr>
            <a:picLocks xmlns:a="http://schemas.openxmlformats.org/drawingml/2006/main" noChangeAspect="1"/>
          </p:cNvPicPr>
          <p:nvPr/>
        </p:nvPicPr>
        <p:blipFill>
          <a:blip xmlns:r="http://schemas.openxmlformats.org/officeDocument/2006/relationships" xmlns:a="http://schemas.openxmlformats.org/drawingml/2006/main" r:embed="Rde9572fa4274412c"/>
          <a:srcRect xmlns:a="http://schemas.openxmlformats.org/drawingml/2006/main" l="0" t="18192" r="0" b="18192"/>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1" name="PHOTO_BOILER-title">
            <a:extLst xmlns:a="http://schemas.openxmlformats.org/drawingml/2006/main">
              <a:ext uri="{FF2B5EF4-FFF2-40B4-BE49-F238E27FC236}">
                <a16:creationId xmlns:a16="http://schemas.microsoft.com/office/drawing/2014/main" id="{E6084ADB-EBC6-4B2E-B709-D7DB20EB013C}"/>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xmlns:a="http://schemas.openxmlformats.org/drawingml/2006/main">
              <a:ext uri="{FF2B5EF4-FFF2-40B4-BE49-F238E27FC236}">
                <a16:creationId xmlns:a16="http://schemas.microsoft.com/office/drawing/2014/main" id="{A7047EDC-FBF7-4322-AF6D-3781CADCC058}"/>
              </a:ext>
            </a:extLst>
          </p:cNvPr>
          <p:cNvSpPr>
            <a:spLocks xmlns:a="http://schemas.openxmlformats.org/drawingml/2006/main" noGrp="1"/>
          </p:cNvSpPr>
          <p:nvPr/>
        </p:nvSpPr>
        <p:spPr>
          <a:xfrm xmlns:a="http://schemas.openxmlformats.org/drawingml/2006/main">
            <a:off x="257175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3" name="PHOTO_CAR-frame">
            <a:extLst xmlns:a="http://schemas.openxmlformats.org/drawingml/2006/main">
              <a:ext uri="{FF2B5EF4-FFF2-40B4-BE49-F238E27FC236}">
                <a16:creationId xmlns:a16="http://schemas.microsoft.com/office/drawing/2014/main" id="{AC9B96F6-9749-47E0-83F0-03DD228402A9}"/>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7434D87-7CE7-4B0E-858F-DE81C46D6F87}"/>
              </a:ext>
            </a:extLst>
          </p:cNvPr>
          <p:cNvPicPr>
            <a:picLocks xmlns:a="http://schemas.openxmlformats.org/drawingml/2006/main" noChangeAspect="1"/>
          </p:cNvPicPr>
          <p:nvPr/>
        </p:nvPicPr>
        <p:blipFill>
          <a:blip xmlns:r="http://schemas.openxmlformats.org/officeDocument/2006/relationships" xmlns:a="http://schemas.openxmlformats.org/drawingml/2006/main" r:embed="Rc752ba6f4cd54d99"/>
          <a:srcRect xmlns:a="http://schemas.openxmlformats.org/drawingml/2006/main" l="0" t="6023" r="0" b="6023"/>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5" name="PHOTO_CAR-title">
            <a:extLst xmlns:a="http://schemas.openxmlformats.org/drawingml/2006/main">
              <a:ext uri="{FF2B5EF4-FFF2-40B4-BE49-F238E27FC236}">
                <a16:creationId xmlns:a16="http://schemas.microsoft.com/office/drawing/2014/main" id="{E1CAE7AA-81E6-4194-A237-8953BCE25639}"/>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xmlns:a="http://schemas.openxmlformats.org/drawingml/2006/main">
              <a:ext uri="{FF2B5EF4-FFF2-40B4-BE49-F238E27FC236}">
                <a16:creationId xmlns:a16="http://schemas.microsoft.com/office/drawing/2014/main" id="{C3DC627E-1551-49AD-B0D1-39085FA5F0EB}"/>
              </a:ext>
            </a:extLst>
          </p:cNvPr>
          <p:cNvSpPr>
            <a:spLocks xmlns:a="http://schemas.openxmlformats.org/drawingml/2006/main" noGrp="1"/>
          </p:cNvSpPr>
          <p:nvPr/>
        </p:nvSpPr>
        <p:spPr>
          <a:xfrm xmlns:a="http://schemas.openxmlformats.org/drawingml/2006/main">
            <a:off x="990600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9334423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0C306BB-8A45-4B97-87D3-E3367EF6EB13}"/>
              </a:ext>
            </a:extLst>
          </p:cNvPr>
          <p:cNvPicPr>
            <a:picLocks xmlns:a="http://schemas.openxmlformats.org/drawingml/2006/main" noChangeAspect="1"/>
          </p:cNvPicPr>
          <p:nvPr/>
        </p:nvPicPr>
        <p:blipFill>
          <a:blip xmlns:r="http://schemas.openxmlformats.org/officeDocument/2006/relationships" xmlns:a="http://schemas.openxmlformats.org/drawingml/2006/main" r:embed="R93b810b0b3ea4ab8"/>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65EDC0AF-87D8-4791-A70F-AFF2D0DE9F32}"/>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F09C6DE5-FFE6-4085-9019-4D97729A4AD2}"/>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6569E172-6980-4736-AC92-F88855A69E44}"/>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318F4860-EB30-49A7-8655-0A2B15E7282F}"/>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2C981409-9548-48E4-965F-CA69BFDF4F9A}"/>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xmlns:a="http://schemas.openxmlformats.org/drawingml/2006/main">
              <a:ext uri="{FF2B5EF4-FFF2-40B4-BE49-F238E27FC236}">
                <a16:creationId xmlns:a16="http://schemas.microsoft.com/office/drawing/2014/main" id="{C0DCF4CA-198C-4EA4-8847-3AACA25613CD}"/>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0DFB7922-C763-49BA-914A-AE5F4F7AD2E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B3E7F2E5-0A9C-44C3-8FF1-3419D4D552CD}"/>
              </a:ext>
            </a:extLst>
          </p:cNvPr>
          <p:cNvPicPr>
            <a:picLocks xmlns:a="http://schemas.openxmlformats.org/drawingml/2006/main" noChangeAspect="1"/>
          </p:cNvPicPr>
          <p:nvPr/>
        </p:nvPicPr>
        <p:blipFill>
          <a:blip xmlns:r="http://schemas.openxmlformats.org/officeDocument/2006/relationships" xmlns:a="http://schemas.openxmlformats.org/drawingml/2006/main" r:embed="R03cb97289b1c4863"/>
          <a:stretch xmlns:a="http://schemas.openxmlformats.org/drawingml/2006/main"/>
        </p:blipFill>
        <p:spPr>
          <a:xfrm xmlns:a="http://schemas.openxmlformats.org/drawingml/2006/main">
            <a:off x="2952750" y="4657077"/>
            <a:ext cx="12382500" cy="3468397"/>
          </a:xfrm>
          <a:prstGeom xmlns:a="http://schemas.openxmlformats.org/drawingml/2006/main" prst="rect">
            <a:avLst/>
          </a:prstGeom>
        </p:spPr>
      </p:pic>
      <p:sp>
        <p:nvSpPr>
          <p:cNvPr id="10" name="conclusion-box">
            <a:extLst xmlns:a="http://schemas.openxmlformats.org/drawingml/2006/main">
              <a:ext uri="{FF2B5EF4-FFF2-40B4-BE49-F238E27FC236}">
                <a16:creationId xmlns:a16="http://schemas.microsoft.com/office/drawing/2014/main" id="{067FAA07-AEE3-432E-95BD-33A233421C77}"/>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898989"/>
          </a:solidFill>
          <a:ln xmlns:a="http://schemas.openxmlformats.org/drawingml/2006/main" w="0">
            <a:noFill/>
          </a:ln>
        </p:spPr>
      </p:sp>
      <p:sp>
        <p:nvSpPr>
          <p:cNvPr id="11" name="conclusion">
            <a:extLst xmlns:a="http://schemas.openxmlformats.org/drawingml/2006/main">
              <a:ext uri="{FF2B5EF4-FFF2-40B4-BE49-F238E27FC236}">
                <a16:creationId xmlns:a16="http://schemas.microsoft.com/office/drawing/2014/main" id="{90C9FC83-1CF2-4944-992E-DDD468446312}"/>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p14:creationId xmlns:p14="http://schemas.microsoft.com/office/powerpoint/2010/main" val="6240161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9D5D626C-A9C8-4639-8430-A94D60C05D34}"/>
              </a:ext>
            </a:extLst>
          </p:cNvPr>
          <p:cNvPicPr>
            <a:picLocks xmlns:a="http://schemas.openxmlformats.org/drawingml/2006/main" noChangeAspect="1"/>
          </p:cNvPicPr>
          <p:nvPr/>
        </p:nvPicPr>
        <p:blipFill>
          <a:blip xmlns:r="http://schemas.openxmlformats.org/officeDocument/2006/relationships" xmlns:a="http://schemas.openxmlformats.org/drawingml/2006/main" r:embed="Rc56af5d7d4bf4e1d"/>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5B20F617-1563-49A8-B187-F28085241FDD}"/>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DC8DC53D-ACF8-42F0-9D5B-363C10F92463}"/>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965A0200-0F9F-47A4-B6A4-43E49D225C5F}"/>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275C5EA7-BA53-49B5-9B54-CB133A3F20C5}"/>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1795B060-B44F-47E1-BCE9-4A584C013059}"/>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page">
            <a:extLst xmlns:a="http://schemas.openxmlformats.org/drawingml/2006/main">
              <a:ext uri="{FF2B5EF4-FFF2-40B4-BE49-F238E27FC236}">
                <a16:creationId xmlns:a16="http://schemas.microsoft.com/office/drawing/2014/main" id="{6DEE96B5-9FE0-4F80-8BA3-51ACBB238D40}"/>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279E312F-D188-4A6E-94F2-8F8DA40CA90A}"/>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_BOND-native">
            <a:extLst xmlns:a="http://schemas.openxmlformats.org/drawingml/2006/main">
              <a:ext uri="{FF2B5EF4-FFF2-40B4-BE49-F238E27FC236}">
                <a16:creationId xmlns:a16="http://schemas.microsoft.com/office/drawing/2014/main" id="{25B38D60-B4C0-4BBE-8840-A9131BC75938}"/>
              </a:ext>
            </a:extLst>
          </p:cNvPr>
          <p:cNvSpPr>
            <a:spLocks xmlns:a="http://schemas.openxmlformats.org/drawingml/2006/main" noGrp="1"/>
          </p:cNvSpPr>
          <p:nvPr/>
        </p:nvSpPr>
        <p:spPr>
          <a:xfrm xmlns:a="http://schemas.openxmlformats.org/drawingml/2006/main">
            <a:off x="1238250" y="4676775"/>
            <a:ext cx="1581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111111"/>
                </a:solidFill>
                <a:latin typeface="Pretendard"/>
                <a:ea typeface="Pretendard"/>
                <a:cs typeface="Pretendard"/>
              </a:defRPr>
            </a:defPPr>
            <a:lvl1pPr algn="ctr">
              <a:defRPr sz="3338" b="0">
                <a:solidFill>
                  <a:srgbClr val="111111"/>
                </a:solidFill>
                <a:latin typeface="Pretendard"/>
                <a:ea typeface="Pretendard"/>
                <a:cs typeface="Pretendard"/>
              </a:defRPr>
            </a:lvl1pPr>
            <a:lvl2pPr algn="ctr">
              <a:defRPr sz="3338" b="0">
                <a:solidFill>
                  <a:srgbClr val="111111"/>
                </a:solidFill>
                <a:latin typeface="Pretendard"/>
                <a:ea typeface="Pretendard"/>
                <a:cs typeface="Pretendard"/>
              </a:defRPr>
            </a:lvl2pPr>
            <a:lvl3pPr algn="ctr">
              <a:defRPr sz="3338" b="0">
                <a:solidFill>
                  <a:srgbClr val="111111"/>
                </a:solidFill>
                <a:latin typeface="Pretendard"/>
                <a:ea typeface="Pretendard"/>
                <a:cs typeface="Pretendard"/>
              </a:defRPr>
            </a:lvl3pPr>
            <a:lvl4pPr algn="ctr">
              <a:defRPr sz="3338" b="0">
                <a:solidFill>
                  <a:srgbClr val="111111"/>
                </a:solidFill>
                <a:latin typeface="Pretendard"/>
                <a:ea typeface="Pretendard"/>
                <a:cs typeface="Pretendard"/>
              </a:defRPr>
            </a:lvl4pPr>
            <a:lvl5pPr algn="ctr">
              <a:defRPr sz="3338" b="0">
                <a:solidFill>
                  <a:srgbClr val="111111"/>
                </a:solidFill>
                <a:latin typeface="Pretendard"/>
                <a:ea typeface="Pretendard"/>
                <a:cs typeface="Pretendard"/>
              </a:defRPr>
            </a:lvl5pPr>
            <a:lvl6pPr algn="ctr">
              <a:defRPr sz="3338" b="0">
                <a:solidFill>
                  <a:srgbClr val="111111"/>
                </a:solidFill>
                <a:latin typeface="Pretendard"/>
                <a:ea typeface="Pretendard"/>
                <a:cs typeface="Pretendard"/>
              </a:defRPr>
            </a:lvl6pPr>
            <a:lvl7pPr algn="ctr">
              <a:defRPr sz="3338" b="0">
                <a:solidFill>
                  <a:srgbClr val="111111"/>
                </a:solidFill>
                <a:latin typeface="Pretendard"/>
                <a:ea typeface="Pretendard"/>
                <a:cs typeface="Pretendard"/>
              </a:defRPr>
            </a:lvl7pPr>
            <a:lvl8pPr algn="ctr">
              <a:defRPr sz="3338" b="0">
                <a:solidFill>
                  <a:srgbClr val="111111"/>
                </a:solidFill>
                <a:latin typeface="Pretendard"/>
                <a:ea typeface="Pretendard"/>
                <a:cs typeface="Pretendard"/>
              </a:defRPr>
            </a:lvl8pPr>
            <a:lvl9pPr algn="ctr">
              <a:defRPr sz="3338" b="0">
                <a:solidFill>
                  <a:srgbClr val="111111"/>
                </a:solidFill>
                <a:latin typeface="Pretendard"/>
                <a:ea typeface="Pretendard"/>
                <a:cs typeface="Pretendard"/>
              </a:defRPr>
            </a:lvl9pPr>
          </a:lstStyle>
          <a:p xmlns:a="http://schemas.openxmlformats.org/drawingml/2006/main">
            <a:pPr algn="ctr">
              <a:defRPr sz="3338" b="0">
                <a:solidFill>
                  <a:srgbClr val="111111"/>
                </a:solidFill>
                <a:latin typeface="Pretendard"/>
                <a:ea typeface="Pretendard"/>
                <a:cs typeface="Pretendard"/>
              </a:defRPr>
            </a:pPr>
            <a:r>
              <a:rPr sz="3338" b="0">
                <a:solidFill>
                  <a:srgbClr val="111111"/>
                </a:solidFill>
                <a:latin typeface="Pretendard"/>
                <a:ea typeface="Pretendard"/>
                <a:cs typeface="Pretendard"/>
              </a:rPr>
              <a:t>반응 엔탈피(</a:t>
            </a:r>
            <a:r>
              <a:rPr sz="3338" b="0" i="1">
                <a:solidFill>
                  <a:srgbClr val="111111"/>
                </a:solidFill>
                <a:latin typeface="Pretendard"/>
                <a:ea typeface="Pretendard"/>
                <a:cs typeface="Pretendard"/>
              </a:rPr>
              <a:t>ΔH</a:t>
            </a:r>
            <a:r>
              <a:rPr sz="3338" b="0">
                <a:solidFill>
                  <a:srgbClr val="111111"/>
                </a:solidFill>
                <a:latin typeface="Pretendard"/>
                <a:ea typeface="Pretendard"/>
                <a:cs typeface="Pretendard"/>
              </a:rPr>
              <a:t>) ≈ 반응물의 결합 에너지 합 − 생성물의 결합 에너지 합</a:t>
            </a:r>
          </a:p>
        </p:txBody>
      </p:sp>
      <p:sp>
        <p:nvSpPr>
          <p:cNvPr id="10" name="step-strip-0">
            <a:extLst xmlns:a="http://schemas.openxmlformats.org/drawingml/2006/main">
              <a:ext uri="{FF2B5EF4-FFF2-40B4-BE49-F238E27FC236}">
                <a16:creationId xmlns:a16="http://schemas.microsoft.com/office/drawing/2014/main" id="{BF6B6ECC-D6F8-42B3-83B0-FDF80AC562E1}"/>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4300462A-4FCB-49B9-BA7C-4B06F61DF80F}"/>
              </a:ext>
            </a:extLst>
          </p:cNvPr>
          <p:cNvSpPr>
            <a:spLocks xmlns:a="http://schemas.openxmlformats.org/drawingml/2006/main" noGrp="1"/>
          </p:cNvSpPr>
          <p:nvPr/>
        </p:nvSpPr>
        <p:spPr>
          <a:xfrm xmlns:a="http://schemas.openxmlformats.org/drawingml/2006/main">
            <a:off x="2667000" y="6038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555B9B6B-AF4B-4743-BF12-8E931D9E9834}"/>
              </a:ext>
            </a:extLst>
          </p:cNvPr>
          <p:cNvSpPr>
            <a:spLocks xmlns:a="http://schemas.openxmlformats.org/drawingml/2006/main" noGrp="1"/>
          </p:cNvSpPr>
          <p:nvPr/>
        </p:nvSpPr>
        <p:spPr>
          <a:xfrm xmlns:a="http://schemas.openxmlformats.org/drawingml/2006/main">
            <a:off x="2667000" y="6048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D3D75B48-D19A-484B-AC28-005B153CC117}"/>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CA7B1342-8788-42F6-AEA4-9310C79E93FC}"/>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BAE5108F-64E2-4CEE-AFC1-587836745150}"/>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F98B864D-EC26-458A-9132-BA000A918B3A}"/>
              </a:ext>
            </a:extLst>
          </p:cNvPr>
          <p:cNvSpPr>
            <a:spLocks xmlns:a="http://schemas.openxmlformats.org/drawingml/2006/main" noGrp="1"/>
          </p:cNvSpPr>
          <p:nvPr/>
        </p:nvSpPr>
        <p:spPr>
          <a:xfrm xmlns:a="http://schemas.openxmlformats.org/drawingml/2006/main">
            <a:off x="2667000" y="7181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2018977B-38F2-40FC-A56D-39A393E59E58}"/>
              </a:ext>
            </a:extLst>
          </p:cNvPr>
          <p:cNvSpPr>
            <a:spLocks xmlns:a="http://schemas.openxmlformats.org/drawingml/2006/main" noGrp="1"/>
          </p:cNvSpPr>
          <p:nvPr/>
        </p:nvSpPr>
        <p:spPr>
          <a:xfrm xmlns:a="http://schemas.openxmlformats.org/drawingml/2006/main">
            <a:off x="2667000" y="7191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C682986F-3A69-4EE3-B140-A01719A19C74}"/>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9D0D84BE-2F90-4CC5-8562-5C3EBF65CB76}"/>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0B766A3E-AA31-48E0-BE35-9C5A4AA3F73A}"/>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30E86C31-0D71-4F0C-9475-324C5A7EDB40}"/>
              </a:ext>
            </a:extLst>
          </p:cNvPr>
          <p:cNvSpPr>
            <a:spLocks xmlns:a="http://schemas.openxmlformats.org/drawingml/2006/main" noGrp="1"/>
          </p:cNvSpPr>
          <p:nvPr/>
        </p:nvSpPr>
        <p:spPr>
          <a:xfrm xmlns:a="http://schemas.openxmlformats.org/drawingml/2006/main">
            <a:off x="2667000" y="8324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E98C73D3-975D-4AE2-AF7B-2D5793026B5C}"/>
              </a:ext>
            </a:extLst>
          </p:cNvPr>
          <p:cNvSpPr>
            <a:spLocks xmlns:a="http://schemas.openxmlformats.org/drawingml/2006/main" noGrp="1"/>
          </p:cNvSpPr>
          <p:nvPr/>
        </p:nvSpPr>
        <p:spPr>
          <a:xfrm xmlns:a="http://schemas.openxmlformats.org/drawingml/2006/main">
            <a:off x="2667000" y="8334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05C7A333-141E-4B84-AF44-091CD6C7C08C}"/>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CDC6DBB7-6496-48F3-84DA-83F519081122}"/>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p14:creationId xmlns:p14="http://schemas.microsoft.com/office/powerpoint/2010/main" val="6597515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2026-10-19T15:18:38.5150000Z</dcterms:created>
  <dcterms:modified xsi:type="dcterms:W3CDTF">2026-10-19T15:18:38.5150000Z</dcterms:modified>
</coreProperties>
</file>