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d76b47ea9341d3" /><Relationship Type="http://schemas.openxmlformats.org/officeDocument/2006/relationships/extended-properties" Target="/docProps/app.xml" Id="R82669dda87cd4c76" /><Relationship Type="http://schemas.openxmlformats.org/officeDocument/2006/relationships/officeDocument" Target="/ppt/presentation.xml" Id="Rf3f439173e2f4664" /></Relationships>
</file>

<file path=ppt/presentation.xml><?xml version="1.0" encoding="utf-8"?>
<p:presentation xmlns:p="http://schemas.openxmlformats.org/presentationml/2006/main">
  <p:sldMasterIdLst>
    <p:sldMasterId xmlns:r="http://schemas.openxmlformats.org/officeDocument/2006/relationships" id="2147483648" r:id="R096950c39fc441ec"/>
  </p:sldMasterIdLst>
  <p:notesMasterIdLst>
    <p:notesMasterId xmlns:r="http://schemas.openxmlformats.org/officeDocument/2006/relationships" r:id="R8e0316a0609044d7"/>
  </p:notesMasterIdLst>
  <p:sldIdLst>
    <p:sldId xmlns:r="http://schemas.openxmlformats.org/officeDocument/2006/relationships" id="256" r:id="Rf48d01661e3a46c0"/>
    <p:sldId xmlns:r="http://schemas.openxmlformats.org/officeDocument/2006/relationships" id="257" r:id="Rd8e1eefea08a41fa"/>
    <p:sldId xmlns:r="http://schemas.openxmlformats.org/officeDocument/2006/relationships" id="258" r:id="R77949eeaac6849d6"/>
    <p:sldId xmlns:r="http://schemas.openxmlformats.org/officeDocument/2006/relationships" id="259" r:id="R49f93cd660284009"/>
    <p:sldId xmlns:r="http://schemas.openxmlformats.org/officeDocument/2006/relationships" id="260" r:id="Racd1b284a7b74c41"/>
    <p:sldId xmlns:r="http://schemas.openxmlformats.org/officeDocument/2006/relationships" id="261" r:id="Rc0ff12d4058e4e3b"/>
    <p:sldId xmlns:r="http://schemas.openxmlformats.org/officeDocument/2006/relationships" id="262" r:id="R0cda3fa677e94be2"/>
    <p:sldId xmlns:r="http://schemas.openxmlformats.org/officeDocument/2006/relationships" id="263" r:id="Ra1114b473b0f4ba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579bde3ac54b3c" /><Relationship Type="http://schemas.openxmlformats.org/officeDocument/2006/relationships/slideMaster" Target="/ppt/slideMasters/slideMaster1.xml" Id="R096950c39fc441ec" /><Relationship Type="http://schemas.openxmlformats.org/officeDocument/2006/relationships/notesMaster" Target="/ppt/notesMasters/notesMaster1.xml" Id="R8e0316a0609044d7" /><Relationship Type="http://schemas.openxmlformats.org/officeDocument/2006/relationships/presProps" Target="/ppt/presProps.xml" Id="R5caddedb41de4392" /><Relationship Type="http://schemas.openxmlformats.org/officeDocument/2006/relationships/tableStyles" Target="/ppt/tableStyles.xml" Id="Ra1e2d506590547ba" /><Relationship Type="http://schemas.openxmlformats.org/officeDocument/2006/relationships/slide" Target="/ppt/slides/slide1.xml" Id="Rf48d01661e3a46c0" /><Relationship Type="http://schemas.openxmlformats.org/officeDocument/2006/relationships/slide" Target="/ppt/slides/slide2.xml" Id="Rd8e1eefea08a41fa" /><Relationship Type="http://schemas.openxmlformats.org/officeDocument/2006/relationships/slide" Target="/ppt/slides/slide3.xml" Id="R77949eeaac6849d6" /><Relationship Type="http://schemas.openxmlformats.org/officeDocument/2006/relationships/slide" Target="/ppt/slides/slide4.xml" Id="R49f93cd660284009" /><Relationship Type="http://schemas.openxmlformats.org/officeDocument/2006/relationships/slide" Target="/ppt/slides/slide5.xml" Id="Racd1b284a7b74c41" /><Relationship Type="http://schemas.openxmlformats.org/officeDocument/2006/relationships/slide" Target="/ppt/slides/slide6.xml" Id="Rc0ff12d4058e4e3b" /><Relationship Type="http://schemas.openxmlformats.org/officeDocument/2006/relationships/slide" Target="/ppt/slides/slide7.xml" Id="R0cda3fa677e94be2" /><Relationship Type="http://schemas.openxmlformats.org/officeDocument/2006/relationships/slide" Target="/ppt/slides/slide8.xml" Id="Ra1114b473b0f4b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aafce125e244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658d7d688c408a" /><Relationship Type="http://schemas.openxmlformats.org/officeDocument/2006/relationships/notesMaster" Target="/ppt/notesMasters/notesMaster1.xml" Id="R2789d16ad7b94b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74815f209644fe" /><Relationship Type="http://schemas.openxmlformats.org/officeDocument/2006/relationships/notesMaster" Target="/ppt/notesMasters/notesMaster1.xml" Id="Rb387991dfeba45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8909b34950483d" /><Relationship Type="http://schemas.openxmlformats.org/officeDocument/2006/relationships/notesMaster" Target="/ppt/notesMasters/notesMaster1.xml" Id="R31a72085a5f743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a3fb4456bb43a0" /><Relationship Type="http://schemas.openxmlformats.org/officeDocument/2006/relationships/notesMaster" Target="/ppt/notesMasters/notesMaster1.xml" Id="Ra9792045c4124f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faca3403884340" /><Relationship Type="http://schemas.openxmlformats.org/officeDocument/2006/relationships/notesMaster" Target="/ppt/notesMasters/notesMaster1.xml" Id="Re1a47f7750df46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ad819c8a1a438b" /><Relationship Type="http://schemas.openxmlformats.org/officeDocument/2006/relationships/notesMaster" Target="/ppt/notesMasters/notesMaster1.xml" Id="R38accaac1a3c46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33bf971ebe451f" /><Relationship Type="http://schemas.openxmlformats.org/officeDocument/2006/relationships/notesMaster" Target="/ppt/notesMasters/notesMaster1.xml" Id="R5983eaa6cd5d44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d81fd2039e484a" /><Relationship Type="http://schemas.openxmlformats.org/officeDocument/2006/relationships/notesMaster" Target="/ppt/notesMasters/notesMaster1.xml" Id="R292d4497535944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15c04eac1149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70fb890a8247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47b4256a6a49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3e4f161d0740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da403f594c49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1b571d022644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66A440-F4E8-44C7-9264-149296788C7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B68FCC-FE06-47AD-923B-17DDB19E7B54}"/>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CDD418-383D-435C-85E8-524653C098F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A5BF1E-E938-4438-89A0-B18B36038C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B90F7A-8BAE-46E5-9563-7DBAB13DFB4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2D8515-A2ED-4910-9034-157B994E85D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3E36C3-BB49-4778-B31E-C0CEC71BA67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855AD7-1DAF-4B9F-B1FD-3DA09D0004A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EE6DA7-D575-4C97-9D2B-ED7A0902268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0AAF8C-0E07-405F-AC01-D9C4E09A08E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117435b8814358" /><Relationship Type="http://schemas.openxmlformats.org/officeDocument/2006/relationships/slideLayout" Target="/ppt/slideLayouts/slideLayout1.xml" Id="Rded6bcdc505e4587" /><Relationship Type="http://schemas.openxmlformats.org/officeDocument/2006/relationships/slideLayout" Target="/ppt/slideLayouts/slideLayout2.xml" Id="Rf86e76b5768749ee" /><Relationship Type="http://schemas.openxmlformats.org/officeDocument/2006/relationships/slideLayout" Target="/ppt/slideLayouts/slideLayout3.xml" Id="R7f534ff0d6d249c4" /><Relationship Type="http://schemas.openxmlformats.org/officeDocument/2006/relationships/slideLayout" Target="/ppt/slideLayouts/slideLayout4.xml" Id="R9981bd4d929949cb" /><Relationship Type="http://schemas.openxmlformats.org/officeDocument/2006/relationships/slideLayout" Target="/ppt/slideLayouts/slideLayout5.xml" Id="R7cf581965ec946c2" /><Relationship Type="http://schemas.openxmlformats.org/officeDocument/2006/relationships/slideLayout" Target="/ppt/slideLayouts/slideLayout6.xml" Id="R13ce46c2f7ec4b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d6bcdc505e4587"/>
    <p:sldLayoutId xmlns:r="http://schemas.openxmlformats.org/officeDocument/2006/relationships" id="2147483650" r:id="Rf86e76b5768749ee"/>
    <p:sldLayoutId xmlns:r="http://schemas.openxmlformats.org/officeDocument/2006/relationships" id="2147483651" r:id="R7f534ff0d6d249c4"/>
    <p:sldLayoutId xmlns:r="http://schemas.openxmlformats.org/officeDocument/2006/relationships" id="2147483652" r:id="R9981bd4d929949cb"/>
    <p:sldLayoutId xmlns:r="http://schemas.openxmlformats.org/officeDocument/2006/relationships" id="2147483653" r:id="R7cf581965ec946c2"/>
    <p:sldLayoutId xmlns:r="http://schemas.openxmlformats.org/officeDocument/2006/relationships" id="2147483654" r:id="R13ce46c2f7ec4b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6fc24996aa47f8" /><Relationship Type="http://schemas.openxmlformats.org/officeDocument/2006/relationships/image" Target="/ppt/media/image.png" Id="R60658de2046b4e47" /><Relationship Type="http://schemas.openxmlformats.org/officeDocument/2006/relationships/image" Target="/ppt/media/image2.png" Id="R1100d34ecaf14eed" /><Relationship Type="http://schemas.openxmlformats.org/officeDocument/2006/relationships/image" Target="/ppt/media/image3.png" Id="Rf0d1fd590818464c" /><Relationship Type="http://schemas.openxmlformats.org/officeDocument/2006/relationships/image" Target="/ppt/media/image4.png" Id="R4f5f47e7f2074982" /><Relationship Type="http://schemas.openxmlformats.org/officeDocument/2006/relationships/notesSlide" Target="/ppt/notesSlides/notesSlide1.xml" Id="Re9de930ddf144f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cba5413de64a6e" /><Relationship Type="http://schemas.openxmlformats.org/officeDocument/2006/relationships/image" Target="/ppt/media/image5.png" Id="R5dd45ac1421f4a89" /><Relationship Type="http://schemas.openxmlformats.org/officeDocument/2006/relationships/image" Target="/ppt/media/image6.png" Id="R6d09e6a5454d46e6" /><Relationship Type="http://schemas.openxmlformats.org/officeDocument/2006/relationships/image" Target="/ppt/media/image7.png" Id="R628c4d98bc8541e2" /><Relationship Type="http://schemas.openxmlformats.org/officeDocument/2006/relationships/image" Target="/ppt/media/image8.png" Id="R20d9f952dad34415" /><Relationship Type="http://schemas.openxmlformats.org/officeDocument/2006/relationships/image" Target="/ppt/media/image9.png" Id="Re2b620ada9a14a33" /><Relationship Type="http://schemas.openxmlformats.org/officeDocument/2006/relationships/image" Target="/ppt/media/image10.png" Id="Re545b954eb414988" /><Relationship Type="http://schemas.openxmlformats.org/officeDocument/2006/relationships/image" Target="/ppt/media/image11.png" Id="R05365a0086de4534" /><Relationship Type="http://schemas.openxmlformats.org/officeDocument/2006/relationships/image" Target="/ppt/media/image12.png" Id="R07ede0b5db9743ab" /><Relationship Type="http://schemas.openxmlformats.org/officeDocument/2006/relationships/image" Target="/ppt/media/image13.png" Id="R0b98f6e0f1a5494c" /><Relationship Type="http://schemas.openxmlformats.org/officeDocument/2006/relationships/notesSlide" Target="/ppt/notesSlides/notesSlide2.xml" Id="Rfedd97c2b8ce40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6cb1615cf442e6" /><Relationship Type="http://schemas.openxmlformats.org/officeDocument/2006/relationships/image" Target="/ppt/media/image14.png" Id="R1c753b88ba3a48cf" /><Relationship Type="http://schemas.openxmlformats.org/officeDocument/2006/relationships/image" Target="/ppt/media/image15.png" Id="Racd955e8c75e4783" /><Relationship Type="http://schemas.openxmlformats.org/officeDocument/2006/relationships/image" Target="/ppt/media/image16.png" Id="R31c55d368c314f0e" /><Relationship Type="http://schemas.openxmlformats.org/officeDocument/2006/relationships/notesSlide" Target="/ppt/notesSlides/notesSlide3.xml" Id="R2e24414bb5b541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3710052ac24e87" /><Relationship Type="http://schemas.openxmlformats.org/officeDocument/2006/relationships/image" Target="/ppt/media/image17.png" Id="R8337985bb8f545a2" /><Relationship Type="http://schemas.openxmlformats.org/officeDocument/2006/relationships/image" Target="/ppt/media/image18.png" Id="R6ca1dfe0b67b4ba6" /><Relationship Type="http://schemas.openxmlformats.org/officeDocument/2006/relationships/notesSlide" Target="/ppt/notesSlides/notesSlide4.xml" Id="Rdc1d4c3909dc44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cd3791b78649e7" /><Relationship Type="http://schemas.openxmlformats.org/officeDocument/2006/relationships/image" Target="/ppt/media/image19.png" Id="Rc99a74e13e5a4682" /><Relationship Type="http://schemas.openxmlformats.org/officeDocument/2006/relationships/image" Target="/ppt/media/image20.png" Id="R243b621a4e344028" /><Relationship Type="http://schemas.openxmlformats.org/officeDocument/2006/relationships/notesSlide" Target="/ppt/notesSlides/notesSlide5.xml" Id="R1b19d41defc443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5c24d3e2a74eca" /><Relationship Type="http://schemas.openxmlformats.org/officeDocument/2006/relationships/image" Target="/ppt/media/image21.png" Id="R85bf59be9c6e467b" /><Relationship Type="http://schemas.openxmlformats.org/officeDocument/2006/relationships/image" Target="/ppt/media/image22.png" Id="R03ca2698d28a46a0" /><Relationship Type="http://schemas.openxmlformats.org/officeDocument/2006/relationships/image" Target="/ppt/media/image23.png" Id="R6c41e72928ce4cd8" /><Relationship Type="http://schemas.openxmlformats.org/officeDocument/2006/relationships/notesSlide" Target="/ppt/notesSlides/notesSlide6.xml" Id="R9579d30651bf48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4e525423d34d04" /><Relationship Type="http://schemas.openxmlformats.org/officeDocument/2006/relationships/image" Target="/ppt/media/image24.png" Id="R06c71d9992b649f9" /><Relationship Type="http://schemas.openxmlformats.org/officeDocument/2006/relationships/image" Target="/ppt/media/image25.png" Id="R73aa074287864258" /><Relationship Type="http://schemas.openxmlformats.org/officeDocument/2006/relationships/notesSlide" Target="/ppt/notesSlides/notesSlide7.xml" Id="R76eecf22aefa4b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fe38007c6b47a7" /><Relationship Type="http://schemas.openxmlformats.org/officeDocument/2006/relationships/image" Target="/ppt/media/image26.png" Id="R16ec1ff8cb2a467b" /><Relationship Type="http://schemas.openxmlformats.org/officeDocument/2006/relationships/notesSlide" Target="/ppt/notesSlides/notesSlide8.xml" Id="R85daf05167c34a0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22E1E92-4F0F-49C7-ABA0-D30C56475B0B}"/>
              </a:ext>
            </a:extLst>
          </p:cNvPr>
          <p:cNvPicPr>
            <a:picLocks xmlns:a="http://schemas.openxmlformats.org/drawingml/2006/main" noChangeAspect="1"/>
          </p:cNvPicPr>
          <p:nvPr/>
        </p:nvPicPr>
        <p:blipFill>
          <a:blip xmlns:r="http://schemas.openxmlformats.org/officeDocument/2006/relationships" xmlns:a="http://schemas.openxmlformats.org/drawingml/2006/main" r:embed="R60658de2046b4e4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6C6319FD-7091-4B10-BED9-225EC08D1A1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065FE77-F735-4173-A516-7A71BF31680B}"/>
              </a:ext>
            </a:extLst>
          </p:cNvPr>
          <p:cNvPicPr>
            <a:picLocks xmlns:a="http://schemas.openxmlformats.org/drawingml/2006/main" noChangeAspect="1"/>
          </p:cNvPicPr>
          <p:nvPr/>
        </p:nvPicPr>
        <p:blipFill>
          <a:blip xmlns:r="http://schemas.openxmlformats.org/officeDocument/2006/relationships" xmlns:a="http://schemas.openxmlformats.org/drawingml/2006/main" r:embed="R1100d34ecaf14eed"/>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E3FBE6A3-561F-4B7A-9DF8-8730F0476A03}"/>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6E9BC277-2B8D-48B4-A3F1-89AF4AFCF725}"/>
              </a:ext>
            </a:extLst>
          </p:cNvPr>
          <p:cNvPicPr>
            <a:picLocks xmlns:a="http://schemas.openxmlformats.org/drawingml/2006/main" noChangeAspect="1"/>
          </p:cNvPicPr>
          <p:nvPr/>
        </p:nvPicPr>
        <p:blipFill>
          <a:blip xmlns:r="http://schemas.openxmlformats.org/officeDocument/2006/relationships" xmlns:a="http://schemas.openxmlformats.org/drawingml/2006/main" r:embed="Rf0d1fd590818464c"/>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A275438-C36B-459A-9075-B911CA69FE2C}"/>
              </a:ext>
            </a:extLst>
          </p:cNvPr>
          <p:cNvPicPr>
            <a:picLocks xmlns:a="http://schemas.openxmlformats.org/drawingml/2006/main" noChangeAspect="1"/>
          </p:cNvPicPr>
          <p:nvPr/>
        </p:nvPicPr>
        <p:blipFill>
          <a:blip xmlns:r="http://schemas.openxmlformats.org/officeDocument/2006/relationships" xmlns:a="http://schemas.openxmlformats.org/drawingml/2006/main" r:embed="R4f5f47e7f2074982"/>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612E8C77-4857-4A63-AB07-53E43B63135E}"/>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3C719CED-D8CA-4C59-B5FA-057CDEF278C5}"/>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7A86451B-1558-4AB6-910C-033D5673A999}"/>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358407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5FE9A200-1B86-44CB-8FAF-E04D5A0FA9D5}"/>
              </a:ext>
            </a:extLst>
          </p:cNvPr>
          <p:cNvPicPr>
            <a:picLocks xmlns:a="http://schemas.openxmlformats.org/drawingml/2006/main" noChangeAspect="1"/>
          </p:cNvPicPr>
          <p:nvPr/>
        </p:nvPicPr>
        <p:blipFill>
          <a:blip xmlns:r="http://schemas.openxmlformats.org/officeDocument/2006/relationships" xmlns:a="http://schemas.openxmlformats.org/drawingml/2006/main" r:embed="R5dd45ac1421f4a89"/>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008B034-A48C-4FD9-8CE6-ECF5A7D45463}"/>
              </a:ext>
            </a:extLst>
          </p:cNvPr>
          <p:cNvPicPr>
            <a:picLocks xmlns:a="http://schemas.openxmlformats.org/drawingml/2006/main" noChangeAspect="1"/>
          </p:cNvPicPr>
          <p:nvPr/>
        </p:nvPicPr>
        <p:blipFill>
          <a:blip xmlns:r="http://schemas.openxmlformats.org/officeDocument/2006/relationships" xmlns:a="http://schemas.openxmlformats.org/drawingml/2006/main" r:embed="R6d09e6a5454d46e6"/>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83B1ACD7-19DD-4B40-B708-9671D7CAFC3A}"/>
              </a:ext>
            </a:extLst>
          </p:cNvPr>
          <p:cNvPicPr>
            <a:picLocks xmlns:a="http://schemas.openxmlformats.org/drawingml/2006/main" noChangeAspect="1"/>
          </p:cNvPicPr>
          <p:nvPr/>
        </p:nvPicPr>
        <p:blipFill>
          <a:blip xmlns:r="http://schemas.openxmlformats.org/officeDocument/2006/relationships" xmlns:a="http://schemas.openxmlformats.org/drawingml/2006/main" r:embed="R628c4d98bc8541e2"/>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3246908-3A58-45E7-96B3-8150574FA577}"/>
              </a:ext>
            </a:extLst>
          </p:cNvPr>
          <p:cNvPicPr>
            <a:picLocks xmlns:a="http://schemas.openxmlformats.org/drawingml/2006/main" noChangeAspect="1"/>
          </p:cNvPicPr>
          <p:nvPr/>
        </p:nvPicPr>
        <p:blipFill>
          <a:blip xmlns:r="http://schemas.openxmlformats.org/officeDocument/2006/relationships" xmlns:a="http://schemas.openxmlformats.org/drawingml/2006/main" r:embed="R20d9f952dad34415"/>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72F5625-BAFC-498F-9F65-CBB6C489F06A}"/>
              </a:ext>
            </a:extLst>
          </p:cNvPr>
          <p:cNvPicPr>
            <a:picLocks xmlns:a="http://schemas.openxmlformats.org/drawingml/2006/main" noChangeAspect="1"/>
          </p:cNvPicPr>
          <p:nvPr/>
        </p:nvPicPr>
        <p:blipFill>
          <a:blip xmlns:r="http://schemas.openxmlformats.org/officeDocument/2006/relationships" xmlns:a="http://schemas.openxmlformats.org/drawingml/2006/main" r:embed="Re2b620ada9a14a33"/>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FE39CBC-6C63-4D08-8D0F-0909C166621C}"/>
              </a:ext>
            </a:extLst>
          </p:cNvPr>
          <p:cNvPicPr>
            <a:picLocks xmlns:a="http://schemas.openxmlformats.org/drawingml/2006/main" noChangeAspect="1"/>
          </p:cNvPicPr>
          <p:nvPr/>
        </p:nvPicPr>
        <p:blipFill>
          <a:blip xmlns:r="http://schemas.openxmlformats.org/officeDocument/2006/relationships" xmlns:a="http://schemas.openxmlformats.org/drawingml/2006/main" r:embed="Re545b954eb414988"/>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43D5F31-0616-45F8-B8CD-39C89CFFDA1D}"/>
              </a:ext>
            </a:extLst>
          </p:cNvPr>
          <p:cNvPicPr>
            <a:picLocks xmlns:a="http://schemas.openxmlformats.org/drawingml/2006/main" noChangeAspect="1"/>
          </p:cNvPicPr>
          <p:nvPr/>
        </p:nvPicPr>
        <p:blipFill>
          <a:blip xmlns:r="http://schemas.openxmlformats.org/officeDocument/2006/relationships" xmlns:a="http://schemas.openxmlformats.org/drawingml/2006/main" r:embed="R05365a0086de4534"/>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3F6DE8F-5011-4AE2-851B-D0E3B33239A1}"/>
              </a:ext>
            </a:extLst>
          </p:cNvPr>
          <p:cNvPicPr>
            <a:picLocks xmlns:a="http://schemas.openxmlformats.org/drawingml/2006/main" noChangeAspect="1"/>
          </p:cNvPicPr>
          <p:nvPr/>
        </p:nvPicPr>
        <p:blipFill>
          <a:blip xmlns:r="http://schemas.openxmlformats.org/officeDocument/2006/relationships" xmlns:a="http://schemas.openxmlformats.org/drawingml/2006/main" r:embed="R07ede0b5db9743ab"/>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EA8C3FF-C1FB-4F7B-BA39-D9CED67BBFDC}"/>
              </a:ext>
            </a:extLst>
          </p:cNvPr>
          <p:cNvPicPr>
            <a:picLocks xmlns:a="http://schemas.openxmlformats.org/drawingml/2006/main" noChangeAspect="1"/>
          </p:cNvPicPr>
          <p:nvPr/>
        </p:nvPicPr>
        <p:blipFill>
          <a:blip xmlns:r="http://schemas.openxmlformats.org/officeDocument/2006/relationships" xmlns:a="http://schemas.openxmlformats.org/drawingml/2006/main" r:embed="R0b98f6e0f1a5494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19516A5E-6ACA-4185-B615-1F18EED874DB}"/>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62A9F337-8810-4EB1-B4BF-2A44D06F2186}"/>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63469D00-4706-45DA-A193-9CBE3738D88A}"/>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610B6319-2540-4E63-86D8-837984C18507}"/>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DC0C8FB1-FB38-44A7-B2FD-7E19C53589BD}"/>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EF1AA9EC-12F3-4B10-9AA5-A7061000E45A}"/>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C44910E8-035D-4DF5-8DFA-4059B66C8543}"/>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7A2F0F42-20CE-4F06-830F-921F7052CE70}"/>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92A6E2F8-4EBF-499A-A73C-5F36C706E266}"/>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C6DD3A90-C843-4878-9DEB-2EE6ABC36E03}"/>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8F0C4898-4C2E-4C39-B981-1B53192A5A92}"/>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4297346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A0CE9C5-BF53-4AD2-841E-B8117A25CF94}"/>
              </a:ext>
            </a:extLst>
          </p:cNvPr>
          <p:cNvPicPr>
            <a:picLocks xmlns:a="http://schemas.openxmlformats.org/drawingml/2006/main" noChangeAspect="1"/>
          </p:cNvPicPr>
          <p:nvPr/>
        </p:nvPicPr>
        <p:blipFill>
          <a:blip xmlns:r="http://schemas.openxmlformats.org/officeDocument/2006/relationships" xmlns:a="http://schemas.openxmlformats.org/drawingml/2006/main" r:embed="R1c753b88ba3a48cf"/>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6E939B9-2B7B-49A5-B613-76628B6654D9}"/>
              </a:ext>
            </a:extLst>
          </p:cNvPr>
          <p:cNvPicPr>
            <a:picLocks xmlns:a="http://schemas.openxmlformats.org/drawingml/2006/main" noChangeAspect="1"/>
          </p:cNvPicPr>
          <p:nvPr/>
        </p:nvPicPr>
        <p:blipFill>
          <a:blip xmlns:r="http://schemas.openxmlformats.org/officeDocument/2006/relationships" xmlns:a="http://schemas.openxmlformats.org/drawingml/2006/main" r:embed="Racd955e8c75e4783"/>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F6CA5718-92B5-4ED5-8E4A-C81E3A39336B}"/>
              </a:ext>
            </a:extLst>
          </p:cNvPr>
          <p:cNvPicPr>
            <a:picLocks xmlns:a="http://schemas.openxmlformats.org/drawingml/2006/main" noChangeAspect="1"/>
          </p:cNvPicPr>
          <p:nvPr/>
        </p:nvPicPr>
        <p:blipFill>
          <a:blip xmlns:r="http://schemas.openxmlformats.org/officeDocument/2006/relationships" xmlns:a="http://schemas.openxmlformats.org/drawingml/2006/main" r:embed="R31c55d368c314f0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33A9A6D6-EA29-4154-AE96-F7D93BD246A2}"/>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587AB0C6-0A7F-4704-B52B-08F4B7D098C7}"/>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198C6B1E-4B68-49FF-BEFF-B92B3CB50B54}"/>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9F5B0CE2-D7C9-441E-9444-7052F6419830}"/>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632AE3E3-C55B-4B45-81E1-1A903B8867A0}"/>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FEC4CA66-9C21-4B9E-8EEC-4CC232A1F3B6}"/>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882ABA96-52DB-4D2C-BD63-B18E0E3C9D1A}"/>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36F16887-9FAD-487C-9DBD-59312B45A1C2}"/>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2B447A6D-9606-4DD5-AB7B-B946E6AE3EFE}"/>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CC3669B5-1BE4-42CA-81E4-8359E1FEA825}"/>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B5BBB800-71B5-4D34-9D6D-CED948203EDF}"/>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18281537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F05FD6A-423E-4B21-9073-DD23B10C3D8D}"/>
              </a:ext>
            </a:extLst>
          </p:cNvPr>
          <p:cNvPicPr>
            <a:picLocks xmlns:a="http://schemas.openxmlformats.org/drawingml/2006/main" noChangeAspect="1"/>
          </p:cNvPicPr>
          <p:nvPr/>
        </p:nvPicPr>
        <p:blipFill>
          <a:blip xmlns:r="http://schemas.openxmlformats.org/officeDocument/2006/relationships" xmlns:a="http://schemas.openxmlformats.org/drawingml/2006/main" r:embed="R8337985bb8f545a2"/>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8B02BDF-6524-4D74-9F54-1FCA798DC7CF}"/>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1C64D8C1-9F07-4445-BDC2-043BF5ABD499}"/>
              </a:ext>
            </a:extLst>
          </p:cNvPr>
          <p:cNvSpPr>
            <a:spLocks xmlns:a="http://schemas.openxmlformats.org/drawingml/2006/main" noGrp="1"/>
          </p:cNvSpPr>
          <p:nvPr/>
        </p:nvSpPr>
        <p:spPr>
          <a:xfrm xmlns:a="http://schemas.openxmlformats.org/drawingml/2006/main">
            <a:off x="685800" y="715804"/>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B6F33839-462E-41DE-82D0-51189B7E4313}"/>
              </a:ext>
            </a:extLst>
          </p:cNvPr>
          <p:cNvSpPr>
            <a:spLocks xmlns:a="http://schemas.openxmlformats.org/drawingml/2006/main" noGrp="1"/>
          </p:cNvSpPr>
          <p:nvPr/>
        </p:nvSpPr>
        <p:spPr>
          <a:xfrm xmlns:a="http://schemas.openxmlformats.org/drawingml/2006/main">
            <a:off x="685800" y="1270064"/>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66D6FD0F-E217-49E6-8EA3-0CD35BB72A1E}"/>
              </a:ext>
            </a:extLst>
          </p:cNvPr>
          <p:cNvSpPr>
            <a:spLocks xmlns:a="http://schemas.openxmlformats.org/drawingml/2006/main" noGrp="1"/>
          </p:cNvSpPr>
          <p:nvPr/>
        </p:nvSpPr>
        <p:spPr>
          <a:xfrm xmlns:a="http://schemas.openxmlformats.org/drawingml/2006/main">
            <a:off x="1495425" y="1270064"/>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980498E9-A07C-4FD3-BDD9-13F16685F37D}"/>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31781FEB-BF23-4DA3-BF56-29D03B929F6E}"/>
              </a:ext>
            </a:extLst>
          </p:cNvPr>
          <p:cNvSpPr>
            <a:spLocks xmlns:a="http://schemas.openxmlformats.org/drawingml/2006/main" noGrp="1"/>
          </p:cNvSpPr>
          <p:nvPr/>
        </p:nvSpPr>
        <p:spPr>
          <a:xfrm xmlns:a="http://schemas.openxmlformats.org/drawingml/2006/main">
            <a:off x="685800" y="4022122"/>
            <a:ext cx="1691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C1565A9D-93DD-4012-B57D-B22F15935839}"/>
              </a:ext>
            </a:extLst>
          </p:cNvPr>
          <p:cNvPicPr>
            <a:picLocks xmlns:a="http://schemas.openxmlformats.org/drawingml/2006/main" noChangeAspect="1"/>
          </p:cNvPicPr>
          <p:nvPr/>
        </p:nvPicPr>
        <p:blipFill>
          <a:blip xmlns:r="http://schemas.openxmlformats.org/officeDocument/2006/relationships" xmlns:a="http://schemas.openxmlformats.org/drawingml/2006/main" r:embed="R6ca1dfe0b67b4ba6"/>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72707766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EE0C5AF-C35B-455F-BCA7-F84612213336}"/>
              </a:ext>
            </a:extLst>
          </p:cNvPr>
          <p:cNvPicPr>
            <a:picLocks xmlns:a="http://schemas.openxmlformats.org/drawingml/2006/main" noChangeAspect="1"/>
          </p:cNvPicPr>
          <p:nvPr/>
        </p:nvPicPr>
        <p:blipFill>
          <a:blip xmlns:r="http://schemas.openxmlformats.org/officeDocument/2006/relationships" xmlns:a="http://schemas.openxmlformats.org/drawingml/2006/main" r:embed="Rc99a74e13e5a468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DDB6A4CA-6E87-4697-933B-3AD0240739A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CCA32E8-3D11-4804-99EF-37976E4B1AA7}"/>
              </a:ext>
            </a:extLst>
          </p:cNvPr>
          <p:cNvPicPr>
            <a:picLocks xmlns:a="http://schemas.openxmlformats.org/drawingml/2006/main" noChangeAspect="1"/>
          </p:cNvPicPr>
          <p:nvPr/>
        </p:nvPicPr>
        <p:blipFill>
          <a:blip xmlns:r="http://schemas.openxmlformats.org/officeDocument/2006/relationships" xmlns:a="http://schemas.openxmlformats.org/drawingml/2006/main" r:embed="R243b621a4e344028"/>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C3C9BD52-859E-49EA-83B9-81AEEC8B718E}"/>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60F6CE1C-4465-45EB-88DC-8DB5043C45C4}"/>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67BE4FE6-7E7A-4907-A1D6-93360E269217}"/>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3E9050F9-6269-42CD-B394-9520E162B0FC}"/>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14834952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7B83DB6-20C4-4AB5-AF01-7303C01284E6}"/>
              </a:ext>
            </a:extLst>
          </p:cNvPr>
          <p:cNvPicPr>
            <a:picLocks xmlns:a="http://schemas.openxmlformats.org/drawingml/2006/main" noChangeAspect="1"/>
          </p:cNvPicPr>
          <p:nvPr/>
        </p:nvPicPr>
        <p:blipFill>
          <a:blip xmlns:r="http://schemas.openxmlformats.org/officeDocument/2006/relationships" xmlns:a="http://schemas.openxmlformats.org/drawingml/2006/main" r:embed="R85bf59be9c6e467b"/>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5E97749-835F-4468-8C49-233309343EC2}"/>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F8E32F7F-0E08-46B1-8B40-6DEEFA32FF21}"/>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1AE4215A-E748-454B-BFDA-A033C89137BB}"/>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B4599767-5FC0-4254-BD13-F27BF8D405CE}"/>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A9CC9BB0-5F69-47BC-BC0A-45B7A096B711}"/>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22BA97E2-4263-4658-9F95-F0BB16F05898}"/>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6CD43F3C-41B6-469D-8E7D-E8C0BAB7A5C2}"/>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xmlns:a="http://schemas.openxmlformats.org/drawingml/2006/main">
              <a:ext uri="{FF2B5EF4-FFF2-40B4-BE49-F238E27FC236}">
                <a16:creationId xmlns:a16="http://schemas.microsoft.com/office/drawing/2014/main" id="{F76EF83B-BBFD-42B3-BC68-CBB66B1BC1B6}"/>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EDC5139F-28F9-4233-80FD-FC49DE8277D2}"/>
              </a:ext>
            </a:extLst>
          </p:cNvPr>
          <p:cNvPicPr>
            <a:picLocks xmlns:a="http://schemas.openxmlformats.org/drawingml/2006/main" noChangeAspect="1"/>
          </p:cNvPicPr>
          <p:nvPr/>
        </p:nvPicPr>
        <p:blipFill>
          <a:blip xmlns:r="http://schemas.openxmlformats.org/officeDocument/2006/relationships" xmlns:a="http://schemas.openxmlformats.org/drawingml/2006/main" r:embed="R03ca2698d28a46a0"/>
          <a:srcRect xmlns:a="http://schemas.openxmlformats.org/drawingml/2006/main" l="0" t="18192" r="0" b="18192"/>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1" name="PHOTO_BOILER-title">
            <a:extLst xmlns:a="http://schemas.openxmlformats.org/drawingml/2006/main">
              <a:ext uri="{FF2B5EF4-FFF2-40B4-BE49-F238E27FC236}">
                <a16:creationId xmlns:a16="http://schemas.microsoft.com/office/drawing/2014/main" id="{27F059EF-040E-475F-935E-8FB457D96C21}"/>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xmlns:a="http://schemas.openxmlformats.org/drawingml/2006/main">
              <a:ext uri="{FF2B5EF4-FFF2-40B4-BE49-F238E27FC236}">
                <a16:creationId xmlns:a16="http://schemas.microsoft.com/office/drawing/2014/main" id="{747420AD-FC9A-4F93-93B9-11D895A9A9CB}"/>
              </a:ext>
            </a:extLst>
          </p:cNvPr>
          <p:cNvSpPr>
            <a:spLocks xmlns:a="http://schemas.openxmlformats.org/drawingml/2006/main" noGrp="1"/>
          </p:cNvSpPr>
          <p:nvPr/>
        </p:nvSpPr>
        <p:spPr>
          <a:xfrm xmlns:a="http://schemas.openxmlformats.org/drawingml/2006/main">
            <a:off x="257175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3" name="PHOTO_CAR-frame">
            <a:extLst xmlns:a="http://schemas.openxmlformats.org/drawingml/2006/main">
              <a:ext uri="{FF2B5EF4-FFF2-40B4-BE49-F238E27FC236}">
                <a16:creationId xmlns:a16="http://schemas.microsoft.com/office/drawing/2014/main" id="{63CCAAFC-F706-47FA-8F17-E9E15096CDF4}"/>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50785113-A233-491F-A3D5-F23BE34DE009}"/>
              </a:ext>
            </a:extLst>
          </p:cNvPr>
          <p:cNvPicPr>
            <a:picLocks xmlns:a="http://schemas.openxmlformats.org/drawingml/2006/main" noChangeAspect="1"/>
          </p:cNvPicPr>
          <p:nvPr/>
        </p:nvPicPr>
        <p:blipFill>
          <a:blip xmlns:r="http://schemas.openxmlformats.org/officeDocument/2006/relationships" xmlns:a="http://schemas.openxmlformats.org/drawingml/2006/main" r:embed="R6c41e72928ce4cd8"/>
          <a:srcRect xmlns:a="http://schemas.openxmlformats.org/drawingml/2006/main" l="0" t="6023" r="0" b="6023"/>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5" name="PHOTO_CAR-title">
            <a:extLst xmlns:a="http://schemas.openxmlformats.org/drawingml/2006/main">
              <a:ext uri="{FF2B5EF4-FFF2-40B4-BE49-F238E27FC236}">
                <a16:creationId xmlns:a16="http://schemas.microsoft.com/office/drawing/2014/main" id="{E3BF5E4F-C3B2-4777-9F62-CADC6889ECB2}"/>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xmlns:a="http://schemas.openxmlformats.org/drawingml/2006/main">
              <a:ext uri="{FF2B5EF4-FFF2-40B4-BE49-F238E27FC236}">
                <a16:creationId xmlns:a16="http://schemas.microsoft.com/office/drawing/2014/main" id="{D69C081F-C232-4FF1-B574-C71D7812B2B7}"/>
              </a:ext>
            </a:extLst>
          </p:cNvPr>
          <p:cNvSpPr>
            <a:spLocks xmlns:a="http://schemas.openxmlformats.org/drawingml/2006/main" noGrp="1"/>
          </p:cNvSpPr>
          <p:nvPr/>
        </p:nvSpPr>
        <p:spPr>
          <a:xfrm xmlns:a="http://schemas.openxmlformats.org/drawingml/2006/main">
            <a:off x="990600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3847945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ECFB686-8FBB-4B7D-B225-E8E771828738}"/>
              </a:ext>
            </a:extLst>
          </p:cNvPr>
          <p:cNvPicPr>
            <a:picLocks xmlns:a="http://schemas.openxmlformats.org/drawingml/2006/main" noChangeAspect="1"/>
          </p:cNvPicPr>
          <p:nvPr/>
        </p:nvPicPr>
        <p:blipFill>
          <a:blip xmlns:r="http://schemas.openxmlformats.org/officeDocument/2006/relationships" xmlns:a="http://schemas.openxmlformats.org/drawingml/2006/main" r:embed="R06c71d9992b649f9"/>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CAC88F72-97E7-4B66-B51E-9AA9467BAEFE}"/>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F1B076F9-ED17-40F3-86BA-5A12B02EB38F}"/>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C1EF1D87-48DF-42D6-A994-BE72AA01443F}"/>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711B6E5A-774F-44B0-802E-B192CAC8C8D6}"/>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C45CA922-AC5C-4C64-A369-DE28806EBD4D}"/>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xmlns:a="http://schemas.openxmlformats.org/drawingml/2006/main">
              <a:ext uri="{FF2B5EF4-FFF2-40B4-BE49-F238E27FC236}">
                <a16:creationId xmlns:a16="http://schemas.microsoft.com/office/drawing/2014/main" id="{A6B61A87-734C-4A63-A6F9-4A8A4C5C6573}"/>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38DAAF46-B3A9-45F7-994D-49879EF5555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55D64A18-841A-4923-97E7-1911E18D0101}"/>
              </a:ext>
            </a:extLst>
          </p:cNvPr>
          <p:cNvPicPr>
            <a:picLocks xmlns:a="http://schemas.openxmlformats.org/drawingml/2006/main" noChangeAspect="1"/>
          </p:cNvPicPr>
          <p:nvPr/>
        </p:nvPicPr>
        <p:blipFill>
          <a:blip xmlns:r="http://schemas.openxmlformats.org/officeDocument/2006/relationships" xmlns:a="http://schemas.openxmlformats.org/drawingml/2006/main" r:embed="R73aa074287864258"/>
          <a:stretch xmlns:a="http://schemas.openxmlformats.org/drawingml/2006/main"/>
        </p:blipFill>
        <p:spPr>
          <a:xfrm xmlns:a="http://schemas.openxmlformats.org/drawingml/2006/main">
            <a:off x="2333625" y="4831319"/>
            <a:ext cx="13620750" cy="3815236"/>
          </a:xfrm>
          <a:prstGeom xmlns:a="http://schemas.openxmlformats.org/drawingml/2006/main" prst="rect">
            <a:avLst/>
          </a:prstGeom>
        </p:spPr>
      </p:pic>
      <p:sp>
        <p:nvSpPr>
          <p:cNvPr id="10" name="conclusion">
            <a:extLst xmlns:a="http://schemas.openxmlformats.org/drawingml/2006/main">
              <a:ext uri="{FF2B5EF4-FFF2-40B4-BE49-F238E27FC236}">
                <a16:creationId xmlns:a16="http://schemas.microsoft.com/office/drawing/2014/main" id="{32E99503-364B-4986-8901-B23AD6C58B46}"/>
              </a:ext>
            </a:extLst>
          </p:cNvPr>
          <p:cNvSpPr>
            <a:spLocks xmlns:a="http://schemas.openxmlformats.org/drawingml/2006/main" noGrp="1"/>
          </p:cNvSpPr>
          <p:nvPr/>
        </p:nvSpPr>
        <p:spPr>
          <a:xfrm xmlns:a="http://schemas.openxmlformats.org/drawingml/2006/main">
            <a:off x="2476500" y="897255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444444"/>
                </a:solidFill>
                <a:latin typeface="Pretendard"/>
                <a:ea typeface="Pretendard"/>
                <a:cs typeface="Pretendard"/>
              </a:defRPr>
            </a:defPPr>
            <a:lvl1pPr algn="ctr">
              <a:defRPr sz="3150" b="0">
                <a:solidFill>
                  <a:srgbClr val="444444"/>
                </a:solidFill>
                <a:latin typeface="Pretendard"/>
                <a:ea typeface="Pretendard"/>
                <a:cs typeface="Pretendard"/>
              </a:defRPr>
            </a:lvl1pPr>
            <a:lvl2pPr algn="ctr">
              <a:defRPr sz="3150" b="0">
                <a:solidFill>
                  <a:srgbClr val="444444"/>
                </a:solidFill>
                <a:latin typeface="Pretendard"/>
                <a:ea typeface="Pretendard"/>
                <a:cs typeface="Pretendard"/>
              </a:defRPr>
            </a:lvl2pPr>
            <a:lvl3pPr algn="ctr">
              <a:defRPr sz="3150" b="0">
                <a:solidFill>
                  <a:srgbClr val="444444"/>
                </a:solidFill>
                <a:latin typeface="Pretendard"/>
                <a:ea typeface="Pretendard"/>
                <a:cs typeface="Pretendard"/>
              </a:defRPr>
            </a:lvl3pPr>
            <a:lvl4pPr algn="ctr">
              <a:defRPr sz="3150" b="0">
                <a:solidFill>
                  <a:srgbClr val="444444"/>
                </a:solidFill>
                <a:latin typeface="Pretendard"/>
                <a:ea typeface="Pretendard"/>
                <a:cs typeface="Pretendard"/>
              </a:defRPr>
            </a:lvl4pPr>
            <a:lvl5pPr algn="ctr">
              <a:defRPr sz="3150" b="0">
                <a:solidFill>
                  <a:srgbClr val="444444"/>
                </a:solidFill>
                <a:latin typeface="Pretendard"/>
                <a:ea typeface="Pretendard"/>
                <a:cs typeface="Pretendard"/>
              </a:defRPr>
            </a:lvl5pPr>
            <a:lvl6pPr algn="ctr">
              <a:defRPr sz="3150" b="0">
                <a:solidFill>
                  <a:srgbClr val="444444"/>
                </a:solidFill>
                <a:latin typeface="Pretendard"/>
                <a:ea typeface="Pretendard"/>
                <a:cs typeface="Pretendard"/>
              </a:defRPr>
            </a:lvl6pPr>
            <a:lvl7pPr algn="ctr">
              <a:defRPr sz="3150" b="0">
                <a:solidFill>
                  <a:srgbClr val="444444"/>
                </a:solidFill>
                <a:latin typeface="Pretendard"/>
                <a:ea typeface="Pretendard"/>
                <a:cs typeface="Pretendard"/>
              </a:defRPr>
            </a:lvl7pPr>
            <a:lvl8pPr algn="ctr">
              <a:defRPr sz="3150" b="0">
                <a:solidFill>
                  <a:srgbClr val="444444"/>
                </a:solidFill>
                <a:latin typeface="Pretendard"/>
                <a:ea typeface="Pretendard"/>
                <a:cs typeface="Pretendard"/>
              </a:defRPr>
            </a:lvl8pPr>
            <a:lvl9pPr algn="ctr">
              <a:defRPr sz="3150" b="0">
                <a:solidFill>
                  <a:srgbClr val="444444"/>
                </a:solidFill>
                <a:latin typeface="Pretendard"/>
                <a:ea typeface="Pretendard"/>
                <a:cs typeface="Pretendard"/>
              </a:defRPr>
            </a:lvl9pPr>
          </a:lstStyle>
          <a:p xmlns:a="http://schemas.openxmlformats.org/drawingml/2006/main">
            <a:pPr algn="ctr">
              <a:defRPr sz="3150" b="0">
                <a:solidFill>
                  <a:srgbClr val="444444"/>
                </a:solidFill>
                <a:latin typeface="Pretendard"/>
                <a:ea typeface="Pretendard"/>
                <a:cs typeface="Pretendard"/>
              </a:defRPr>
            </a:pPr>
            <a:r>
              <a:rPr sz="3150" b="0">
                <a:solidFill>
                  <a:srgbClr val="444444"/>
                </a:solidFill>
                <a:latin typeface="Pretendard"/>
                <a:ea typeface="Pretendard"/>
                <a:cs typeface="Pretendard"/>
              </a:rPr>
              <a:t>H 원자 4개와 O 원자 2개를 끝까지 확인한다</a:t>
            </a:r>
          </a:p>
        </p:txBody>
      </p:sp>
    </p:spTree>
    <p:extLst>
      <p:ext uri="{BB962C8B-B14F-4D97-AF65-F5344CB8AC3E}">
        <p14:creationId xmlns:p14="http://schemas.microsoft.com/office/powerpoint/2010/main" val="4893410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4E2236A2-897A-4FBF-B708-440BDEB31809}"/>
              </a:ext>
            </a:extLst>
          </p:cNvPr>
          <p:cNvPicPr>
            <a:picLocks xmlns:a="http://schemas.openxmlformats.org/drawingml/2006/main" noChangeAspect="1"/>
          </p:cNvPicPr>
          <p:nvPr/>
        </p:nvPicPr>
        <p:blipFill>
          <a:blip xmlns:r="http://schemas.openxmlformats.org/officeDocument/2006/relationships" xmlns:a="http://schemas.openxmlformats.org/drawingml/2006/main" r:embed="R16ec1ff8cb2a467b"/>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E1D7BB6-E61B-4CC4-9E76-DC58D258C82F}"/>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C7DB8949-7529-4EA6-9A84-72EF7D61C073}"/>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CE47D830-9410-44F4-89EC-F2A320B5126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362E5E28-8945-4DBC-9A2E-77A80364D1B7}"/>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A3C5CFD7-DEE9-44CA-8029-8D545FBD5980}"/>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page">
            <a:extLst xmlns:a="http://schemas.openxmlformats.org/drawingml/2006/main">
              <a:ext uri="{FF2B5EF4-FFF2-40B4-BE49-F238E27FC236}">
                <a16:creationId xmlns:a16="http://schemas.microsoft.com/office/drawing/2014/main" id="{F96B70A8-7291-4EF9-A530-E695FA129BA3}"/>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3F0808C4-1F06-4689-A6B9-D729C575639E}"/>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_BOND-native">
            <a:extLst xmlns:a="http://schemas.openxmlformats.org/drawingml/2006/main">
              <a:ext uri="{FF2B5EF4-FFF2-40B4-BE49-F238E27FC236}">
                <a16:creationId xmlns:a16="http://schemas.microsoft.com/office/drawing/2014/main" id="{33EB31E1-60FA-4735-9165-4835F74729CF}"/>
              </a:ext>
            </a:extLst>
          </p:cNvPr>
          <p:cNvSpPr>
            <a:spLocks xmlns:a="http://schemas.openxmlformats.org/drawingml/2006/main" noGrp="1"/>
          </p:cNvSpPr>
          <p:nvPr/>
        </p:nvSpPr>
        <p:spPr>
          <a:xfrm xmlns:a="http://schemas.openxmlformats.org/drawingml/2006/main">
            <a:off x="1238250" y="4676775"/>
            <a:ext cx="1581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111111"/>
                </a:solidFill>
                <a:latin typeface="Pretendard"/>
                <a:ea typeface="Pretendard"/>
                <a:cs typeface="Pretendard"/>
              </a:defRPr>
            </a:defPPr>
            <a:lvl1pPr algn="ctr">
              <a:defRPr sz="3338" b="0">
                <a:solidFill>
                  <a:srgbClr val="111111"/>
                </a:solidFill>
                <a:latin typeface="Pretendard"/>
                <a:ea typeface="Pretendard"/>
                <a:cs typeface="Pretendard"/>
              </a:defRPr>
            </a:lvl1pPr>
            <a:lvl2pPr algn="ctr">
              <a:defRPr sz="3338" b="0">
                <a:solidFill>
                  <a:srgbClr val="111111"/>
                </a:solidFill>
                <a:latin typeface="Pretendard"/>
                <a:ea typeface="Pretendard"/>
                <a:cs typeface="Pretendard"/>
              </a:defRPr>
            </a:lvl2pPr>
            <a:lvl3pPr algn="ctr">
              <a:defRPr sz="3338" b="0">
                <a:solidFill>
                  <a:srgbClr val="111111"/>
                </a:solidFill>
                <a:latin typeface="Pretendard"/>
                <a:ea typeface="Pretendard"/>
                <a:cs typeface="Pretendard"/>
              </a:defRPr>
            </a:lvl3pPr>
            <a:lvl4pPr algn="ctr">
              <a:defRPr sz="3338" b="0">
                <a:solidFill>
                  <a:srgbClr val="111111"/>
                </a:solidFill>
                <a:latin typeface="Pretendard"/>
                <a:ea typeface="Pretendard"/>
                <a:cs typeface="Pretendard"/>
              </a:defRPr>
            </a:lvl4pPr>
            <a:lvl5pPr algn="ctr">
              <a:defRPr sz="3338" b="0">
                <a:solidFill>
                  <a:srgbClr val="111111"/>
                </a:solidFill>
                <a:latin typeface="Pretendard"/>
                <a:ea typeface="Pretendard"/>
                <a:cs typeface="Pretendard"/>
              </a:defRPr>
            </a:lvl5pPr>
            <a:lvl6pPr algn="ctr">
              <a:defRPr sz="3338" b="0">
                <a:solidFill>
                  <a:srgbClr val="111111"/>
                </a:solidFill>
                <a:latin typeface="Pretendard"/>
                <a:ea typeface="Pretendard"/>
                <a:cs typeface="Pretendard"/>
              </a:defRPr>
            </a:lvl6pPr>
            <a:lvl7pPr algn="ctr">
              <a:defRPr sz="3338" b="0">
                <a:solidFill>
                  <a:srgbClr val="111111"/>
                </a:solidFill>
                <a:latin typeface="Pretendard"/>
                <a:ea typeface="Pretendard"/>
                <a:cs typeface="Pretendard"/>
              </a:defRPr>
            </a:lvl7pPr>
            <a:lvl8pPr algn="ctr">
              <a:defRPr sz="3338" b="0">
                <a:solidFill>
                  <a:srgbClr val="111111"/>
                </a:solidFill>
                <a:latin typeface="Pretendard"/>
                <a:ea typeface="Pretendard"/>
                <a:cs typeface="Pretendard"/>
              </a:defRPr>
            </a:lvl8pPr>
            <a:lvl9pPr algn="ctr">
              <a:defRPr sz="3338" b="0">
                <a:solidFill>
                  <a:srgbClr val="111111"/>
                </a:solidFill>
                <a:latin typeface="Pretendard"/>
                <a:ea typeface="Pretendard"/>
                <a:cs typeface="Pretendard"/>
              </a:defRPr>
            </a:lvl9pPr>
          </a:lstStyle>
          <a:p xmlns:a="http://schemas.openxmlformats.org/drawingml/2006/main">
            <a:pPr algn="ctr">
              <a:defRPr sz="3338" b="0">
                <a:solidFill>
                  <a:srgbClr val="111111"/>
                </a:solidFill>
                <a:latin typeface="Pretendard"/>
                <a:ea typeface="Pretendard"/>
                <a:cs typeface="Pretendard"/>
              </a:defRPr>
            </a:pPr>
            <a:r>
              <a:rPr sz="3338" b="0">
                <a:solidFill>
                  <a:srgbClr val="111111"/>
                </a:solidFill>
                <a:latin typeface="Pretendard"/>
                <a:ea typeface="Pretendard"/>
                <a:cs typeface="Pretendard"/>
              </a:rPr>
              <a:t>반응 엔탈피(</a:t>
            </a:r>
            <a:r>
              <a:rPr sz="3338" b="0" i="1">
                <a:solidFill>
                  <a:srgbClr val="111111"/>
                </a:solidFill>
                <a:latin typeface="Pretendard"/>
                <a:ea typeface="Pretendard"/>
                <a:cs typeface="Pretendard"/>
              </a:rPr>
              <a:t>ΔH</a:t>
            </a:r>
            <a:r>
              <a:rPr sz="3338" b="0">
                <a:solidFill>
                  <a:srgbClr val="111111"/>
                </a:solidFill>
                <a:latin typeface="Pretendard"/>
                <a:ea typeface="Pretendard"/>
                <a:cs typeface="Pretendard"/>
              </a:rPr>
              <a:t>) ≈ 반응물의 결합 에너지 합 − 생성물의 결합 에너지 합</a:t>
            </a:r>
          </a:p>
        </p:txBody>
      </p:sp>
      <p:sp>
        <p:nvSpPr>
          <p:cNvPr id="10" name="step-strip-0">
            <a:extLst xmlns:a="http://schemas.openxmlformats.org/drawingml/2006/main">
              <a:ext uri="{FF2B5EF4-FFF2-40B4-BE49-F238E27FC236}">
                <a16:creationId xmlns:a16="http://schemas.microsoft.com/office/drawing/2014/main" id="{8C2E05A0-69BF-4478-8DE7-88782FF57DE3}"/>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41C160FC-7F99-400D-AC8D-6173515EC1C3}"/>
              </a:ext>
            </a:extLst>
          </p:cNvPr>
          <p:cNvSpPr>
            <a:spLocks xmlns:a="http://schemas.openxmlformats.org/drawingml/2006/main" noGrp="1"/>
          </p:cNvSpPr>
          <p:nvPr/>
        </p:nvSpPr>
        <p:spPr>
          <a:xfrm xmlns:a="http://schemas.openxmlformats.org/drawingml/2006/main">
            <a:off x="2667000" y="6038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E5EE71DC-630C-4451-8E72-D516F97461F8}"/>
              </a:ext>
            </a:extLst>
          </p:cNvPr>
          <p:cNvSpPr>
            <a:spLocks xmlns:a="http://schemas.openxmlformats.org/drawingml/2006/main" noGrp="1"/>
          </p:cNvSpPr>
          <p:nvPr/>
        </p:nvSpPr>
        <p:spPr>
          <a:xfrm xmlns:a="http://schemas.openxmlformats.org/drawingml/2006/main">
            <a:off x="2667000" y="6048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57680C77-33D6-4A08-9519-7B5BD0F08654}"/>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12C7E3A3-B9E6-4C94-8637-8AED0E3094D0}"/>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0136060B-05F1-419F-A23E-715B15D968C9}"/>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52FB93FA-DD74-4FAE-BCEA-04798AA62501}"/>
              </a:ext>
            </a:extLst>
          </p:cNvPr>
          <p:cNvSpPr>
            <a:spLocks xmlns:a="http://schemas.openxmlformats.org/drawingml/2006/main" noGrp="1"/>
          </p:cNvSpPr>
          <p:nvPr/>
        </p:nvSpPr>
        <p:spPr>
          <a:xfrm xmlns:a="http://schemas.openxmlformats.org/drawingml/2006/main">
            <a:off x="2667000" y="7181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BB41B099-1481-43F3-8D7C-FAF0EB3586C0}"/>
              </a:ext>
            </a:extLst>
          </p:cNvPr>
          <p:cNvSpPr>
            <a:spLocks xmlns:a="http://schemas.openxmlformats.org/drawingml/2006/main" noGrp="1"/>
          </p:cNvSpPr>
          <p:nvPr/>
        </p:nvSpPr>
        <p:spPr>
          <a:xfrm xmlns:a="http://schemas.openxmlformats.org/drawingml/2006/main">
            <a:off x="2667000" y="7191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7AC44E7D-547D-4CED-A8A0-1880ABA5D0D0}"/>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DFA8F38D-FADB-458C-A9B7-06C824F88B31}"/>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A65D0DA4-554B-47CC-AD4D-45ABB542EABA}"/>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DF418B3E-1C6F-4FED-8EE4-AF1DEFA10D75}"/>
              </a:ext>
            </a:extLst>
          </p:cNvPr>
          <p:cNvSpPr>
            <a:spLocks xmlns:a="http://schemas.openxmlformats.org/drawingml/2006/main" noGrp="1"/>
          </p:cNvSpPr>
          <p:nvPr/>
        </p:nvSpPr>
        <p:spPr>
          <a:xfrm xmlns:a="http://schemas.openxmlformats.org/drawingml/2006/main">
            <a:off x="2667000" y="8324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675E3D2E-09E0-45E3-91F7-AD63E60C573D}"/>
              </a:ext>
            </a:extLst>
          </p:cNvPr>
          <p:cNvSpPr>
            <a:spLocks xmlns:a="http://schemas.openxmlformats.org/drawingml/2006/main" noGrp="1"/>
          </p:cNvSpPr>
          <p:nvPr/>
        </p:nvSpPr>
        <p:spPr>
          <a:xfrm xmlns:a="http://schemas.openxmlformats.org/drawingml/2006/main">
            <a:off x="2667000" y="8334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B8F3B3B2-7851-408A-B9C0-BC0369EB778D}"/>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95B3F593-6B81-4AF7-A84E-D2849B14680E}"/>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p14:creationId xmlns:p14="http://schemas.microsoft.com/office/powerpoint/2010/main" val="13163677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2026-10-19T15:15:19.8050000Z</dcterms:created>
  <dcterms:modified xsi:type="dcterms:W3CDTF">2026-10-19T15:15:19.8050000Z</dcterms:modified>
</coreProperties>
</file>