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494197b71a4dd1" /><Relationship Type="http://schemas.openxmlformats.org/officeDocument/2006/relationships/extended-properties" Target="/docProps/app.xml" Id="Ra9202dd31e614d9f" /><Relationship Type="http://schemas.openxmlformats.org/officeDocument/2006/relationships/officeDocument" Target="/ppt/presentation.xml" Id="Ra4b2526888734431" /></Relationships>
</file>

<file path=ppt/presentation.xml><?xml version="1.0" encoding="utf-8"?>
<p:presentation xmlns:p="http://schemas.openxmlformats.org/presentationml/2006/main">
  <p:sldMasterIdLst>
    <p:sldMasterId xmlns:r="http://schemas.openxmlformats.org/officeDocument/2006/relationships" id="2147483648" r:id="R9b34672d325440d8"/>
  </p:sldMasterIdLst>
  <p:notesMasterIdLst>
    <p:notesMasterId xmlns:r="http://schemas.openxmlformats.org/officeDocument/2006/relationships" r:id="Rb69acea20c4e4afc"/>
  </p:notesMasterIdLst>
  <p:sldIdLst>
    <p:sldId xmlns:r="http://schemas.openxmlformats.org/officeDocument/2006/relationships" id="256" r:id="R05d2fe2115e3496e"/>
    <p:sldId xmlns:r="http://schemas.openxmlformats.org/officeDocument/2006/relationships" id="257" r:id="R38e552257ba049ca"/>
    <p:sldId xmlns:r="http://schemas.openxmlformats.org/officeDocument/2006/relationships" id="258" r:id="R391cb6484bc342ea"/>
    <p:sldId xmlns:r="http://schemas.openxmlformats.org/officeDocument/2006/relationships" id="259" r:id="Rf4123048d2404c27"/>
    <p:sldId xmlns:r="http://schemas.openxmlformats.org/officeDocument/2006/relationships" id="260" r:id="R722e8df1b5bb46b9"/>
    <p:sldId xmlns:r="http://schemas.openxmlformats.org/officeDocument/2006/relationships" id="261" r:id="R4b4b3d926e2141b9"/>
    <p:sldId xmlns:r="http://schemas.openxmlformats.org/officeDocument/2006/relationships" id="262" r:id="Rc750ca142dfd4856"/>
    <p:sldId xmlns:r="http://schemas.openxmlformats.org/officeDocument/2006/relationships" id="263" r:id="R2b1ee1f239bf4b9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c7b04b335147ba" /><Relationship Type="http://schemas.openxmlformats.org/officeDocument/2006/relationships/slideMaster" Target="/ppt/slideMasters/slideMaster1.xml" Id="R9b34672d325440d8" /><Relationship Type="http://schemas.openxmlformats.org/officeDocument/2006/relationships/notesMaster" Target="/ppt/notesMasters/notesMaster1.xml" Id="Rb69acea20c4e4afc" /><Relationship Type="http://schemas.openxmlformats.org/officeDocument/2006/relationships/presProps" Target="/ppt/presProps.xml" Id="R4ff359f4446d4662" /><Relationship Type="http://schemas.openxmlformats.org/officeDocument/2006/relationships/tableStyles" Target="/ppt/tableStyles.xml" Id="R9535d2cd77634fc2" /><Relationship Type="http://schemas.openxmlformats.org/officeDocument/2006/relationships/slide" Target="/ppt/slides/slide1.xml" Id="R05d2fe2115e3496e" /><Relationship Type="http://schemas.openxmlformats.org/officeDocument/2006/relationships/slide" Target="/ppt/slides/slide2.xml" Id="R38e552257ba049ca" /><Relationship Type="http://schemas.openxmlformats.org/officeDocument/2006/relationships/slide" Target="/ppt/slides/slide3.xml" Id="R391cb6484bc342ea" /><Relationship Type="http://schemas.openxmlformats.org/officeDocument/2006/relationships/slide" Target="/ppt/slides/slide4.xml" Id="Rf4123048d2404c27" /><Relationship Type="http://schemas.openxmlformats.org/officeDocument/2006/relationships/slide" Target="/ppt/slides/slide5.xml" Id="R722e8df1b5bb46b9" /><Relationship Type="http://schemas.openxmlformats.org/officeDocument/2006/relationships/slide" Target="/ppt/slides/slide6.xml" Id="R4b4b3d926e2141b9" /><Relationship Type="http://schemas.openxmlformats.org/officeDocument/2006/relationships/slide" Target="/ppt/slides/slide7.xml" Id="Rc750ca142dfd4856" /><Relationship Type="http://schemas.openxmlformats.org/officeDocument/2006/relationships/slide" Target="/ppt/slides/slide8.xml" Id="R2b1ee1f239bf4b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1bd960182c4e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fef43dfff5483f" /><Relationship Type="http://schemas.openxmlformats.org/officeDocument/2006/relationships/notesMaster" Target="/ppt/notesMasters/notesMaster1.xml" Id="R17e01e29d79248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08b52542b34afa" /><Relationship Type="http://schemas.openxmlformats.org/officeDocument/2006/relationships/notesMaster" Target="/ppt/notesMasters/notesMaster1.xml" Id="Ra899e93e99c24f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d82d9617f245d8" /><Relationship Type="http://schemas.openxmlformats.org/officeDocument/2006/relationships/notesMaster" Target="/ppt/notesMasters/notesMaster1.xml" Id="Reaaa395bea6d48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a596a0d16e4b56" /><Relationship Type="http://schemas.openxmlformats.org/officeDocument/2006/relationships/notesMaster" Target="/ppt/notesMasters/notesMaster1.xml" Id="Re490eb1b96bc47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997de39f174de2" /><Relationship Type="http://schemas.openxmlformats.org/officeDocument/2006/relationships/notesMaster" Target="/ppt/notesMasters/notesMaster1.xml" Id="R6fcea0439d2642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033358e0f54210" /><Relationship Type="http://schemas.openxmlformats.org/officeDocument/2006/relationships/notesMaster" Target="/ppt/notesMasters/notesMaster1.xml" Id="Rede09d55917144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d43f5d7a894274" /><Relationship Type="http://schemas.openxmlformats.org/officeDocument/2006/relationships/notesMaster" Target="/ppt/notesMasters/notesMaster1.xml" Id="R3cb363c52a104f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e52200e0f34c46" /><Relationship Type="http://schemas.openxmlformats.org/officeDocument/2006/relationships/notesMaster" Target="/ppt/notesMasters/notesMaster1.xml" Id="R03335e47b7d540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66ed74900948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34e27f1fae43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93d1298eb647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e50135da4040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4d8a02bffd40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f361c480a149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75C93B-E323-4C38-A74A-EBCAB193C21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3D0D76-C563-40F3-9050-411651746D8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3360CE-C4E2-4BA3-8F74-EE9C9C130A6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24CDCA-953D-40B1-A568-87137BC0934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EFEB89-E7C0-427C-95DB-FBC3336AEC6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C51393-DFE8-4E6D-A980-910432694C1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28A5C0-64F3-4D98-8CF6-898D3E25C32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12DD3DC-98EE-4565-92F0-4CBEE9E5191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29E569-2D28-4B02-AF44-8044AFFB331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AC54D9-E0F5-4EB7-9D53-823D60483B8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46d6748f984b4b" /><Relationship Type="http://schemas.openxmlformats.org/officeDocument/2006/relationships/slideLayout" Target="/ppt/slideLayouts/slideLayout1.xml" Id="Rce8606ba8c814628" /><Relationship Type="http://schemas.openxmlformats.org/officeDocument/2006/relationships/slideLayout" Target="/ppt/slideLayouts/slideLayout2.xml" Id="R84417dffcb4c45f6" /><Relationship Type="http://schemas.openxmlformats.org/officeDocument/2006/relationships/slideLayout" Target="/ppt/slideLayouts/slideLayout3.xml" Id="Ra52d8c529e8a4a12" /><Relationship Type="http://schemas.openxmlformats.org/officeDocument/2006/relationships/slideLayout" Target="/ppt/slideLayouts/slideLayout4.xml" Id="R524f0979a0a54b0b" /><Relationship Type="http://schemas.openxmlformats.org/officeDocument/2006/relationships/slideLayout" Target="/ppt/slideLayouts/slideLayout5.xml" Id="R5d114e1b88c44dbb" /><Relationship Type="http://schemas.openxmlformats.org/officeDocument/2006/relationships/slideLayout" Target="/ppt/slideLayouts/slideLayout6.xml" Id="R41fe16d890d74c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8606ba8c814628"/>
    <p:sldLayoutId xmlns:r="http://schemas.openxmlformats.org/officeDocument/2006/relationships" id="2147483650" r:id="R84417dffcb4c45f6"/>
    <p:sldLayoutId xmlns:r="http://schemas.openxmlformats.org/officeDocument/2006/relationships" id="2147483651" r:id="Ra52d8c529e8a4a12"/>
    <p:sldLayoutId xmlns:r="http://schemas.openxmlformats.org/officeDocument/2006/relationships" id="2147483652" r:id="R524f0979a0a54b0b"/>
    <p:sldLayoutId xmlns:r="http://schemas.openxmlformats.org/officeDocument/2006/relationships" id="2147483653" r:id="R5d114e1b88c44dbb"/>
    <p:sldLayoutId xmlns:r="http://schemas.openxmlformats.org/officeDocument/2006/relationships" id="2147483654" r:id="R41fe16d890d74c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20bf0a39704958" /><Relationship Type="http://schemas.openxmlformats.org/officeDocument/2006/relationships/image" Target="/ppt/media/image.png" Id="R40dbafc3d202439c" /><Relationship Type="http://schemas.openxmlformats.org/officeDocument/2006/relationships/image" Target="/ppt/media/image2.png" Id="R13638cd9890d45f5" /><Relationship Type="http://schemas.openxmlformats.org/officeDocument/2006/relationships/image" Target="/ppt/media/image3.png" Id="R2d7af8870c30497b" /><Relationship Type="http://schemas.openxmlformats.org/officeDocument/2006/relationships/image" Target="/ppt/media/image4.png" Id="Rc6d1162f4e6947d1" /><Relationship Type="http://schemas.openxmlformats.org/officeDocument/2006/relationships/notesSlide" Target="/ppt/notesSlides/notesSlide1.xml" Id="R97cc1af2c0d740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4b1015ae964e8d" /><Relationship Type="http://schemas.openxmlformats.org/officeDocument/2006/relationships/image" Target="/ppt/media/image5.png" Id="R058859e68dd14acf" /><Relationship Type="http://schemas.openxmlformats.org/officeDocument/2006/relationships/image" Target="/ppt/media/image6.png" Id="R8d2492f11455449b" /><Relationship Type="http://schemas.openxmlformats.org/officeDocument/2006/relationships/image" Target="/ppt/media/image7.png" Id="R9b19246d5e6a4242" /><Relationship Type="http://schemas.openxmlformats.org/officeDocument/2006/relationships/image" Target="/ppt/media/image8.png" Id="Ra1246d37df7944b5" /><Relationship Type="http://schemas.openxmlformats.org/officeDocument/2006/relationships/image" Target="/ppt/media/image9.png" Id="R3b1c015ce2104198" /><Relationship Type="http://schemas.openxmlformats.org/officeDocument/2006/relationships/image" Target="/ppt/media/image10.png" Id="R87dd11c1e14e4c25" /><Relationship Type="http://schemas.openxmlformats.org/officeDocument/2006/relationships/image" Target="/ppt/media/image11.png" Id="R49cca86e98aa494c" /><Relationship Type="http://schemas.openxmlformats.org/officeDocument/2006/relationships/image" Target="/ppt/media/image12.png" Id="Rb27a2f0112e6493c" /><Relationship Type="http://schemas.openxmlformats.org/officeDocument/2006/relationships/image" Target="/ppt/media/image13.png" Id="Rfd1f79539b754dc4" /><Relationship Type="http://schemas.openxmlformats.org/officeDocument/2006/relationships/notesSlide" Target="/ppt/notesSlides/notesSlide2.xml" Id="R6f57008f97e044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8e3f7557ca4b7c" /><Relationship Type="http://schemas.openxmlformats.org/officeDocument/2006/relationships/image" Target="/ppt/media/image14.png" Id="Rc508e1c037ef433f" /><Relationship Type="http://schemas.openxmlformats.org/officeDocument/2006/relationships/image" Target="/ppt/media/image15.png" Id="Rf1b1203d80054ef6" /><Relationship Type="http://schemas.openxmlformats.org/officeDocument/2006/relationships/image" Target="/ppt/media/image16.png" Id="R3d37514766924a76" /><Relationship Type="http://schemas.openxmlformats.org/officeDocument/2006/relationships/notesSlide" Target="/ppt/notesSlides/notesSlide3.xml" Id="Ra60ff15d9cf54d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6084dfe3754f79" /><Relationship Type="http://schemas.openxmlformats.org/officeDocument/2006/relationships/image" Target="/ppt/media/image17.png" Id="Rd699da0e29e04528" /><Relationship Type="http://schemas.openxmlformats.org/officeDocument/2006/relationships/image" Target="/ppt/media/image18.png" Id="Rad4e007ee1184a5f" /><Relationship Type="http://schemas.openxmlformats.org/officeDocument/2006/relationships/notesSlide" Target="/ppt/notesSlides/notesSlide4.xml" Id="R3d0c370ecb5243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6b905b0b6446ba" /><Relationship Type="http://schemas.openxmlformats.org/officeDocument/2006/relationships/image" Target="/ppt/media/image19.png" Id="Rbc310e06b94f4b4c" /><Relationship Type="http://schemas.openxmlformats.org/officeDocument/2006/relationships/image" Target="/ppt/media/image20.png" Id="R6565e93f81654d2a" /><Relationship Type="http://schemas.openxmlformats.org/officeDocument/2006/relationships/notesSlide" Target="/ppt/notesSlides/notesSlide5.xml" Id="Rd45eb3be6aef47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33f19c586f49f2" /><Relationship Type="http://schemas.openxmlformats.org/officeDocument/2006/relationships/image" Target="/ppt/media/image21.png" Id="R87941915a4a04d1a" /><Relationship Type="http://schemas.openxmlformats.org/officeDocument/2006/relationships/image" Target="/ppt/media/image22.png" Id="R0666389a947e48f4" /><Relationship Type="http://schemas.openxmlformats.org/officeDocument/2006/relationships/image" Target="/ppt/media/image23.png" Id="R825e2114209e4eeb" /><Relationship Type="http://schemas.openxmlformats.org/officeDocument/2006/relationships/notesSlide" Target="/ppt/notesSlides/notesSlide6.xml" Id="R650542244f3c4b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cd1921ef904385" /><Relationship Type="http://schemas.openxmlformats.org/officeDocument/2006/relationships/image" Target="/ppt/media/image24.png" Id="R8d68454b08504c1c" /><Relationship Type="http://schemas.openxmlformats.org/officeDocument/2006/relationships/image" Target="/ppt/media/image25.png" Id="R6543e3e21f454914" /><Relationship Type="http://schemas.openxmlformats.org/officeDocument/2006/relationships/notesSlide" Target="/ppt/notesSlides/notesSlide7.xml" Id="Redd7dcafff684d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0bb56dadd34b12" /><Relationship Type="http://schemas.openxmlformats.org/officeDocument/2006/relationships/image" Target="/ppt/media/image26.png" Id="R0a064ff30c1a42a6" /><Relationship Type="http://schemas.openxmlformats.org/officeDocument/2006/relationships/notesSlide" Target="/ppt/notesSlides/notesSlide8.xml" Id="Rab4f453603194bb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9945653-5AEE-45BA-97ED-7CCCC750C587}"/>
              </a:ext>
            </a:extLst>
          </p:cNvPr>
          <p:cNvPicPr>
            <a:picLocks xmlns:a="http://schemas.openxmlformats.org/drawingml/2006/main" noChangeAspect="1"/>
          </p:cNvPicPr>
          <p:nvPr/>
        </p:nvPicPr>
        <p:blipFill>
          <a:blip xmlns:r="http://schemas.openxmlformats.org/officeDocument/2006/relationships" xmlns:a="http://schemas.openxmlformats.org/drawingml/2006/main" r:embed="R40dbafc3d202439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B0B892F9-4A11-46B1-ACDC-F1C9B72A190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190796E-53E0-4D9B-8305-4B41DB6298C7}"/>
              </a:ext>
            </a:extLst>
          </p:cNvPr>
          <p:cNvPicPr>
            <a:picLocks xmlns:a="http://schemas.openxmlformats.org/drawingml/2006/main" noChangeAspect="1"/>
          </p:cNvPicPr>
          <p:nvPr/>
        </p:nvPicPr>
        <p:blipFill>
          <a:blip xmlns:r="http://schemas.openxmlformats.org/officeDocument/2006/relationships" xmlns:a="http://schemas.openxmlformats.org/drawingml/2006/main" r:embed="R13638cd9890d45f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A6CF52A8-6403-453B-A77D-D939A1DA72A0}"/>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63FA2E44-922C-4A57-8A50-5C8EAABBB513}"/>
              </a:ext>
            </a:extLst>
          </p:cNvPr>
          <p:cNvPicPr>
            <a:picLocks xmlns:a="http://schemas.openxmlformats.org/drawingml/2006/main" noChangeAspect="1"/>
          </p:cNvPicPr>
          <p:nvPr/>
        </p:nvPicPr>
        <p:blipFill>
          <a:blip xmlns:r="http://schemas.openxmlformats.org/officeDocument/2006/relationships" xmlns:a="http://schemas.openxmlformats.org/drawingml/2006/main" r:embed="R2d7af8870c30497b"/>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BFC6CCE-B161-47A6-962A-52441D694463}"/>
              </a:ext>
            </a:extLst>
          </p:cNvPr>
          <p:cNvPicPr>
            <a:picLocks xmlns:a="http://schemas.openxmlformats.org/drawingml/2006/main" noChangeAspect="1"/>
          </p:cNvPicPr>
          <p:nvPr/>
        </p:nvPicPr>
        <p:blipFill>
          <a:blip xmlns:r="http://schemas.openxmlformats.org/officeDocument/2006/relationships" xmlns:a="http://schemas.openxmlformats.org/drawingml/2006/main" r:embed="Rc6d1162f4e6947d1"/>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6F1F90BE-A528-4560-B8D1-4B31E51A9AEA}"/>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D2755ABC-F24B-4117-8243-771DE3689846}"/>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E5C29099-59C0-4D67-866D-4FD0281148FD}"/>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39570977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EF1DC7A2-3500-4E90-9964-96C6B1F2D7FD}"/>
              </a:ext>
            </a:extLst>
          </p:cNvPr>
          <p:cNvPicPr>
            <a:picLocks xmlns:a="http://schemas.openxmlformats.org/drawingml/2006/main" noChangeAspect="1"/>
          </p:cNvPicPr>
          <p:nvPr/>
        </p:nvPicPr>
        <p:blipFill>
          <a:blip xmlns:r="http://schemas.openxmlformats.org/officeDocument/2006/relationships" xmlns:a="http://schemas.openxmlformats.org/drawingml/2006/main" r:embed="R058859e68dd14acf"/>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1B42BD8F-3F41-4C31-8024-685D352F2E73}"/>
              </a:ext>
            </a:extLst>
          </p:cNvPr>
          <p:cNvPicPr>
            <a:picLocks xmlns:a="http://schemas.openxmlformats.org/drawingml/2006/main" noChangeAspect="1"/>
          </p:cNvPicPr>
          <p:nvPr/>
        </p:nvPicPr>
        <p:blipFill>
          <a:blip xmlns:r="http://schemas.openxmlformats.org/officeDocument/2006/relationships" xmlns:a="http://schemas.openxmlformats.org/drawingml/2006/main" r:embed="R8d2492f11455449b"/>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4ADF0CB0-23F0-4459-876E-E54355B35EAE}"/>
              </a:ext>
            </a:extLst>
          </p:cNvPr>
          <p:cNvPicPr>
            <a:picLocks xmlns:a="http://schemas.openxmlformats.org/drawingml/2006/main" noChangeAspect="1"/>
          </p:cNvPicPr>
          <p:nvPr/>
        </p:nvPicPr>
        <p:blipFill>
          <a:blip xmlns:r="http://schemas.openxmlformats.org/officeDocument/2006/relationships" xmlns:a="http://schemas.openxmlformats.org/drawingml/2006/main" r:embed="R9b19246d5e6a4242"/>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971EBB9-B9A1-4FA9-876A-05F41A9D9302}"/>
              </a:ext>
            </a:extLst>
          </p:cNvPr>
          <p:cNvPicPr>
            <a:picLocks xmlns:a="http://schemas.openxmlformats.org/drawingml/2006/main" noChangeAspect="1"/>
          </p:cNvPicPr>
          <p:nvPr/>
        </p:nvPicPr>
        <p:blipFill>
          <a:blip xmlns:r="http://schemas.openxmlformats.org/officeDocument/2006/relationships" xmlns:a="http://schemas.openxmlformats.org/drawingml/2006/main" r:embed="Ra1246d37df7944b5"/>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D12E67D-24B9-4B27-A006-EA5D8B06D19C}"/>
              </a:ext>
            </a:extLst>
          </p:cNvPr>
          <p:cNvPicPr>
            <a:picLocks xmlns:a="http://schemas.openxmlformats.org/drawingml/2006/main" noChangeAspect="1"/>
          </p:cNvPicPr>
          <p:nvPr/>
        </p:nvPicPr>
        <p:blipFill>
          <a:blip xmlns:r="http://schemas.openxmlformats.org/officeDocument/2006/relationships" xmlns:a="http://schemas.openxmlformats.org/drawingml/2006/main" r:embed="R3b1c015ce2104198"/>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624182D-32B4-430D-BDB1-2783A13E03D8}"/>
              </a:ext>
            </a:extLst>
          </p:cNvPr>
          <p:cNvPicPr>
            <a:picLocks xmlns:a="http://schemas.openxmlformats.org/drawingml/2006/main" noChangeAspect="1"/>
          </p:cNvPicPr>
          <p:nvPr/>
        </p:nvPicPr>
        <p:blipFill>
          <a:blip xmlns:r="http://schemas.openxmlformats.org/officeDocument/2006/relationships" xmlns:a="http://schemas.openxmlformats.org/drawingml/2006/main" r:embed="R87dd11c1e14e4c25"/>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5DF2345-73CE-4CB6-B5A8-5BEC36D7EDC7}"/>
              </a:ext>
            </a:extLst>
          </p:cNvPr>
          <p:cNvPicPr>
            <a:picLocks xmlns:a="http://schemas.openxmlformats.org/drawingml/2006/main" noChangeAspect="1"/>
          </p:cNvPicPr>
          <p:nvPr/>
        </p:nvPicPr>
        <p:blipFill>
          <a:blip xmlns:r="http://schemas.openxmlformats.org/officeDocument/2006/relationships" xmlns:a="http://schemas.openxmlformats.org/drawingml/2006/main" r:embed="R49cca86e98aa494c"/>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A6355C4-E6E2-477E-B0C1-967D5624276C}"/>
              </a:ext>
            </a:extLst>
          </p:cNvPr>
          <p:cNvPicPr>
            <a:picLocks xmlns:a="http://schemas.openxmlformats.org/drawingml/2006/main" noChangeAspect="1"/>
          </p:cNvPicPr>
          <p:nvPr/>
        </p:nvPicPr>
        <p:blipFill>
          <a:blip xmlns:r="http://schemas.openxmlformats.org/officeDocument/2006/relationships" xmlns:a="http://schemas.openxmlformats.org/drawingml/2006/main" r:embed="Rb27a2f0112e6493c"/>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CD42C1C-87F2-4BD0-B947-D79039409200}"/>
              </a:ext>
            </a:extLst>
          </p:cNvPr>
          <p:cNvPicPr>
            <a:picLocks xmlns:a="http://schemas.openxmlformats.org/drawingml/2006/main" noChangeAspect="1"/>
          </p:cNvPicPr>
          <p:nvPr/>
        </p:nvPicPr>
        <p:blipFill>
          <a:blip xmlns:r="http://schemas.openxmlformats.org/officeDocument/2006/relationships" xmlns:a="http://schemas.openxmlformats.org/drawingml/2006/main" r:embed="Rfd1f79539b754dc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DD471AC6-E130-4C22-9487-31660B5CC228}"/>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A4BF5FBB-5981-4AC6-8991-9F094933496C}"/>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E06F7488-B7A9-463E-B44B-4EA69A4BDBB8}"/>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02A8DEF1-807E-4F59-BC74-A03B5614D998}"/>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64BE339B-B56A-4A0C-BF20-D7FFE38EDD02}"/>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0C2AD232-2C14-47B6-A10B-9FF469D3CBB3}"/>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0E3C3979-95BF-4C1B-B3CA-BAFB30B0A618}"/>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000C0BD0-309E-4469-A7C0-63FE30B3DECB}"/>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4D864DBC-FFED-492F-AAB7-EABAE11EB328}"/>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DB5EF5DE-C1B1-4C7A-B150-E4CEF749D948}"/>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F01D0D86-47AD-4B95-B737-E50B599EEEB5}"/>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4115513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F4F22AD-6A8B-42CB-A159-0C4C1BCD4D01}"/>
              </a:ext>
            </a:extLst>
          </p:cNvPr>
          <p:cNvPicPr>
            <a:picLocks xmlns:a="http://schemas.openxmlformats.org/drawingml/2006/main" noChangeAspect="1"/>
          </p:cNvPicPr>
          <p:nvPr/>
        </p:nvPicPr>
        <p:blipFill>
          <a:blip xmlns:r="http://schemas.openxmlformats.org/officeDocument/2006/relationships" xmlns:a="http://schemas.openxmlformats.org/drawingml/2006/main" r:embed="Rc508e1c037ef433f"/>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C73B410-2A57-4BE0-A4A1-8BF132A8E7CF}"/>
              </a:ext>
            </a:extLst>
          </p:cNvPr>
          <p:cNvPicPr>
            <a:picLocks xmlns:a="http://schemas.openxmlformats.org/drawingml/2006/main" noChangeAspect="1"/>
          </p:cNvPicPr>
          <p:nvPr/>
        </p:nvPicPr>
        <p:blipFill>
          <a:blip xmlns:r="http://schemas.openxmlformats.org/officeDocument/2006/relationships" xmlns:a="http://schemas.openxmlformats.org/drawingml/2006/main" r:embed="Rf1b1203d80054ef6"/>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AA9C433E-8E0B-45D1-9EC5-408B0256916F}"/>
              </a:ext>
            </a:extLst>
          </p:cNvPr>
          <p:cNvPicPr>
            <a:picLocks xmlns:a="http://schemas.openxmlformats.org/drawingml/2006/main" noChangeAspect="1"/>
          </p:cNvPicPr>
          <p:nvPr/>
        </p:nvPicPr>
        <p:blipFill>
          <a:blip xmlns:r="http://schemas.openxmlformats.org/officeDocument/2006/relationships" xmlns:a="http://schemas.openxmlformats.org/drawingml/2006/main" r:embed="R3d37514766924a7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6A9A2A99-45FC-4261-AE7D-B471E0CF1AE1}"/>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F1026504-3D3D-4429-A216-E128D6DD8468}"/>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EA25031D-E93D-45A1-8221-BE00E7EB3EB7}"/>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C5C8EF57-161F-43D5-8EDF-12AF71173C78}"/>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6BDFA62C-F099-420D-95C5-B9C6A39A8170}"/>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3D13C668-34F8-4EEF-A0B1-89C4FA4CAEBA}"/>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E85CA6B2-7967-4EE0-BFEC-A569B0F5FEC9}"/>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33A99976-5BBE-4E34-9077-E13D5450D029}"/>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D1CB3148-AB81-4FDD-BBE3-5D7CC80A4CD0}"/>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99EB4244-C945-4C51-8629-A9E45CAB3F1B}"/>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C725AAC2-6BFF-49D5-A07A-338CCEF26B32}"/>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22574413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AD23E2F-BDAF-4B5E-91EF-A29E3E83D4F0}"/>
              </a:ext>
            </a:extLst>
          </p:cNvPr>
          <p:cNvPicPr>
            <a:picLocks xmlns:a="http://schemas.openxmlformats.org/drawingml/2006/main" noChangeAspect="1"/>
          </p:cNvPicPr>
          <p:nvPr/>
        </p:nvPicPr>
        <p:blipFill>
          <a:blip xmlns:r="http://schemas.openxmlformats.org/officeDocument/2006/relationships" xmlns:a="http://schemas.openxmlformats.org/drawingml/2006/main" r:embed="Rd699da0e29e0452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1D9FDE-565B-4740-8985-AF263D05E842}"/>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81F8AED9-9093-41AB-BDE0-6F21E7F0B306}"/>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BD580A9B-1F81-403A-9404-8F3C02A8DB41}"/>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995B1175-3EB4-423E-8C82-F9FCB8CDDB06}"/>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0BDF16A8-55AD-4643-B7D6-757ADE54C6DB}"/>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248310EA-E510-46AB-92CA-947B767B221B}"/>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81378B20-69E1-4105-B632-7388A7FF21B8}"/>
              </a:ext>
            </a:extLst>
          </p:cNvPr>
          <p:cNvPicPr>
            <a:picLocks xmlns:a="http://schemas.openxmlformats.org/drawingml/2006/main" noChangeAspect="1"/>
          </p:cNvPicPr>
          <p:nvPr/>
        </p:nvPicPr>
        <p:blipFill>
          <a:blip xmlns:r="http://schemas.openxmlformats.org/officeDocument/2006/relationships" xmlns:a="http://schemas.openxmlformats.org/drawingml/2006/main" r:embed="Rad4e007ee1184a5f"/>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7739728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3691C38-431A-49BA-B878-14D8FAE58727}"/>
              </a:ext>
            </a:extLst>
          </p:cNvPr>
          <p:cNvPicPr>
            <a:picLocks xmlns:a="http://schemas.openxmlformats.org/drawingml/2006/main" noChangeAspect="1"/>
          </p:cNvPicPr>
          <p:nvPr/>
        </p:nvPicPr>
        <p:blipFill>
          <a:blip xmlns:r="http://schemas.openxmlformats.org/officeDocument/2006/relationships" xmlns:a="http://schemas.openxmlformats.org/drawingml/2006/main" r:embed="Rbc310e06b94f4b4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F422653F-32AA-4132-8075-CBEEA28EFFF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BBFFCE2-2148-42AD-90CC-95E0BBE4E1F0}"/>
              </a:ext>
            </a:extLst>
          </p:cNvPr>
          <p:cNvPicPr>
            <a:picLocks xmlns:a="http://schemas.openxmlformats.org/drawingml/2006/main" noChangeAspect="1"/>
          </p:cNvPicPr>
          <p:nvPr/>
        </p:nvPicPr>
        <p:blipFill>
          <a:blip xmlns:r="http://schemas.openxmlformats.org/officeDocument/2006/relationships" xmlns:a="http://schemas.openxmlformats.org/drawingml/2006/main" r:embed="R6565e93f81654d2a"/>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62882B23-04B8-497C-857E-1F3809187AA2}"/>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909B98D7-7508-46FC-B60F-5E875D93694E}"/>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1A07D861-D8C2-4BDD-AA64-5B7D696B01ED}"/>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6ED17705-C7B8-477B-8F26-47FA566D771E}"/>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3006168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C1D80B1-321C-43A6-9020-6572B14E0C24}"/>
              </a:ext>
            </a:extLst>
          </p:cNvPr>
          <p:cNvPicPr>
            <a:picLocks xmlns:a="http://schemas.openxmlformats.org/drawingml/2006/main" noChangeAspect="1"/>
          </p:cNvPicPr>
          <p:nvPr/>
        </p:nvPicPr>
        <p:blipFill>
          <a:blip xmlns:r="http://schemas.openxmlformats.org/officeDocument/2006/relationships" xmlns:a="http://schemas.openxmlformats.org/drawingml/2006/main" r:embed="R87941915a4a04d1a"/>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10C57B2-850B-4768-BEFA-94DE01B8A95C}"/>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6A7D1DDD-3ADF-4E0C-9AC8-AEE1C5876CDF}"/>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C06F4277-13FC-483E-B224-ED925601D6B4}"/>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2FC4C184-E1C0-4F23-A4A6-E44FFF8943E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3D2EBDC9-EAC2-410B-88AF-74A681E023A5}"/>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9B359B0F-1C37-4034-873B-A8689F74C22D}"/>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5220E2D5-5779-4CB7-BFED-046740B36554}"/>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60B6E96C-E520-4081-99E9-5759D51FDA35}"/>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E5798CCD-91DA-43A0-B534-BFF9F7A29459}"/>
              </a:ext>
            </a:extLst>
          </p:cNvPr>
          <p:cNvPicPr>
            <a:picLocks xmlns:a="http://schemas.openxmlformats.org/drawingml/2006/main" noChangeAspect="1"/>
          </p:cNvPicPr>
          <p:nvPr/>
        </p:nvPicPr>
        <p:blipFill>
          <a:blip xmlns:r="http://schemas.openxmlformats.org/officeDocument/2006/relationships" xmlns:a="http://schemas.openxmlformats.org/drawingml/2006/main" r:embed="R0666389a947e48f4"/>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B8022445-C715-439C-A4AF-F4D8EA168691}"/>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E7C9BF3D-B388-4510-AE12-BE7AEE43473F}"/>
              </a:ext>
            </a:extLst>
          </p:cNvPr>
          <p:cNvSpPr>
            <a:spLocks xmlns:a="http://schemas.openxmlformats.org/drawingml/2006/main" noGrp="1"/>
          </p:cNvSpPr>
          <p:nvPr/>
        </p:nvSpPr>
        <p:spPr>
          <a:xfrm xmlns:a="http://schemas.openxmlformats.org/drawingml/2006/main">
            <a:off x="257175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E56BA199-C0E9-4BF8-A3BA-B6EA695952B0}"/>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8CEA746-9404-49D8-81BB-486D9DAA61D2}"/>
              </a:ext>
            </a:extLst>
          </p:cNvPr>
          <p:cNvPicPr>
            <a:picLocks xmlns:a="http://schemas.openxmlformats.org/drawingml/2006/main" noChangeAspect="1"/>
          </p:cNvPicPr>
          <p:nvPr/>
        </p:nvPicPr>
        <p:blipFill>
          <a:blip xmlns:r="http://schemas.openxmlformats.org/officeDocument/2006/relationships" xmlns:a="http://schemas.openxmlformats.org/drawingml/2006/main" r:embed="R825e2114209e4eeb"/>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F8928E6A-DC0A-4ADA-A7D3-EB90BDA0CD35}"/>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F139CE38-BA2A-4537-8768-D5578E2D5B96}"/>
              </a:ext>
            </a:extLst>
          </p:cNvPr>
          <p:cNvSpPr>
            <a:spLocks xmlns:a="http://schemas.openxmlformats.org/drawingml/2006/main" noGrp="1"/>
          </p:cNvSpPr>
          <p:nvPr/>
        </p:nvSpPr>
        <p:spPr>
          <a:xfrm xmlns:a="http://schemas.openxmlformats.org/drawingml/2006/main">
            <a:off x="990600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7486413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2F777AF-53E0-40BE-8D06-F108B67D7673}"/>
              </a:ext>
            </a:extLst>
          </p:cNvPr>
          <p:cNvPicPr>
            <a:picLocks xmlns:a="http://schemas.openxmlformats.org/drawingml/2006/main" noChangeAspect="1"/>
          </p:cNvPicPr>
          <p:nvPr/>
        </p:nvPicPr>
        <p:blipFill>
          <a:blip xmlns:r="http://schemas.openxmlformats.org/officeDocument/2006/relationships" xmlns:a="http://schemas.openxmlformats.org/drawingml/2006/main" r:embed="R8d68454b08504c1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55A7E399-AEBB-45B6-AF23-664ABCFBC877}"/>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271F20D1-897A-447A-8F6A-EEF9362CD1C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185C4110-4578-4CC7-BBA0-42EBD6F5DB45}"/>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8A732FD7-3A2B-4BD5-B0C8-17D145CCE7E1}"/>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0DBDC291-6D26-48B9-BB06-900883DA5F7C}"/>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xmlns:a="http://schemas.openxmlformats.org/drawingml/2006/main">
              <a:ext uri="{FF2B5EF4-FFF2-40B4-BE49-F238E27FC236}">
                <a16:creationId xmlns:a16="http://schemas.microsoft.com/office/drawing/2014/main" id="{40CF1E66-E08B-46D7-9341-8AFB17D4A69C}"/>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29D1F17F-0D9C-4FF8-88D7-EBEC46536F8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740E45F5-F111-4424-A890-637F0327E0BC}"/>
              </a:ext>
            </a:extLst>
          </p:cNvPr>
          <p:cNvPicPr>
            <a:picLocks xmlns:a="http://schemas.openxmlformats.org/drawingml/2006/main" noChangeAspect="1"/>
          </p:cNvPicPr>
          <p:nvPr/>
        </p:nvPicPr>
        <p:blipFill>
          <a:blip xmlns:r="http://schemas.openxmlformats.org/officeDocument/2006/relationships" xmlns:a="http://schemas.openxmlformats.org/drawingml/2006/main" r:embed="R6543e3e21f454914"/>
          <a:stretch xmlns:a="http://schemas.openxmlformats.org/drawingml/2006/main"/>
        </p:blipFill>
        <p:spPr>
          <a:xfrm xmlns:a="http://schemas.openxmlformats.org/drawingml/2006/main">
            <a:off x="2333625" y="4831319"/>
            <a:ext cx="13620750" cy="3815236"/>
          </a:xfrm>
          <a:prstGeom xmlns:a="http://schemas.openxmlformats.org/drawingml/2006/main" prst="rect">
            <a:avLst/>
          </a:prstGeom>
        </p:spPr>
      </p:pic>
      <p:sp>
        <p:nvSpPr>
          <p:cNvPr id="10" name="conclusion">
            <a:extLst xmlns:a="http://schemas.openxmlformats.org/drawingml/2006/main">
              <a:ext uri="{FF2B5EF4-FFF2-40B4-BE49-F238E27FC236}">
                <a16:creationId xmlns:a16="http://schemas.microsoft.com/office/drawing/2014/main" id="{FEA63492-72B7-48E2-9D63-7986EB58DC8A}"/>
              </a:ext>
            </a:extLst>
          </p:cNvPr>
          <p:cNvSpPr>
            <a:spLocks xmlns:a="http://schemas.openxmlformats.org/drawingml/2006/main" noGrp="1"/>
          </p:cNvSpPr>
          <p:nvPr/>
        </p:nvSpPr>
        <p:spPr>
          <a:xfrm xmlns:a="http://schemas.openxmlformats.org/drawingml/2006/main">
            <a:off x="2476500" y="897255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444444"/>
                </a:solidFill>
                <a:latin typeface="Pretendard"/>
                <a:ea typeface="Pretendard"/>
                <a:cs typeface="Pretendard"/>
              </a:defRPr>
            </a:defPPr>
            <a:lvl1pPr algn="ctr">
              <a:defRPr sz="3150" b="0">
                <a:solidFill>
                  <a:srgbClr val="444444"/>
                </a:solidFill>
                <a:latin typeface="Pretendard"/>
                <a:ea typeface="Pretendard"/>
                <a:cs typeface="Pretendard"/>
              </a:defRPr>
            </a:lvl1pPr>
            <a:lvl2pPr algn="ctr">
              <a:defRPr sz="3150" b="0">
                <a:solidFill>
                  <a:srgbClr val="444444"/>
                </a:solidFill>
                <a:latin typeface="Pretendard"/>
                <a:ea typeface="Pretendard"/>
                <a:cs typeface="Pretendard"/>
              </a:defRPr>
            </a:lvl2pPr>
            <a:lvl3pPr algn="ctr">
              <a:defRPr sz="3150" b="0">
                <a:solidFill>
                  <a:srgbClr val="444444"/>
                </a:solidFill>
                <a:latin typeface="Pretendard"/>
                <a:ea typeface="Pretendard"/>
                <a:cs typeface="Pretendard"/>
              </a:defRPr>
            </a:lvl3pPr>
            <a:lvl4pPr algn="ctr">
              <a:defRPr sz="3150" b="0">
                <a:solidFill>
                  <a:srgbClr val="444444"/>
                </a:solidFill>
                <a:latin typeface="Pretendard"/>
                <a:ea typeface="Pretendard"/>
                <a:cs typeface="Pretendard"/>
              </a:defRPr>
            </a:lvl4pPr>
            <a:lvl5pPr algn="ctr">
              <a:defRPr sz="3150" b="0">
                <a:solidFill>
                  <a:srgbClr val="444444"/>
                </a:solidFill>
                <a:latin typeface="Pretendard"/>
                <a:ea typeface="Pretendard"/>
                <a:cs typeface="Pretendard"/>
              </a:defRPr>
            </a:lvl5pPr>
            <a:lvl6pPr algn="ctr">
              <a:defRPr sz="3150" b="0">
                <a:solidFill>
                  <a:srgbClr val="444444"/>
                </a:solidFill>
                <a:latin typeface="Pretendard"/>
                <a:ea typeface="Pretendard"/>
                <a:cs typeface="Pretendard"/>
              </a:defRPr>
            </a:lvl6pPr>
            <a:lvl7pPr algn="ctr">
              <a:defRPr sz="3150" b="0">
                <a:solidFill>
                  <a:srgbClr val="444444"/>
                </a:solidFill>
                <a:latin typeface="Pretendard"/>
                <a:ea typeface="Pretendard"/>
                <a:cs typeface="Pretendard"/>
              </a:defRPr>
            </a:lvl7pPr>
            <a:lvl8pPr algn="ctr">
              <a:defRPr sz="3150" b="0">
                <a:solidFill>
                  <a:srgbClr val="444444"/>
                </a:solidFill>
                <a:latin typeface="Pretendard"/>
                <a:ea typeface="Pretendard"/>
                <a:cs typeface="Pretendard"/>
              </a:defRPr>
            </a:lvl8pPr>
            <a:lvl9pPr algn="ctr">
              <a:defRPr sz="3150" b="0">
                <a:solidFill>
                  <a:srgbClr val="444444"/>
                </a:solidFill>
                <a:latin typeface="Pretendard"/>
                <a:ea typeface="Pretendard"/>
                <a:cs typeface="Pretendard"/>
              </a:defRPr>
            </a:lvl9pPr>
          </a:lstStyle>
          <a:p xmlns:a="http://schemas.openxmlformats.org/drawingml/2006/main">
            <a:pPr algn="ctr">
              <a:defRPr sz="3150" b="0">
                <a:solidFill>
                  <a:srgbClr val="444444"/>
                </a:solidFill>
                <a:latin typeface="Pretendard"/>
                <a:ea typeface="Pretendard"/>
                <a:cs typeface="Pretendard"/>
              </a:defRPr>
            </a:pPr>
            <a:r>
              <a:rPr sz="3150" b="0">
                <a:solidFill>
                  <a:srgbClr val="444444"/>
                </a:solidFill>
                <a:latin typeface="Pretendard"/>
                <a:ea typeface="Pretendard"/>
                <a:cs typeface="Pretendard"/>
              </a:rPr>
              <a:t>H 원자 4개와 O 원자 2개를 끝까지 확인한다</a:t>
            </a:r>
          </a:p>
        </p:txBody>
      </p:sp>
    </p:spTree>
    <p:extLst>
      <p:ext uri="{BB962C8B-B14F-4D97-AF65-F5344CB8AC3E}">
        <p14:creationId xmlns:p14="http://schemas.microsoft.com/office/powerpoint/2010/main" val="18411106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F7A1FC22-AB0A-4B68-B374-0C0B9EE20AAB}"/>
              </a:ext>
            </a:extLst>
          </p:cNvPr>
          <p:cNvPicPr>
            <a:picLocks xmlns:a="http://schemas.openxmlformats.org/drawingml/2006/main" noChangeAspect="1"/>
          </p:cNvPicPr>
          <p:nvPr/>
        </p:nvPicPr>
        <p:blipFill>
          <a:blip xmlns:r="http://schemas.openxmlformats.org/officeDocument/2006/relationships" xmlns:a="http://schemas.openxmlformats.org/drawingml/2006/main" r:embed="R0a064ff30c1a42a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CBD0C334-B8C0-4B87-BB18-9D492E85DAE7}"/>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CF9D93FA-A427-465B-85D8-AD7A6C524DE3}"/>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614E4EAE-77F9-45D2-AB40-B1BBF1B53432}"/>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FF092C7C-3353-42D6-A0C9-3CE6E1812CF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C215FE36-0A68-40BE-A42A-28B77B8F7AA6}"/>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xmlns:a="http://schemas.openxmlformats.org/drawingml/2006/main">
              <a:ext uri="{FF2B5EF4-FFF2-40B4-BE49-F238E27FC236}">
                <a16:creationId xmlns:a16="http://schemas.microsoft.com/office/drawing/2014/main" id="{72747753-A462-418A-B232-BD7EAE68FC0E}"/>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F998FC12-128B-4037-84CC-FBE5A937C02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xmlns:a="http://schemas.openxmlformats.org/drawingml/2006/main">
              <a:ext uri="{FF2B5EF4-FFF2-40B4-BE49-F238E27FC236}">
                <a16:creationId xmlns:a16="http://schemas.microsoft.com/office/drawing/2014/main" id="{0A156DBB-3FFE-466C-8A1E-A525633083FD}"/>
              </a:ext>
            </a:extLst>
          </p:cNvPr>
          <p:cNvSpPr>
            <a:spLocks xmlns:a="http://schemas.openxmlformats.org/drawingml/2006/main" noGrp="1"/>
          </p:cNvSpPr>
          <p:nvPr/>
        </p:nvSpPr>
        <p:spPr>
          <a:xfrm xmlns:a="http://schemas.openxmlformats.org/drawingml/2006/main">
            <a:off x="1238250" y="4676775"/>
            <a:ext cx="1581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xmlns:a="http://schemas.openxmlformats.org/drawingml/2006/main">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xmlns:a="http://schemas.openxmlformats.org/drawingml/2006/main">
              <a:ext uri="{FF2B5EF4-FFF2-40B4-BE49-F238E27FC236}">
                <a16:creationId xmlns:a16="http://schemas.microsoft.com/office/drawing/2014/main" id="{E9701523-0F82-4CA5-A654-760C75E164DD}"/>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0C8D3982-0545-4775-AD9E-31ADB13F81C7}"/>
              </a:ext>
            </a:extLst>
          </p:cNvPr>
          <p:cNvSpPr>
            <a:spLocks xmlns:a="http://schemas.openxmlformats.org/drawingml/2006/main" noGrp="1"/>
          </p:cNvSpPr>
          <p:nvPr/>
        </p:nvSpPr>
        <p:spPr>
          <a:xfrm xmlns:a="http://schemas.openxmlformats.org/drawingml/2006/main">
            <a:off x="2590800" y="5962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0537FA82-8A90-413A-B277-9103D1ECCF8F}"/>
              </a:ext>
            </a:extLst>
          </p:cNvPr>
          <p:cNvSpPr>
            <a:spLocks xmlns:a="http://schemas.openxmlformats.org/drawingml/2006/main" noGrp="1"/>
          </p:cNvSpPr>
          <p:nvPr/>
        </p:nvSpPr>
        <p:spPr>
          <a:xfrm xmlns:a="http://schemas.openxmlformats.org/drawingml/2006/main">
            <a:off x="2590800" y="5981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995DC91A-900D-4D8F-8C1F-AEEE9A58EF45}"/>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CBBBBE0E-AB29-418D-AC0E-5465584FCF8E}"/>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18E813C5-DAC0-47D8-B1B2-56BF723F4928}"/>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D2389174-29A1-4FD9-B198-566886DD271E}"/>
              </a:ext>
            </a:extLst>
          </p:cNvPr>
          <p:cNvSpPr>
            <a:spLocks xmlns:a="http://schemas.openxmlformats.org/drawingml/2006/main" noGrp="1"/>
          </p:cNvSpPr>
          <p:nvPr/>
        </p:nvSpPr>
        <p:spPr>
          <a:xfrm xmlns:a="http://schemas.openxmlformats.org/drawingml/2006/main">
            <a:off x="2590800" y="7105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E0C257FF-4D0D-4CB3-97F1-404E0FA17BE1}"/>
              </a:ext>
            </a:extLst>
          </p:cNvPr>
          <p:cNvSpPr>
            <a:spLocks xmlns:a="http://schemas.openxmlformats.org/drawingml/2006/main" noGrp="1"/>
          </p:cNvSpPr>
          <p:nvPr/>
        </p:nvSpPr>
        <p:spPr>
          <a:xfrm xmlns:a="http://schemas.openxmlformats.org/drawingml/2006/main">
            <a:off x="2590800" y="7124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71A34529-E8A6-4F16-AC71-5AFCA06EFF01}"/>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321518A4-A311-437A-8CAF-A3ABBB03FE97}"/>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E0EBB126-E781-455E-BD89-DEFAD69103D7}"/>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5FF23308-7E7E-4B87-881D-2100E3CE30C7}"/>
              </a:ext>
            </a:extLst>
          </p:cNvPr>
          <p:cNvSpPr>
            <a:spLocks xmlns:a="http://schemas.openxmlformats.org/drawingml/2006/main" noGrp="1"/>
          </p:cNvSpPr>
          <p:nvPr/>
        </p:nvSpPr>
        <p:spPr>
          <a:xfrm xmlns:a="http://schemas.openxmlformats.org/drawingml/2006/main">
            <a:off x="2590800" y="8248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FDA22B6F-CD66-4B83-9276-EA410F5885A1}"/>
              </a:ext>
            </a:extLst>
          </p:cNvPr>
          <p:cNvSpPr>
            <a:spLocks xmlns:a="http://schemas.openxmlformats.org/drawingml/2006/main" noGrp="1"/>
          </p:cNvSpPr>
          <p:nvPr/>
        </p:nvSpPr>
        <p:spPr>
          <a:xfrm xmlns:a="http://schemas.openxmlformats.org/drawingml/2006/main">
            <a:off x="2590800" y="8267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17C6CB4B-02F3-46E4-8928-537297F778A7}"/>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B1C5E18D-1DA2-498E-BBDD-9E7872440D1E}"/>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
        <p:nvSpPr>
          <p:cNvPr id="25" name="condition">
            <a:extLst xmlns:a="http://schemas.openxmlformats.org/drawingml/2006/main">
              <a:ext uri="{FF2B5EF4-FFF2-40B4-BE49-F238E27FC236}">
                <a16:creationId xmlns:a16="http://schemas.microsoft.com/office/drawing/2014/main" id="{5AD21FB3-E55C-43B9-85B5-4B93A2413A9D}"/>
              </a:ext>
            </a:extLst>
          </p:cNvPr>
          <p:cNvSpPr>
            <a:spLocks xmlns:a="http://schemas.openxmlformats.org/drawingml/2006/main" noGrp="1"/>
          </p:cNvSpPr>
          <p:nvPr/>
        </p:nvSpPr>
        <p:spPr>
          <a:xfrm xmlns:a="http://schemas.openxmlformats.org/drawingml/2006/main">
            <a:off x="2381250" y="94488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777777"/>
                </a:solidFill>
                <a:latin typeface="Pretendard"/>
                <a:ea typeface="Pretendard"/>
                <a:cs typeface="Pretendard"/>
              </a:defRPr>
            </a:defPPr>
            <a:lvl1pPr algn="ctr">
              <a:defRPr sz="2100" b="0">
                <a:solidFill>
                  <a:srgbClr val="777777"/>
                </a:solidFill>
                <a:latin typeface="Pretendard"/>
                <a:ea typeface="Pretendard"/>
                <a:cs typeface="Pretendard"/>
              </a:defRPr>
            </a:lvl1pPr>
            <a:lvl2pPr algn="ctr">
              <a:defRPr sz="2100" b="0">
                <a:solidFill>
                  <a:srgbClr val="777777"/>
                </a:solidFill>
                <a:latin typeface="Pretendard"/>
                <a:ea typeface="Pretendard"/>
                <a:cs typeface="Pretendard"/>
              </a:defRPr>
            </a:lvl2pPr>
            <a:lvl3pPr algn="ctr">
              <a:defRPr sz="2100" b="0">
                <a:solidFill>
                  <a:srgbClr val="777777"/>
                </a:solidFill>
                <a:latin typeface="Pretendard"/>
                <a:ea typeface="Pretendard"/>
                <a:cs typeface="Pretendard"/>
              </a:defRPr>
            </a:lvl3pPr>
            <a:lvl4pPr algn="ctr">
              <a:defRPr sz="2100" b="0">
                <a:solidFill>
                  <a:srgbClr val="777777"/>
                </a:solidFill>
                <a:latin typeface="Pretendard"/>
                <a:ea typeface="Pretendard"/>
                <a:cs typeface="Pretendard"/>
              </a:defRPr>
            </a:lvl4pPr>
            <a:lvl5pPr algn="ctr">
              <a:defRPr sz="2100" b="0">
                <a:solidFill>
                  <a:srgbClr val="777777"/>
                </a:solidFill>
                <a:latin typeface="Pretendard"/>
                <a:ea typeface="Pretendard"/>
                <a:cs typeface="Pretendard"/>
              </a:defRPr>
            </a:lvl5pPr>
            <a:lvl6pPr algn="ctr">
              <a:defRPr sz="2100" b="0">
                <a:solidFill>
                  <a:srgbClr val="777777"/>
                </a:solidFill>
                <a:latin typeface="Pretendard"/>
                <a:ea typeface="Pretendard"/>
                <a:cs typeface="Pretendard"/>
              </a:defRPr>
            </a:lvl6pPr>
            <a:lvl7pPr algn="ctr">
              <a:defRPr sz="2100" b="0">
                <a:solidFill>
                  <a:srgbClr val="777777"/>
                </a:solidFill>
                <a:latin typeface="Pretendard"/>
                <a:ea typeface="Pretendard"/>
                <a:cs typeface="Pretendard"/>
              </a:defRPr>
            </a:lvl7pPr>
            <a:lvl8pPr algn="ctr">
              <a:defRPr sz="2100" b="0">
                <a:solidFill>
                  <a:srgbClr val="777777"/>
                </a:solidFill>
                <a:latin typeface="Pretendard"/>
                <a:ea typeface="Pretendard"/>
                <a:cs typeface="Pretendard"/>
              </a:defRPr>
            </a:lvl8pPr>
            <a:lvl9pPr algn="ctr">
              <a:defRPr sz="2100" b="0">
                <a:solidFill>
                  <a:srgbClr val="777777"/>
                </a:solidFill>
                <a:latin typeface="Pretendard"/>
                <a:ea typeface="Pretendard"/>
                <a:cs typeface="Pretendard"/>
              </a:defRPr>
            </a:lvl9pPr>
          </a:lstStyle>
          <a:p xmlns:a="http://schemas.openxmlformats.org/drawingml/2006/main">
            <a:pPr algn="ctr">
              <a:defRPr sz="2100" b="0">
                <a:solidFill>
                  <a:srgbClr val="777777"/>
                </a:solidFill>
                <a:latin typeface="Pretendard"/>
                <a:ea typeface="Pretendard"/>
                <a:cs typeface="Pretendard"/>
              </a:defRPr>
            </a:pPr>
            <a:r>
              <a:rPr sz="2100" b="0">
                <a:solidFill>
                  <a:srgbClr val="777777"/>
                </a:solidFill>
                <a:latin typeface="Pretendard"/>
                <a:ea typeface="Pretendard"/>
                <a:cs typeface="Pretendard"/>
              </a:rPr>
              <a:t>평균 결합 에너지를 사용한 수증기 생성 반응의 근삿값</a:t>
            </a:r>
          </a:p>
        </p:txBody>
      </p:sp>
    </p:spTree>
    <p:extLst>
      <p:ext uri="{BB962C8B-B14F-4D97-AF65-F5344CB8AC3E}">
        <p14:creationId xmlns:p14="http://schemas.microsoft.com/office/powerpoint/2010/main" val="1113947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2026-10-19T15:14:37.0650000Z</dcterms:created>
  <dcterms:modified xsi:type="dcterms:W3CDTF">2026-10-19T15:14:37.0650000Z</dcterms:modified>
</coreProperties>
</file>