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826e4afeb74480" /><Relationship Type="http://schemas.openxmlformats.org/officeDocument/2006/relationships/extended-properties" Target="/docProps/app.xml" Id="Rf73b72532af64d59" /><Relationship Type="http://schemas.openxmlformats.org/officeDocument/2006/relationships/officeDocument" Target="/ppt/presentation.xml" Id="R9c73853293da4661" /></Relationships>
</file>

<file path=ppt/presentation.xml><?xml version="1.0" encoding="utf-8"?>
<p:presentation xmlns:p="http://schemas.openxmlformats.org/presentationml/2006/main">
  <p:sldMasterIdLst>
    <p:sldMasterId xmlns:r="http://schemas.openxmlformats.org/officeDocument/2006/relationships" id="2147483648" r:id="R5f15d6e0027f4358"/>
  </p:sldMasterIdLst>
  <p:notesMasterIdLst>
    <p:notesMasterId xmlns:r="http://schemas.openxmlformats.org/officeDocument/2006/relationships" r:id="Rc2858a5fa8694681"/>
  </p:notesMasterIdLst>
  <p:sldIdLst>
    <p:sldId xmlns:r="http://schemas.openxmlformats.org/officeDocument/2006/relationships" id="256" r:id="R0e14c9857b704d80"/>
    <p:sldId xmlns:r="http://schemas.openxmlformats.org/officeDocument/2006/relationships" id="257" r:id="R5e5d87454a674b18"/>
    <p:sldId xmlns:r="http://schemas.openxmlformats.org/officeDocument/2006/relationships" id="258" r:id="R145fcb06d35a4a4d"/>
    <p:sldId xmlns:r="http://schemas.openxmlformats.org/officeDocument/2006/relationships" id="259" r:id="R820c3d6de5bc49fa"/>
    <p:sldId xmlns:r="http://schemas.openxmlformats.org/officeDocument/2006/relationships" id="260" r:id="Rf8a9f0c6bd914860"/>
    <p:sldId xmlns:r="http://schemas.openxmlformats.org/officeDocument/2006/relationships" id="261" r:id="R2be8c1d5345440d1"/>
    <p:sldId xmlns:r="http://schemas.openxmlformats.org/officeDocument/2006/relationships" id="262" r:id="R1e6b898b7b584c2f"/>
    <p:sldId xmlns:r="http://schemas.openxmlformats.org/officeDocument/2006/relationships" id="263" r:id="R407d039bb7514c20"/>
    <p:sldId xmlns:r="http://schemas.openxmlformats.org/officeDocument/2006/relationships" id="264" r:id="Rdafe112c8c894549"/>
    <p:sldId xmlns:r="http://schemas.openxmlformats.org/officeDocument/2006/relationships" id="265" r:id="R1e912975782d4050"/>
    <p:sldId xmlns:r="http://schemas.openxmlformats.org/officeDocument/2006/relationships" id="266" r:id="R7b7ce9a5b3584eaf"/>
    <p:sldId xmlns:r="http://schemas.openxmlformats.org/officeDocument/2006/relationships" id="267" r:id="R04161c88a41941f1"/>
    <p:sldId xmlns:r="http://schemas.openxmlformats.org/officeDocument/2006/relationships" id="268" r:id="R40ad941ee7504060"/>
    <p:sldId xmlns:r="http://schemas.openxmlformats.org/officeDocument/2006/relationships" id="269" r:id="R07dc92cbf20f4349"/>
    <p:sldId xmlns:r="http://schemas.openxmlformats.org/officeDocument/2006/relationships" id="270" r:id="Rd65ea49e135f4e83"/>
    <p:sldId xmlns:r="http://schemas.openxmlformats.org/officeDocument/2006/relationships" id="271" r:id="R61b705c4ef864cc3"/>
    <p:sldId xmlns:r="http://schemas.openxmlformats.org/officeDocument/2006/relationships" id="272" r:id="Rdd1262569fe64f10"/>
    <p:sldId xmlns:r="http://schemas.openxmlformats.org/officeDocument/2006/relationships" id="273" r:id="Rb9e0c6ead543449e"/>
    <p:sldId xmlns:r="http://schemas.openxmlformats.org/officeDocument/2006/relationships" id="274" r:id="R45026d86b1314b14"/>
    <p:sldId xmlns:r="http://schemas.openxmlformats.org/officeDocument/2006/relationships" id="275" r:id="R46bb98c4b2c74851"/>
    <p:sldId xmlns:r="http://schemas.openxmlformats.org/officeDocument/2006/relationships" id="276" r:id="Rfa2d4e8fbfc94b2f"/>
    <p:sldId xmlns:r="http://schemas.openxmlformats.org/officeDocument/2006/relationships" id="277" r:id="Rd8966e07e2ec46eb"/>
    <p:sldId xmlns:r="http://schemas.openxmlformats.org/officeDocument/2006/relationships" id="278" r:id="Rdd20764a0a74480d"/>
    <p:sldId xmlns:r="http://schemas.openxmlformats.org/officeDocument/2006/relationships" id="279" r:id="Rdc68b1f502674fb8"/>
    <p:sldId xmlns:r="http://schemas.openxmlformats.org/officeDocument/2006/relationships" id="280" r:id="Rae6e769fd1884947"/>
    <p:sldId xmlns:r="http://schemas.openxmlformats.org/officeDocument/2006/relationships" id="281" r:id="Rf8ffdae8ace04df3"/>
    <p:sldId xmlns:r="http://schemas.openxmlformats.org/officeDocument/2006/relationships" id="282" r:id="R648833d3989a4427"/>
    <p:sldId xmlns:r="http://schemas.openxmlformats.org/officeDocument/2006/relationships" id="283" r:id="R29dffba43cd54d70"/>
    <p:sldId xmlns:r="http://schemas.openxmlformats.org/officeDocument/2006/relationships" id="284" r:id="R17b7cf238cd24fa1"/>
    <p:sldId xmlns:r="http://schemas.openxmlformats.org/officeDocument/2006/relationships" id="285" r:id="Ra355811f4bc2478d"/>
    <p:sldId xmlns:r="http://schemas.openxmlformats.org/officeDocument/2006/relationships" id="286" r:id="Rfa1f8c390b0244f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d68db9ca264dfa" /><Relationship Type="http://schemas.openxmlformats.org/officeDocument/2006/relationships/slideMaster" Target="/ppt/slideMasters/slideMaster1.xml" Id="R5f15d6e0027f4358" /><Relationship Type="http://schemas.openxmlformats.org/officeDocument/2006/relationships/notesMaster" Target="/ppt/notesMasters/notesMaster1.xml" Id="Rc2858a5fa8694681" /><Relationship Type="http://schemas.openxmlformats.org/officeDocument/2006/relationships/presProps" Target="/ppt/presProps.xml" Id="Rfbc82bfcf25845c4" /><Relationship Type="http://schemas.openxmlformats.org/officeDocument/2006/relationships/tableStyles" Target="/ppt/tableStyles.xml" Id="Rd78731a875a2408e" /><Relationship Type="http://schemas.openxmlformats.org/officeDocument/2006/relationships/slide" Target="/ppt/slides/slide1.xml" Id="R0e14c9857b704d80" /><Relationship Type="http://schemas.openxmlformats.org/officeDocument/2006/relationships/slide" Target="/ppt/slides/slide2.xml" Id="R5e5d87454a674b18" /><Relationship Type="http://schemas.openxmlformats.org/officeDocument/2006/relationships/slide" Target="/ppt/slides/slide3.xml" Id="R145fcb06d35a4a4d" /><Relationship Type="http://schemas.openxmlformats.org/officeDocument/2006/relationships/slide" Target="/ppt/slides/slide4.xml" Id="R820c3d6de5bc49fa" /><Relationship Type="http://schemas.openxmlformats.org/officeDocument/2006/relationships/slide" Target="/ppt/slides/slide5.xml" Id="Rf8a9f0c6bd914860" /><Relationship Type="http://schemas.openxmlformats.org/officeDocument/2006/relationships/slide" Target="/ppt/slides/slide6.xml" Id="R2be8c1d5345440d1" /><Relationship Type="http://schemas.openxmlformats.org/officeDocument/2006/relationships/slide" Target="/ppt/slides/slide7.xml" Id="R1e6b898b7b584c2f" /><Relationship Type="http://schemas.openxmlformats.org/officeDocument/2006/relationships/slide" Target="/ppt/slides/slide8.xml" Id="R407d039bb7514c20" /><Relationship Type="http://schemas.openxmlformats.org/officeDocument/2006/relationships/slide" Target="/ppt/slides/slide9.xml" Id="Rdafe112c8c894549" /><Relationship Type="http://schemas.openxmlformats.org/officeDocument/2006/relationships/slide" Target="/ppt/slides/slide10.xml" Id="R1e912975782d4050" /><Relationship Type="http://schemas.openxmlformats.org/officeDocument/2006/relationships/slide" Target="/ppt/slides/slide11.xml" Id="R7b7ce9a5b3584eaf" /><Relationship Type="http://schemas.openxmlformats.org/officeDocument/2006/relationships/slide" Target="/ppt/slides/slide12.xml" Id="R04161c88a41941f1" /><Relationship Type="http://schemas.openxmlformats.org/officeDocument/2006/relationships/slide" Target="/ppt/slides/slide13.xml" Id="R40ad941ee7504060" /><Relationship Type="http://schemas.openxmlformats.org/officeDocument/2006/relationships/slide" Target="/ppt/slides/slide14.xml" Id="R07dc92cbf20f4349" /><Relationship Type="http://schemas.openxmlformats.org/officeDocument/2006/relationships/slide" Target="/ppt/slides/slide15.xml" Id="Rd65ea49e135f4e83" /><Relationship Type="http://schemas.openxmlformats.org/officeDocument/2006/relationships/slide" Target="/ppt/slides/slide16.xml" Id="R61b705c4ef864cc3" /><Relationship Type="http://schemas.openxmlformats.org/officeDocument/2006/relationships/slide" Target="/ppt/slides/slide17.xml" Id="Rdd1262569fe64f10" /><Relationship Type="http://schemas.openxmlformats.org/officeDocument/2006/relationships/slide" Target="/ppt/slides/slide18.xml" Id="Rb9e0c6ead543449e" /><Relationship Type="http://schemas.openxmlformats.org/officeDocument/2006/relationships/slide" Target="/ppt/slides/slide19.xml" Id="R45026d86b1314b14" /><Relationship Type="http://schemas.openxmlformats.org/officeDocument/2006/relationships/slide" Target="/ppt/slides/slide20.xml" Id="R46bb98c4b2c74851" /><Relationship Type="http://schemas.openxmlformats.org/officeDocument/2006/relationships/slide" Target="/ppt/slides/slide21.xml" Id="Rfa2d4e8fbfc94b2f" /><Relationship Type="http://schemas.openxmlformats.org/officeDocument/2006/relationships/slide" Target="/ppt/slides/slide22.xml" Id="Rd8966e07e2ec46eb" /><Relationship Type="http://schemas.openxmlformats.org/officeDocument/2006/relationships/slide" Target="/ppt/slides/slide23.xml" Id="Rdd20764a0a74480d" /><Relationship Type="http://schemas.openxmlformats.org/officeDocument/2006/relationships/slide" Target="/ppt/slides/slide24.xml" Id="Rdc68b1f502674fb8" /><Relationship Type="http://schemas.openxmlformats.org/officeDocument/2006/relationships/slide" Target="/ppt/slides/slide25.xml" Id="Rae6e769fd1884947" /><Relationship Type="http://schemas.openxmlformats.org/officeDocument/2006/relationships/slide" Target="/ppt/slides/slide26.xml" Id="Rf8ffdae8ace04df3" /><Relationship Type="http://schemas.openxmlformats.org/officeDocument/2006/relationships/slide" Target="/ppt/slides/slide27.xml" Id="R648833d3989a4427" /><Relationship Type="http://schemas.openxmlformats.org/officeDocument/2006/relationships/slide" Target="/ppt/slides/slide28.xml" Id="R29dffba43cd54d70" /><Relationship Type="http://schemas.openxmlformats.org/officeDocument/2006/relationships/slide" Target="/ppt/slides/slide29.xml" Id="R17b7cf238cd24fa1" /><Relationship Type="http://schemas.openxmlformats.org/officeDocument/2006/relationships/slide" Target="/ppt/slides/slide30.xml" Id="Ra355811f4bc2478d" /><Relationship Type="http://schemas.openxmlformats.org/officeDocument/2006/relationships/slide" Target="/ppt/slides/slide31.xml" Id="Rfa1f8c390b0244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bec2236bb94f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2cad8a58924edc" /><Relationship Type="http://schemas.openxmlformats.org/officeDocument/2006/relationships/notesMaster" Target="/ppt/notesMasters/notesMaster1.xml" Id="R4c63e0442fb444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2fd60800524a80" /><Relationship Type="http://schemas.openxmlformats.org/officeDocument/2006/relationships/notesMaster" Target="/ppt/notesMasters/notesMaster1.xml" Id="R93ab2a4eeed741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2c755ae36b423a" /><Relationship Type="http://schemas.openxmlformats.org/officeDocument/2006/relationships/notesMaster" Target="/ppt/notesMasters/notesMaster1.xml" Id="R2195868d81ca45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156af9318e4671" /><Relationship Type="http://schemas.openxmlformats.org/officeDocument/2006/relationships/notesMaster" Target="/ppt/notesMasters/notesMaster1.xml" Id="Rf8097e14eb8e49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195d57888d45e4" /><Relationship Type="http://schemas.openxmlformats.org/officeDocument/2006/relationships/notesMaster" Target="/ppt/notesMasters/notesMaster1.xml" Id="R7befe28a6e864d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f4abaf991b4d5a" /><Relationship Type="http://schemas.openxmlformats.org/officeDocument/2006/relationships/notesMaster" Target="/ppt/notesMasters/notesMaster1.xml" Id="Rd3327941ca6646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5a32b2903b4817" /><Relationship Type="http://schemas.openxmlformats.org/officeDocument/2006/relationships/notesMaster" Target="/ppt/notesMasters/notesMaster1.xml" Id="R34b6c8e3a7f746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29188bf4cd4975" /><Relationship Type="http://schemas.openxmlformats.org/officeDocument/2006/relationships/notesMaster" Target="/ppt/notesMasters/notesMaster1.xml" Id="Rab0792c071f548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f639d7b8684ad4" /><Relationship Type="http://schemas.openxmlformats.org/officeDocument/2006/relationships/notesMaster" Target="/ppt/notesMasters/notesMaster1.xml" Id="Rc31c04196e4947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97abc55540479c" /><Relationship Type="http://schemas.openxmlformats.org/officeDocument/2006/relationships/notesMaster" Target="/ppt/notesMasters/notesMaster1.xml" Id="Rba5f5dd42ca846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5275a0c3c94da2" /><Relationship Type="http://schemas.openxmlformats.org/officeDocument/2006/relationships/notesMaster" Target="/ppt/notesMasters/notesMaster1.xml" Id="Reb3ba89b518842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3a0e08b91e4368" /><Relationship Type="http://schemas.openxmlformats.org/officeDocument/2006/relationships/notesMaster" Target="/ppt/notesMasters/notesMaster1.xml" Id="Rd40dce9b3c5b46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7061e872844162" /><Relationship Type="http://schemas.openxmlformats.org/officeDocument/2006/relationships/notesMaster" Target="/ppt/notesMasters/notesMaster1.xml" Id="R1dbbc97f67ab47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01584833c046a9" /><Relationship Type="http://schemas.openxmlformats.org/officeDocument/2006/relationships/notesMaster" Target="/ppt/notesMasters/notesMaster1.xml" Id="Re2dc127086a749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d9130af8e64b48" /><Relationship Type="http://schemas.openxmlformats.org/officeDocument/2006/relationships/notesMaster" Target="/ppt/notesMasters/notesMaster1.xml" Id="R18ff9921a5364f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9e08df6c1c43fb" /><Relationship Type="http://schemas.openxmlformats.org/officeDocument/2006/relationships/notesMaster" Target="/ppt/notesMasters/notesMaster1.xml" Id="R56fd948c369f4a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f3e91c87324144" /><Relationship Type="http://schemas.openxmlformats.org/officeDocument/2006/relationships/notesMaster" Target="/ppt/notesMasters/notesMaster1.xml" Id="Rec31cec2b92b48c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a06bcb287a403f" /><Relationship Type="http://schemas.openxmlformats.org/officeDocument/2006/relationships/notesMaster" Target="/ppt/notesMasters/notesMaster1.xml" Id="R311141f60ea247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5d73515bb54772" /><Relationship Type="http://schemas.openxmlformats.org/officeDocument/2006/relationships/notesMaster" Target="/ppt/notesMasters/notesMaster1.xml" Id="R220f68c9980240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5cc0355845435b" /><Relationship Type="http://schemas.openxmlformats.org/officeDocument/2006/relationships/notesMaster" Target="/ppt/notesMasters/notesMaster1.xml" Id="Rdfef314feab84c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02e2d2ed9443f7" /><Relationship Type="http://schemas.openxmlformats.org/officeDocument/2006/relationships/notesMaster" Target="/ppt/notesMasters/notesMaster1.xml" Id="R07a1bf0d3bb24fe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9650efc6a9469a" /><Relationship Type="http://schemas.openxmlformats.org/officeDocument/2006/relationships/notesMaster" Target="/ppt/notesMasters/notesMaster1.xml" Id="Rbc8875b59c654d8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b1e736a8e04bb4" /><Relationship Type="http://schemas.openxmlformats.org/officeDocument/2006/relationships/notesMaster" Target="/ppt/notesMasters/notesMaster1.xml" Id="R7b233283a43c408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dac64898cd4872" /><Relationship Type="http://schemas.openxmlformats.org/officeDocument/2006/relationships/notesMaster" Target="/ppt/notesMasters/notesMaster1.xml" Id="Rab8da225230e4b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176fbadf164504" /><Relationship Type="http://schemas.openxmlformats.org/officeDocument/2006/relationships/notesMaster" Target="/ppt/notesMasters/notesMaster1.xml" Id="R2f96431bb25843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453d56d18146b0" /><Relationship Type="http://schemas.openxmlformats.org/officeDocument/2006/relationships/notesMaster" Target="/ppt/notesMasters/notesMaster1.xml" Id="R81583c9447fc4b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4497204680347e8" /><Relationship Type="http://schemas.openxmlformats.org/officeDocument/2006/relationships/notesMaster" Target="/ppt/notesMasters/notesMaster1.xml" Id="R1a9d4641c89e425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d8a75572e334b02" /><Relationship Type="http://schemas.openxmlformats.org/officeDocument/2006/relationships/notesMaster" Target="/ppt/notesMasters/notesMaster1.xml" Id="Rdd3c4e47e1e54f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3dae4a226541b7" /><Relationship Type="http://schemas.openxmlformats.org/officeDocument/2006/relationships/notesMaster" Target="/ppt/notesMasters/notesMaster1.xml" Id="R20547bd2537c4ca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28601470834569" /><Relationship Type="http://schemas.openxmlformats.org/officeDocument/2006/relationships/notesMaster" Target="/ppt/notesMasters/notesMaster1.xml" Id="R3c3860a56fc64c5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079986103ea447c" /><Relationship Type="http://schemas.openxmlformats.org/officeDocument/2006/relationships/notesMaster" Target="/ppt/notesMasters/notesMaster1.xml" Id="R7aebe2199af9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그림은 교과서Ⅲ-2의 설명용 재구성이다.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첫 식의 상태→계수→−76.9, 두 번째 식의+26.2→사례 사진</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컵→온도계→Q식의 세 인자→q반응 부호</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에탄올1 mol은46 g이고 완전 연소할 때1367 kJ를 방출합니다. 따라서1 g당 약29.7 kJ입니다. 수소는 제시된 식의 계수가2이므로571.6 kJ를 먼저2로 나누어1 mol당285.8 kJ를 구합니다. 수소1 mol의 질량은2 g이므로 다시2로 나누면142.9 kJ/g입니다. 수소 계산에서 두 번의 나눗셈은 역할이 다릅니다. 첫 번째는 반응식 계수, 두 번째는 몰질량에 따른 환산이라는 점을 학생에게 설명하게 합니다.</a:t>
            </a:r>
          </a:p>
          <a:p xmlns:a="http://schemas.openxmlformats.org/drawingml/2006/main">
            <a:r>
              <a:t>화면에서 가리킬 순서: 에탄올 식과 상태l→수소 계수2→아래 두 계산</a:t>
            </a:r>
          </a:p>
          <a:p xmlns:a="http://schemas.openxmlformats.org/drawingml/2006/main">
            <a:r>
              <a:t>오개념 점검: 두 번의÷2를 같은 근거라고 설명하지 않는다.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왼쪽부터 연료, 몰질량,1 mol당 방출열,1 g당 방출열입니다. 같은 질량을 비교하려면 마지막 열을 봐야 합니다. 수소142.9, 메테인55.7, 뷰테인49.6, 에탄올29.7 kJ/g 순서입니다. 반대로1 mol당 값만 보면 뷰테인이 가장 큽니다. 한 열의 값을 다른 열의 값과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열 제목의단위→마지막 열 네 값→mol 기준과 대조</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빈 표→첫 클릭 계산값→오른쪽 질문→둘째 클릭 순서</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H₂→2H→+436→상승하는 엔탈피</a:t>
            </a:r>
          </a:p>
          <a:p xmlns:a="http://schemas.openxmlformats.org/drawingml/2006/main">
            <a:r>
              <a:t>오개념 점검: 2H는 수소 분자 두 개가 아니라 수소 원자 두 개를 뜻한다. 그래프는 교과서Ⅲ-6 재구성이다.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2H→H₂→−436→하강하는 엔탈피</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2871c87fa345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d5f4fa3e114d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eff67ccd684a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ec1875e3d648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ca6e3b4ac943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f9bd36d22f41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D6BB38-C828-457D-B0BD-14370841FD1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7FE560-FC42-47B7-B4A8-83219EC5F7F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ADC8AD-6E18-449A-95FD-931C2BB5FE5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BFB106-6BEB-4C36-BC10-F284CC3B48C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3CC5D3-A9AD-46DD-8B18-01D7554CA66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909B6B-B019-4B8B-ACDB-3D58E0D8016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F2F68A-D809-4CCA-B08E-6684A6288C2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FCE4D5-3903-4664-A62D-74428AF33407}"/>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3C0456-5795-4FF1-AEB9-BC501226100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AC2878-E934-4192-AE45-87C12D96D48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8fa8f25a4c4839" /><Relationship Type="http://schemas.openxmlformats.org/officeDocument/2006/relationships/slideLayout" Target="/ppt/slideLayouts/slideLayout1.xml" Id="Rf0d06b60541f4799" /><Relationship Type="http://schemas.openxmlformats.org/officeDocument/2006/relationships/slideLayout" Target="/ppt/slideLayouts/slideLayout2.xml" Id="R05735050416c41c6" /><Relationship Type="http://schemas.openxmlformats.org/officeDocument/2006/relationships/slideLayout" Target="/ppt/slideLayouts/slideLayout3.xml" Id="Re2622edfd06d4ec3" /><Relationship Type="http://schemas.openxmlformats.org/officeDocument/2006/relationships/slideLayout" Target="/ppt/slideLayouts/slideLayout4.xml" Id="Rff4ec818c47945cb" /><Relationship Type="http://schemas.openxmlformats.org/officeDocument/2006/relationships/slideLayout" Target="/ppt/slideLayouts/slideLayout5.xml" Id="R2422aaff78fe49cc" /><Relationship Type="http://schemas.openxmlformats.org/officeDocument/2006/relationships/slideLayout" Target="/ppt/slideLayouts/slideLayout6.xml" Id="R2da0ed76f99745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d06b60541f4799"/>
    <p:sldLayoutId xmlns:r="http://schemas.openxmlformats.org/officeDocument/2006/relationships" id="2147483650" r:id="R05735050416c41c6"/>
    <p:sldLayoutId xmlns:r="http://schemas.openxmlformats.org/officeDocument/2006/relationships" id="2147483651" r:id="Re2622edfd06d4ec3"/>
    <p:sldLayoutId xmlns:r="http://schemas.openxmlformats.org/officeDocument/2006/relationships" id="2147483652" r:id="Rff4ec818c47945cb"/>
    <p:sldLayoutId xmlns:r="http://schemas.openxmlformats.org/officeDocument/2006/relationships" id="2147483653" r:id="R2422aaff78fe49cc"/>
    <p:sldLayoutId xmlns:r="http://schemas.openxmlformats.org/officeDocument/2006/relationships" id="2147483654" r:id="R2da0ed76f99745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b6abd39bab416b" /><Relationship Type="http://schemas.openxmlformats.org/officeDocument/2006/relationships/image" Target="/ppt/media/image.png" Id="Re05a3425333d4f31" /><Relationship Type="http://schemas.openxmlformats.org/officeDocument/2006/relationships/image" Target="/ppt/media/image2.png" Id="R61108f589bc3473f" /><Relationship Type="http://schemas.openxmlformats.org/officeDocument/2006/relationships/image" Target="/ppt/media/image3.png" Id="R213e724d6d364414" /><Relationship Type="http://schemas.openxmlformats.org/officeDocument/2006/relationships/image" Target="/ppt/media/image4.png" Id="R28ebf1d8e3874b76" /><Relationship Type="http://schemas.openxmlformats.org/officeDocument/2006/relationships/notesSlide" Target="/ppt/notesSlides/notesSlide1.xml" Id="R03d4e02f433d48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db935060aa4f8e" /><Relationship Type="http://schemas.openxmlformats.org/officeDocument/2006/relationships/image" Target="/ppt/media/image5.png" Id="R1d4c1ff6e60e49ea" /><Relationship Type="http://schemas.openxmlformats.org/officeDocument/2006/relationships/image" Target="/ppt/media/image6.png" Id="Rf8766b369cdf4963" /><Relationship Type="http://schemas.openxmlformats.org/officeDocument/2006/relationships/image" Target="/ppt/media/image7.png" Id="R014bbd905dca4915" /><Relationship Type="http://schemas.openxmlformats.org/officeDocument/2006/relationships/image" Target="/ppt/media/image8.png" Id="R87594dcc8d9d4d2d" /><Relationship Type="http://schemas.openxmlformats.org/officeDocument/2006/relationships/image" Target="/ppt/media/image9.png" Id="Ra9bdc92032c641f2" /><Relationship Type="http://schemas.openxmlformats.org/officeDocument/2006/relationships/image" Target="/ppt/media/image10.png" Id="R6a353ff0e18c4029" /><Relationship Type="http://schemas.openxmlformats.org/officeDocument/2006/relationships/image" Target="/ppt/media/image11.png" Id="R1bb9a3d9dd264ae2" /><Relationship Type="http://schemas.openxmlformats.org/officeDocument/2006/relationships/image" Target="/ppt/media/image12.png" Id="Ree9292ea0e7c4517" /><Relationship Type="http://schemas.openxmlformats.org/officeDocument/2006/relationships/image" Target="/ppt/media/image13.png" Id="R0a8969932baf408c" /><Relationship Type="http://schemas.openxmlformats.org/officeDocument/2006/relationships/notesSlide" Target="/ppt/notesSlides/notesSlide2.xml" Id="R748b2823ffbe4f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e197784eb946f4" /><Relationship Type="http://schemas.openxmlformats.org/officeDocument/2006/relationships/image" Target="/ppt/media/image14.png" Id="R7112a56d5f884e86" /><Relationship Type="http://schemas.openxmlformats.org/officeDocument/2006/relationships/image" Target="/ppt/media/image15.png" Id="Ra71d059a6fdf48e1" /><Relationship Type="http://schemas.openxmlformats.org/officeDocument/2006/relationships/image" Target="/ppt/media/image16.png" Id="R978991377b024c37" /><Relationship Type="http://schemas.openxmlformats.org/officeDocument/2006/relationships/notesSlide" Target="/ppt/notesSlides/notesSlide3.xml" Id="R9b290cef33564d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6a8be0ec954f19" /><Relationship Type="http://schemas.openxmlformats.org/officeDocument/2006/relationships/image" Target="/ppt/media/image17.png" Id="R98a47da3fbad4b77" /><Relationship Type="http://schemas.openxmlformats.org/officeDocument/2006/relationships/image" Target="/ppt/media/image18.png" Id="R3ee50d01095c4dfd" /><Relationship Type="http://schemas.openxmlformats.org/officeDocument/2006/relationships/notesSlide" Target="/ppt/notesSlides/notesSlide4.xml" Id="R19ee39fbf6f449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92a1016a2e4108" /><Relationship Type="http://schemas.openxmlformats.org/officeDocument/2006/relationships/image" Target="/ppt/media/image19.png" Id="Re888926782324291" /><Relationship Type="http://schemas.openxmlformats.org/officeDocument/2006/relationships/image" Target="/ppt/media/image20.png" Id="R46892d4189b04ee8" /><Relationship Type="http://schemas.openxmlformats.org/officeDocument/2006/relationships/notesSlide" Target="/ppt/notesSlides/notesSlide5.xml" Id="Ra8e28cd3203140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ac8ddbc26b4162" /><Relationship Type="http://schemas.openxmlformats.org/officeDocument/2006/relationships/image" Target="/ppt/media/image21.png" Id="Rf7fd8e036be346be" /><Relationship Type="http://schemas.openxmlformats.org/officeDocument/2006/relationships/notesSlide" Target="/ppt/notesSlides/notesSlide6.xml" Id="Rfbec1dd6315047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b9e5aad6b34ae2" /><Relationship Type="http://schemas.openxmlformats.org/officeDocument/2006/relationships/image" Target="/ppt/media/image22.png" Id="R3a2377faf0414ce3" /><Relationship Type="http://schemas.openxmlformats.org/officeDocument/2006/relationships/image" Target="/ppt/media/image23.png" Id="R05adb518737b4eea" /><Relationship Type="http://schemas.openxmlformats.org/officeDocument/2006/relationships/image" Target="/ppt/media/image24.png" Id="R5488a50defcd401d" /><Relationship Type="http://schemas.openxmlformats.org/officeDocument/2006/relationships/notesSlide" Target="/ppt/notesSlides/notesSlide7.xml" Id="Rc1b1da4ccfb44e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dc1c882b8d4b1b" /><Relationship Type="http://schemas.openxmlformats.org/officeDocument/2006/relationships/image" Target="/ppt/media/image25.png" Id="R252935cb84494f1f" /><Relationship Type="http://schemas.openxmlformats.org/officeDocument/2006/relationships/notesSlide" Target="/ppt/notesSlides/notesSlide8.xml" Id="Rd9644605bdfb4c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2dfd1ac91948bd" /><Relationship Type="http://schemas.openxmlformats.org/officeDocument/2006/relationships/image" Target="/ppt/media/image26.png" Id="R2a5c0a528d03483f" /><Relationship Type="http://schemas.openxmlformats.org/officeDocument/2006/relationships/notesSlide" Target="/ppt/notesSlides/notesSlide9.xml" Id="R72a387565d2649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5011b94b584fc3" /><Relationship Type="http://schemas.openxmlformats.org/officeDocument/2006/relationships/image" Target="/ppt/media/image27.png" Id="Rcf3efa44ffd04f47" /><Relationship Type="http://schemas.openxmlformats.org/officeDocument/2006/relationships/notesSlide" Target="/ppt/notesSlides/notesSlide10.xml" Id="R6570d9819a104a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e58b578bea475b" /><Relationship Type="http://schemas.openxmlformats.org/officeDocument/2006/relationships/image" Target="/ppt/media/image28.png" Id="Rabd29c448dde4194" /><Relationship Type="http://schemas.openxmlformats.org/officeDocument/2006/relationships/notesSlide" Target="/ppt/notesSlides/notesSlide11.xml" Id="R84c3ea6832cc44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65ff74ccfe4066" /><Relationship Type="http://schemas.openxmlformats.org/officeDocument/2006/relationships/image" Target="/ppt/media/image29.png" Id="R4b5fce91d6804d33" /><Relationship Type="http://schemas.openxmlformats.org/officeDocument/2006/relationships/image" Target="/ppt/media/image30.png" Id="R34e8e1d0988f4907" /><Relationship Type="http://schemas.openxmlformats.org/officeDocument/2006/relationships/notesSlide" Target="/ppt/notesSlides/notesSlide12.xml" Id="Re9cc85c67b7841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5391f15b8b424c" /><Relationship Type="http://schemas.openxmlformats.org/officeDocument/2006/relationships/image" Target="/ppt/media/image31.png" Id="Rf1d87f9ab09e44a8" /><Relationship Type="http://schemas.openxmlformats.org/officeDocument/2006/relationships/notesSlide" Target="/ppt/notesSlides/notesSlide13.xml" Id="Recb05b0479f94b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aa1378b79bb4bf5" /><Relationship Type="http://schemas.openxmlformats.org/officeDocument/2006/relationships/image" Target="/ppt/media/image32.png" Id="R03d0263e99384ff9" /><Relationship Type="http://schemas.openxmlformats.org/officeDocument/2006/relationships/image" Target="/ppt/media/image33.png" Id="R180792adcae64fb2" /><Relationship Type="http://schemas.openxmlformats.org/officeDocument/2006/relationships/notesSlide" Target="/ppt/notesSlides/notesSlide14.xml" Id="Rb91b31a2333d42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0a1fb2292234a71" /><Relationship Type="http://schemas.openxmlformats.org/officeDocument/2006/relationships/image" Target="/ppt/media/image34.png" Id="R4814521e08204072" /><Relationship Type="http://schemas.openxmlformats.org/officeDocument/2006/relationships/image" Target="/ppt/media/image35.png" Id="R0f382736c5f54e59" /><Relationship Type="http://schemas.openxmlformats.org/officeDocument/2006/relationships/image" Target="/ppt/media/image36.png" Id="R9ca330e363344b8e" /><Relationship Type="http://schemas.openxmlformats.org/officeDocument/2006/relationships/notesSlide" Target="/ppt/notesSlides/notesSlide15.xml" Id="Rccaa9c52350441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473d64c41b64dab" /><Relationship Type="http://schemas.openxmlformats.org/officeDocument/2006/relationships/image" Target="/ppt/media/image37.png" Id="Ra280100e90a24936" /><Relationship Type="http://schemas.openxmlformats.org/officeDocument/2006/relationships/notesSlide" Target="/ppt/notesSlides/notesSlide16.xml" Id="Rdd24f262772b47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07fdcf6cbde4b39" /><Relationship Type="http://schemas.openxmlformats.org/officeDocument/2006/relationships/image" Target="/ppt/media/image38.png" Id="Red3100c2d50b41a3" /><Relationship Type="http://schemas.openxmlformats.org/officeDocument/2006/relationships/notesSlide" Target="/ppt/notesSlides/notesSlide17.xml" Id="R0c5b60e6faea44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b56abda8074588" /><Relationship Type="http://schemas.openxmlformats.org/officeDocument/2006/relationships/image" Target="/ppt/media/image39.png" Id="R569d6c44e1de405c" /><Relationship Type="http://schemas.openxmlformats.org/officeDocument/2006/relationships/image" Target="/ppt/media/image40.png" Id="R402971ea2dbf4d49" /><Relationship Type="http://schemas.openxmlformats.org/officeDocument/2006/relationships/notesSlide" Target="/ppt/notesSlides/notesSlide18.xml" Id="R79d6edfd75ba46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7fff358d2547f9" /><Relationship Type="http://schemas.openxmlformats.org/officeDocument/2006/relationships/image" Target="/ppt/media/image41.png" Id="R090142ae82f149b6" /><Relationship Type="http://schemas.openxmlformats.org/officeDocument/2006/relationships/notesSlide" Target="/ppt/notesSlides/notesSlide19.xml" Id="Rfe392ff2e2624f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7b11771415a4107" /><Relationship Type="http://schemas.openxmlformats.org/officeDocument/2006/relationships/image" Target="/ppt/media/image42.png" Id="Rdc1722baf2874aca" /><Relationship Type="http://schemas.openxmlformats.org/officeDocument/2006/relationships/image" Target="/ppt/media/image43.png" Id="R9c20a82aa8ce4a46" /><Relationship Type="http://schemas.openxmlformats.org/officeDocument/2006/relationships/notesSlide" Target="/ppt/notesSlides/notesSlide20.xml" Id="R875b7aa0289c43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f3c655ab17f4098" /><Relationship Type="http://schemas.openxmlformats.org/officeDocument/2006/relationships/image" Target="/ppt/media/image44.png" Id="Rcb5c1f6671444835" /><Relationship Type="http://schemas.openxmlformats.org/officeDocument/2006/relationships/notesSlide" Target="/ppt/notesSlides/notesSlide21.xml" Id="R4260035ca94044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491bab9a1bd408c" /><Relationship Type="http://schemas.openxmlformats.org/officeDocument/2006/relationships/image" Target="/ppt/media/image45.png" Id="R00bab1620dde492a" /><Relationship Type="http://schemas.openxmlformats.org/officeDocument/2006/relationships/image" Target="/ppt/media/image46.png" Id="R78acec85de2545e0" /><Relationship Type="http://schemas.openxmlformats.org/officeDocument/2006/relationships/notesSlide" Target="/ppt/notesSlides/notesSlide22.xml" Id="R1a19730234e442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130aa0433d94de4" /><Relationship Type="http://schemas.openxmlformats.org/officeDocument/2006/relationships/image" Target="/ppt/media/image47.png" Id="R0b3a7e8651c04197" /><Relationship Type="http://schemas.openxmlformats.org/officeDocument/2006/relationships/notesSlide" Target="/ppt/notesSlides/notesSlide23.xml" Id="Rb71ce5fdf35e47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423c584ff104c07" /><Relationship Type="http://schemas.openxmlformats.org/officeDocument/2006/relationships/image" Target="/ppt/media/image48.png" Id="R1ceab1dceebf42ba" /><Relationship Type="http://schemas.openxmlformats.org/officeDocument/2006/relationships/notesSlide" Target="/ppt/notesSlides/notesSlide24.xml" Id="R875e46a1345948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b4d6122755543b2" /><Relationship Type="http://schemas.openxmlformats.org/officeDocument/2006/relationships/image" Target="/ppt/media/image49.png" Id="R0bf1bb54894840b1" /><Relationship Type="http://schemas.openxmlformats.org/officeDocument/2006/relationships/notesSlide" Target="/ppt/notesSlides/notesSlide25.xml" Id="Re3940c51beef48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a355f240b3d4ffc" /><Relationship Type="http://schemas.openxmlformats.org/officeDocument/2006/relationships/image" Target="/ppt/media/image50.png" Id="R9da1d383719b4725" /><Relationship Type="http://schemas.openxmlformats.org/officeDocument/2006/relationships/image" Target="/ppt/media/image51.png" Id="R077873c45e5f407b" /><Relationship Type="http://schemas.openxmlformats.org/officeDocument/2006/relationships/notesSlide" Target="/ppt/notesSlides/notesSlide26.xml" Id="Rcae47b22c85d47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7426ebeddf4215" /><Relationship Type="http://schemas.openxmlformats.org/officeDocument/2006/relationships/image" Target="/ppt/media/image52.png" Id="R56780970974e456e" /><Relationship Type="http://schemas.openxmlformats.org/officeDocument/2006/relationships/notesSlide" Target="/ppt/notesSlides/notesSlide27.xml" Id="Rb845ece26f7145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76ec80f13cd4cf3" /><Relationship Type="http://schemas.openxmlformats.org/officeDocument/2006/relationships/image" Target="/ppt/media/image53.png" Id="R1d436cec8aed4d67" /><Relationship Type="http://schemas.openxmlformats.org/officeDocument/2006/relationships/notesSlide" Target="/ppt/notesSlides/notesSlide28.xml" Id="R2ef7c5e54bf34e5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b35718194454b38" /><Relationship Type="http://schemas.openxmlformats.org/officeDocument/2006/relationships/image" Target="/ppt/media/image54.png" Id="Rf540991d645948c6" /><Relationship Type="http://schemas.openxmlformats.org/officeDocument/2006/relationships/notesSlide" Target="/ppt/notesSlides/notesSlide29.xml" Id="R82cf6189c4b343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111f869dd524722" /><Relationship Type="http://schemas.openxmlformats.org/officeDocument/2006/relationships/image" Target="/ppt/media/image55.png" Id="R68aaef1ccb534d9c" /><Relationship Type="http://schemas.openxmlformats.org/officeDocument/2006/relationships/notesSlide" Target="/ppt/notesSlides/notesSlide30.xml" Id="Re7c34222354748c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2754983a55246be" /><Relationship Type="http://schemas.openxmlformats.org/officeDocument/2006/relationships/image" Target="/ppt/media/image56.png" Id="Rc66c207aab9b4056" /><Relationship Type="http://schemas.openxmlformats.org/officeDocument/2006/relationships/image" Target="/ppt/media/image57.png" Id="R6162d29ea1af42d3" /><Relationship Type="http://schemas.openxmlformats.org/officeDocument/2006/relationships/notesSlide" Target="/ppt/notesSlides/notesSlide31.xml" Id="R560ed4a01d6e4f31"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EA824A39-E2A4-4D4B-B260-0A85519556D4}"/>
              </a:ext>
            </a:extLst>
          </p:cNvPr>
          <p:cNvPicPr>
            <a:picLocks noChangeAspect="1"/>
          </p:cNvPicPr>
          <p:nvPr/>
        </p:nvPicPr>
        <p:blipFill>
          <a:blip ns3:embed="Re05a3425333d4f31"/>
          <a:stretch/>
        </p:blipFill>
        <p:spPr>
          <a:xfrm>
            <a:off x="4859" y="0"/>
            <a:ext cx="18278283" cy="10287000"/>
          </a:xfrm>
          <a:prstGeom prst="rect">
            <a:avLst/>
          </a:prstGeom>
        </p:spPr>
      </p:pic>
      <p:sp>
        <p:nvSpPr>
          <p:cNvPr id="2" name="reference_green_fade">
            <a:extLst>
              <a:ext uri="{FF2B5EF4-FFF2-40B4-BE49-F238E27FC236}">
                <ns2:creationId id="{763F671F-ADD2-41BC-8044-D60DB1A1D25D}"/>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EE7C2A7D-62D5-4B1A-A5C5-F4F9197ECE57}"/>
              </a:ext>
            </a:extLst>
          </p:cNvPr>
          <p:cNvPicPr>
            <a:picLocks noChangeAspect="1"/>
          </p:cNvPicPr>
          <p:nvPr/>
        </p:nvPicPr>
        <p:blipFill>
          <a:blip ns3:embed="R61108f589bc3473f"/>
          <a:stretch/>
        </p:blipFill>
        <p:spPr>
          <a:xfrm>
            <a:off x="16941800" y="382588"/>
            <a:ext cx="1028700" cy="733425"/>
          </a:xfrm>
          <a:prstGeom prst="rect">
            <a:avLst/>
          </a:prstGeom>
        </p:spPr>
      </p:pic>
      <p:sp>
        <p:nvSpPr>
          <p:cNvPr id="4" name="copyright">
            <a:extLst>
              <a:ext uri="{FF2B5EF4-FFF2-40B4-BE49-F238E27FC236}">
                <ns2:creationId id="{150B21CC-3D6E-4FB3-BF93-C0847EC1AF4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B15786AB-4B55-4175-81FD-8D7F7C0EDB83}"/>
              </a:ext>
            </a:extLst>
          </p:cNvPr>
          <p:cNvPicPr>
            <a:picLocks noChangeAspect="1"/>
          </p:cNvPicPr>
          <p:nvPr/>
        </p:nvPicPr>
        <p:blipFill>
          <a:blip ns3:embed="R213e724d6d364414"/>
          <a:stretch/>
        </p:blipFill>
        <p:spPr>
          <a:xfrm>
            <a:off x="1320800" y="5207000"/>
            <a:ext cx="1447800" cy="609600"/>
          </a:xfrm>
          <a:prstGeom prst="rect">
            <a:avLst/>
          </a:prstGeom>
        </p:spPr>
      </p:pic>
      <p:pic>
        <p:nvPicPr>
          <p:cNvPr id="6" name="">
            <a:extLst>
              <a:ext uri="{FF2B5EF4-FFF2-40B4-BE49-F238E27FC236}">
                <ns2:creationId id="{4F778032-317D-41EC-BBDA-5E34918A5792}"/>
              </a:ext>
            </a:extLst>
          </p:cNvPr>
          <p:cNvPicPr>
            <a:picLocks noChangeAspect="1"/>
          </p:cNvPicPr>
          <p:nvPr/>
        </p:nvPicPr>
        <p:blipFill>
          <a:blip ns3:embed="R28ebf1d8e3874b76"/>
          <a:stretch/>
        </p:blipFill>
        <p:spPr>
          <a:xfrm>
            <a:off x="15252700" y="410251"/>
            <a:ext cx="1473200" cy="627298"/>
          </a:xfrm>
          <a:prstGeom prst="rect">
            <a:avLst/>
          </a:prstGeom>
        </p:spPr>
      </p:pic>
      <p:sp>
        <p:nvSpPr>
          <p:cNvPr id="7" name="title-line0">
            <a:extLst>
              <a:ext uri="{FF2B5EF4-FFF2-40B4-BE49-F238E27FC236}">
                <ns2:creationId id="{E08697F5-C068-49C8-851B-502DA6B750F1}"/>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E40FF554-20B8-4A7F-8809-C78938E1F6B7}"/>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E9D62B2C-63E2-40C2-94E2-40AA469BAAE2}"/>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899941154"/>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BD992E39-A9BF-4ACB-82C7-9DE61F51AA4F}"/>
              </a:ext>
            </a:extLst>
          </p:cNvPr>
          <p:cNvPicPr>
            <a:picLocks noChangeAspect="1"/>
          </p:cNvPicPr>
          <p:nvPr/>
        </p:nvPicPr>
        <p:blipFill>
          <a:blip ns3:embed="R1d4c1ff6e60e49ea"/>
          <a:stretch/>
        </p:blipFill>
        <p:spPr>
          <a:xfrm>
            <a:off x="1981200" y="4205950"/>
            <a:ext cx="13017500" cy="3792800"/>
          </a:xfrm>
          <a:prstGeom prst="rect">
            <a:avLst/>
          </a:prstGeom>
        </p:spPr>
      </p:pic>
      <p:pic>
        <p:nvPicPr>
          <p:cNvPr id="2" name="">
            <a:extLst>
              <a:ext uri="{FF2B5EF4-FFF2-40B4-BE49-F238E27FC236}">
                <ns2:creationId id="{9C4459E9-5D2D-4E5E-B77C-1DB4D428C354}"/>
              </a:ext>
            </a:extLst>
          </p:cNvPr>
          <p:cNvPicPr>
            <a:picLocks noChangeAspect="1"/>
          </p:cNvPicPr>
          <p:nvPr/>
        </p:nvPicPr>
        <p:blipFill>
          <a:blip ns3:embed="Rf8766b369cdf4963"/>
          <a:stretch/>
        </p:blipFill>
        <p:spPr>
          <a:xfrm>
            <a:off x="4321175" y="4800600"/>
            <a:ext cx="2419350" cy="1981200"/>
          </a:xfrm>
          <a:prstGeom prst="rect">
            <a:avLst/>
          </a:prstGeom>
        </p:spPr>
      </p:pic>
      <p:pic>
        <p:nvPicPr>
          <p:cNvPr id="3" name="">
            <a:extLst>
              <a:ext uri="{FF2B5EF4-FFF2-40B4-BE49-F238E27FC236}">
                <ns2:creationId id="{B9CB6550-F453-4311-9E86-537E0F2CD85E}"/>
              </a:ext>
            </a:extLst>
          </p:cNvPr>
          <p:cNvPicPr>
            <a:picLocks noChangeAspect="1"/>
          </p:cNvPicPr>
          <p:nvPr/>
        </p:nvPicPr>
        <p:blipFill>
          <a:blip ns3:embed="R014bbd905dca4915"/>
          <a:stretch/>
        </p:blipFill>
        <p:spPr>
          <a:xfrm>
            <a:off x="8004175" y="4800600"/>
            <a:ext cx="2419350" cy="1981200"/>
          </a:xfrm>
          <a:prstGeom prst="rect">
            <a:avLst/>
          </a:prstGeom>
        </p:spPr>
      </p:pic>
      <p:pic>
        <p:nvPicPr>
          <p:cNvPr id="4" name="">
            <a:extLst>
              <a:ext uri="{FF2B5EF4-FFF2-40B4-BE49-F238E27FC236}">
                <ns2:creationId id="{24E5ECBD-2D5A-4323-A30B-F5458F5C39FD}"/>
              </a:ext>
            </a:extLst>
          </p:cNvPr>
          <p:cNvPicPr>
            <a:picLocks noChangeAspect="1"/>
          </p:cNvPicPr>
          <p:nvPr/>
        </p:nvPicPr>
        <p:blipFill>
          <a:blip ns3:embed="R87594dcc8d9d4d2d"/>
          <a:stretch/>
        </p:blipFill>
        <p:spPr>
          <a:xfrm>
            <a:off x="11696700" y="4788250"/>
            <a:ext cx="2425700" cy="2158300"/>
          </a:xfrm>
          <a:prstGeom prst="rect">
            <a:avLst/>
          </a:prstGeom>
        </p:spPr>
      </p:pic>
      <p:pic>
        <p:nvPicPr>
          <p:cNvPr id="5" name="">
            <a:extLst>
              <a:ext uri="{FF2B5EF4-FFF2-40B4-BE49-F238E27FC236}">
                <ns2:creationId id="{6698CF67-F577-4FB3-A486-A828619F881C}"/>
              </a:ext>
            </a:extLst>
          </p:cNvPr>
          <p:cNvPicPr>
            <a:picLocks noChangeAspect="1"/>
          </p:cNvPicPr>
          <p:nvPr/>
        </p:nvPicPr>
        <p:blipFill>
          <a:blip ns3:embed="Ra9bdc92032c641f2"/>
          <a:stretch/>
        </p:blipFill>
        <p:spPr>
          <a:xfrm>
            <a:off x="14834480" y="4203700"/>
            <a:ext cx="353840" cy="1587500"/>
          </a:xfrm>
          <a:prstGeom prst="rect">
            <a:avLst/>
          </a:prstGeom>
        </p:spPr>
      </p:pic>
      <p:pic>
        <p:nvPicPr>
          <p:cNvPr id="6" name="">
            <a:extLst>
              <a:ext uri="{FF2B5EF4-FFF2-40B4-BE49-F238E27FC236}">
                <ns2:creationId id="{9198F09F-DD37-4997-988D-A882FEEC48F2}"/>
              </a:ext>
            </a:extLst>
          </p:cNvPr>
          <p:cNvPicPr>
            <a:picLocks noChangeAspect="1"/>
          </p:cNvPicPr>
          <p:nvPr/>
        </p:nvPicPr>
        <p:blipFill>
          <a:blip ns3:embed="R6a353ff0e18c4029"/>
          <a:stretch/>
        </p:blipFill>
        <p:spPr>
          <a:xfrm>
            <a:off x="14644856" y="4330700"/>
            <a:ext cx="402887" cy="901700"/>
          </a:xfrm>
          <a:prstGeom prst="rect">
            <a:avLst/>
          </a:prstGeom>
        </p:spPr>
      </p:pic>
      <p:pic>
        <p:nvPicPr>
          <p:cNvPr id="7" name="">
            <a:extLst>
              <a:ext uri="{FF2B5EF4-FFF2-40B4-BE49-F238E27FC236}">
                <ns2:creationId id="{5AFEC230-01A7-4839-AA6E-82CF769203E9}"/>
              </a:ext>
            </a:extLst>
          </p:cNvPr>
          <p:cNvPicPr>
            <a:picLocks noChangeAspect="1"/>
          </p:cNvPicPr>
          <p:nvPr/>
        </p:nvPicPr>
        <p:blipFill>
          <a:blip ns3:embed="R1bb9a3d9dd264ae2"/>
          <a:stretch/>
        </p:blipFill>
        <p:spPr>
          <a:xfrm>
            <a:off x="14644856" y="7099300"/>
            <a:ext cx="402887" cy="901700"/>
          </a:xfrm>
          <a:prstGeom prst="rect">
            <a:avLst/>
          </a:prstGeom>
        </p:spPr>
      </p:pic>
      <p:pic>
        <p:nvPicPr>
          <p:cNvPr id="8" name="">
            <a:extLst>
              <a:ext uri="{FF2B5EF4-FFF2-40B4-BE49-F238E27FC236}">
                <ns2:creationId id="{E5A90064-4E9D-4F56-B99C-F0906F7F84F8}"/>
              </a:ext>
            </a:extLst>
          </p:cNvPr>
          <p:cNvPicPr>
            <a:picLocks noChangeAspect="1"/>
          </p:cNvPicPr>
          <p:nvPr/>
        </p:nvPicPr>
        <p:blipFill>
          <a:blip ns3:embed="Ree9292ea0e7c4517"/>
          <a:stretch/>
        </p:blipFill>
        <p:spPr>
          <a:xfrm>
            <a:off x="14784556" y="6667500"/>
            <a:ext cx="402887" cy="901700"/>
          </a:xfrm>
          <a:prstGeom prst="rect">
            <a:avLst/>
          </a:prstGeom>
        </p:spPr>
      </p:pic>
      <p:pic>
        <p:nvPicPr>
          <p:cNvPr id="9" name="">
            <a:extLst>
              <a:ext uri="{FF2B5EF4-FFF2-40B4-BE49-F238E27FC236}">
                <ns2:creationId id="{096A494A-B861-42F4-8949-232BAFCD73BC}"/>
              </a:ext>
            </a:extLst>
          </p:cNvPr>
          <p:cNvPicPr>
            <a:picLocks noChangeAspect="1"/>
          </p:cNvPicPr>
          <p:nvPr/>
        </p:nvPicPr>
        <p:blipFill>
          <a:blip ns3:embed="R0a8969932baf408c"/>
          <a:stretch/>
        </p:blipFill>
        <p:spPr>
          <a:xfrm>
            <a:off x="16941800" y="382588"/>
            <a:ext cx="1028700" cy="733425"/>
          </a:xfrm>
          <a:prstGeom prst="rect">
            <a:avLst/>
          </a:prstGeom>
        </p:spPr>
      </p:pic>
      <p:sp>
        <p:nvSpPr>
          <p:cNvPr id="10" name="copyright">
            <a:extLst>
              <a:ext uri="{FF2B5EF4-FFF2-40B4-BE49-F238E27FC236}">
                <ns2:creationId id="{A319AB98-4B2D-4D75-AA34-973BC9342DF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B139AD92-E789-41E3-9AE9-47BF9354C6E5}"/>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169BD455-D4E2-4CFF-B327-1AD619FDBB5A}"/>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0C5C13B4-96F0-4370-B714-860442F062B7}"/>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DE84DD17-AA80-41CA-AD40-59C67F8C7981}"/>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E49CA144-C733-40C1-B3B6-9FD1A79997E6}"/>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9F0DFDDF-2E53-4A63-B650-8824AECA18CA}"/>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764F2D81-25B2-4E46-8166-E4BE2B2E84D8}"/>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795C7467-20FE-4467-8AEC-B7838D60AF09}"/>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A52F364C-5C51-40C5-A9A4-71C36053453D}"/>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41CE5A87-0C99-4682-AE5A-4FB56081054D}"/>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90848442"/>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0B4B7C17-A0C3-4A95-9A1A-51F402A7C8EA}"/>
              </a:ext>
            </a:extLst>
          </p:cNvPr>
          <p:cNvPicPr>
            <a:picLocks noChangeAspect="1"/>
          </p:cNvPicPr>
          <p:nvPr/>
        </p:nvPicPr>
        <p:blipFill>
          <a:blip ns3:embed="R7112a56d5f884e86"/>
          <a:stretch/>
        </p:blipFill>
        <p:spPr>
          <a:xfrm>
            <a:off x="1482979" y="4038600"/>
            <a:ext cx="15322041" cy="3683000"/>
          </a:xfrm>
          <a:prstGeom prst="rect">
            <a:avLst/>
          </a:prstGeom>
        </p:spPr>
      </p:pic>
      <p:pic>
        <p:nvPicPr>
          <p:cNvPr id="2" name="">
            <a:extLst>
              <a:ext uri="{FF2B5EF4-FFF2-40B4-BE49-F238E27FC236}">
                <ns2:creationId id="{BA8B1A2B-BB7F-4909-8E5C-7FDC07919A3F}"/>
              </a:ext>
            </a:extLst>
          </p:cNvPr>
          <p:cNvPicPr>
            <a:picLocks noChangeAspect="1"/>
          </p:cNvPicPr>
          <p:nvPr/>
        </p:nvPicPr>
        <p:blipFill>
          <a:blip ns3:embed="Ra71d059a6fdf48e1"/>
          <a:stretch/>
        </p:blipFill>
        <p:spPr>
          <a:xfrm>
            <a:off x="15914688" y="5372100"/>
            <a:ext cx="2066925" cy="4381500"/>
          </a:xfrm>
          <a:prstGeom prst="rect">
            <a:avLst/>
          </a:prstGeom>
        </p:spPr>
      </p:pic>
      <p:pic>
        <p:nvPicPr>
          <p:cNvPr id="3" name="">
            <a:extLst>
              <a:ext uri="{FF2B5EF4-FFF2-40B4-BE49-F238E27FC236}">
                <ns2:creationId id="{18DE9259-57B8-40FA-9FDA-E9FC8238E5F8}"/>
              </a:ext>
            </a:extLst>
          </p:cNvPr>
          <p:cNvPicPr>
            <a:picLocks noChangeAspect="1"/>
          </p:cNvPicPr>
          <p:nvPr/>
        </p:nvPicPr>
        <p:blipFill>
          <a:blip ns3:embed="R978991377b024c37"/>
          <a:stretch/>
        </p:blipFill>
        <p:spPr>
          <a:xfrm>
            <a:off x="16941800" y="382588"/>
            <a:ext cx="1028700" cy="733425"/>
          </a:xfrm>
          <a:prstGeom prst="rect">
            <a:avLst/>
          </a:prstGeom>
        </p:spPr>
      </p:pic>
      <p:sp>
        <p:nvSpPr>
          <p:cNvPr id="4" name="copyright">
            <a:extLst>
              <a:ext uri="{FF2B5EF4-FFF2-40B4-BE49-F238E27FC236}">
                <ns2:creationId id="{92704B98-0A21-4B36-8C5B-154E49A42B4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E72D3E4B-3227-46CE-97E7-FA6356098927}"/>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39547E98-1C68-4FAF-AFB3-740949F1BAF9}"/>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42F7B93A-DF03-4EDA-8BC5-7B37F00955AB}"/>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9E475C0D-E7F7-46DA-8645-3C57023C66B3}"/>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F3B737BA-3AFB-4EDD-B10E-A127C8864EED}"/>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AB9915F8-20CD-46BE-8027-23F12772251C}"/>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80F29491-6F71-4BD6-8C8F-EC7E8BF016AD}"/>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F8E3650D-2467-4057-8F0E-944FA24FA2C6}"/>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6DEDC0BB-D66F-4057-B3C8-A209A8085914}"/>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B379DDCA-030D-4A6B-82EC-0922BC93679F}"/>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602628019"/>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8CED648C-D09A-45EC-A046-83E487DBE947}"/>
              </a:ext>
            </a:extLst>
          </p:cNvPr>
          <p:cNvPicPr>
            <a:picLocks noChangeAspect="1"/>
          </p:cNvPicPr>
          <p:nvPr/>
        </p:nvPicPr>
        <p:blipFill>
          <a:blip ns3:embed="R98a47da3fbad4b77"/>
          <a:stretch/>
        </p:blipFill>
        <p:spPr>
          <a:xfrm>
            <a:off x="16941800" y="382588"/>
            <a:ext cx="1028700" cy="733425"/>
          </a:xfrm>
          <a:prstGeom prst="rect">
            <a:avLst/>
          </a:prstGeom>
        </p:spPr>
      </p:pic>
      <p:sp>
        <p:nvSpPr>
          <p:cNvPr id="2" name="copyright">
            <a:extLst>
              <a:ext uri="{FF2B5EF4-FFF2-40B4-BE49-F238E27FC236}">
                <ns2:creationId id="{A7584B34-6293-4D5C-9585-C16353EE6F5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985C2E1A-E569-44AB-9EBA-C7FB4AAADD7A}"/>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09D17581-D20C-4ACD-A395-392FF493E647}"/>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34A1E80F-6EA6-4E6C-9F2F-31B13A280AF3}"/>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1D3FB772-698C-494C-849D-21C50ABA12D9}"/>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AC43249B-9645-4A3C-A2C8-BF7623407465}"/>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3B56D9E8-8A95-45C3-ACD1-F4E1C4EEC3B1}"/>
              </a:ext>
            </a:extLst>
          </p:cNvPr>
          <p:cNvPicPr>
            <a:picLocks noChangeAspect="1"/>
          </p:cNvPicPr>
          <p:nvPr/>
        </p:nvPicPr>
        <p:blipFill>
          <a:blip ns3:embed="R3ee50d01095c4dfd"/>
          <a:stretch/>
        </p:blipFill>
        <p:spPr>
          <a:xfrm>
            <a:off x="5715000" y="4722634"/>
            <a:ext cx="6858000" cy="5151794"/>
          </a:xfrm>
          <a:prstGeom prst="rect">
            <a:avLst/>
          </a:prstGeom>
        </p:spPr>
      </p:pic>
    </p:spTree>
    <p:extLst>
      <p:ext uri="{BB962C8B-B14F-4D97-AF65-F5344CB8AC3E}">
        <ns4:creationId val="455430503"/>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F064E2D-C72D-4F9D-A186-DDCBA842F40C}"/>
              </a:ext>
            </a:extLst>
          </p:cNvPr>
          <p:cNvPicPr>
            <a:picLocks noChangeAspect="1"/>
          </p:cNvPicPr>
          <p:nvPr/>
        </p:nvPicPr>
        <p:blipFill>
          <a:blip ns3:embed="Re888926782324291"/>
          <a:stretch/>
        </p:blipFill>
        <p:spPr>
          <a:xfrm>
            <a:off x="4859" y="0"/>
            <a:ext cx="18278283" cy="10287000"/>
          </a:xfrm>
          <a:prstGeom prst="rect">
            <a:avLst/>
          </a:prstGeom>
        </p:spPr>
      </p:pic>
      <p:sp>
        <p:nvSpPr>
          <p:cNvPr id="2" name="reference_green_fade">
            <a:extLst>
              <a:ext uri="{FF2B5EF4-FFF2-40B4-BE49-F238E27FC236}">
                <ns2:creationId id="{DBBBB189-2CA6-42DF-83BC-B7550CD0AB4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29E3B60C-62BE-4CE1-975F-6851838E48B4}"/>
              </a:ext>
            </a:extLst>
          </p:cNvPr>
          <p:cNvPicPr>
            <a:picLocks noChangeAspect="1"/>
          </p:cNvPicPr>
          <p:nvPr/>
        </p:nvPicPr>
        <p:blipFill>
          <a:blip ns3:embed="R46892d4189b04ee8"/>
          <a:stretch/>
        </p:blipFill>
        <p:spPr>
          <a:xfrm>
            <a:off x="16916400" y="332392"/>
            <a:ext cx="1079500" cy="668717"/>
          </a:xfrm>
          <a:prstGeom prst="rect">
            <a:avLst/>
          </a:prstGeom>
        </p:spPr>
      </p:pic>
      <p:sp>
        <p:nvSpPr>
          <p:cNvPr id="4" name="copyright">
            <a:extLst>
              <a:ext uri="{FF2B5EF4-FFF2-40B4-BE49-F238E27FC236}">
                <ns2:creationId id="{97AAB0A0-D1D2-4555-9D21-2C4F3BC318E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75C8F332-F18F-429B-84F0-D0BBE6806501}"/>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E51E4D96-97AA-4566-848F-00F077E0A224}"/>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0BA7D3FC-34E9-4D0D-B1DA-A617C9E96483}"/>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476788416"/>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9" name="">
            <a:extLst>
              <a:ext uri="{FF2B5EF4-FFF2-40B4-BE49-F238E27FC236}">
                <ns2:creationId id="{801807CA-587E-4F46-8813-7DC8BA737260}"/>
              </a:ext>
            </a:extLst>
          </p:cNvPr>
          <p:cNvPicPr>
            <a:picLocks noChangeAspect="1"/>
          </p:cNvPicPr>
          <p:nvPr/>
        </p:nvPicPr>
        <p:blipFill>
          <a:blip ns3:embed="Rf7fd8e036be346be"/>
          <a:stretch/>
        </p:blipFill>
        <p:spPr>
          <a:xfrm>
            <a:off x="16941800" y="382588"/>
            <a:ext cx="1028700" cy="733425"/>
          </a:xfrm>
          <a:prstGeom prst="rect">
            <a:avLst/>
          </a:prstGeom>
        </p:spPr>
      </p:pic>
      <p:sp>
        <p:nvSpPr>
          <p:cNvPr id="2" name="part_heading">
            <a:extLst>
              <a:ext uri="{FF2B5EF4-FFF2-40B4-BE49-F238E27FC236}">
                <ns2:creationId id="{7DF06AC2-123E-49E0-B479-A27B4093C8A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F992838-CE52-4FFF-BB76-4E576881811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C1E2559-F677-41BB-920C-88680129652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0BC9C8AD-4DBC-4FB3-84B3-176F42AB5F3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ΔH의 부호를 읽는다</a:t>
            </a:r>
          </a:p>
        </p:txBody>
      </p:sp>
      <p:sp>
        <p:nvSpPr>
          <p:cNvPr id="6" name="explanation">
            <a:extLst>
              <a:ext uri="{FF2B5EF4-FFF2-40B4-BE49-F238E27FC236}">
                <ns2:creationId id="{8D67BE1D-E79F-46EE-82DC-C2743110959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page">
            <a:extLst>
              <a:ext uri="{FF2B5EF4-FFF2-40B4-BE49-F238E27FC236}">
                <ns2:creationId id="{82A925E0-C2DC-4B6A-9DEE-1554BE7B106D}"/>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06 / 31</a:t>
            </a:r>
          </a:p>
        </p:txBody>
      </p:sp>
      <p:sp>
        <p:nvSpPr>
          <p:cNvPr id="8" name="copyright">
            <a:extLst>
              <a:ext uri="{FF2B5EF4-FFF2-40B4-BE49-F238E27FC236}">
                <ns2:creationId id="{A8090059-51EB-43EA-8D3F-6711CAA826B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xo">
            <a:extLst>
              <a:ext uri="{FF2B5EF4-FFF2-40B4-BE49-F238E27FC236}">
                <ns2:creationId id="{CEF54709-AB17-4F6A-825E-04114B21D595}"/>
              </a:ext>
            </a:extLst>
          </p:cNvPr>
          <p:cNvSpPr>
            <a:spLocks noGrp="1"/>
          </p:cNvSpPr>
          <p:nvPr/>
        </p:nvSpPr>
        <p:spPr>
          <a:xfrm>
            <a:off x="2476500" y="4619625"/>
            <a:ext cx="5715000" cy="619125"/>
          </a:xfrm>
          <a:prstGeom prst="rect">
            <a:avLst/>
          </a:prstGeom>
          <a:noFill/>
          <a:ln w="0">
            <a:noFill/>
          </a:ln>
        </p:spPr>
        <p:txBody>
          <a:bodyPr wrap="none" lIns="0" tIns="0" rIns="0" bIns="0" anchor="t">
            <a:noAutofit/>
          </a:bodyPr>
          <a:lstStyle>
            <a:defPPr algn="ctr">
              <a:defRPr sz="3300" b="1">
                <a:solidFill>
                  <a:srgbClr val="0C7D08"/>
                </a:solidFill>
                <a:latin typeface="Pretendard"/>
                <a:ea typeface="Pretendard"/>
                <a:cs typeface="Pretendard"/>
              </a:defRPr>
            </a:defPPr>
            <a:lvl1pPr algn="ctr">
              <a:defRPr sz="3300" b="1">
                <a:solidFill>
                  <a:srgbClr val="0C7D08"/>
                </a:solidFill>
                <a:latin typeface="Pretendard"/>
                <a:ea typeface="Pretendard"/>
                <a:cs typeface="Pretendard"/>
              </a:defRPr>
            </a:lvl1pPr>
            <a:lvl2pPr algn="ctr">
              <a:defRPr sz="3300" b="1">
                <a:solidFill>
                  <a:srgbClr val="0C7D08"/>
                </a:solidFill>
                <a:latin typeface="Pretendard"/>
                <a:ea typeface="Pretendard"/>
                <a:cs typeface="Pretendard"/>
              </a:defRPr>
            </a:lvl2pPr>
            <a:lvl3pPr algn="ctr">
              <a:defRPr sz="3300" b="1">
                <a:solidFill>
                  <a:srgbClr val="0C7D08"/>
                </a:solidFill>
                <a:latin typeface="Pretendard"/>
                <a:ea typeface="Pretendard"/>
                <a:cs typeface="Pretendard"/>
              </a:defRPr>
            </a:lvl3pPr>
            <a:lvl4pPr algn="ctr">
              <a:defRPr sz="3300" b="1">
                <a:solidFill>
                  <a:srgbClr val="0C7D08"/>
                </a:solidFill>
                <a:latin typeface="Pretendard"/>
                <a:ea typeface="Pretendard"/>
                <a:cs typeface="Pretendard"/>
              </a:defRPr>
            </a:lvl4pPr>
            <a:lvl5pPr algn="ctr">
              <a:defRPr sz="3300" b="1">
                <a:solidFill>
                  <a:srgbClr val="0C7D08"/>
                </a:solidFill>
                <a:latin typeface="Pretendard"/>
                <a:ea typeface="Pretendard"/>
                <a:cs typeface="Pretendard"/>
              </a:defRPr>
            </a:lvl5pPr>
            <a:lvl6pPr algn="ctr">
              <a:defRPr sz="3300" b="1">
                <a:solidFill>
                  <a:srgbClr val="0C7D08"/>
                </a:solidFill>
                <a:latin typeface="Pretendard"/>
                <a:ea typeface="Pretendard"/>
                <a:cs typeface="Pretendard"/>
              </a:defRPr>
            </a:lvl6pPr>
            <a:lvl7pPr algn="ctr">
              <a:defRPr sz="3300" b="1">
                <a:solidFill>
                  <a:srgbClr val="0C7D08"/>
                </a:solidFill>
                <a:latin typeface="Pretendard"/>
                <a:ea typeface="Pretendard"/>
                <a:cs typeface="Pretendard"/>
              </a:defRPr>
            </a:lvl7pPr>
            <a:lvl8pPr algn="ctr">
              <a:defRPr sz="3300" b="1">
                <a:solidFill>
                  <a:srgbClr val="0C7D08"/>
                </a:solidFill>
                <a:latin typeface="Pretendard"/>
                <a:ea typeface="Pretendard"/>
                <a:cs typeface="Pretendard"/>
              </a:defRPr>
            </a:lvl8pPr>
            <a:lvl9pPr algn="ctr">
              <a:defRPr sz="3300" b="1">
                <a:solidFill>
                  <a:srgbClr val="0C7D08"/>
                </a:solidFill>
                <a:latin typeface="Pretendard"/>
                <a:ea typeface="Pretendard"/>
                <a:cs typeface="Pretendard"/>
              </a:defRPr>
            </a:lvl9pPr>
          </a:lstStyle>
          <a:p>
            <a:pPr algn="ctr">
              <a:defRPr sz="3300" b="1">
                <a:solidFill>
                  <a:srgbClr val="0C7D08"/>
                </a:solidFill>
                <a:latin typeface="Pretendard"/>
                <a:ea typeface="Pretendard"/>
                <a:cs typeface="Pretendard"/>
              </a:defRPr>
            </a:pPr>
            <a:r>
              <a:rPr sz="3300" b="1">
                <a:solidFill>
                  <a:srgbClr val="0C7D08"/>
                </a:solidFill>
                <a:latin typeface="Pretendard"/>
                <a:ea typeface="Pretendard"/>
                <a:cs typeface="Pretendard"/>
              </a:rPr>
              <a:t>발열 반응</a:t>
            </a:r>
          </a:p>
        </p:txBody>
      </p:sp>
      <p:sp>
        <p:nvSpPr>
          <p:cNvPr id="10" name="endo">
            <a:extLst>
              <a:ext uri="{FF2B5EF4-FFF2-40B4-BE49-F238E27FC236}">
                <ns2:creationId id="{2DF7C352-62D4-4B5D-BE02-8F5FF7AF1BFD}"/>
              </a:ext>
            </a:extLst>
          </p:cNvPr>
          <p:cNvSpPr>
            <a:spLocks noGrp="1"/>
          </p:cNvSpPr>
          <p:nvPr/>
        </p:nvSpPr>
        <p:spPr>
          <a:xfrm>
            <a:off x="10096500" y="4619625"/>
            <a:ext cx="5715000" cy="619125"/>
          </a:xfrm>
          <a:prstGeom prst="rect">
            <a:avLst/>
          </a:prstGeom>
          <a:noFill/>
          <a:ln w="0">
            <a:noFill/>
          </a:ln>
        </p:spPr>
        <p:txBody>
          <a:bodyPr wrap="none" lIns="0" tIns="0" rIns="0" bIns="0" anchor="t">
            <a:noAutofit/>
          </a:bodyPr>
          <a:lstStyle>
            <a:defPPr algn="ctr">
              <a:defRPr sz="3300" b="1">
                <a:solidFill>
                  <a:srgbClr val="555555"/>
                </a:solidFill>
                <a:latin typeface="Pretendard"/>
                <a:ea typeface="Pretendard"/>
                <a:cs typeface="Pretendard"/>
              </a:defRPr>
            </a:defPPr>
            <a:lvl1pPr algn="ctr">
              <a:defRPr sz="3300" b="1">
                <a:solidFill>
                  <a:srgbClr val="555555"/>
                </a:solidFill>
                <a:latin typeface="Pretendard"/>
                <a:ea typeface="Pretendard"/>
                <a:cs typeface="Pretendard"/>
              </a:defRPr>
            </a:lvl1pPr>
            <a:lvl2pPr algn="ctr">
              <a:defRPr sz="3300" b="1">
                <a:solidFill>
                  <a:srgbClr val="555555"/>
                </a:solidFill>
                <a:latin typeface="Pretendard"/>
                <a:ea typeface="Pretendard"/>
                <a:cs typeface="Pretendard"/>
              </a:defRPr>
            </a:lvl2pPr>
            <a:lvl3pPr algn="ctr">
              <a:defRPr sz="3300" b="1">
                <a:solidFill>
                  <a:srgbClr val="555555"/>
                </a:solidFill>
                <a:latin typeface="Pretendard"/>
                <a:ea typeface="Pretendard"/>
                <a:cs typeface="Pretendard"/>
              </a:defRPr>
            </a:lvl3pPr>
            <a:lvl4pPr algn="ctr">
              <a:defRPr sz="3300" b="1">
                <a:solidFill>
                  <a:srgbClr val="555555"/>
                </a:solidFill>
                <a:latin typeface="Pretendard"/>
                <a:ea typeface="Pretendard"/>
                <a:cs typeface="Pretendard"/>
              </a:defRPr>
            </a:lvl4pPr>
            <a:lvl5pPr algn="ctr">
              <a:defRPr sz="3300" b="1">
                <a:solidFill>
                  <a:srgbClr val="555555"/>
                </a:solidFill>
                <a:latin typeface="Pretendard"/>
                <a:ea typeface="Pretendard"/>
                <a:cs typeface="Pretendard"/>
              </a:defRPr>
            </a:lvl5pPr>
            <a:lvl6pPr algn="ctr">
              <a:defRPr sz="3300" b="1">
                <a:solidFill>
                  <a:srgbClr val="555555"/>
                </a:solidFill>
                <a:latin typeface="Pretendard"/>
                <a:ea typeface="Pretendard"/>
                <a:cs typeface="Pretendard"/>
              </a:defRPr>
            </a:lvl6pPr>
            <a:lvl7pPr algn="ctr">
              <a:defRPr sz="3300" b="1">
                <a:solidFill>
                  <a:srgbClr val="555555"/>
                </a:solidFill>
                <a:latin typeface="Pretendard"/>
                <a:ea typeface="Pretendard"/>
                <a:cs typeface="Pretendard"/>
              </a:defRPr>
            </a:lvl7pPr>
            <a:lvl8pPr algn="ctr">
              <a:defRPr sz="3300" b="1">
                <a:solidFill>
                  <a:srgbClr val="555555"/>
                </a:solidFill>
                <a:latin typeface="Pretendard"/>
                <a:ea typeface="Pretendard"/>
                <a:cs typeface="Pretendard"/>
              </a:defRPr>
            </a:lvl8pPr>
            <a:lvl9pPr algn="ctr">
              <a:defRPr sz="3300" b="1">
                <a:solidFill>
                  <a:srgbClr val="555555"/>
                </a:solidFill>
                <a:latin typeface="Pretendard"/>
                <a:ea typeface="Pretendard"/>
                <a:cs typeface="Pretendard"/>
              </a:defRPr>
            </a:lvl9pPr>
          </a:lstStyle>
          <a:p>
            <a:pPr algn="ctr">
              <a:defRPr sz="3300" b="1">
                <a:solidFill>
                  <a:srgbClr val="555555"/>
                </a:solidFill>
                <a:latin typeface="Pretendard"/>
                <a:ea typeface="Pretendard"/>
                <a:cs typeface="Pretendard"/>
              </a:defRPr>
            </a:pPr>
            <a:r>
              <a:rPr sz="3300" b="1">
                <a:solidFill>
                  <a:srgbClr val="555555"/>
                </a:solidFill>
                <a:latin typeface="Pretendard"/>
                <a:ea typeface="Pretendard"/>
                <a:cs typeface="Pretendard"/>
              </a:rPr>
              <a:t>흡열 반응</a:t>
            </a:r>
          </a:p>
        </p:txBody>
      </p:sp>
      <p:sp>
        <p:nvSpPr>
          <p:cNvPr id="11" name="axis-y-240">
            <a:extLst>
              <a:ext uri="{FF2B5EF4-FFF2-40B4-BE49-F238E27FC236}">
                <ns2:creationId id="{F5258EFA-ABF8-4AB7-A18D-48A6F0092814}"/>
              </a:ext>
            </a:extLst>
          </p:cNvPr>
          <p:cNvSpPr>
            <a:spLocks noGrp="1"/>
          </p:cNvSpPr>
          <p:nvPr/>
        </p:nvSpPr>
        <p:spPr>
          <a:xfrm>
            <a:off x="2286000" y="5334000"/>
            <a:ext cx="28575" cy="2762250"/>
          </a:xfrm>
          <a:prstGeom prst="rect">
            <a:avLst/>
          </a:prstGeom>
          <a:solidFill>
            <a:srgbClr val="555555"/>
          </a:solidFill>
          <a:ln w="0">
            <a:noFill/>
          </a:ln>
        </p:spPr>
      </p:sp>
      <p:sp>
        <p:nvSpPr>
          <p:cNvPr id="12" name="axis-x-240">
            <a:extLst>
              <a:ext uri="{FF2B5EF4-FFF2-40B4-BE49-F238E27FC236}">
                <ns2:creationId id="{F7B705E0-1F04-4C1B-9178-3E51DF960D61}"/>
              </a:ext>
            </a:extLst>
          </p:cNvPr>
          <p:cNvSpPr>
            <a:spLocks noGrp="1"/>
          </p:cNvSpPr>
          <p:nvPr/>
        </p:nvSpPr>
        <p:spPr>
          <a:xfrm>
            <a:off x="2286000" y="8096250"/>
            <a:ext cx="5715000" cy="28575"/>
          </a:xfrm>
          <a:prstGeom prst="rect">
            <a:avLst/>
          </a:prstGeom>
          <a:solidFill>
            <a:srgbClr val="555555"/>
          </a:solidFill>
          <a:ln w="0">
            <a:noFill/>
          </a:ln>
        </p:spPr>
      </p:sp>
      <p:sp>
        <p:nvSpPr>
          <p:cNvPr id="13" name="axisH-240">
            <a:extLst>
              <a:ext uri="{FF2B5EF4-FFF2-40B4-BE49-F238E27FC236}">
                <ns2:creationId id="{E918C792-186D-464D-8660-D9568D84D84B}"/>
              </a:ext>
            </a:extLst>
          </p:cNvPr>
          <p:cNvSpPr>
            <a:spLocks noGrp="1"/>
          </p:cNvSpPr>
          <p:nvPr/>
        </p:nvSpPr>
        <p:spPr>
          <a:xfrm>
            <a:off x="1828800" y="4857750"/>
            <a:ext cx="16192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4" name="axisR-240">
            <a:extLst>
              <a:ext uri="{FF2B5EF4-FFF2-40B4-BE49-F238E27FC236}">
                <ns2:creationId id="{3ED4377E-DCCA-45F1-B4AD-105DD2987A79}"/>
              </a:ext>
            </a:extLst>
          </p:cNvPr>
          <p:cNvSpPr>
            <a:spLocks noGrp="1"/>
          </p:cNvSpPr>
          <p:nvPr/>
        </p:nvSpPr>
        <p:spPr>
          <a:xfrm>
            <a:off x="5905500" y="8286750"/>
            <a:ext cx="21907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5" name="reactants-240">
            <a:extLst>
              <a:ext uri="{FF2B5EF4-FFF2-40B4-BE49-F238E27FC236}">
                <ns2:creationId id="{C717F918-E085-441E-A4A5-CD84D3C3CD26}"/>
              </a:ext>
            </a:extLst>
          </p:cNvPr>
          <p:cNvSpPr>
            <a:spLocks noGrp="1"/>
          </p:cNvSpPr>
          <p:nvPr/>
        </p:nvSpPr>
        <p:spPr>
          <a:xfrm>
            <a:off x="2714625" y="5857875"/>
            <a:ext cx="1952625" cy="38100"/>
          </a:xfrm>
          <a:prstGeom prst="rect">
            <a:avLst/>
          </a:prstGeom>
          <a:solidFill>
            <a:srgbClr val="555555"/>
          </a:solidFill>
          <a:ln w="0">
            <a:noFill/>
          </a:ln>
        </p:spPr>
      </p:sp>
      <p:sp>
        <p:nvSpPr>
          <p:cNvPr id="16" name="products-240">
            <a:extLst>
              <a:ext uri="{FF2B5EF4-FFF2-40B4-BE49-F238E27FC236}">
                <ns2:creationId id="{DE12EDF7-8F1E-4FC5-A66B-D1497466495C}"/>
              </a:ext>
            </a:extLst>
          </p:cNvPr>
          <p:cNvSpPr>
            <a:spLocks noGrp="1"/>
          </p:cNvSpPr>
          <p:nvPr/>
        </p:nvSpPr>
        <p:spPr>
          <a:xfrm>
            <a:off x="5619750" y="7286625"/>
            <a:ext cx="1952625" cy="38100"/>
          </a:xfrm>
          <a:prstGeom prst="rect">
            <a:avLst/>
          </a:prstGeom>
          <a:solidFill>
            <a:srgbClr val="555555"/>
          </a:solidFill>
          <a:ln w="0">
            <a:noFill/>
          </a:ln>
        </p:spPr>
      </p:sp>
      <p:sp>
        <p:nvSpPr>
          <p:cNvPr id="17" name="reactants-label-240">
            <a:extLst>
              <a:ext uri="{FF2B5EF4-FFF2-40B4-BE49-F238E27FC236}">
                <ns2:creationId id="{85609B28-3B4C-407D-A73D-2D1B8FA9F072}"/>
              </a:ext>
            </a:extLst>
          </p:cNvPr>
          <p:cNvSpPr>
            <a:spLocks noGrp="1"/>
          </p:cNvSpPr>
          <p:nvPr/>
        </p:nvSpPr>
        <p:spPr>
          <a:xfrm>
            <a:off x="2857500" y="5400675"/>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8" name="products-label-240">
            <a:extLst>
              <a:ext uri="{FF2B5EF4-FFF2-40B4-BE49-F238E27FC236}">
                <ns2:creationId id="{F2DB0B84-76A7-4349-8A20-3ACF5A8421E7}"/>
              </a:ext>
            </a:extLst>
          </p:cNvPr>
          <p:cNvSpPr>
            <a:spLocks noGrp="1"/>
          </p:cNvSpPr>
          <p:nvPr/>
        </p:nvSpPr>
        <p:spPr>
          <a:xfrm>
            <a:off x="5762625" y="6829425"/>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9" name="deltaH-240">
            <a:extLst>
              <a:ext uri="{FF2B5EF4-FFF2-40B4-BE49-F238E27FC236}">
                <ns2:creationId id="{07824B44-683C-4BC0-9CEA-2246C25EA58A}"/>
              </a:ext>
            </a:extLst>
          </p:cNvPr>
          <p:cNvSpPr>
            <a:spLocks noGrp="1"/>
          </p:cNvSpPr>
          <p:nvPr/>
        </p:nvSpPr>
        <p:spPr>
          <a:xfrm>
            <a:off x="4591050" y="6334125"/>
            <a:ext cx="2571750" cy="619125"/>
          </a:xfrm>
          <a:prstGeom prst="rect">
            <a:avLst/>
          </a:prstGeom>
          <a:noFill/>
          <a:ln w="0">
            <a:noFill/>
          </a:ln>
        </p:spPr>
        <p:txBody>
          <a:bodyPr wrap="none" lIns="0" tIns="0" rIns="0" bIns="0" anchor="t">
            <a:noAutofit/>
          </a:bodyPr>
          <a:lstStyle>
            <a:defPPr algn="l">
              <a:defRPr sz="3225" b="1">
                <a:solidFill>
                  <a:srgbClr val="0C7D08"/>
                </a:solidFill>
                <a:latin typeface="Pretendard"/>
                <a:ea typeface="Pretendard"/>
                <a:cs typeface="Pretendard"/>
              </a:defRPr>
            </a:defPPr>
            <a:lvl1pPr algn="l">
              <a:defRPr sz="3225" b="1">
                <a:solidFill>
                  <a:srgbClr val="0C7D08"/>
                </a:solidFill>
                <a:latin typeface="Pretendard"/>
                <a:ea typeface="Pretendard"/>
                <a:cs typeface="Pretendard"/>
              </a:defRPr>
            </a:lvl1pPr>
            <a:lvl2pPr algn="l">
              <a:defRPr sz="3225" b="1">
                <a:solidFill>
                  <a:srgbClr val="0C7D08"/>
                </a:solidFill>
                <a:latin typeface="Pretendard"/>
                <a:ea typeface="Pretendard"/>
                <a:cs typeface="Pretendard"/>
              </a:defRPr>
            </a:lvl2pPr>
            <a:lvl3pPr algn="l">
              <a:defRPr sz="3225" b="1">
                <a:solidFill>
                  <a:srgbClr val="0C7D08"/>
                </a:solidFill>
                <a:latin typeface="Pretendard"/>
                <a:ea typeface="Pretendard"/>
                <a:cs typeface="Pretendard"/>
              </a:defRPr>
            </a:lvl3pPr>
            <a:lvl4pPr algn="l">
              <a:defRPr sz="3225" b="1">
                <a:solidFill>
                  <a:srgbClr val="0C7D08"/>
                </a:solidFill>
                <a:latin typeface="Pretendard"/>
                <a:ea typeface="Pretendard"/>
                <a:cs typeface="Pretendard"/>
              </a:defRPr>
            </a:lvl4pPr>
            <a:lvl5pPr algn="l">
              <a:defRPr sz="3225" b="1">
                <a:solidFill>
                  <a:srgbClr val="0C7D08"/>
                </a:solidFill>
                <a:latin typeface="Pretendard"/>
                <a:ea typeface="Pretendard"/>
                <a:cs typeface="Pretendard"/>
              </a:defRPr>
            </a:lvl5pPr>
            <a:lvl6pPr algn="l">
              <a:defRPr sz="3225" b="1">
                <a:solidFill>
                  <a:srgbClr val="0C7D08"/>
                </a:solidFill>
                <a:latin typeface="Pretendard"/>
                <a:ea typeface="Pretendard"/>
                <a:cs typeface="Pretendard"/>
              </a:defRPr>
            </a:lvl6pPr>
            <a:lvl7pPr algn="l">
              <a:defRPr sz="3225" b="1">
                <a:solidFill>
                  <a:srgbClr val="0C7D08"/>
                </a:solidFill>
                <a:latin typeface="Pretendard"/>
                <a:ea typeface="Pretendard"/>
                <a:cs typeface="Pretendard"/>
              </a:defRPr>
            </a:lvl7pPr>
            <a:lvl8pPr algn="l">
              <a:defRPr sz="3225" b="1">
                <a:solidFill>
                  <a:srgbClr val="0C7D08"/>
                </a:solidFill>
                <a:latin typeface="Pretendard"/>
                <a:ea typeface="Pretendard"/>
                <a:cs typeface="Pretendard"/>
              </a:defRPr>
            </a:lvl8pPr>
            <a:lvl9pPr algn="l">
              <a:defRPr sz="3225" b="1">
                <a:solidFill>
                  <a:srgbClr val="0C7D08"/>
                </a:solidFill>
                <a:latin typeface="Pretendard"/>
                <a:ea typeface="Pretendard"/>
                <a:cs typeface="Pretendard"/>
              </a:defRPr>
            </a:lvl9pPr>
          </a:lstStyle>
          <a:p>
            <a:pPr algn="l">
              <a:defRPr sz="3225" b="1">
                <a:solidFill>
                  <a:srgbClr val="0C7D08"/>
                </a:solidFill>
                <a:latin typeface="Pretendard"/>
                <a:ea typeface="Pretendard"/>
                <a:cs typeface="Pretendard"/>
              </a:defRPr>
            </a:pPr>
            <a:r>
              <a:rPr sz="3225" b="1">
                <a:solidFill>
                  <a:srgbClr val="0C7D08"/>
                </a:solidFill>
                <a:latin typeface="Pretendard"/>
                <a:ea typeface="Pretendard"/>
                <a:cs typeface="Pretendard"/>
              </a:rPr>
              <a:t>↓  ΔH &lt; 0</a:t>
            </a:r>
          </a:p>
        </p:txBody>
      </p:sp>
      <p:sp>
        <p:nvSpPr>
          <p:cNvPr id="20" name="axis-y-1050">
            <a:extLst>
              <a:ext uri="{FF2B5EF4-FFF2-40B4-BE49-F238E27FC236}">
                <ns2:creationId id="{436D2BC6-6E00-4680-9817-4B0053AA1456}"/>
              </a:ext>
            </a:extLst>
          </p:cNvPr>
          <p:cNvSpPr>
            <a:spLocks noGrp="1"/>
          </p:cNvSpPr>
          <p:nvPr/>
        </p:nvSpPr>
        <p:spPr>
          <a:xfrm>
            <a:off x="10001250" y="5334000"/>
            <a:ext cx="28575" cy="2762250"/>
          </a:xfrm>
          <a:prstGeom prst="rect">
            <a:avLst/>
          </a:prstGeom>
          <a:solidFill>
            <a:srgbClr val="555555"/>
          </a:solidFill>
          <a:ln w="0">
            <a:noFill/>
          </a:ln>
        </p:spPr>
      </p:sp>
      <p:sp>
        <p:nvSpPr>
          <p:cNvPr id="21" name="axis-x-1050">
            <a:extLst>
              <a:ext uri="{FF2B5EF4-FFF2-40B4-BE49-F238E27FC236}">
                <ns2:creationId id="{89F786FC-470A-4377-8D3A-81954570F452}"/>
              </a:ext>
            </a:extLst>
          </p:cNvPr>
          <p:cNvSpPr>
            <a:spLocks noGrp="1"/>
          </p:cNvSpPr>
          <p:nvPr/>
        </p:nvSpPr>
        <p:spPr>
          <a:xfrm>
            <a:off x="10001250" y="8096250"/>
            <a:ext cx="5715000" cy="28575"/>
          </a:xfrm>
          <a:prstGeom prst="rect">
            <a:avLst/>
          </a:prstGeom>
          <a:solidFill>
            <a:srgbClr val="555555"/>
          </a:solidFill>
          <a:ln w="0">
            <a:noFill/>
          </a:ln>
        </p:spPr>
      </p:sp>
      <p:sp>
        <p:nvSpPr>
          <p:cNvPr id="22" name="axisH-1050">
            <a:extLst>
              <a:ext uri="{FF2B5EF4-FFF2-40B4-BE49-F238E27FC236}">
                <ns2:creationId id="{D0434FAE-9E89-457A-9AD0-E0EF5777B1BF}"/>
              </a:ext>
            </a:extLst>
          </p:cNvPr>
          <p:cNvSpPr>
            <a:spLocks noGrp="1"/>
          </p:cNvSpPr>
          <p:nvPr/>
        </p:nvSpPr>
        <p:spPr>
          <a:xfrm>
            <a:off x="9544050" y="4857750"/>
            <a:ext cx="16192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23" name="axisR-1050">
            <a:extLst>
              <a:ext uri="{FF2B5EF4-FFF2-40B4-BE49-F238E27FC236}">
                <ns2:creationId id="{9DCD2F19-BF7D-45E6-8DDA-76B6D5088B34}"/>
              </a:ext>
            </a:extLst>
          </p:cNvPr>
          <p:cNvSpPr>
            <a:spLocks noGrp="1"/>
          </p:cNvSpPr>
          <p:nvPr/>
        </p:nvSpPr>
        <p:spPr>
          <a:xfrm>
            <a:off x="13620750" y="8286750"/>
            <a:ext cx="21907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24" name="reactants-1050">
            <a:extLst>
              <a:ext uri="{FF2B5EF4-FFF2-40B4-BE49-F238E27FC236}">
                <ns2:creationId id="{02E366FB-078D-4C34-B46F-96D4E2A32D76}"/>
              </a:ext>
            </a:extLst>
          </p:cNvPr>
          <p:cNvSpPr>
            <a:spLocks noGrp="1"/>
          </p:cNvSpPr>
          <p:nvPr/>
        </p:nvSpPr>
        <p:spPr>
          <a:xfrm>
            <a:off x="10429875" y="7286625"/>
            <a:ext cx="1952625" cy="38100"/>
          </a:xfrm>
          <a:prstGeom prst="rect">
            <a:avLst/>
          </a:prstGeom>
          <a:solidFill>
            <a:srgbClr val="555555"/>
          </a:solidFill>
          <a:ln w="0">
            <a:noFill/>
          </a:ln>
        </p:spPr>
      </p:sp>
      <p:sp>
        <p:nvSpPr>
          <p:cNvPr id="25" name="products-1050">
            <a:extLst>
              <a:ext uri="{FF2B5EF4-FFF2-40B4-BE49-F238E27FC236}">
                <ns2:creationId id="{140EDAFA-392F-4E39-981C-E7AEB51F2394}"/>
              </a:ext>
            </a:extLst>
          </p:cNvPr>
          <p:cNvSpPr>
            <a:spLocks noGrp="1"/>
          </p:cNvSpPr>
          <p:nvPr/>
        </p:nvSpPr>
        <p:spPr>
          <a:xfrm>
            <a:off x="13335000" y="5857875"/>
            <a:ext cx="1952625" cy="38100"/>
          </a:xfrm>
          <a:prstGeom prst="rect">
            <a:avLst/>
          </a:prstGeom>
          <a:solidFill>
            <a:srgbClr val="555555"/>
          </a:solidFill>
          <a:ln w="0">
            <a:noFill/>
          </a:ln>
        </p:spPr>
      </p:sp>
      <p:sp>
        <p:nvSpPr>
          <p:cNvPr id="26" name="reactants-label-1050">
            <a:extLst>
              <a:ext uri="{FF2B5EF4-FFF2-40B4-BE49-F238E27FC236}">
                <ns2:creationId id="{4FAD6F67-56EF-4B2A-B294-7535C1658285}"/>
              </a:ext>
            </a:extLst>
          </p:cNvPr>
          <p:cNvSpPr>
            <a:spLocks noGrp="1"/>
          </p:cNvSpPr>
          <p:nvPr/>
        </p:nvSpPr>
        <p:spPr>
          <a:xfrm>
            <a:off x="10572750" y="6829425"/>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27" name="products-label-1050">
            <a:extLst>
              <a:ext uri="{FF2B5EF4-FFF2-40B4-BE49-F238E27FC236}">
                <ns2:creationId id="{17733521-6340-457E-891F-EC75863F8E13}"/>
              </a:ext>
            </a:extLst>
          </p:cNvPr>
          <p:cNvSpPr>
            <a:spLocks noGrp="1"/>
          </p:cNvSpPr>
          <p:nvPr/>
        </p:nvSpPr>
        <p:spPr>
          <a:xfrm>
            <a:off x="13477875" y="5400675"/>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28" name="deltaH-1050">
            <a:extLst>
              <a:ext uri="{FF2B5EF4-FFF2-40B4-BE49-F238E27FC236}">
                <ns2:creationId id="{8CEB054B-3836-46BF-B8B7-40C3815210E0}"/>
              </a:ext>
            </a:extLst>
          </p:cNvPr>
          <p:cNvSpPr>
            <a:spLocks noGrp="1"/>
          </p:cNvSpPr>
          <p:nvPr/>
        </p:nvSpPr>
        <p:spPr>
          <a:xfrm>
            <a:off x="12306300" y="6334125"/>
            <a:ext cx="2571750" cy="619125"/>
          </a:xfrm>
          <a:prstGeom prst="rect">
            <a:avLst/>
          </a:prstGeom>
          <a:noFill/>
          <a:ln w="0">
            <a:noFill/>
          </a:ln>
        </p:spPr>
        <p:txBody>
          <a:bodyPr wrap="none" lIns="0" tIns="0" rIns="0" bIns="0" anchor="t">
            <a:noAutofit/>
          </a:bodyPr>
          <a:lstStyle>
            <a:defPPr algn="l">
              <a:defRPr sz="3225" b="1">
                <a:solidFill>
                  <a:srgbClr val="555555"/>
                </a:solidFill>
                <a:latin typeface="Pretendard"/>
                <a:ea typeface="Pretendard"/>
                <a:cs typeface="Pretendard"/>
              </a:defRPr>
            </a:defPPr>
            <a:lvl1pPr algn="l">
              <a:defRPr sz="3225" b="1">
                <a:solidFill>
                  <a:srgbClr val="555555"/>
                </a:solidFill>
                <a:latin typeface="Pretendard"/>
                <a:ea typeface="Pretendard"/>
                <a:cs typeface="Pretendard"/>
              </a:defRPr>
            </a:lvl1pPr>
            <a:lvl2pPr algn="l">
              <a:defRPr sz="3225" b="1">
                <a:solidFill>
                  <a:srgbClr val="555555"/>
                </a:solidFill>
                <a:latin typeface="Pretendard"/>
                <a:ea typeface="Pretendard"/>
                <a:cs typeface="Pretendard"/>
              </a:defRPr>
            </a:lvl2pPr>
            <a:lvl3pPr algn="l">
              <a:defRPr sz="3225" b="1">
                <a:solidFill>
                  <a:srgbClr val="555555"/>
                </a:solidFill>
                <a:latin typeface="Pretendard"/>
                <a:ea typeface="Pretendard"/>
                <a:cs typeface="Pretendard"/>
              </a:defRPr>
            </a:lvl3pPr>
            <a:lvl4pPr algn="l">
              <a:defRPr sz="3225" b="1">
                <a:solidFill>
                  <a:srgbClr val="555555"/>
                </a:solidFill>
                <a:latin typeface="Pretendard"/>
                <a:ea typeface="Pretendard"/>
                <a:cs typeface="Pretendard"/>
              </a:defRPr>
            </a:lvl4pPr>
            <a:lvl5pPr algn="l">
              <a:defRPr sz="3225" b="1">
                <a:solidFill>
                  <a:srgbClr val="555555"/>
                </a:solidFill>
                <a:latin typeface="Pretendard"/>
                <a:ea typeface="Pretendard"/>
                <a:cs typeface="Pretendard"/>
              </a:defRPr>
            </a:lvl5pPr>
            <a:lvl6pPr algn="l">
              <a:defRPr sz="3225" b="1">
                <a:solidFill>
                  <a:srgbClr val="555555"/>
                </a:solidFill>
                <a:latin typeface="Pretendard"/>
                <a:ea typeface="Pretendard"/>
                <a:cs typeface="Pretendard"/>
              </a:defRPr>
            </a:lvl6pPr>
            <a:lvl7pPr algn="l">
              <a:defRPr sz="3225" b="1">
                <a:solidFill>
                  <a:srgbClr val="555555"/>
                </a:solidFill>
                <a:latin typeface="Pretendard"/>
                <a:ea typeface="Pretendard"/>
                <a:cs typeface="Pretendard"/>
              </a:defRPr>
            </a:lvl7pPr>
            <a:lvl8pPr algn="l">
              <a:defRPr sz="3225" b="1">
                <a:solidFill>
                  <a:srgbClr val="555555"/>
                </a:solidFill>
                <a:latin typeface="Pretendard"/>
                <a:ea typeface="Pretendard"/>
                <a:cs typeface="Pretendard"/>
              </a:defRPr>
            </a:lvl8pPr>
            <a:lvl9pPr algn="l">
              <a:defRPr sz="3225" b="1">
                <a:solidFill>
                  <a:srgbClr val="555555"/>
                </a:solidFill>
                <a:latin typeface="Pretendard"/>
                <a:ea typeface="Pretendard"/>
                <a:cs typeface="Pretendard"/>
              </a:defRPr>
            </a:lvl9pPr>
          </a:lstStyle>
          <a:p>
            <a:pPr algn="l">
              <a:defRPr sz="3225" b="1">
                <a:solidFill>
                  <a:srgbClr val="555555"/>
                </a:solidFill>
                <a:latin typeface="Pretendard"/>
                <a:ea typeface="Pretendard"/>
                <a:cs typeface="Pretendard"/>
              </a:defRPr>
            </a:pPr>
            <a:r>
              <a:rPr sz="3225" b="1">
                <a:solidFill>
                  <a:srgbClr val="555555"/>
                </a:solidFill>
                <a:latin typeface="Pretendard"/>
                <a:ea typeface="Pretendard"/>
                <a:cs typeface="Pretendard"/>
              </a:rPr>
              <a:t>↑  ΔH &gt; 0</a:t>
            </a:r>
          </a:p>
        </p:txBody>
      </p:sp>
    </p:spTree>
    <p:extLst>
      <p:ext uri="{BB962C8B-B14F-4D97-AF65-F5344CB8AC3E}">
        <ns4:creationId val="110144236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9689F8D7-6CB6-4744-8656-B2BD6BC08687}"/>
              </a:ext>
            </a:extLst>
          </p:cNvPr>
          <p:cNvPicPr>
            <a:picLocks noChangeAspect="1"/>
          </p:cNvPicPr>
          <p:nvPr/>
        </p:nvPicPr>
        <p:blipFill>
          <a:blip ns3:embed="R3a2377faf0414ce3"/>
          <a:stretch/>
        </p:blipFill>
        <p:spPr>
          <a:xfrm>
            <a:off x="16941800" y="382588"/>
            <a:ext cx="1028700" cy="733425"/>
          </a:xfrm>
          <a:prstGeom prst="rect">
            <a:avLst/>
          </a:prstGeom>
        </p:spPr>
      </p:pic>
      <p:sp>
        <p:nvSpPr>
          <p:cNvPr id="2" name="part_heading">
            <a:extLst>
              <a:ext uri="{FF2B5EF4-FFF2-40B4-BE49-F238E27FC236}">
                <ns2:creationId id="{CF59ED2C-6A47-4167-833E-FD64BAAE215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2F12D0B2-8D6D-4FD4-9BDD-B0FA4E0D228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CB3EEFD-6250-4939-8761-070147D42D4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137C37C8-57D8-4AB9-8147-3E9580F7C79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8CF76512-457B-4CFA-9973-1E8E8BB6718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page">
            <a:extLst>
              <a:ext uri="{FF2B5EF4-FFF2-40B4-BE49-F238E27FC236}">
                <ns2:creationId id="{103D4A24-F139-46F3-AE3C-0FEC4E178C52}"/>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07 / 31</a:t>
            </a:r>
          </a:p>
        </p:txBody>
      </p:sp>
      <p:sp>
        <p:nvSpPr>
          <p:cNvPr id="8" name="copyright">
            <a:extLst>
              <a:ext uri="{FF2B5EF4-FFF2-40B4-BE49-F238E27FC236}">
                <ns2:creationId id="{B1C22AFB-0E3E-4E0E-A8DB-710E010FEC9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6DB540E9-FC65-41CF-A5B1-BAA93FE488AE}"/>
              </a:ext>
            </a:extLst>
          </p:cNvPr>
          <p:cNvSpPr>
            <a:spLocks noGrp="1"/>
          </p:cNvSpPr>
          <p:nvPr/>
        </p:nvSpPr>
        <p:spPr>
          <a:xfrm>
            <a:off x="1285875" y="4762500"/>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CaO(</a:t>
            </a:r>
            <a:r>
              <a:rPr sz="3525" b="0" i="1">
                <a:solidFill>
                  <a:srgbClr val="111111"/>
                </a:solidFill>
                <a:latin typeface="Pretendard"/>
                <a:ea typeface="Pretendard"/>
                <a:cs typeface="Pretendard"/>
              </a:rPr>
              <a:t>s</a:t>
            </a:r>
            <a:r>
              <a:rPr sz="3525" b="0">
                <a:solidFill>
                  <a:srgbClr val="111111"/>
                </a:solidFill>
                <a:latin typeface="Pretendard"/>
                <a:ea typeface="Pretendard"/>
                <a:cs typeface="Pretendard"/>
              </a:rPr>
              <a:t>) + H₂O(</a:t>
            </a:r>
            <a:r>
              <a:rPr sz="3525" b="0" i="1">
                <a:solidFill>
                  <a:srgbClr val="111111"/>
                </a:solidFill>
                <a:latin typeface="Pretendard"/>
                <a:ea typeface="Pretendard"/>
                <a:cs typeface="Pretendard"/>
              </a:rPr>
              <a:t>l</a:t>
            </a:r>
            <a:r>
              <a:rPr sz="3525" b="0">
                <a:solidFill>
                  <a:srgbClr val="111111"/>
                </a:solidFill>
                <a:latin typeface="Pretendard"/>
                <a:ea typeface="Pretendard"/>
                <a:cs typeface="Pretendard"/>
              </a:rPr>
              <a:t>) → Ca(OH)₂(</a:t>
            </a:r>
            <a:r>
              <a:rPr sz="3525" b="0" i="1">
                <a:solidFill>
                  <a:srgbClr val="111111"/>
                </a:solidFill>
                <a:latin typeface="Pretendard"/>
                <a:ea typeface="Pretendard"/>
                <a:cs typeface="Pretendard"/>
              </a:rPr>
              <a:t>aq</a:t>
            </a:r>
            <a:r>
              <a:rPr sz="3525" b="0">
                <a:solidFill>
                  <a:srgbClr val="111111"/>
                </a:solidFill>
                <a:latin typeface="Pretendard"/>
                <a:ea typeface="Pretendard"/>
                <a:cs typeface="Pretendard"/>
              </a:rPr>
              <a:t>)     ΔH = −76.9 kJ</a:t>
            </a:r>
          </a:p>
        </p:txBody>
      </p:sp>
      <p:sp>
        <p:nvSpPr>
          <p:cNvPr id="10" name="equation">
            <a:extLst>
              <a:ext uri="{FF2B5EF4-FFF2-40B4-BE49-F238E27FC236}">
                <ns2:creationId id="{0F7DB989-B66A-4EC9-A727-628BF99F0517}"/>
              </a:ext>
            </a:extLst>
          </p:cNvPr>
          <p:cNvSpPr>
            <a:spLocks noGrp="1"/>
          </p:cNvSpPr>
          <p:nvPr/>
        </p:nvSpPr>
        <p:spPr>
          <a:xfrm>
            <a:off x="1285875" y="5810250"/>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NH₄NO₃(</a:t>
            </a:r>
            <a:r>
              <a:rPr sz="3525" b="0" i="1">
                <a:solidFill>
                  <a:srgbClr val="111111"/>
                </a:solidFill>
                <a:latin typeface="Pretendard"/>
                <a:ea typeface="Pretendard"/>
                <a:cs typeface="Pretendard"/>
              </a:rPr>
              <a:t>s</a:t>
            </a:r>
            <a:r>
              <a:rPr sz="3525" b="0">
                <a:solidFill>
                  <a:srgbClr val="111111"/>
                </a:solidFill>
                <a:latin typeface="Pretendard"/>
                <a:ea typeface="Pretendard"/>
                <a:cs typeface="Pretendard"/>
              </a:rPr>
              <a:t>) → NH₄NO₃(</a:t>
            </a:r>
            <a:r>
              <a:rPr sz="3525" b="0" i="1">
                <a:solidFill>
                  <a:srgbClr val="111111"/>
                </a:solidFill>
                <a:latin typeface="Pretendard"/>
                <a:ea typeface="Pretendard"/>
                <a:cs typeface="Pretendard"/>
              </a:rPr>
              <a:t>aq</a:t>
            </a:r>
            <a:r>
              <a:rPr sz="3525" b="0">
                <a:solidFill>
                  <a:srgbClr val="111111"/>
                </a:solidFill>
                <a:latin typeface="Pretendard"/>
                <a:ea typeface="Pretendard"/>
                <a:cs typeface="Pretendard"/>
              </a:rPr>
              <a:t>)     ΔH = +26.2 kJ</a:t>
            </a:r>
          </a:p>
        </p:txBody>
      </p:sp>
      <p:sp>
        <p:nvSpPr>
          <p:cNvPr id="11" name="PHOTO_CAO-card">
            <a:extLst>
              <a:ext uri="{FF2B5EF4-FFF2-40B4-BE49-F238E27FC236}">
                <ns2:creationId id="{5F571C9A-B262-4086-AB47-831198D2EF4E}"/>
              </a:ext>
            </a:extLst>
          </p:cNvPr>
          <p:cNvSpPr>
            <a:spLocks noGrp="1"/>
          </p:cNvSpPr>
          <p:nvPr/>
        </p:nvSpPr>
        <p:spPr>
          <a:xfrm>
            <a:off x="3333750" y="6810375"/>
            <a:ext cx="4953000" cy="2714625"/>
          </a:xfrm>
          <a:prstGeom prst="roundRect">
            <a:avLst>
              <a:gd name="adj" fmla="val 8421"/>
            </a:avLst>
          </a:prstGeom>
          <a:solidFill>
            <a:srgbClr val="1F2429"/>
          </a:solidFill>
          <a:ln w="0">
            <a:noFill/>
          </a:ln>
        </p:spPr>
      </p:sp>
      <p:pic>
        <p:nvPicPr>
          <p:cNvPr id="12" name="">
            <a:extLst>
              <a:ext uri="{FF2B5EF4-FFF2-40B4-BE49-F238E27FC236}">
                <ns2:creationId id="{012D0720-387C-46A4-A71F-461E0E797458}"/>
              </a:ext>
            </a:extLst>
          </p:cNvPr>
          <p:cNvPicPr>
            <a:picLocks noChangeAspect="1"/>
          </p:cNvPicPr>
          <p:nvPr/>
        </p:nvPicPr>
        <p:blipFill>
          <a:blip ns3:embed="R05adb518737b4eea"/>
          <a:stretch/>
        </p:blipFill>
        <p:spPr>
          <a:xfrm>
            <a:off x="4653583" y="6953250"/>
            <a:ext cx="2313334" cy="1476375"/>
          </a:xfrm>
          <a:prstGeom prst="rect">
            <a:avLst/>
          </a:prstGeom>
        </p:spPr>
      </p:pic>
      <p:sp>
        <p:nvSpPr>
          <p:cNvPr id="13" name="PHOTO_CAO-caption">
            <a:extLst>
              <a:ext uri="{FF2B5EF4-FFF2-40B4-BE49-F238E27FC236}">
                <ns2:creationId id="{636190D2-BBC5-4E86-96FC-2BED008525AD}"/>
              </a:ext>
            </a:extLst>
          </p:cNvPr>
          <p:cNvSpPr>
            <a:spLocks noGrp="1"/>
          </p:cNvSpPr>
          <p:nvPr/>
        </p:nvSpPr>
        <p:spPr>
          <a:xfrm>
            <a:off x="3486150" y="8505825"/>
            <a:ext cx="4648200" cy="428625"/>
          </a:xfrm>
          <a:prstGeom prst="rect">
            <a:avLst/>
          </a:prstGeom>
          <a:noFill/>
          <a:ln w="0">
            <a:noFill/>
          </a:ln>
        </p:spPr>
        <p:txBody>
          <a:bodyPr wrap="none" lIns="0" tIns="0" rIns="0" bIns="0" anchor="t">
            <a:noAutofit/>
          </a:bodyPr>
          <a:lstStyle>
            <a:defPPr algn="ctr">
              <a:defRPr sz="2400" b="1" u="sng">
                <a:solidFill>
                  <a:srgbClr val="FFFFFF"/>
                </a:solidFill>
                <a:latin typeface="Pretendard"/>
                <a:ea typeface="Pretendard"/>
                <a:cs typeface="Pretendard"/>
              </a:defRPr>
            </a:defPPr>
            <a:lvl1pPr algn="ctr">
              <a:defRPr sz="2400" b="1" u="sng">
                <a:solidFill>
                  <a:srgbClr val="FFFFFF"/>
                </a:solidFill>
                <a:latin typeface="Pretendard"/>
                <a:ea typeface="Pretendard"/>
                <a:cs typeface="Pretendard"/>
              </a:defRPr>
            </a:lvl1pPr>
            <a:lvl2pPr algn="ctr">
              <a:defRPr sz="2400" b="1" u="sng">
                <a:solidFill>
                  <a:srgbClr val="FFFFFF"/>
                </a:solidFill>
                <a:latin typeface="Pretendard"/>
                <a:ea typeface="Pretendard"/>
                <a:cs typeface="Pretendard"/>
              </a:defRPr>
            </a:lvl2pPr>
            <a:lvl3pPr algn="ctr">
              <a:defRPr sz="2400" b="1" u="sng">
                <a:solidFill>
                  <a:srgbClr val="FFFFFF"/>
                </a:solidFill>
                <a:latin typeface="Pretendard"/>
                <a:ea typeface="Pretendard"/>
                <a:cs typeface="Pretendard"/>
              </a:defRPr>
            </a:lvl3pPr>
            <a:lvl4pPr algn="ctr">
              <a:defRPr sz="2400" b="1" u="sng">
                <a:solidFill>
                  <a:srgbClr val="FFFFFF"/>
                </a:solidFill>
                <a:latin typeface="Pretendard"/>
                <a:ea typeface="Pretendard"/>
                <a:cs typeface="Pretendard"/>
              </a:defRPr>
            </a:lvl4pPr>
            <a:lvl5pPr algn="ctr">
              <a:defRPr sz="2400" b="1" u="sng">
                <a:solidFill>
                  <a:srgbClr val="FFFFFF"/>
                </a:solidFill>
                <a:latin typeface="Pretendard"/>
                <a:ea typeface="Pretendard"/>
                <a:cs typeface="Pretendard"/>
              </a:defRPr>
            </a:lvl5pPr>
            <a:lvl6pPr algn="ctr">
              <a:defRPr sz="2400" b="1" u="sng">
                <a:solidFill>
                  <a:srgbClr val="FFFFFF"/>
                </a:solidFill>
                <a:latin typeface="Pretendard"/>
                <a:ea typeface="Pretendard"/>
                <a:cs typeface="Pretendard"/>
              </a:defRPr>
            </a:lvl6pPr>
            <a:lvl7pPr algn="ctr">
              <a:defRPr sz="2400" b="1" u="sng">
                <a:solidFill>
                  <a:srgbClr val="FFFFFF"/>
                </a:solidFill>
                <a:latin typeface="Pretendard"/>
                <a:ea typeface="Pretendard"/>
                <a:cs typeface="Pretendard"/>
              </a:defRPr>
            </a:lvl7pPr>
            <a:lvl8pPr algn="ctr">
              <a:defRPr sz="2400" b="1" u="sng">
                <a:solidFill>
                  <a:srgbClr val="FFFFFF"/>
                </a:solidFill>
                <a:latin typeface="Pretendard"/>
                <a:ea typeface="Pretendard"/>
                <a:cs typeface="Pretendard"/>
              </a:defRPr>
            </a:lvl8pPr>
            <a:lvl9pPr algn="ctr">
              <a:defRPr sz="2400" b="1" u="sng">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u="sng">
                <a:solidFill>
                  <a:srgbClr val="FFFFFF"/>
                </a:solidFill>
                <a:latin typeface="Pretendard"/>
                <a:ea typeface="Pretendard"/>
                <a:cs typeface="Pretendard"/>
              </a:rPr>
              <a:t>산화 칼슘의 반응</a:t>
            </a:r>
          </a:p>
        </p:txBody>
      </p:sp>
      <p:sp>
        <p:nvSpPr>
          <p:cNvPr id="14" name="PHOTO_CAO-desc">
            <a:extLst>
              <a:ext uri="{FF2B5EF4-FFF2-40B4-BE49-F238E27FC236}">
                <ns2:creationId id="{A6185CDF-2263-4CD8-9519-A65C4CB90399}"/>
              </a:ext>
            </a:extLst>
          </p:cNvPr>
          <p:cNvSpPr>
            <a:spLocks noGrp="1"/>
          </p:cNvSpPr>
          <p:nvPr/>
        </p:nvSpPr>
        <p:spPr>
          <a:xfrm>
            <a:off x="3486150" y="9001125"/>
            <a:ext cx="4648200" cy="419100"/>
          </a:xfrm>
          <a:prstGeom prst="rect">
            <a:avLst/>
          </a:prstGeom>
          <a:noFill/>
          <a:ln w="0">
            <a:noFill/>
          </a:ln>
        </p:spPr>
        <p:txBody>
          <a:bodyPr wrap="none" lIns="0" tIns="0" rIns="0" bIns="0" anchor="t">
            <a:noAutofit/>
          </a:bodyPr>
          <a:lstStyle>
            <a:defPPr algn="ctr">
              <a:defRPr sz="2250" b="0">
                <a:solidFill>
                  <a:srgbClr val="FFFFFF"/>
                </a:solidFill>
                <a:latin typeface="Pretendard"/>
                <a:ea typeface="Pretendard"/>
                <a:cs typeface="Pretendard"/>
              </a:defRPr>
            </a:defPPr>
            <a:lvl1pPr algn="ctr">
              <a:defRPr sz="2250" b="0">
                <a:solidFill>
                  <a:srgbClr val="FFFFFF"/>
                </a:solidFill>
                <a:latin typeface="Pretendard"/>
                <a:ea typeface="Pretendard"/>
                <a:cs typeface="Pretendard"/>
              </a:defRPr>
            </a:lvl1pPr>
            <a:lvl2pPr algn="ctr">
              <a:defRPr sz="2250" b="0">
                <a:solidFill>
                  <a:srgbClr val="FFFFFF"/>
                </a:solidFill>
                <a:latin typeface="Pretendard"/>
                <a:ea typeface="Pretendard"/>
                <a:cs typeface="Pretendard"/>
              </a:defRPr>
            </a:lvl2pPr>
            <a:lvl3pPr algn="ctr">
              <a:defRPr sz="2250" b="0">
                <a:solidFill>
                  <a:srgbClr val="FFFFFF"/>
                </a:solidFill>
                <a:latin typeface="Pretendard"/>
                <a:ea typeface="Pretendard"/>
                <a:cs typeface="Pretendard"/>
              </a:defRPr>
            </a:lvl3pPr>
            <a:lvl4pPr algn="ctr">
              <a:defRPr sz="2250" b="0">
                <a:solidFill>
                  <a:srgbClr val="FFFFFF"/>
                </a:solidFill>
                <a:latin typeface="Pretendard"/>
                <a:ea typeface="Pretendard"/>
                <a:cs typeface="Pretendard"/>
              </a:defRPr>
            </a:lvl4pPr>
            <a:lvl5pPr algn="ctr">
              <a:defRPr sz="2250" b="0">
                <a:solidFill>
                  <a:srgbClr val="FFFFFF"/>
                </a:solidFill>
                <a:latin typeface="Pretendard"/>
                <a:ea typeface="Pretendard"/>
                <a:cs typeface="Pretendard"/>
              </a:defRPr>
            </a:lvl5pPr>
            <a:lvl6pPr algn="ctr">
              <a:defRPr sz="2250" b="0">
                <a:solidFill>
                  <a:srgbClr val="FFFFFF"/>
                </a:solidFill>
                <a:latin typeface="Pretendard"/>
                <a:ea typeface="Pretendard"/>
                <a:cs typeface="Pretendard"/>
              </a:defRPr>
            </a:lvl6pPr>
            <a:lvl7pPr algn="ctr">
              <a:defRPr sz="2250" b="0">
                <a:solidFill>
                  <a:srgbClr val="FFFFFF"/>
                </a:solidFill>
                <a:latin typeface="Pretendard"/>
                <a:ea typeface="Pretendard"/>
                <a:cs typeface="Pretendard"/>
              </a:defRPr>
            </a:lvl7pPr>
            <a:lvl8pPr algn="ctr">
              <a:defRPr sz="2250" b="0">
                <a:solidFill>
                  <a:srgbClr val="FFFFFF"/>
                </a:solidFill>
                <a:latin typeface="Pretendard"/>
                <a:ea typeface="Pretendard"/>
                <a:cs typeface="Pretendard"/>
              </a:defRPr>
            </a:lvl8pPr>
            <a:lvl9pPr algn="ctr">
              <a:defRPr sz="2250" b="0">
                <a:solidFill>
                  <a:srgbClr val="FFFFFF"/>
                </a:solidFill>
                <a:latin typeface="Pretendard"/>
                <a:ea typeface="Pretendard"/>
                <a:cs typeface="Pretendard"/>
              </a:defRPr>
            </a:lvl9pPr>
          </a:lstStyle>
          <a:p>
            <a:pPr algn="ctr">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주위로 열 방출</a:t>
            </a:r>
          </a:p>
        </p:txBody>
      </p:sp>
      <p:sp>
        <p:nvSpPr>
          <p:cNvPr id="15" name="PHOTO_COOL-card">
            <a:extLst>
              <a:ext uri="{FF2B5EF4-FFF2-40B4-BE49-F238E27FC236}">
                <ns2:creationId id="{86C4117C-3681-4185-AD6E-838DAE0C59FC}"/>
              </a:ext>
            </a:extLst>
          </p:cNvPr>
          <p:cNvSpPr>
            <a:spLocks noGrp="1"/>
          </p:cNvSpPr>
          <p:nvPr/>
        </p:nvSpPr>
        <p:spPr>
          <a:xfrm>
            <a:off x="10001250" y="6810375"/>
            <a:ext cx="4953000" cy="2714625"/>
          </a:xfrm>
          <a:prstGeom prst="roundRect">
            <a:avLst>
              <a:gd name="adj" fmla="val 8421"/>
            </a:avLst>
          </a:prstGeom>
          <a:solidFill>
            <a:srgbClr val="1F2429"/>
          </a:solidFill>
          <a:ln w="0">
            <a:noFill/>
          </a:ln>
        </p:spPr>
      </p:sp>
      <p:pic>
        <p:nvPicPr>
          <p:cNvPr id="16" name="">
            <a:extLst>
              <a:ext uri="{FF2B5EF4-FFF2-40B4-BE49-F238E27FC236}">
                <ns2:creationId id="{07B6D220-5F58-4F8A-BAB4-EE369F353657}"/>
              </a:ext>
            </a:extLst>
          </p:cNvPr>
          <p:cNvPicPr>
            <a:picLocks noChangeAspect="1"/>
          </p:cNvPicPr>
          <p:nvPr/>
        </p:nvPicPr>
        <p:blipFill>
          <a:blip ns3:embed="R5488a50defcd401d"/>
          <a:stretch/>
        </p:blipFill>
        <p:spPr>
          <a:xfrm>
            <a:off x="11296650" y="6953250"/>
            <a:ext cx="2362200" cy="1476375"/>
          </a:xfrm>
          <a:prstGeom prst="rect">
            <a:avLst/>
          </a:prstGeom>
        </p:spPr>
      </p:pic>
      <p:sp>
        <p:nvSpPr>
          <p:cNvPr id="17" name="PHOTO_COOL-caption">
            <a:extLst>
              <a:ext uri="{FF2B5EF4-FFF2-40B4-BE49-F238E27FC236}">
                <ns2:creationId id="{FB8693F5-FB75-42FF-AEE3-DF4EB73AC613}"/>
              </a:ext>
            </a:extLst>
          </p:cNvPr>
          <p:cNvSpPr>
            <a:spLocks noGrp="1"/>
          </p:cNvSpPr>
          <p:nvPr/>
        </p:nvSpPr>
        <p:spPr>
          <a:xfrm>
            <a:off x="10153650" y="8505825"/>
            <a:ext cx="4648200" cy="428625"/>
          </a:xfrm>
          <a:prstGeom prst="rect">
            <a:avLst/>
          </a:prstGeom>
          <a:noFill/>
          <a:ln w="0">
            <a:noFill/>
          </a:ln>
        </p:spPr>
        <p:txBody>
          <a:bodyPr wrap="none" lIns="0" tIns="0" rIns="0" bIns="0" anchor="t">
            <a:noAutofit/>
          </a:bodyPr>
          <a:lstStyle>
            <a:defPPr algn="ctr">
              <a:defRPr sz="2400" b="1" u="sng">
                <a:solidFill>
                  <a:srgbClr val="FFFFFF"/>
                </a:solidFill>
                <a:latin typeface="Pretendard"/>
                <a:ea typeface="Pretendard"/>
                <a:cs typeface="Pretendard"/>
              </a:defRPr>
            </a:defPPr>
            <a:lvl1pPr algn="ctr">
              <a:defRPr sz="2400" b="1" u="sng">
                <a:solidFill>
                  <a:srgbClr val="FFFFFF"/>
                </a:solidFill>
                <a:latin typeface="Pretendard"/>
                <a:ea typeface="Pretendard"/>
                <a:cs typeface="Pretendard"/>
              </a:defRPr>
            </a:lvl1pPr>
            <a:lvl2pPr algn="ctr">
              <a:defRPr sz="2400" b="1" u="sng">
                <a:solidFill>
                  <a:srgbClr val="FFFFFF"/>
                </a:solidFill>
                <a:latin typeface="Pretendard"/>
                <a:ea typeface="Pretendard"/>
                <a:cs typeface="Pretendard"/>
              </a:defRPr>
            </a:lvl2pPr>
            <a:lvl3pPr algn="ctr">
              <a:defRPr sz="2400" b="1" u="sng">
                <a:solidFill>
                  <a:srgbClr val="FFFFFF"/>
                </a:solidFill>
                <a:latin typeface="Pretendard"/>
                <a:ea typeface="Pretendard"/>
                <a:cs typeface="Pretendard"/>
              </a:defRPr>
            </a:lvl3pPr>
            <a:lvl4pPr algn="ctr">
              <a:defRPr sz="2400" b="1" u="sng">
                <a:solidFill>
                  <a:srgbClr val="FFFFFF"/>
                </a:solidFill>
                <a:latin typeface="Pretendard"/>
                <a:ea typeface="Pretendard"/>
                <a:cs typeface="Pretendard"/>
              </a:defRPr>
            </a:lvl4pPr>
            <a:lvl5pPr algn="ctr">
              <a:defRPr sz="2400" b="1" u="sng">
                <a:solidFill>
                  <a:srgbClr val="FFFFFF"/>
                </a:solidFill>
                <a:latin typeface="Pretendard"/>
                <a:ea typeface="Pretendard"/>
                <a:cs typeface="Pretendard"/>
              </a:defRPr>
            </a:lvl5pPr>
            <a:lvl6pPr algn="ctr">
              <a:defRPr sz="2400" b="1" u="sng">
                <a:solidFill>
                  <a:srgbClr val="FFFFFF"/>
                </a:solidFill>
                <a:latin typeface="Pretendard"/>
                <a:ea typeface="Pretendard"/>
                <a:cs typeface="Pretendard"/>
              </a:defRPr>
            </a:lvl6pPr>
            <a:lvl7pPr algn="ctr">
              <a:defRPr sz="2400" b="1" u="sng">
                <a:solidFill>
                  <a:srgbClr val="FFFFFF"/>
                </a:solidFill>
                <a:latin typeface="Pretendard"/>
                <a:ea typeface="Pretendard"/>
                <a:cs typeface="Pretendard"/>
              </a:defRPr>
            </a:lvl7pPr>
            <a:lvl8pPr algn="ctr">
              <a:defRPr sz="2400" b="1" u="sng">
                <a:solidFill>
                  <a:srgbClr val="FFFFFF"/>
                </a:solidFill>
                <a:latin typeface="Pretendard"/>
                <a:ea typeface="Pretendard"/>
                <a:cs typeface="Pretendard"/>
              </a:defRPr>
            </a:lvl8pPr>
            <a:lvl9pPr algn="ctr">
              <a:defRPr sz="2400" b="1" u="sng">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u="sng">
                <a:solidFill>
                  <a:srgbClr val="FFFFFF"/>
                </a:solidFill>
                <a:latin typeface="Pretendard"/>
                <a:ea typeface="Pretendard"/>
                <a:cs typeface="Pretendard"/>
              </a:rPr>
              <a:t>질산 암모늄의 용해</a:t>
            </a:r>
          </a:p>
        </p:txBody>
      </p:sp>
      <p:sp>
        <p:nvSpPr>
          <p:cNvPr id="18" name="PHOTO_COOL-desc">
            <a:extLst>
              <a:ext uri="{FF2B5EF4-FFF2-40B4-BE49-F238E27FC236}">
                <ns2:creationId id="{FC01C0F7-8C35-4580-8E76-F7944D5C74AF}"/>
              </a:ext>
            </a:extLst>
          </p:cNvPr>
          <p:cNvSpPr>
            <a:spLocks noGrp="1"/>
          </p:cNvSpPr>
          <p:nvPr/>
        </p:nvSpPr>
        <p:spPr>
          <a:xfrm>
            <a:off x="10153650" y="9001125"/>
            <a:ext cx="4648200" cy="419100"/>
          </a:xfrm>
          <a:prstGeom prst="rect">
            <a:avLst/>
          </a:prstGeom>
          <a:noFill/>
          <a:ln w="0">
            <a:noFill/>
          </a:ln>
        </p:spPr>
        <p:txBody>
          <a:bodyPr wrap="none" lIns="0" tIns="0" rIns="0" bIns="0" anchor="t">
            <a:noAutofit/>
          </a:bodyPr>
          <a:lstStyle>
            <a:defPPr algn="ctr">
              <a:defRPr sz="2250" b="0">
                <a:solidFill>
                  <a:srgbClr val="FFFFFF"/>
                </a:solidFill>
                <a:latin typeface="Pretendard"/>
                <a:ea typeface="Pretendard"/>
                <a:cs typeface="Pretendard"/>
              </a:defRPr>
            </a:defPPr>
            <a:lvl1pPr algn="ctr">
              <a:defRPr sz="2250" b="0">
                <a:solidFill>
                  <a:srgbClr val="FFFFFF"/>
                </a:solidFill>
                <a:latin typeface="Pretendard"/>
                <a:ea typeface="Pretendard"/>
                <a:cs typeface="Pretendard"/>
              </a:defRPr>
            </a:lvl1pPr>
            <a:lvl2pPr algn="ctr">
              <a:defRPr sz="2250" b="0">
                <a:solidFill>
                  <a:srgbClr val="FFFFFF"/>
                </a:solidFill>
                <a:latin typeface="Pretendard"/>
                <a:ea typeface="Pretendard"/>
                <a:cs typeface="Pretendard"/>
              </a:defRPr>
            </a:lvl2pPr>
            <a:lvl3pPr algn="ctr">
              <a:defRPr sz="2250" b="0">
                <a:solidFill>
                  <a:srgbClr val="FFFFFF"/>
                </a:solidFill>
                <a:latin typeface="Pretendard"/>
                <a:ea typeface="Pretendard"/>
                <a:cs typeface="Pretendard"/>
              </a:defRPr>
            </a:lvl3pPr>
            <a:lvl4pPr algn="ctr">
              <a:defRPr sz="2250" b="0">
                <a:solidFill>
                  <a:srgbClr val="FFFFFF"/>
                </a:solidFill>
                <a:latin typeface="Pretendard"/>
                <a:ea typeface="Pretendard"/>
                <a:cs typeface="Pretendard"/>
              </a:defRPr>
            </a:lvl4pPr>
            <a:lvl5pPr algn="ctr">
              <a:defRPr sz="2250" b="0">
                <a:solidFill>
                  <a:srgbClr val="FFFFFF"/>
                </a:solidFill>
                <a:latin typeface="Pretendard"/>
                <a:ea typeface="Pretendard"/>
                <a:cs typeface="Pretendard"/>
              </a:defRPr>
            </a:lvl5pPr>
            <a:lvl6pPr algn="ctr">
              <a:defRPr sz="2250" b="0">
                <a:solidFill>
                  <a:srgbClr val="FFFFFF"/>
                </a:solidFill>
                <a:latin typeface="Pretendard"/>
                <a:ea typeface="Pretendard"/>
                <a:cs typeface="Pretendard"/>
              </a:defRPr>
            </a:lvl6pPr>
            <a:lvl7pPr algn="ctr">
              <a:defRPr sz="2250" b="0">
                <a:solidFill>
                  <a:srgbClr val="FFFFFF"/>
                </a:solidFill>
                <a:latin typeface="Pretendard"/>
                <a:ea typeface="Pretendard"/>
                <a:cs typeface="Pretendard"/>
              </a:defRPr>
            </a:lvl7pPr>
            <a:lvl8pPr algn="ctr">
              <a:defRPr sz="2250" b="0">
                <a:solidFill>
                  <a:srgbClr val="FFFFFF"/>
                </a:solidFill>
                <a:latin typeface="Pretendard"/>
                <a:ea typeface="Pretendard"/>
                <a:cs typeface="Pretendard"/>
              </a:defRPr>
            </a:lvl8pPr>
            <a:lvl9pPr algn="ctr">
              <a:defRPr sz="2250" b="0">
                <a:solidFill>
                  <a:srgbClr val="FFFFFF"/>
                </a:solidFill>
                <a:latin typeface="Pretendard"/>
                <a:ea typeface="Pretendard"/>
                <a:cs typeface="Pretendard"/>
              </a:defRPr>
            </a:lvl9pPr>
          </a:lstStyle>
          <a:p>
            <a:pPr algn="ctr">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주위에서 열 흡수</a:t>
            </a:r>
          </a:p>
        </p:txBody>
      </p:sp>
    </p:spTree>
    <p:extLst>
      <p:ext uri="{BB962C8B-B14F-4D97-AF65-F5344CB8AC3E}">
        <ns4:creationId val="504133771"/>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82DE60B0-75CB-4476-862B-C0F451CAD702}"/>
              </a:ext>
            </a:extLst>
          </p:cNvPr>
          <p:cNvPicPr>
            <a:picLocks noChangeAspect="1"/>
          </p:cNvPicPr>
          <p:nvPr/>
        </p:nvPicPr>
        <p:blipFill>
          <a:blip ns3:embed="R252935cb84494f1f"/>
          <a:stretch/>
        </p:blipFill>
        <p:spPr>
          <a:xfrm>
            <a:off x="16941800" y="382588"/>
            <a:ext cx="1028700" cy="733425"/>
          </a:xfrm>
          <a:prstGeom prst="rect">
            <a:avLst/>
          </a:prstGeom>
        </p:spPr>
      </p:pic>
      <p:sp>
        <p:nvSpPr>
          <p:cNvPr id="2" name="part_heading">
            <a:extLst>
              <a:ext uri="{FF2B5EF4-FFF2-40B4-BE49-F238E27FC236}">
                <ns2:creationId id="{09B227FF-5645-465C-A235-7715418BC7D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84A4B3E3-91F4-454C-B8AD-1B696BBCC5A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8A2134F8-CF22-4516-8F4E-88BAA45E3EA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계수와 반응 엔탈피</a:t>
            </a:r>
          </a:p>
        </p:txBody>
      </p:sp>
      <p:sp>
        <p:nvSpPr>
          <p:cNvPr id="5" name="title">
            <a:extLst>
              <a:ext uri="{FF2B5EF4-FFF2-40B4-BE49-F238E27FC236}">
                <ns2:creationId id="{E026A1A4-2CB7-4BED-BEAE-E6078190A98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ΔH도 두 배가 된다</a:t>
            </a:r>
          </a:p>
        </p:txBody>
      </p:sp>
      <p:sp>
        <p:nvSpPr>
          <p:cNvPr id="6" name="explanation">
            <a:extLst>
              <a:ext uri="{FF2B5EF4-FFF2-40B4-BE49-F238E27FC236}">
                <ns2:creationId id="{B668BD6A-089B-4BB8-A948-0CC25BAE797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page">
            <a:extLst>
              <a:ext uri="{FF2B5EF4-FFF2-40B4-BE49-F238E27FC236}">
                <ns2:creationId id="{5A206168-0090-453D-91E6-02E6B7EC8614}"/>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08 / 31</a:t>
            </a:r>
          </a:p>
        </p:txBody>
      </p:sp>
      <p:sp>
        <p:nvSpPr>
          <p:cNvPr id="8" name="copyright">
            <a:extLst>
              <a:ext uri="{FF2B5EF4-FFF2-40B4-BE49-F238E27FC236}">
                <ns2:creationId id="{627AC3E5-F3CE-4551-9338-DF1FE79F807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4DC695BA-23F1-454E-A2E3-82037C209902}"/>
              </a:ext>
            </a:extLst>
          </p:cNvPr>
          <p:cNvSpPr>
            <a:spLocks noGrp="1"/>
          </p:cNvSpPr>
          <p:nvPr/>
        </p:nvSpPr>
        <p:spPr>
          <a:xfrm>
            <a:off x="1285875" y="4762500"/>
            <a:ext cx="15716250" cy="723900"/>
          </a:xfrm>
          <a:prstGeom prst="rect">
            <a:avLst/>
          </a:prstGeom>
          <a:noFill/>
          <a:ln w="0">
            <a:noFill/>
          </a:ln>
        </p:spPr>
        <p:txBody>
          <a:bodyPr wrap="none" lIns="0" tIns="0" rIns="0" bIns="0" anchor="t">
            <a:noAutofit/>
          </a:bodyPr>
          <a:lstStyle>
            <a:defPPr algn="ctr">
              <a:defRPr sz="3675" b="0">
                <a:solidFill>
                  <a:srgbClr val="111111"/>
                </a:solidFill>
                <a:latin typeface="Pretendard"/>
                <a:ea typeface="Pretendard"/>
                <a:cs typeface="Pretendard"/>
              </a:defRPr>
            </a:defPPr>
            <a:lvl1pPr algn="ctr">
              <a:defRPr sz="3675" b="0">
                <a:solidFill>
                  <a:srgbClr val="111111"/>
                </a:solidFill>
                <a:latin typeface="Pretendard"/>
                <a:ea typeface="Pretendard"/>
                <a:cs typeface="Pretendard"/>
              </a:defRPr>
            </a:lvl1pPr>
            <a:lvl2pPr algn="ctr">
              <a:defRPr sz="3675" b="0">
                <a:solidFill>
                  <a:srgbClr val="111111"/>
                </a:solidFill>
                <a:latin typeface="Pretendard"/>
                <a:ea typeface="Pretendard"/>
                <a:cs typeface="Pretendard"/>
              </a:defRPr>
            </a:lvl2pPr>
            <a:lvl3pPr algn="ctr">
              <a:defRPr sz="3675" b="0">
                <a:solidFill>
                  <a:srgbClr val="111111"/>
                </a:solidFill>
                <a:latin typeface="Pretendard"/>
                <a:ea typeface="Pretendard"/>
                <a:cs typeface="Pretendard"/>
              </a:defRPr>
            </a:lvl3pPr>
            <a:lvl4pPr algn="ctr">
              <a:defRPr sz="3675" b="0">
                <a:solidFill>
                  <a:srgbClr val="111111"/>
                </a:solidFill>
                <a:latin typeface="Pretendard"/>
                <a:ea typeface="Pretendard"/>
                <a:cs typeface="Pretendard"/>
              </a:defRPr>
            </a:lvl4pPr>
            <a:lvl5pPr algn="ctr">
              <a:defRPr sz="3675" b="0">
                <a:solidFill>
                  <a:srgbClr val="111111"/>
                </a:solidFill>
                <a:latin typeface="Pretendard"/>
                <a:ea typeface="Pretendard"/>
                <a:cs typeface="Pretendard"/>
              </a:defRPr>
            </a:lvl5pPr>
            <a:lvl6pPr algn="ctr">
              <a:defRPr sz="3675" b="0">
                <a:solidFill>
                  <a:srgbClr val="111111"/>
                </a:solidFill>
                <a:latin typeface="Pretendard"/>
                <a:ea typeface="Pretendard"/>
                <a:cs typeface="Pretendard"/>
              </a:defRPr>
            </a:lvl6pPr>
            <a:lvl7pPr algn="ctr">
              <a:defRPr sz="3675" b="0">
                <a:solidFill>
                  <a:srgbClr val="111111"/>
                </a:solidFill>
                <a:latin typeface="Pretendard"/>
                <a:ea typeface="Pretendard"/>
                <a:cs typeface="Pretendard"/>
              </a:defRPr>
            </a:lvl7pPr>
            <a:lvl8pPr algn="ctr">
              <a:defRPr sz="3675" b="0">
                <a:solidFill>
                  <a:srgbClr val="111111"/>
                </a:solidFill>
                <a:latin typeface="Pretendard"/>
                <a:ea typeface="Pretendard"/>
                <a:cs typeface="Pretendard"/>
              </a:defRPr>
            </a:lvl8pPr>
            <a:lvl9pPr algn="ctr">
              <a:defRPr sz="3675" b="0">
                <a:solidFill>
                  <a:srgbClr val="111111"/>
                </a:solidFill>
                <a:latin typeface="Pretendard"/>
                <a:ea typeface="Pretendard"/>
                <a:cs typeface="Pretendard"/>
              </a:defRPr>
            </a:lvl9pPr>
          </a:lstStyle>
          <a:p>
            <a:pPr algn="ctr">
              <a:defRPr sz="3675" b="0">
                <a:solidFill>
                  <a:srgbClr val="111111"/>
                </a:solidFill>
                <a:latin typeface="Pretendard"/>
                <a:ea typeface="Pretendard"/>
                <a:cs typeface="Pretendard"/>
              </a:defRPr>
            </a:pPr>
            <a:r>
              <a:rPr sz="3675" b="0">
                <a:solidFill>
                  <a:srgbClr val="111111"/>
                </a:solidFill>
                <a:latin typeface="Pretendard"/>
                <a:ea typeface="Pretendard"/>
                <a:cs typeface="Pretendard"/>
              </a:rPr>
              <a:t>H₂(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½O₂(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H₂O(</a:t>
            </a:r>
            <a:r>
              <a:rPr sz="3675" b="0" i="1">
                <a:solidFill>
                  <a:srgbClr val="111111"/>
                </a:solidFill>
                <a:latin typeface="Pretendard"/>
                <a:ea typeface="Pretendard"/>
                <a:cs typeface="Pretendard"/>
              </a:rPr>
              <a:t>l</a:t>
            </a:r>
            <a:r>
              <a:rPr sz="3675" b="0">
                <a:solidFill>
                  <a:srgbClr val="111111"/>
                </a:solidFill>
                <a:latin typeface="Pretendard"/>
                <a:ea typeface="Pretendard"/>
                <a:cs typeface="Pretendard"/>
              </a:rPr>
              <a:t>)     ΔH = −285.8 kJ</a:t>
            </a:r>
          </a:p>
        </p:txBody>
      </p:sp>
      <p:sp>
        <p:nvSpPr>
          <p:cNvPr id="10" name="equation">
            <a:extLst>
              <a:ext uri="{FF2B5EF4-FFF2-40B4-BE49-F238E27FC236}">
                <ns2:creationId id="{706D7614-15D6-4BEB-A702-D5C40B3B5627}"/>
              </a:ext>
            </a:extLst>
          </p:cNvPr>
          <p:cNvSpPr>
            <a:spLocks noGrp="1"/>
          </p:cNvSpPr>
          <p:nvPr/>
        </p:nvSpPr>
        <p:spPr>
          <a:xfrm>
            <a:off x="1285875" y="6191250"/>
            <a:ext cx="15716250" cy="723900"/>
          </a:xfrm>
          <a:prstGeom prst="rect">
            <a:avLst/>
          </a:prstGeom>
          <a:noFill/>
          <a:ln w="0">
            <a:noFill/>
          </a:ln>
        </p:spPr>
        <p:txBody>
          <a:bodyPr wrap="none" lIns="0" tIns="0" rIns="0" bIns="0" anchor="t">
            <a:noAutofit/>
          </a:bodyPr>
          <a:lstStyle>
            <a:defPPr algn="ctr">
              <a:defRPr sz="3675" b="0">
                <a:solidFill>
                  <a:srgbClr val="111111"/>
                </a:solidFill>
                <a:latin typeface="Pretendard"/>
                <a:ea typeface="Pretendard"/>
                <a:cs typeface="Pretendard"/>
              </a:defRPr>
            </a:defPPr>
            <a:lvl1pPr algn="ctr">
              <a:defRPr sz="3675" b="0">
                <a:solidFill>
                  <a:srgbClr val="111111"/>
                </a:solidFill>
                <a:latin typeface="Pretendard"/>
                <a:ea typeface="Pretendard"/>
                <a:cs typeface="Pretendard"/>
              </a:defRPr>
            </a:lvl1pPr>
            <a:lvl2pPr algn="ctr">
              <a:defRPr sz="3675" b="0">
                <a:solidFill>
                  <a:srgbClr val="111111"/>
                </a:solidFill>
                <a:latin typeface="Pretendard"/>
                <a:ea typeface="Pretendard"/>
                <a:cs typeface="Pretendard"/>
              </a:defRPr>
            </a:lvl2pPr>
            <a:lvl3pPr algn="ctr">
              <a:defRPr sz="3675" b="0">
                <a:solidFill>
                  <a:srgbClr val="111111"/>
                </a:solidFill>
                <a:latin typeface="Pretendard"/>
                <a:ea typeface="Pretendard"/>
                <a:cs typeface="Pretendard"/>
              </a:defRPr>
            </a:lvl3pPr>
            <a:lvl4pPr algn="ctr">
              <a:defRPr sz="3675" b="0">
                <a:solidFill>
                  <a:srgbClr val="111111"/>
                </a:solidFill>
                <a:latin typeface="Pretendard"/>
                <a:ea typeface="Pretendard"/>
                <a:cs typeface="Pretendard"/>
              </a:defRPr>
            </a:lvl4pPr>
            <a:lvl5pPr algn="ctr">
              <a:defRPr sz="3675" b="0">
                <a:solidFill>
                  <a:srgbClr val="111111"/>
                </a:solidFill>
                <a:latin typeface="Pretendard"/>
                <a:ea typeface="Pretendard"/>
                <a:cs typeface="Pretendard"/>
              </a:defRPr>
            </a:lvl5pPr>
            <a:lvl6pPr algn="ctr">
              <a:defRPr sz="3675" b="0">
                <a:solidFill>
                  <a:srgbClr val="111111"/>
                </a:solidFill>
                <a:latin typeface="Pretendard"/>
                <a:ea typeface="Pretendard"/>
                <a:cs typeface="Pretendard"/>
              </a:defRPr>
            </a:lvl6pPr>
            <a:lvl7pPr algn="ctr">
              <a:defRPr sz="3675" b="0">
                <a:solidFill>
                  <a:srgbClr val="111111"/>
                </a:solidFill>
                <a:latin typeface="Pretendard"/>
                <a:ea typeface="Pretendard"/>
                <a:cs typeface="Pretendard"/>
              </a:defRPr>
            </a:lvl7pPr>
            <a:lvl8pPr algn="ctr">
              <a:defRPr sz="3675" b="0">
                <a:solidFill>
                  <a:srgbClr val="111111"/>
                </a:solidFill>
                <a:latin typeface="Pretendard"/>
                <a:ea typeface="Pretendard"/>
                <a:cs typeface="Pretendard"/>
              </a:defRPr>
            </a:lvl8pPr>
            <a:lvl9pPr algn="ctr">
              <a:defRPr sz="3675" b="0">
                <a:solidFill>
                  <a:srgbClr val="111111"/>
                </a:solidFill>
                <a:latin typeface="Pretendard"/>
                <a:ea typeface="Pretendard"/>
                <a:cs typeface="Pretendard"/>
              </a:defRPr>
            </a:lvl9pPr>
          </a:lstStyle>
          <a:p>
            <a:pPr algn="ctr">
              <a:defRPr sz="3675" b="0">
                <a:solidFill>
                  <a:srgbClr val="111111"/>
                </a:solidFill>
                <a:latin typeface="Pretendard"/>
                <a:ea typeface="Pretendard"/>
                <a:cs typeface="Pretendard"/>
              </a:defRPr>
            </a:pPr>
            <a:r>
              <a:rPr sz="3675" b="0">
                <a:solidFill>
                  <a:srgbClr val="111111"/>
                </a:solidFill>
                <a:latin typeface="Pretendard"/>
                <a:ea typeface="Pretendard"/>
                <a:cs typeface="Pretendard"/>
              </a:rPr>
              <a:t>2H₂(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O₂(</a:t>
            </a:r>
            <a:r>
              <a:rPr sz="3675" b="0" i="1">
                <a:solidFill>
                  <a:srgbClr val="111111"/>
                </a:solidFill>
                <a:latin typeface="Pretendard"/>
                <a:ea typeface="Pretendard"/>
                <a:cs typeface="Pretendard"/>
              </a:rPr>
              <a:t>g</a:t>
            </a:r>
            <a:r>
              <a:rPr sz="3675" b="0">
                <a:solidFill>
                  <a:srgbClr val="111111"/>
                </a:solidFill>
                <a:latin typeface="Pretendard"/>
                <a:ea typeface="Pretendard"/>
                <a:cs typeface="Pretendard"/>
              </a:rPr>
              <a:t>) → 2H₂O(</a:t>
            </a:r>
            <a:r>
              <a:rPr sz="3675" b="0" i="1">
                <a:solidFill>
                  <a:srgbClr val="111111"/>
                </a:solidFill>
                <a:latin typeface="Pretendard"/>
                <a:ea typeface="Pretendard"/>
                <a:cs typeface="Pretendard"/>
              </a:rPr>
              <a:t>l</a:t>
            </a:r>
            <a:r>
              <a:rPr sz="3675" b="0">
                <a:solidFill>
                  <a:srgbClr val="111111"/>
                </a:solidFill>
                <a:latin typeface="Pretendard"/>
                <a:ea typeface="Pretendard"/>
                <a:cs typeface="Pretendard"/>
              </a:rPr>
              <a:t>)     ΔH = −571.6 kJ</a:t>
            </a:r>
          </a:p>
        </p:txBody>
      </p:sp>
      <p:sp>
        <p:nvSpPr>
          <p:cNvPr id="11" name="takeaway-box">
            <a:extLst>
              <a:ext uri="{FF2B5EF4-FFF2-40B4-BE49-F238E27FC236}">
                <ns2:creationId id="{3219E8D7-AEA4-4FC5-9D3C-69DC15021CA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2" name="takeaway">
            <a:extLst>
              <a:ext uri="{FF2B5EF4-FFF2-40B4-BE49-F238E27FC236}">
                <ns2:creationId id="{14FA60F1-A6C7-4C4A-9EDE-C96AF25CAEE5}"/>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반응식의 계수 × 2   →   반응 엔탈피도 × 2</a:t>
            </a:r>
          </a:p>
        </p:txBody>
      </p:sp>
    </p:spTree>
    <p:extLst>
      <p:ext uri="{BB962C8B-B14F-4D97-AF65-F5344CB8AC3E}">
        <ns4:creationId val="1526426121"/>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730B5C38-9D2E-448D-AE30-4E00EF503008}"/>
              </a:ext>
            </a:extLst>
          </p:cNvPr>
          <p:cNvPicPr>
            <a:picLocks noChangeAspect="1"/>
          </p:cNvPicPr>
          <p:nvPr/>
        </p:nvPicPr>
        <p:blipFill>
          <a:blip ns3:embed="R2a5c0a528d03483f"/>
          <a:stretch/>
        </p:blipFill>
        <p:spPr>
          <a:xfrm>
            <a:off x="16941800" y="382588"/>
            <a:ext cx="1028700" cy="733425"/>
          </a:xfrm>
          <a:prstGeom prst="rect">
            <a:avLst/>
          </a:prstGeom>
        </p:spPr>
      </p:pic>
      <p:sp>
        <p:nvSpPr>
          <p:cNvPr id="2" name="part_heading">
            <a:extLst>
              <a:ext uri="{FF2B5EF4-FFF2-40B4-BE49-F238E27FC236}">
                <ns2:creationId id="{315F8EBF-0F3E-47AC-884E-A88F7EFD143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7D96E3B7-23CA-4E87-985A-8ADEAC33F12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6314DC70-448B-49D5-AA85-5DCBDCA0A70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물질의 상태와 반응 엔탈피</a:t>
            </a:r>
          </a:p>
        </p:txBody>
      </p:sp>
      <p:sp>
        <p:nvSpPr>
          <p:cNvPr id="5" name="title">
            <a:extLst>
              <a:ext uri="{FF2B5EF4-FFF2-40B4-BE49-F238E27FC236}">
                <ns2:creationId id="{F58185AD-3A78-42A6-8185-C47FB4897C8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A444CEEF-2E87-4334-9F69-BC87E72029D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page">
            <a:extLst>
              <a:ext uri="{FF2B5EF4-FFF2-40B4-BE49-F238E27FC236}">
                <ns2:creationId id="{83FA39E7-EBA8-4BFB-A946-694FEE591070}"/>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09 / 31</a:t>
            </a:r>
          </a:p>
        </p:txBody>
      </p:sp>
      <p:sp>
        <p:nvSpPr>
          <p:cNvPr id="8" name="copyright">
            <a:extLst>
              <a:ext uri="{FF2B5EF4-FFF2-40B4-BE49-F238E27FC236}">
                <ns2:creationId id="{D9F11937-C30D-40A7-906D-7DF2DCCFD66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EA87A926-6F49-4F48-974C-AF6FF6B2B43E}"/>
              </a:ext>
            </a:extLst>
          </p:cNvPr>
          <p:cNvSpPr>
            <a:spLocks noGrp="1"/>
          </p:cNvSpPr>
          <p:nvPr/>
        </p:nvSpPr>
        <p:spPr>
          <a:xfrm>
            <a:off x="1285875" y="4953000"/>
            <a:ext cx="15716250" cy="723900"/>
          </a:xfrm>
          <a:prstGeom prst="rect">
            <a:avLst/>
          </a:prstGeom>
          <a:noFill/>
          <a:ln w="0">
            <a:noFill/>
          </a:ln>
        </p:spPr>
        <p:txBody>
          <a:bodyPr wrap="none" lIns="0" tIns="0" rIns="0" bIns="0" anchor="t">
            <a:noAutofit/>
          </a:bodyPr>
          <a:lstStyle>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2H₂(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O₂(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2H₂O(</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ΔH₁</a:t>
            </a:r>
          </a:p>
        </p:txBody>
      </p:sp>
      <p:sp>
        <p:nvSpPr>
          <p:cNvPr id="10" name="equation">
            <a:extLst>
              <a:ext uri="{FF2B5EF4-FFF2-40B4-BE49-F238E27FC236}">
                <ns2:creationId id="{C399AF46-8CC0-4947-B5FC-BF93D52A5F77}"/>
              </a:ext>
            </a:extLst>
          </p:cNvPr>
          <p:cNvSpPr>
            <a:spLocks noGrp="1"/>
          </p:cNvSpPr>
          <p:nvPr/>
        </p:nvSpPr>
        <p:spPr>
          <a:xfrm>
            <a:off x="1285875" y="6477000"/>
            <a:ext cx="15716250" cy="723900"/>
          </a:xfrm>
          <a:prstGeom prst="rect">
            <a:avLst/>
          </a:prstGeom>
          <a:noFill/>
          <a:ln w="0">
            <a:noFill/>
          </a:ln>
        </p:spPr>
        <p:txBody>
          <a:bodyPr wrap="none" lIns="0" tIns="0" rIns="0" bIns="0" anchor="t">
            <a:noAutofit/>
          </a:bodyPr>
          <a:lstStyle>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2H₂(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O₂(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2H₂O(</a:t>
            </a:r>
            <a:r>
              <a:rPr sz="4125" b="0" i="1">
                <a:solidFill>
                  <a:srgbClr val="111111"/>
                </a:solidFill>
                <a:latin typeface="Pretendard"/>
                <a:ea typeface="Pretendard"/>
                <a:cs typeface="Pretendard"/>
              </a:rPr>
              <a:t>l</a:t>
            </a:r>
            <a:r>
              <a:rPr sz="4125" b="0">
                <a:solidFill>
                  <a:srgbClr val="111111"/>
                </a:solidFill>
                <a:latin typeface="Pretendard"/>
                <a:ea typeface="Pretendard"/>
                <a:cs typeface="Pretendard"/>
              </a:rPr>
              <a:t>)     ΔH₂</a:t>
            </a:r>
          </a:p>
        </p:txBody>
      </p:sp>
      <p:sp>
        <p:nvSpPr>
          <p:cNvPr id="11" name="takeaway-box">
            <a:extLst>
              <a:ext uri="{FF2B5EF4-FFF2-40B4-BE49-F238E27FC236}">
                <ns2:creationId id="{9C8E0383-0B8B-4389-A018-3EA7A33E3603}"/>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2" name="takeaway">
            <a:extLst>
              <a:ext uri="{FF2B5EF4-FFF2-40B4-BE49-F238E27FC236}">
                <ns2:creationId id="{8F5D49C4-9CCA-4A15-A484-D796C2D36F9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 방출   |ΔH₂| &gt; |ΔH₁|</a:t>
            </a:r>
          </a:p>
        </p:txBody>
      </p:sp>
    </p:spTree>
    <p:extLst>
      <p:ext uri="{BB962C8B-B14F-4D97-AF65-F5344CB8AC3E}">
        <ns4:creationId val="16550536"/>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F20DD4C0-E89A-4606-AC50-CCB911C2A690}"/>
              </a:ext>
            </a:extLst>
          </p:cNvPr>
          <p:cNvPicPr>
            <a:picLocks noChangeAspect="1"/>
          </p:cNvPicPr>
          <p:nvPr/>
        </p:nvPicPr>
        <p:blipFill>
          <a:blip ns3:embed="Rcf3efa44ffd04f47"/>
          <a:stretch/>
        </p:blipFill>
        <p:spPr>
          <a:xfrm>
            <a:off x="16941800" y="382588"/>
            <a:ext cx="1028700" cy="733425"/>
          </a:xfrm>
          <a:prstGeom prst="rect">
            <a:avLst/>
          </a:prstGeom>
        </p:spPr>
      </p:pic>
      <p:sp>
        <p:nvSpPr>
          <p:cNvPr id="2" name="part_heading">
            <a:extLst>
              <a:ext uri="{FF2B5EF4-FFF2-40B4-BE49-F238E27FC236}">
                <ns2:creationId id="{405F7DB1-EACE-4724-B578-194191190D6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DFF0F69-5743-488E-839E-B83813738FA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a:ext uri="{FF2B5EF4-FFF2-40B4-BE49-F238E27FC236}">
                <ns2:creationId id="{C31EDB32-C88A-4B09-98BC-B4794CF43E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엔탈피의 변화량</a:t>
            </a:r>
          </a:p>
        </p:txBody>
      </p:sp>
      <p:sp>
        <p:nvSpPr>
          <p:cNvPr id="5" name="title">
            <a:extLst>
              <a:ext uri="{FF2B5EF4-FFF2-40B4-BE49-F238E27FC236}">
                <ns2:creationId id="{0BA04776-CC69-46C1-B9BA-BCE7974B222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ΔH는 생성물 합에서 반응물 합을 뺀 값이다</a:t>
            </a:r>
          </a:p>
        </p:txBody>
      </p:sp>
      <p:sp>
        <p:nvSpPr>
          <p:cNvPr id="6" name="explanation">
            <a:extLst>
              <a:ext uri="{FF2B5EF4-FFF2-40B4-BE49-F238E27FC236}">
                <ns2:creationId id="{C89BC76F-BF33-43BE-B5E4-FCBDF6871E0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page">
            <a:extLst>
              <a:ext uri="{FF2B5EF4-FFF2-40B4-BE49-F238E27FC236}">
                <ns2:creationId id="{E9355BDB-0CCA-4DCD-BC5E-F06F713E59CB}"/>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10 / 31</a:t>
            </a:r>
          </a:p>
        </p:txBody>
      </p:sp>
      <p:sp>
        <p:nvSpPr>
          <p:cNvPr id="8" name="copyright">
            <a:extLst>
              <a:ext uri="{FF2B5EF4-FFF2-40B4-BE49-F238E27FC236}">
                <ns2:creationId id="{25313CD0-C241-4DB5-AEB7-5A0C840516C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F7B5A5A5-0EA7-4040-B20F-5F0C0053DA64}"/>
              </a:ext>
            </a:extLst>
          </p:cNvPr>
          <p:cNvSpPr>
            <a:spLocks noGrp="1"/>
          </p:cNvSpPr>
          <p:nvPr/>
        </p:nvSpPr>
        <p:spPr>
          <a:xfrm>
            <a:off x="1285875" y="4667250"/>
            <a:ext cx="15716250" cy="723900"/>
          </a:xfrm>
          <a:prstGeom prst="rect">
            <a:avLst/>
          </a:prstGeom>
          <a:noFill/>
          <a:ln w="0">
            <a:noFill/>
          </a:ln>
        </p:spPr>
        <p:txBody>
          <a:bodyPr wrap="none" lIns="0" tIns="0" rIns="0" bIns="0" anchor="t">
            <a:noAutofit/>
          </a:bodyPr>
          <a:lstStyle>
            <a:defPPr algn="ctr">
              <a:defRPr sz="3900" b="0">
                <a:solidFill>
                  <a:srgbClr val="111111"/>
                </a:solidFill>
                <a:latin typeface="Pretendard"/>
                <a:ea typeface="Pretendard"/>
                <a:cs typeface="Pretendard"/>
              </a:defRPr>
            </a:defPPr>
            <a:lvl1pPr algn="ctr">
              <a:defRPr sz="3900" b="0">
                <a:solidFill>
                  <a:srgbClr val="111111"/>
                </a:solidFill>
                <a:latin typeface="Pretendard"/>
                <a:ea typeface="Pretendard"/>
                <a:cs typeface="Pretendard"/>
              </a:defRPr>
            </a:lvl1pPr>
            <a:lvl2pPr algn="ctr">
              <a:defRPr sz="3900" b="0">
                <a:solidFill>
                  <a:srgbClr val="111111"/>
                </a:solidFill>
                <a:latin typeface="Pretendard"/>
                <a:ea typeface="Pretendard"/>
                <a:cs typeface="Pretendard"/>
              </a:defRPr>
            </a:lvl2pPr>
            <a:lvl3pPr algn="ctr">
              <a:defRPr sz="3900" b="0">
                <a:solidFill>
                  <a:srgbClr val="111111"/>
                </a:solidFill>
                <a:latin typeface="Pretendard"/>
                <a:ea typeface="Pretendard"/>
                <a:cs typeface="Pretendard"/>
              </a:defRPr>
            </a:lvl3pPr>
            <a:lvl4pPr algn="ctr">
              <a:defRPr sz="3900" b="0">
                <a:solidFill>
                  <a:srgbClr val="111111"/>
                </a:solidFill>
                <a:latin typeface="Pretendard"/>
                <a:ea typeface="Pretendard"/>
                <a:cs typeface="Pretendard"/>
              </a:defRPr>
            </a:lvl4pPr>
            <a:lvl5pPr algn="ctr">
              <a:defRPr sz="3900" b="0">
                <a:solidFill>
                  <a:srgbClr val="111111"/>
                </a:solidFill>
                <a:latin typeface="Pretendard"/>
                <a:ea typeface="Pretendard"/>
                <a:cs typeface="Pretendard"/>
              </a:defRPr>
            </a:lvl5pPr>
            <a:lvl6pPr algn="ctr">
              <a:defRPr sz="3900" b="0">
                <a:solidFill>
                  <a:srgbClr val="111111"/>
                </a:solidFill>
                <a:latin typeface="Pretendard"/>
                <a:ea typeface="Pretendard"/>
                <a:cs typeface="Pretendard"/>
              </a:defRPr>
            </a:lvl6pPr>
            <a:lvl7pPr algn="ctr">
              <a:defRPr sz="3900" b="0">
                <a:solidFill>
                  <a:srgbClr val="111111"/>
                </a:solidFill>
                <a:latin typeface="Pretendard"/>
                <a:ea typeface="Pretendard"/>
                <a:cs typeface="Pretendard"/>
              </a:defRPr>
            </a:lvl7pPr>
            <a:lvl8pPr algn="ctr">
              <a:defRPr sz="3900" b="0">
                <a:solidFill>
                  <a:srgbClr val="111111"/>
                </a:solidFill>
                <a:latin typeface="Pretendard"/>
                <a:ea typeface="Pretendard"/>
                <a:cs typeface="Pretendard"/>
              </a:defRPr>
            </a:lvl8pPr>
            <a:lvl9pPr algn="ctr">
              <a:defRPr sz="3900" b="0">
                <a:solidFill>
                  <a:srgbClr val="111111"/>
                </a:solidFill>
                <a:latin typeface="Pretendard"/>
                <a:ea typeface="Pretendard"/>
                <a:cs typeface="Pretendard"/>
              </a:defRPr>
            </a:lvl9pPr>
          </a:lstStyle>
          <a:p>
            <a:pPr algn="ctr">
              <a:defRPr sz="3900" b="0">
                <a:solidFill>
                  <a:srgbClr val="111111"/>
                </a:solidFill>
                <a:latin typeface="Pretendard"/>
                <a:ea typeface="Pretendard"/>
                <a:cs typeface="Pretendard"/>
              </a:defRPr>
            </a:pPr>
            <a:r>
              <a:rPr sz="3900" b="0">
                <a:solidFill>
                  <a:srgbClr val="111111"/>
                </a:solidFill>
                <a:latin typeface="Pretendard"/>
                <a:ea typeface="Pretendard"/>
                <a:cs typeface="Pretendard"/>
              </a:rPr>
              <a:t>ΔH = 생성물의 엔탈피 합 − 반응물의 엔탈피 합</a:t>
            </a:r>
          </a:p>
        </p:txBody>
      </p:sp>
      <p:sp>
        <p:nvSpPr>
          <p:cNvPr id="10" name="axis-y-630">
            <a:extLst>
              <a:ext uri="{FF2B5EF4-FFF2-40B4-BE49-F238E27FC236}">
                <ns2:creationId id="{C80B9E05-2691-4E83-AC2F-88F9EB48DAFD}"/>
              </a:ext>
            </a:extLst>
          </p:cNvPr>
          <p:cNvSpPr>
            <a:spLocks noGrp="1"/>
          </p:cNvSpPr>
          <p:nvPr/>
        </p:nvSpPr>
        <p:spPr>
          <a:xfrm>
            <a:off x="6000750" y="5857875"/>
            <a:ext cx="28575" cy="2762250"/>
          </a:xfrm>
          <a:prstGeom prst="rect">
            <a:avLst/>
          </a:prstGeom>
          <a:solidFill>
            <a:srgbClr val="555555"/>
          </a:solidFill>
          <a:ln w="0">
            <a:noFill/>
          </a:ln>
        </p:spPr>
      </p:sp>
      <p:sp>
        <p:nvSpPr>
          <p:cNvPr id="11" name="axis-x-630">
            <a:extLst>
              <a:ext uri="{FF2B5EF4-FFF2-40B4-BE49-F238E27FC236}">
                <ns2:creationId id="{D7ADDC3D-726C-419F-86F3-2709A0756EEE}"/>
              </a:ext>
            </a:extLst>
          </p:cNvPr>
          <p:cNvSpPr>
            <a:spLocks noGrp="1"/>
          </p:cNvSpPr>
          <p:nvPr/>
        </p:nvSpPr>
        <p:spPr>
          <a:xfrm>
            <a:off x="6000750" y="8620125"/>
            <a:ext cx="5715000" cy="28575"/>
          </a:xfrm>
          <a:prstGeom prst="rect">
            <a:avLst/>
          </a:prstGeom>
          <a:solidFill>
            <a:srgbClr val="555555"/>
          </a:solidFill>
          <a:ln w="0">
            <a:noFill/>
          </a:ln>
        </p:spPr>
      </p:sp>
      <p:sp>
        <p:nvSpPr>
          <p:cNvPr id="12" name="axisH-630">
            <a:extLst>
              <a:ext uri="{FF2B5EF4-FFF2-40B4-BE49-F238E27FC236}">
                <ns2:creationId id="{056B128E-F2C1-46F9-97C7-AFCF887B9393}"/>
              </a:ext>
            </a:extLst>
          </p:cNvPr>
          <p:cNvSpPr>
            <a:spLocks noGrp="1"/>
          </p:cNvSpPr>
          <p:nvPr/>
        </p:nvSpPr>
        <p:spPr>
          <a:xfrm>
            <a:off x="5543550" y="5381625"/>
            <a:ext cx="16192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3" name="axisR-630">
            <a:extLst>
              <a:ext uri="{FF2B5EF4-FFF2-40B4-BE49-F238E27FC236}">
                <ns2:creationId id="{A6FFC92C-B563-455A-9623-145B82329D6C}"/>
              </a:ext>
            </a:extLst>
          </p:cNvPr>
          <p:cNvSpPr>
            <a:spLocks noGrp="1"/>
          </p:cNvSpPr>
          <p:nvPr/>
        </p:nvSpPr>
        <p:spPr>
          <a:xfrm>
            <a:off x="9620250" y="8810625"/>
            <a:ext cx="21907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4" name="reactants-630">
            <a:extLst>
              <a:ext uri="{FF2B5EF4-FFF2-40B4-BE49-F238E27FC236}">
                <ns2:creationId id="{9259410B-8906-4062-A597-5AD1344F85B5}"/>
              </a:ext>
            </a:extLst>
          </p:cNvPr>
          <p:cNvSpPr>
            <a:spLocks noGrp="1"/>
          </p:cNvSpPr>
          <p:nvPr/>
        </p:nvSpPr>
        <p:spPr>
          <a:xfrm>
            <a:off x="6429375" y="6381750"/>
            <a:ext cx="1952625" cy="38100"/>
          </a:xfrm>
          <a:prstGeom prst="rect">
            <a:avLst/>
          </a:prstGeom>
          <a:solidFill>
            <a:srgbClr val="555555"/>
          </a:solidFill>
          <a:ln w="0">
            <a:noFill/>
          </a:ln>
        </p:spPr>
      </p:sp>
      <p:sp>
        <p:nvSpPr>
          <p:cNvPr id="15" name="products-630">
            <a:extLst>
              <a:ext uri="{FF2B5EF4-FFF2-40B4-BE49-F238E27FC236}">
                <ns2:creationId id="{17904DC1-A5FA-4FD4-B929-1780455317EE}"/>
              </a:ext>
            </a:extLst>
          </p:cNvPr>
          <p:cNvSpPr>
            <a:spLocks noGrp="1"/>
          </p:cNvSpPr>
          <p:nvPr/>
        </p:nvSpPr>
        <p:spPr>
          <a:xfrm>
            <a:off x="9334500" y="7810500"/>
            <a:ext cx="1952625" cy="38100"/>
          </a:xfrm>
          <a:prstGeom prst="rect">
            <a:avLst/>
          </a:prstGeom>
          <a:solidFill>
            <a:srgbClr val="555555"/>
          </a:solidFill>
          <a:ln w="0">
            <a:noFill/>
          </a:ln>
        </p:spPr>
      </p:sp>
      <p:sp>
        <p:nvSpPr>
          <p:cNvPr id="16" name="reactants-label-630">
            <a:extLst>
              <a:ext uri="{FF2B5EF4-FFF2-40B4-BE49-F238E27FC236}">
                <ns2:creationId id="{E1545A39-FCFC-4DF0-9332-CCF740EDB86E}"/>
              </a:ext>
            </a:extLst>
          </p:cNvPr>
          <p:cNvSpPr>
            <a:spLocks noGrp="1"/>
          </p:cNvSpPr>
          <p:nvPr/>
        </p:nvSpPr>
        <p:spPr>
          <a:xfrm>
            <a:off x="6572250" y="5924550"/>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7" name="products-label-630">
            <a:extLst>
              <a:ext uri="{FF2B5EF4-FFF2-40B4-BE49-F238E27FC236}">
                <ns2:creationId id="{8BD15D4A-AC64-4183-B97D-CAB69620575C}"/>
              </a:ext>
            </a:extLst>
          </p:cNvPr>
          <p:cNvSpPr>
            <a:spLocks noGrp="1"/>
          </p:cNvSpPr>
          <p:nvPr/>
        </p:nvSpPr>
        <p:spPr>
          <a:xfrm>
            <a:off x="9477375" y="7353300"/>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8" name="deltaH-630">
            <a:extLst>
              <a:ext uri="{FF2B5EF4-FFF2-40B4-BE49-F238E27FC236}">
                <ns2:creationId id="{B79EC464-0EB9-4066-A202-61DBBDFD8F68}"/>
              </a:ext>
            </a:extLst>
          </p:cNvPr>
          <p:cNvSpPr>
            <a:spLocks noGrp="1"/>
          </p:cNvSpPr>
          <p:nvPr/>
        </p:nvSpPr>
        <p:spPr>
          <a:xfrm>
            <a:off x="8305800" y="6858000"/>
            <a:ext cx="2571750" cy="619125"/>
          </a:xfrm>
          <a:prstGeom prst="rect">
            <a:avLst/>
          </a:prstGeom>
          <a:noFill/>
          <a:ln w="0">
            <a:noFill/>
          </a:ln>
        </p:spPr>
        <p:txBody>
          <a:bodyPr wrap="none" lIns="0" tIns="0" rIns="0" bIns="0" anchor="t">
            <a:noAutofit/>
          </a:bodyPr>
          <a:lstStyle>
            <a:defPPr algn="l">
              <a:defRPr sz="3225" b="1">
                <a:solidFill>
                  <a:srgbClr val="0C7D08"/>
                </a:solidFill>
                <a:latin typeface="Pretendard"/>
                <a:ea typeface="Pretendard"/>
                <a:cs typeface="Pretendard"/>
              </a:defRPr>
            </a:defPPr>
            <a:lvl1pPr algn="l">
              <a:defRPr sz="3225" b="1">
                <a:solidFill>
                  <a:srgbClr val="0C7D08"/>
                </a:solidFill>
                <a:latin typeface="Pretendard"/>
                <a:ea typeface="Pretendard"/>
                <a:cs typeface="Pretendard"/>
              </a:defRPr>
            </a:lvl1pPr>
            <a:lvl2pPr algn="l">
              <a:defRPr sz="3225" b="1">
                <a:solidFill>
                  <a:srgbClr val="0C7D08"/>
                </a:solidFill>
                <a:latin typeface="Pretendard"/>
                <a:ea typeface="Pretendard"/>
                <a:cs typeface="Pretendard"/>
              </a:defRPr>
            </a:lvl2pPr>
            <a:lvl3pPr algn="l">
              <a:defRPr sz="3225" b="1">
                <a:solidFill>
                  <a:srgbClr val="0C7D08"/>
                </a:solidFill>
                <a:latin typeface="Pretendard"/>
                <a:ea typeface="Pretendard"/>
                <a:cs typeface="Pretendard"/>
              </a:defRPr>
            </a:lvl3pPr>
            <a:lvl4pPr algn="l">
              <a:defRPr sz="3225" b="1">
                <a:solidFill>
                  <a:srgbClr val="0C7D08"/>
                </a:solidFill>
                <a:latin typeface="Pretendard"/>
                <a:ea typeface="Pretendard"/>
                <a:cs typeface="Pretendard"/>
              </a:defRPr>
            </a:lvl4pPr>
            <a:lvl5pPr algn="l">
              <a:defRPr sz="3225" b="1">
                <a:solidFill>
                  <a:srgbClr val="0C7D08"/>
                </a:solidFill>
                <a:latin typeface="Pretendard"/>
                <a:ea typeface="Pretendard"/>
                <a:cs typeface="Pretendard"/>
              </a:defRPr>
            </a:lvl5pPr>
            <a:lvl6pPr algn="l">
              <a:defRPr sz="3225" b="1">
                <a:solidFill>
                  <a:srgbClr val="0C7D08"/>
                </a:solidFill>
                <a:latin typeface="Pretendard"/>
                <a:ea typeface="Pretendard"/>
                <a:cs typeface="Pretendard"/>
              </a:defRPr>
            </a:lvl6pPr>
            <a:lvl7pPr algn="l">
              <a:defRPr sz="3225" b="1">
                <a:solidFill>
                  <a:srgbClr val="0C7D08"/>
                </a:solidFill>
                <a:latin typeface="Pretendard"/>
                <a:ea typeface="Pretendard"/>
                <a:cs typeface="Pretendard"/>
              </a:defRPr>
            </a:lvl7pPr>
            <a:lvl8pPr algn="l">
              <a:defRPr sz="3225" b="1">
                <a:solidFill>
                  <a:srgbClr val="0C7D08"/>
                </a:solidFill>
                <a:latin typeface="Pretendard"/>
                <a:ea typeface="Pretendard"/>
                <a:cs typeface="Pretendard"/>
              </a:defRPr>
            </a:lvl8pPr>
            <a:lvl9pPr algn="l">
              <a:defRPr sz="3225" b="1">
                <a:solidFill>
                  <a:srgbClr val="0C7D08"/>
                </a:solidFill>
                <a:latin typeface="Pretendard"/>
                <a:ea typeface="Pretendard"/>
                <a:cs typeface="Pretendard"/>
              </a:defRPr>
            </a:lvl9pPr>
          </a:lstStyle>
          <a:p>
            <a:pPr algn="l">
              <a:defRPr sz="3225" b="1">
                <a:solidFill>
                  <a:srgbClr val="0C7D08"/>
                </a:solidFill>
                <a:latin typeface="Pretendard"/>
                <a:ea typeface="Pretendard"/>
                <a:cs typeface="Pretendard"/>
              </a:defRPr>
            </a:pPr>
            <a:r>
              <a:rPr sz="3225" b="1">
                <a:solidFill>
                  <a:srgbClr val="0C7D08"/>
                </a:solidFill>
                <a:latin typeface="Pretendard"/>
                <a:ea typeface="Pretendard"/>
                <a:cs typeface="Pretendard"/>
              </a:rPr>
              <a:t>↓  ΔH &lt; 0</a:t>
            </a:r>
          </a:p>
        </p:txBody>
      </p:sp>
    </p:spTree>
    <p:extLst>
      <p:ext uri="{BB962C8B-B14F-4D97-AF65-F5344CB8AC3E}">
        <ns4:creationId val="428119686"/>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502A0A80-2A12-474B-BC3C-0DB7B8E3FF21}"/>
              </a:ext>
            </a:extLst>
          </p:cNvPr>
          <p:cNvPicPr>
            <a:picLocks noChangeAspect="1"/>
          </p:cNvPicPr>
          <p:nvPr/>
        </p:nvPicPr>
        <p:blipFill>
          <a:blip ns3:embed="Rabd29c448dde4194"/>
          <a:stretch/>
        </p:blipFill>
        <p:spPr>
          <a:xfrm>
            <a:off x="16941800" y="382588"/>
            <a:ext cx="1028700" cy="733425"/>
          </a:xfrm>
          <a:prstGeom prst="rect">
            <a:avLst/>
          </a:prstGeom>
        </p:spPr>
      </p:pic>
      <p:sp>
        <p:nvSpPr>
          <p:cNvPr id="2" name="part_heading">
            <a:extLst>
              <a:ext uri="{FF2B5EF4-FFF2-40B4-BE49-F238E27FC236}">
                <ns2:creationId id="{02FBAB33-9C0E-4BE5-B9FC-610AC28719A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AFB6A61-87E8-45C9-9B60-FB96AD973A2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a:ext uri="{FF2B5EF4-FFF2-40B4-BE49-F238E27FC236}">
                <ns2:creationId id="{9663A27E-CD22-4B14-B114-EA1843C8305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여러 화학 반응의 열화학 반응식</a:t>
            </a:r>
          </a:p>
        </p:txBody>
      </p:sp>
      <p:sp>
        <p:nvSpPr>
          <p:cNvPr id="5" name="title">
            <a:extLst>
              <a:ext uri="{FF2B5EF4-FFF2-40B4-BE49-F238E27FC236}">
                <ns2:creationId id="{D22FDC80-7B45-4918-BB21-D7DF2D3367D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1BB120E9-E1D2-4BA5-A91A-D527E1B6BD8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page">
            <a:extLst>
              <a:ext uri="{FF2B5EF4-FFF2-40B4-BE49-F238E27FC236}">
                <ns2:creationId id="{53BA09E7-4391-4CAB-84B5-48EAE90722DA}"/>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11 / 31</a:t>
            </a:r>
          </a:p>
        </p:txBody>
      </p:sp>
      <p:sp>
        <p:nvSpPr>
          <p:cNvPr id="8" name="copyright">
            <a:extLst>
              <a:ext uri="{FF2B5EF4-FFF2-40B4-BE49-F238E27FC236}">
                <ns2:creationId id="{D1AC633B-FE5B-4611-ADDB-A18B59ED55A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a:ext uri="{FF2B5EF4-FFF2-40B4-BE49-F238E27FC236}">
                <ns2:creationId id="{5B474687-1F59-4FA1-8276-10405B9C48DF}"/>
              </a:ext>
            </a:extLst>
          </p:cNvPr>
          <p:cNvGraphicFramePr/>
          <p:nvPr/>
        </p:nvGraphicFramePr>
        <p:xfrm>
          <a:off x="1238250" y="4762500"/>
          <a:ext cx="15811500" cy="4286250"/>
        </p:xfrm>
        <a:graphic>
          <a:graphicData uri="http://schemas.openxmlformats.org/drawingml/2006/table">
            <a:tbl>
              <a:tblPr/>
              <a:tblGrid>
                <a:gridCol w="1809750"/>
                <a:gridCol w="11430000"/>
                <a:gridCol w="2571750"/>
              </a:tblGrid>
              <a:tr h="857250">
                <a:tc>
                  <a:txBody>
                    <a:bodyPr lIns="133350" tIns="133350" rIns="133350" bIns="133350"/>
                    <a:lstStyle/>
                    <a:p>
                      <a:pPr algn="l"/>
                      <a:r>
                        <a:rPr sz="2400" b="1">
                          <a:solidFill>
                            <a:srgbClr val="FFFFFF"/>
                          </a:solidFill>
                          <a:latin typeface="Pretendard"/>
                          <a:ea typeface="Pretendard"/>
                          <a:cs typeface="Pretendard"/>
                        </a:rPr>
                        <a:t>반응</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400" b="1">
                          <a:solidFill>
                            <a:srgbClr val="FFFFFF"/>
                          </a:solidFill>
                          <a:latin typeface="Pretendard"/>
                          <a:ea typeface="Pretendard"/>
                          <a:cs typeface="Pretendard"/>
                        </a:rPr>
                        <a:t>열화학 반응식</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400" b="1">
                          <a:solidFill>
                            <a:srgbClr val="FFFFFF"/>
                          </a:solidFill>
                          <a:latin typeface="Pretendard"/>
                          <a:ea typeface="Pretendard"/>
                          <a:cs typeface="Pretendard"/>
                        </a:rPr>
                        <a:t>ΔH (kJ)</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57250">
                <a:tc>
                  <a:txBody>
                    <a:bodyPr lIns="133350" tIns="133350" rIns="133350" bIns="133350"/>
                    <a:lstStyle/>
                    <a:p>
                      <a:pPr algn="l"/>
                      <a:r>
                        <a:rPr sz="2400" b="0">
                          <a:solidFill>
                            <a:srgbClr val="FFFFFF"/>
                          </a:solidFill>
                          <a:latin typeface="Pretendard"/>
                          <a:ea typeface="Pretendard"/>
                          <a:cs typeface="Pretendard"/>
                        </a:rPr>
                        <a:t>생성</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N₂(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+ 2O₂(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2NO₂(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+67.7</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r h="857250">
                <a:tc>
                  <a:txBody>
                    <a:bodyPr lIns="133350" tIns="133350" rIns="133350" bIns="133350"/>
                    <a:lstStyle/>
                    <a:p>
                      <a:pPr algn="l"/>
                      <a:r>
                        <a:rPr sz="2400" b="0">
                          <a:solidFill>
                            <a:srgbClr val="FFFFFF"/>
                          </a:solidFill>
                          <a:latin typeface="Pretendard"/>
                          <a:ea typeface="Pretendard"/>
                          <a:cs typeface="Pretendard"/>
                        </a:rPr>
                        <a:t>연소</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C₃H₈(</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+ 5O₂(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3CO₂(</a:t>
                      </a:r>
                      <a:r>
                        <a:rPr sz="2400" b="0" i="1">
                          <a:solidFill>
                            <a:srgbClr val="FFFFFF"/>
                          </a:solidFill>
                          <a:latin typeface="Pretendard"/>
                          <a:ea typeface="Pretendard"/>
                          <a:cs typeface="Pretendard"/>
                        </a:rPr>
                        <a:t>g</a:t>
                      </a:r>
                      <a:r>
                        <a:rPr sz="2400" b="0">
                          <a:solidFill>
                            <a:srgbClr val="FFFFFF"/>
                          </a:solidFill>
                          <a:latin typeface="Pretendard"/>
                          <a:ea typeface="Pretendard"/>
                          <a:cs typeface="Pretendard"/>
                        </a:rPr>
                        <a:t>) + 4H₂O(</a:t>
                      </a:r>
                      <a:r>
                        <a:rPr sz="2400" b="0" i="1">
                          <a:solidFill>
                            <a:srgbClr val="FFFFFF"/>
                          </a:solidFill>
                          <a:latin typeface="Pretendard"/>
                          <a:ea typeface="Pretendard"/>
                          <a:cs typeface="Pretendard"/>
                        </a:rPr>
                        <a:t>l</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−2220</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r h="857250">
                <a:tc>
                  <a:txBody>
                    <a:bodyPr lIns="133350" tIns="133350" rIns="133350" bIns="133350"/>
                    <a:lstStyle/>
                    <a:p>
                      <a:pPr algn="l"/>
                      <a:r>
                        <a:rPr sz="2400" b="0">
                          <a:solidFill>
                            <a:srgbClr val="FFFFFF"/>
                          </a:solidFill>
                          <a:latin typeface="Pretendard"/>
                          <a:ea typeface="Pretendard"/>
                          <a:cs typeface="Pretendard"/>
                        </a:rPr>
                        <a:t>중화</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HCl(</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 + NaOH(</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 → NaCl(</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 + H₂O(</a:t>
                      </a:r>
                      <a:r>
                        <a:rPr sz="2400" b="0" i="1">
                          <a:solidFill>
                            <a:srgbClr val="FFFFFF"/>
                          </a:solidFill>
                          <a:latin typeface="Pretendard"/>
                          <a:ea typeface="Pretendard"/>
                          <a:cs typeface="Pretendard"/>
                        </a:rPr>
                        <a:t>l</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−55.8</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r h="857250">
                <a:tc>
                  <a:txBody>
                    <a:bodyPr lIns="133350" tIns="133350" rIns="133350" bIns="133350"/>
                    <a:lstStyle/>
                    <a:p>
                      <a:pPr algn="l"/>
                      <a:r>
                        <a:rPr sz="2400" b="0">
                          <a:solidFill>
                            <a:srgbClr val="FFFFFF"/>
                          </a:solidFill>
                          <a:latin typeface="Pretendard"/>
                          <a:ea typeface="Pretendard"/>
                          <a:cs typeface="Pretendard"/>
                        </a:rPr>
                        <a:t>용해</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CaCl₂(</a:t>
                      </a:r>
                      <a:r>
                        <a:rPr sz="2400" b="0" i="1">
                          <a:solidFill>
                            <a:srgbClr val="FFFFFF"/>
                          </a:solidFill>
                          <a:latin typeface="Pretendard"/>
                          <a:ea typeface="Pretendard"/>
                          <a:cs typeface="Pretendard"/>
                        </a:rPr>
                        <a:t>s</a:t>
                      </a:r>
                      <a:r>
                        <a:rPr sz="2400" b="0">
                          <a:solidFill>
                            <a:srgbClr val="FFFFFF"/>
                          </a:solidFill>
                          <a:latin typeface="Pretendard"/>
                          <a:ea typeface="Pretendard"/>
                          <a:cs typeface="Pretendard"/>
                        </a:rPr>
                        <a:t>) → CaCl₂(</a:t>
                      </a:r>
                      <a:r>
                        <a:rPr sz="2400" b="0" i="1">
                          <a:solidFill>
                            <a:srgbClr val="FFFFFF"/>
                          </a:solidFill>
                          <a:latin typeface="Pretendard"/>
                          <a:ea typeface="Pretendard"/>
                          <a:cs typeface="Pretendard"/>
                        </a:rPr>
                        <a:t>aq</a:t>
                      </a:r>
                      <a:r>
                        <a:rPr sz="2400" b="0">
                          <a:solidFill>
                            <a:srgbClr val="FFFFFF"/>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c>
                  <a:txBody>
                    <a:bodyPr lIns="133350" tIns="133350" rIns="133350" bIns="133350"/>
                    <a:lstStyle/>
                    <a:p>
                      <a:pPr algn="ctr"/>
                      <a:r>
                        <a:rPr sz="2400" b="0">
                          <a:solidFill>
                            <a:srgbClr val="FFFFFF"/>
                          </a:solidFill>
                          <a:latin typeface="Pretendard"/>
                          <a:ea typeface="Pretendard"/>
                          <a:cs typeface="Pretendard"/>
                        </a:rPr>
                        <a:t>−81.7</a:t>
                      </a:r>
                    </a:p>
                  </a:txBody>
                  <a:tcPr marL="91440" marR="91440" marT="45720" marB="45720" anchor="ctr">
                    <a:lnR w="19050">
                      <a:solidFill>
                        <a:srgbClr val="FFFFFF"/>
                      </a:solidFill>
                      <a:prstDash val="solid"/>
                    </a:lnR>
                    <a:lnB w="19050">
                      <a:solidFill>
                        <a:srgbClr val="FFFFFF"/>
                      </a:solidFill>
                      <a:prstDash val="solid"/>
                    </a:lnB>
                    <a:solidFill>
                      <a:srgbClr val="747474"/>
                    </a:solidFill>
                  </a:tcPr>
                </a:tc>
              </a:tr>
            </a:tbl>
          </a:graphicData>
        </a:graphic>
      </p:graphicFrame>
    </p:spTree>
    <p:extLst>
      <p:ext uri="{BB962C8B-B14F-4D97-AF65-F5344CB8AC3E}">
        <ns4:creationId val="911429213"/>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C2C7CD60-E7D8-4172-BC4D-44B31A02D2BB}"/>
              </a:ext>
            </a:extLst>
          </p:cNvPr>
          <p:cNvPicPr>
            <a:picLocks noChangeAspect="1"/>
          </p:cNvPicPr>
          <p:nvPr/>
        </p:nvPicPr>
        <p:blipFill>
          <a:blip ns3:embed="R4b5fce91d6804d33"/>
          <a:stretch/>
        </p:blipFill>
        <p:spPr>
          <a:xfrm>
            <a:off x="16941800" y="382588"/>
            <a:ext cx="1028700" cy="733425"/>
          </a:xfrm>
          <a:prstGeom prst="rect">
            <a:avLst/>
          </a:prstGeom>
        </p:spPr>
      </p:pic>
      <p:sp>
        <p:nvSpPr>
          <p:cNvPr id="2" name="part_heading">
            <a:extLst>
              <a:ext uri="{FF2B5EF4-FFF2-40B4-BE49-F238E27FC236}">
                <ns2:creationId id="{AFD9C979-52A4-455A-8C87-ED001EDEC97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8460D09-4427-4121-8ECC-D3388E637E3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07</a:t>
            </a:r>
          </a:p>
        </p:txBody>
      </p:sp>
      <p:sp>
        <p:nvSpPr>
          <p:cNvPr id="4" name="topic_heading">
            <a:extLst>
              <a:ext uri="{FF2B5EF4-FFF2-40B4-BE49-F238E27FC236}">
                <ns2:creationId id="{5E2D648B-16B3-4E96-9DE0-000CD3505FF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열량계의 원리 · 보충</a:t>
            </a:r>
          </a:p>
        </p:txBody>
      </p:sp>
      <p:sp>
        <p:nvSpPr>
          <p:cNvPr id="5" name="title">
            <a:extLst>
              <a:ext uri="{FF2B5EF4-FFF2-40B4-BE49-F238E27FC236}">
                <ns2:creationId id="{E7AF336D-8ED2-4EA2-9D2C-BC1BA65C70D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용액의 온도 변화로 반응의 열 출입을 구한다</a:t>
            </a:r>
          </a:p>
        </p:txBody>
      </p:sp>
      <p:sp>
        <p:nvSpPr>
          <p:cNvPr id="6" name="explanation">
            <a:extLst>
              <a:ext uri="{FF2B5EF4-FFF2-40B4-BE49-F238E27FC236}">
                <ns2:creationId id="{2144A023-22E0-4120-8D42-5C8D81E2E3C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 손실과 열량계 자체의 열 흡수를 무시하는 단순 모형</a:t>
            </a:r>
          </a:p>
        </p:txBody>
      </p:sp>
      <p:sp>
        <p:nvSpPr>
          <p:cNvPr id="7" name="page">
            <a:extLst>
              <a:ext uri="{FF2B5EF4-FFF2-40B4-BE49-F238E27FC236}">
                <ns2:creationId id="{1EE9C71A-EAD8-4F3A-A018-3DDF3201DC0D}"/>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12 / 31</a:t>
            </a:r>
          </a:p>
        </p:txBody>
      </p:sp>
      <p:sp>
        <p:nvSpPr>
          <p:cNvPr id="8" name="copyright">
            <a:extLst>
              <a:ext uri="{FF2B5EF4-FFF2-40B4-BE49-F238E27FC236}">
                <ns2:creationId id="{6B78F524-577C-45D5-9689-BEE78C2C95A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a:ext uri="{FF2B5EF4-FFF2-40B4-BE49-F238E27FC236}">
                <ns2:creationId id="{DAF0F6A3-0292-405D-BD88-65DF4D674C42}"/>
              </a:ext>
            </a:extLst>
          </p:cNvPr>
          <p:cNvPicPr>
            <a:picLocks noChangeAspect="1"/>
          </p:cNvPicPr>
          <p:nvPr/>
        </p:nvPicPr>
        <p:blipFill>
          <a:blip ns3:embed="R34e8e1d0988f4907"/>
          <a:stretch/>
        </p:blipFill>
        <p:spPr>
          <a:xfrm>
            <a:off x="3097007" y="4714875"/>
            <a:ext cx="3807236" cy="4476750"/>
          </a:xfrm>
          <a:prstGeom prst="rect">
            <a:avLst/>
          </a:prstGeom>
        </p:spPr>
      </p:pic>
      <p:sp>
        <p:nvSpPr>
          <p:cNvPr id="10" name="q">
            <a:extLst>
              <a:ext uri="{FF2B5EF4-FFF2-40B4-BE49-F238E27FC236}">
                <ns2:creationId id="{1CA939D2-E8B7-470A-BAA6-2F72F56024EE}"/>
              </a:ext>
            </a:extLst>
          </p:cNvPr>
          <p:cNvSpPr>
            <a:spLocks noGrp="1"/>
          </p:cNvSpPr>
          <p:nvPr/>
        </p:nvSpPr>
        <p:spPr>
          <a:xfrm>
            <a:off x="8858250" y="5000625"/>
            <a:ext cx="7429500" cy="857250"/>
          </a:xfrm>
          <a:prstGeom prst="rect">
            <a:avLst/>
          </a:prstGeom>
          <a:noFill/>
          <a:ln w="0">
            <a:noFill/>
          </a:ln>
        </p:spPr>
        <p:txBody>
          <a:bodyPr wrap="none" lIns="0" tIns="0" rIns="0" bIns="0" anchor="t">
            <a:noAutofit/>
          </a:bodyPr>
          <a:lstStyle>
            <a:defPPr algn="l">
              <a:defRPr sz="4125" b="1">
                <a:solidFill>
                  <a:srgbClr val="111111"/>
                </a:solidFill>
                <a:latin typeface="Pretendard"/>
                <a:ea typeface="Pretendard"/>
                <a:cs typeface="Pretendard"/>
              </a:defRPr>
            </a:defPPr>
            <a:lvl1pPr algn="l">
              <a:defRPr sz="4125" b="1">
                <a:solidFill>
                  <a:srgbClr val="111111"/>
                </a:solidFill>
                <a:latin typeface="Pretendard"/>
                <a:ea typeface="Pretendard"/>
                <a:cs typeface="Pretendard"/>
              </a:defRPr>
            </a:lvl1pPr>
            <a:lvl2pPr algn="l">
              <a:defRPr sz="4125" b="1">
                <a:solidFill>
                  <a:srgbClr val="111111"/>
                </a:solidFill>
                <a:latin typeface="Pretendard"/>
                <a:ea typeface="Pretendard"/>
                <a:cs typeface="Pretendard"/>
              </a:defRPr>
            </a:lvl2pPr>
            <a:lvl3pPr algn="l">
              <a:defRPr sz="4125" b="1">
                <a:solidFill>
                  <a:srgbClr val="111111"/>
                </a:solidFill>
                <a:latin typeface="Pretendard"/>
                <a:ea typeface="Pretendard"/>
                <a:cs typeface="Pretendard"/>
              </a:defRPr>
            </a:lvl3pPr>
            <a:lvl4pPr algn="l">
              <a:defRPr sz="4125" b="1">
                <a:solidFill>
                  <a:srgbClr val="111111"/>
                </a:solidFill>
                <a:latin typeface="Pretendard"/>
                <a:ea typeface="Pretendard"/>
                <a:cs typeface="Pretendard"/>
              </a:defRPr>
            </a:lvl4pPr>
            <a:lvl5pPr algn="l">
              <a:defRPr sz="4125" b="1">
                <a:solidFill>
                  <a:srgbClr val="111111"/>
                </a:solidFill>
                <a:latin typeface="Pretendard"/>
                <a:ea typeface="Pretendard"/>
                <a:cs typeface="Pretendard"/>
              </a:defRPr>
            </a:lvl5pPr>
            <a:lvl6pPr algn="l">
              <a:defRPr sz="4125" b="1">
                <a:solidFill>
                  <a:srgbClr val="111111"/>
                </a:solidFill>
                <a:latin typeface="Pretendard"/>
                <a:ea typeface="Pretendard"/>
                <a:cs typeface="Pretendard"/>
              </a:defRPr>
            </a:lvl6pPr>
            <a:lvl7pPr algn="l">
              <a:defRPr sz="4125" b="1">
                <a:solidFill>
                  <a:srgbClr val="111111"/>
                </a:solidFill>
                <a:latin typeface="Pretendard"/>
                <a:ea typeface="Pretendard"/>
                <a:cs typeface="Pretendard"/>
              </a:defRPr>
            </a:lvl7pPr>
            <a:lvl8pPr algn="l">
              <a:defRPr sz="4125" b="1">
                <a:solidFill>
                  <a:srgbClr val="111111"/>
                </a:solidFill>
                <a:latin typeface="Pretendard"/>
                <a:ea typeface="Pretendard"/>
                <a:cs typeface="Pretendard"/>
              </a:defRPr>
            </a:lvl8pPr>
            <a:lvl9pPr algn="l">
              <a:defRPr sz="4125" b="1">
                <a:solidFill>
                  <a:srgbClr val="111111"/>
                </a:solidFill>
                <a:latin typeface="Pretendard"/>
                <a:ea typeface="Pretendard"/>
                <a:cs typeface="Pretendard"/>
              </a:defRPr>
            </a:lvl9pPr>
          </a:lstStyle>
          <a:p>
            <a:pPr algn="l">
              <a:defRPr sz="4125" b="1">
                <a:solidFill>
                  <a:srgbClr val="111111"/>
                </a:solidFill>
                <a:latin typeface="Pretendard"/>
                <a:ea typeface="Pretendard"/>
                <a:cs typeface="Pretendard"/>
              </a:defRPr>
            </a:pPr>
            <a:r>
              <a:rPr sz="4125" b="1">
                <a:solidFill>
                  <a:srgbClr val="111111"/>
                </a:solidFill>
                <a:latin typeface="Pretendard"/>
                <a:ea typeface="Pretendard"/>
                <a:cs typeface="Pretendard"/>
              </a:rPr>
              <a:t>Q용액 = c × m × Δt</a:t>
            </a:r>
          </a:p>
        </p:txBody>
      </p:sp>
      <p:sp>
        <p:nvSpPr>
          <p:cNvPr id="11" name="symbols">
            <a:extLst>
              <a:ext uri="{FF2B5EF4-FFF2-40B4-BE49-F238E27FC236}">
                <ns2:creationId id="{88559CC3-9ECE-4A5E-8777-ACA621975FA3}"/>
              </a:ext>
            </a:extLst>
          </p:cNvPr>
          <p:cNvSpPr>
            <a:spLocks noGrp="1"/>
          </p:cNvSpPr>
          <p:nvPr/>
        </p:nvSpPr>
        <p:spPr>
          <a:xfrm>
            <a:off x="9048750" y="6096000"/>
            <a:ext cx="7143750" cy="1762125"/>
          </a:xfrm>
          <a:prstGeom prst="rect">
            <a:avLst/>
          </a:prstGeom>
          <a:noFill/>
          <a:ln w="0">
            <a:noFill/>
          </a:ln>
        </p:spPr>
        <p:txBody>
          <a:bodyPr wrap="none" lIns="0" tIns="0" rIns="0" bIns="0" anchor="t">
            <a:noAutofit/>
          </a:bodyPr>
          <a:lstStyle>
            <a:defPPr algn="l">
              <a:defRPr sz="2775" b="0">
                <a:solidFill>
                  <a:srgbClr val="555555"/>
                </a:solidFill>
                <a:latin typeface="Pretendard"/>
                <a:ea typeface="Pretendard"/>
                <a:cs typeface="Pretendard"/>
              </a:defRPr>
            </a:defPPr>
            <a:lvl1pPr algn="l">
              <a:defRPr sz="2775" b="0">
                <a:solidFill>
                  <a:srgbClr val="555555"/>
                </a:solidFill>
                <a:latin typeface="Pretendard"/>
                <a:ea typeface="Pretendard"/>
                <a:cs typeface="Pretendard"/>
              </a:defRPr>
            </a:lvl1pPr>
            <a:lvl2pPr algn="l">
              <a:defRPr sz="2775" b="0">
                <a:solidFill>
                  <a:srgbClr val="555555"/>
                </a:solidFill>
                <a:latin typeface="Pretendard"/>
                <a:ea typeface="Pretendard"/>
                <a:cs typeface="Pretendard"/>
              </a:defRPr>
            </a:lvl2pPr>
            <a:lvl3pPr algn="l">
              <a:defRPr sz="2775" b="0">
                <a:solidFill>
                  <a:srgbClr val="555555"/>
                </a:solidFill>
                <a:latin typeface="Pretendard"/>
                <a:ea typeface="Pretendard"/>
                <a:cs typeface="Pretendard"/>
              </a:defRPr>
            </a:lvl3pPr>
            <a:lvl4pPr algn="l">
              <a:defRPr sz="2775" b="0">
                <a:solidFill>
                  <a:srgbClr val="555555"/>
                </a:solidFill>
                <a:latin typeface="Pretendard"/>
                <a:ea typeface="Pretendard"/>
                <a:cs typeface="Pretendard"/>
              </a:defRPr>
            </a:lvl4pPr>
            <a:lvl5pPr algn="l">
              <a:defRPr sz="2775" b="0">
                <a:solidFill>
                  <a:srgbClr val="555555"/>
                </a:solidFill>
                <a:latin typeface="Pretendard"/>
                <a:ea typeface="Pretendard"/>
                <a:cs typeface="Pretendard"/>
              </a:defRPr>
            </a:lvl5pPr>
            <a:lvl6pPr algn="l">
              <a:defRPr sz="2775" b="0">
                <a:solidFill>
                  <a:srgbClr val="555555"/>
                </a:solidFill>
                <a:latin typeface="Pretendard"/>
                <a:ea typeface="Pretendard"/>
                <a:cs typeface="Pretendard"/>
              </a:defRPr>
            </a:lvl6pPr>
            <a:lvl7pPr algn="l">
              <a:defRPr sz="2775" b="0">
                <a:solidFill>
                  <a:srgbClr val="555555"/>
                </a:solidFill>
                <a:latin typeface="Pretendard"/>
                <a:ea typeface="Pretendard"/>
                <a:cs typeface="Pretendard"/>
              </a:defRPr>
            </a:lvl7pPr>
            <a:lvl8pPr algn="l">
              <a:defRPr sz="2775" b="0">
                <a:solidFill>
                  <a:srgbClr val="555555"/>
                </a:solidFill>
                <a:latin typeface="Pretendard"/>
                <a:ea typeface="Pretendard"/>
                <a:cs typeface="Pretendard"/>
              </a:defRPr>
            </a:lvl8pPr>
            <a:lvl9pPr algn="l">
              <a:defRPr sz="2775" b="0">
                <a:solidFill>
                  <a:srgbClr val="555555"/>
                </a:solidFill>
                <a:latin typeface="Pretendard"/>
                <a:ea typeface="Pretendard"/>
                <a:cs typeface="Pretendard"/>
              </a:defRPr>
            </a:lvl9pPr>
          </a:lstStyle>
          <a:p>
            <a:pPr algn="l">
              <a:defRPr sz="2775" b="0">
                <a:solidFill>
                  <a:srgbClr val="555555"/>
                </a:solidFill>
                <a:latin typeface="Pretendard"/>
                <a:ea typeface="Pretendard"/>
                <a:cs typeface="Pretendard"/>
              </a:defRPr>
            </a:pPr>
            <a:r>
              <a:rPr sz="2775" b="0">
                <a:solidFill>
                  <a:srgbClr val="555555"/>
                </a:solidFill>
                <a:latin typeface="Pretendard"/>
                <a:ea typeface="Pretendard"/>
                <a:cs typeface="Pretendard"/>
              </a:rPr>
              <a:t>c  용액의 비열</a:t>
            </a:r>
          </a:p>
          <a:p>
            <a:pPr algn="l">
              <a:defRPr sz="2775" b="0">
                <a:solidFill>
                  <a:srgbClr val="555555"/>
                </a:solidFill>
                <a:latin typeface="Pretendard"/>
                <a:ea typeface="Pretendard"/>
                <a:cs typeface="Pretendard"/>
              </a:defRPr>
            </a:pPr>
            <a:r>
              <a:rPr sz="2775" b="0">
                <a:solidFill>
                  <a:srgbClr val="555555"/>
                </a:solidFill>
                <a:latin typeface="Pretendard"/>
                <a:ea typeface="Pretendard"/>
                <a:cs typeface="Pretendard"/>
              </a:rPr>
              <a:t>m  용액의 질량</a:t>
            </a:r>
          </a:p>
          <a:p>
            <a:pPr algn="l">
              <a:defRPr sz="2775" b="0">
                <a:solidFill>
                  <a:srgbClr val="555555"/>
                </a:solidFill>
                <a:latin typeface="Pretendard"/>
                <a:ea typeface="Pretendard"/>
                <a:cs typeface="Pretendard"/>
              </a:defRPr>
            </a:pPr>
            <a:r>
              <a:rPr sz="2775" b="0">
                <a:solidFill>
                  <a:srgbClr val="555555"/>
                </a:solidFill>
                <a:latin typeface="Pretendard"/>
                <a:ea typeface="Pretendard"/>
                <a:cs typeface="Pretendard"/>
              </a:rPr>
              <a:t>Δt  나중 온도 − 처음 온도</a:t>
            </a:r>
          </a:p>
        </p:txBody>
      </p:sp>
      <p:sp>
        <p:nvSpPr>
          <p:cNvPr id="12" name="sign">
            <a:extLst>
              <a:ext uri="{FF2B5EF4-FFF2-40B4-BE49-F238E27FC236}">
                <ns2:creationId id="{4708126F-9BEE-4526-B9AD-87C430329A4E}"/>
              </a:ext>
            </a:extLst>
          </p:cNvPr>
          <p:cNvSpPr>
            <a:spLocks noGrp="1"/>
          </p:cNvSpPr>
          <p:nvPr/>
        </p:nvSpPr>
        <p:spPr>
          <a:xfrm>
            <a:off x="8858250" y="8286750"/>
            <a:ext cx="7239000" cy="714375"/>
          </a:xfrm>
          <a:prstGeom prst="rect">
            <a:avLst/>
          </a:prstGeom>
          <a:noFill/>
          <a:ln w="0">
            <a:noFill/>
          </a:ln>
        </p:spPr>
        <p:txBody>
          <a:bodyPr wrap="none" lIns="0" tIns="0" rIns="0" bIns="0" anchor="t">
            <a:noAutofit/>
          </a:bodyPr>
          <a:lstStyle>
            <a:defPPr algn="l">
              <a:defRPr sz="3750" b="1">
                <a:solidFill>
                  <a:srgbClr val="0C7D08"/>
                </a:solidFill>
                <a:latin typeface="Pretendard"/>
                <a:ea typeface="Pretendard"/>
                <a:cs typeface="Pretendard"/>
              </a:defRPr>
            </a:defPPr>
            <a:lvl1pPr algn="l">
              <a:defRPr sz="3750" b="1">
                <a:solidFill>
                  <a:srgbClr val="0C7D08"/>
                </a:solidFill>
                <a:latin typeface="Pretendard"/>
                <a:ea typeface="Pretendard"/>
                <a:cs typeface="Pretendard"/>
              </a:defRPr>
            </a:lvl1pPr>
            <a:lvl2pPr algn="l">
              <a:defRPr sz="3750" b="1">
                <a:solidFill>
                  <a:srgbClr val="0C7D08"/>
                </a:solidFill>
                <a:latin typeface="Pretendard"/>
                <a:ea typeface="Pretendard"/>
                <a:cs typeface="Pretendard"/>
              </a:defRPr>
            </a:lvl2pPr>
            <a:lvl3pPr algn="l">
              <a:defRPr sz="3750" b="1">
                <a:solidFill>
                  <a:srgbClr val="0C7D08"/>
                </a:solidFill>
                <a:latin typeface="Pretendard"/>
                <a:ea typeface="Pretendard"/>
                <a:cs typeface="Pretendard"/>
              </a:defRPr>
            </a:lvl3pPr>
            <a:lvl4pPr algn="l">
              <a:defRPr sz="3750" b="1">
                <a:solidFill>
                  <a:srgbClr val="0C7D08"/>
                </a:solidFill>
                <a:latin typeface="Pretendard"/>
                <a:ea typeface="Pretendard"/>
                <a:cs typeface="Pretendard"/>
              </a:defRPr>
            </a:lvl4pPr>
            <a:lvl5pPr algn="l">
              <a:defRPr sz="3750" b="1">
                <a:solidFill>
                  <a:srgbClr val="0C7D08"/>
                </a:solidFill>
                <a:latin typeface="Pretendard"/>
                <a:ea typeface="Pretendard"/>
                <a:cs typeface="Pretendard"/>
              </a:defRPr>
            </a:lvl5pPr>
            <a:lvl6pPr algn="l">
              <a:defRPr sz="3750" b="1">
                <a:solidFill>
                  <a:srgbClr val="0C7D08"/>
                </a:solidFill>
                <a:latin typeface="Pretendard"/>
                <a:ea typeface="Pretendard"/>
                <a:cs typeface="Pretendard"/>
              </a:defRPr>
            </a:lvl6pPr>
            <a:lvl7pPr algn="l">
              <a:defRPr sz="3750" b="1">
                <a:solidFill>
                  <a:srgbClr val="0C7D08"/>
                </a:solidFill>
                <a:latin typeface="Pretendard"/>
                <a:ea typeface="Pretendard"/>
                <a:cs typeface="Pretendard"/>
              </a:defRPr>
            </a:lvl7pPr>
            <a:lvl8pPr algn="l">
              <a:defRPr sz="3750" b="1">
                <a:solidFill>
                  <a:srgbClr val="0C7D08"/>
                </a:solidFill>
                <a:latin typeface="Pretendard"/>
                <a:ea typeface="Pretendard"/>
                <a:cs typeface="Pretendard"/>
              </a:defRPr>
            </a:lvl8pPr>
            <a:lvl9pPr algn="l">
              <a:defRPr sz="3750" b="1">
                <a:solidFill>
                  <a:srgbClr val="0C7D08"/>
                </a:solidFill>
                <a:latin typeface="Pretendard"/>
                <a:ea typeface="Pretendard"/>
                <a:cs typeface="Pretendard"/>
              </a:defRPr>
            </a:lvl9pPr>
          </a:lstStyle>
          <a:p>
            <a:pPr algn="l">
              <a:defRPr sz="3750" b="1">
                <a:solidFill>
                  <a:srgbClr val="0C7D08"/>
                </a:solidFill>
                <a:latin typeface="Pretendard"/>
                <a:ea typeface="Pretendard"/>
                <a:cs typeface="Pretendard"/>
              </a:defRPr>
            </a:pPr>
            <a:r>
              <a:rPr sz="3750" b="1">
                <a:solidFill>
                  <a:srgbClr val="0C7D08"/>
                </a:solidFill>
                <a:latin typeface="Pretendard"/>
                <a:ea typeface="Pretendard"/>
                <a:cs typeface="Pretendard"/>
              </a:rPr>
              <a:t>q반응 = −Q용액</a:t>
            </a:r>
          </a:p>
        </p:txBody>
      </p:sp>
    </p:spTree>
    <p:extLst>
      <p:ext uri="{BB962C8B-B14F-4D97-AF65-F5344CB8AC3E}">
        <ns4:creationId val="1198091472"/>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0C393816-E4F9-4FAC-8370-CE5B496A9F01}"/>
              </a:ext>
            </a:extLst>
          </p:cNvPr>
          <p:cNvPicPr>
            <a:picLocks noChangeAspect="1"/>
          </p:cNvPicPr>
          <p:nvPr/>
        </p:nvPicPr>
        <p:blipFill>
          <a:blip ns3:embed="Rf1d87f9ab09e44a8"/>
          <a:stretch/>
        </p:blipFill>
        <p:spPr>
          <a:xfrm>
            <a:off x="16941800" y="382588"/>
            <a:ext cx="1028700" cy="733425"/>
          </a:xfrm>
          <a:prstGeom prst="rect">
            <a:avLst/>
          </a:prstGeom>
        </p:spPr>
      </p:pic>
      <p:sp>
        <p:nvSpPr>
          <p:cNvPr id="2" name="part_heading">
            <a:extLst>
              <a:ext uri="{FF2B5EF4-FFF2-40B4-BE49-F238E27FC236}">
                <ns2:creationId id="{81B8ED00-30C6-4E4A-8953-45BC7CFD0B1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3A764DF-A15B-4C1F-834C-594F9C77439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08</a:t>
            </a:r>
          </a:p>
        </p:txBody>
      </p:sp>
      <p:sp>
        <p:nvSpPr>
          <p:cNvPr id="4" name="topic_heading">
            <a:extLst>
              <a:ext uri="{FF2B5EF4-FFF2-40B4-BE49-F238E27FC236}">
                <ns2:creationId id="{2BC575E0-CCB0-49A5-9114-FF4F88775B5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 확인</a:t>
            </a:r>
          </a:p>
        </p:txBody>
      </p:sp>
      <p:sp>
        <p:nvSpPr>
          <p:cNvPr id="5" name="title">
            <a:extLst>
              <a:ext uri="{FF2B5EF4-FFF2-40B4-BE49-F238E27FC236}">
                <ns2:creationId id="{CDCDFE18-18B3-4CB9-94ED-9D808E953AC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0FDEC225-E126-4B90-AE7B-245D20C6A00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page">
            <a:extLst>
              <a:ext uri="{FF2B5EF4-FFF2-40B4-BE49-F238E27FC236}">
                <ns2:creationId id="{29965CDD-E94B-4C5F-8C4A-2F455EF7EE7E}"/>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13 / 31</a:t>
            </a:r>
          </a:p>
        </p:txBody>
      </p:sp>
      <p:sp>
        <p:nvSpPr>
          <p:cNvPr id="8" name="copyright">
            <a:extLst>
              <a:ext uri="{FF2B5EF4-FFF2-40B4-BE49-F238E27FC236}">
                <ns2:creationId id="{D853BB99-85DA-4059-B215-A99BD090EC8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173FC657-28F4-4175-8C1E-E67DCC7814DA}"/>
              </a:ext>
            </a:extLst>
          </p:cNvPr>
          <p:cNvSpPr>
            <a:spLocks noGrp="1"/>
          </p:cNvSpPr>
          <p:nvPr/>
        </p:nvSpPr>
        <p:spPr>
          <a:xfrm>
            <a:off x="1285875" y="4667250"/>
            <a:ext cx="15716250" cy="723900"/>
          </a:xfrm>
          <a:prstGeom prst="rect">
            <a:avLst/>
          </a:prstGeom>
          <a:noFill/>
          <a:ln w="0">
            <a:noFill/>
          </a:ln>
        </p:spPr>
        <p:txBody>
          <a:bodyPr wrap="none" lIns="0" tIns="0" rIns="0" bIns="0" anchor="t">
            <a:noAutofit/>
          </a:bodyPr>
          <a:lstStyle>
            <a:defPPr algn="ctr">
              <a:defRPr sz="3450" b="0">
                <a:solidFill>
                  <a:srgbClr val="111111"/>
                </a:solidFill>
                <a:latin typeface="Pretendard"/>
                <a:ea typeface="Pretendard"/>
                <a:cs typeface="Pretendard"/>
              </a:defRPr>
            </a:defPPr>
            <a:lvl1pPr algn="ctr">
              <a:defRPr sz="3450" b="0">
                <a:solidFill>
                  <a:srgbClr val="111111"/>
                </a:solidFill>
                <a:latin typeface="Pretendard"/>
                <a:ea typeface="Pretendard"/>
                <a:cs typeface="Pretendard"/>
              </a:defRPr>
            </a:lvl1pPr>
            <a:lvl2pPr algn="ctr">
              <a:defRPr sz="3450" b="0">
                <a:solidFill>
                  <a:srgbClr val="111111"/>
                </a:solidFill>
                <a:latin typeface="Pretendard"/>
                <a:ea typeface="Pretendard"/>
                <a:cs typeface="Pretendard"/>
              </a:defRPr>
            </a:lvl2pPr>
            <a:lvl3pPr algn="ctr">
              <a:defRPr sz="3450" b="0">
                <a:solidFill>
                  <a:srgbClr val="111111"/>
                </a:solidFill>
                <a:latin typeface="Pretendard"/>
                <a:ea typeface="Pretendard"/>
                <a:cs typeface="Pretendard"/>
              </a:defRPr>
            </a:lvl3pPr>
            <a:lvl4pPr algn="ctr">
              <a:defRPr sz="3450" b="0">
                <a:solidFill>
                  <a:srgbClr val="111111"/>
                </a:solidFill>
                <a:latin typeface="Pretendard"/>
                <a:ea typeface="Pretendard"/>
                <a:cs typeface="Pretendard"/>
              </a:defRPr>
            </a:lvl4pPr>
            <a:lvl5pPr algn="ctr">
              <a:defRPr sz="3450" b="0">
                <a:solidFill>
                  <a:srgbClr val="111111"/>
                </a:solidFill>
                <a:latin typeface="Pretendard"/>
                <a:ea typeface="Pretendard"/>
                <a:cs typeface="Pretendard"/>
              </a:defRPr>
            </a:lvl5pPr>
            <a:lvl6pPr algn="ctr">
              <a:defRPr sz="3450" b="0">
                <a:solidFill>
                  <a:srgbClr val="111111"/>
                </a:solidFill>
                <a:latin typeface="Pretendard"/>
                <a:ea typeface="Pretendard"/>
                <a:cs typeface="Pretendard"/>
              </a:defRPr>
            </a:lvl6pPr>
            <a:lvl7pPr algn="ctr">
              <a:defRPr sz="3450" b="0">
                <a:solidFill>
                  <a:srgbClr val="111111"/>
                </a:solidFill>
                <a:latin typeface="Pretendard"/>
                <a:ea typeface="Pretendard"/>
                <a:cs typeface="Pretendard"/>
              </a:defRPr>
            </a:lvl7pPr>
            <a:lvl8pPr algn="ctr">
              <a:defRPr sz="3450" b="0">
                <a:solidFill>
                  <a:srgbClr val="111111"/>
                </a:solidFill>
                <a:latin typeface="Pretendard"/>
                <a:ea typeface="Pretendard"/>
                <a:cs typeface="Pretendard"/>
              </a:defRPr>
            </a:lvl8pPr>
            <a:lvl9pPr algn="ctr">
              <a:defRPr sz="3450" b="0">
                <a:solidFill>
                  <a:srgbClr val="111111"/>
                </a:solidFill>
                <a:latin typeface="Pretendard"/>
                <a:ea typeface="Pretendard"/>
                <a:cs typeface="Pretendard"/>
              </a:defRPr>
            </a:lvl9pPr>
          </a:lstStyle>
          <a:p>
            <a:pPr algn="ctr">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CaCO₃(</a:t>
            </a:r>
            <a:r>
              <a:rPr sz="3450" b="0" i="1">
                <a:solidFill>
                  <a:srgbClr val="111111"/>
                </a:solidFill>
                <a:latin typeface="Pretendard"/>
                <a:ea typeface="Pretendard"/>
                <a:cs typeface="Pretendard"/>
              </a:rPr>
              <a:t>s</a:t>
            </a:r>
            <a:r>
              <a:rPr sz="3450" b="0">
                <a:solidFill>
                  <a:srgbClr val="111111"/>
                </a:solidFill>
                <a:latin typeface="Pretendard"/>
                <a:ea typeface="Pretendard"/>
                <a:cs typeface="Pretendard"/>
              </a:rPr>
              <a:t>) → CaO(</a:t>
            </a:r>
            <a:r>
              <a:rPr sz="3450" b="0" i="1">
                <a:solidFill>
                  <a:srgbClr val="111111"/>
                </a:solidFill>
                <a:latin typeface="Pretendard"/>
                <a:ea typeface="Pretendard"/>
                <a:cs typeface="Pretendard"/>
              </a:rPr>
              <a:t>s</a:t>
            </a:r>
            <a:r>
              <a:rPr sz="3450" b="0">
                <a:solidFill>
                  <a:srgbClr val="111111"/>
                </a:solidFill>
                <a:latin typeface="Pretendard"/>
                <a:ea typeface="Pretendard"/>
                <a:cs typeface="Pretendard"/>
              </a:rPr>
              <a:t>) + CO₂(</a:t>
            </a:r>
            <a:r>
              <a:rPr sz="3450" b="0" i="1">
                <a:solidFill>
                  <a:srgbClr val="111111"/>
                </a:solidFill>
                <a:latin typeface="Pretendard"/>
                <a:ea typeface="Pretendard"/>
                <a:cs typeface="Pretendard"/>
              </a:rPr>
              <a:t>g</a:t>
            </a:r>
            <a:r>
              <a:rPr sz="3450" b="0">
                <a:solidFill>
                  <a:srgbClr val="111111"/>
                </a:solidFill>
                <a:latin typeface="Pretendard"/>
                <a:ea typeface="Pretendard"/>
                <a:cs typeface="Pretendard"/>
              </a:rPr>
              <a:t>)     ΔH = +179.2 kJ</a:t>
            </a:r>
          </a:p>
        </p:txBody>
      </p:sp>
      <p:sp>
        <p:nvSpPr>
          <p:cNvPr id="10" name="q1">
            <a:extLst>
              <a:ext uri="{FF2B5EF4-FFF2-40B4-BE49-F238E27FC236}">
                <ns2:creationId id="{CC942460-9F9A-431A-B39E-7961DC3A2342}"/>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1" name="answer-1">
            <a:extLst>
              <a:ext uri="{FF2B5EF4-FFF2-40B4-BE49-F238E27FC236}">
                <ns2:creationId id="{811A447B-FD17-47F5-B3BA-3B307B2ED8A7}"/>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2" name="q2">
            <a:extLst>
              <a:ext uri="{FF2B5EF4-FFF2-40B4-BE49-F238E27FC236}">
                <ns2:creationId id="{44277758-6ABA-4D84-9211-FF94B45F5A13}"/>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2775" b="1">
                <a:solidFill>
                  <a:srgbClr val="555555"/>
                </a:solidFill>
                <a:latin typeface="Pretendard"/>
                <a:ea typeface="Pretendard"/>
                <a:cs typeface="Pretendard"/>
              </a:defRPr>
            </a:defPPr>
            <a:lvl1pPr algn="ctr">
              <a:defRPr sz="2775" b="1">
                <a:solidFill>
                  <a:srgbClr val="555555"/>
                </a:solidFill>
                <a:latin typeface="Pretendard"/>
                <a:ea typeface="Pretendard"/>
                <a:cs typeface="Pretendard"/>
              </a:defRPr>
            </a:lvl1pPr>
            <a:lvl2pPr algn="ctr">
              <a:defRPr sz="2775" b="1">
                <a:solidFill>
                  <a:srgbClr val="555555"/>
                </a:solidFill>
                <a:latin typeface="Pretendard"/>
                <a:ea typeface="Pretendard"/>
                <a:cs typeface="Pretendard"/>
              </a:defRPr>
            </a:lvl2pPr>
            <a:lvl3pPr algn="ctr">
              <a:defRPr sz="2775" b="1">
                <a:solidFill>
                  <a:srgbClr val="555555"/>
                </a:solidFill>
                <a:latin typeface="Pretendard"/>
                <a:ea typeface="Pretendard"/>
                <a:cs typeface="Pretendard"/>
              </a:defRPr>
            </a:lvl3pPr>
            <a:lvl4pPr algn="ctr">
              <a:defRPr sz="2775" b="1">
                <a:solidFill>
                  <a:srgbClr val="555555"/>
                </a:solidFill>
                <a:latin typeface="Pretendard"/>
                <a:ea typeface="Pretendard"/>
                <a:cs typeface="Pretendard"/>
              </a:defRPr>
            </a:lvl4pPr>
            <a:lvl5pPr algn="ctr">
              <a:defRPr sz="2775" b="1">
                <a:solidFill>
                  <a:srgbClr val="555555"/>
                </a:solidFill>
                <a:latin typeface="Pretendard"/>
                <a:ea typeface="Pretendard"/>
                <a:cs typeface="Pretendard"/>
              </a:defRPr>
            </a:lvl5pPr>
            <a:lvl6pPr algn="ctr">
              <a:defRPr sz="2775" b="1">
                <a:solidFill>
                  <a:srgbClr val="555555"/>
                </a:solidFill>
                <a:latin typeface="Pretendard"/>
                <a:ea typeface="Pretendard"/>
                <a:cs typeface="Pretendard"/>
              </a:defRPr>
            </a:lvl6pPr>
            <a:lvl7pPr algn="ctr">
              <a:defRPr sz="2775" b="1">
                <a:solidFill>
                  <a:srgbClr val="555555"/>
                </a:solidFill>
                <a:latin typeface="Pretendard"/>
                <a:ea typeface="Pretendard"/>
                <a:cs typeface="Pretendard"/>
              </a:defRPr>
            </a:lvl7pPr>
            <a:lvl8pPr algn="ctr">
              <a:defRPr sz="2775" b="1">
                <a:solidFill>
                  <a:srgbClr val="555555"/>
                </a:solidFill>
                <a:latin typeface="Pretendard"/>
                <a:ea typeface="Pretendard"/>
                <a:cs typeface="Pretendard"/>
              </a:defRPr>
            </a:lvl8pPr>
            <a:lvl9pPr algn="ctr">
              <a:defRPr sz="2775" b="1">
                <a:solidFill>
                  <a:srgbClr val="555555"/>
                </a:solidFill>
                <a:latin typeface="Pretendard"/>
                <a:ea typeface="Pretendard"/>
                <a:cs typeface="Pretendard"/>
              </a:defRPr>
            </a:lvl9pPr>
          </a:lstStyle>
          <a:p>
            <a:pPr algn="ctr">
              <a:defRPr sz="2775" b="1">
                <a:solidFill>
                  <a:srgbClr val="555555"/>
                </a:solidFill>
                <a:latin typeface="Pretendard"/>
                <a:ea typeface="Pretendard"/>
                <a:cs typeface="Pretendard"/>
              </a:defRPr>
            </a:pPr>
            <a:r>
              <a:rPr sz="2775" b="1">
                <a:solidFill>
                  <a:srgbClr val="555555"/>
                </a:solidFill>
                <a:latin typeface="Pretendard"/>
                <a:ea typeface="Pretendard"/>
                <a:cs typeface="Pretendard"/>
              </a:rPr>
              <a:t>NH₃(</a:t>
            </a:r>
            <a:r>
              <a:rPr sz="2775" b="1" i="1">
                <a:solidFill>
                  <a:srgbClr val="555555"/>
                </a:solidFill>
                <a:latin typeface="Pretendard"/>
                <a:ea typeface="Pretendard"/>
                <a:cs typeface="Pretendard"/>
              </a:rPr>
              <a:t>g</a:t>
            </a:r>
            <a:r>
              <a:rPr sz="2775" b="1">
                <a:solidFill>
                  <a:srgbClr val="555555"/>
                </a:solidFill>
                <a:latin typeface="Pretendard"/>
                <a:ea typeface="Pretendard"/>
                <a:cs typeface="Pretendard"/>
              </a:rPr>
              <a:t>) 1 mol 생성 시 45.9 kJ 방출 → 반응식을 완성해 보자</a:t>
            </a:r>
          </a:p>
        </p:txBody>
      </p:sp>
      <p:sp>
        <p:nvSpPr>
          <p:cNvPr id="13" name="answer-2">
            <a:extLst>
              <a:ext uri="{FF2B5EF4-FFF2-40B4-BE49-F238E27FC236}">
                <ns2:creationId id="{D20E574E-8312-4309-A058-4C8BD5D93397}"/>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+ 3H₂(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2NH₃(</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ΔH = −91.8 kJ</a:t>
            </a:r>
          </a:p>
        </p:txBody>
      </p:sp>
    </p:spTree>
    <p:extLst>
      <p:ext uri="{BB962C8B-B14F-4D97-AF65-F5344CB8AC3E}">
        <ns4:creationId val="13787555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383F9CDF-5633-4085-9DCC-6AD8A3BA50F6}"/>
              </a:ext>
            </a:extLst>
          </p:cNvPr>
          <p:cNvPicPr>
            <a:picLocks noChangeAspect="1"/>
          </p:cNvPicPr>
          <p:nvPr/>
        </p:nvPicPr>
        <p:blipFill>
          <a:blip ns3:embed="R03d0263e99384ff9"/>
          <a:stretch/>
        </p:blipFill>
        <p:spPr>
          <a:xfrm>
            <a:off x="4859" y="0"/>
            <a:ext cx="18278283" cy="10287000"/>
          </a:xfrm>
          <a:prstGeom prst="rect">
            <a:avLst/>
          </a:prstGeom>
        </p:spPr>
      </p:pic>
      <p:sp>
        <p:nvSpPr>
          <p:cNvPr id="2" name="reference_green_fade">
            <a:extLst>
              <a:ext uri="{FF2B5EF4-FFF2-40B4-BE49-F238E27FC236}">
                <ns2:creationId id="{B719EDED-0418-4DAA-9058-1D8C408ED8EC}"/>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1D5319E1-798A-4DB1-947F-FDEC290C492E}"/>
              </a:ext>
            </a:extLst>
          </p:cNvPr>
          <p:cNvPicPr>
            <a:picLocks noChangeAspect="1"/>
          </p:cNvPicPr>
          <p:nvPr/>
        </p:nvPicPr>
        <p:blipFill>
          <a:blip ns3:embed="R180792adcae64fb2"/>
          <a:stretch/>
        </p:blipFill>
        <p:spPr>
          <a:xfrm>
            <a:off x="16916400" y="332392"/>
            <a:ext cx="1079500" cy="668717"/>
          </a:xfrm>
          <a:prstGeom prst="rect">
            <a:avLst/>
          </a:prstGeom>
        </p:spPr>
      </p:pic>
      <p:sp>
        <p:nvSpPr>
          <p:cNvPr id="4" name="copyright">
            <a:extLst>
              <a:ext uri="{FF2B5EF4-FFF2-40B4-BE49-F238E27FC236}">
                <ns2:creationId id="{0E9B1FED-B37E-4C4B-AF6F-101EC40CA82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37A5E3D8-0B18-47D0-ADF3-22206995126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25671056-C1F0-45FE-80E3-B87C64C246BF}"/>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B26732B7-28F3-4D7A-B375-0C2FCF97F286}"/>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917907271"/>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7CAACACD-0093-4AAD-8CA8-85AFD35AD509}"/>
              </a:ext>
            </a:extLst>
          </p:cNvPr>
          <p:cNvPicPr>
            <a:picLocks noChangeAspect="1"/>
          </p:cNvPicPr>
          <p:nvPr/>
        </p:nvPicPr>
        <p:blipFill>
          <a:blip ns3:embed="R4814521e08204072"/>
          <a:stretch/>
        </p:blipFill>
        <p:spPr>
          <a:xfrm>
            <a:off x="16941800" y="382588"/>
            <a:ext cx="1028700" cy="733425"/>
          </a:xfrm>
          <a:prstGeom prst="rect">
            <a:avLst/>
          </a:prstGeom>
        </p:spPr>
      </p:pic>
      <p:sp>
        <p:nvSpPr>
          <p:cNvPr id="2" name="part_heading">
            <a:extLst>
              <a:ext uri="{FF2B5EF4-FFF2-40B4-BE49-F238E27FC236}">
                <ns2:creationId id="{E8F53C9D-31E9-4CF2-81E4-A81B46BDC84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54DB1E40-AB20-43C3-BEDF-1A347658345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D9DDBC2-A292-484F-9348-666E37F1EEE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0F01DB39-1725-497C-9B4C-2325966501B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63CF5E53-C046-4C25-8775-3168675E3DC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a:ext uri="{FF2B5EF4-FFF2-40B4-BE49-F238E27FC236}">
                <ns2:creationId id="{653411BF-EC7F-4FA6-952E-656274C3A0F9}"/>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a:ext uri="{FF2B5EF4-FFF2-40B4-BE49-F238E27FC236}">
                <ns2:creationId id="{95915DF0-97F6-4B94-8EF2-775F7AFAA6E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a:ext uri="{FF2B5EF4-FFF2-40B4-BE49-F238E27FC236}">
                <ns2:creationId id="{396F2DDC-96AC-4069-A20F-833C445F16A4}"/>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10" name="">
            <a:extLst>
              <a:ext uri="{FF2B5EF4-FFF2-40B4-BE49-F238E27FC236}">
                <ns2:creationId id="{9BCEC7F8-6517-4FC7-AB88-C6C1661CF2FF}"/>
              </a:ext>
            </a:extLst>
          </p:cNvPr>
          <p:cNvPicPr>
            <a:picLocks noChangeAspect="1"/>
          </p:cNvPicPr>
          <p:nvPr/>
        </p:nvPicPr>
        <p:blipFill>
          <a:blip ns3:embed="R0f382736c5f54e59"/>
          <a:srcRect l="0" t="18192" r="0" b="18192"/>
          <a:stretch>
            <a:fillRect l="0" t="0" r="0" b="0"/>
          </a:stretch>
        </p:blipFill>
        <p:spPr>
          <a:xfrm>
            <a:off x="2628900" y="4943475"/>
            <a:ext cx="5695950" cy="2781300"/>
          </a:xfrm>
          <a:prstGeom prst="roundRect">
            <a:avLst>
              <a:gd name="adj" fmla="val 6164"/>
            </a:avLst>
          </a:prstGeom>
        </p:spPr>
      </p:pic>
      <p:sp>
        <p:nvSpPr>
          <p:cNvPr id="11" name="PHOTO_BOILER-title">
            <a:extLst>
              <a:ext uri="{FF2B5EF4-FFF2-40B4-BE49-F238E27FC236}">
                <ns2:creationId id="{68FB1396-2A62-4CA6-91C9-AB1C8FA4E34B}"/>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a:ext uri="{FF2B5EF4-FFF2-40B4-BE49-F238E27FC236}">
                <ns2:creationId id="{ADBF15A5-30AD-40ED-BE0E-46D693F7FD03}"/>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3" name="PHOTO_CAR-frame">
            <a:extLst>
              <a:ext uri="{FF2B5EF4-FFF2-40B4-BE49-F238E27FC236}">
                <ns2:creationId id="{E13A1529-A816-43EC-9DFE-33B5AF669C31}"/>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4" name="">
            <a:extLst>
              <a:ext uri="{FF2B5EF4-FFF2-40B4-BE49-F238E27FC236}">
                <ns2:creationId id="{607AD581-929C-4D00-BB3A-073367E65F7C}"/>
              </a:ext>
            </a:extLst>
          </p:cNvPr>
          <p:cNvPicPr>
            <a:picLocks noChangeAspect="1"/>
          </p:cNvPicPr>
          <p:nvPr/>
        </p:nvPicPr>
        <p:blipFill>
          <a:blip ns3:embed="R9ca330e363344b8e"/>
          <a:srcRect l="0" t="6023" r="0" b="6023"/>
          <a:stretch>
            <a:fillRect l="0" t="0" r="0" b="0"/>
          </a:stretch>
        </p:blipFill>
        <p:spPr>
          <a:xfrm>
            <a:off x="9963150" y="4943475"/>
            <a:ext cx="5695950" cy="2781300"/>
          </a:xfrm>
          <a:prstGeom prst="roundRect">
            <a:avLst>
              <a:gd name="adj" fmla="val 6164"/>
            </a:avLst>
          </a:prstGeom>
        </p:spPr>
      </p:pic>
      <p:sp>
        <p:nvSpPr>
          <p:cNvPr id="15" name="PHOTO_CAR-title">
            <a:extLst>
              <a:ext uri="{FF2B5EF4-FFF2-40B4-BE49-F238E27FC236}">
                <ns2:creationId id="{FF776890-352C-4C84-AAD9-01E9869F8FD9}"/>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a:ext uri="{FF2B5EF4-FFF2-40B4-BE49-F238E27FC236}">
                <ns2:creationId id="{A17C3968-146B-4CB7-AD30-85CD8B3889C2}"/>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520020786"/>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1" name="">
            <a:extLst>
              <a:ext uri="{FF2B5EF4-FFF2-40B4-BE49-F238E27FC236}">
                <ns2:creationId id="{13829E2F-E49D-418D-9474-8D649B0F7EAF}"/>
              </a:ext>
            </a:extLst>
          </p:cNvPr>
          <p:cNvPicPr>
            <a:picLocks noChangeAspect="1"/>
          </p:cNvPicPr>
          <p:nvPr/>
        </p:nvPicPr>
        <p:blipFill>
          <a:blip ns3:embed="Ra280100e90a24936"/>
          <a:stretch/>
        </p:blipFill>
        <p:spPr>
          <a:xfrm>
            <a:off x="16941800" y="382588"/>
            <a:ext cx="1028700" cy="733425"/>
          </a:xfrm>
          <a:prstGeom prst="rect">
            <a:avLst/>
          </a:prstGeom>
        </p:spPr>
      </p:pic>
      <p:sp>
        <p:nvSpPr>
          <p:cNvPr id="2" name="part_heading">
            <a:extLst>
              <a:ext uri="{FF2B5EF4-FFF2-40B4-BE49-F238E27FC236}">
                <ns2:creationId id="{E4D13BB8-1569-4EAC-BD3B-1123E803835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F3055FD6-83E1-4F16-8511-57FB4B1421E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D0DACD1-A122-4C07-A39B-F2E18324813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mol당 방출열</a:t>
            </a:r>
          </a:p>
        </p:txBody>
      </p:sp>
      <p:sp>
        <p:nvSpPr>
          <p:cNvPr id="5" name="title">
            <a:extLst>
              <a:ext uri="{FF2B5EF4-FFF2-40B4-BE49-F238E27FC236}">
                <ns2:creationId id="{7C9B8E71-A7AE-4C74-BF65-EDDC84DC67D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A49974DA-FA85-426F-A77B-41CD71D891C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ΔH의 음수와 방출열 크기의 양수를 구별한다</a:t>
            </a:r>
          </a:p>
        </p:txBody>
      </p:sp>
      <p:sp>
        <p:nvSpPr>
          <p:cNvPr id="7" name="page">
            <a:extLst>
              <a:ext uri="{FF2B5EF4-FFF2-40B4-BE49-F238E27FC236}">
                <ns2:creationId id="{1CF64F88-7051-4AEC-9294-0EA783BFF677}"/>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16 / 31</a:t>
            </a:r>
          </a:p>
        </p:txBody>
      </p:sp>
      <p:sp>
        <p:nvSpPr>
          <p:cNvPr id="8" name="copyright">
            <a:extLst>
              <a:ext uri="{FF2B5EF4-FFF2-40B4-BE49-F238E27FC236}">
                <ns2:creationId id="{1AF0F1E4-A92F-4C09-8AAF-DEB78D6FC07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2DDDB7D9-5EA9-4520-9830-623767E6C807}"/>
              </a:ext>
            </a:extLst>
          </p:cNvPr>
          <p:cNvSpPr>
            <a:spLocks noGrp="1"/>
          </p:cNvSpPr>
          <p:nvPr/>
        </p:nvSpPr>
        <p:spPr>
          <a:xfrm>
            <a:off x="1285875" y="4667250"/>
            <a:ext cx="15716250" cy="723900"/>
          </a:xfrm>
          <a:prstGeom prst="rect">
            <a:avLst/>
          </a:prstGeom>
          <a:noFill/>
          <a:ln w="0">
            <a:noFill/>
          </a:ln>
        </p:spPr>
        <p:txBody>
          <a:bodyPr wrap="none" lIns="0" tIns="0" rIns="0" bIns="0" anchor="t">
            <a:noAutofit/>
          </a:bodyPr>
          <a:lstStyle>
            <a:defPPr algn="ctr">
              <a:defRPr sz="3150" b="0">
                <a:solidFill>
                  <a:srgbClr val="111111"/>
                </a:solidFill>
                <a:latin typeface="Pretendard"/>
                <a:ea typeface="Pretendard"/>
                <a:cs typeface="Pretendard"/>
              </a:defRPr>
            </a:defPPr>
            <a:lvl1pPr algn="ctr">
              <a:defRPr sz="3150" b="0">
                <a:solidFill>
                  <a:srgbClr val="111111"/>
                </a:solidFill>
                <a:latin typeface="Pretendard"/>
                <a:ea typeface="Pretendard"/>
                <a:cs typeface="Pretendard"/>
              </a:defRPr>
            </a:lvl1pPr>
            <a:lvl2pPr algn="ctr">
              <a:defRPr sz="3150" b="0">
                <a:solidFill>
                  <a:srgbClr val="111111"/>
                </a:solidFill>
                <a:latin typeface="Pretendard"/>
                <a:ea typeface="Pretendard"/>
                <a:cs typeface="Pretendard"/>
              </a:defRPr>
            </a:lvl2pPr>
            <a:lvl3pPr algn="ctr">
              <a:defRPr sz="3150" b="0">
                <a:solidFill>
                  <a:srgbClr val="111111"/>
                </a:solidFill>
                <a:latin typeface="Pretendard"/>
                <a:ea typeface="Pretendard"/>
                <a:cs typeface="Pretendard"/>
              </a:defRPr>
            </a:lvl3pPr>
            <a:lvl4pPr algn="ctr">
              <a:defRPr sz="3150" b="0">
                <a:solidFill>
                  <a:srgbClr val="111111"/>
                </a:solidFill>
                <a:latin typeface="Pretendard"/>
                <a:ea typeface="Pretendard"/>
                <a:cs typeface="Pretendard"/>
              </a:defRPr>
            </a:lvl4pPr>
            <a:lvl5pPr algn="ctr">
              <a:defRPr sz="3150" b="0">
                <a:solidFill>
                  <a:srgbClr val="111111"/>
                </a:solidFill>
                <a:latin typeface="Pretendard"/>
                <a:ea typeface="Pretendard"/>
                <a:cs typeface="Pretendard"/>
              </a:defRPr>
            </a:lvl5pPr>
            <a:lvl6pPr algn="ctr">
              <a:defRPr sz="3150" b="0">
                <a:solidFill>
                  <a:srgbClr val="111111"/>
                </a:solidFill>
                <a:latin typeface="Pretendard"/>
                <a:ea typeface="Pretendard"/>
                <a:cs typeface="Pretendard"/>
              </a:defRPr>
            </a:lvl6pPr>
            <a:lvl7pPr algn="ctr">
              <a:defRPr sz="3150" b="0">
                <a:solidFill>
                  <a:srgbClr val="111111"/>
                </a:solidFill>
                <a:latin typeface="Pretendard"/>
                <a:ea typeface="Pretendard"/>
                <a:cs typeface="Pretendard"/>
              </a:defRPr>
            </a:lvl7pPr>
            <a:lvl8pPr algn="ctr">
              <a:defRPr sz="3150" b="0">
                <a:solidFill>
                  <a:srgbClr val="111111"/>
                </a:solidFill>
                <a:latin typeface="Pretendard"/>
                <a:ea typeface="Pretendard"/>
                <a:cs typeface="Pretendard"/>
              </a:defRPr>
            </a:lvl8pPr>
            <a:lvl9pPr algn="ctr">
              <a:defRPr sz="3150" b="0">
                <a:solidFill>
                  <a:srgbClr val="111111"/>
                </a:solidFill>
                <a:latin typeface="Pretendard"/>
                <a:ea typeface="Pretendard"/>
                <a:cs typeface="Pretendard"/>
              </a:defRPr>
            </a:lvl9pPr>
          </a:lstStyle>
          <a:p>
            <a:pPr algn="ctr">
              <a:defRPr sz="3150" b="0">
                <a:solidFill>
                  <a:srgbClr val="111111"/>
                </a:solidFill>
                <a:latin typeface="Pretendard"/>
                <a:ea typeface="Pretendard"/>
                <a:cs typeface="Pretendard"/>
              </a:defRPr>
            </a:pPr>
            <a:r>
              <a:rPr sz="3150" b="0">
                <a:solidFill>
                  <a:srgbClr val="111111"/>
                </a:solidFill>
                <a:latin typeface="Pretendard"/>
                <a:ea typeface="Pretendard"/>
                <a:cs typeface="Pretendard"/>
              </a:rPr>
              <a:t>CH₄(</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+ 2O₂(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CO₂(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+ 2H₂O(</a:t>
            </a:r>
            <a:r>
              <a:rPr sz="3150" b="0" i="1">
                <a:solidFill>
                  <a:srgbClr val="111111"/>
                </a:solidFill>
                <a:latin typeface="Pretendard"/>
                <a:ea typeface="Pretendard"/>
                <a:cs typeface="Pretendard"/>
              </a:rPr>
              <a:t>l</a:t>
            </a:r>
            <a:r>
              <a:rPr sz="3150" b="0">
                <a:solidFill>
                  <a:srgbClr val="111111"/>
                </a:solidFill>
                <a:latin typeface="Pretendard"/>
                <a:ea typeface="Pretendard"/>
                <a:cs typeface="Pretendard"/>
              </a:rPr>
              <a:t>)     ΔH = −890.5 kJ</a:t>
            </a:r>
          </a:p>
        </p:txBody>
      </p:sp>
      <p:sp>
        <p:nvSpPr>
          <p:cNvPr id="10" name="equation">
            <a:extLst>
              <a:ext uri="{FF2B5EF4-FFF2-40B4-BE49-F238E27FC236}">
                <ns2:creationId id="{15783205-A6B0-4334-B407-361EA6F6A386}"/>
              </a:ext>
            </a:extLst>
          </p:cNvPr>
          <p:cNvSpPr>
            <a:spLocks noGrp="1"/>
          </p:cNvSpPr>
          <p:nvPr/>
        </p:nvSpPr>
        <p:spPr>
          <a:xfrm>
            <a:off x="1285875" y="5619750"/>
            <a:ext cx="15716250" cy="723900"/>
          </a:xfrm>
          <a:prstGeom prst="rect">
            <a:avLst/>
          </a:prstGeom>
          <a:noFill/>
          <a:ln w="0">
            <a:noFill/>
          </a:ln>
        </p:spPr>
        <p:txBody>
          <a:bodyPr wrap="none" lIns="0" tIns="0" rIns="0" bIns="0" anchor="t">
            <a:noAutofit/>
          </a:bodyPr>
          <a:lstStyle>
            <a:defPPr algn="ctr">
              <a:defRPr sz="3000" b="0">
                <a:solidFill>
                  <a:srgbClr val="111111"/>
                </a:solidFill>
                <a:latin typeface="Pretendard"/>
                <a:ea typeface="Pretendard"/>
                <a:cs typeface="Pretendard"/>
              </a:defRPr>
            </a:defPPr>
            <a:lvl1pPr algn="ctr">
              <a:defRPr sz="3000" b="0">
                <a:solidFill>
                  <a:srgbClr val="111111"/>
                </a:solidFill>
                <a:latin typeface="Pretendard"/>
                <a:ea typeface="Pretendard"/>
                <a:cs typeface="Pretendard"/>
              </a:defRPr>
            </a:lvl1pPr>
            <a:lvl2pPr algn="ctr">
              <a:defRPr sz="3000" b="0">
                <a:solidFill>
                  <a:srgbClr val="111111"/>
                </a:solidFill>
                <a:latin typeface="Pretendard"/>
                <a:ea typeface="Pretendard"/>
                <a:cs typeface="Pretendard"/>
              </a:defRPr>
            </a:lvl2pPr>
            <a:lvl3pPr algn="ctr">
              <a:defRPr sz="3000" b="0">
                <a:solidFill>
                  <a:srgbClr val="111111"/>
                </a:solidFill>
                <a:latin typeface="Pretendard"/>
                <a:ea typeface="Pretendard"/>
                <a:cs typeface="Pretendard"/>
              </a:defRPr>
            </a:lvl3pPr>
            <a:lvl4pPr algn="ctr">
              <a:defRPr sz="3000" b="0">
                <a:solidFill>
                  <a:srgbClr val="111111"/>
                </a:solidFill>
                <a:latin typeface="Pretendard"/>
                <a:ea typeface="Pretendard"/>
                <a:cs typeface="Pretendard"/>
              </a:defRPr>
            </a:lvl4pPr>
            <a:lvl5pPr algn="ctr">
              <a:defRPr sz="3000" b="0">
                <a:solidFill>
                  <a:srgbClr val="111111"/>
                </a:solidFill>
                <a:latin typeface="Pretendard"/>
                <a:ea typeface="Pretendard"/>
                <a:cs typeface="Pretendard"/>
              </a:defRPr>
            </a:lvl5pPr>
            <a:lvl6pPr algn="ctr">
              <a:defRPr sz="3000" b="0">
                <a:solidFill>
                  <a:srgbClr val="111111"/>
                </a:solidFill>
                <a:latin typeface="Pretendard"/>
                <a:ea typeface="Pretendard"/>
                <a:cs typeface="Pretendard"/>
              </a:defRPr>
            </a:lvl6pPr>
            <a:lvl7pPr algn="ctr">
              <a:defRPr sz="3000" b="0">
                <a:solidFill>
                  <a:srgbClr val="111111"/>
                </a:solidFill>
                <a:latin typeface="Pretendard"/>
                <a:ea typeface="Pretendard"/>
                <a:cs typeface="Pretendard"/>
              </a:defRPr>
            </a:lvl7pPr>
            <a:lvl8pPr algn="ctr">
              <a:defRPr sz="3000" b="0">
                <a:solidFill>
                  <a:srgbClr val="111111"/>
                </a:solidFill>
                <a:latin typeface="Pretendard"/>
                <a:ea typeface="Pretendard"/>
                <a:cs typeface="Pretendard"/>
              </a:defRPr>
            </a:lvl8pPr>
            <a:lvl9pPr algn="ctr">
              <a:defRPr sz="3000" b="0">
                <a:solidFill>
                  <a:srgbClr val="111111"/>
                </a:solidFill>
                <a:latin typeface="Pretendard"/>
                <a:ea typeface="Pretendard"/>
                <a:cs typeface="Pretendard"/>
              </a:defRPr>
            </a:lvl9pPr>
          </a:lstStyle>
          <a:p>
            <a:pPr algn="ctr">
              <a:defRPr sz="3000" b="0">
                <a:solidFill>
                  <a:srgbClr val="111111"/>
                </a:solidFill>
                <a:latin typeface="Pretendard"/>
                <a:ea typeface="Pretendard"/>
                <a:cs typeface="Pretendard"/>
              </a:defRPr>
            </a:pPr>
            <a:r>
              <a:rPr sz="3000" b="0">
                <a:solidFill>
                  <a:srgbClr val="111111"/>
                </a:solidFill>
                <a:latin typeface="Pretendard"/>
                <a:ea typeface="Pretendard"/>
                <a:cs typeface="Pretendard"/>
              </a:rPr>
              <a:t>2C₄H₁₀(</a:t>
            </a:r>
            <a:r>
              <a:rPr sz="3000" b="0" i="1">
                <a:solidFill>
                  <a:srgbClr val="111111"/>
                </a:solidFill>
                <a:latin typeface="Pretendard"/>
                <a:ea typeface="Pretendard"/>
                <a:cs typeface="Pretendard"/>
              </a:rPr>
              <a:t>g</a:t>
            </a:r>
            <a:r>
              <a:rPr sz="3000" b="0">
                <a:solidFill>
                  <a:srgbClr val="111111"/>
                </a:solidFill>
                <a:latin typeface="Pretendard"/>
                <a:ea typeface="Pretendard"/>
                <a:cs typeface="Pretendard"/>
              </a:rPr>
              <a:t>) + 13O₂(</a:t>
            </a:r>
            <a:r>
              <a:rPr sz="3000" b="0" i="1">
                <a:solidFill>
                  <a:srgbClr val="111111"/>
                </a:solidFill>
                <a:latin typeface="Pretendard"/>
                <a:ea typeface="Pretendard"/>
                <a:cs typeface="Pretendard"/>
              </a:rPr>
              <a:t>g</a:t>
            </a:r>
            <a:r>
              <a:rPr sz="3000" b="0">
                <a:solidFill>
                  <a:srgbClr val="111111"/>
                </a:solidFill>
                <a:latin typeface="Pretendard"/>
                <a:ea typeface="Pretendard"/>
                <a:cs typeface="Pretendard"/>
              </a:rPr>
              <a:t>) → 8CO₂(</a:t>
            </a:r>
            <a:r>
              <a:rPr sz="3000" b="0" i="1">
                <a:solidFill>
                  <a:srgbClr val="111111"/>
                </a:solidFill>
                <a:latin typeface="Pretendard"/>
                <a:ea typeface="Pretendard"/>
                <a:cs typeface="Pretendard"/>
              </a:rPr>
              <a:t>g</a:t>
            </a:r>
            <a:r>
              <a:rPr sz="3000" b="0">
                <a:solidFill>
                  <a:srgbClr val="111111"/>
                </a:solidFill>
                <a:latin typeface="Pretendard"/>
                <a:ea typeface="Pretendard"/>
                <a:cs typeface="Pretendard"/>
              </a:rPr>
              <a:t>) + 10H₂O(</a:t>
            </a:r>
            <a:r>
              <a:rPr sz="3000" b="0" i="1">
                <a:solidFill>
                  <a:srgbClr val="111111"/>
                </a:solidFill>
                <a:latin typeface="Pretendard"/>
                <a:ea typeface="Pretendard"/>
                <a:cs typeface="Pretendard"/>
              </a:rPr>
              <a:t>l</a:t>
            </a:r>
            <a:r>
              <a:rPr sz="3000" b="0">
                <a:solidFill>
                  <a:srgbClr val="111111"/>
                </a:solidFill>
                <a:latin typeface="Pretendard"/>
                <a:ea typeface="Pretendard"/>
                <a:cs typeface="Pretendard"/>
              </a:rPr>
              <a:t>)     ΔH = −5754 kJ</a:t>
            </a:r>
          </a:p>
        </p:txBody>
      </p:sp>
      <p:sp>
        <p:nvSpPr>
          <p:cNvPr id="11" name="strip-1">
            <a:extLst>
              <a:ext uri="{FF2B5EF4-FFF2-40B4-BE49-F238E27FC236}">
                <ns2:creationId id="{7689C767-C119-47EA-862C-4B3693798F10}"/>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2" name="circle-1">
            <a:extLst>
              <a:ext uri="{FF2B5EF4-FFF2-40B4-BE49-F238E27FC236}">
                <ns2:creationId id="{A399E168-89D4-4ED7-96D7-5A39F1C254BF}"/>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3" name="number-1">
            <a:extLst>
              <a:ext uri="{FF2B5EF4-FFF2-40B4-BE49-F238E27FC236}">
                <ns2:creationId id="{6C86C8BD-6BE7-4ED3-95EA-C7B8F45F1F02}"/>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4" name="label-1">
            <a:extLst>
              <a:ext uri="{FF2B5EF4-FFF2-40B4-BE49-F238E27FC236}">
                <ns2:creationId id="{CE4E10CB-A369-426D-926D-983140AC6A07}"/>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5" name="value-1">
            <a:extLst>
              <a:ext uri="{FF2B5EF4-FFF2-40B4-BE49-F238E27FC236}">
                <ns2:creationId id="{A26DC1ED-108F-46F5-A967-A10C109348C3}"/>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6" name="strip-2">
            <a:extLst>
              <a:ext uri="{FF2B5EF4-FFF2-40B4-BE49-F238E27FC236}">
                <ns2:creationId id="{72A6B0E8-56E7-45B1-8348-78CA358EBDC7}"/>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7" name="circle-2">
            <a:extLst>
              <a:ext uri="{FF2B5EF4-FFF2-40B4-BE49-F238E27FC236}">
                <ns2:creationId id="{4F320D7A-48B1-42E9-8901-3DE577EC1B26}"/>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8" name="number-2">
            <a:extLst>
              <a:ext uri="{FF2B5EF4-FFF2-40B4-BE49-F238E27FC236}">
                <ns2:creationId id="{57E0B9CA-AFAC-4235-8336-89A61A8F4146}"/>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9" name="label-2">
            <a:extLst>
              <a:ext uri="{FF2B5EF4-FFF2-40B4-BE49-F238E27FC236}">
                <ns2:creationId id="{4EC65638-5C65-4F4B-871B-C40D4DFECC05}"/>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20" name="value-2">
            <a:extLst>
              <a:ext uri="{FF2B5EF4-FFF2-40B4-BE49-F238E27FC236}">
                <ns2:creationId id="{5F54CEE4-2E02-4334-AFCD-BE0B83156DAA}"/>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448452964"/>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1" name="">
            <a:extLst>
              <a:ext uri="{FF2B5EF4-FFF2-40B4-BE49-F238E27FC236}">
                <ns2:creationId id="{B84A385E-B020-495E-A4A9-4C405992AA08}"/>
              </a:ext>
            </a:extLst>
          </p:cNvPr>
          <p:cNvPicPr>
            <a:picLocks noChangeAspect="1"/>
          </p:cNvPicPr>
          <p:nvPr/>
        </p:nvPicPr>
        <p:blipFill>
          <a:blip ns3:embed="Red3100c2d50b41a3"/>
          <a:stretch/>
        </p:blipFill>
        <p:spPr>
          <a:xfrm>
            <a:off x="16941800" y="382588"/>
            <a:ext cx="1028700" cy="733425"/>
          </a:xfrm>
          <a:prstGeom prst="rect">
            <a:avLst/>
          </a:prstGeom>
        </p:spPr>
      </p:pic>
      <p:sp>
        <p:nvSpPr>
          <p:cNvPr id="2" name="part_heading">
            <a:extLst>
              <a:ext uri="{FF2B5EF4-FFF2-40B4-BE49-F238E27FC236}">
                <ns2:creationId id="{8F3851FB-F6D7-4A7E-97A7-E0483395C55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87895CC6-C39A-4D0E-98CB-4920B85F315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84CAA4F2-00FD-4CA1-9F3F-F374A775A56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g당 방출열</a:t>
            </a:r>
          </a:p>
        </p:txBody>
      </p:sp>
      <p:sp>
        <p:nvSpPr>
          <p:cNvPr id="5" name="title">
            <a:extLst>
              <a:ext uri="{FF2B5EF4-FFF2-40B4-BE49-F238E27FC236}">
                <ns2:creationId id="{6080D6AD-4482-4597-995D-F09F6F14EC3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C2E8217B-97D8-4203-BC9C-5E7A96744E2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page">
            <a:extLst>
              <a:ext uri="{FF2B5EF4-FFF2-40B4-BE49-F238E27FC236}">
                <ns2:creationId id="{AA8A67CE-25DC-4624-A113-989D619BA581}"/>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17 / 31</a:t>
            </a:r>
          </a:p>
        </p:txBody>
      </p:sp>
      <p:sp>
        <p:nvSpPr>
          <p:cNvPr id="8" name="copyright">
            <a:extLst>
              <a:ext uri="{FF2B5EF4-FFF2-40B4-BE49-F238E27FC236}">
                <ns2:creationId id="{E4E51712-E55D-47AA-B330-C44B4931F81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43607904-6646-4A6C-B25D-3355991A84BE}"/>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10" name="strip-1">
            <a:extLst>
              <a:ext uri="{FF2B5EF4-FFF2-40B4-BE49-F238E27FC236}">
                <ns2:creationId id="{27161A0E-40F3-4173-B9C2-44D92B05EA92}"/>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1" name="circle-1">
            <a:extLst>
              <a:ext uri="{FF2B5EF4-FFF2-40B4-BE49-F238E27FC236}">
                <ns2:creationId id="{F6D0AECE-47B9-4C54-97CF-4835511448B4}"/>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2" name="number-1">
            <a:extLst>
              <a:ext uri="{FF2B5EF4-FFF2-40B4-BE49-F238E27FC236}">
                <ns2:creationId id="{42702E0E-B35F-4F6B-B939-AD877AC753BB}"/>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FB40F19B-6F76-4010-98A0-75A783C4C960}"/>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4" name="value-1">
            <a:extLst>
              <a:ext uri="{FF2B5EF4-FFF2-40B4-BE49-F238E27FC236}">
                <ns2:creationId id="{332BF68A-BFAC-41B2-8133-D2CE54FC3172}"/>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5" name="strip-2">
            <a:extLst>
              <a:ext uri="{FF2B5EF4-FFF2-40B4-BE49-F238E27FC236}">
                <ns2:creationId id="{BAD5E5EB-3BEB-4968-A6B5-EB31FB6F3BCE}"/>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6" name="circle-2">
            <a:extLst>
              <a:ext uri="{FF2B5EF4-FFF2-40B4-BE49-F238E27FC236}">
                <ns2:creationId id="{02EF8E7E-1F28-41A4-BC35-9ADE47C10BF7}"/>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7" name="number-2">
            <a:extLst>
              <a:ext uri="{FF2B5EF4-FFF2-40B4-BE49-F238E27FC236}">
                <ns2:creationId id="{C3D9B574-7876-4841-944F-EB067D678535}"/>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B5E271B0-9356-4BE0-813E-9CD670F9ECEA}"/>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9" name="value-2">
            <a:extLst>
              <a:ext uri="{FF2B5EF4-FFF2-40B4-BE49-F238E27FC236}">
                <ns2:creationId id="{53AA74DC-D995-494C-9D6B-CE83DB23C22D}"/>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20" name="unit">
            <a:extLst>
              <a:ext uri="{FF2B5EF4-FFF2-40B4-BE49-F238E27FC236}">
                <ns2:creationId id="{ADB21BC3-93F2-4A3D-B029-A09B72DEC0D6}"/>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866259486"/>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7470E157-2F04-42D5-A0AD-CABF3607A6D1}"/>
              </a:ext>
            </a:extLst>
          </p:cNvPr>
          <p:cNvPicPr>
            <a:picLocks noChangeAspect="1"/>
          </p:cNvPicPr>
          <p:nvPr/>
        </p:nvPicPr>
        <p:blipFill>
          <a:blip ns3:embed="R569d6c44e1de405c"/>
          <a:stretch/>
        </p:blipFill>
        <p:spPr>
          <a:xfrm>
            <a:off x="16941800" y="382588"/>
            <a:ext cx="1028700" cy="733425"/>
          </a:xfrm>
          <a:prstGeom prst="rect">
            <a:avLst/>
          </a:prstGeom>
        </p:spPr>
      </p:pic>
      <p:sp>
        <p:nvSpPr>
          <p:cNvPr id="2" name="part_heading">
            <a:extLst>
              <a:ext uri="{FF2B5EF4-FFF2-40B4-BE49-F238E27FC236}">
                <ns2:creationId id="{031D0867-6F73-4DF1-B808-C547B31A4B0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30F476C8-090D-4631-8CCF-E8277F6DCF6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DA96E5A4-EECC-49A1-8FB5-4EA83A96775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에탄올과 수소의 비교</a:t>
            </a:r>
          </a:p>
        </p:txBody>
      </p:sp>
      <p:sp>
        <p:nvSpPr>
          <p:cNvPr id="5" name="title">
            <a:extLst>
              <a:ext uri="{FF2B5EF4-FFF2-40B4-BE49-F238E27FC236}">
                <ns2:creationId id="{64F245CD-44AE-4E45-BAD7-45B07797634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대체 연료도 같은 기준으로 환산한다</a:t>
            </a:r>
          </a:p>
        </p:txBody>
      </p:sp>
      <p:sp>
        <p:nvSpPr>
          <p:cNvPr id="6" name="explanation">
            <a:extLst>
              <a:ext uri="{FF2B5EF4-FFF2-40B4-BE49-F238E27FC236}">
                <ns2:creationId id="{78CEFDC0-1801-46BD-BCF1-A6E9B99985F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수소의 연소식은 2 mol 기준이다</a:t>
            </a:r>
          </a:p>
        </p:txBody>
      </p:sp>
      <p:sp>
        <p:nvSpPr>
          <p:cNvPr id="7" name="page">
            <a:extLst>
              <a:ext uri="{FF2B5EF4-FFF2-40B4-BE49-F238E27FC236}">
                <ns2:creationId id="{142B8628-74C1-4781-A6E5-CDC412B8BBE1}"/>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18 / 31</a:t>
            </a:r>
          </a:p>
        </p:txBody>
      </p:sp>
      <p:sp>
        <p:nvSpPr>
          <p:cNvPr id="8" name="copyright">
            <a:extLst>
              <a:ext uri="{FF2B5EF4-FFF2-40B4-BE49-F238E27FC236}">
                <ns2:creationId id="{E39944A4-3DDC-4AF8-8E8A-CD02BD9D2ED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91C72651-D4C5-4967-9C86-3D21D2CC6677}"/>
              </a:ext>
            </a:extLst>
          </p:cNvPr>
          <p:cNvSpPr>
            <a:spLocks noGrp="1"/>
          </p:cNvSpPr>
          <p:nvPr/>
        </p:nvSpPr>
        <p:spPr>
          <a:xfrm>
            <a:off x="1285875" y="4619625"/>
            <a:ext cx="15716250" cy="723900"/>
          </a:xfrm>
          <a:prstGeom prst="rect">
            <a:avLst/>
          </a:prstGeom>
          <a:noFill/>
          <a:ln w="0">
            <a:noFill/>
          </a:ln>
        </p:spPr>
        <p:txBody>
          <a:bodyPr wrap="none" lIns="0" tIns="0" rIns="0" bIns="0" anchor="t">
            <a:noAutofit/>
          </a:bodyPr>
          <a:lstStyle>
            <a:defPPr algn="ctr">
              <a:defRPr sz="3150" b="0">
                <a:solidFill>
                  <a:srgbClr val="111111"/>
                </a:solidFill>
                <a:latin typeface="Pretendard"/>
                <a:ea typeface="Pretendard"/>
                <a:cs typeface="Pretendard"/>
              </a:defRPr>
            </a:defPPr>
            <a:lvl1pPr algn="ctr">
              <a:defRPr sz="3150" b="0">
                <a:solidFill>
                  <a:srgbClr val="111111"/>
                </a:solidFill>
                <a:latin typeface="Pretendard"/>
                <a:ea typeface="Pretendard"/>
                <a:cs typeface="Pretendard"/>
              </a:defRPr>
            </a:lvl1pPr>
            <a:lvl2pPr algn="ctr">
              <a:defRPr sz="3150" b="0">
                <a:solidFill>
                  <a:srgbClr val="111111"/>
                </a:solidFill>
                <a:latin typeface="Pretendard"/>
                <a:ea typeface="Pretendard"/>
                <a:cs typeface="Pretendard"/>
              </a:defRPr>
            </a:lvl2pPr>
            <a:lvl3pPr algn="ctr">
              <a:defRPr sz="3150" b="0">
                <a:solidFill>
                  <a:srgbClr val="111111"/>
                </a:solidFill>
                <a:latin typeface="Pretendard"/>
                <a:ea typeface="Pretendard"/>
                <a:cs typeface="Pretendard"/>
              </a:defRPr>
            </a:lvl3pPr>
            <a:lvl4pPr algn="ctr">
              <a:defRPr sz="3150" b="0">
                <a:solidFill>
                  <a:srgbClr val="111111"/>
                </a:solidFill>
                <a:latin typeface="Pretendard"/>
                <a:ea typeface="Pretendard"/>
                <a:cs typeface="Pretendard"/>
              </a:defRPr>
            </a:lvl4pPr>
            <a:lvl5pPr algn="ctr">
              <a:defRPr sz="3150" b="0">
                <a:solidFill>
                  <a:srgbClr val="111111"/>
                </a:solidFill>
                <a:latin typeface="Pretendard"/>
                <a:ea typeface="Pretendard"/>
                <a:cs typeface="Pretendard"/>
              </a:defRPr>
            </a:lvl5pPr>
            <a:lvl6pPr algn="ctr">
              <a:defRPr sz="3150" b="0">
                <a:solidFill>
                  <a:srgbClr val="111111"/>
                </a:solidFill>
                <a:latin typeface="Pretendard"/>
                <a:ea typeface="Pretendard"/>
                <a:cs typeface="Pretendard"/>
              </a:defRPr>
            </a:lvl6pPr>
            <a:lvl7pPr algn="ctr">
              <a:defRPr sz="3150" b="0">
                <a:solidFill>
                  <a:srgbClr val="111111"/>
                </a:solidFill>
                <a:latin typeface="Pretendard"/>
                <a:ea typeface="Pretendard"/>
                <a:cs typeface="Pretendard"/>
              </a:defRPr>
            </a:lvl7pPr>
            <a:lvl8pPr algn="ctr">
              <a:defRPr sz="3150" b="0">
                <a:solidFill>
                  <a:srgbClr val="111111"/>
                </a:solidFill>
                <a:latin typeface="Pretendard"/>
                <a:ea typeface="Pretendard"/>
                <a:cs typeface="Pretendard"/>
              </a:defRPr>
            </a:lvl8pPr>
            <a:lvl9pPr algn="ctr">
              <a:defRPr sz="3150" b="0">
                <a:solidFill>
                  <a:srgbClr val="111111"/>
                </a:solidFill>
                <a:latin typeface="Pretendard"/>
                <a:ea typeface="Pretendard"/>
                <a:cs typeface="Pretendard"/>
              </a:defRPr>
            </a:lvl9pPr>
          </a:lstStyle>
          <a:p>
            <a:pPr algn="ctr">
              <a:defRPr sz="3150" b="0">
                <a:solidFill>
                  <a:srgbClr val="111111"/>
                </a:solidFill>
                <a:latin typeface="Pretendard"/>
                <a:ea typeface="Pretendard"/>
                <a:cs typeface="Pretendard"/>
              </a:defRPr>
            </a:pPr>
            <a:r>
              <a:rPr sz="3150" b="0">
                <a:solidFill>
                  <a:srgbClr val="111111"/>
                </a:solidFill>
                <a:latin typeface="Pretendard"/>
                <a:ea typeface="Pretendard"/>
                <a:cs typeface="Pretendard"/>
              </a:rPr>
              <a:t>C₂H₅OH(</a:t>
            </a:r>
            <a:r>
              <a:rPr sz="3150" b="0" i="1">
                <a:solidFill>
                  <a:srgbClr val="111111"/>
                </a:solidFill>
                <a:latin typeface="Pretendard"/>
                <a:ea typeface="Pretendard"/>
                <a:cs typeface="Pretendard"/>
              </a:rPr>
              <a:t>l</a:t>
            </a:r>
            <a:r>
              <a:rPr sz="3150" b="0">
                <a:solidFill>
                  <a:srgbClr val="111111"/>
                </a:solidFill>
                <a:latin typeface="Pretendard"/>
                <a:ea typeface="Pretendard"/>
                <a:cs typeface="Pretendard"/>
              </a:rPr>
              <a:t>) + 3O₂(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2CO₂(</a:t>
            </a:r>
            <a:r>
              <a:rPr sz="3150" b="0" i="1">
                <a:solidFill>
                  <a:srgbClr val="111111"/>
                </a:solidFill>
                <a:latin typeface="Pretendard"/>
                <a:ea typeface="Pretendard"/>
                <a:cs typeface="Pretendard"/>
              </a:rPr>
              <a:t>g</a:t>
            </a:r>
            <a:r>
              <a:rPr sz="3150" b="0">
                <a:solidFill>
                  <a:srgbClr val="111111"/>
                </a:solidFill>
                <a:latin typeface="Pretendard"/>
                <a:ea typeface="Pretendard"/>
                <a:cs typeface="Pretendard"/>
              </a:rPr>
              <a:t>) + 3H₂O(</a:t>
            </a:r>
            <a:r>
              <a:rPr sz="3150" b="0" i="1">
                <a:solidFill>
                  <a:srgbClr val="111111"/>
                </a:solidFill>
                <a:latin typeface="Pretendard"/>
                <a:ea typeface="Pretendard"/>
                <a:cs typeface="Pretendard"/>
              </a:rPr>
              <a:t>l</a:t>
            </a:r>
            <a:r>
              <a:rPr sz="3150" b="0">
                <a:solidFill>
                  <a:srgbClr val="111111"/>
                </a:solidFill>
                <a:latin typeface="Pretendard"/>
                <a:ea typeface="Pretendard"/>
                <a:cs typeface="Pretendard"/>
              </a:rPr>
              <a:t>)     ΔH = −1367 kJ</a:t>
            </a:r>
          </a:p>
        </p:txBody>
      </p:sp>
      <p:sp>
        <p:nvSpPr>
          <p:cNvPr id="10" name="equation">
            <a:extLst>
              <a:ext uri="{FF2B5EF4-FFF2-40B4-BE49-F238E27FC236}">
                <ns2:creationId id="{E5BDBE78-DFD1-4553-96AF-2EE9C962B70B}"/>
              </a:ext>
            </a:extLst>
          </p:cNvPr>
          <p:cNvSpPr>
            <a:spLocks noGrp="1"/>
          </p:cNvSpPr>
          <p:nvPr/>
        </p:nvSpPr>
        <p:spPr>
          <a:xfrm>
            <a:off x="1285875" y="5476875"/>
            <a:ext cx="15716250" cy="723900"/>
          </a:xfrm>
          <a:prstGeom prst="rect">
            <a:avLst/>
          </a:prstGeom>
          <a:noFill/>
          <a:ln w="0">
            <a:noFill/>
          </a:ln>
        </p:spPr>
        <p:txBody>
          <a:bodyPr wrap="none" lIns="0" tIns="0" rIns="0" bIns="0" anchor="t">
            <a:noAutofit/>
          </a:bodyPr>
          <a:lstStyle>
            <a:defPPr algn="ctr">
              <a:defRPr sz="3300" b="0">
                <a:solidFill>
                  <a:srgbClr val="111111"/>
                </a:solidFill>
                <a:latin typeface="Pretendard"/>
                <a:ea typeface="Pretendard"/>
                <a:cs typeface="Pretendard"/>
              </a:defRPr>
            </a:defPPr>
            <a:lvl1pPr algn="ctr">
              <a:defRPr sz="3300" b="0">
                <a:solidFill>
                  <a:srgbClr val="111111"/>
                </a:solidFill>
                <a:latin typeface="Pretendard"/>
                <a:ea typeface="Pretendard"/>
                <a:cs typeface="Pretendard"/>
              </a:defRPr>
            </a:lvl1pPr>
            <a:lvl2pPr algn="ctr">
              <a:defRPr sz="3300" b="0">
                <a:solidFill>
                  <a:srgbClr val="111111"/>
                </a:solidFill>
                <a:latin typeface="Pretendard"/>
                <a:ea typeface="Pretendard"/>
                <a:cs typeface="Pretendard"/>
              </a:defRPr>
            </a:lvl2pPr>
            <a:lvl3pPr algn="ctr">
              <a:defRPr sz="3300" b="0">
                <a:solidFill>
                  <a:srgbClr val="111111"/>
                </a:solidFill>
                <a:latin typeface="Pretendard"/>
                <a:ea typeface="Pretendard"/>
                <a:cs typeface="Pretendard"/>
              </a:defRPr>
            </a:lvl3pPr>
            <a:lvl4pPr algn="ctr">
              <a:defRPr sz="3300" b="0">
                <a:solidFill>
                  <a:srgbClr val="111111"/>
                </a:solidFill>
                <a:latin typeface="Pretendard"/>
                <a:ea typeface="Pretendard"/>
                <a:cs typeface="Pretendard"/>
              </a:defRPr>
            </a:lvl4pPr>
            <a:lvl5pPr algn="ctr">
              <a:defRPr sz="3300" b="0">
                <a:solidFill>
                  <a:srgbClr val="111111"/>
                </a:solidFill>
                <a:latin typeface="Pretendard"/>
                <a:ea typeface="Pretendard"/>
                <a:cs typeface="Pretendard"/>
              </a:defRPr>
            </a:lvl5pPr>
            <a:lvl6pPr algn="ctr">
              <a:defRPr sz="3300" b="0">
                <a:solidFill>
                  <a:srgbClr val="111111"/>
                </a:solidFill>
                <a:latin typeface="Pretendard"/>
                <a:ea typeface="Pretendard"/>
                <a:cs typeface="Pretendard"/>
              </a:defRPr>
            </a:lvl6pPr>
            <a:lvl7pPr algn="ctr">
              <a:defRPr sz="3300" b="0">
                <a:solidFill>
                  <a:srgbClr val="111111"/>
                </a:solidFill>
                <a:latin typeface="Pretendard"/>
                <a:ea typeface="Pretendard"/>
                <a:cs typeface="Pretendard"/>
              </a:defRPr>
            </a:lvl7pPr>
            <a:lvl8pPr algn="ctr">
              <a:defRPr sz="3300" b="0">
                <a:solidFill>
                  <a:srgbClr val="111111"/>
                </a:solidFill>
                <a:latin typeface="Pretendard"/>
                <a:ea typeface="Pretendard"/>
                <a:cs typeface="Pretendard"/>
              </a:defRPr>
            </a:lvl8pPr>
            <a:lvl9pPr algn="ctr">
              <a:defRPr sz="3300" b="0">
                <a:solidFill>
                  <a:srgbClr val="111111"/>
                </a:solidFill>
                <a:latin typeface="Pretendard"/>
                <a:ea typeface="Pretendard"/>
                <a:cs typeface="Pretendard"/>
              </a:defRPr>
            </a:lvl9pPr>
          </a:lstStyle>
          <a:p>
            <a:pPr algn="ctr">
              <a:defRPr sz="3300" b="0">
                <a:solidFill>
                  <a:srgbClr val="111111"/>
                </a:solidFill>
                <a:latin typeface="Pretendard"/>
                <a:ea typeface="Pretendard"/>
                <a:cs typeface="Pretendard"/>
              </a:defRPr>
            </a:pPr>
            <a:r>
              <a:rPr sz="3300" b="0">
                <a:solidFill>
                  <a:srgbClr val="111111"/>
                </a:solidFill>
                <a:latin typeface="Pretendard"/>
                <a:ea typeface="Pretendard"/>
                <a:cs typeface="Pretendard"/>
              </a:rPr>
              <a:t>2H₂(</a:t>
            </a:r>
            <a:r>
              <a:rPr sz="3300" b="0" i="1">
                <a:solidFill>
                  <a:srgbClr val="111111"/>
                </a:solidFill>
                <a:latin typeface="Pretendard"/>
                <a:ea typeface="Pretendard"/>
                <a:cs typeface="Pretendard"/>
              </a:rPr>
              <a:t>g</a:t>
            </a:r>
            <a:r>
              <a:rPr sz="3300" b="0">
                <a:solidFill>
                  <a:srgbClr val="111111"/>
                </a:solidFill>
                <a:latin typeface="Pretendard"/>
                <a:ea typeface="Pretendard"/>
                <a:cs typeface="Pretendard"/>
              </a:rPr>
              <a:t>) + O₂(</a:t>
            </a:r>
            <a:r>
              <a:rPr sz="3300" b="0" i="1">
                <a:solidFill>
                  <a:srgbClr val="111111"/>
                </a:solidFill>
                <a:latin typeface="Pretendard"/>
                <a:ea typeface="Pretendard"/>
                <a:cs typeface="Pretendard"/>
              </a:rPr>
              <a:t>g</a:t>
            </a:r>
            <a:r>
              <a:rPr sz="3300" b="0">
                <a:solidFill>
                  <a:srgbClr val="111111"/>
                </a:solidFill>
                <a:latin typeface="Pretendard"/>
                <a:ea typeface="Pretendard"/>
                <a:cs typeface="Pretendard"/>
              </a:rPr>
              <a:t>) → 2H₂O(</a:t>
            </a:r>
            <a:r>
              <a:rPr sz="3300" b="0" i="1">
                <a:solidFill>
                  <a:srgbClr val="111111"/>
                </a:solidFill>
                <a:latin typeface="Pretendard"/>
                <a:ea typeface="Pretendard"/>
                <a:cs typeface="Pretendard"/>
              </a:rPr>
              <a:t>l</a:t>
            </a:r>
            <a:r>
              <a:rPr sz="3300" b="0">
                <a:solidFill>
                  <a:srgbClr val="111111"/>
                </a:solidFill>
                <a:latin typeface="Pretendard"/>
                <a:ea typeface="Pretendard"/>
                <a:cs typeface="Pretendard"/>
              </a:rPr>
              <a:t>)     ΔH = −571.6 kJ</a:t>
            </a:r>
          </a:p>
        </p:txBody>
      </p:sp>
      <p:pic>
        <p:nvPicPr>
          <p:cNvPr id="11" name="">
            <a:extLst>
              <a:ext uri="{FF2B5EF4-FFF2-40B4-BE49-F238E27FC236}">
                <ns2:creationId id="{B3D7CFF1-9732-46AD-9C6D-65833BC5C8EA}"/>
              </a:ext>
            </a:extLst>
          </p:cNvPr>
          <p:cNvPicPr>
            <a:picLocks noChangeAspect="1"/>
          </p:cNvPicPr>
          <p:nvPr/>
        </p:nvPicPr>
        <p:blipFill>
          <a:blip ns3:embed="R402971ea2dbf4d49"/>
          <a:stretch/>
        </p:blipFill>
        <p:spPr>
          <a:xfrm>
            <a:off x="6248680" y="6477000"/>
            <a:ext cx="5790640" cy="1238250"/>
          </a:xfrm>
          <a:prstGeom prst="rect">
            <a:avLst/>
          </a:prstGeom>
        </p:spPr>
      </p:pic>
      <p:sp>
        <p:nvSpPr>
          <p:cNvPr id="12" name="ethanol">
            <a:extLst>
              <a:ext uri="{FF2B5EF4-FFF2-40B4-BE49-F238E27FC236}">
                <ns2:creationId id="{0FE072BB-D946-4B5A-A2B3-1CB2F518B26E}"/>
              </a:ext>
            </a:extLst>
          </p:cNvPr>
          <p:cNvSpPr>
            <a:spLocks noGrp="1"/>
          </p:cNvSpPr>
          <p:nvPr/>
        </p:nvSpPr>
        <p:spPr>
          <a:xfrm>
            <a:off x="1619250" y="824865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에탄올   1367 ÷ 46 ≈ 29.7 kJ/g</a:t>
            </a:r>
          </a:p>
        </p:txBody>
      </p:sp>
      <p:sp>
        <p:nvSpPr>
          <p:cNvPr id="13" name="hydrogen">
            <a:extLst>
              <a:ext uri="{FF2B5EF4-FFF2-40B4-BE49-F238E27FC236}">
                <ns2:creationId id="{13DFF6A4-6ED3-4D91-BC82-D74A3FDE7168}"/>
              </a:ext>
            </a:extLst>
          </p:cNvPr>
          <p:cNvSpPr>
            <a:spLocks noGrp="1"/>
          </p:cNvSpPr>
          <p:nvPr/>
        </p:nvSpPr>
        <p:spPr>
          <a:xfrm>
            <a:off x="1619250" y="891540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수소   (571.6 ÷ 2) ÷ 2 = 142.9 kJ/g</a:t>
            </a:r>
          </a:p>
        </p:txBody>
      </p:sp>
    </p:spTree>
    <p:extLst>
      <p:ext uri="{BB962C8B-B14F-4D97-AF65-F5344CB8AC3E}">
        <ns4:creationId val="2114179213"/>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E4EAF753-C7AC-413A-AB88-5C45006C792A}"/>
              </a:ext>
            </a:extLst>
          </p:cNvPr>
          <p:cNvPicPr>
            <a:picLocks noChangeAspect="1"/>
          </p:cNvPicPr>
          <p:nvPr/>
        </p:nvPicPr>
        <p:blipFill>
          <a:blip ns3:embed="R090142ae82f149b6"/>
          <a:stretch/>
        </p:blipFill>
        <p:spPr>
          <a:xfrm>
            <a:off x="16941800" y="382588"/>
            <a:ext cx="1028700" cy="733425"/>
          </a:xfrm>
          <a:prstGeom prst="rect">
            <a:avLst/>
          </a:prstGeom>
        </p:spPr>
      </p:pic>
      <p:sp>
        <p:nvSpPr>
          <p:cNvPr id="2" name="part_heading">
            <a:extLst>
              <a:ext uri="{FF2B5EF4-FFF2-40B4-BE49-F238E27FC236}">
                <ns2:creationId id="{6F2533E0-CA23-49E4-B4E6-84FE2075E02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25405E1-65DD-4651-884A-2CE480202CD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a:ext uri="{FF2B5EF4-FFF2-40B4-BE49-F238E27FC236}">
                <ns2:creationId id="{2DFF7C1D-D2A6-4D93-B7DA-DCCF8B0851A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네 연료의 비교</a:t>
            </a:r>
          </a:p>
        </p:txBody>
      </p:sp>
      <p:sp>
        <p:nvSpPr>
          <p:cNvPr id="5" name="title">
            <a:extLst>
              <a:ext uri="{FF2B5EF4-FFF2-40B4-BE49-F238E27FC236}">
                <ns2:creationId id="{84D9DF71-D493-445E-BDEE-952A46BD26A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BF009B43-5657-4AF0-B6D4-250800DB192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page">
            <a:extLst>
              <a:ext uri="{FF2B5EF4-FFF2-40B4-BE49-F238E27FC236}">
                <ns2:creationId id="{B014EFC2-FF0C-41A0-B3C5-0E8BE2B39336}"/>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19 / 31</a:t>
            </a:r>
          </a:p>
        </p:txBody>
      </p:sp>
      <p:sp>
        <p:nvSpPr>
          <p:cNvPr id="8" name="copyright">
            <a:extLst>
              <a:ext uri="{FF2B5EF4-FFF2-40B4-BE49-F238E27FC236}">
                <ns2:creationId id="{0EF9C950-5D08-45E4-A3C9-EFEA0703927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a:ext uri="{FF2B5EF4-FFF2-40B4-BE49-F238E27FC236}">
                <ns2:creationId id="{8A9ECAA5-FD83-4263-B559-C2084A500D45}"/>
              </a:ext>
            </a:extLst>
          </p:cNvPr>
          <p:cNvGraphicFramePr/>
          <p:nvPr/>
        </p:nvGraphicFramePr>
        <p:xfrm>
          <a:off x="2000250" y="4762500"/>
          <a:ext cx="14287500" cy="4095750"/>
        </p:xfrm>
        <a:graphic>
          <a:graphicData uri="http://schemas.openxmlformats.org/drawingml/2006/table">
            <a:tbl>
              <a:tblPr/>
              <a:tblGrid>
                <a:gridCol w="3143250"/>
                <a:gridCol w="3714750"/>
                <a:gridCol w="3714750"/>
                <a:gridCol w="3714750"/>
              </a:tblGrid>
              <a:tr h="819150">
                <a:tc>
                  <a:txBody>
                    <a:bodyPr lIns="133350" tIns="133350" rIns="133350" bIns="133350"/>
                    <a:lstStyle/>
                    <a:p>
                      <a:pPr algn="l"/>
                      <a:r>
                        <a:rPr sz="2700" b="1">
                          <a:solidFill>
                            <a:srgbClr val="FFFFFF"/>
                          </a:solidFill>
                          <a:latin typeface="Pretendard"/>
                          <a:ea typeface="Pretendard"/>
                          <a:cs typeface="Pretendard"/>
                        </a:rPr>
                        <a:t>연료</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몰질량 (g/mol)</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방출열 (kJ/mol)</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방출열 (kJ/g)</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19150">
                <a:tc>
                  <a:txBody>
                    <a:bodyPr lIns="133350" tIns="133350" rIns="133350" bIns="133350"/>
                    <a:lstStyle/>
                    <a:p>
                      <a:pPr algn="l"/>
                      <a:r>
                        <a:rPr sz="2700" b="0">
                          <a:solidFill>
                            <a:srgbClr val="111111"/>
                          </a:solidFill>
                          <a:latin typeface="Pretendard"/>
                          <a:ea typeface="Pretendard"/>
                          <a:cs typeface="Pretendard"/>
                        </a:rPr>
                        <a:t>메테인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16</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890.5</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55.7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700" b="0">
                          <a:solidFill>
                            <a:srgbClr val="111111"/>
                          </a:solidFill>
                          <a:latin typeface="Pretendard"/>
                          <a:ea typeface="Pretendard"/>
                          <a:cs typeface="Pretendard"/>
                        </a:rPr>
                        <a:t>뷰테인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58</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2877</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49.6</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19150">
                <a:tc>
                  <a:txBody>
                    <a:bodyPr lIns="133350" tIns="133350" rIns="133350" bIns="133350"/>
                    <a:lstStyle/>
                    <a:p>
                      <a:pPr algn="l"/>
                      <a:r>
                        <a:rPr sz="2700" b="0">
                          <a:solidFill>
                            <a:srgbClr val="111111"/>
                          </a:solidFill>
                          <a:latin typeface="Pretendard"/>
                          <a:ea typeface="Pretendard"/>
                          <a:cs typeface="Pretendard"/>
                        </a:rPr>
                        <a:t>에탄올</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46</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1367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29.7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700" b="0">
                          <a:solidFill>
                            <a:srgbClr val="111111"/>
                          </a:solidFill>
                          <a:latin typeface="Pretendard"/>
                          <a:ea typeface="Pretendard"/>
                          <a:cs typeface="Pretendard"/>
                        </a:rPr>
                        <a:t>수소</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2</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285.8</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142.9</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bl>
          </a:graphicData>
        </a:graphic>
      </p:graphicFrame>
    </p:spTree>
    <p:extLst>
      <p:ext uri="{BB962C8B-B14F-4D97-AF65-F5344CB8AC3E}">
        <ns4:creationId val="1030562136"/>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9310CF18-33A9-4E88-B823-081CC072F11F}"/>
              </a:ext>
            </a:extLst>
          </p:cNvPr>
          <p:cNvPicPr>
            <a:picLocks noChangeAspect="1"/>
          </p:cNvPicPr>
          <p:nvPr/>
        </p:nvPicPr>
        <p:blipFill>
          <a:blip ns3:embed="Rdc1722baf2874aca"/>
          <a:stretch/>
        </p:blipFill>
        <p:spPr>
          <a:xfrm>
            <a:off x="16941800" y="382588"/>
            <a:ext cx="1028700" cy="733425"/>
          </a:xfrm>
          <a:prstGeom prst="rect">
            <a:avLst/>
          </a:prstGeom>
        </p:spPr>
      </p:pic>
      <p:sp>
        <p:nvSpPr>
          <p:cNvPr id="2" name="part_heading">
            <a:extLst>
              <a:ext uri="{FF2B5EF4-FFF2-40B4-BE49-F238E27FC236}">
                <ns2:creationId id="{A975E90D-0B74-4DC9-8FAE-104AED1472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682040A6-9457-4513-9C9B-8E9C7EFA3B9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a:ext uri="{FF2B5EF4-FFF2-40B4-BE49-F238E27FC236}">
                <ns2:creationId id="{C9A2F5FE-59EF-4C3F-8EC1-438A8772589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선택의 기준</a:t>
            </a:r>
          </a:p>
        </p:txBody>
      </p:sp>
      <p:sp>
        <p:nvSpPr>
          <p:cNvPr id="5" name="title">
            <a:extLst>
              <a:ext uri="{FF2B5EF4-FFF2-40B4-BE49-F238E27FC236}">
                <ns2:creationId id="{2EC84E33-7EA0-4DA6-9047-1819B5B3B11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방출열 비교와 실제 이용 조건을 구분한다</a:t>
            </a:r>
          </a:p>
        </p:txBody>
      </p:sp>
      <p:sp>
        <p:nvSpPr>
          <p:cNvPr id="6" name="explanation">
            <a:extLst>
              <a:ext uri="{FF2B5EF4-FFF2-40B4-BE49-F238E27FC236}">
                <ns2:creationId id="{5B8CC708-16A9-49AE-91CC-A4B26BAFC69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표에서 알 수 있는 것과 추가 자료가 필요한 것을 나눈다</a:t>
            </a:r>
          </a:p>
        </p:txBody>
      </p:sp>
      <p:sp>
        <p:nvSpPr>
          <p:cNvPr id="7" name="page">
            <a:extLst>
              <a:ext uri="{FF2B5EF4-FFF2-40B4-BE49-F238E27FC236}">
                <ns2:creationId id="{BA51565D-C4AF-44A6-A559-34445EC98246}"/>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20 / 31</a:t>
            </a:r>
          </a:p>
        </p:txBody>
      </p:sp>
      <p:sp>
        <p:nvSpPr>
          <p:cNvPr id="8" name="copyright">
            <a:extLst>
              <a:ext uri="{FF2B5EF4-FFF2-40B4-BE49-F238E27FC236}">
                <ns2:creationId id="{04521C00-5EE3-4CEF-AD10-35F4249DA15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known-title">
            <a:extLst>
              <a:ext uri="{FF2B5EF4-FFF2-40B4-BE49-F238E27FC236}">
                <ns2:creationId id="{F1E7A7F9-7DEE-4136-BD6E-D4C2B692AEDF}"/>
              </a:ext>
            </a:extLst>
          </p:cNvPr>
          <p:cNvSpPr>
            <a:spLocks noGrp="1"/>
          </p:cNvSpPr>
          <p:nvPr/>
        </p:nvSpPr>
        <p:spPr>
          <a:xfrm>
            <a:off x="2143125" y="5048250"/>
            <a:ext cx="10477500" cy="619125"/>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이 표로 비교할 수 있는 것</a:t>
            </a:r>
          </a:p>
        </p:txBody>
      </p:sp>
      <p:sp>
        <p:nvSpPr>
          <p:cNvPr id="10" name="known">
            <a:extLst>
              <a:ext uri="{FF2B5EF4-FFF2-40B4-BE49-F238E27FC236}">
                <ns2:creationId id="{5F7E597E-C3AC-43F1-97E2-CE28B23AB125}"/>
              </a:ext>
            </a:extLst>
          </p:cNvPr>
          <p:cNvSpPr>
            <a:spLocks noGrp="1"/>
          </p:cNvSpPr>
          <p:nvPr/>
        </p:nvSpPr>
        <p:spPr>
          <a:xfrm>
            <a:off x="2143125" y="5857875"/>
            <a:ext cx="10477500" cy="619125"/>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같은 질량을 완전 연소할 때의 방출열 크기</a:t>
            </a:r>
          </a:p>
        </p:txBody>
      </p:sp>
      <p:sp>
        <p:nvSpPr>
          <p:cNvPr id="11" name="unknown-title">
            <a:extLst>
              <a:ext uri="{FF2B5EF4-FFF2-40B4-BE49-F238E27FC236}">
                <ns2:creationId id="{8855FAB3-E35E-4B5B-95C6-8531D375AC0F}"/>
              </a:ext>
            </a:extLst>
          </p:cNvPr>
          <p:cNvSpPr>
            <a:spLocks noGrp="1"/>
          </p:cNvSpPr>
          <p:nvPr/>
        </p:nvSpPr>
        <p:spPr>
          <a:xfrm>
            <a:off x="2143125" y="7096125"/>
            <a:ext cx="10477500" cy="619125"/>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추가 자료가 필요한 것</a:t>
            </a:r>
          </a:p>
        </p:txBody>
      </p:sp>
      <p:sp>
        <p:nvSpPr>
          <p:cNvPr id="12" name="unknown">
            <a:extLst>
              <a:ext uri="{FF2B5EF4-FFF2-40B4-BE49-F238E27FC236}">
                <ns2:creationId id="{D0D194D8-6BD2-499B-9998-7A655A1C43A9}"/>
              </a:ext>
            </a:extLst>
          </p:cNvPr>
          <p:cNvSpPr>
            <a:spLocks noGrp="1"/>
          </p:cNvSpPr>
          <p:nvPr/>
        </p:nvSpPr>
        <p:spPr>
          <a:xfrm>
            <a:off x="2143125" y="7905750"/>
            <a:ext cx="10477500" cy="619125"/>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생산 과정 · 저장과 운송 · 실제 장치의 효율</a:t>
            </a:r>
          </a:p>
        </p:txBody>
      </p:sp>
      <p:pic>
        <p:nvPicPr>
          <p:cNvPr id="13" name="">
            <a:extLst>
              <a:ext uri="{FF2B5EF4-FFF2-40B4-BE49-F238E27FC236}">
                <ns2:creationId id="{A2847AB0-8D79-4D9F-AFC1-D48148658848}"/>
              </a:ext>
            </a:extLst>
          </p:cNvPr>
          <p:cNvPicPr>
            <a:picLocks noChangeAspect="1"/>
          </p:cNvPicPr>
          <p:nvPr/>
        </p:nvPicPr>
        <p:blipFill>
          <a:blip ns3:embed="R9c20a82aa8ce4a46"/>
          <a:stretch/>
        </p:blipFill>
        <p:spPr>
          <a:xfrm>
            <a:off x="12858750" y="5961655"/>
            <a:ext cx="3905250" cy="2935689"/>
          </a:xfrm>
          <a:prstGeom prst="rect">
            <a:avLst/>
          </a:prstGeom>
        </p:spPr>
      </p:pic>
    </p:spTree>
    <p:extLst>
      <p:ext uri="{BB962C8B-B14F-4D97-AF65-F5344CB8AC3E}">
        <ns4:creationId val="548305351"/>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A0F7E6C7-FB60-4062-B80C-57AC41BDE52E}"/>
              </a:ext>
            </a:extLst>
          </p:cNvPr>
          <p:cNvPicPr>
            <a:picLocks noChangeAspect="1"/>
          </p:cNvPicPr>
          <p:nvPr/>
        </p:nvPicPr>
        <p:blipFill>
          <a:blip ns3:embed="Rcb5c1f6671444835"/>
          <a:stretch/>
        </p:blipFill>
        <p:spPr>
          <a:xfrm>
            <a:off x="16941800" y="382588"/>
            <a:ext cx="1028700" cy="733425"/>
          </a:xfrm>
          <a:prstGeom prst="rect">
            <a:avLst/>
          </a:prstGeom>
        </p:spPr>
      </p:pic>
      <p:sp>
        <p:nvSpPr>
          <p:cNvPr id="2" name="part_heading">
            <a:extLst>
              <a:ext uri="{FF2B5EF4-FFF2-40B4-BE49-F238E27FC236}">
                <ns2:creationId id="{DB10CDB5-2124-49A0-B650-0DD76A8978D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AF714C35-304A-4844-ABD5-EF7346F58BE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07</a:t>
            </a:r>
          </a:p>
        </p:txBody>
      </p:sp>
      <p:sp>
        <p:nvSpPr>
          <p:cNvPr id="4" name="topic_heading">
            <a:extLst>
              <a:ext uri="{FF2B5EF4-FFF2-40B4-BE49-F238E27FC236}">
                <ns2:creationId id="{5ACEF2A3-9861-4C91-9D61-9E536A52EE1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비교 자료 해석</a:t>
            </a:r>
          </a:p>
        </p:txBody>
      </p:sp>
      <p:sp>
        <p:nvSpPr>
          <p:cNvPr id="5" name="title">
            <a:extLst>
              <a:ext uri="{FF2B5EF4-FFF2-40B4-BE49-F238E27FC236}">
                <ns2:creationId id="{0412DF5A-E0BA-4CAD-9480-5CEA27FFEA5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7DA7559B-E52D-41B8-B8BE-0EC5ECABB29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page">
            <a:extLst>
              <a:ext uri="{FF2B5EF4-FFF2-40B4-BE49-F238E27FC236}">
                <ns2:creationId id="{9A83889A-AA6D-4A7A-A562-E662DD70C656}"/>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21 / 31</a:t>
            </a:r>
          </a:p>
        </p:txBody>
      </p:sp>
      <p:sp>
        <p:nvSpPr>
          <p:cNvPr id="8" name="copyright">
            <a:extLst>
              <a:ext uri="{FF2B5EF4-FFF2-40B4-BE49-F238E27FC236}">
                <ns2:creationId id="{B4D27368-5A95-49D5-A1BB-091DB761EA4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a:ext uri="{FF2B5EF4-FFF2-40B4-BE49-F238E27FC236}">
                <ns2:creationId id="{B7934526-4AEE-4D9B-B00C-23E79A7CB619}"/>
              </a:ext>
            </a:extLst>
          </p:cNvPr>
          <p:cNvGraphicFramePr/>
          <p:nvPr/>
        </p:nvGraphicFramePr>
        <p:xfrm>
          <a:off x="2190750" y="4762500"/>
          <a:ext cx="6572250" cy="4095750"/>
        </p:xfrm>
        <a:graphic>
          <a:graphicData uri="http://schemas.openxmlformats.org/drawingml/2006/table">
            <a:tbl>
              <a:tblPr/>
              <a:tblGrid>
                <a:gridCol w="3238500"/>
                <a:gridCol w="3333750"/>
              </a:tblGrid>
              <a:tr h="819150">
                <a:tc>
                  <a:txBody>
                    <a:bodyPr lIns="133350" tIns="133350" rIns="133350" bIns="133350"/>
                    <a:lstStyle/>
                    <a:p>
                      <a:pPr algn="l"/>
                      <a:r>
                        <a:rPr sz="2550" b="1">
                          <a:solidFill>
                            <a:srgbClr val="FFFFFF"/>
                          </a:solidFill>
                          <a:latin typeface="Pretendard"/>
                          <a:ea typeface="Pretendard"/>
                          <a:cs typeface="Pretendard"/>
                        </a:rPr>
                        <a:t>연료</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550" b="1">
                          <a:solidFill>
                            <a:srgbClr val="FFFFFF"/>
                          </a:solidFill>
                          <a:latin typeface="Pretendard"/>
                          <a:ea typeface="Pretendard"/>
                          <a:cs typeface="Pretendard"/>
                        </a:rPr>
                        <a:t>1 g당 방출열 (kJ/g)</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19150">
                <a:tc>
                  <a:txBody>
                    <a:bodyPr lIns="133350" tIns="133350" rIns="133350" bIns="133350"/>
                    <a:lstStyle/>
                    <a:p>
                      <a:pPr algn="l"/>
                      <a:r>
                        <a:rPr sz="2550" b="0">
                          <a:solidFill>
                            <a:srgbClr val="111111"/>
                          </a:solidFill>
                          <a:latin typeface="Pretendard"/>
                          <a:ea typeface="Pretendard"/>
                          <a:cs typeface="Pretendard"/>
                        </a:rPr>
                        <a:t>메테인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550" b="0">
                          <a:solidFill>
                            <a:srgbClr val="111111"/>
                          </a:solidFill>
                          <a:latin typeface="Pretendard"/>
                          <a:ea typeface="Pretendard"/>
                          <a:cs typeface="Pretendard"/>
                        </a:rPr>
                        <a:t>55.7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550" b="0">
                          <a:solidFill>
                            <a:srgbClr val="111111"/>
                          </a:solidFill>
                          <a:latin typeface="Pretendard"/>
                          <a:ea typeface="Pretendard"/>
                          <a:cs typeface="Pretendard"/>
                        </a:rPr>
                        <a:t>뷰테인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550" b="0">
                          <a:solidFill>
                            <a:srgbClr val="111111"/>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19150">
                <a:tc>
                  <a:txBody>
                    <a:bodyPr lIns="133350" tIns="133350" rIns="133350" bIns="133350"/>
                    <a:lstStyle/>
                    <a:p>
                      <a:pPr algn="l"/>
                      <a:r>
                        <a:rPr sz="2550" b="0">
                          <a:solidFill>
                            <a:srgbClr val="111111"/>
                          </a:solidFill>
                          <a:latin typeface="Pretendard"/>
                          <a:ea typeface="Pretendard"/>
                          <a:cs typeface="Pretendard"/>
                        </a:rPr>
                        <a:t>에탄올</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550" b="0">
                          <a:solidFill>
                            <a:srgbClr val="111111"/>
                          </a:solidFill>
                          <a:latin typeface="Pretendard"/>
                          <a:ea typeface="Pretendard"/>
                          <a:cs typeface="Pretendard"/>
                        </a:rPr>
                        <a:t>29.7</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19150">
                <a:tc>
                  <a:txBody>
                    <a:bodyPr lIns="133350" tIns="133350" rIns="133350" bIns="133350"/>
                    <a:lstStyle/>
                    <a:p>
                      <a:pPr algn="l"/>
                      <a:r>
                        <a:rPr sz="2550" b="0">
                          <a:solidFill>
                            <a:srgbClr val="111111"/>
                          </a:solidFill>
                          <a:latin typeface="Pretendard"/>
                          <a:ea typeface="Pretendard"/>
                          <a:cs typeface="Pretendard"/>
                        </a:rPr>
                        <a:t>수소</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550" b="0">
                          <a:solidFill>
                            <a:srgbClr val="111111"/>
                          </a:solidFill>
                          <a:latin typeface="Pretendard"/>
                          <a:ea typeface="Pretendard"/>
                          <a:cs typeface="Pretendard"/>
                        </a:rPr>
                        <a:t>?</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bl>
          </a:graphicData>
        </a:graphic>
      </p:graphicFrame>
      <p:sp>
        <p:nvSpPr>
          <p:cNvPr id="10" name="question">
            <a:extLst>
              <a:ext uri="{FF2B5EF4-FFF2-40B4-BE49-F238E27FC236}">
                <ns2:creationId id="{2A7FAAD6-07C9-409E-9382-DA6545777153}"/>
              </a:ext>
            </a:extLst>
          </p:cNvPr>
          <p:cNvSpPr>
            <a:spLocks noGrp="1"/>
          </p:cNvSpPr>
          <p:nvPr/>
        </p:nvSpPr>
        <p:spPr>
          <a:xfrm>
            <a:off x="9906000" y="5095875"/>
            <a:ext cx="6858000" cy="142875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질량의 연료를 쓸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순서와 근거는?</a:t>
            </a:r>
          </a:p>
        </p:txBody>
      </p:sp>
      <p:sp>
        <p:nvSpPr>
          <p:cNvPr id="11" name="answer-1">
            <a:extLst>
              <a:ext uri="{FF2B5EF4-FFF2-40B4-BE49-F238E27FC236}">
                <ns2:creationId id="{8C72C92F-2E38-4783-B5BE-510592E4D8B4}"/>
              </a:ext>
            </a:extLst>
          </p:cNvPr>
          <p:cNvSpPr>
            <a:spLocks noGrp="1"/>
          </p:cNvSpPr>
          <p:nvPr/>
        </p:nvSpPr>
        <p:spPr>
          <a:xfrm>
            <a:off x="9525000" y="7334250"/>
            <a:ext cx="7620000" cy="619125"/>
          </a:xfrm>
          <a:prstGeom prst="rect">
            <a:avLst/>
          </a:prstGeom>
          <a:noFill/>
          <a:ln w="0">
            <a:noFill/>
          </a:ln>
        </p:spPr>
        <p:txBody>
          <a:bodyPr wrap="none" lIns="0" tIns="0" rIns="0" bIns="0" anchor="t">
            <a:noAutofit/>
          </a:bodyPr>
          <a:lstStyle>
            <a:defPPr algn="l">
              <a:defRPr sz="2700" b="1">
                <a:solidFill>
                  <a:srgbClr val="0C7D08"/>
                </a:solidFill>
                <a:latin typeface="Pretendard"/>
                <a:ea typeface="Pretendard"/>
                <a:cs typeface="Pretendard"/>
              </a:defRPr>
            </a:defPPr>
            <a:lvl1pPr algn="l">
              <a:defRPr sz="2700" b="1">
                <a:solidFill>
                  <a:srgbClr val="0C7D08"/>
                </a:solidFill>
                <a:latin typeface="Pretendard"/>
                <a:ea typeface="Pretendard"/>
                <a:cs typeface="Pretendard"/>
              </a:defRPr>
            </a:lvl1pPr>
            <a:lvl2pPr algn="l">
              <a:defRPr sz="2700" b="1">
                <a:solidFill>
                  <a:srgbClr val="0C7D08"/>
                </a:solidFill>
                <a:latin typeface="Pretendard"/>
                <a:ea typeface="Pretendard"/>
                <a:cs typeface="Pretendard"/>
              </a:defRPr>
            </a:lvl2pPr>
            <a:lvl3pPr algn="l">
              <a:defRPr sz="2700" b="1">
                <a:solidFill>
                  <a:srgbClr val="0C7D08"/>
                </a:solidFill>
                <a:latin typeface="Pretendard"/>
                <a:ea typeface="Pretendard"/>
                <a:cs typeface="Pretendard"/>
              </a:defRPr>
            </a:lvl3pPr>
            <a:lvl4pPr algn="l">
              <a:defRPr sz="2700" b="1">
                <a:solidFill>
                  <a:srgbClr val="0C7D08"/>
                </a:solidFill>
                <a:latin typeface="Pretendard"/>
                <a:ea typeface="Pretendard"/>
                <a:cs typeface="Pretendard"/>
              </a:defRPr>
            </a:lvl4pPr>
            <a:lvl5pPr algn="l">
              <a:defRPr sz="2700" b="1">
                <a:solidFill>
                  <a:srgbClr val="0C7D08"/>
                </a:solidFill>
                <a:latin typeface="Pretendard"/>
                <a:ea typeface="Pretendard"/>
                <a:cs typeface="Pretendard"/>
              </a:defRPr>
            </a:lvl5pPr>
            <a:lvl6pPr algn="l">
              <a:defRPr sz="2700" b="1">
                <a:solidFill>
                  <a:srgbClr val="0C7D08"/>
                </a:solidFill>
                <a:latin typeface="Pretendard"/>
                <a:ea typeface="Pretendard"/>
                <a:cs typeface="Pretendard"/>
              </a:defRPr>
            </a:lvl6pPr>
            <a:lvl7pPr algn="l">
              <a:defRPr sz="2700" b="1">
                <a:solidFill>
                  <a:srgbClr val="0C7D08"/>
                </a:solidFill>
                <a:latin typeface="Pretendard"/>
                <a:ea typeface="Pretendard"/>
                <a:cs typeface="Pretendard"/>
              </a:defRPr>
            </a:lvl7pPr>
            <a:lvl8pPr algn="l">
              <a:defRPr sz="2700" b="1">
                <a:solidFill>
                  <a:srgbClr val="0C7D08"/>
                </a:solidFill>
                <a:latin typeface="Pretendard"/>
                <a:ea typeface="Pretendard"/>
                <a:cs typeface="Pretendard"/>
              </a:defRPr>
            </a:lvl8pPr>
            <a:lvl9pPr algn="l">
              <a:defRPr sz="2700" b="1">
                <a:solidFill>
                  <a:srgbClr val="0C7D08"/>
                </a:solidFill>
                <a:latin typeface="Pretendard"/>
                <a:ea typeface="Pretendard"/>
                <a:cs typeface="Pretendard"/>
              </a:defRPr>
            </a:lvl9pPr>
          </a:lstStyle>
          <a:p>
            <a:pPr algn="l">
              <a:defRPr sz="2700" b="1">
                <a:solidFill>
                  <a:srgbClr val="0C7D08"/>
                </a:solidFill>
                <a:latin typeface="Pretendard"/>
                <a:ea typeface="Pretendard"/>
                <a:cs typeface="Pretendard"/>
              </a:defRPr>
            </a:pPr>
            <a:r>
              <a:rPr sz="2700" b="1">
                <a:solidFill>
                  <a:srgbClr val="0C7D08"/>
                </a:solidFill>
                <a:latin typeface="Pretendard"/>
                <a:ea typeface="Pretendard"/>
                <a:cs typeface="Pretendard"/>
              </a:rPr>
              <a:t>뷰테인 49.6 · 수소 142.9 kJ/g</a:t>
            </a:r>
          </a:p>
        </p:txBody>
      </p:sp>
      <p:sp>
        <p:nvSpPr>
          <p:cNvPr id="12" name="answer-2">
            <a:extLst>
              <a:ext uri="{FF2B5EF4-FFF2-40B4-BE49-F238E27FC236}">
                <ns2:creationId id="{449C67E5-0C04-4709-A106-C571ABBA6E8F}"/>
              </a:ext>
            </a:extLst>
          </p:cNvPr>
          <p:cNvSpPr>
            <a:spLocks noGrp="1"/>
          </p:cNvSpPr>
          <p:nvPr/>
        </p:nvSpPr>
        <p:spPr>
          <a:xfrm>
            <a:off x="9525000" y="8143875"/>
            <a:ext cx="7620000" cy="619125"/>
          </a:xfrm>
          <a:prstGeom prst="rect">
            <a:avLst/>
          </a:prstGeom>
          <a:noFill/>
          <a:ln w="0">
            <a:noFill/>
          </a:ln>
        </p:spPr>
        <p:txBody>
          <a:bodyPr wrap="none" lIns="0" tIns="0" rIns="0" bIns="0" anchor="t">
            <a:noAutofit/>
          </a:bodyPr>
          <a:lstStyle>
            <a:defPPr algn="l">
              <a:defRPr sz="2700" b="0">
                <a:solidFill>
                  <a:srgbClr val="555555"/>
                </a:solidFill>
                <a:latin typeface="Pretendard"/>
                <a:ea typeface="Pretendard"/>
                <a:cs typeface="Pretendard"/>
              </a:defRPr>
            </a:defPPr>
            <a:lvl1pPr algn="l">
              <a:defRPr sz="2700" b="0">
                <a:solidFill>
                  <a:srgbClr val="555555"/>
                </a:solidFill>
                <a:latin typeface="Pretendard"/>
                <a:ea typeface="Pretendard"/>
                <a:cs typeface="Pretendard"/>
              </a:defRPr>
            </a:lvl1pPr>
            <a:lvl2pPr algn="l">
              <a:defRPr sz="2700" b="0">
                <a:solidFill>
                  <a:srgbClr val="555555"/>
                </a:solidFill>
                <a:latin typeface="Pretendard"/>
                <a:ea typeface="Pretendard"/>
                <a:cs typeface="Pretendard"/>
              </a:defRPr>
            </a:lvl2pPr>
            <a:lvl3pPr algn="l">
              <a:defRPr sz="2700" b="0">
                <a:solidFill>
                  <a:srgbClr val="555555"/>
                </a:solidFill>
                <a:latin typeface="Pretendard"/>
                <a:ea typeface="Pretendard"/>
                <a:cs typeface="Pretendard"/>
              </a:defRPr>
            </a:lvl3pPr>
            <a:lvl4pPr algn="l">
              <a:defRPr sz="2700" b="0">
                <a:solidFill>
                  <a:srgbClr val="555555"/>
                </a:solidFill>
                <a:latin typeface="Pretendard"/>
                <a:ea typeface="Pretendard"/>
                <a:cs typeface="Pretendard"/>
              </a:defRPr>
            </a:lvl4pPr>
            <a:lvl5pPr algn="l">
              <a:defRPr sz="2700" b="0">
                <a:solidFill>
                  <a:srgbClr val="555555"/>
                </a:solidFill>
                <a:latin typeface="Pretendard"/>
                <a:ea typeface="Pretendard"/>
                <a:cs typeface="Pretendard"/>
              </a:defRPr>
            </a:lvl5pPr>
            <a:lvl6pPr algn="l">
              <a:defRPr sz="2700" b="0">
                <a:solidFill>
                  <a:srgbClr val="555555"/>
                </a:solidFill>
                <a:latin typeface="Pretendard"/>
                <a:ea typeface="Pretendard"/>
                <a:cs typeface="Pretendard"/>
              </a:defRPr>
            </a:lvl6pPr>
            <a:lvl7pPr algn="l">
              <a:defRPr sz="2700" b="0">
                <a:solidFill>
                  <a:srgbClr val="555555"/>
                </a:solidFill>
                <a:latin typeface="Pretendard"/>
                <a:ea typeface="Pretendard"/>
                <a:cs typeface="Pretendard"/>
              </a:defRPr>
            </a:lvl7pPr>
            <a:lvl8pPr algn="l">
              <a:defRPr sz="2700" b="0">
                <a:solidFill>
                  <a:srgbClr val="555555"/>
                </a:solidFill>
                <a:latin typeface="Pretendard"/>
                <a:ea typeface="Pretendard"/>
                <a:cs typeface="Pretendard"/>
              </a:defRPr>
            </a:lvl8pPr>
            <a:lvl9pPr algn="l">
              <a:defRPr sz="2700" b="0">
                <a:solidFill>
                  <a:srgbClr val="555555"/>
                </a:solidFill>
                <a:latin typeface="Pretendard"/>
                <a:ea typeface="Pretendard"/>
                <a:cs typeface="Pretendard"/>
              </a:defRPr>
            </a:lvl9pPr>
          </a:lstStyle>
          <a:p>
            <a:pPr algn="l">
              <a:defRPr sz="2700" b="0">
                <a:solidFill>
                  <a:srgbClr val="555555"/>
                </a:solidFill>
                <a:latin typeface="Pretendard"/>
                <a:ea typeface="Pretendard"/>
                <a:cs typeface="Pretendard"/>
              </a:defRPr>
            </a:pPr>
            <a:r>
              <a:rPr sz="2700" b="0">
                <a:solidFill>
                  <a:srgbClr val="555555"/>
                </a:solidFill>
                <a:latin typeface="Pretendard"/>
                <a:ea typeface="Pretendard"/>
                <a:cs typeface="Pretendard"/>
              </a:rPr>
              <a:t>수소 &gt; 메테인 &gt; 뷰테인 &gt; 에탄올</a:t>
            </a:r>
          </a:p>
        </p:txBody>
      </p:sp>
    </p:spTree>
    <p:extLst>
      <p:ext uri="{BB962C8B-B14F-4D97-AF65-F5344CB8AC3E}">
        <ns4:creationId val="5091512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836037A2-6E8C-41DB-86E8-F89C97211ABB}"/>
              </a:ext>
            </a:extLst>
          </p:cNvPr>
          <p:cNvPicPr>
            <a:picLocks noChangeAspect="1"/>
          </p:cNvPicPr>
          <p:nvPr/>
        </p:nvPicPr>
        <p:blipFill>
          <a:blip ns3:embed="R00bab1620dde492a"/>
          <a:stretch/>
        </p:blipFill>
        <p:spPr>
          <a:xfrm>
            <a:off x="4859" y="0"/>
            <a:ext cx="18278283" cy="10287000"/>
          </a:xfrm>
          <a:prstGeom prst="rect">
            <a:avLst/>
          </a:prstGeom>
        </p:spPr>
      </p:pic>
      <p:sp>
        <p:nvSpPr>
          <p:cNvPr id="2" name="reference_green_fade">
            <a:extLst>
              <a:ext uri="{FF2B5EF4-FFF2-40B4-BE49-F238E27FC236}">
                <ns2:creationId id="{0127CEB7-1F6D-4E2E-8AD5-E34C356266B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1D03AB8C-63FF-43A9-A5CB-710DEB720457}"/>
              </a:ext>
            </a:extLst>
          </p:cNvPr>
          <p:cNvPicPr>
            <a:picLocks noChangeAspect="1"/>
          </p:cNvPicPr>
          <p:nvPr/>
        </p:nvPicPr>
        <p:blipFill>
          <a:blip ns3:embed="R78acec85de2545e0"/>
          <a:stretch/>
        </p:blipFill>
        <p:spPr>
          <a:xfrm>
            <a:off x="16916400" y="332392"/>
            <a:ext cx="1079500" cy="668717"/>
          </a:xfrm>
          <a:prstGeom prst="rect">
            <a:avLst/>
          </a:prstGeom>
        </p:spPr>
      </p:pic>
      <p:sp>
        <p:nvSpPr>
          <p:cNvPr id="4" name="copyright">
            <a:extLst>
              <a:ext uri="{FF2B5EF4-FFF2-40B4-BE49-F238E27FC236}">
                <ns2:creationId id="{B521E268-B081-42DD-AC83-0C0922F8D67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5D13A9A6-C56A-4D40-83D9-233CD0B9F16C}"/>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E9E7ED26-0A34-4568-B45D-B35F19FA670B}"/>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B55298B9-DCE4-41BC-8571-FC7C55F0A985}"/>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511260480"/>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DF7AEA35-3FCA-4B7F-9D53-A804CC31F15B}"/>
              </a:ext>
            </a:extLst>
          </p:cNvPr>
          <p:cNvPicPr>
            <a:picLocks noChangeAspect="1"/>
          </p:cNvPicPr>
          <p:nvPr/>
        </p:nvPicPr>
        <p:blipFill>
          <a:blip ns3:embed="R0b3a7e8651c04197"/>
          <a:stretch/>
        </p:blipFill>
        <p:spPr>
          <a:xfrm>
            <a:off x="16941800" y="382588"/>
            <a:ext cx="1028700" cy="733425"/>
          </a:xfrm>
          <a:prstGeom prst="rect">
            <a:avLst/>
          </a:prstGeom>
        </p:spPr>
      </p:pic>
      <p:sp>
        <p:nvSpPr>
          <p:cNvPr id="2" name="part_heading">
            <a:extLst>
              <a:ext uri="{FF2B5EF4-FFF2-40B4-BE49-F238E27FC236}">
                <ns2:creationId id="{A1882BE9-A780-4A40-BF5E-DE4E629C288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B6AA73B3-9100-4E42-8992-ECDDA95D1DE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50AD488-D515-4068-9640-542B05D35F2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해리</a:t>
            </a:r>
          </a:p>
        </p:txBody>
      </p:sp>
      <p:sp>
        <p:nvSpPr>
          <p:cNvPr id="5" name="title">
            <a:extLst>
              <a:ext uri="{FF2B5EF4-FFF2-40B4-BE49-F238E27FC236}">
                <ns2:creationId id="{D16B66F2-6116-48C8-BDD9-499B6A6CF3A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H–H 결합을 끊을 때 에너지를 흡수한다</a:t>
            </a:r>
          </a:p>
        </p:txBody>
      </p:sp>
      <p:sp>
        <p:nvSpPr>
          <p:cNvPr id="6" name="explanation">
            <a:extLst>
              <a:ext uri="{FF2B5EF4-FFF2-40B4-BE49-F238E27FC236}">
                <ns2:creationId id="{C12E0DB6-B71E-4E08-AAC3-E31B3DAD9CA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수소 1 mol의 결합을 끊는 과정</a:t>
            </a:r>
          </a:p>
        </p:txBody>
      </p:sp>
      <p:sp>
        <p:nvSpPr>
          <p:cNvPr id="7" name="page">
            <a:extLst>
              <a:ext uri="{FF2B5EF4-FFF2-40B4-BE49-F238E27FC236}">
                <ns2:creationId id="{9F93A598-61F3-4D07-8E08-594117015C31}"/>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23 / 31</a:t>
            </a:r>
          </a:p>
        </p:txBody>
      </p:sp>
      <p:sp>
        <p:nvSpPr>
          <p:cNvPr id="8" name="copyright">
            <a:extLst>
              <a:ext uri="{FF2B5EF4-FFF2-40B4-BE49-F238E27FC236}">
                <ns2:creationId id="{F63C468E-3AA4-41AB-8D17-4755826D135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68C94CCA-4286-40A4-AD66-938BEC2E0803}"/>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2H(</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ΔH = +436 kJ</a:t>
            </a:r>
          </a:p>
        </p:txBody>
      </p:sp>
      <p:sp>
        <p:nvSpPr>
          <p:cNvPr id="10" name="axis-y-620">
            <a:extLst>
              <a:ext uri="{FF2B5EF4-FFF2-40B4-BE49-F238E27FC236}">
                <ns2:creationId id="{3BCC7C1F-1493-40AE-BD56-FD2921817FC7}"/>
              </a:ext>
            </a:extLst>
          </p:cNvPr>
          <p:cNvSpPr>
            <a:spLocks noGrp="1"/>
          </p:cNvSpPr>
          <p:nvPr/>
        </p:nvSpPr>
        <p:spPr>
          <a:xfrm>
            <a:off x="5905500" y="5953125"/>
            <a:ext cx="28575" cy="2762250"/>
          </a:xfrm>
          <a:prstGeom prst="rect">
            <a:avLst/>
          </a:prstGeom>
          <a:solidFill>
            <a:srgbClr val="555555"/>
          </a:solidFill>
          <a:ln w="0">
            <a:noFill/>
          </a:ln>
        </p:spPr>
      </p:sp>
      <p:sp>
        <p:nvSpPr>
          <p:cNvPr id="11" name="axis-x-620">
            <a:extLst>
              <a:ext uri="{FF2B5EF4-FFF2-40B4-BE49-F238E27FC236}">
                <ns2:creationId id="{312F2CD4-927B-4227-A117-7BA3899FE883}"/>
              </a:ext>
            </a:extLst>
          </p:cNvPr>
          <p:cNvSpPr>
            <a:spLocks noGrp="1"/>
          </p:cNvSpPr>
          <p:nvPr/>
        </p:nvSpPr>
        <p:spPr>
          <a:xfrm>
            <a:off x="5905500" y="8715375"/>
            <a:ext cx="5715000" cy="28575"/>
          </a:xfrm>
          <a:prstGeom prst="rect">
            <a:avLst/>
          </a:prstGeom>
          <a:solidFill>
            <a:srgbClr val="555555"/>
          </a:solidFill>
          <a:ln w="0">
            <a:noFill/>
          </a:ln>
        </p:spPr>
      </p:sp>
      <p:sp>
        <p:nvSpPr>
          <p:cNvPr id="12" name="axisH-620">
            <a:extLst>
              <a:ext uri="{FF2B5EF4-FFF2-40B4-BE49-F238E27FC236}">
                <ns2:creationId id="{55063744-929A-4DD5-8418-B25C795DE3E6}"/>
              </a:ext>
            </a:extLst>
          </p:cNvPr>
          <p:cNvSpPr>
            <a:spLocks noGrp="1"/>
          </p:cNvSpPr>
          <p:nvPr/>
        </p:nvSpPr>
        <p:spPr>
          <a:xfrm>
            <a:off x="5448300" y="5476875"/>
            <a:ext cx="16192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3" name="axisR-620">
            <a:extLst>
              <a:ext uri="{FF2B5EF4-FFF2-40B4-BE49-F238E27FC236}">
                <ns2:creationId id="{D1244ED8-7783-4684-A439-4670D60DCF2C}"/>
              </a:ext>
            </a:extLst>
          </p:cNvPr>
          <p:cNvSpPr>
            <a:spLocks noGrp="1"/>
          </p:cNvSpPr>
          <p:nvPr/>
        </p:nvSpPr>
        <p:spPr>
          <a:xfrm>
            <a:off x="9525000" y="8905875"/>
            <a:ext cx="21907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4" name="reactants-620">
            <a:extLst>
              <a:ext uri="{FF2B5EF4-FFF2-40B4-BE49-F238E27FC236}">
                <ns2:creationId id="{B120284A-FC85-4A6C-B5BE-DEFB23D1B5B3}"/>
              </a:ext>
            </a:extLst>
          </p:cNvPr>
          <p:cNvSpPr>
            <a:spLocks noGrp="1"/>
          </p:cNvSpPr>
          <p:nvPr/>
        </p:nvSpPr>
        <p:spPr>
          <a:xfrm>
            <a:off x="6334125" y="7905750"/>
            <a:ext cx="1952625" cy="38100"/>
          </a:xfrm>
          <a:prstGeom prst="rect">
            <a:avLst/>
          </a:prstGeom>
          <a:solidFill>
            <a:srgbClr val="555555"/>
          </a:solidFill>
          <a:ln w="0">
            <a:noFill/>
          </a:ln>
        </p:spPr>
      </p:sp>
      <p:sp>
        <p:nvSpPr>
          <p:cNvPr id="15" name="products-620">
            <a:extLst>
              <a:ext uri="{FF2B5EF4-FFF2-40B4-BE49-F238E27FC236}">
                <ns2:creationId id="{4DBFED9F-5106-4B80-B7B7-EB76C3BF9BED}"/>
              </a:ext>
            </a:extLst>
          </p:cNvPr>
          <p:cNvSpPr>
            <a:spLocks noGrp="1"/>
          </p:cNvSpPr>
          <p:nvPr/>
        </p:nvSpPr>
        <p:spPr>
          <a:xfrm>
            <a:off x="9239250" y="6477000"/>
            <a:ext cx="1952625" cy="38100"/>
          </a:xfrm>
          <a:prstGeom prst="rect">
            <a:avLst/>
          </a:prstGeom>
          <a:solidFill>
            <a:srgbClr val="555555"/>
          </a:solidFill>
          <a:ln w="0">
            <a:noFill/>
          </a:ln>
        </p:spPr>
      </p:sp>
      <p:sp>
        <p:nvSpPr>
          <p:cNvPr id="16" name="reactants-label-620">
            <a:extLst>
              <a:ext uri="{FF2B5EF4-FFF2-40B4-BE49-F238E27FC236}">
                <ns2:creationId id="{707D038A-B58B-4659-89FD-9AB3DC0971FD}"/>
              </a:ext>
            </a:extLst>
          </p:cNvPr>
          <p:cNvSpPr>
            <a:spLocks noGrp="1"/>
          </p:cNvSpPr>
          <p:nvPr/>
        </p:nvSpPr>
        <p:spPr>
          <a:xfrm>
            <a:off x="6477000" y="7448550"/>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7" name="products-label-620">
            <a:extLst>
              <a:ext uri="{FF2B5EF4-FFF2-40B4-BE49-F238E27FC236}">
                <ns2:creationId id="{5ACB1F90-1420-4F40-9312-5694CF4F31DA}"/>
              </a:ext>
            </a:extLst>
          </p:cNvPr>
          <p:cNvSpPr>
            <a:spLocks noGrp="1"/>
          </p:cNvSpPr>
          <p:nvPr/>
        </p:nvSpPr>
        <p:spPr>
          <a:xfrm>
            <a:off x="9382125" y="6019800"/>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8" name="deltaH-620">
            <a:extLst>
              <a:ext uri="{FF2B5EF4-FFF2-40B4-BE49-F238E27FC236}">
                <ns2:creationId id="{3B248FD8-53E0-42F7-9EBA-8FEA1826F61B}"/>
              </a:ext>
            </a:extLst>
          </p:cNvPr>
          <p:cNvSpPr>
            <a:spLocks noGrp="1"/>
          </p:cNvSpPr>
          <p:nvPr/>
        </p:nvSpPr>
        <p:spPr>
          <a:xfrm>
            <a:off x="8210550" y="6953250"/>
            <a:ext cx="2571750" cy="619125"/>
          </a:xfrm>
          <a:prstGeom prst="rect">
            <a:avLst/>
          </a:prstGeom>
          <a:noFill/>
          <a:ln w="0">
            <a:noFill/>
          </a:ln>
        </p:spPr>
        <p:txBody>
          <a:bodyPr wrap="none" lIns="0" tIns="0" rIns="0" bIns="0" anchor="t">
            <a:noAutofit/>
          </a:bodyPr>
          <a:lstStyle>
            <a:defPPr algn="l">
              <a:defRPr sz="3225" b="1">
                <a:solidFill>
                  <a:srgbClr val="555555"/>
                </a:solidFill>
                <a:latin typeface="Pretendard"/>
                <a:ea typeface="Pretendard"/>
                <a:cs typeface="Pretendard"/>
              </a:defRPr>
            </a:defPPr>
            <a:lvl1pPr algn="l">
              <a:defRPr sz="3225" b="1">
                <a:solidFill>
                  <a:srgbClr val="555555"/>
                </a:solidFill>
                <a:latin typeface="Pretendard"/>
                <a:ea typeface="Pretendard"/>
                <a:cs typeface="Pretendard"/>
              </a:defRPr>
            </a:lvl1pPr>
            <a:lvl2pPr algn="l">
              <a:defRPr sz="3225" b="1">
                <a:solidFill>
                  <a:srgbClr val="555555"/>
                </a:solidFill>
                <a:latin typeface="Pretendard"/>
                <a:ea typeface="Pretendard"/>
                <a:cs typeface="Pretendard"/>
              </a:defRPr>
            </a:lvl2pPr>
            <a:lvl3pPr algn="l">
              <a:defRPr sz="3225" b="1">
                <a:solidFill>
                  <a:srgbClr val="555555"/>
                </a:solidFill>
                <a:latin typeface="Pretendard"/>
                <a:ea typeface="Pretendard"/>
                <a:cs typeface="Pretendard"/>
              </a:defRPr>
            </a:lvl3pPr>
            <a:lvl4pPr algn="l">
              <a:defRPr sz="3225" b="1">
                <a:solidFill>
                  <a:srgbClr val="555555"/>
                </a:solidFill>
                <a:latin typeface="Pretendard"/>
                <a:ea typeface="Pretendard"/>
                <a:cs typeface="Pretendard"/>
              </a:defRPr>
            </a:lvl4pPr>
            <a:lvl5pPr algn="l">
              <a:defRPr sz="3225" b="1">
                <a:solidFill>
                  <a:srgbClr val="555555"/>
                </a:solidFill>
                <a:latin typeface="Pretendard"/>
                <a:ea typeface="Pretendard"/>
                <a:cs typeface="Pretendard"/>
              </a:defRPr>
            </a:lvl5pPr>
            <a:lvl6pPr algn="l">
              <a:defRPr sz="3225" b="1">
                <a:solidFill>
                  <a:srgbClr val="555555"/>
                </a:solidFill>
                <a:latin typeface="Pretendard"/>
                <a:ea typeface="Pretendard"/>
                <a:cs typeface="Pretendard"/>
              </a:defRPr>
            </a:lvl6pPr>
            <a:lvl7pPr algn="l">
              <a:defRPr sz="3225" b="1">
                <a:solidFill>
                  <a:srgbClr val="555555"/>
                </a:solidFill>
                <a:latin typeface="Pretendard"/>
                <a:ea typeface="Pretendard"/>
                <a:cs typeface="Pretendard"/>
              </a:defRPr>
            </a:lvl7pPr>
            <a:lvl8pPr algn="l">
              <a:defRPr sz="3225" b="1">
                <a:solidFill>
                  <a:srgbClr val="555555"/>
                </a:solidFill>
                <a:latin typeface="Pretendard"/>
                <a:ea typeface="Pretendard"/>
                <a:cs typeface="Pretendard"/>
              </a:defRPr>
            </a:lvl8pPr>
            <a:lvl9pPr algn="l">
              <a:defRPr sz="3225" b="1">
                <a:solidFill>
                  <a:srgbClr val="555555"/>
                </a:solidFill>
                <a:latin typeface="Pretendard"/>
                <a:ea typeface="Pretendard"/>
                <a:cs typeface="Pretendard"/>
              </a:defRPr>
            </a:lvl9pPr>
          </a:lstStyle>
          <a:p>
            <a:pPr algn="l">
              <a:defRPr sz="3225" b="1">
                <a:solidFill>
                  <a:srgbClr val="555555"/>
                </a:solidFill>
                <a:latin typeface="Pretendard"/>
                <a:ea typeface="Pretendard"/>
                <a:cs typeface="Pretendard"/>
              </a:defRPr>
            </a:pPr>
            <a:r>
              <a:rPr sz="3225" b="1">
                <a:solidFill>
                  <a:srgbClr val="555555"/>
                </a:solidFill>
                <a:latin typeface="Pretendard"/>
                <a:ea typeface="Pretendard"/>
                <a:cs typeface="Pretendard"/>
              </a:rPr>
              <a:t>↑  ΔH &gt; 0</a:t>
            </a:r>
          </a:p>
        </p:txBody>
      </p:sp>
      <p:sp>
        <p:nvSpPr>
          <p:cNvPr id="19" name="bond-count">
            <a:extLst>
              <a:ext uri="{FF2B5EF4-FFF2-40B4-BE49-F238E27FC236}">
                <ns2:creationId id="{9FE85476-C334-4509-9979-F06A76D12A2F}"/>
              </a:ext>
            </a:extLst>
          </p:cNvPr>
          <p:cNvSpPr>
            <a:spLocks noGrp="1"/>
          </p:cNvSpPr>
          <p:nvPr/>
        </p:nvSpPr>
        <p:spPr>
          <a:xfrm>
            <a:off x="1619250" y="9334500"/>
            <a:ext cx="15049500" cy="523875"/>
          </a:xfrm>
          <a:prstGeom prst="rect">
            <a:avLst/>
          </a:prstGeom>
          <a:noFill/>
          <a:ln w="0">
            <a:noFill/>
          </a:ln>
        </p:spPr>
        <p:txBody>
          <a:bodyPr wrap="none" lIns="0" tIns="0" rIns="0" bIns="0" anchor="t">
            <a:noAutofit/>
          </a:bodyPr>
          <a:lstStyle>
            <a:defPPr algn="ctr">
              <a:defRPr sz="2625" b="1">
                <a:solidFill>
                  <a:srgbClr val="555555"/>
                </a:solidFill>
                <a:latin typeface="Pretendard"/>
                <a:ea typeface="Pretendard"/>
                <a:cs typeface="Pretendard"/>
              </a:defRPr>
            </a:defPPr>
            <a:lvl1pPr algn="ctr">
              <a:defRPr sz="2625" b="1">
                <a:solidFill>
                  <a:srgbClr val="555555"/>
                </a:solidFill>
                <a:latin typeface="Pretendard"/>
                <a:ea typeface="Pretendard"/>
                <a:cs typeface="Pretendard"/>
              </a:defRPr>
            </a:lvl1pPr>
            <a:lvl2pPr algn="ctr">
              <a:defRPr sz="2625" b="1">
                <a:solidFill>
                  <a:srgbClr val="555555"/>
                </a:solidFill>
                <a:latin typeface="Pretendard"/>
                <a:ea typeface="Pretendard"/>
                <a:cs typeface="Pretendard"/>
              </a:defRPr>
            </a:lvl2pPr>
            <a:lvl3pPr algn="ctr">
              <a:defRPr sz="2625" b="1">
                <a:solidFill>
                  <a:srgbClr val="555555"/>
                </a:solidFill>
                <a:latin typeface="Pretendard"/>
                <a:ea typeface="Pretendard"/>
                <a:cs typeface="Pretendard"/>
              </a:defRPr>
            </a:lvl3pPr>
            <a:lvl4pPr algn="ctr">
              <a:defRPr sz="2625" b="1">
                <a:solidFill>
                  <a:srgbClr val="555555"/>
                </a:solidFill>
                <a:latin typeface="Pretendard"/>
                <a:ea typeface="Pretendard"/>
                <a:cs typeface="Pretendard"/>
              </a:defRPr>
            </a:lvl4pPr>
            <a:lvl5pPr algn="ctr">
              <a:defRPr sz="2625" b="1">
                <a:solidFill>
                  <a:srgbClr val="555555"/>
                </a:solidFill>
                <a:latin typeface="Pretendard"/>
                <a:ea typeface="Pretendard"/>
                <a:cs typeface="Pretendard"/>
              </a:defRPr>
            </a:lvl5pPr>
            <a:lvl6pPr algn="ctr">
              <a:defRPr sz="2625" b="1">
                <a:solidFill>
                  <a:srgbClr val="555555"/>
                </a:solidFill>
                <a:latin typeface="Pretendard"/>
                <a:ea typeface="Pretendard"/>
                <a:cs typeface="Pretendard"/>
              </a:defRPr>
            </a:lvl6pPr>
            <a:lvl7pPr algn="ctr">
              <a:defRPr sz="2625" b="1">
                <a:solidFill>
                  <a:srgbClr val="555555"/>
                </a:solidFill>
                <a:latin typeface="Pretendard"/>
                <a:ea typeface="Pretendard"/>
                <a:cs typeface="Pretendard"/>
              </a:defRPr>
            </a:lvl7pPr>
            <a:lvl8pPr algn="ctr">
              <a:defRPr sz="2625" b="1">
                <a:solidFill>
                  <a:srgbClr val="555555"/>
                </a:solidFill>
                <a:latin typeface="Pretendard"/>
                <a:ea typeface="Pretendard"/>
                <a:cs typeface="Pretendard"/>
              </a:defRPr>
            </a:lvl8pPr>
            <a:lvl9pPr algn="ctr">
              <a:defRPr sz="2625" b="1">
                <a:solidFill>
                  <a:srgbClr val="555555"/>
                </a:solidFill>
                <a:latin typeface="Pretendard"/>
                <a:ea typeface="Pretendard"/>
                <a:cs typeface="Pretendard"/>
              </a:defRPr>
            </a:lvl9pPr>
          </a:lstStyle>
          <a:p>
            <a:pPr algn="ctr">
              <a:defRPr sz="2625" b="1">
                <a:solidFill>
                  <a:srgbClr val="555555"/>
                </a:solidFill>
                <a:latin typeface="Pretendard"/>
                <a:ea typeface="Pretendard"/>
                <a:cs typeface="Pretendard"/>
              </a:defRPr>
            </a:pPr>
            <a:r>
              <a:rPr sz="2625" b="1">
                <a:solidFill>
                  <a:srgbClr val="555555"/>
                </a:solidFill>
                <a:latin typeface="Pretendard"/>
                <a:ea typeface="Pretendard"/>
                <a:cs typeface="Pretendard"/>
              </a:rPr>
              <a:t>H–H 결합 1 mol 해리</a:t>
            </a:r>
          </a:p>
        </p:txBody>
      </p:sp>
    </p:spTree>
    <p:extLst>
      <p:ext uri="{BB962C8B-B14F-4D97-AF65-F5344CB8AC3E}">
        <ns4:creationId val="802482783"/>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31F413AF-FC9B-4B06-BC38-893EDDAAAD15}"/>
              </a:ext>
            </a:extLst>
          </p:cNvPr>
          <p:cNvPicPr>
            <a:picLocks noChangeAspect="1"/>
          </p:cNvPicPr>
          <p:nvPr/>
        </p:nvPicPr>
        <p:blipFill>
          <a:blip ns3:embed="R1ceab1dceebf42ba"/>
          <a:stretch/>
        </p:blipFill>
        <p:spPr>
          <a:xfrm>
            <a:off x="16941800" y="382588"/>
            <a:ext cx="1028700" cy="733425"/>
          </a:xfrm>
          <a:prstGeom prst="rect">
            <a:avLst/>
          </a:prstGeom>
        </p:spPr>
      </p:pic>
      <p:sp>
        <p:nvSpPr>
          <p:cNvPr id="2" name="part_heading">
            <a:extLst>
              <a:ext uri="{FF2B5EF4-FFF2-40B4-BE49-F238E27FC236}">
                <ns2:creationId id="{4AE6A103-A2C9-4D1D-B28B-15F49123003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9277572A-D80D-4568-97F5-FA68F18E685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942DA7C-B9ED-4BB4-8EDE-026219CD5DE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형성</a:t>
            </a:r>
          </a:p>
        </p:txBody>
      </p:sp>
      <p:sp>
        <p:nvSpPr>
          <p:cNvPr id="5" name="title">
            <a:extLst>
              <a:ext uri="{FF2B5EF4-FFF2-40B4-BE49-F238E27FC236}">
                <ns2:creationId id="{82C92DE7-173C-44A6-AE90-735A9E07D44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H–H 결합이 만들어질 때 에너지를 방출한다</a:t>
            </a:r>
          </a:p>
        </p:txBody>
      </p:sp>
      <p:sp>
        <p:nvSpPr>
          <p:cNvPr id="6" name="explanation">
            <a:extLst>
              <a:ext uri="{FF2B5EF4-FFF2-40B4-BE49-F238E27FC236}">
                <ns2:creationId id="{BF65590E-9444-422A-BF92-5B020537FA4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해리의 역과정에서는 크기가 같고 부호가 반대이다</a:t>
            </a:r>
          </a:p>
        </p:txBody>
      </p:sp>
      <p:sp>
        <p:nvSpPr>
          <p:cNvPr id="7" name="page">
            <a:extLst>
              <a:ext uri="{FF2B5EF4-FFF2-40B4-BE49-F238E27FC236}">
                <ns2:creationId id="{2E6EE49C-1994-4A5B-85E3-C88151012EA4}"/>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24 / 31</a:t>
            </a:r>
          </a:p>
        </p:txBody>
      </p:sp>
      <p:sp>
        <p:nvSpPr>
          <p:cNvPr id="8" name="copyright">
            <a:extLst>
              <a:ext uri="{FF2B5EF4-FFF2-40B4-BE49-F238E27FC236}">
                <ns2:creationId id="{64D320C6-C8CA-40FE-A947-AAC81452B1B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uation">
            <a:extLst>
              <a:ext uri="{FF2B5EF4-FFF2-40B4-BE49-F238E27FC236}">
                <ns2:creationId id="{37E48447-8D5B-4758-A652-FA1B2AB59091}"/>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4125" b="0">
                <a:solidFill>
                  <a:srgbClr val="111111"/>
                </a:solidFill>
                <a:latin typeface="Pretendard"/>
                <a:ea typeface="Pretendard"/>
                <a:cs typeface="Pretendard"/>
              </a:defRPr>
            </a:defPPr>
            <a:lvl1pPr algn="ctr">
              <a:defRPr sz="4125" b="0">
                <a:solidFill>
                  <a:srgbClr val="111111"/>
                </a:solidFill>
                <a:latin typeface="Pretendard"/>
                <a:ea typeface="Pretendard"/>
                <a:cs typeface="Pretendard"/>
              </a:defRPr>
            </a:lvl1pPr>
            <a:lvl2pPr algn="ctr">
              <a:defRPr sz="4125" b="0">
                <a:solidFill>
                  <a:srgbClr val="111111"/>
                </a:solidFill>
                <a:latin typeface="Pretendard"/>
                <a:ea typeface="Pretendard"/>
                <a:cs typeface="Pretendard"/>
              </a:defRPr>
            </a:lvl2pPr>
            <a:lvl3pPr algn="ctr">
              <a:defRPr sz="4125" b="0">
                <a:solidFill>
                  <a:srgbClr val="111111"/>
                </a:solidFill>
                <a:latin typeface="Pretendard"/>
                <a:ea typeface="Pretendard"/>
                <a:cs typeface="Pretendard"/>
              </a:defRPr>
            </a:lvl3pPr>
            <a:lvl4pPr algn="ctr">
              <a:defRPr sz="4125" b="0">
                <a:solidFill>
                  <a:srgbClr val="111111"/>
                </a:solidFill>
                <a:latin typeface="Pretendard"/>
                <a:ea typeface="Pretendard"/>
                <a:cs typeface="Pretendard"/>
              </a:defRPr>
            </a:lvl4pPr>
            <a:lvl5pPr algn="ctr">
              <a:defRPr sz="4125" b="0">
                <a:solidFill>
                  <a:srgbClr val="111111"/>
                </a:solidFill>
                <a:latin typeface="Pretendard"/>
                <a:ea typeface="Pretendard"/>
                <a:cs typeface="Pretendard"/>
              </a:defRPr>
            </a:lvl5pPr>
            <a:lvl6pPr algn="ctr">
              <a:defRPr sz="4125" b="0">
                <a:solidFill>
                  <a:srgbClr val="111111"/>
                </a:solidFill>
                <a:latin typeface="Pretendard"/>
                <a:ea typeface="Pretendard"/>
                <a:cs typeface="Pretendard"/>
              </a:defRPr>
            </a:lvl6pPr>
            <a:lvl7pPr algn="ctr">
              <a:defRPr sz="4125" b="0">
                <a:solidFill>
                  <a:srgbClr val="111111"/>
                </a:solidFill>
                <a:latin typeface="Pretendard"/>
                <a:ea typeface="Pretendard"/>
                <a:cs typeface="Pretendard"/>
              </a:defRPr>
            </a:lvl7pPr>
            <a:lvl8pPr algn="ctr">
              <a:defRPr sz="4125" b="0">
                <a:solidFill>
                  <a:srgbClr val="111111"/>
                </a:solidFill>
                <a:latin typeface="Pretendard"/>
                <a:ea typeface="Pretendard"/>
                <a:cs typeface="Pretendard"/>
              </a:defRPr>
            </a:lvl8pPr>
            <a:lvl9pPr algn="ctr">
              <a:defRPr sz="4125" b="0">
                <a:solidFill>
                  <a:srgbClr val="111111"/>
                </a:solidFill>
                <a:latin typeface="Pretendard"/>
                <a:ea typeface="Pretendard"/>
                <a:cs typeface="Pretendard"/>
              </a:defRPr>
            </a:lvl9pPr>
          </a:lstStyle>
          <a:p>
            <a:pPr algn="ctr">
              <a:defRPr sz="4125" b="0">
                <a:solidFill>
                  <a:srgbClr val="111111"/>
                </a:solidFill>
                <a:latin typeface="Pretendard"/>
                <a:ea typeface="Pretendard"/>
                <a:cs typeface="Pretendard"/>
              </a:defRPr>
            </a:pPr>
            <a:r>
              <a:rPr sz="4125" b="0">
                <a:solidFill>
                  <a:srgbClr val="111111"/>
                </a:solidFill>
                <a:latin typeface="Pretendard"/>
                <a:ea typeface="Pretendard"/>
                <a:cs typeface="Pretendard"/>
              </a:rPr>
              <a:t>2H(</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 H₂(</a:t>
            </a:r>
            <a:r>
              <a:rPr sz="4125" b="0" i="1">
                <a:solidFill>
                  <a:srgbClr val="111111"/>
                </a:solidFill>
                <a:latin typeface="Pretendard"/>
                <a:ea typeface="Pretendard"/>
                <a:cs typeface="Pretendard"/>
              </a:rPr>
              <a:t>g</a:t>
            </a:r>
            <a:r>
              <a:rPr sz="4125" b="0">
                <a:solidFill>
                  <a:srgbClr val="111111"/>
                </a:solidFill>
                <a:latin typeface="Pretendard"/>
                <a:ea typeface="Pretendard"/>
                <a:cs typeface="Pretendard"/>
              </a:rPr>
              <a:t>)     ΔH = −436 kJ</a:t>
            </a:r>
          </a:p>
        </p:txBody>
      </p:sp>
      <p:sp>
        <p:nvSpPr>
          <p:cNvPr id="10" name="axis-y-620">
            <a:extLst>
              <a:ext uri="{FF2B5EF4-FFF2-40B4-BE49-F238E27FC236}">
                <ns2:creationId id="{02E4FF2F-D04F-4E67-B1BB-8E5DEA1FBD3E}"/>
              </a:ext>
            </a:extLst>
          </p:cNvPr>
          <p:cNvSpPr>
            <a:spLocks noGrp="1"/>
          </p:cNvSpPr>
          <p:nvPr/>
        </p:nvSpPr>
        <p:spPr>
          <a:xfrm>
            <a:off x="5905500" y="5953125"/>
            <a:ext cx="28575" cy="2762250"/>
          </a:xfrm>
          <a:prstGeom prst="rect">
            <a:avLst/>
          </a:prstGeom>
          <a:solidFill>
            <a:srgbClr val="555555"/>
          </a:solidFill>
          <a:ln w="0">
            <a:noFill/>
          </a:ln>
        </p:spPr>
      </p:sp>
      <p:sp>
        <p:nvSpPr>
          <p:cNvPr id="11" name="axis-x-620">
            <a:extLst>
              <a:ext uri="{FF2B5EF4-FFF2-40B4-BE49-F238E27FC236}">
                <ns2:creationId id="{EB7CF87B-1D00-4202-A479-BD740504B33E}"/>
              </a:ext>
            </a:extLst>
          </p:cNvPr>
          <p:cNvSpPr>
            <a:spLocks noGrp="1"/>
          </p:cNvSpPr>
          <p:nvPr/>
        </p:nvSpPr>
        <p:spPr>
          <a:xfrm>
            <a:off x="5905500" y="8715375"/>
            <a:ext cx="5715000" cy="28575"/>
          </a:xfrm>
          <a:prstGeom prst="rect">
            <a:avLst/>
          </a:prstGeom>
          <a:solidFill>
            <a:srgbClr val="555555"/>
          </a:solidFill>
          <a:ln w="0">
            <a:noFill/>
          </a:ln>
        </p:spPr>
      </p:sp>
      <p:sp>
        <p:nvSpPr>
          <p:cNvPr id="12" name="axisH-620">
            <a:extLst>
              <a:ext uri="{FF2B5EF4-FFF2-40B4-BE49-F238E27FC236}">
                <ns2:creationId id="{943FEC26-B885-4D49-B426-75637B0AB38A}"/>
              </a:ext>
            </a:extLst>
          </p:cNvPr>
          <p:cNvSpPr>
            <a:spLocks noGrp="1"/>
          </p:cNvSpPr>
          <p:nvPr/>
        </p:nvSpPr>
        <p:spPr>
          <a:xfrm>
            <a:off x="5448300" y="5476875"/>
            <a:ext cx="16192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엔탈피</a:t>
            </a:r>
          </a:p>
        </p:txBody>
      </p:sp>
      <p:sp>
        <p:nvSpPr>
          <p:cNvPr id="13" name="axisR-620">
            <a:extLst>
              <a:ext uri="{FF2B5EF4-FFF2-40B4-BE49-F238E27FC236}">
                <ns2:creationId id="{2F1067BE-68F1-425C-A6B0-345AF67E250A}"/>
              </a:ext>
            </a:extLst>
          </p:cNvPr>
          <p:cNvSpPr>
            <a:spLocks noGrp="1"/>
          </p:cNvSpPr>
          <p:nvPr/>
        </p:nvSpPr>
        <p:spPr>
          <a:xfrm>
            <a:off x="9525000" y="8905875"/>
            <a:ext cx="2190750" cy="428625"/>
          </a:xfrm>
          <a:prstGeom prst="rect">
            <a:avLst/>
          </a:prstGeom>
          <a:noFill/>
          <a:ln w="0">
            <a:noFill/>
          </a:ln>
        </p:spPr>
        <p:txBody>
          <a:bodyPr wrap="none" lIns="0" tIns="0" rIns="0" bIns="0" anchor="t">
            <a:noAutofit/>
          </a:bodyPr>
          <a:lstStyle>
            <a:defPPr algn="l">
              <a:defRPr sz="2250" b="0">
                <a:solidFill>
                  <a:srgbClr val="777777"/>
                </a:solidFill>
                <a:latin typeface="Pretendard"/>
                <a:ea typeface="Pretendard"/>
                <a:cs typeface="Pretendard"/>
              </a:defRPr>
            </a:defPPr>
            <a:lvl1pPr algn="l">
              <a:defRPr sz="2250" b="0">
                <a:solidFill>
                  <a:srgbClr val="777777"/>
                </a:solidFill>
                <a:latin typeface="Pretendard"/>
                <a:ea typeface="Pretendard"/>
                <a:cs typeface="Pretendard"/>
              </a:defRPr>
            </a:lvl1pPr>
            <a:lvl2pPr algn="l">
              <a:defRPr sz="2250" b="0">
                <a:solidFill>
                  <a:srgbClr val="777777"/>
                </a:solidFill>
                <a:latin typeface="Pretendard"/>
                <a:ea typeface="Pretendard"/>
                <a:cs typeface="Pretendard"/>
              </a:defRPr>
            </a:lvl2pPr>
            <a:lvl3pPr algn="l">
              <a:defRPr sz="2250" b="0">
                <a:solidFill>
                  <a:srgbClr val="777777"/>
                </a:solidFill>
                <a:latin typeface="Pretendard"/>
                <a:ea typeface="Pretendard"/>
                <a:cs typeface="Pretendard"/>
              </a:defRPr>
            </a:lvl3pPr>
            <a:lvl4pPr algn="l">
              <a:defRPr sz="2250" b="0">
                <a:solidFill>
                  <a:srgbClr val="777777"/>
                </a:solidFill>
                <a:latin typeface="Pretendard"/>
                <a:ea typeface="Pretendard"/>
                <a:cs typeface="Pretendard"/>
              </a:defRPr>
            </a:lvl4pPr>
            <a:lvl5pPr algn="l">
              <a:defRPr sz="2250" b="0">
                <a:solidFill>
                  <a:srgbClr val="777777"/>
                </a:solidFill>
                <a:latin typeface="Pretendard"/>
                <a:ea typeface="Pretendard"/>
                <a:cs typeface="Pretendard"/>
              </a:defRPr>
            </a:lvl5pPr>
            <a:lvl6pPr algn="l">
              <a:defRPr sz="2250" b="0">
                <a:solidFill>
                  <a:srgbClr val="777777"/>
                </a:solidFill>
                <a:latin typeface="Pretendard"/>
                <a:ea typeface="Pretendard"/>
                <a:cs typeface="Pretendard"/>
              </a:defRPr>
            </a:lvl6pPr>
            <a:lvl7pPr algn="l">
              <a:defRPr sz="2250" b="0">
                <a:solidFill>
                  <a:srgbClr val="777777"/>
                </a:solidFill>
                <a:latin typeface="Pretendard"/>
                <a:ea typeface="Pretendard"/>
                <a:cs typeface="Pretendard"/>
              </a:defRPr>
            </a:lvl7pPr>
            <a:lvl8pPr algn="l">
              <a:defRPr sz="2250" b="0">
                <a:solidFill>
                  <a:srgbClr val="777777"/>
                </a:solidFill>
                <a:latin typeface="Pretendard"/>
                <a:ea typeface="Pretendard"/>
                <a:cs typeface="Pretendard"/>
              </a:defRPr>
            </a:lvl8pPr>
            <a:lvl9pPr algn="l">
              <a:defRPr sz="2250" b="0">
                <a:solidFill>
                  <a:srgbClr val="777777"/>
                </a:solidFill>
                <a:latin typeface="Pretendard"/>
                <a:ea typeface="Pretendard"/>
                <a:cs typeface="Pretendard"/>
              </a:defRPr>
            </a:lvl9pPr>
          </a:lstStyle>
          <a:p>
            <a:pPr algn="l">
              <a:defRPr sz="2250" b="0">
                <a:solidFill>
                  <a:srgbClr val="777777"/>
                </a:solidFill>
                <a:latin typeface="Pretendard"/>
                <a:ea typeface="Pretendard"/>
                <a:cs typeface="Pretendard"/>
              </a:defRPr>
            </a:pPr>
            <a:r>
              <a:rPr sz="2250" b="0">
                <a:solidFill>
                  <a:srgbClr val="777777"/>
                </a:solidFill>
                <a:latin typeface="Pretendard"/>
                <a:ea typeface="Pretendard"/>
                <a:cs typeface="Pretendard"/>
              </a:rPr>
              <a:t>반응의 진행</a:t>
            </a:r>
          </a:p>
        </p:txBody>
      </p:sp>
      <p:sp>
        <p:nvSpPr>
          <p:cNvPr id="14" name="reactants-620">
            <a:extLst>
              <a:ext uri="{FF2B5EF4-FFF2-40B4-BE49-F238E27FC236}">
                <ns2:creationId id="{5D448F9A-9E87-48DA-A476-8680ACA3BA37}"/>
              </a:ext>
            </a:extLst>
          </p:cNvPr>
          <p:cNvSpPr>
            <a:spLocks noGrp="1"/>
          </p:cNvSpPr>
          <p:nvPr/>
        </p:nvSpPr>
        <p:spPr>
          <a:xfrm>
            <a:off x="6334125" y="6477000"/>
            <a:ext cx="1952625" cy="38100"/>
          </a:xfrm>
          <a:prstGeom prst="rect">
            <a:avLst/>
          </a:prstGeom>
          <a:solidFill>
            <a:srgbClr val="555555"/>
          </a:solidFill>
          <a:ln w="0">
            <a:noFill/>
          </a:ln>
        </p:spPr>
      </p:sp>
      <p:sp>
        <p:nvSpPr>
          <p:cNvPr id="15" name="products-620">
            <a:extLst>
              <a:ext uri="{FF2B5EF4-FFF2-40B4-BE49-F238E27FC236}">
                <ns2:creationId id="{E25ED1D3-1ACE-424D-9829-75DB8268EDF1}"/>
              </a:ext>
            </a:extLst>
          </p:cNvPr>
          <p:cNvSpPr>
            <a:spLocks noGrp="1"/>
          </p:cNvSpPr>
          <p:nvPr/>
        </p:nvSpPr>
        <p:spPr>
          <a:xfrm>
            <a:off x="9239250" y="7905750"/>
            <a:ext cx="1952625" cy="38100"/>
          </a:xfrm>
          <a:prstGeom prst="rect">
            <a:avLst/>
          </a:prstGeom>
          <a:solidFill>
            <a:srgbClr val="555555"/>
          </a:solidFill>
          <a:ln w="0">
            <a:noFill/>
          </a:ln>
        </p:spPr>
      </p:sp>
      <p:sp>
        <p:nvSpPr>
          <p:cNvPr id="16" name="reactants-label-620">
            <a:extLst>
              <a:ext uri="{FF2B5EF4-FFF2-40B4-BE49-F238E27FC236}">
                <ns2:creationId id="{97F8A100-2FD1-4761-9587-05FBD1575D30}"/>
              </a:ext>
            </a:extLst>
          </p:cNvPr>
          <p:cNvSpPr>
            <a:spLocks noGrp="1"/>
          </p:cNvSpPr>
          <p:nvPr/>
        </p:nvSpPr>
        <p:spPr>
          <a:xfrm>
            <a:off x="6477000" y="6019800"/>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반응물</a:t>
            </a:r>
          </a:p>
        </p:txBody>
      </p:sp>
      <p:sp>
        <p:nvSpPr>
          <p:cNvPr id="17" name="products-label-620">
            <a:extLst>
              <a:ext uri="{FF2B5EF4-FFF2-40B4-BE49-F238E27FC236}">
                <ns2:creationId id="{EE69BB5D-784D-4F4E-9A39-0C368ADA9DF4}"/>
              </a:ext>
            </a:extLst>
          </p:cNvPr>
          <p:cNvSpPr>
            <a:spLocks noGrp="1"/>
          </p:cNvSpPr>
          <p:nvPr/>
        </p:nvSpPr>
        <p:spPr>
          <a:xfrm>
            <a:off x="9382125" y="7448550"/>
            <a:ext cx="1714500" cy="476250"/>
          </a:xfrm>
          <a:prstGeom prst="rect">
            <a:avLst/>
          </a:prstGeom>
          <a:noFill/>
          <a:ln w="0">
            <a:noFill/>
          </a:ln>
        </p:spPr>
        <p:txBody>
          <a:bodyPr wrap="none" lIns="0" tIns="0" rIns="0" bIns="0" anchor="t">
            <a:noAutofit/>
          </a:bodyPr>
          <a:lstStyle>
            <a:defPPr algn="l">
              <a:defRPr sz="2625" b="1">
                <a:solidFill>
                  <a:srgbClr val="111111"/>
                </a:solidFill>
                <a:latin typeface="Pretendard"/>
                <a:ea typeface="Pretendard"/>
                <a:cs typeface="Pretendard"/>
              </a:defRPr>
            </a:defPPr>
            <a:lvl1pPr algn="l">
              <a:defRPr sz="2625" b="1">
                <a:solidFill>
                  <a:srgbClr val="111111"/>
                </a:solidFill>
                <a:latin typeface="Pretendard"/>
                <a:ea typeface="Pretendard"/>
                <a:cs typeface="Pretendard"/>
              </a:defRPr>
            </a:lvl1pPr>
            <a:lvl2pPr algn="l">
              <a:defRPr sz="2625" b="1">
                <a:solidFill>
                  <a:srgbClr val="111111"/>
                </a:solidFill>
                <a:latin typeface="Pretendard"/>
                <a:ea typeface="Pretendard"/>
                <a:cs typeface="Pretendard"/>
              </a:defRPr>
            </a:lvl2pPr>
            <a:lvl3pPr algn="l">
              <a:defRPr sz="2625" b="1">
                <a:solidFill>
                  <a:srgbClr val="111111"/>
                </a:solidFill>
                <a:latin typeface="Pretendard"/>
                <a:ea typeface="Pretendard"/>
                <a:cs typeface="Pretendard"/>
              </a:defRPr>
            </a:lvl3pPr>
            <a:lvl4pPr algn="l">
              <a:defRPr sz="2625" b="1">
                <a:solidFill>
                  <a:srgbClr val="111111"/>
                </a:solidFill>
                <a:latin typeface="Pretendard"/>
                <a:ea typeface="Pretendard"/>
                <a:cs typeface="Pretendard"/>
              </a:defRPr>
            </a:lvl4pPr>
            <a:lvl5pPr algn="l">
              <a:defRPr sz="2625" b="1">
                <a:solidFill>
                  <a:srgbClr val="111111"/>
                </a:solidFill>
                <a:latin typeface="Pretendard"/>
                <a:ea typeface="Pretendard"/>
                <a:cs typeface="Pretendard"/>
              </a:defRPr>
            </a:lvl5pPr>
            <a:lvl6pPr algn="l">
              <a:defRPr sz="2625" b="1">
                <a:solidFill>
                  <a:srgbClr val="111111"/>
                </a:solidFill>
                <a:latin typeface="Pretendard"/>
                <a:ea typeface="Pretendard"/>
                <a:cs typeface="Pretendard"/>
              </a:defRPr>
            </a:lvl6pPr>
            <a:lvl7pPr algn="l">
              <a:defRPr sz="2625" b="1">
                <a:solidFill>
                  <a:srgbClr val="111111"/>
                </a:solidFill>
                <a:latin typeface="Pretendard"/>
                <a:ea typeface="Pretendard"/>
                <a:cs typeface="Pretendard"/>
              </a:defRPr>
            </a:lvl7pPr>
            <a:lvl8pPr algn="l">
              <a:defRPr sz="2625" b="1">
                <a:solidFill>
                  <a:srgbClr val="111111"/>
                </a:solidFill>
                <a:latin typeface="Pretendard"/>
                <a:ea typeface="Pretendard"/>
                <a:cs typeface="Pretendard"/>
              </a:defRPr>
            </a:lvl8pPr>
            <a:lvl9pPr algn="l">
              <a:defRPr sz="2625" b="1">
                <a:solidFill>
                  <a:srgbClr val="111111"/>
                </a:solidFill>
                <a:latin typeface="Pretendard"/>
                <a:ea typeface="Pretendard"/>
                <a:cs typeface="Pretendard"/>
              </a:defRPr>
            </a:lvl9pPr>
          </a:lstStyle>
          <a:p>
            <a:pPr algn="l">
              <a:defRPr sz="2625" b="1">
                <a:solidFill>
                  <a:srgbClr val="111111"/>
                </a:solidFill>
                <a:latin typeface="Pretendard"/>
                <a:ea typeface="Pretendard"/>
                <a:cs typeface="Pretendard"/>
              </a:defRPr>
            </a:pPr>
            <a:r>
              <a:rPr sz="2625" b="1">
                <a:solidFill>
                  <a:srgbClr val="111111"/>
                </a:solidFill>
                <a:latin typeface="Pretendard"/>
                <a:ea typeface="Pretendard"/>
                <a:cs typeface="Pretendard"/>
              </a:rPr>
              <a:t>생성물</a:t>
            </a:r>
          </a:p>
        </p:txBody>
      </p:sp>
      <p:sp>
        <p:nvSpPr>
          <p:cNvPr id="18" name="deltaH-620">
            <a:extLst>
              <a:ext uri="{FF2B5EF4-FFF2-40B4-BE49-F238E27FC236}">
                <ns2:creationId id="{D25A942B-8F7C-4700-A4E5-DA231B90C874}"/>
              </a:ext>
            </a:extLst>
          </p:cNvPr>
          <p:cNvSpPr>
            <a:spLocks noGrp="1"/>
          </p:cNvSpPr>
          <p:nvPr/>
        </p:nvSpPr>
        <p:spPr>
          <a:xfrm>
            <a:off x="8210550" y="6953250"/>
            <a:ext cx="2571750" cy="619125"/>
          </a:xfrm>
          <a:prstGeom prst="rect">
            <a:avLst/>
          </a:prstGeom>
          <a:noFill/>
          <a:ln w="0">
            <a:noFill/>
          </a:ln>
        </p:spPr>
        <p:txBody>
          <a:bodyPr wrap="none" lIns="0" tIns="0" rIns="0" bIns="0" anchor="t">
            <a:noAutofit/>
          </a:bodyPr>
          <a:lstStyle>
            <a:defPPr algn="l">
              <a:defRPr sz="3225" b="1">
                <a:solidFill>
                  <a:srgbClr val="0C7D08"/>
                </a:solidFill>
                <a:latin typeface="Pretendard"/>
                <a:ea typeface="Pretendard"/>
                <a:cs typeface="Pretendard"/>
              </a:defRPr>
            </a:defPPr>
            <a:lvl1pPr algn="l">
              <a:defRPr sz="3225" b="1">
                <a:solidFill>
                  <a:srgbClr val="0C7D08"/>
                </a:solidFill>
                <a:latin typeface="Pretendard"/>
                <a:ea typeface="Pretendard"/>
                <a:cs typeface="Pretendard"/>
              </a:defRPr>
            </a:lvl1pPr>
            <a:lvl2pPr algn="l">
              <a:defRPr sz="3225" b="1">
                <a:solidFill>
                  <a:srgbClr val="0C7D08"/>
                </a:solidFill>
                <a:latin typeface="Pretendard"/>
                <a:ea typeface="Pretendard"/>
                <a:cs typeface="Pretendard"/>
              </a:defRPr>
            </a:lvl2pPr>
            <a:lvl3pPr algn="l">
              <a:defRPr sz="3225" b="1">
                <a:solidFill>
                  <a:srgbClr val="0C7D08"/>
                </a:solidFill>
                <a:latin typeface="Pretendard"/>
                <a:ea typeface="Pretendard"/>
                <a:cs typeface="Pretendard"/>
              </a:defRPr>
            </a:lvl3pPr>
            <a:lvl4pPr algn="l">
              <a:defRPr sz="3225" b="1">
                <a:solidFill>
                  <a:srgbClr val="0C7D08"/>
                </a:solidFill>
                <a:latin typeface="Pretendard"/>
                <a:ea typeface="Pretendard"/>
                <a:cs typeface="Pretendard"/>
              </a:defRPr>
            </a:lvl4pPr>
            <a:lvl5pPr algn="l">
              <a:defRPr sz="3225" b="1">
                <a:solidFill>
                  <a:srgbClr val="0C7D08"/>
                </a:solidFill>
                <a:latin typeface="Pretendard"/>
                <a:ea typeface="Pretendard"/>
                <a:cs typeface="Pretendard"/>
              </a:defRPr>
            </a:lvl5pPr>
            <a:lvl6pPr algn="l">
              <a:defRPr sz="3225" b="1">
                <a:solidFill>
                  <a:srgbClr val="0C7D08"/>
                </a:solidFill>
                <a:latin typeface="Pretendard"/>
                <a:ea typeface="Pretendard"/>
                <a:cs typeface="Pretendard"/>
              </a:defRPr>
            </a:lvl6pPr>
            <a:lvl7pPr algn="l">
              <a:defRPr sz="3225" b="1">
                <a:solidFill>
                  <a:srgbClr val="0C7D08"/>
                </a:solidFill>
                <a:latin typeface="Pretendard"/>
                <a:ea typeface="Pretendard"/>
                <a:cs typeface="Pretendard"/>
              </a:defRPr>
            </a:lvl7pPr>
            <a:lvl8pPr algn="l">
              <a:defRPr sz="3225" b="1">
                <a:solidFill>
                  <a:srgbClr val="0C7D08"/>
                </a:solidFill>
                <a:latin typeface="Pretendard"/>
                <a:ea typeface="Pretendard"/>
                <a:cs typeface="Pretendard"/>
              </a:defRPr>
            </a:lvl8pPr>
            <a:lvl9pPr algn="l">
              <a:defRPr sz="3225" b="1">
                <a:solidFill>
                  <a:srgbClr val="0C7D08"/>
                </a:solidFill>
                <a:latin typeface="Pretendard"/>
                <a:ea typeface="Pretendard"/>
                <a:cs typeface="Pretendard"/>
              </a:defRPr>
            </a:lvl9pPr>
          </a:lstStyle>
          <a:p>
            <a:pPr algn="l">
              <a:defRPr sz="3225" b="1">
                <a:solidFill>
                  <a:srgbClr val="0C7D08"/>
                </a:solidFill>
                <a:latin typeface="Pretendard"/>
                <a:ea typeface="Pretendard"/>
                <a:cs typeface="Pretendard"/>
              </a:defRPr>
            </a:pPr>
            <a:r>
              <a:rPr sz="3225" b="1">
                <a:solidFill>
                  <a:srgbClr val="0C7D08"/>
                </a:solidFill>
                <a:latin typeface="Pretendard"/>
                <a:ea typeface="Pretendard"/>
                <a:cs typeface="Pretendard"/>
              </a:rPr>
              <a:t>↓  ΔH &lt; 0</a:t>
            </a:r>
          </a:p>
        </p:txBody>
      </p:sp>
      <p:sp>
        <p:nvSpPr>
          <p:cNvPr id="19" name="bond-count">
            <a:extLst>
              <a:ext uri="{FF2B5EF4-FFF2-40B4-BE49-F238E27FC236}">
                <ns2:creationId id="{E59F35D5-4193-4B9A-AC55-769856394755}"/>
              </a:ext>
            </a:extLst>
          </p:cNvPr>
          <p:cNvSpPr>
            <a:spLocks noGrp="1"/>
          </p:cNvSpPr>
          <p:nvPr/>
        </p:nvSpPr>
        <p:spPr>
          <a:xfrm>
            <a:off x="1619250" y="9334500"/>
            <a:ext cx="15049500" cy="523875"/>
          </a:xfrm>
          <a:prstGeom prst="rect">
            <a:avLst/>
          </a:prstGeom>
          <a:noFill/>
          <a:ln w="0">
            <a:noFill/>
          </a:ln>
        </p:spPr>
        <p:txBody>
          <a:bodyPr wrap="none" lIns="0" tIns="0" rIns="0" bIns="0" anchor="t">
            <a:noAutofit/>
          </a:bodyPr>
          <a:lstStyle>
            <a:defPPr algn="ctr">
              <a:defRPr sz="2625" b="1">
                <a:solidFill>
                  <a:srgbClr val="555555"/>
                </a:solidFill>
                <a:latin typeface="Pretendard"/>
                <a:ea typeface="Pretendard"/>
                <a:cs typeface="Pretendard"/>
              </a:defRPr>
            </a:defPPr>
            <a:lvl1pPr algn="ctr">
              <a:defRPr sz="2625" b="1">
                <a:solidFill>
                  <a:srgbClr val="555555"/>
                </a:solidFill>
                <a:latin typeface="Pretendard"/>
                <a:ea typeface="Pretendard"/>
                <a:cs typeface="Pretendard"/>
              </a:defRPr>
            </a:lvl1pPr>
            <a:lvl2pPr algn="ctr">
              <a:defRPr sz="2625" b="1">
                <a:solidFill>
                  <a:srgbClr val="555555"/>
                </a:solidFill>
                <a:latin typeface="Pretendard"/>
                <a:ea typeface="Pretendard"/>
                <a:cs typeface="Pretendard"/>
              </a:defRPr>
            </a:lvl2pPr>
            <a:lvl3pPr algn="ctr">
              <a:defRPr sz="2625" b="1">
                <a:solidFill>
                  <a:srgbClr val="555555"/>
                </a:solidFill>
                <a:latin typeface="Pretendard"/>
                <a:ea typeface="Pretendard"/>
                <a:cs typeface="Pretendard"/>
              </a:defRPr>
            </a:lvl3pPr>
            <a:lvl4pPr algn="ctr">
              <a:defRPr sz="2625" b="1">
                <a:solidFill>
                  <a:srgbClr val="555555"/>
                </a:solidFill>
                <a:latin typeface="Pretendard"/>
                <a:ea typeface="Pretendard"/>
                <a:cs typeface="Pretendard"/>
              </a:defRPr>
            </a:lvl4pPr>
            <a:lvl5pPr algn="ctr">
              <a:defRPr sz="2625" b="1">
                <a:solidFill>
                  <a:srgbClr val="555555"/>
                </a:solidFill>
                <a:latin typeface="Pretendard"/>
                <a:ea typeface="Pretendard"/>
                <a:cs typeface="Pretendard"/>
              </a:defRPr>
            </a:lvl5pPr>
            <a:lvl6pPr algn="ctr">
              <a:defRPr sz="2625" b="1">
                <a:solidFill>
                  <a:srgbClr val="555555"/>
                </a:solidFill>
                <a:latin typeface="Pretendard"/>
                <a:ea typeface="Pretendard"/>
                <a:cs typeface="Pretendard"/>
              </a:defRPr>
            </a:lvl6pPr>
            <a:lvl7pPr algn="ctr">
              <a:defRPr sz="2625" b="1">
                <a:solidFill>
                  <a:srgbClr val="555555"/>
                </a:solidFill>
                <a:latin typeface="Pretendard"/>
                <a:ea typeface="Pretendard"/>
                <a:cs typeface="Pretendard"/>
              </a:defRPr>
            </a:lvl7pPr>
            <a:lvl8pPr algn="ctr">
              <a:defRPr sz="2625" b="1">
                <a:solidFill>
                  <a:srgbClr val="555555"/>
                </a:solidFill>
                <a:latin typeface="Pretendard"/>
                <a:ea typeface="Pretendard"/>
                <a:cs typeface="Pretendard"/>
              </a:defRPr>
            </a:lvl8pPr>
            <a:lvl9pPr algn="ctr">
              <a:defRPr sz="2625" b="1">
                <a:solidFill>
                  <a:srgbClr val="555555"/>
                </a:solidFill>
                <a:latin typeface="Pretendard"/>
                <a:ea typeface="Pretendard"/>
                <a:cs typeface="Pretendard"/>
              </a:defRPr>
            </a:lvl9pPr>
          </a:lstStyle>
          <a:p>
            <a:pPr algn="ctr">
              <a:defRPr sz="2625" b="1">
                <a:solidFill>
                  <a:srgbClr val="555555"/>
                </a:solidFill>
                <a:latin typeface="Pretendard"/>
                <a:ea typeface="Pretendard"/>
                <a:cs typeface="Pretendard"/>
              </a:defRPr>
            </a:pPr>
            <a:r>
              <a:rPr sz="2625" b="1">
                <a:solidFill>
                  <a:srgbClr val="555555"/>
                </a:solidFill>
                <a:latin typeface="Pretendard"/>
                <a:ea typeface="Pretendard"/>
                <a:cs typeface="Pretendard"/>
              </a:rPr>
              <a:t>해리와 크기는 같고, 부호는 반대</a:t>
            </a:r>
          </a:p>
        </p:txBody>
      </p:sp>
    </p:spTree>
    <p:extLst>
      <p:ext uri="{BB962C8B-B14F-4D97-AF65-F5344CB8AC3E}">
        <ns4:creationId val="1881040002"/>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942C8F62-85E5-4A10-AE92-84B182AC485D}"/>
              </a:ext>
            </a:extLst>
          </p:cNvPr>
          <p:cNvPicPr>
            <a:picLocks noChangeAspect="1"/>
          </p:cNvPicPr>
          <p:nvPr/>
        </p:nvPicPr>
        <p:blipFill>
          <a:blip ns3:embed="R0bf1bb54894840b1"/>
          <a:stretch/>
        </p:blipFill>
        <p:spPr>
          <a:xfrm>
            <a:off x="16941800" y="382588"/>
            <a:ext cx="1028700" cy="733425"/>
          </a:xfrm>
          <a:prstGeom prst="rect">
            <a:avLst/>
          </a:prstGeom>
        </p:spPr>
      </p:pic>
      <p:sp>
        <p:nvSpPr>
          <p:cNvPr id="2" name="part_heading">
            <a:extLst>
              <a:ext uri="{FF2B5EF4-FFF2-40B4-BE49-F238E27FC236}">
                <ns2:creationId id="{F8E247B4-E81B-42CD-AABE-218D9A85270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901875AC-1114-4990-8236-ECD31A86B52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35A9FA10-BD8A-4E90-B58A-B3AE531E934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3FAC7E56-39D0-4CAA-BA12-6B2538C402A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8A311B3F-FDA7-4416-AA5D-8FC26D3AA53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page">
            <a:extLst>
              <a:ext uri="{FF2B5EF4-FFF2-40B4-BE49-F238E27FC236}">
                <ns2:creationId id="{5251D026-3378-419B-A2FD-C100BFDD7030}"/>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25 / 31</a:t>
            </a:r>
          </a:p>
        </p:txBody>
      </p:sp>
      <p:sp>
        <p:nvSpPr>
          <p:cNvPr id="8" name="copyright">
            <a:extLst>
              <a:ext uri="{FF2B5EF4-FFF2-40B4-BE49-F238E27FC236}">
                <ns2:creationId id="{76B2495C-727C-400A-9133-06D4C9A8264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a:ext uri="{FF2B5EF4-FFF2-40B4-BE49-F238E27FC236}">
                <ns2:creationId id="{A8334A95-3A24-4C38-A18F-677C861A827A}"/>
              </a:ext>
            </a:extLst>
          </p:cNvPr>
          <p:cNvGraphicFramePr/>
          <p:nvPr/>
        </p:nvGraphicFramePr>
        <p:xfrm>
          <a:off x="1714500" y="5095875"/>
          <a:ext cx="14859000" cy="2190750"/>
        </p:xfrm>
        <a:graphic>
          <a:graphicData uri="http://schemas.openxmlformats.org/drawingml/2006/table">
            <a:tbl>
              <a:tblPr/>
              <a:tblGrid>
                <a:gridCol w="3429000"/>
                <a:gridCol w="2286000"/>
                <a:gridCol w="2286000"/>
                <a:gridCol w="2286000"/>
                <a:gridCol w="2286000"/>
                <a:gridCol w="2286000"/>
              </a:tblGrid>
              <a:tr h="1095375">
                <a:tc>
                  <a:txBody>
                    <a:bodyPr lIns="133350" tIns="133350" rIns="133350" bIns="133350"/>
                    <a:lstStyle/>
                    <a:p>
                      <a:pPr algn="l"/>
                      <a:r>
                        <a:rPr sz="2850" b="1">
                          <a:solidFill>
                            <a:srgbClr val="FFFFFF"/>
                          </a:solidFill>
                          <a:latin typeface="Pretendard"/>
                          <a:ea typeface="Pretendard"/>
                          <a:cs typeface="Pretendard"/>
                        </a:rPr>
                        <a:t>결합</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H–H</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O=O</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O–H</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H–F</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850" b="1">
                          <a:solidFill>
                            <a:srgbClr val="FFFFFF"/>
                          </a:solidFill>
                          <a:latin typeface="Pretendard"/>
                          <a:ea typeface="Pretendard"/>
                          <a:cs typeface="Pretendard"/>
                        </a:rPr>
                        <a:t>F–F</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1095375">
                <a:tc>
                  <a:txBody>
                    <a:bodyPr lIns="133350" tIns="133350" rIns="133350" bIns="133350"/>
                    <a:lstStyle/>
                    <a:p>
                      <a:pPr algn="l"/>
                      <a:r>
                        <a:rPr sz="2850" b="0">
                          <a:solidFill>
                            <a:srgbClr val="111111"/>
                          </a:solidFill>
                          <a:latin typeface="Pretendard"/>
                          <a:ea typeface="Pretendard"/>
                          <a:cs typeface="Pretendard"/>
                        </a:rPr>
                        <a:t>결합 에너지</a:t>
                      </a:r>
                    </a:p>
                    <a:p>
                      <a:pPr algn="l"/>
                      <a:r>
                        <a:rPr sz="2850" b="0">
                          <a:solidFill>
                            <a:srgbClr val="111111"/>
                          </a:solidFill>
                          <a:latin typeface="Pretendard"/>
                          <a:ea typeface="Pretendard"/>
                          <a:cs typeface="Pretendard"/>
                        </a:rPr>
                        <a:t>(kJ/mol)</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436</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498</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460</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570</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850" b="0">
                          <a:solidFill>
                            <a:srgbClr val="111111"/>
                          </a:solidFill>
                          <a:latin typeface="Pretendard"/>
                          <a:ea typeface="Pretendard"/>
                          <a:cs typeface="Pretendard"/>
                        </a:rPr>
                        <a:t>159</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bl>
          </a:graphicData>
        </a:graphic>
      </p:graphicFrame>
      <p:sp>
        <p:nvSpPr>
          <p:cNvPr id="10" name="takeaway-box">
            <a:extLst>
              <a:ext uri="{FF2B5EF4-FFF2-40B4-BE49-F238E27FC236}">
                <ns2:creationId id="{362EB6B4-C9B6-4EF6-AFFE-1DBD3B502E16}"/>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takeaway">
            <a:extLst>
              <a:ext uri="{FF2B5EF4-FFF2-40B4-BE49-F238E27FC236}">
                <ns2:creationId id="{5E7F8FBF-AC92-4D4D-B337-982626739966}"/>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결합 1 mol 기준 · 해리에 필요한 에너지 · 양수</a:t>
            </a:r>
          </a:p>
        </p:txBody>
      </p:sp>
    </p:spTree>
    <p:extLst>
      <p:ext uri="{BB962C8B-B14F-4D97-AF65-F5344CB8AC3E}">
        <ns4:creationId val="424587404"/>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695978B4-D57A-4CE8-A8E7-B2630424DFC9}"/>
              </a:ext>
            </a:extLst>
          </p:cNvPr>
          <p:cNvPicPr>
            <a:picLocks noChangeAspect="1"/>
          </p:cNvPicPr>
          <p:nvPr/>
        </p:nvPicPr>
        <p:blipFill>
          <a:blip ns3:embed="R9da1d383719b4725"/>
          <a:stretch/>
        </p:blipFill>
        <p:spPr>
          <a:xfrm>
            <a:off x="16941800" y="382588"/>
            <a:ext cx="1028700" cy="733425"/>
          </a:xfrm>
          <a:prstGeom prst="rect">
            <a:avLst/>
          </a:prstGeom>
        </p:spPr>
      </p:pic>
      <p:sp>
        <p:nvSpPr>
          <p:cNvPr id="2" name="part_heading">
            <a:extLst>
              <a:ext uri="{FF2B5EF4-FFF2-40B4-BE49-F238E27FC236}">
                <ns2:creationId id="{3BFC1E1F-2EE9-4899-8388-8E418F7486D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C156A717-A5E9-414C-834C-3E4189781E8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F366C30D-178E-4CB9-B71E-D3F5B8D321F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a:ext uri="{FF2B5EF4-FFF2-40B4-BE49-F238E27FC236}">
                <ns2:creationId id="{F5C33E6D-3302-4E1C-856F-16F9E4DADB5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F4B7CA06-9A1E-413F-ACF3-54ECB85D982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a:ext uri="{FF2B5EF4-FFF2-40B4-BE49-F238E27FC236}">
                <ns2:creationId id="{A54FB91A-7331-45A1-86DB-D03BBBB9DE17}"/>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a:ext uri="{FF2B5EF4-FFF2-40B4-BE49-F238E27FC236}">
                <ns2:creationId id="{AB214C9F-A30C-4D38-8CA5-D5250FA69A6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a:ext uri="{FF2B5EF4-FFF2-40B4-BE49-F238E27FC236}">
                <ns2:creationId id="{C9BD013A-D439-4F94-81D4-F29E0AC22728}"/>
              </a:ext>
            </a:extLst>
          </p:cNvPr>
          <p:cNvPicPr>
            <a:picLocks noChangeAspect="1"/>
          </p:cNvPicPr>
          <p:nvPr/>
        </p:nvPicPr>
        <p:blipFill>
          <a:blip ns3:embed="R077873c45e5f407b"/>
          <a:stretch/>
        </p:blipFill>
        <p:spPr>
          <a:xfrm>
            <a:off x="2952750" y="4657077"/>
            <a:ext cx="12382500" cy="3468397"/>
          </a:xfrm>
          <a:prstGeom prst="rect">
            <a:avLst/>
          </a:prstGeom>
        </p:spPr>
      </p:pic>
      <p:sp>
        <p:nvSpPr>
          <p:cNvPr id="10" name="conclusion-box">
            <a:extLst>
              <a:ext uri="{FF2B5EF4-FFF2-40B4-BE49-F238E27FC236}">
                <ns2:creationId id="{637618B6-1BE4-42B8-AD37-A9437701DADB}"/>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72327B44-C30B-4FEB-A0F4-BB098A705029}"/>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1172675726"/>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5282306D-8958-41F6-A572-DC301E46985B}"/>
              </a:ext>
            </a:extLst>
          </p:cNvPr>
          <p:cNvPicPr>
            <a:picLocks noChangeAspect="1"/>
          </p:cNvPicPr>
          <p:nvPr/>
        </p:nvPicPr>
        <p:blipFill>
          <a:blip ns3:embed="R56780970974e456e"/>
          <a:stretch/>
        </p:blipFill>
        <p:spPr>
          <a:xfrm>
            <a:off x="16941800" y="382588"/>
            <a:ext cx="1028700" cy="733425"/>
          </a:xfrm>
          <a:prstGeom prst="rect">
            <a:avLst/>
          </a:prstGeom>
        </p:spPr>
      </p:pic>
      <p:sp>
        <p:nvSpPr>
          <p:cNvPr id="2" name="part_heading">
            <a:extLst>
              <a:ext uri="{FF2B5EF4-FFF2-40B4-BE49-F238E27FC236}">
                <ns2:creationId id="{FBF2BE57-6EBC-4034-B5F6-464A675D8C0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C4002D9-A0B8-4307-A2E7-65AB8F4D3DC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a:ext uri="{FF2B5EF4-FFF2-40B4-BE49-F238E27FC236}">
                <ns2:creationId id="{CF42C1E2-2CA4-4CC4-862E-825286B2AD6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종류와 수</a:t>
            </a:r>
          </a:p>
        </p:txBody>
      </p:sp>
      <p:sp>
        <p:nvSpPr>
          <p:cNvPr id="5" name="title">
            <a:extLst>
              <a:ext uri="{FF2B5EF4-FFF2-40B4-BE49-F238E27FC236}">
                <ns2:creationId id="{BA0F90B1-EF0C-46B0-BEB5-CDBCE262FBD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7B4C1585-00B1-4C67-9FEA-FE07CB76A44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a:ext uri="{FF2B5EF4-FFF2-40B4-BE49-F238E27FC236}">
                <ns2:creationId id="{089B34AA-1F25-4C16-89A2-4F14B73F3D58}"/>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27 / 31</a:t>
            </a:r>
          </a:p>
        </p:txBody>
      </p:sp>
      <p:sp>
        <p:nvSpPr>
          <p:cNvPr id="8" name="copyright">
            <a:extLst>
              <a:ext uri="{FF2B5EF4-FFF2-40B4-BE49-F238E27FC236}">
                <ns2:creationId id="{0CED3B08-D754-43DE-9157-73436307468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a:ext uri="{FF2B5EF4-FFF2-40B4-BE49-F238E27FC236}">
                <ns2:creationId id="{5405B258-121F-42D1-ABCA-CA44B41D2F6A}"/>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33350" tIns="133350" rIns="133350" bIns="133350"/>
                    <a:lstStyle/>
                    <a:p>
                      <a:pPr algn="l"/>
                      <a:r>
                        <a:rPr sz="3150" b="1">
                          <a:solidFill>
                            <a:srgbClr val="FFFFFF"/>
                          </a:solidFill>
                          <a:latin typeface="Pretendard"/>
                          <a:ea typeface="Pretendard"/>
                          <a:cs typeface="Pretendard"/>
                        </a:rPr>
                        <a:t>과정</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3150" b="1">
                          <a:solidFill>
                            <a:srgbClr val="FFFFFF"/>
                          </a:solidFill>
                          <a:latin typeface="Pretendard"/>
                          <a:ea typeface="Pretendard"/>
                          <a:cs typeface="Pretendard"/>
                        </a:rPr>
                        <a:t>결합의 종류</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3150" b="1">
                          <a:solidFill>
                            <a:srgbClr val="FFFFFF"/>
                          </a:solidFill>
                          <a:latin typeface="Pretendard"/>
                          <a:ea typeface="Pretendard"/>
                          <a:cs typeface="Pretendard"/>
                        </a:rPr>
                        <a:t>반응식 기준 결합의 양</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33438">
                <a:tc>
                  <a:txBody>
                    <a:bodyPr lIns="133350" tIns="133350" rIns="133350" bIns="133350"/>
                    <a:lstStyle/>
                    <a:p>
                      <a:pPr algn="l"/>
                      <a:r>
                        <a:rPr sz="3150" b="0">
                          <a:solidFill>
                            <a:srgbClr val="111111"/>
                          </a:solidFill>
                          <a:latin typeface="Pretendard"/>
                          <a:ea typeface="Pretendard"/>
                          <a:cs typeface="Pretendard"/>
                        </a:rPr>
                        <a:t>끊기</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H–H</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2 mol</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33438">
                <a:tc>
                  <a:txBody>
                    <a:bodyPr lIns="133350" tIns="133350" rIns="133350" bIns="133350"/>
                    <a:lstStyle/>
                    <a:p>
                      <a:pPr algn="l"/>
                      <a:r>
                        <a:rPr sz="3150" b="0">
                          <a:solidFill>
                            <a:srgbClr val="111111"/>
                          </a:solidFill>
                          <a:latin typeface="Pretendard"/>
                          <a:ea typeface="Pretendard"/>
                          <a:cs typeface="Pretendard"/>
                        </a:rPr>
                        <a:t>끊기</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3150" b="0">
                          <a:solidFill>
                            <a:srgbClr val="111111"/>
                          </a:solidFill>
                          <a:latin typeface="Pretendard"/>
                          <a:ea typeface="Pretendard"/>
                          <a:cs typeface="Pretendard"/>
                        </a:rPr>
                        <a:t>O=O</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3150" b="0">
                          <a:solidFill>
                            <a:srgbClr val="111111"/>
                          </a:solidFill>
                          <a:latin typeface="Pretendard"/>
                          <a:ea typeface="Pretendard"/>
                          <a:cs typeface="Pretendard"/>
                        </a:rPr>
                        <a:t>1 mol</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33438">
                <a:tc>
                  <a:txBody>
                    <a:bodyPr lIns="133350" tIns="133350" rIns="133350" bIns="133350"/>
                    <a:lstStyle/>
                    <a:p>
                      <a:pPr algn="l"/>
                      <a:r>
                        <a:rPr sz="3150" b="0">
                          <a:solidFill>
                            <a:srgbClr val="111111"/>
                          </a:solidFill>
                          <a:latin typeface="Pretendard"/>
                          <a:ea typeface="Pretendard"/>
                          <a:cs typeface="Pretendard"/>
                        </a:rPr>
                        <a:t>만들기</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O–H</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3150" b="0">
                          <a:solidFill>
                            <a:srgbClr val="111111"/>
                          </a:solidFill>
                          <a:latin typeface="Pretendard"/>
                          <a:ea typeface="Pretendard"/>
                          <a:cs typeface="Pretendard"/>
                        </a:rPr>
                        <a:t>4 mol</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bl>
          </a:graphicData>
        </a:graphic>
      </p:graphicFrame>
      <p:sp>
        <p:nvSpPr>
          <p:cNvPr id="10" name="takeaway-box">
            <a:extLst>
              <a:ext uri="{FF2B5EF4-FFF2-40B4-BE49-F238E27FC236}">
                <ns2:creationId id="{8CD51B27-8789-49B5-B8B5-D655D7D8EEB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takeaway">
            <a:extLst>
              <a:ext uri="{FF2B5EF4-FFF2-40B4-BE49-F238E27FC236}">
                <ns2:creationId id="{9F5D8E79-0296-4DF8-9756-411C8429A0D5}"/>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1277144650"/>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5" name="">
            <a:extLst>
              <a:ext uri="{FF2B5EF4-FFF2-40B4-BE49-F238E27FC236}">
                <ns2:creationId id="{1B5FC6A6-27DC-4A40-A5B4-3CF6F5F712AE}"/>
              </a:ext>
            </a:extLst>
          </p:cNvPr>
          <p:cNvPicPr>
            <a:picLocks noChangeAspect="1"/>
          </p:cNvPicPr>
          <p:nvPr/>
        </p:nvPicPr>
        <p:blipFill>
          <a:blip ns3:embed="R1d436cec8aed4d67"/>
          <a:stretch/>
        </p:blipFill>
        <p:spPr>
          <a:xfrm>
            <a:off x="16941800" y="382588"/>
            <a:ext cx="1028700" cy="733425"/>
          </a:xfrm>
          <a:prstGeom prst="rect">
            <a:avLst/>
          </a:prstGeom>
        </p:spPr>
      </p:pic>
      <p:sp>
        <p:nvSpPr>
          <p:cNvPr id="2" name="part_heading">
            <a:extLst>
              <a:ext uri="{FF2B5EF4-FFF2-40B4-BE49-F238E27FC236}">
                <ns2:creationId id="{925EC95E-A34A-45AC-B55D-960CF39D017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36E1BA44-DB40-402E-AE6C-68CB23FE926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a:ext uri="{FF2B5EF4-FFF2-40B4-BE49-F238E27FC236}">
                <ns2:creationId id="{F7C92899-1409-4F61-9F61-AF6F940EF6F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a:ext uri="{FF2B5EF4-FFF2-40B4-BE49-F238E27FC236}">
                <ns2:creationId id="{2806E7E7-F39A-4BAB-B976-FF35EA2B8EF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86D3D8EC-0587-4AE9-9C1B-753AEEE4F80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a:ext uri="{FF2B5EF4-FFF2-40B4-BE49-F238E27FC236}">
                <ns2:creationId id="{A230FC81-6172-455C-8720-151BCAE789A1}"/>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a:ext uri="{FF2B5EF4-FFF2-40B4-BE49-F238E27FC236}">
                <ns2:creationId id="{19CBB4D6-1746-4B1E-992D-B8C0C2C197E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a:ext uri="{FF2B5EF4-FFF2-40B4-BE49-F238E27FC236}">
                <ns2:creationId id="{53686DBA-EFFF-43E8-AB65-186ACBAAF995}"/>
              </a:ext>
            </a:extLst>
          </p:cNvPr>
          <p:cNvSpPr>
            <a:spLocks noGrp="1"/>
          </p:cNvSpPr>
          <p:nvPr/>
        </p:nvSpPr>
        <p:spPr>
          <a:xfrm>
            <a:off x="1238250" y="4676775"/>
            <a:ext cx="15811500" cy="714375"/>
          </a:xfrm>
          <a:prstGeom prst="rect">
            <a:avLst/>
          </a:prstGeom>
          <a:noFill/>
          <a:ln w="0">
            <a:noFill/>
          </a:ln>
        </p:spPr>
        <p:txBody>
          <a:bodyPr wrap="none" lIns="0" tIns="0" rIns="0" bIns="0" anchor="t">
            <a:noAutofit/>
          </a:bodyPr>
          <a:lstStyle>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a:ext uri="{FF2B5EF4-FFF2-40B4-BE49-F238E27FC236}">
                <ns2:creationId id="{C2026522-8BD9-47F4-AFD8-EBD220A7E0C8}"/>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1" name="step-circle-0">
            <a:extLst>
              <a:ext uri="{FF2B5EF4-FFF2-40B4-BE49-F238E27FC236}">
                <ns2:creationId id="{B6DF37ED-7255-4F4A-9D4F-F10F8F7CA112}"/>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2" name="step-number-0">
            <a:extLst>
              <a:ext uri="{FF2B5EF4-FFF2-40B4-BE49-F238E27FC236}">
                <ns2:creationId id="{DD7F6F39-2B38-472A-8F19-96EE5A1C5F3C}"/>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step-label-0">
            <a:extLst>
              <a:ext uri="{FF2B5EF4-FFF2-40B4-BE49-F238E27FC236}">
                <ns2:creationId id="{CEA8B5D3-ED9D-4D58-9F96-63907280ADBA}"/>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a:ext uri="{FF2B5EF4-FFF2-40B4-BE49-F238E27FC236}">
                <ns2:creationId id="{5243C7CB-7A88-4773-951F-46523174874C}"/>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a:ext uri="{FF2B5EF4-FFF2-40B4-BE49-F238E27FC236}">
                <ns2:creationId id="{84ABF513-B803-48F7-8EC9-25F56F9D1BFC}"/>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6" name="step-circle-1">
            <a:extLst>
              <a:ext uri="{FF2B5EF4-FFF2-40B4-BE49-F238E27FC236}">
                <ns2:creationId id="{DD96744E-7528-4363-A459-BED6D6C74A7F}"/>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7" name="step-number-1">
            <a:extLst>
              <a:ext uri="{FF2B5EF4-FFF2-40B4-BE49-F238E27FC236}">
                <ns2:creationId id="{5C645FC7-2D46-48E8-A55F-E2C8529CC4AD}"/>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step-label-1">
            <a:extLst>
              <a:ext uri="{FF2B5EF4-FFF2-40B4-BE49-F238E27FC236}">
                <ns2:creationId id="{6011B725-26BD-4BD1-A230-F219607853F2}"/>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a:ext uri="{FF2B5EF4-FFF2-40B4-BE49-F238E27FC236}">
                <ns2:creationId id="{4170B57A-58D4-44EA-8D6F-734DB6C4BF58}"/>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a:ext uri="{FF2B5EF4-FFF2-40B4-BE49-F238E27FC236}">
                <ns2:creationId id="{444F3E59-435F-42B2-BC26-A0C3873229FC}"/>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1" name="step-circle-2">
            <a:extLst>
              <a:ext uri="{FF2B5EF4-FFF2-40B4-BE49-F238E27FC236}">
                <ns2:creationId id="{417E82EC-98FE-473B-A9B5-10C05B153565}"/>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2" name="step-number-2">
            <a:extLst>
              <a:ext uri="{FF2B5EF4-FFF2-40B4-BE49-F238E27FC236}">
                <ns2:creationId id="{F494829A-A5BC-4B67-A170-129E662C7C45}"/>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3" name="step-label-2">
            <a:extLst>
              <a:ext uri="{FF2B5EF4-FFF2-40B4-BE49-F238E27FC236}">
                <ns2:creationId id="{5B77E279-B41A-4D99-BEAF-BC2D14A935C2}"/>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a:ext uri="{FF2B5EF4-FFF2-40B4-BE49-F238E27FC236}">
                <ns2:creationId id="{14A5608A-0121-4FCC-A571-EE0E3F9687CD}"/>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ns4:creationId val="430359565"/>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091BC4EC-F5CA-418C-A660-04C3A592CF75}"/>
              </a:ext>
            </a:extLst>
          </p:cNvPr>
          <p:cNvPicPr>
            <a:picLocks noChangeAspect="1"/>
          </p:cNvPicPr>
          <p:nvPr/>
        </p:nvPicPr>
        <p:blipFill>
          <a:blip ns3:embed="Rf540991d645948c6"/>
          <a:stretch/>
        </p:blipFill>
        <p:spPr>
          <a:xfrm>
            <a:off x="16941800" y="382588"/>
            <a:ext cx="1028700" cy="733425"/>
          </a:xfrm>
          <a:prstGeom prst="rect">
            <a:avLst/>
          </a:prstGeom>
        </p:spPr>
      </p:pic>
      <p:sp>
        <p:nvSpPr>
          <p:cNvPr id="2" name="part_heading">
            <a:extLst>
              <a:ext uri="{FF2B5EF4-FFF2-40B4-BE49-F238E27FC236}">
                <ns2:creationId id="{64AEEBAE-383A-4062-B5E6-030AE8EE11E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08A72685-EB54-4837-995B-B7A5A4276A4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07</a:t>
            </a:r>
          </a:p>
        </p:txBody>
      </p:sp>
      <p:sp>
        <p:nvSpPr>
          <p:cNvPr id="4" name="topic_heading">
            <a:extLst>
              <a:ext uri="{FF2B5EF4-FFF2-40B4-BE49-F238E27FC236}">
                <ns2:creationId id="{4D6A63CD-D57F-4065-8ACC-1CBC6EDFAA0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근삿값과 물질의 상태</a:t>
            </a:r>
          </a:p>
        </p:txBody>
      </p:sp>
      <p:sp>
        <p:nvSpPr>
          <p:cNvPr id="5" name="title">
            <a:extLst>
              <a:ext uri="{FF2B5EF4-FFF2-40B4-BE49-F238E27FC236}">
                <ns2:creationId id="{9F7AD1F5-E39E-4435-AB63-7A42B4BD26A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CA4B3D32-CD85-4E95-8D16-06FE0F71C72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page">
            <a:extLst>
              <a:ext uri="{FF2B5EF4-FFF2-40B4-BE49-F238E27FC236}">
                <ns2:creationId id="{57CF456D-975C-44E4-ACD2-63AE08CF4CAC}"/>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29 / 31</a:t>
            </a:r>
          </a:p>
        </p:txBody>
      </p:sp>
      <p:sp>
        <p:nvSpPr>
          <p:cNvPr id="8" name="copyright">
            <a:extLst>
              <a:ext uri="{FF2B5EF4-FFF2-40B4-BE49-F238E27FC236}">
                <ns2:creationId id="{1FE9C68B-D045-4F9C-945D-A5D19B0D4F2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gas-title">
            <a:extLst>
              <a:ext uri="{FF2B5EF4-FFF2-40B4-BE49-F238E27FC236}">
                <ns2:creationId id="{81577492-23A9-494C-9486-C1BEB84AF78E}"/>
              </a:ext>
            </a:extLst>
          </p:cNvPr>
          <p:cNvSpPr>
            <a:spLocks noGrp="1"/>
          </p:cNvSpPr>
          <p:nvPr/>
        </p:nvSpPr>
        <p:spPr>
          <a:xfrm>
            <a:off x="2095500" y="4953000"/>
            <a:ext cx="14097000" cy="571500"/>
          </a:xfrm>
          <a:prstGeom prst="rect">
            <a:avLst/>
          </a:prstGeom>
          <a:noFill/>
          <a:ln w="0">
            <a:noFill/>
          </a:ln>
        </p:spPr>
        <p:txBody>
          <a:bodyPr wrap="none" lIns="0" tIns="0" rIns="0" bIns="0" anchor="t">
            <a:noAutofit/>
          </a:bodyPr>
          <a:lstStyle>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평균 결합 에너지로 계산</a:t>
            </a:r>
          </a:p>
        </p:txBody>
      </p:sp>
      <p:sp>
        <p:nvSpPr>
          <p:cNvPr id="10" name="equation">
            <a:extLst>
              <a:ext uri="{FF2B5EF4-FFF2-40B4-BE49-F238E27FC236}">
                <ns2:creationId id="{69AA0398-3A92-4DAB-A049-84AF3EF26793}"/>
              </a:ext>
            </a:extLst>
          </p:cNvPr>
          <p:cNvSpPr>
            <a:spLocks noGrp="1"/>
          </p:cNvSpPr>
          <p:nvPr/>
        </p:nvSpPr>
        <p:spPr>
          <a:xfrm>
            <a:off x="1285875" y="5715000"/>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ΔH ≈ −470 kJ</a:t>
            </a:r>
          </a:p>
        </p:txBody>
      </p:sp>
      <p:sp>
        <p:nvSpPr>
          <p:cNvPr id="11" name="liquid-title">
            <a:extLst>
              <a:ext uri="{FF2B5EF4-FFF2-40B4-BE49-F238E27FC236}">
                <ns2:creationId id="{EC712E14-B462-49C4-8846-005606A70244}"/>
              </a:ext>
            </a:extLst>
          </p:cNvPr>
          <p:cNvSpPr>
            <a:spLocks noGrp="1"/>
          </p:cNvSpPr>
          <p:nvPr/>
        </p:nvSpPr>
        <p:spPr>
          <a:xfrm>
            <a:off x="2095500" y="7048500"/>
            <a:ext cx="14097000" cy="571500"/>
          </a:xfrm>
          <a:prstGeom prst="rect">
            <a:avLst/>
          </a:prstGeom>
          <a:noFill/>
          <a:ln w="0">
            <a:noFill/>
          </a:ln>
        </p:spPr>
        <p:txBody>
          <a:bodyPr wrap="none" lIns="0" tIns="0" rIns="0" bIns="0" anchor="t">
            <a:noAutofit/>
          </a:bodyPr>
          <a:lstStyle>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교과서의 액체 물 생성 반응</a:t>
            </a:r>
          </a:p>
        </p:txBody>
      </p:sp>
      <p:sp>
        <p:nvSpPr>
          <p:cNvPr id="12" name="equation">
            <a:extLst>
              <a:ext uri="{FF2B5EF4-FFF2-40B4-BE49-F238E27FC236}">
                <ns2:creationId id="{345B86CE-07B4-4A46-855E-7B2AF046F5F1}"/>
              </a:ext>
            </a:extLst>
          </p:cNvPr>
          <p:cNvSpPr>
            <a:spLocks noGrp="1"/>
          </p:cNvSpPr>
          <p:nvPr/>
        </p:nvSpPr>
        <p:spPr>
          <a:xfrm>
            <a:off x="1285875" y="7810500"/>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l</a:t>
            </a:r>
            <a:r>
              <a:rPr sz="3600" b="0">
                <a:solidFill>
                  <a:srgbClr val="111111"/>
                </a:solidFill>
                <a:latin typeface="Pretendard"/>
                <a:ea typeface="Pretendard"/>
                <a:cs typeface="Pretendard"/>
              </a:rPr>
              <a:t>)     ΔH = −571.6 kJ</a:t>
            </a:r>
          </a:p>
        </p:txBody>
      </p:sp>
    </p:spTree>
    <p:extLst>
      <p:ext uri="{BB962C8B-B14F-4D97-AF65-F5344CB8AC3E}">
        <ns4:creationId val="798089717"/>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4B8241EF-54BE-4C30-91B2-73D5A27F7BFE}"/>
              </a:ext>
            </a:extLst>
          </p:cNvPr>
          <p:cNvPicPr>
            <a:picLocks noChangeAspect="1"/>
          </p:cNvPicPr>
          <p:nvPr/>
        </p:nvPicPr>
        <p:blipFill>
          <a:blip ns3:embed="R68aaef1ccb534d9c"/>
          <a:stretch/>
        </p:blipFill>
        <p:spPr>
          <a:xfrm>
            <a:off x="16941800" y="382588"/>
            <a:ext cx="1028700" cy="733425"/>
          </a:xfrm>
          <a:prstGeom prst="rect">
            <a:avLst/>
          </a:prstGeom>
        </p:spPr>
      </p:pic>
      <p:sp>
        <p:nvSpPr>
          <p:cNvPr id="2" name="part_heading">
            <a:extLst>
              <a:ext uri="{FF2B5EF4-FFF2-40B4-BE49-F238E27FC236}">
                <ns2:creationId id="{CE3126BD-660D-49FE-978C-73B408924A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a:ext uri="{FF2B5EF4-FFF2-40B4-BE49-F238E27FC236}">
                <ns2:creationId id="{079B982B-974A-4997-A116-2F2F43D088A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CECFFD6-FD21-4041-98BB-C194478C77D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핵심 관계 정리</a:t>
            </a:r>
          </a:p>
        </p:txBody>
      </p:sp>
      <p:sp>
        <p:nvSpPr>
          <p:cNvPr id="5" name="title">
            <a:extLst>
              <a:ext uri="{FF2B5EF4-FFF2-40B4-BE49-F238E27FC236}">
                <ns2:creationId id="{B66DCE23-57E2-480F-9678-FC49F3EB395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6" name="explanation">
            <a:extLst>
              <a:ext uri="{FF2B5EF4-FFF2-40B4-BE49-F238E27FC236}">
                <ns2:creationId id="{E1537537-D850-436E-B26E-0FDFD2D89E9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7" name="page">
            <a:extLst>
              <a:ext uri="{FF2B5EF4-FFF2-40B4-BE49-F238E27FC236}">
                <ns2:creationId id="{CDC89B12-0CAD-4649-95B0-7F92C669FF66}"/>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30 / 31</a:t>
            </a:r>
          </a:p>
        </p:txBody>
      </p:sp>
      <p:sp>
        <p:nvSpPr>
          <p:cNvPr id="8" name="copyright">
            <a:extLst>
              <a:ext uri="{FF2B5EF4-FFF2-40B4-BE49-F238E27FC236}">
                <ns2:creationId id="{9E9385B6-4063-48AA-B683-E3D1981E54E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graphicFrame>
        <p:nvGraphicFramePr>
          <p:cNvPr id="9" name="">
            <a:extLst>
              <a:ext uri="{FF2B5EF4-FFF2-40B4-BE49-F238E27FC236}">
                <ns2:creationId id="{73667F9A-1FA5-4B13-AB3F-AE46BA200D4F}"/>
              </a:ext>
            </a:extLst>
          </p:cNvPr>
          <p:cNvGraphicFramePr/>
          <p:nvPr/>
        </p:nvGraphicFramePr>
        <p:xfrm>
          <a:off x="1905000" y="4762500"/>
          <a:ext cx="14478000" cy="4286250"/>
        </p:xfrm>
        <a:graphic>
          <a:graphicData uri="http://schemas.openxmlformats.org/drawingml/2006/table">
            <a:tbl>
              <a:tblPr/>
              <a:tblGrid>
                <a:gridCol w="4286250"/>
                <a:gridCol w="10191750"/>
              </a:tblGrid>
              <a:tr h="857250">
                <a:tc>
                  <a:txBody>
                    <a:bodyPr lIns="133350" tIns="133350" rIns="133350" bIns="133350"/>
                    <a:lstStyle/>
                    <a:p>
                      <a:pPr algn="l"/>
                      <a:r>
                        <a:rPr sz="2700" b="1">
                          <a:solidFill>
                            <a:srgbClr val="FFFFFF"/>
                          </a:solidFill>
                          <a:latin typeface="Pretendard"/>
                          <a:ea typeface="Pretendard"/>
                          <a:cs typeface="Pretendard"/>
                        </a:rPr>
                        <a:t>연결할 개념</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c>
                  <a:txBody>
                    <a:bodyPr lIns="133350" tIns="133350" rIns="133350" bIns="133350"/>
                    <a:lstStyle/>
                    <a:p>
                      <a:pPr algn="ctr"/>
                      <a:r>
                        <a:rPr sz="2700" b="1">
                          <a:solidFill>
                            <a:srgbClr val="FFFFFF"/>
                          </a:solidFill>
                          <a:latin typeface="Pretendard"/>
                          <a:ea typeface="Pretendard"/>
                          <a:cs typeface="Pretendard"/>
                        </a:rPr>
                        <a:t>확인할 관계</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595959"/>
                    </a:solidFill>
                  </a:tcPr>
                </a:tc>
              </a:tr>
              <a:tr h="857250">
                <a:tc>
                  <a:txBody>
                    <a:bodyPr lIns="133350" tIns="133350" rIns="133350" bIns="133350"/>
                    <a:lstStyle/>
                    <a:p>
                      <a:pPr algn="l"/>
                      <a:r>
                        <a:rPr sz="2700" b="0">
                          <a:solidFill>
                            <a:srgbClr val="111111"/>
                          </a:solidFill>
                          <a:latin typeface="Pretendard"/>
                          <a:ea typeface="Pretendard"/>
                          <a:cs typeface="Pretendard"/>
                        </a:rPr>
                        <a:t>열 출입과 부호</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발열 ΔH &lt; 0  /  흡열 ΔH &gt; 0</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57250">
                <a:tc>
                  <a:txBody>
                    <a:bodyPr lIns="133350" tIns="133350" rIns="133350" bIns="133350"/>
                    <a:lstStyle/>
                    <a:p>
                      <a:pPr algn="l"/>
                      <a:r>
                        <a:rPr sz="2700" b="0">
                          <a:solidFill>
                            <a:srgbClr val="111111"/>
                          </a:solidFill>
                          <a:latin typeface="Pretendard"/>
                          <a:ea typeface="Pretendard"/>
                          <a:cs typeface="Pretendard"/>
                        </a:rPr>
                        <a:t>계수와 반응 엔탈피</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계수 × n  →  ΔH × n</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r h="857250">
                <a:tc>
                  <a:txBody>
                    <a:bodyPr lIns="133350" tIns="133350" rIns="133350" bIns="133350"/>
                    <a:lstStyle/>
                    <a:p>
                      <a:pPr algn="l"/>
                      <a:r>
                        <a:rPr sz="2700" b="0">
                          <a:solidFill>
                            <a:srgbClr val="111111"/>
                          </a:solidFill>
                          <a:latin typeface="Pretendard"/>
                          <a:ea typeface="Pretendard"/>
                          <a:cs typeface="Pretendard"/>
                        </a:rPr>
                        <a:t>물질의 상태</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0F0"/>
                    </a:solidFill>
                  </a:tcPr>
                </a:tc>
                <a:tc>
                  <a:txBody>
                    <a:bodyPr lIns="133350" tIns="133350" rIns="133350" bIns="133350"/>
                    <a:lstStyle/>
                    <a:p>
                      <a:pPr algn="ctr"/>
                      <a:r>
                        <a:rPr sz="2700" b="0">
                          <a:solidFill>
                            <a:srgbClr val="111111"/>
                          </a:solidFill>
                          <a:latin typeface="Pretendard"/>
                          <a:ea typeface="Pretendard"/>
                          <a:cs typeface="Pretendard"/>
                        </a:rPr>
                        <a:t>상태가 다르면 반응 엔탈피도 달라진다</a:t>
                      </a:r>
                    </a:p>
                  </a:txBody>
                  <a:tcPr marL="91440" marR="91440" marT="45720" marB="45720" anchor="ctr">
                    <a:lnR w="19050">
                      <a:solidFill>
                        <a:srgbClr val="FFFFFF"/>
                      </a:solidFill>
                      <a:prstDash val="solid"/>
                    </a:lnR>
                    <a:lnB w="19050">
                      <a:solidFill>
                        <a:srgbClr val="FFFFFF"/>
                      </a:solidFill>
                      <a:prstDash val="solid"/>
                    </a:lnB>
                    <a:solidFill>
                      <a:srgbClr val="F0F0F0"/>
                    </a:solidFill>
                  </a:tcPr>
                </a:tc>
              </a:tr>
              <a:tr h="857250">
                <a:tc>
                  <a:txBody>
                    <a:bodyPr lIns="133350" tIns="133350" rIns="133350" bIns="133350"/>
                    <a:lstStyle/>
                    <a:p>
                      <a:pPr algn="l"/>
                      <a:r>
                        <a:rPr sz="2700" b="0">
                          <a:solidFill>
                            <a:srgbClr val="111111"/>
                          </a:solidFill>
                          <a:latin typeface="Pretendard"/>
                          <a:ea typeface="Pretendard"/>
                          <a:cs typeface="Pretendard"/>
                        </a:rPr>
                        <a:t>결합 에너지</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AFAFA"/>
                    </a:solidFill>
                  </a:tcPr>
                </a:tc>
                <a:tc>
                  <a:txBody>
                    <a:bodyPr lIns="133350" tIns="133350" rIns="133350" bIns="133350"/>
                    <a:lstStyle/>
                    <a:p>
                      <a:pPr algn="ctr"/>
                      <a:r>
                        <a:rPr sz="2700" b="0">
                          <a:solidFill>
                            <a:srgbClr val="111111"/>
                          </a:solidFill>
                          <a:latin typeface="Pretendard"/>
                          <a:ea typeface="Pretendard"/>
                          <a:cs typeface="Pretendard"/>
                        </a:rPr>
                        <a:t>끊는 데 흡수한 에너지 − 형성 시 방출한 에너지</a:t>
                      </a:r>
                    </a:p>
                  </a:txBody>
                  <a:tcPr marL="91440" marR="91440" marT="45720" marB="45720" anchor="ctr">
                    <a:lnR w="19050">
                      <a:solidFill>
                        <a:srgbClr val="FFFFFF"/>
                      </a:solidFill>
                      <a:prstDash val="solid"/>
                    </a:lnR>
                    <a:lnB w="19050">
                      <a:solidFill>
                        <a:srgbClr val="FFFFFF"/>
                      </a:solidFill>
                      <a:prstDash val="solid"/>
                    </a:lnB>
                    <a:solidFill>
                      <a:srgbClr val="FAFAFA"/>
                    </a:solidFill>
                  </a:tcPr>
                </a:tc>
              </a:tr>
            </a:tbl>
          </a:graphicData>
        </a:graphic>
      </p:graphicFrame>
    </p:spTree>
    <p:extLst>
      <p:ext uri="{BB962C8B-B14F-4D97-AF65-F5344CB8AC3E}">
        <ns4:creationId val="202819039"/>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CA61EB3D-5900-47FC-88A9-768A4343F44F}"/>
              </a:ext>
            </a:extLst>
          </p:cNvPr>
          <p:cNvPicPr>
            <a:picLocks noChangeAspect="1"/>
          </p:cNvPicPr>
          <p:nvPr/>
        </p:nvPicPr>
        <p:blipFill>
          <a:blip ns3:embed="Rc66c207aab9b4056"/>
          <a:stretch/>
        </p:blipFill>
        <p:spPr>
          <a:xfrm>
            <a:off x="16941800" y="382588"/>
            <a:ext cx="1028700" cy="733425"/>
          </a:xfrm>
          <a:prstGeom prst="rect">
            <a:avLst/>
          </a:prstGeom>
        </p:spPr>
      </p:pic>
      <p:sp>
        <p:nvSpPr>
          <p:cNvPr id="2" name="part_heading">
            <a:extLst>
              <a:ext uri="{FF2B5EF4-FFF2-40B4-BE49-F238E27FC236}">
                <ns2:creationId id="{E4097400-764D-4F9F-A566-8C5DBF1AB7A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a:ext uri="{FF2B5EF4-FFF2-40B4-BE49-F238E27FC236}">
                <ns2:creationId id="{3685DAD5-A911-4160-99E8-280007AD5A7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9099C24-EF0B-4462-A2AE-2C3D9DE7D72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 설명과 형성평가</a:t>
            </a:r>
          </a:p>
        </p:txBody>
      </p:sp>
      <p:sp>
        <p:nvSpPr>
          <p:cNvPr id="5" name="title">
            <a:extLst>
              <a:ext uri="{FF2B5EF4-FFF2-40B4-BE49-F238E27FC236}">
                <ns2:creationId id="{C719D6D9-91EA-4830-BB3F-4243792E78E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6" name="explanation">
            <a:extLst>
              <a:ext uri="{FF2B5EF4-FFF2-40B4-BE49-F238E27FC236}">
                <ns2:creationId id="{82A3D48F-EB5E-4B89-94E8-ED00ED68375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7" name="page">
            <a:extLst>
              <a:ext uri="{FF2B5EF4-FFF2-40B4-BE49-F238E27FC236}">
                <ns2:creationId id="{3197F711-4BCE-48AC-A557-1E5E3A683619}"/>
              </a:ext>
            </a:extLst>
          </p:cNvPr>
          <p:cNvSpPr>
            <a:spLocks noGrp="1"/>
          </p:cNvSpPr>
          <p:nvPr/>
        </p:nvSpPr>
        <p:spPr>
          <a:xfrm>
            <a:off x="685800" y="9877425"/>
            <a:ext cx="1905000" cy="285750"/>
          </a:xfrm>
          <a:prstGeom prst="rect">
            <a:avLst/>
          </a:prstGeom>
          <a:noFill/>
          <a:ln w="0">
            <a:noFill/>
          </a:ln>
        </p:spPr>
        <p:txBody>
          <a:bodyPr wrap="none" lIns="0" tIns="0" rIns="0" bIns="0" anchor="t">
            <a:noAutofit/>
          </a:bodyPr>
          <a:lstStyle>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31 / 31</a:t>
            </a:r>
          </a:p>
        </p:txBody>
      </p:sp>
      <p:sp>
        <p:nvSpPr>
          <p:cNvPr id="8" name="copyright">
            <a:extLst>
              <a:ext uri="{FF2B5EF4-FFF2-40B4-BE49-F238E27FC236}">
                <ns2:creationId id="{7B42CF91-D3B9-47B4-9C58-9F9018DB310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a:ext uri="{FF2B5EF4-FFF2-40B4-BE49-F238E27FC236}">
                <ns2:creationId id="{AAAAC777-90B1-41CF-8A1D-4985C3711C80}"/>
              </a:ext>
            </a:extLst>
          </p:cNvPr>
          <p:cNvPicPr>
            <a:picLocks noChangeAspect="1"/>
          </p:cNvPicPr>
          <p:nvPr/>
        </p:nvPicPr>
        <p:blipFill>
          <a:blip ns3:embed="R6162d29ea1af42d3"/>
          <a:stretch/>
        </p:blipFill>
        <p:spPr>
          <a:xfrm>
            <a:off x="1809750" y="5842428"/>
            <a:ext cx="4095750" cy="3078894"/>
          </a:xfrm>
          <a:prstGeom prst="rect">
            <a:avLst/>
          </a:prstGeom>
        </p:spPr>
      </p:pic>
      <p:sp>
        <p:nvSpPr>
          <p:cNvPr id="10" name="return">
            <a:extLst>
              <a:ext uri="{FF2B5EF4-FFF2-40B4-BE49-F238E27FC236}">
                <ns2:creationId id="{A9678686-015D-4D98-BCC8-D1C8751E00C5}"/>
              </a:ext>
            </a:extLst>
          </p:cNvPr>
          <p:cNvSpPr>
            <a:spLocks noGrp="1"/>
          </p:cNvSpPr>
          <p:nvPr/>
        </p:nvSpPr>
        <p:spPr>
          <a:xfrm>
            <a:off x="7334250" y="4667250"/>
            <a:ext cx="9334500" cy="1809750"/>
          </a:xfrm>
          <a:prstGeom prst="rect">
            <a:avLst/>
          </a:prstGeom>
          <a:noFill/>
          <a:ln w="0">
            <a:noFill/>
          </a:ln>
        </p:spPr>
        <p:txBody>
          <a:bodyPr wrap="none" lIns="0" tIns="0" rIns="0" bIns="0" anchor="t">
            <a:noAutofit/>
          </a:bodyPr>
          <a:lstStyle>
            <a:defPPr algn="l">
              <a:defRPr sz="3375" b="1">
                <a:solidFill>
                  <a:srgbClr val="111111"/>
                </a:solidFill>
                <a:latin typeface="Pretendard"/>
                <a:ea typeface="Pretendard"/>
                <a:cs typeface="Pretendard"/>
              </a:defRPr>
            </a:defPPr>
            <a:lvl1pPr algn="l">
              <a:defRPr sz="3375" b="1">
                <a:solidFill>
                  <a:srgbClr val="111111"/>
                </a:solidFill>
                <a:latin typeface="Pretendard"/>
                <a:ea typeface="Pretendard"/>
                <a:cs typeface="Pretendard"/>
              </a:defRPr>
            </a:lvl1pPr>
            <a:lvl2pPr algn="l">
              <a:defRPr sz="3375" b="1">
                <a:solidFill>
                  <a:srgbClr val="111111"/>
                </a:solidFill>
                <a:latin typeface="Pretendard"/>
                <a:ea typeface="Pretendard"/>
                <a:cs typeface="Pretendard"/>
              </a:defRPr>
            </a:lvl2pPr>
            <a:lvl3pPr algn="l">
              <a:defRPr sz="3375" b="1">
                <a:solidFill>
                  <a:srgbClr val="111111"/>
                </a:solidFill>
                <a:latin typeface="Pretendard"/>
                <a:ea typeface="Pretendard"/>
                <a:cs typeface="Pretendard"/>
              </a:defRPr>
            </a:lvl3pPr>
            <a:lvl4pPr algn="l">
              <a:defRPr sz="3375" b="1">
                <a:solidFill>
                  <a:srgbClr val="111111"/>
                </a:solidFill>
                <a:latin typeface="Pretendard"/>
                <a:ea typeface="Pretendard"/>
                <a:cs typeface="Pretendard"/>
              </a:defRPr>
            </a:lvl4pPr>
            <a:lvl5pPr algn="l">
              <a:defRPr sz="3375" b="1">
                <a:solidFill>
                  <a:srgbClr val="111111"/>
                </a:solidFill>
                <a:latin typeface="Pretendard"/>
                <a:ea typeface="Pretendard"/>
                <a:cs typeface="Pretendard"/>
              </a:defRPr>
            </a:lvl5pPr>
            <a:lvl6pPr algn="l">
              <a:defRPr sz="3375" b="1">
                <a:solidFill>
                  <a:srgbClr val="111111"/>
                </a:solidFill>
                <a:latin typeface="Pretendard"/>
                <a:ea typeface="Pretendard"/>
                <a:cs typeface="Pretendard"/>
              </a:defRPr>
            </a:lvl6pPr>
            <a:lvl7pPr algn="l">
              <a:defRPr sz="3375" b="1">
                <a:solidFill>
                  <a:srgbClr val="111111"/>
                </a:solidFill>
                <a:latin typeface="Pretendard"/>
                <a:ea typeface="Pretendard"/>
                <a:cs typeface="Pretendard"/>
              </a:defRPr>
            </a:lvl7pPr>
            <a:lvl8pPr algn="l">
              <a:defRPr sz="3375" b="1">
                <a:solidFill>
                  <a:srgbClr val="111111"/>
                </a:solidFill>
                <a:latin typeface="Pretendard"/>
                <a:ea typeface="Pretendard"/>
                <a:cs typeface="Pretendard"/>
              </a:defRPr>
            </a:lvl8pPr>
            <a:lvl9pPr algn="l">
              <a:defRPr sz="3375" b="1">
                <a:solidFill>
                  <a:srgbClr val="111111"/>
                </a:solidFill>
                <a:latin typeface="Pretendard"/>
                <a:ea typeface="Pretendard"/>
                <a:cs typeface="Pretendard"/>
              </a:defRPr>
            </a:lvl9pPr>
          </a:lstStyle>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손난로 속 철의 산화</a:t>
            </a:r>
          </a:p>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주위로 열 방출</a:t>
            </a:r>
          </a:p>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반응계의 ΔH &lt; 0</a:t>
            </a:r>
          </a:p>
        </p:txBody>
      </p:sp>
      <p:sp>
        <p:nvSpPr>
          <p:cNvPr id="11" name="exit">
            <a:extLst>
              <a:ext uri="{FF2B5EF4-FFF2-40B4-BE49-F238E27FC236}">
                <ns2:creationId id="{70C12E6F-DC55-4D40-B805-E45384655AF1}"/>
              </a:ext>
            </a:extLst>
          </p:cNvPr>
          <p:cNvSpPr>
            <a:spLocks noGrp="1"/>
          </p:cNvSpPr>
          <p:nvPr/>
        </p:nvSpPr>
        <p:spPr>
          <a:xfrm>
            <a:off x="7334250" y="6905625"/>
            <a:ext cx="9525000" cy="119062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H₂(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F₂(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2HF(</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a:t>
            </a:r>
          </a:p>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ΔH를 구해 보자</a:t>
            </a:r>
          </a:p>
        </p:txBody>
      </p:sp>
      <p:sp>
        <p:nvSpPr>
          <p:cNvPr id="12" name="answer-1">
            <a:extLst>
              <a:ext uri="{FF2B5EF4-FFF2-40B4-BE49-F238E27FC236}">
                <ns2:creationId id="{89B31DC3-BBE2-4853-B7F6-57B50C0B4D7D}"/>
              </a:ext>
            </a:extLst>
          </p:cNvPr>
          <p:cNvSpPr>
            <a:spLocks noGrp="1"/>
          </p:cNvSpPr>
          <p:nvPr/>
        </p:nvSpPr>
        <p:spPr>
          <a:xfrm>
            <a:off x="6667500" y="8572500"/>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ΔH ≈ 436 + 159 − 2 × 570 = −545 kJ</a:t>
            </a:r>
          </a:p>
        </p:txBody>
      </p:sp>
    </p:spTree>
    <p:extLst>
      <p:ext uri="{BB962C8B-B14F-4D97-AF65-F5344CB8AC3E}">
        <ns4:creationId val="154659071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2026-10-19T15:34:17.3350000Z</dcterms:created>
  <dcterms:modified xsi:type="dcterms:W3CDTF">2026-10-19T15:34:17.3350000Z</dcterms:modified>
</coreProperties>
</file>