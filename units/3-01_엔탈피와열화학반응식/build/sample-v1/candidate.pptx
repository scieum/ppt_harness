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2acbed40cc4cdb" /><Relationship Type="http://schemas.openxmlformats.org/officeDocument/2006/relationships/extended-properties" Target="/docProps/app.xml" Id="R863efe6bf20e44e8" /><Relationship Type="http://schemas.openxmlformats.org/officeDocument/2006/relationships/officeDocument" Target="/ppt/presentation.xml" Id="R2ab1e502ae614002" /></Relationships>
</file>

<file path=ppt/presentation.xml><?xml version="1.0" encoding="utf-8"?>
<p:presentation xmlns:p="http://schemas.openxmlformats.org/presentationml/2006/main">
  <p:sldMasterIdLst>
    <p:sldMasterId xmlns:r="http://schemas.openxmlformats.org/officeDocument/2006/relationships" id="2147483648" r:id="R6562ebc32d12479b"/>
  </p:sldMasterIdLst>
  <p:notesMasterIdLst>
    <p:notesMasterId xmlns:r="http://schemas.openxmlformats.org/officeDocument/2006/relationships" r:id="R1a899ceda28a41f1"/>
  </p:notesMasterIdLst>
  <p:sldIdLst>
    <p:sldId xmlns:r="http://schemas.openxmlformats.org/officeDocument/2006/relationships" id="256" r:id="Re87de8979ef0406c"/>
    <p:sldId xmlns:r="http://schemas.openxmlformats.org/officeDocument/2006/relationships" id="257" r:id="R0d1d7359d3f5470a"/>
    <p:sldId xmlns:r="http://schemas.openxmlformats.org/officeDocument/2006/relationships" id="258" r:id="R8f13944220354000"/>
    <p:sldId xmlns:r="http://schemas.openxmlformats.org/officeDocument/2006/relationships" id="259" r:id="R793cb08ff04b46c3"/>
    <p:sldId xmlns:r="http://schemas.openxmlformats.org/officeDocument/2006/relationships" id="260" r:id="Rf5703f4e3ab843e3"/>
    <p:sldId xmlns:r="http://schemas.openxmlformats.org/officeDocument/2006/relationships" id="261" r:id="Rff1bb39e9cfc41ce"/>
    <p:sldId xmlns:r="http://schemas.openxmlformats.org/officeDocument/2006/relationships" id="262" r:id="R0c1d23fd83b84971"/>
    <p:sldId xmlns:r="http://schemas.openxmlformats.org/officeDocument/2006/relationships" id="263" r:id="R24e9fb192fd44319"/>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e4601bfe0e4d51" /><Relationship Type="http://schemas.openxmlformats.org/officeDocument/2006/relationships/slideMaster" Target="/ppt/slideMasters/slideMaster1.xml" Id="R6562ebc32d12479b" /><Relationship Type="http://schemas.openxmlformats.org/officeDocument/2006/relationships/notesMaster" Target="/ppt/notesMasters/notesMaster1.xml" Id="R1a899ceda28a41f1" /><Relationship Type="http://schemas.openxmlformats.org/officeDocument/2006/relationships/presProps" Target="/ppt/presProps.xml" Id="Rc8d88512748d41aa" /><Relationship Type="http://schemas.openxmlformats.org/officeDocument/2006/relationships/tableStyles" Target="/ppt/tableStyles.xml" Id="Rd6c33461cda24446" /><Relationship Type="http://schemas.openxmlformats.org/officeDocument/2006/relationships/slide" Target="/ppt/slides/slide1.xml" Id="Re87de8979ef0406c" /><Relationship Type="http://schemas.openxmlformats.org/officeDocument/2006/relationships/slide" Target="/ppt/slides/slide2.xml" Id="R0d1d7359d3f5470a" /><Relationship Type="http://schemas.openxmlformats.org/officeDocument/2006/relationships/slide" Target="/ppt/slides/slide3.xml" Id="R8f13944220354000" /><Relationship Type="http://schemas.openxmlformats.org/officeDocument/2006/relationships/slide" Target="/ppt/slides/slide4.xml" Id="R793cb08ff04b46c3" /><Relationship Type="http://schemas.openxmlformats.org/officeDocument/2006/relationships/slide" Target="/ppt/slides/slide5.xml" Id="Rf5703f4e3ab843e3" /><Relationship Type="http://schemas.openxmlformats.org/officeDocument/2006/relationships/slide" Target="/ppt/slides/slide6.xml" Id="Rff1bb39e9cfc41ce" /><Relationship Type="http://schemas.openxmlformats.org/officeDocument/2006/relationships/slide" Target="/ppt/slides/slide7.xml" Id="R0c1d23fd83b84971" /><Relationship Type="http://schemas.openxmlformats.org/officeDocument/2006/relationships/slide" Target="/ppt/slides/slide8.xml" Id="R24e9fb192fd443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b08525bc0e4bd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d09a0cfb464aa4" /><Relationship Type="http://schemas.openxmlformats.org/officeDocument/2006/relationships/notesMaster" Target="/ppt/notesMasters/notesMaster1.xml" Id="R283c93913bc34bb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bc747d6fd7453b" /><Relationship Type="http://schemas.openxmlformats.org/officeDocument/2006/relationships/notesMaster" Target="/ppt/notesMasters/notesMaster1.xml" Id="R26c1a4c4ded1449a"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45712cff294e92" /><Relationship Type="http://schemas.openxmlformats.org/officeDocument/2006/relationships/notesMaster" Target="/ppt/notesMasters/notesMaster1.xml" Id="R7c05038ddfe04c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dd86662f0547e6" /><Relationship Type="http://schemas.openxmlformats.org/officeDocument/2006/relationships/notesMaster" Target="/ppt/notesMasters/notesMaster1.xml" Id="R8bf09719d8e54a8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02c177b52b44a8" /><Relationship Type="http://schemas.openxmlformats.org/officeDocument/2006/relationships/notesMaster" Target="/ppt/notesMasters/notesMaster1.xml" Id="Rf1179ab7b88643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01fab8967d404d" /><Relationship Type="http://schemas.openxmlformats.org/officeDocument/2006/relationships/notesMaster" Target="/ppt/notesMasters/notesMaster1.xml" Id="R88559edfdf8a42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b9b8b8f31e4c5d" /><Relationship Type="http://schemas.openxmlformats.org/officeDocument/2006/relationships/notesMaster" Target="/ppt/notesMasters/notesMaster1.xml" Id="Redfd0628156740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2e669897fdf4552" /><Relationship Type="http://schemas.openxmlformats.org/officeDocument/2006/relationships/notesMaster" Target="/ppt/notesMasters/notesMaster1.xml" Id="Rd6ec436a7d0e4b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56556c9d204f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ec61d89f4fe4b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02b091458f1489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1eb5a503a549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b8175c3c0fd48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09cf4efabf944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2CB4B8-4B69-4BAC-A6A9-15F5C83FC231}"/>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E457D1E-27D4-4190-87FA-FD83084D90E1}"/>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AAFECC-E3B8-495F-853A-AC088923B722}"/>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C1D460B-B8B3-422B-B310-D15DACB48CD0}"/>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55453C-0CCC-459A-841F-FCD232BF0ECA}"/>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F7BBF36-4B2A-4514-86F4-59801064A56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E1ECEA0-2101-4AA4-AA13-20642729886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5EBE74-CEEE-4AB9-9851-A72F6BA82668}"/>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89C5C6-6139-4254-9A0F-D0EEF8696CC1}"/>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FDA495-24DD-4073-8DB7-56A3DEEDD26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98a1e3fcb0418a" /><Relationship Type="http://schemas.openxmlformats.org/officeDocument/2006/relationships/slideLayout" Target="/ppt/slideLayouts/slideLayout1.xml" Id="R21667825984644d0" /><Relationship Type="http://schemas.openxmlformats.org/officeDocument/2006/relationships/slideLayout" Target="/ppt/slideLayouts/slideLayout2.xml" Id="Rc680c0d8720541d2" /><Relationship Type="http://schemas.openxmlformats.org/officeDocument/2006/relationships/slideLayout" Target="/ppt/slideLayouts/slideLayout3.xml" Id="Rba63334f0d914931" /><Relationship Type="http://schemas.openxmlformats.org/officeDocument/2006/relationships/slideLayout" Target="/ppt/slideLayouts/slideLayout4.xml" Id="R7a60e503720143bb" /><Relationship Type="http://schemas.openxmlformats.org/officeDocument/2006/relationships/slideLayout" Target="/ppt/slideLayouts/slideLayout5.xml" Id="R997c281c82974df8" /><Relationship Type="http://schemas.openxmlformats.org/officeDocument/2006/relationships/slideLayout" Target="/ppt/slideLayouts/slideLayout6.xml" Id="R492be8b02a284f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1667825984644d0"/>
    <p:sldLayoutId xmlns:r="http://schemas.openxmlformats.org/officeDocument/2006/relationships" id="2147483650" r:id="Rc680c0d8720541d2"/>
    <p:sldLayoutId xmlns:r="http://schemas.openxmlformats.org/officeDocument/2006/relationships" id="2147483651" r:id="Rba63334f0d914931"/>
    <p:sldLayoutId xmlns:r="http://schemas.openxmlformats.org/officeDocument/2006/relationships" id="2147483652" r:id="R7a60e503720143bb"/>
    <p:sldLayoutId xmlns:r="http://schemas.openxmlformats.org/officeDocument/2006/relationships" id="2147483653" r:id="R997c281c82974df8"/>
    <p:sldLayoutId xmlns:r="http://schemas.openxmlformats.org/officeDocument/2006/relationships" id="2147483654" r:id="R492be8b02a284f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ad0c3b7511b42fc" /><Relationship Type="http://schemas.openxmlformats.org/officeDocument/2006/relationships/image" Target="/ppt/media/image.png" Id="R985ef163a9664a9f" /><Relationship Type="http://schemas.openxmlformats.org/officeDocument/2006/relationships/image" Target="/ppt/media/image2.png" Id="R437e3a2deeb948d9" /><Relationship Type="http://schemas.openxmlformats.org/officeDocument/2006/relationships/image" Target="/ppt/media/image3.png" Id="R8948460c6e064fba" /><Relationship Type="http://schemas.openxmlformats.org/officeDocument/2006/relationships/image" Target="/ppt/media/image4.png" Id="Rc18299f617594476" /><Relationship Type="http://schemas.openxmlformats.org/officeDocument/2006/relationships/notesSlide" Target="/ppt/notesSlides/notesSlide1.xml" Id="R26572309944042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25ae07749944a2" /><Relationship Type="http://schemas.openxmlformats.org/officeDocument/2006/relationships/image" Target="/ppt/media/image5.png" Id="R421b055b66e34b35" /><Relationship Type="http://schemas.openxmlformats.org/officeDocument/2006/relationships/image" Target="/ppt/media/image6.png" Id="Ra4727cdf26d84b65" /><Relationship Type="http://schemas.openxmlformats.org/officeDocument/2006/relationships/image" Target="/ppt/media/image7.png" Id="R96fdf987644545e1" /><Relationship Type="http://schemas.openxmlformats.org/officeDocument/2006/relationships/image" Target="/ppt/media/image8.png" Id="R79d6af6747ad42a5" /><Relationship Type="http://schemas.openxmlformats.org/officeDocument/2006/relationships/image" Target="/ppt/media/image9.png" Id="R2d2be44d1be64c33" /><Relationship Type="http://schemas.openxmlformats.org/officeDocument/2006/relationships/image" Target="/ppt/media/image10.png" Id="R791d2f1438a442fd" /><Relationship Type="http://schemas.openxmlformats.org/officeDocument/2006/relationships/image" Target="/ppt/media/image11.png" Id="R0313475e3df74b19" /><Relationship Type="http://schemas.openxmlformats.org/officeDocument/2006/relationships/image" Target="/ppt/media/image12.png" Id="R1a462759c52e4739" /><Relationship Type="http://schemas.openxmlformats.org/officeDocument/2006/relationships/image" Target="/ppt/media/image13.png" Id="R2a065324d2694ca0" /><Relationship Type="http://schemas.openxmlformats.org/officeDocument/2006/relationships/notesSlide" Target="/ppt/notesSlides/notesSlide2.xml" Id="Ra988fdaced074c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83ecedf3b5a4367" /><Relationship Type="http://schemas.openxmlformats.org/officeDocument/2006/relationships/image" Target="/ppt/media/image14.png" Id="R57af97b9c9f24f6c" /><Relationship Type="http://schemas.openxmlformats.org/officeDocument/2006/relationships/image" Target="/ppt/media/image15.png" Id="R6ebb80c6ab16472c" /><Relationship Type="http://schemas.openxmlformats.org/officeDocument/2006/relationships/image" Target="/ppt/media/image16.png" Id="R125469bf43504b01" /><Relationship Type="http://schemas.openxmlformats.org/officeDocument/2006/relationships/notesSlide" Target="/ppt/notesSlides/notesSlide3.xml" Id="Ra4c7cd293ccd4f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e38799c16104da9" /><Relationship Type="http://schemas.openxmlformats.org/officeDocument/2006/relationships/image" Target="/ppt/media/image17.png" Id="Ra6e7f5d3809f4a64" /><Relationship Type="http://schemas.openxmlformats.org/officeDocument/2006/relationships/image" Target="/ppt/media/image18.png" Id="R795ab508da9b4f9f" /><Relationship Type="http://schemas.openxmlformats.org/officeDocument/2006/relationships/notesSlide" Target="/ppt/notesSlides/notesSlide4.xml" Id="R8b8c757258584e6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390bb599bbb4fec" /><Relationship Type="http://schemas.openxmlformats.org/officeDocument/2006/relationships/image" Target="/ppt/media/image19.png" Id="R58ee1c4054a34c8c" /><Relationship Type="http://schemas.openxmlformats.org/officeDocument/2006/relationships/image" Target="/ppt/media/image20.png" Id="R33f9ac3cb72646f3" /><Relationship Type="http://schemas.openxmlformats.org/officeDocument/2006/relationships/notesSlide" Target="/ppt/notesSlides/notesSlide5.xml" Id="Rce12608e5a1e4a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77ccfa04714f07" /><Relationship Type="http://schemas.openxmlformats.org/officeDocument/2006/relationships/image" Target="/ppt/media/image21.png" Id="Rc7c0f8ced82a43c7" /><Relationship Type="http://schemas.openxmlformats.org/officeDocument/2006/relationships/image" Target="/ppt/media/image22.png" Id="Rab514f727db84cf9" /><Relationship Type="http://schemas.openxmlformats.org/officeDocument/2006/relationships/image" Target="/ppt/media/image23.png" Id="R30ae9e3e725d434e" /><Relationship Type="http://schemas.openxmlformats.org/officeDocument/2006/relationships/notesSlide" Target="/ppt/notesSlides/notesSlide6.xml" Id="R755a888486c446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0df79a8ab7441f3" /><Relationship Type="http://schemas.openxmlformats.org/officeDocument/2006/relationships/image" Target="/ppt/media/image24.png" Id="R0ad912b298ba41ce" /><Relationship Type="http://schemas.openxmlformats.org/officeDocument/2006/relationships/image" Target="/ppt/media/image25.png" Id="R3455d114f1fb4600" /><Relationship Type="http://schemas.openxmlformats.org/officeDocument/2006/relationships/notesSlide" Target="/ppt/notesSlides/notesSlide7.xml" Id="R6f2a19b3a26b4d0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d67137c567d44fe" /><Relationship Type="http://schemas.openxmlformats.org/officeDocument/2006/relationships/image" Target="/ppt/media/image26.png" Id="Re305417704814afc" /><Relationship Type="http://schemas.openxmlformats.org/officeDocument/2006/relationships/image" Target="/ppt/media/image27.png" Id="R5b838348e494441e" /><Relationship Type="http://schemas.openxmlformats.org/officeDocument/2006/relationships/notesSlide" Target="/ppt/notesSlides/notesSlide8.xml" Id="R0168beb2a739465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211C4B2-2965-4082-AB7B-8D22C402AF81}"/>
              </a:ext>
            </a:extLst>
          </p:cNvPr>
          <p:cNvPicPr>
            <a:picLocks xmlns:a="http://schemas.openxmlformats.org/drawingml/2006/main" noChangeAspect="1"/>
          </p:cNvPicPr>
          <p:nvPr/>
        </p:nvPicPr>
        <p:blipFill>
          <a:blip xmlns:r="http://schemas.openxmlformats.org/officeDocument/2006/relationships" xmlns:a="http://schemas.openxmlformats.org/drawingml/2006/main" r:embed="R985ef163a9664a9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149A0F14-3038-40AD-B713-185F3FC932B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393E8B43-DF4B-4E86-A5B0-85E84FDF46B3}"/>
              </a:ext>
            </a:extLst>
          </p:cNvPr>
          <p:cNvPicPr>
            <a:picLocks xmlns:a="http://schemas.openxmlformats.org/drawingml/2006/main" noChangeAspect="1"/>
          </p:cNvPicPr>
          <p:nvPr/>
        </p:nvPicPr>
        <p:blipFill>
          <a:blip xmlns:r="http://schemas.openxmlformats.org/officeDocument/2006/relationships" xmlns:a="http://schemas.openxmlformats.org/drawingml/2006/main" r:embed="R437e3a2deeb948d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A256798E-73B3-4592-B472-20FF05F62CB0}"/>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pic>
        <p:nvPicPr>
          <p:cNvPr id="5" name="">
            <a:extLst xmlns:a="http://schemas.openxmlformats.org/drawingml/2006/main">
              <a:ext uri="{FF2B5EF4-FFF2-40B4-BE49-F238E27FC236}">
                <a16:creationId xmlns:a16="http://schemas.microsoft.com/office/drawing/2014/main" id="{BB20678D-8C65-42C2-8FE0-89FBD49EAA89}"/>
              </a:ext>
            </a:extLst>
          </p:cNvPr>
          <p:cNvPicPr>
            <a:picLocks xmlns:a="http://schemas.openxmlformats.org/drawingml/2006/main" noChangeAspect="1"/>
          </p:cNvPicPr>
          <p:nvPr/>
        </p:nvPicPr>
        <p:blipFill>
          <a:blip xmlns:r="http://schemas.openxmlformats.org/officeDocument/2006/relationships" xmlns:a="http://schemas.openxmlformats.org/drawingml/2006/main" r:embed="R8948460c6e064fba"/>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736BED08-4C52-4057-AC1F-2E267A16C616}"/>
              </a:ext>
            </a:extLst>
          </p:cNvPr>
          <p:cNvPicPr>
            <a:picLocks xmlns:a="http://schemas.openxmlformats.org/drawingml/2006/main" noChangeAspect="1"/>
          </p:cNvPicPr>
          <p:nvPr/>
        </p:nvPicPr>
        <p:blipFill>
          <a:blip xmlns:r="http://schemas.openxmlformats.org/officeDocument/2006/relationships" xmlns:a="http://schemas.openxmlformats.org/drawingml/2006/main" r:embed="Rc18299f617594476"/>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
            <a:extLst xmlns:a="http://schemas.openxmlformats.org/drawingml/2006/main">
              <a:ext uri="{FF2B5EF4-FFF2-40B4-BE49-F238E27FC236}">
                <a16:creationId xmlns:a16="http://schemas.microsoft.com/office/drawing/2014/main" id="{B4146C79-4AA8-49B6-B7C8-F31CD33818F1}"/>
              </a:ext>
            </a:extLst>
          </p:cNvPr>
          <p:cNvSpPr>
            <a:spLocks xmlns:a="http://schemas.openxmlformats.org/drawingml/2006/main" noGrp="1"/>
          </p:cNvSpPr>
          <p:nvPr/>
        </p:nvSpPr>
        <p:spPr>
          <a:xfrm xmlns:a="http://schemas.openxmlformats.org/drawingml/2006/main">
            <a:off x="1321118" y="2565083"/>
            <a:ext cx="13956983" cy="2933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defRPr>
            </a:defPPr>
            <a:lvl1pPr algn="l">
              <a:defRPr sz="6750" b="1">
                <a:solidFill>
                  <a:srgbClr val="FFFFFF"/>
                </a:solidFill>
              </a:defRPr>
            </a:lvl1pPr>
            <a:lvl2pPr algn="l">
              <a:defRPr sz="6750" b="1">
                <a:solidFill>
                  <a:srgbClr val="FFFFFF"/>
                </a:solidFill>
              </a:defRPr>
            </a:lvl2pPr>
            <a:lvl3pPr algn="l">
              <a:defRPr sz="6750" b="1">
                <a:solidFill>
                  <a:srgbClr val="FFFFFF"/>
                </a:solidFill>
              </a:defRPr>
            </a:lvl3pPr>
            <a:lvl4pPr algn="l">
              <a:defRPr sz="6750" b="1">
                <a:solidFill>
                  <a:srgbClr val="FFFFFF"/>
                </a:solidFill>
              </a:defRPr>
            </a:lvl4pPr>
            <a:lvl5pPr algn="l">
              <a:defRPr sz="6750" b="1">
                <a:solidFill>
                  <a:srgbClr val="FFFFFF"/>
                </a:solidFill>
              </a:defRPr>
            </a:lvl5pPr>
            <a:lvl6pPr algn="l">
              <a:defRPr sz="6750" b="1">
                <a:solidFill>
                  <a:srgbClr val="FFFFFF"/>
                </a:solidFill>
              </a:defRPr>
            </a:lvl6pPr>
            <a:lvl7pPr algn="l">
              <a:defRPr sz="6750" b="1">
                <a:solidFill>
                  <a:srgbClr val="FFFFFF"/>
                </a:solidFill>
              </a:defRPr>
            </a:lvl7pPr>
            <a:lvl8pPr algn="l">
              <a:defRPr sz="6750" b="1">
                <a:solidFill>
                  <a:srgbClr val="FFFFFF"/>
                </a:solidFill>
              </a:defRPr>
            </a:lvl8pPr>
            <a:lvl9pPr algn="l">
              <a:defRPr sz="6750" b="1">
                <a:solidFill>
                  <a:srgbClr val="FFFFFF"/>
                </a:solidFill>
              </a:defRPr>
            </a:lvl9pPr>
          </a:lstStyle>
          <a:p xmlns:a="http://schemas.openxmlformats.org/drawingml/2006/main">
            <a:pPr algn="l">
              <a:defRPr sz="6750" b="1">
                <a:solidFill>
                  <a:srgbClr val="FFFFFF"/>
                </a:solidFill>
              </a:defRPr>
            </a:pPr>
            <a:r>
              <a:rPr sz="6750" b="1">
                <a:solidFill>
                  <a:srgbClr val="FFFFFF"/>
                </a:solidFill>
              </a:rPr>
              <a:t>Ⅲ. 화학 변화의 자발성</a:t>
            </a:r>
          </a:p>
          <a:p xmlns:a="http://schemas.openxmlformats.org/drawingml/2006/main">
            <a:pPr algn="l">
              <a:defRPr sz="6750" b="1">
                <a:solidFill>
                  <a:srgbClr val="FFFFFF"/>
                </a:solidFill>
              </a:defRPr>
            </a:pPr>
            <a:r>
              <a:rPr sz="6750" b="1">
                <a:solidFill>
                  <a:srgbClr val="FFFFFF"/>
                </a:solidFill>
              </a:rPr>
              <a:t>01. 엔탈피와 열화학 반응식</a:t>
            </a:r>
          </a:p>
        </p:txBody>
      </p:sp>
      <p:sp>
        <p:nvSpPr>
          <p:cNvPr id="8" name="ai_notice">
            <a:extLst xmlns:a="http://schemas.openxmlformats.org/drawingml/2006/main">
              <a:ext uri="{FF2B5EF4-FFF2-40B4-BE49-F238E27FC236}">
                <a16:creationId xmlns:a16="http://schemas.microsoft.com/office/drawing/2014/main" id="{4457AA6D-D8FD-47AA-9200-B313C39FB5B0}"/>
              </a:ext>
            </a:extLst>
          </p:cNvPr>
          <p:cNvSpPr>
            <a:spLocks xmlns:a="http://schemas.openxmlformats.org/drawingml/2006/main" noGrp="1"/>
          </p:cNvSpPr>
          <p:nvPr/>
        </p:nvSpPr>
        <p:spPr>
          <a:xfrm xmlns:a="http://schemas.openxmlformats.org/drawingml/2006/main">
            <a:off x="355283" y="9867900"/>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defRPr>
            </a:defPPr>
            <a:lvl1pPr algn="l">
              <a:defRPr sz="1275" b="0">
                <a:solidFill>
                  <a:srgbClr val="FFFFFF"/>
                </a:solidFill>
              </a:defRPr>
            </a:lvl1pPr>
            <a:lvl2pPr algn="l">
              <a:defRPr sz="1275" b="0">
                <a:solidFill>
                  <a:srgbClr val="FFFFFF"/>
                </a:solidFill>
              </a:defRPr>
            </a:lvl2pPr>
            <a:lvl3pPr algn="l">
              <a:defRPr sz="1275" b="0">
                <a:solidFill>
                  <a:srgbClr val="FFFFFF"/>
                </a:solidFill>
              </a:defRPr>
            </a:lvl3pPr>
            <a:lvl4pPr algn="l">
              <a:defRPr sz="1275" b="0">
                <a:solidFill>
                  <a:srgbClr val="FFFFFF"/>
                </a:solidFill>
              </a:defRPr>
            </a:lvl4pPr>
            <a:lvl5pPr algn="l">
              <a:defRPr sz="1275" b="0">
                <a:solidFill>
                  <a:srgbClr val="FFFFFF"/>
                </a:solidFill>
              </a:defRPr>
            </a:lvl5pPr>
            <a:lvl6pPr algn="l">
              <a:defRPr sz="1275" b="0">
                <a:solidFill>
                  <a:srgbClr val="FFFFFF"/>
                </a:solidFill>
              </a:defRPr>
            </a:lvl6pPr>
            <a:lvl7pPr algn="l">
              <a:defRPr sz="1275" b="0">
                <a:solidFill>
                  <a:srgbClr val="FFFFFF"/>
                </a:solidFill>
              </a:defRPr>
            </a:lvl7pPr>
            <a:lvl8pPr algn="l">
              <a:defRPr sz="1275" b="0">
                <a:solidFill>
                  <a:srgbClr val="FFFFFF"/>
                </a:solidFill>
              </a:defRPr>
            </a:lvl8pPr>
            <a:lvl9pPr algn="l">
              <a:defRPr sz="1275" b="0">
                <a:solidFill>
                  <a:srgbClr val="FFFFFF"/>
                </a:solidFill>
              </a:defRPr>
            </a:lvl9pPr>
          </a:lstStyle>
          <a:p xmlns:a="http://schemas.openxmlformats.org/drawingml/2006/main">
            <a:pPr algn="l">
              <a:defRPr sz="1275" b="0">
                <a:solidFill>
                  <a:srgbClr val="FFFFFF"/>
                </a:solidFill>
              </a:defRPr>
            </a:pPr>
            <a:r>
              <a:rPr sz="1275" b="0">
                <a:solidFill>
                  <a:srgbClr val="FFFFFF"/>
                </a:solidFill>
              </a:rPr>
              <a:t>본 수업 자료에 사용된 일부 이미지는 생성형 AI 기술을 활용하여 제작되었습니다.</a:t>
            </a:r>
          </a:p>
        </p:txBody>
      </p:sp>
    </p:spTree>
    <p:extLst>
      <p:ext uri="{BB962C8B-B14F-4D97-AF65-F5344CB8AC3E}">
        <p14:creationId xmlns:p14="http://schemas.microsoft.com/office/powerpoint/2010/main" val="42138167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8" name="">
            <a:extLst xmlns:a="http://schemas.openxmlformats.org/drawingml/2006/main">
              <a:ext uri="{FF2B5EF4-FFF2-40B4-BE49-F238E27FC236}">
                <a16:creationId xmlns:a16="http://schemas.microsoft.com/office/drawing/2014/main" id="{F456C669-1C0B-4ED4-8D0C-148F04569B5B}"/>
              </a:ext>
            </a:extLst>
          </p:cNvPr>
          <p:cNvPicPr>
            <a:picLocks xmlns:a="http://schemas.openxmlformats.org/drawingml/2006/main" noChangeAspect="1"/>
          </p:cNvPicPr>
          <p:nvPr/>
        </p:nvPicPr>
        <p:blipFill>
          <a:blip xmlns:r="http://schemas.openxmlformats.org/officeDocument/2006/relationships" xmlns:a="http://schemas.openxmlformats.org/drawingml/2006/main" r:embed="R421b055b66e34b35"/>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9F391BDA-9D6C-4651-A405-AE6304A1509F}"/>
              </a:ext>
            </a:extLst>
          </p:cNvPr>
          <p:cNvPicPr>
            <a:picLocks xmlns:a="http://schemas.openxmlformats.org/drawingml/2006/main" noChangeAspect="1"/>
          </p:cNvPicPr>
          <p:nvPr/>
        </p:nvPicPr>
        <p:blipFill>
          <a:blip xmlns:r="http://schemas.openxmlformats.org/officeDocument/2006/relationships" xmlns:a="http://schemas.openxmlformats.org/drawingml/2006/main" r:embed="Ra4727cdf26d84b65"/>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ADE72865-378A-4AA2-A3A0-D05BA76B00E7}"/>
              </a:ext>
            </a:extLst>
          </p:cNvPr>
          <p:cNvPicPr>
            <a:picLocks xmlns:a="http://schemas.openxmlformats.org/drawingml/2006/main" noChangeAspect="1"/>
          </p:cNvPicPr>
          <p:nvPr/>
        </p:nvPicPr>
        <p:blipFill>
          <a:blip xmlns:r="http://schemas.openxmlformats.org/officeDocument/2006/relationships" xmlns:a="http://schemas.openxmlformats.org/drawingml/2006/main" r:embed="R96fdf987644545e1"/>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AA188A4-2D19-4622-A715-51F23352BB1C}"/>
              </a:ext>
            </a:extLst>
          </p:cNvPr>
          <p:cNvPicPr>
            <a:picLocks xmlns:a="http://schemas.openxmlformats.org/drawingml/2006/main" noChangeAspect="1"/>
          </p:cNvPicPr>
          <p:nvPr/>
        </p:nvPicPr>
        <p:blipFill>
          <a:blip xmlns:r="http://schemas.openxmlformats.org/officeDocument/2006/relationships" xmlns:a="http://schemas.openxmlformats.org/drawingml/2006/main" r:embed="R79d6af6747ad42a5"/>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6F7A008C-2C46-49FF-813E-613AA1391910}"/>
              </a:ext>
            </a:extLst>
          </p:cNvPr>
          <p:cNvPicPr>
            <a:picLocks xmlns:a="http://schemas.openxmlformats.org/drawingml/2006/main" noChangeAspect="1"/>
          </p:cNvPicPr>
          <p:nvPr/>
        </p:nvPicPr>
        <p:blipFill>
          <a:blip xmlns:r="http://schemas.openxmlformats.org/officeDocument/2006/relationships" xmlns:a="http://schemas.openxmlformats.org/drawingml/2006/main" r:embed="R2d2be44d1be64c33"/>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2E86881-DB08-43F5-89EA-F6C701227AAC}"/>
              </a:ext>
            </a:extLst>
          </p:cNvPr>
          <p:cNvPicPr>
            <a:picLocks xmlns:a="http://schemas.openxmlformats.org/drawingml/2006/main" noChangeAspect="1"/>
          </p:cNvPicPr>
          <p:nvPr/>
        </p:nvPicPr>
        <p:blipFill>
          <a:blip xmlns:r="http://schemas.openxmlformats.org/officeDocument/2006/relationships" xmlns:a="http://schemas.openxmlformats.org/drawingml/2006/main" r:embed="R791d2f1438a442fd"/>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DF06694B-62A6-444D-86EE-0AF250524677}"/>
              </a:ext>
            </a:extLst>
          </p:cNvPr>
          <p:cNvPicPr>
            <a:picLocks xmlns:a="http://schemas.openxmlformats.org/drawingml/2006/main" noChangeAspect="1"/>
          </p:cNvPicPr>
          <p:nvPr/>
        </p:nvPicPr>
        <p:blipFill>
          <a:blip xmlns:r="http://schemas.openxmlformats.org/officeDocument/2006/relationships" xmlns:a="http://schemas.openxmlformats.org/drawingml/2006/main" r:embed="R0313475e3df74b19"/>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CEE43D0-DA1F-4E51-838C-3C252BDC452E}"/>
              </a:ext>
            </a:extLst>
          </p:cNvPr>
          <p:cNvPicPr>
            <a:picLocks xmlns:a="http://schemas.openxmlformats.org/drawingml/2006/main" noChangeAspect="1"/>
          </p:cNvPicPr>
          <p:nvPr/>
        </p:nvPicPr>
        <p:blipFill>
          <a:blip xmlns:r="http://schemas.openxmlformats.org/officeDocument/2006/relationships" xmlns:a="http://schemas.openxmlformats.org/drawingml/2006/main" r:embed="R1a462759c52e4739"/>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DB28F79B-341F-4D19-AC18-20508984FA6A}"/>
              </a:ext>
            </a:extLst>
          </p:cNvPr>
          <p:cNvPicPr>
            <a:picLocks xmlns:a="http://schemas.openxmlformats.org/drawingml/2006/main" noChangeAspect="1"/>
          </p:cNvPicPr>
          <p:nvPr/>
        </p:nvPicPr>
        <p:blipFill>
          <a:blip xmlns:r="http://schemas.openxmlformats.org/officeDocument/2006/relationships" xmlns:a="http://schemas.openxmlformats.org/drawingml/2006/main" r:embed="R2a065324d2694ca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3687C4ED-95FF-4FC9-912A-13F8CD4F7EA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sp>
        <p:nvSpPr>
          <p:cNvPr id="11" name="title">
            <a:extLst xmlns:a="http://schemas.openxmlformats.org/drawingml/2006/main">
              <a:ext uri="{FF2B5EF4-FFF2-40B4-BE49-F238E27FC236}">
                <a16:creationId xmlns:a16="http://schemas.microsoft.com/office/drawing/2014/main" id="{039CD03E-9761-47DC-B7BA-358E66E1C45F}"/>
              </a:ext>
            </a:extLst>
          </p:cNvPr>
          <p:cNvSpPr>
            <a:spLocks xmlns:a="http://schemas.openxmlformats.org/drawingml/2006/main" noGrp="1"/>
          </p:cNvSpPr>
          <p:nvPr/>
        </p:nvSpPr>
        <p:spPr>
          <a:xfrm xmlns:a="http://schemas.openxmlformats.org/drawingml/2006/main">
            <a:off x="3111818" y="2638425"/>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defRPr>
            </a:defPPr>
            <a:lvl1pPr algn="ctr">
              <a:defRPr sz="7050" b="1">
                <a:solidFill>
                  <a:srgbClr val="111111"/>
                </a:solidFill>
              </a:defRPr>
            </a:lvl1pPr>
            <a:lvl2pPr algn="ctr">
              <a:defRPr sz="7050" b="1">
                <a:solidFill>
                  <a:srgbClr val="111111"/>
                </a:solidFill>
              </a:defRPr>
            </a:lvl2pPr>
            <a:lvl3pPr algn="ctr">
              <a:defRPr sz="7050" b="1">
                <a:solidFill>
                  <a:srgbClr val="111111"/>
                </a:solidFill>
              </a:defRPr>
            </a:lvl3pPr>
            <a:lvl4pPr algn="ctr">
              <a:defRPr sz="7050" b="1">
                <a:solidFill>
                  <a:srgbClr val="111111"/>
                </a:solidFill>
              </a:defRPr>
            </a:lvl4pPr>
            <a:lvl5pPr algn="ctr">
              <a:defRPr sz="7050" b="1">
                <a:solidFill>
                  <a:srgbClr val="111111"/>
                </a:solidFill>
              </a:defRPr>
            </a:lvl5pPr>
            <a:lvl6pPr algn="ctr">
              <a:defRPr sz="7050" b="1">
                <a:solidFill>
                  <a:srgbClr val="111111"/>
                </a:solidFill>
              </a:defRPr>
            </a:lvl6pPr>
            <a:lvl7pPr algn="ctr">
              <a:defRPr sz="7050" b="1">
                <a:solidFill>
                  <a:srgbClr val="111111"/>
                </a:solidFill>
              </a:defRPr>
            </a:lvl7pPr>
            <a:lvl8pPr algn="ctr">
              <a:defRPr sz="7050" b="1">
                <a:solidFill>
                  <a:srgbClr val="111111"/>
                </a:solidFill>
              </a:defRPr>
            </a:lvl8pPr>
            <a:lvl9pPr algn="ctr">
              <a:defRPr sz="7050" b="1">
                <a:solidFill>
                  <a:srgbClr val="111111"/>
                </a:solidFill>
              </a:defRPr>
            </a:lvl9pPr>
          </a:lstStyle>
          <a:p xmlns:a="http://schemas.openxmlformats.org/drawingml/2006/main">
            <a:pPr algn="ctr">
              <a:defRPr sz="7050" b="1">
                <a:solidFill>
                  <a:srgbClr val="111111"/>
                </a:solidFill>
              </a:defRPr>
            </a:pPr>
            <a:r>
              <a:rPr sz="7050" b="1">
                <a:solidFill>
                  <a:srgbClr val="111111"/>
                </a:solidFill>
              </a:rPr>
              <a:t>이번 단원의 목차</a:t>
            </a:r>
          </a:p>
        </p:txBody>
      </p:sp>
      <p:sp>
        <p:nvSpPr>
          <p:cNvPr id="12" name="part_1">
            <a:extLst xmlns:a="http://schemas.openxmlformats.org/drawingml/2006/main">
              <a:ext uri="{FF2B5EF4-FFF2-40B4-BE49-F238E27FC236}">
                <a16:creationId xmlns:a16="http://schemas.microsoft.com/office/drawing/2014/main" id="{DE62FA84-DE18-4C20-87BC-6DECC77926DA}"/>
              </a:ext>
            </a:extLst>
          </p:cNvPr>
          <p:cNvSpPr>
            <a:spLocks xmlns:a="http://schemas.openxmlformats.org/drawingml/2006/main" noGrp="1"/>
          </p:cNvSpPr>
          <p:nvPr/>
        </p:nvSpPr>
        <p:spPr>
          <a:xfrm xmlns:a="http://schemas.openxmlformats.org/drawingml/2006/main">
            <a:off x="4508183" y="51720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defRPr>
            </a:defPPr>
            <a:lvl1pPr algn="l">
              <a:defRPr sz="2700" b="1">
                <a:solidFill>
                  <a:srgbClr val="9FFF68"/>
                </a:solidFill>
              </a:defRPr>
            </a:lvl1pPr>
            <a:lvl2pPr algn="l">
              <a:defRPr sz="2700" b="1">
                <a:solidFill>
                  <a:srgbClr val="9FFF68"/>
                </a:solidFill>
              </a:defRPr>
            </a:lvl2pPr>
            <a:lvl3pPr algn="l">
              <a:defRPr sz="2700" b="1">
                <a:solidFill>
                  <a:srgbClr val="9FFF68"/>
                </a:solidFill>
              </a:defRPr>
            </a:lvl3pPr>
            <a:lvl4pPr algn="l">
              <a:defRPr sz="2700" b="1">
                <a:solidFill>
                  <a:srgbClr val="9FFF68"/>
                </a:solidFill>
              </a:defRPr>
            </a:lvl4pPr>
            <a:lvl5pPr algn="l">
              <a:defRPr sz="2700" b="1">
                <a:solidFill>
                  <a:srgbClr val="9FFF68"/>
                </a:solidFill>
              </a:defRPr>
            </a:lvl5pPr>
            <a:lvl6pPr algn="l">
              <a:defRPr sz="2700" b="1">
                <a:solidFill>
                  <a:srgbClr val="9FFF68"/>
                </a:solidFill>
              </a:defRPr>
            </a:lvl6pPr>
            <a:lvl7pPr algn="l">
              <a:defRPr sz="2700" b="1">
                <a:solidFill>
                  <a:srgbClr val="9FFF68"/>
                </a:solidFill>
              </a:defRPr>
            </a:lvl7pPr>
            <a:lvl8pPr algn="l">
              <a:defRPr sz="2700" b="1">
                <a:solidFill>
                  <a:srgbClr val="9FFF68"/>
                </a:solidFill>
              </a:defRPr>
            </a:lvl8pPr>
            <a:lvl9pPr algn="l">
              <a:defRPr sz="2700" b="1">
                <a:solidFill>
                  <a:srgbClr val="9FFF68"/>
                </a:solidFill>
              </a:defRPr>
            </a:lvl9pPr>
          </a:lstStyle>
          <a:p xmlns:a="http://schemas.openxmlformats.org/drawingml/2006/main">
            <a:pPr algn="l">
              <a:defRPr sz="2700" b="1">
                <a:solidFill>
                  <a:srgbClr val="9FFF68"/>
                </a:solidFill>
              </a:defRPr>
            </a:pPr>
            <a:r>
              <a:rPr sz="2700" b="1">
                <a:solidFill>
                  <a:srgbClr val="9FFF68"/>
                </a:solidFill>
              </a:rPr>
              <a:t>PART 1</a:t>
            </a:r>
          </a:p>
        </p:txBody>
      </p:sp>
      <p:sp>
        <p:nvSpPr>
          <p:cNvPr id="13" name="part_title_1">
            <a:extLst xmlns:a="http://schemas.openxmlformats.org/drawingml/2006/main">
              <a:ext uri="{FF2B5EF4-FFF2-40B4-BE49-F238E27FC236}">
                <a16:creationId xmlns:a16="http://schemas.microsoft.com/office/drawing/2014/main" id="{8414A414-0B62-4D24-8DD6-ECFD3804C5ED}"/>
              </a:ext>
            </a:extLst>
          </p:cNvPr>
          <p:cNvSpPr>
            <a:spLocks xmlns:a="http://schemas.openxmlformats.org/drawingml/2006/main" noGrp="1"/>
          </p:cNvSpPr>
          <p:nvPr/>
        </p:nvSpPr>
        <p:spPr>
          <a:xfrm xmlns:a="http://schemas.openxmlformats.org/drawingml/2006/main">
            <a:off x="4610100" y="5695950"/>
            <a:ext cx="2809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defRPr>
            </a:defPPr>
            <a:lvl1pPr algn="l">
              <a:defRPr sz="2850" b="0">
                <a:solidFill>
                  <a:srgbClr val="FFFFFF"/>
                </a:solidFill>
              </a:defRPr>
            </a:lvl1pPr>
            <a:lvl2pPr algn="l">
              <a:defRPr sz="2850" b="0">
                <a:solidFill>
                  <a:srgbClr val="FFFFFF"/>
                </a:solidFill>
              </a:defRPr>
            </a:lvl2pPr>
            <a:lvl3pPr algn="l">
              <a:defRPr sz="2850" b="0">
                <a:solidFill>
                  <a:srgbClr val="FFFFFF"/>
                </a:solidFill>
              </a:defRPr>
            </a:lvl3pPr>
            <a:lvl4pPr algn="l">
              <a:defRPr sz="2850" b="0">
                <a:solidFill>
                  <a:srgbClr val="FFFFFF"/>
                </a:solidFill>
              </a:defRPr>
            </a:lvl4pPr>
            <a:lvl5pPr algn="l">
              <a:defRPr sz="2850" b="0">
                <a:solidFill>
                  <a:srgbClr val="FFFFFF"/>
                </a:solidFill>
              </a:defRPr>
            </a:lvl5pPr>
            <a:lvl6pPr algn="l">
              <a:defRPr sz="2850" b="0">
                <a:solidFill>
                  <a:srgbClr val="FFFFFF"/>
                </a:solidFill>
              </a:defRPr>
            </a:lvl6pPr>
            <a:lvl7pPr algn="l">
              <a:defRPr sz="2850" b="0">
                <a:solidFill>
                  <a:srgbClr val="FFFFFF"/>
                </a:solidFill>
              </a:defRPr>
            </a:lvl7pPr>
            <a:lvl8pPr algn="l">
              <a:defRPr sz="2850" b="0">
                <a:solidFill>
                  <a:srgbClr val="FFFFFF"/>
                </a:solidFill>
              </a:defRPr>
            </a:lvl8pPr>
            <a:lvl9pPr algn="l">
              <a:defRPr sz="2850" b="0">
                <a:solidFill>
                  <a:srgbClr val="FFFFFF"/>
                </a:solidFill>
              </a:defRPr>
            </a:lvl9pPr>
          </a:lstStyle>
          <a:p xmlns:a="http://schemas.openxmlformats.org/drawingml/2006/main">
            <a:pPr algn="l">
              <a:defRPr sz="2850" b="0">
                <a:solidFill>
                  <a:srgbClr val="FFFFFF"/>
                </a:solidFill>
              </a:defRPr>
            </a:pPr>
            <a:r>
              <a:rPr sz="2850" b="0">
                <a:solidFill>
                  <a:srgbClr val="FFFFFF"/>
                </a:solidFill>
              </a:rPr>
              <a:t>엔탈피와</a:t>
            </a:r>
          </a:p>
          <a:p xmlns:a="http://schemas.openxmlformats.org/drawingml/2006/main">
            <a:pPr algn="l">
              <a:defRPr sz="2850" b="0">
                <a:solidFill>
                  <a:srgbClr val="FFFFFF"/>
                </a:solidFill>
              </a:defRPr>
            </a:pPr>
            <a:r>
              <a:rPr sz="2850" b="0">
                <a:solidFill>
                  <a:srgbClr val="FFFFFF"/>
                </a:solidFill>
              </a:rPr>
              <a:t>열화학 반응식</a:t>
            </a:r>
          </a:p>
        </p:txBody>
      </p:sp>
      <p:sp>
        <p:nvSpPr>
          <p:cNvPr id="14" name="part_2">
            <a:extLst xmlns:a="http://schemas.openxmlformats.org/drawingml/2006/main">
              <a:ext uri="{FF2B5EF4-FFF2-40B4-BE49-F238E27FC236}">
                <a16:creationId xmlns:a16="http://schemas.microsoft.com/office/drawing/2014/main" id="{73DC7FD7-749A-4A9D-9FB8-2D01B17AF870}"/>
              </a:ext>
            </a:extLst>
          </p:cNvPr>
          <p:cNvSpPr>
            <a:spLocks xmlns:a="http://schemas.openxmlformats.org/drawingml/2006/main" noGrp="1"/>
          </p:cNvSpPr>
          <p:nvPr/>
        </p:nvSpPr>
        <p:spPr>
          <a:xfrm xmlns:a="http://schemas.openxmlformats.org/drawingml/2006/main">
            <a:off x="8165783" y="51720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defRPr>
            </a:defPPr>
            <a:lvl1pPr algn="l">
              <a:defRPr sz="2700" b="1">
                <a:solidFill>
                  <a:srgbClr val="9FFF68"/>
                </a:solidFill>
              </a:defRPr>
            </a:lvl1pPr>
            <a:lvl2pPr algn="l">
              <a:defRPr sz="2700" b="1">
                <a:solidFill>
                  <a:srgbClr val="9FFF68"/>
                </a:solidFill>
              </a:defRPr>
            </a:lvl2pPr>
            <a:lvl3pPr algn="l">
              <a:defRPr sz="2700" b="1">
                <a:solidFill>
                  <a:srgbClr val="9FFF68"/>
                </a:solidFill>
              </a:defRPr>
            </a:lvl3pPr>
            <a:lvl4pPr algn="l">
              <a:defRPr sz="2700" b="1">
                <a:solidFill>
                  <a:srgbClr val="9FFF68"/>
                </a:solidFill>
              </a:defRPr>
            </a:lvl4pPr>
            <a:lvl5pPr algn="l">
              <a:defRPr sz="2700" b="1">
                <a:solidFill>
                  <a:srgbClr val="9FFF68"/>
                </a:solidFill>
              </a:defRPr>
            </a:lvl5pPr>
            <a:lvl6pPr algn="l">
              <a:defRPr sz="2700" b="1">
                <a:solidFill>
                  <a:srgbClr val="9FFF68"/>
                </a:solidFill>
              </a:defRPr>
            </a:lvl6pPr>
            <a:lvl7pPr algn="l">
              <a:defRPr sz="2700" b="1">
                <a:solidFill>
                  <a:srgbClr val="9FFF68"/>
                </a:solidFill>
              </a:defRPr>
            </a:lvl7pPr>
            <a:lvl8pPr algn="l">
              <a:defRPr sz="2700" b="1">
                <a:solidFill>
                  <a:srgbClr val="9FFF68"/>
                </a:solidFill>
              </a:defRPr>
            </a:lvl8pPr>
            <a:lvl9pPr algn="l">
              <a:defRPr sz="2700" b="1">
                <a:solidFill>
                  <a:srgbClr val="9FFF68"/>
                </a:solidFill>
              </a:defRPr>
            </a:lvl9pPr>
          </a:lstStyle>
          <a:p xmlns:a="http://schemas.openxmlformats.org/drawingml/2006/main">
            <a:pPr algn="l">
              <a:defRPr sz="2700" b="1">
                <a:solidFill>
                  <a:srgbClr val="9FFF68"/>
                </a:solidFill>
              </a:defRPr>
            </a:pPr>
            <a:r>
              <a:rPr sz="2700" b="1">
                <a:solidFill>
                  <a:srgbClr val="9FFF68"/>
                </a:solidFill>
              </a:rPr>
              <a:t>PART 2</a:t>
            </a:r>
          </a:p>
        </p:txBody>
      </p:sp>
      <p:sp>
        <p:nvSpPr>
          <p:cNvPr id="15" name="part_title_2">
            <a:extLst xmlns:a="http://schemas.openxmlformats.org/drawingml/2006/main">
              <a:ext uri="{FF2B5EF4-FFF2-40B4-BE49-F238E27FC236}">
                <a16:creationId xmlns:a16="http://schemas.microsoft.com/office/drawing/2014/main" id="{F60996CE-711E-4215-8A2E-5DB152A2E7B6}"/>
              </a:ext>
            </a:extLst>
          </p:cNvPr>
          <p:cNvSpPr>
            <a:spLocks xmlns:a="http://schemas.openxmlformats.org/drawingml/2006/main" noGrp="1"/>
          </p:cNvSpPr>
          <p:nvPr/>
        </p:nvSpPr>
        <p:spPr>
          <a:xfrm xmlns:a="http://schemas.openxmlformats.org/drawingml/2006/main">
            <a:off x="8267700" y="5695950"/>
            <a:ext cx="2809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defRPr>
            </a:defPPr>
            <a:lvl1pPr algn="l">
              <a:defRPr sz="2850" b="0">
                <a:solidFill>
                  <a:srgbClr val="FFFFFF"/>
                </a:solidFill>
              </a:defRPr>
            </a:lvl1pPr>
            <a:lvl2pPr algn="l">
              <a:defRPr sz="2850" b="0">
                <a:solidFill>
                  <a:srgbClr val="FFFFFF"/>
                </a:solidFill>
              </a:defRPr>
            </a:lvl2pPr>
            <a:lvl3pPr algn="l">
              <a:defRPr sz="2850" b="0">
                <a:solidFill>
                  <a:srgbClr val="FFFFFF"/>
                </a:solidFill>
              </a:defRPr>
            </a:lvl3pPr>
            <a:lvl4pPr algn="l">
              <a:defRPr sz="2850" b="0">
                <a:solidFill>
                  <a:srgbClr val="FFFFFF"/>
                </a:solidFill>
              </a:defRPr>
            </a:lvl4pPr>
            <a:lvl5pPr algn="l">
              <a:defRPr sz="2850" b="0">
                <a:solidFill>
                  <a:srgbClr val="FFFFFF"/>
                </a:solidFill>
              </a:defRPr>
            </a:lvl5pPr>
            <a:lvl6pPr algn="l">
              <a:defRPr sz="2850" b="0">
                <a:solidFill>
                  <a:srgbClr val="FFFFFF"/>
                </a:solidFill>
              </a:defRPr>
            </a:lvl6pPr>
            <a:lvl7pPr algn="l">
              <a:defRPr sz="2850" b="0">
                <a:solidFill>
                  <a:srgbClr val="FFFFFF"/>
                </a:solidFill>
              </a:defRPr>
            </a:lvl7pPr>
            <a:lvl8pPr algn="l">
              <a:defRPr sz="2850" b="0">
                <a:solidFill>
                  <a:srgbClr val="FFFFFF"/>
                </a:solidFill>
              </a:defRPr>
            </a:lvl8pPr>
            <a:lvl9pPr algn="l">
              <a:defRPr sz="2850" b="0">
                <a:solidFill>
                  <a:srgbClr val="FFFFFF"/>
                </a:solidFill>
              </a:defRPr>
            </a:lvl9pPr>
          </a:lstStyle>
          <a:p xmlns:a="http://schemas.openxmlformats.org/drawingml/2006/main">
            <a:pPr algn="l">
              <a:defRPr sz="2850" b="0">
                <a:solidFill>
                  <a:srgbClr val="FFFFFF"/>
                </a:solidFill>
              </a:defRPr>
            </a:pPr>
            <a:r>
              <a:rPr sz="2850" b="0">
                <a:solidFill>
                  <a:srgbClr val="FFFFFF"/>
                </a:solidFill>
              </a:rPr>
              <a:t>연료의</a:t>
            </a:r>
          </a:p>
          <a:p xmlns:a="http://schemas.openxmlformats.org/drawingml/2006/main">
            <a:pPr algn="l">
              <a:defRPr sz="2850" b="0">
                <a:solidFill>
                  <a:srgbClr val="FFFFFF"/>
                </a:solidFill>
              </a:defRPr>
            </a:pPr>
            <a:r>
              <a:rPr sz="2850" b="0">
                <a:solidFill>
                  <a:srgbClr val="FFFFFF"/>
                </a:solidFill>
              </a:rPr>
              <a:t>효율성</a:t>
            </a:r>
          </a:p>
        </p:txBody>
      </p:sp>
      <p:sp>
        <p:nvSpPr>
          <p:cNvPr id="16" name="part_3">
            <a:extLst xmlns:a="http://schemas.openxmlformats.org/drawingml/2006/main">
              <a:ext uri="{FF2B5EF4-FFF2-40B4-BE49-F238E27FC236}">
                <a16:creationId xmlns:a16="http://schemas.microsoft.com/office/drawing/2014/main" id="{D8309519-8DB7-4453-83D0-6D326CF8C571}"/>
              </a:ext>
            </a:extLst>
          </p:cNvPr>
          <p:cNvSpPr>
            <a:spLocks xmlns:a="http://schemas.openxmlformats.org/drawingml/2006/main" noGrp="1"/>
          </p:cNvSpPr>
          <p:nvPr/>
        </p:nvSpPr>
        <p:spPr>
          <a:xfrm xmlns:a="http://schemas.openxmlformats.org/drawingml/2006/main">
            <a:off x="11836718" y="517207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defRPr>
            </a:defPPr>
            <a:lvl1pPr algn="l">
              <a:defRPr sz="2700" b="1">
                <a:solidFill>
                  <a:srgbClr val="9FFF68"/>
                </a:solidFill>
              </a:defRPr>
            </a:lvl1pPr>
            <a:lvl2pPr algn="l">
              <a:defRPr sz="2700" b="1">
                <a:solidFill>
                  <a:srgbClr val="9FFF68"/>
                </a:solidFill>
              </a:defRPr>
            </a:lvl2pPr>
            <a:lvl3pPr algn="l">
              <a:defRPr sz="2700" b="1">
                <a:solidFill>
                  <a:srgbClr val="9FFF68"/>
                </a:solidFill>
              </a:defRPr>
            </a:lvl3pPr>
            <a:lvl4pPr algn="l">
              <a:defRPr sz="2700" b="1">
                <a:solidFill>
                  <a:srgbClr val="9FFF68"/>
                </a:solidFill>
              </a:defRPr>
            </a:lvl4pPr>
            <a:lvl5pPr algn="l">
              <a:defRPr sz="2700" b="1">
                <a:solidFill>
                  <a:srgbClr val="9FFF68"/>
                </a:solidFill>
              </a:defRPr>
            </a:lvl5pPr>
            <a:lvl6pPr algn="l">
              <a:defRPr sz="2700" b="1">
                <a:solidFill>
                  <a:srgbClr val="9FFF68"/>
                </a:solidFill>
              </a:defRPr>
            </a:lvl6pPr>
            <a:lvl7pPr algn="l">
              <a:defRPr sz="2700" b="1">
                <a:solidFill>
                  <a:srgbClr val="9FFF68"/>
                </a:solidFill>
              </a:defRPr>
            </a:lvl7pPr>
            <a:lvl8pPr algn="l">
              <a:defRPr sz="2700" b="1">
                <a:solidFill>
                  <a:srgbClr val="9FFF68"/>
                </a:solidFill>
              </a:defRPr>
            </a:lvl8pPr>
            <a:lvl9pPr algn="l">
              <a:defRPr sz="2700" b="1">
                <a:solidFill>
                  <a:srgbClr val="9FFF68"/>
                </a:solidFill>
              </a:defRPr>
            </a:lvl9pPr>
          </a:lstStyle>
          <a:p xmlns:a="http://schemas.openxmlformats.org/drawingml/2006/main">
            <a:pPr algn="l">
              <a:defRPr sz="2700" b="1">
                <a:solidFill>
                  <a:srgbClr val="9FFF68"/>
                </a:solidFill>
              </a:defRPr>
            </a:pPr>
            <a:r>
              <a:rPr sz="2700" b="1">
                <a:solidFill>
                  <a:srgbClr val="9FFF68"/>
                </a:solidFill>
              </a:rPr>
              <a:t>PART 3</a:t>
            </a:r>
          </a:p>
        </p:txBody>
      </p:sp>
      <p:sp>
        <p:nvSpPr>
          <p:cNvPr id="17" name="part_title_3">
            <a:extLst xmlns:a="http://schemas.openxmlformats.org/drawingml/2006/main">
              <a:ext uri="{FF2B5EF4-FFF2-40B4-BE49-F238E27FC236}">
                <a16:creationId xmlns:a16="http://schemas.microsoft.com/office/drawing/2014/main" id="{25CC5297-A1D6-4D44-84FD-0C2267D3A518}"/>
              </a:ext>
            </a:extLst>
          </p:cNvPr>
          <p:cNvSpPr>
            <a:spLocks xmlns:a="http://schemas.openxmlformats.org/drawingml/2006/main" noGrp="1"/>
          </p:cNvSpPr>
          <p:nvPr/>
        </p:nvSpPr>
        <p:spPr>
          <a:xfrm xmlns:a="http://schemas.openxmlformats.org/drawingml/2006/main">
            <a:off x="11938635" y="5695950"/>
            <a:ext cx="2809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defRPr>
            </a:defPPr>
            <a:lvl1pPr algn="l">
              <a:defRPr sz="2850" b="0">
                <a:solidFill>
                  <a:srgbClr val="FFFFFF"/>
                </a:solidFill>
              </a:defRPr>
            </a:lvl1pPr>
            <a:lvl2pPr algn="l">
              <a:defRPr sz="2850" b="0">
                <a:solidFill>
                  <a:srgbClr val="FFFFFF"/>
                </a:solidFill>
              </a:defRPr>
            </a:lvl2pPr>
            <a:lvl3pPr algn="l">
              <a:defRPr sz="2850" b="0">
                <a:solidFill>
                  <a:srgbClr val="FFFFFF"/>
                </a:solidFill>
              </a:defRPr>
            </a:lvl3pPr>
            <a:lvl4pPr algn="l">
              <a:defRPr sz="2850" b="0">
                <a:solidFill>
                  <a:srgbClr val="FFFFFF"/>
                </a:solidFill>
              </a:defRPr>
            </a:lvl4pPr>
            <a:lvl5pPr algn="l">
              <a:defRPr sz="2850" b="0">
                <a:solidFill>
                  <a:srgbClr val="FFFFFF"/>
                </a:solidFill>
              </a:defRPr>
            </a:lvl5pPr>
            <a:lvl6pPr algn="l">
              <a:defRPr sz="2850" b="0">
                <a:solidFill>
                  <a:srgbClr val="FFFFFF"/>
                </a:solidFill>
              </a:defRPr>
            </a:lvl6pPr>
            <a:lvl7pPr algn="l">
              <a:defRPr sz="2850" b="0">
                <a:solidFill>
                  <a:srgbClr val="FFFFFF"/>
                </a:solidFill>
              </a:defRPr>
            </a:lvl7pPr>
            <a:lvl8pPr algn="l">
              <a:defRPr sz="2850" b="0">
                <a:solidFill>
                  <a:srgbClr val="FFFFFF"/>
                </a:solidFill>
              </a:defRPr>
            </a:lvl8pPr>
            <a:lvl9pPr algn="l">
              <a:defRPr sz="2850" b="0">
                <a:solidFill>
                  <a:srgbClr val="FFFFFF"/>
                </a:solidFill>
              </a:defRPr>
            </a:lvl9pPr>
          </a:lstStyle>
          <a:p xmlns:a="http://schemas.openxmlformats.org/drawingml/2006/main">
            <a:pPr algn="l">
              <a:defRPr sz="2850" b="0">
                <a:solidFill>
                  <a:srgbClr val="FFFFFF"/>
                </a:solidFill>
              </a:defRPr>
            </a:pPr>
            <a:r>
              <a:rPr sz="2850" b="0">
                <a:solidFill>
                  <a:srgbClr val="FFFFFF"/>
                </a:solidFill>
              </a:rPr>
              <a:t>결합 에너지와</a:t>
            </a:r>
          </a:p>
          <a:p xmlns:a="http://schemas.openxmlformats.org/drawingml/2006/main">
            <a:pPr algn="l">
              <a:defRPr sz="2850" b="0">
                <a:solidFill>
                  <a:srgbClr val="FFFFFF"/>
                </a:solidFill>
              </a:defRPr>
            </a:pPr>
            <a:r>
              <a:rPr sz="2850" b="0">
                <a:solidFill>
                  <a:srgbClr val="FFFFFF"/>
                </a:solidFill>
              </a:rPr>
              <a:t>반응 엔탈피</a:t>
            </a:r>
          </a:p>
        </p:txBody>
      </p:sp>
    </p:spTree>
    <p:extLst>
      <p:ext uri="{BB962C8B-B14F-4D97-AF65-F5344CB8AC3E}">
        <p14:creationId xmlns:p14="http://schemas.microsoft.com/office/powerpoint/2010/main" val="21132254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E5BF7DAE-A39C-4641-A223-BC12D731D342}"/>
              </a:ext>
            </a:extLst>
          </p:cNvPr>
          <p:cNvPicPr>
            <a:picLocks xmlns:a="http://schemas.openxmlformats.org/drawingml/2006/main" noChangeAspect="1"/>
          </p:cNvPicPr>
          <p:nvPr/>
        </p:nvPicPr>
        <p:blipFill>
          <a:blip xmlns:r="http://schemas.openxmlformats.org/officeDocument/2006/relationships" xmlns:a="http://schemas.openxmlformats.org/drawingml/2006/main" r:embed="R57af97b9c9f24f6c"/>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0BCFA1F6-DEB5-4B9A-A083-E072F54933C7}"/>
              </a:ext>
            </a:extLst>
          </p:cNvPr>
          <p:cNvPicPr>
            <a:picLocks xmlns:a="http://schemas.openxmlformats.org/drawingml/2006/main" noChangeAspect="1"/>
          </p:cNvPicPr>
          <p:nvPr/>
        </p:nvPicPr>
        <p:blipFill>
          <a:blip xmlns:r="http://schemas.openxmlformats.org/officeDocument/2006/relationships" xmlns:a="http://schemas.openxmlformats.org/drawingml/2006/main" r:embed="R6ebb80c6ab16472c"/>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AAA9AC1A-A45C-4ADD-BD2E-7075C51F50B6}"/>
              </a:ext>
            </a:extLst>
          </p:cNvPr>
          <p:cNvPicPr>
            <a:picLocks xmlns:a="http://schemas.openxmlformats.org/drawingml/2006/main" noChangeAspect="1"/>
          </p:cNvPicPr>
          <p:nvPr/>
        </p:nvPicPr>
        <p:blipFill>
          <a:blip xmlns:r="http://schemas.openxmlformats.org/officeDocument/2006/relationships" xmlns:a="http://schemas.openxmlformats.org/drawingml/2006/main" r:embed="R125469bf43504b0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EE7E41D1-5EC0-4BC0-9564-3A3021BD1F5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sp>
        <p:nvSpPr>
          <p:cNvPr id="5" name="title">
            <a:extLst xmlns:a="http://schemas.openxmlformats.org/drawingml/2006/main">
              <a:ext uri="{FF2B5EF4-FFF2-40B4-BE49-F238E27FC236}">
                <a16:creationId xmlns:a16="http://schemas.microsoft.com/office/drawing/2014/main" id="{03081A15-7967-4933-9650-1899DB8F79CE}"/>
              </a:ext>
            </a:extLst>
          </p:cNvPr>
          <p:cNvSpPr>
            <a:spLocks xmlns:a="http://schemas.openxmlformats.org/drawingml/2006/main" noGrp="1"/>
          </p:cNvSpPr>
          <p:nvPr/>
        </p:nvSpPr>
        <p:spPr>
          <a:xfrm xmlns:a="http://schemas.openxmlformats.org/drawingml/2006/main">
            <a:off x="3111818" y="1809750"/>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defRPr>
            </a:defPPr>
            <a:lvl1pPr algn="ctr">
              <a:defRPr sz="7050" b="1">
                <a:solidFill>
                  <a:srgbClr val="111111"/>
                </a:solidFill>
              </a:defRPr>
            </a:lvl1pPr>
            <a:lvl2pPr algn="ctr">
              <a:defRPr sz="7050" b="1">
                <a:solidFill>
                  <a:srgbClr val="111111"/>
                </a:solidFill>
              </a:defRPr>
            </a:lvl2pPr>
            <a:lvl3pPr algn="ctr">
              <a:defRPr sz="7050" b="1">
                <a:solidFill>
                  <a:srgbClr val="111111"/>
                </a:solidFill>
              </a:defRPr>
            </a:lvl3pPr>
            <a:lvl4pPr algn="ctr">
              <a:defRPr sz="7050" b="1">
                <a:solidFill>
                  <a:srgbClr val="111111"/>
                </a:solidFill>
              </a:defRPr>
            </a:lvl4pPr>
            <a:lvl5pPr algn="ctr">
              <a:defRPr sz="7050" b="1">
                <a:solidFill>
                  <a:srgbClr val="111111"/>
                </a:solidFill>
              </a:defRPr>
            </a:lvl5pPr>
            <a:lvl6pPr algn="ctr">
              <a:defRPr sz="7050" b="1">
                <a:solidFill>
                  <a:srgbClr val="111111"/>
                </a:solidFill>
              </a:defRPr>
            </a:lvl6pPr>
            <a:lvl7pPr algn="ctr">
              <a:defRPr sz="7050" b="1">
                <a:solidFill>
                  <a:srgbClr val="111111"/>
                </a:solidFill>
              </a:defRPr>
            </a:lvl7pPr>
            <a:lvl8pPr algn="ctr">
              <a:defRPr sz="7050" b="1">
                <a:solidFill>
                  <a:srgbClr val="111111"/>
                </a:solidFill>
              </a:defRPr>
            </a:lvl8pPr>
            <a:lvl9pPr algn="ctr">
              <a:defRPr sz="7050" b="1">
                <a:solidFill>
                  <a:srgbClr val="111111"/>
                </a:solidFill>
              </a:defRPr>
            </a:lvl9pPr>
          </a:lstStyle>
          <a:p xmlns:a="http://schemas.openxmlformats.org/drawingml/2006/main">
            <a:pPr algn="ctr">
              <a:defRPr sz="7050" b="1">
                <a:solidFill>
                  <a:srgbClr val="111111"/>
                </a:solidFill>
              </a:defRPr>
            </a:pPr>
            <a:r>
              <a:rPr sz="7050" b="1">
                <a:solidFill>
                  <a:srgbClr val="111111"/>
                </a:solidFill>
              </a:rPr>
              <a:t>이번 단원의 학습 목표</a:t>
            </a:r>
          </a:p>
        </p:txBody>
      </p:sp>
      <p:sp>
        <p:nvSpPr>
          <p:cNvPr id="6" name="number_circle_1">
            <a:extLst xmlns:a="http://schemas.openxmlformats.org/drawingml/2006/main">
              <a:ext uri="{FF2B5EF4-FFF2-40B4-BE49-F238E27FC236}">
                <a16:creationId xmlns:a16="http://schemas.microsoft.com/office/drawing/2014/main" id="{7249854F-73B8-4FF1-9B6C-50A9EFA6D56D}"/>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6A8D1A2F-882A-4545-9A19-3A425884F8EA}"/>
              </a:ext>
            </a:extLst>
          </p:cNvPr>
          <p:cNvSpPr>
            <a:spLocks xmlns:a="http://schemas.openxmlformats.org/drawingml/2006/main" noGrp="1"/>
          </p:cNvSpPr>
          <p:nvPr/>
        </p:nvSpPr>
        <p:spPr>
          <a:xfrm xmlns:a="http://schemas.openxmlformats.org/drawingml/2006/main">
            <a:off x="2463800" y="4632325"/>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defRPr>
            </a:defPPr>
            <a:lvl1pPr algn="ctr">
              <a:defRPr sz="3225" b="0">
                <a:solidFill>
                  <a:srgbClr val="FFFFFF"/>
                </a:solidFill>
              </a:defRPr>
            </a:lvl1pPr>
            <a:lvl2pPr algn="ctr">
              <a:defRPr sz="3225" b="0">
                <a:solidFill>
                  <a:srgbClr val="FFFFFF"/>
                </a:solidFill>
              </a:defRPr>
            </a:lvl2pPr>
            <a:lvl3pPr algn="ctr">
              <a:defRPr sz="3225" b="0">
                <a:solidFill>
                  <a:srgbClr val="FFFFFF"/>
                </a:solidFill>
              </a:defRPr>
            </a:lvl3pPr>
            <a:lvl4pPr algn="ctr">
              <a:defRPr sz="3225" b="0">
                <a:solidFill>
                  <a:srgbClr val="FFFFFF"/>
                </a:solidFill>
              </a:defRPr>
            </a:lvl4pPr>
            <a:lvl5pPr algn="ctr">
              <a:defRPr sz="3225" b="0">
                <a:solidFill>
                  <a:srgbClr val="FFFFFF"/>
                </a:solidFill>
              </a:defRPr>
            </a:lvl5pPr>
            <a:lvl6pPr algn="ctr">
              <a:defRPr sz="3225" b="0">
                <a:solidFill>
                  <a:srgbClr val="FFFFFF"/>
                </a:solidFill>
              </a:defRPr>
            </a:lvl6pPr>
            <a:lvl7pPr algn="ctr">
              <a:defRPr sz="3225" b="0">
                <a:solidFill>
                  <a:srgbClr val="FFFFFF"/>
                </a:solidFill>
              </a:defRPr>
            </a:lvl7pPr>
            <a:lvl8pPr algn="ctr">
              <a:defRPr sz="3225" b="0">
                <a:solidFill>
                  <a:srgbClr val="FFFFFF"/>
                </a:solidFill>
              </a:defRPr>
            </a:lvl8pPr>
            <a:lvl9pPr algn="ctr">
              <a:defRPr sz="3225" b="0">
                <a:solidFill>
                  <a:srgbClr val="FFFFFF"/>
                </a:solidFill>
              </a:defRPr>
            </a:lvl9pPr>
          </a:lstStyle>
          <a:p xmlns:a="http://schemas.openxmlformats.org/drawingml/2006/main">
            <a:pPr algn="ctr">
              <a:defRPr sz="3225" b="0">
                <a:solidFill>
                  <a:srgbClr val="FFFFFF"/>
                </a:solidFill>
              </a:defRPr>
            </a:pPr>
            <a:r>
              <a:rPr sz="3225" b="0">
                <a:solidFill>
                  <a:srgbClr val="FFFFFF"/>
                </a:solidFill>
              </a:rPr>
              <a:t>1</a:t>
            </a:r>
          </a:p>
        </p:txBody>
      </p:sp>
      <p:sp>
        <p:nvSpPr>
          <p:cNvPr id="8" name="objective_1">
            <a:extLst xmlns:a="http://schemas.openxmlformats.org/drawingml/2006/main">
              <a:ext uri="{FF2B5EF4-FFF2-40B4-BE49-F238E27FC236}">
                <a16:creationId xmlns:a16="http://schemas.microsoft.com/office/drawing/2014/main" id="{71AAF858-114D-4762-A9B6-7A57DD8EC5E8}"/>
              </a:ext>
            </a:extLst>
          </p:cNvPr>
          <p:cNvSpPr>
            <a:spLocks xmlns:a="http://schemas.openxmlformats.org/drawingml/2006/main" noGrp="1"/>
          </p:cNvSpPr>
          <p:nvPr/>
        </p:nvSpPr>
        <p:spPr>
          <a:xfrm xmlns:a="http://schemas.openxmlformats.org/drawingml/2006/main">
            <a:off x="3213100" y="4632325"/>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defRPr>
            </a:defPPr>
            <a:lvl1pPr algn="l">
              <a:defRPr sz="3150" b="0">
                <a:solidFill>
                  <a:srgbClr val="4A4A4A"/>
                </a:solidFill>
              </a:defRPr>
            </a:lvl1pPr>
            <a:lvl2pPr algn="l">
              <a:defRPr sz="3150" b="0">
                <a:solidFill>
                  <a:srgbClr val="4A4A4A"/>
                </a:solidFill>
              </a:defRPr>
            </a:lvl2pPr>
            <a:lvl3pPr algn="l">
              <a:defRPr sz="3150" b="0">
                <a:solidFill>
                  <a:srgbClr val="4A4A4A"/>
                </a:solidFill>
              </a:defRPr>
            </a:lvl3pPr>
            <a:lvl4pPr algn="l">
              <a:defRPr sz="3150" b="0">
                <a:solidFill>
                  <a:srgbClr val="4A4A4A"/>
                </a:solidFill>
              </a:defRPr>
            </a:lvl4pPr>
            <a:lvl5pPr algn="l">
              <a:defRPr sz="3150" b="0">
                <a:solidFill>
                  <a:srgbClr val="4A4A4A"/>
                </a:solidFill>
              </a:defRPr>
            </a:lvl5pPr>
            <a:lvl6pPr algn="l">
              <a:defRPr sz="3150" b="0">
                <a:solidFill>
                  <a:srgbClr val="4A4A4A"/>
                </a:solidFill>
              </a:defRPr>
            </a:lvl6pPr>
            <a:lvl7pPr algn="l">
              <a:defRPr sz="3150" b="0">
                <a:solidFill>
                  <a:srgbClr val="4A4A4A"/>
                </a:solidFill>
              </a:defRPr>
            </a:lvl7pPr>
            <a:lvl8pPr algn="l">
              <a:defRPr sz="3150" b="0">
                <a:solidFill>
                  <a:srgbClr val="4A4A4A"/>
                </a:solidFill>
              </a:defRPr>
            </a:lvl8pPr>
            <a:lvl9pPr algn="l">
              <a:defRPr sz="3150" b="0">
                <a:solidFill>
                  <a:srgbClr val="4A4A4A"/>
                </a:solidFill>
              </a:defRPr>
            </a:lvl9pPr>
          </a:lstStyle>
          <a:p xmlns:a="http://schemas.openxmlformats.org/drawingml/2006/main">
            <a:pPr algn="l">
              <a:defRPr sz="3150" b="0">
                <a:solidFill>
                  <a:srgbClr val="4A4A4A"/>
                </a:solidFill>
              </a:defRPr>
            </a:pPr>
            <a:r>
              <a:rPr sz="3150" b="0">
                <a:solidFill>
                  <a:srgbClr val="4A4A4A"/>
                </a:solidFill>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2D93D43D-943C-4121-9847-BC0FF10EFB80}"/>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ED2206C1-178B-426E-9995-9632E0884F97}"/>
              </a:ext>
            </a:extLst>
          </p:cNvPr>
          <p:cNvSpPr>
            <a:spLocks xmlns:a="http://schemas.openxmlformats.org/drawingml/2006/main" noGrp="1"/>
          </p:cNvSpPr>
          <p:nvPr/>
        </p:nvSpPr>
        <p:spPr>
          <a:xfrm xmlns:a="http://schemas.openxmlformats.org/drawingml/2006/main">
            <a:off x="2463800" y="5632450"/>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defRPr>
            </a:defPPr>
            <a:lvl1pPr algn="ctr">
              <a:defRPr sz="3225" b="0">
                <a:solidFill>
                  <a:srgbClr val="FFFFFF"/>
                </a:solidFill>
              </a:defRPr>
            </a:lvl1pPr>
            <a:lvl2pPr algn="ctr">
              <a:defRPr sz="3225" b="0">
                <a:solidFill>
                  <a:srgbClr val="FFFFFF"/>
                </a:solidFill>
              </a:defRPr>
            </a:lvl2pPr>
            <a:lvl3pPr algn="ctr">
              <a:defRPr sz="3225" b="0">
                <a:solidFill>
                  <a:srgbClr val="FFFFFF"/>
                </a:solidFill>
              </a:defRPr>
            </a:lvl3pPr>
            <a:lvl4pPr algn="ctr">
              <a:defRPr sz="3225" b="0">
                <a:solidFill>
                  <a:srgbClr val="FFFFFF"/>
                </a:solidFill>
              </a:defRPr>
            </a:lvl4pPr>
            <a:lvl5pPr algn="ctr">
              <a:defRPr sz="3225" b="0">
                <a:solidFill>
                  <a:srgbClr val="FFFFFF"/>
                </a:solidFill>
              </a:defRPr>
            </a:lvl5pPr>
            <a:lvl6pPr algn="ctr">
              <a:defRPr sz="3225" b="0">
                <a:solidFill>
                  <a:srgbClr val="FFFFFF"/>
                </a:solidFill>
              </a:defRPr>
            </a:lvl6pPr>
            <a:lvl7pPr algn="ctr">
              <a:defRPr sz="3225" b="0">
                <a:solidFill>
                  <a:srgbClr val="FFFFFF"/>
                </a:solidFill>
              </a:defRPr>
            </a:lvl7pPr>
            <a:lvl8pPr algn="ctr">
              <a:defRPr sz="3225" b="0">
                <a:solidFill>
                  <a:srgbClr val="FFFFFF"/>
                </a:solidFill>
              </a:defRPr>
            </a:lvl8pPr>
            <a:lvl9pPr algn="ctr">
              <a:defRPr sz="3225" b="0">
                <a:solidFill>
                  <a:srgbClr val="FFFFFF"/>
                </a:solidFill>
              </a:defRPr>
            </a:lvl9pPr>
          </a:lstStyle>
          <a:p xmlns:a="http://schemas.openxmlformats.org/drawingml/2006/main">
            <a:pPr algn="ctr">
              <a:defRPr sz="3225" b="0">
                <a:solidFill>
                  <a:srgbClr val="FFFFFF"/>
                </a:solidFill>
              </a:defRPr>
            </a:pPr>
            <a:r>
              <a:rPr sz="3225" b="0">
                <a:solidFill>
                  <a:srgbClr val="FFFFFF"/>
                </a:solidFill>
              </a:rPr>
              <a:t>2</a:t>
            </a:r>
          </a:p>
        </p:txBody>
      </p:sp>
      <p:sp>
        <p:nvSpPr>
          <p:cNvPr id="11" name="objective_2">
            <a:extLst xmlns:a="http://schemas.openxmlformats.org/drawingml/2006/main">
              <a:ext uri="{FF2B5EF4-FFF2-40B4-BE49-F238E27FC236}">
                <a16:creationId xmlns:a16="http://schemas.microsoft.com/office/drawing/2014/main" id="{1DDAF388-2E68-405E-8CBA-9C852DA77E25}"/>
              </a:ext>
            </a:extLst>
          </p:cNvPr>
          <p:cNvSpPr>
            <a:spLocks xmlns:a="http://schemas.openxmlformats.org/drawingml/2006/main" noGrp="1"/>
          </p:cNvSpPr>
          <p:nvPr/>
        </p:nvSpPr>
        <p:spPr>
          <a:xfrm xmlns:a="http://schemas.openxmlformats.org/drawingml/2006/main">
            <a:off x="3213100" y="5632450"/>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defRPr>
            </a:defPPr>
            <a:lvl1pPr algn="l">
              <a:defRPr sz="3150" b="0">
                <a:solidFill>
                  <a:srgbClr val="4A4A4A"/>
                </a:solidFill>
              </a:defRPr>
            </a:lvl1pPr>
            <a:lvl2pPr algn="l">
              <a:defRPr sz="3150" b="0">
                <a:solidFill>
                  <a:srgbClr val="4A4A4A"/>
                </a:solidFill>
              </a:defRPr>
            </a:lvl2pPr>
            <a:lvl3pPr algn="l">
              <a:defRPr sz="3150" b="0">
                <a:solidFill>
                  <a:srgbClr val="4A4A4A"/>
                </a:solidFill>
              </a:defRPr>
            </a:lvl3pPr>
            <a:lvl4pPr algn="l">
              <a:defRPr sz="3150" b="0">
                <a:solidFill>
                  <a:srgbClr val="4A4A4A"/>
                </a:solidFill>
              </a:defRPr>
            </a:lvl4pPr>
            <a:lvl5pPr algn="l">
              <a:defRPr sz="3150" b="0">
                <a:solidFill>
                  <a:srgbClr val="4A4A4A"/>
                </a:solidFill>
              </a:defRPr>
            </a:lvl5pPr>
            <a:lvl6pPr algn="l">
              <a:defRPr sz="3150" b="0">
                <a:solidFill>
                  <a:srgbClr val="4A4A4A"/>
                </a:solidFill>
              </a:defRPr>
            </a:lvl6pPr>
            <a:lvl7pPr algn="l">
              <a:defRPr sz="3150" b="0">
                <a:solidFill>
                  <a:srgbClr val="4A4A4A"/>
                </a:solidFill>
              </a:defRPr>
            </a:lvl7pPr>
            <a:lvl8pPr algn="l">
              <a:defRPr sz="3150" b="0">
                <a:solidFill>
                  <a:srgbClr val="4A4A4A"/>
                </a:solidFill>
              </a:defRPr>
            </a:lvl8pPr>
            <a:lvl9pPr algn="l">
              <a:defRPr sz="3150" b="0">
                <a:solidFill>
                  <a:srgbClr val="4A4A4A"/>
                </a:solidFill>
              </a:defRPr>
            </a:lvl9pPr>
          </a:lstStyle>
          <a:p xmlns:a="http://schemas.openxmlformats.org/drawingml/2006/main">
            <a:pPr algn="l">
              <a:defRPr sz="3150" b="0">
                <a:solidFill>
                  <a:srgbClr val="4A4A4A"/>
                </a:solidFill>
              </a:defRPr>
            </a:pPr>
            <a:r>
              <a:rPr sz="3150" b="0">
                <a:solidFill>
                  <a:srgbClr val="4A4A4A"/>
                </a:solidFill>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F63447C9-8E0E-417C-BD2F-86806C8444E1}"/>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D7FFABD1-0861-4095-8195-8684B867F3F0}"/>
              </a:ext>
            </a:extLst>
          </p:cNvPr>
          <p:cNvSpPr>
            <a:spLocks xmlns:a="http://schemas.openxmlformats.org/drawingml/2006/main" noGrp="1"/>
          </p:cNvSpPr>
          <p:nvPr/>
        </p:nvSpPr>
        <p:spPr>
          <a:xfrm xmlns:a="http://schemas.openxmlformats.org/drawingml/2006/main">
            <a:off x="2463800" y="6632575"/>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defRPr>
            </a:defPPr>
            <a:lvl1pPr algn="ctr">
              <a:defRPr sz="3225" b="0">
                <a:solidFill>
                  <a:srgbClr val="FFFFFF"/>
                </a:solidFill>
              </a:defRPr>
            </a:lvl1pPr>
            <a:lvl2pPr algn="ctr">
              <a:defRPr sz="3225" b="0">
                <a:solidFill>
                  <a:srgbClr val="FFFFFF"/>
                </a:solidFill>
              </a:defRPr>
            </a:lvl2pPr>
            <a:lvl3pPr algn="ctr">
              <a:defRPr sz="3225" b="0">
                <a:solidFill>
                  <a:srgbClr val="FFFFFF"/>
                </a:solidFill>
              </a:defRPr>
            </a:lvl3pPr>
            <a:lvl4pPr algn="ctr">
              <a:defRPr sz="3225" b="0">
                <a:solidFill>
                  <a:srgbClr val="FFFFFF"/>
                </a:solidFill>
              </a:defRPr>
            </a:lvl4pPr>
            <a:lvl5pPr algn="ctr">
              <a:defRPr sz="3225" b="0">
                <a:solidFill>
                  <a:srgbClr val="FFFFFF"/>
                </a:solidFill>
              </a:defRPr>
            </a:lvl5pPr>
            <a:lvl6pPr algn="ctr">
              <a:defRPr sz="3225" b="0">
                <a:solidFill>
                  <a:srgbClr val="FFFFFF"/>
                </a:solidFill>
              </a:defRPr>
            </a:lvl6pPr>
            <a:lvl7pPr algn="ctr">
              <a:defRPr sz="3225" b="0">
                <a:solidFill>
                  <a:srgbClr val="FFFFFF"/>
                </a:solidFill>
              </a:defRPr>
            </a:lvl7pPr>
            <a:lvl8pPr algn="ctr">
              <a:defRPr sz="3225" b="0">
                <a:solidFill>
                  <a:srgbClr val="FFFFFF"/>
                </a:solidFill>
              </a:defRPr>
            </a:lvl8pPr>
            <a:lvl9pPr algn="ctr">
              <a:defRPr sz="3225" b="0">
                <a:solidFill>
                  <a:srgbClr val="FFFFFF"/>
                </a:solidFill>
              </a:defRPr>
            </a:lvl9pPr>
          </a:lstStyle>
          <a:p xmlns:a="http://schemas.openxmlformats.org/drawingml/2006/main">
            <a:pPr algn="ctr">
              <a:defRPr sz="3225" b="0">
                <a:solidFill>
                  <a:srgbClr val="FFFFFF"/>
                </a:solidFill>
              </a:defRPr>
            </a:pPr>
            <a:r>
              <a:rPr sz="3225" b="0">
                <a:solidFill>
                  <a:srgbClr val="FFFFFF"/>
                </a:solidFill>
              </a:rPr>
              <a:t>3</a:t>
            </a:r>
          </a:p>
        </p:txBody>
      </p:sp>
      <p:sp>
        <p:nvSpPr>
          <p:cNvPr id="14" name="objective_3">
            <a:extLst xmlns:a="http://schemas.openxmlformats.org/drawingml/2006/main">
              <a:ext uri="{FF2B5EF4-FFF2-40B4-BE49-F238E27FC236}">
                <a16:creationId xmlns:a16="http://schemas.microsoft.com/office/drawing/2014/main" id="{F8162CB9-A2A4-4560-A51B-C25B39193EEB}"/>
              </a:ext>
            </a:extLst>
          </p:cNvPr>
          <p:cNvSpPr>
            <a:spLocks xmlns:a="http://schemas.openxmlformats.org/drawingml/2006/main" noGrp="1"/>
          </p:cNvSpPr>
          <p:nvPr/>
        </p:nvSpPr>
        <p:spPr>
          <a:xfrm xmlns:a="http://schemas.openxmlformats.org/drawingml/2006/main">
            <a:off x="3213100" y="6632575"/>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defRPr>
            </a:defPPr>
            <a:lvl1pPr algn="l">
              <a:defRPr sz="3150" b="0">
                <a:solidFill>
                  <a:srgbClr val="4A4A4A"/>
                </a:solidFill>
              </a:defRPr>
            </a:lvl1pPr>
            <a:lvl2pPr algn="l">
              <a:defRPr sz="3150" b="0">
                <a:solidFill>
                  <a:srgbClr val="4A4A4A"/>
                </a:solidFill>
              </a:defRPr>
            </a:lvl2pPr>
            <a:lvl3pPr algn="l">
              <a:defRPr sz="3150" b="0">
                <a:solidFill>
                  <a:srgbClr val="4A4A4A"/>
                </a:solidFill>
              </a:defRPr>
            </a:lvl3pPr>
            <a:lvl4pPr algn="l">
              <a:defRPr sz="3150" b="0">
                <a:solidFill>
                  <a:srgbClr val="4A4A4A"/>
                </a:solidFill>
              </a:defRPr>
            </a:lvl4pPr>
            <a:lvl5pPr algn="l">
              <a:defRPr sz="3150" b="0">
                <a:solidFill>
                  <a:srgbClr val="4A4A4A"/>
                </a:solidFill>
              </a:defRPr>
            </a:lvl5pPr>
            <a:lvl6pPr algn="l">
              <a:defRPr sz="3150" b="0">
                <a:solidFill>
                  <a:srgbClr val="4A4A4A"/>
                </a:solidFill>
              </a:defRPr>
            </a:lvl6pPr>
            <a:lvl7pPr algn="l">
              <a:defRPr sz="3150" b="0">
                <a:solidFill>
                  <a:srgbClr val="4A4A4A"/>
                </a:solidFill>
              </a:defRPr>
            </a:lvl7pPr>
            <a:lvl8pPr algn="l">
              <a:defRPr sz="3150" b="0">
                <a:solidFill>
                  <a:srgbClr val="4A4A4A"/>
                </a:solidFill>
              </a:defRPr>
            </a:lvl8pPr>
            <a:lvl9pPr algn="l">
              <a:defRPr sz="3150" b="0">
                <a:solidFill>
                  <a:srgbClr val="4A4A4A"/>
                </a:solidFill>
              </a:defRPr>
            </a:lvl9pPr>
          </a:lstStyle>
          <a:p xmlns:a="http://schemas.openxmlformats.org/drawingml/2006/main">
            <a:pPr algn="l">
              <a:defRPr sz="3150" b="0">
                <a:solidFill>
                  <a:srgbClr val="4A4A4A"/>
                </a:solidFill>
              </a:defRPr>
            </a:pPr>
            <a:r>
              <a:rPr sz="3150" b="0">
                <a:solidFill>
                  <a:srgbClr val="4A4A4A"/>
                </a:solidFill>
              </a:rPr>
              <a:t>결합 에너지와 반응 엔탈피의 관계를 설명할 수 있다.</a:t>
            </a:r>
          </a:p>
        </p:txBody>
      </p:sp>
    </p:spTree>
    <p:extLst>
      <p:ext uri="{BB962C8B-B14F-4D97-AF65-F5344CB8AC3E}">
        <p14:creationId xmlns:p14="http://schemas.microsoft.com/office/powerpoint/2010/main" val="124562466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86EC253-5B0C-4155-8101-0C09A701D011}"/>
              </a:ext>
            </a:extLst>
          </p:cNvPr>
          <p:cNvPicPr>
            <a:picLocks xmlns:a="http://schemas.openxmlformats.org/drawingml/2006/main" noChangeAspect="1"/>
          </p:cNvPicPr>
          <p:nvPr/>
        </p:nvPicPr>
        <p:blipFill>
          <a:blip xmlns:r="http://schemas.openxmlformats.org/officeDocument/2006/relationships" xmlns:a="http://schemas.openxmlformats.org/drawingml/2006/main" r:embed="Ra6e7f5d3809f4a64"/>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715E745-CF86-4A8A-BCCD-8FEE03C5E711}"/>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sp>
        <p:nvSpPr>
          <p:cNvPr id="3" name="part_heading">
            <a:extLst xmlns:a="http://schemas.openxmlformats.org/drawingml/2006/main">
              <a:ext uri="{FF2B5EF4-FFF2-40B4-BE49-F238E27FC236}">
                <a16:creationId xmlns:a16="http://schemas.microsoft.com/office/drawing/2014/main" id="{D58767B7-2F2A-48BE-B282-C6AC13CF5312}"/>
              </a:ext>
            </a:extLst>
          </p:cNvPr>
          <p:cNvSpPr>
            <a:spLocks xmlns:a="http://schemas.openxmlformats.org/drawingml/2006/main" noGrp="1"/>
          </p:cNvSpPr>
          <p:nvPr/>
        </p:nvSpPr>
        <p:spPr>
          <a:xfrm xmlns:a="http://schemas.openxmlformats.org/drawingml/2006/main">
            <a:off x="685800" y="742950"/>
            <a:ext cx="1143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defRPr>
            </a:defPPr>
            <a:lvl1pPr algn="l">
              <a:defRPr sz="3225" b="1">
                <a:solidFill>
                  <a:srgbClr val="909090"/>
                </a:solidFill>
              </a:defRPr>
            </a:lvl1pPr>
            <a:lvl2pPr algn="l">
              <a:defRPr sz="3225" b="1">
                <a:solidFill>
                  <a:srgbClr val="909090"/>
                </a:solidFill>
              </a:defRPr>
            </a:lvl2pPr>
            <a:lvl3pPr algn="l">
              <a:defRPr sz="3225" b="1">
                <a:solidFill>
                  <a:srgbClr val="909090"/>
                </a:solidFill>
              </a:defRPr>
            </a:lvl3pPr>
            <a:lvl4pPr algn="l">
              <a:defRPr sz="3225" b="1">
                <a:solidFill>
                  <a:srgbClr val="909090"/>
                </a:solidFill>
              </a:defRPr>
            </a:lvl4pPr>
            <a:lvl5pPr algn="l">
              <a:defRPr sz="3225" b="1">
                <a:solidFill>
                  <a:srgbClr val="909090"/>
                </a:solidFill>
              </a:defRPr>
            </a:lvl5pPr>
            <a:lvl6pPr algn="l">
              <a:defRPr sz="3225" b="1">
                <a:solidFill>
                  <a:srgbClr val="909090"/>
                </a:solidFill>
              </a:defRPr>
            </a:lvl6pPr>
            <a:lvl7pPr algn="l">
              <a:defRPr sz="3225" b="1">
                <a:solidFill>
                  <a:srgbClr val="909090"/>
                </a:solidFill>
              </a:defRPr>
            </a:lvl7pPr>
            <a:lvl8pPr algn="l">
              <a:defRPr sz="3225" b="1">
                <a:solidFill>
                  <a:srgbClr val="909090"/>
                </a:solidFill>
              </a:defRPr>
            </a:lvl8pPr>
            <a:lvl9pPr algn="l">
              <a:defRPr sz="3225" b="1">
                <a:solidFill>
                  <a:srgbClr val="909090"/>
                </a:solidFill>
              </a:defRPr>
            </a:lvl9pPr>
          </a:lstStyle>
          <a:p xmlns:a="http://schemas.openxmlformats.org/drawingml/2006/main">
            <a:pPr algn="l">
              <a:defRPr sz="3225" b="1">
                <a:solidFill>
                  <a:srgbClr val="909090"/>
                </a:solidFill>
              </a:defRPr>
            </a:pPr>
            <a:r>
              <a:rPr sz="3225" b="1">
                <a:solidFill>
                  <a:srgbClr val="909090"/>
                </a:solidFill>
              </a:rPr>
              <a:t>Part 0 동기 유발</a:t>
            </a:r>
          </a:p>
        </p:txBody>
      </p:sp>
      <p:sp>
        <p:nvSpPr>
          <p:cNvPr id="4" name="topic_number">
            <a:extLst xmlns:a="http://schemas.openxmlformats.org/drawingml/2006/main">
              <a:ext uri="{FF2B5EF4-FFF2-40B4-BE49-F238E27FC236}">
                <a16:creationId xmlns:a16="http://schemas.microsoft.com/office/drawing/2014/main" id="{4F2314CA-1E90-49E8-AACC-C0180064BE6C}"/>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defRPr>
            </a:defPPr>
            <a:lvl1pPr algn="l">
              <a:defRPr sz="3750" b="1">
                <a:solidFill>
                  <a:srgbClr val="57962F"/>
                </a:solidFill>
              </a:defRPr>
            </a:lvl1pPr>
            <a:lvl2pPr algn="l">
              <a:defRPr sz="3750" b="1">
                <a:solidFill>
                  <a:srgbClr val="57962F"/>
                </a:solidFill>
              </a:defRPr>
            </a:lvl2pPr>
            <a:lvl3pPr algn="l">
              <a:defRPr sz="3750" b="1">
                <a:solidFill>
                  <a:srgbClr val="57962F"/>
                </a:solidFill>
              </a:defRPr>
            </a:lvl3pPr>
            <a:lvl4pPr algn="l">
              <a:defRPr sz="3750" b="1">
                <a:solidFill>
                  <a:srgbClr val="57962F"/>
                </a:solidFill>
              </a:defRPr>
            </a:lvl4pPr>
            <a:lvl5pPr algn="l">
              <a:defRPr sz="3750" b="1">
                <a:solidFill>
                  <a:srgbClr val="57962F"/>
                </a:solidFill>
              </a:defRPr>
            </a:lvl5pPr>
            <a:lvl6pPr algn="l">
              <a:defRPr sz="3750" b="1">
                <a:solidFill>
                  <a:srgbClr val="57962F"/>
                </a:solidFill>
              </a:defRPr>
            </a:lvl6pPr>
            <a:lvl7pPr algn="l">
              <a:defRPr sz="3750" b="1">
                <a:solidFill>
                  <a:srgbClr val="57962F"/>
                </a:solidFill>
              </a:defRPr>
            </a:lvl7pPr>
            <a:lvl8pPr algn="l">
              <a:defRPr sz="3750" b="1">
                <a:solidFill>
                  <a:srgbClr val="57962F"/>
                </a:solidFill>
              </a:defRPr>
            </a:lvl8pPr>
            <a:lvl9pPr algn="l">
              <a:defRPr sz="3750" b="1">
                <a:solidFill>
                  <a:srgbClr val="57962F"/>
                </a:solidFill>
              </a:defRPr>
            </a:lvl9pPr>
          </a:lstStyle>
          <a:p xmlns:a="http://schemas.openxmlformats.org/drawingml/2006/main">
            <a:pPr algn="l">
              <a:defRPr sz="3750" b="1">
                <a:solidFill>
                  <a:srgbClr val="57962F"/>
                </a:solidFill>
              </a:defRPr>
            </a:pPr>
            <a:r>
              <a:rPr sz="3750" b="1">
                <a:solidFill>
                  <a:srgbClr val="57962F"/>
                </a:solidFill>
              </a:rPr>
              <a:t>01</a:t>
            </a:r>
          </a:p>
        </p:txBody>
      </p:sp>
      <p:sp>
        <p:nvSpPr>
          <p:cNvPr id="5" name="topic_heading">
            <a:extLst xmlns:a="http://schemas.openxmlformats.org/drawingml/2006/main">
              <a:ext uri="{FF2B5EF4-FFF2-40B4-BE49-F238E27FC236}">
                <a16:creationId xmlns:a16="http://schemas.microsoft.com/office/drawing/2014/main" id="{B77055D3-7B5F-4332-ADB0-91AE019DAC3A}"/>
              </a:ext>
            </a:extLst>
          </p:cNvPr>
          <p:cNvSpPr>
            <a:spLocks xmlns:a="http://schemas.openxmlformats.org/drawingml/2006/main" noGrp="1"/>
          </p:cNvSpPr>
          <p:nvPr/>
        </p:nvSpPr>
        <p:spPr>
          <a:xfrm xmlns:a="http://schemas.openxmlformats.org/drawingml/2006/main">
            <a:off x="1543050" y="1371600"/>
            <a:ext cx="5715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defRPr>
            </a:defPPr>
            <a:lvl1pPr algn="l">
              <a:defRPr sz="3750" b="1">
                <a:solidFill>
                  <a:srgbClr val="111111"/>
                </a:solidFill>
              </a:defRPr>
            </a:lvl1pPr>
            <a:lvl2pPr algn="l">
              <a:defRPr sz="3750" b="1">
                <a:solidFill>
                  <a:srgbClr val="111111"/>
                </a:solidFill>
              </a:defRPr>
            </a:lvl2pPr>
            <a:lvl3pPr algn="l">
              <a:defRPr sz="3750" b="1">
                <a:solidFill>
                  <a:srgbClr val="111111"/>
                </a:solidFill>
              </a:defRPr>
            </a:lvl3pPr>
            <a:lvl4pPr algn="l">
              <a:defRPr sz="3750" b="1">
                <a:solidFill>
                  <a:srgbClr val="111111"/>
                </a:solidFill>
              </a:defRPr>
            </a:lvl4pPr>
            <a:lvl5pPr algn="l">
              <a:defRPr sz="3750" b="1">
                <a:solidFill>
                  <a:srgbClr val="111111"/>
                </a:solidFill>
              </a:defRPr>
            </a:lvl5pPr>
            <a:lvl6pPr algn="l">
              <a:defRPr sz="3750" b="1">
                <a:solidFill>
                  <a:srgbClr val="111111"/>
                </a:solidFill>
              </a:defRPr>
            </a:lvl6pPr>
            <a:lvl7pPr algn="l">
              <a:defRPr sz="3750" b="1">
                <a:solidFill>
                  <a:srgbClr val="111111"/>
                </a:solidFill>
              </a:defRPr>
            </a:lvl7pPr>
            <a:lvl8pPr algn="l">
              <a:defRPr sz="3750" b="1">
                <a:solidFill>
                  <a:srgbClr val="111111"/>
                </a:solidFill>
              </a:defRPr>
            </a:lvl8pPr>
            <a:lvl9pPr algn="l">
              <a:defRPr sz="3750" b="1">
                <a:solidFill>
                  <a:srgbClr val="111111"/>
                </a:solidFill>
              </a:defRPr>
            </a:lvl9pPr>
          </a:lstStyle>
          <a:p xmlns:a="http://schemas.openxmlformats.org/drawingml/2006/main">
            <a:pPr algn="l">
              <a:defRPr sz="3750" b="1">
                <a:solidFill>
                  <a:srgbClr val="111111"/>
                </a:solidFill>
              </a:defRPr>
            </a:pPr>
            <a:r>
              <a:rPr sz="3750" b="1">
                <a:solidFill>
                  <a:srgbClr val="111111"/>
                </a:solidFill>
              </a:rPr>
              <a:t>손난로와 열</a:t>
            </a:r>
          </a:p>
        </p:txBody>
      </p:sp>
      <p:sp>
        <p:nvSpPr>
          <p:cNvPr id="6" name="title">
            <a:extLst xmlns:a="http://schemas.openxmlformats.org/drawingml/2006/main">
              <a:ext uri="{FF2B5EF4-FFF2-40B4-BE49-F238E27FC236}">
                <a16:creationId xmlns:a16="http://schemas.microsoft.com/office/drawing/2014/main" id="{2865CF3F-A992-4C33-B6C6-4C68BB7528BA}"/>
              </a:ext>
            </a:extLst>
          </p:cNvPr>
          <p:cNvSpPr>
            <a:spLocks xmlns:a="http://schemas.openxmlformats.org/drawingml/2006/main" noGrp="1"/>
          </p:cNvSpPr>
          <p:nvPr/>
        </p:nvSpPr>
        <p:spPr>
          <a:xfrm xmlns:a="http://schemas.openxmlformats.org/drawingml/2006/main">
            <a:off x="1828800" y="2809875"/>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defRPr>
            </a:defPPr>
            <a:lvl1pPr algn="ctr">
              <a:defRPr sz="5850" b="1">
                <a:solidFill>
                  <a:srgbClr val="111111"/>
                </a:solidFill>
              </a:defRPr>
            </a:lvl1pPr>
            <a:lvl2pPr algn="ctr">
              <a:defRPr sz="5850" b="1">
                <a:solidFill>
                  <a:srgbClr val="111111"/>
                </a:solidFill>
              </a:defRPr>
            </a:lvl2pPr>
            <a:lvl3pPr algn="ctr">
              <a:defRPr sz="5850" b="1">
                <a:solidFill>
                  <a:srgbClr val="111111"/>
                </a:solidFill>
              </a:defRPr>
            </a:lvl3pPr>
            <a:lvl4pPr algn="ctr">
              <a:defRPr sz="5850" b="1">
                <a:solidFill>
                  <a:srgbClr val="111111"/>
                </a:solidFill>
              </a:defRPr>
            </a:lvl4pPr>
            <a:lvl5pPr algn="ctr">
              <a:defRPr sz="5850" b="1">
                <a:solidFill>
                  <a:srgbClr val="111111"/>
                </a:solidFill>
              </a:defRPr>
            </a:lvl5pPr>
            <a:lvl6pPr algn="ctr">
              <a:defRPr sz="5850" b="1">
                <a:solidFill>
                  <a:srgbClr val="111111"/>
                </a:solidFill>
              </a:defRPr>
            </a:lvl6pPr>
            <a:lvl7pPr algn="ctr">
              <a:defRPr sz="5850" b="1">
                <a:solidFill>
                  <a:srgbClr val="111111"/>
                </a:solidFill>
              </a:defRPr>
            </a:lvl7pPr>
            <a:lvl8pPr algn="ctr">
              <a:defRPr sz="5850" b="1">
                <a:solidFill>
                  <a:srgbClr val="111111"/>
                </a:solidFill>
              </a:defRPr>
            </a:lvl8pPr>
            <a:lvl9pPr algn="ctr">
              <a:defRPr sz="5850" b="1">
                <a:solidFill>
                  <a:srgbClr val="111111"/>
                </a:solidFill>
              </a:defRPr>
            </a:lvl9pPr>
          </a:lstStyle>
          <a:p xmlns:a="http://schemas.openxmlformats.org/drawingml/2006/main">
            <a:pPr algn="ctr">
              <a:defRPr sz="5850" b="1">
                <a:solidFill>
                  <a:srgbClr val="111111"/>
                </a:solidFill>
              </a:defRPr>
            </a:pPr>
            <a:r>
              <a:rPr sz="5850" b="1">
                <a:solidFill>
                  <a:srgbClr val="111111"/>
                </a:solidFill>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E3137E5F-CA29-487C-A5A5-80CDE1F490E1}"/>
              </a:ext>
            </a:extLst>
          </p:cNvPr>
          <p:cNvSpPr>
            <a:spLocks xmlns:a="http://schemas.openxmlformats.org/drawingml/2006/main" noGrp="1"/>
          </p:cNvSpPr>
          <p:nvPr/>
        </p:nvSpPr>
        <p:spPr>
          <a:xfrm xmlns:a="http://schemas.openxmlformats.org/drawingml/2006/main">
            <a:off x="1905000" y="4048125"/>
            <a:ext cx="1447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0">
                <a:solidFill>
                  <a:srgbClr val="888888"/>
                </a:solidFill>
              </a:defRPr>
            </a:defPPr>
            <a:lvl1pPr algn="ctr">
              <a:defRPr sz="2400" b="0">
                <a:solidFill>
                  <a:srgbClr val="888888"/>
                </a:solidFill>
              </a:defRPr>
            </a:lvl1pPr>
            <a:lvl2pPr algn="ctr">
              <a:defRPr sz="2400" b="0">
                <a:solidFill>
                  <a:srgbClr val="888888"/>
                </a:solidFill>
              </a:defRPr>
            </a:lvl2pPr>
            <a:lvl3pPr algn="ctr">
              <a:defRPr sz="2400" b="0">
                <a:solidFill>
                  <a:srgbClr val="888888"/>
                </a:solidFill>
              </a:defRPr>
            </a:lvl3pPr>
            <a:lvl4pPr algn="ctr">
              <a:defRPr sz="2400" b="0">
                <a:solidFill>
                  <a:srgbClr val="888888"/>
                </a:solidFill>
              </a:defRPr>
            </a:lvl4pPr>
            <a:lvl5pPr algn="ctr">
              <a:defRPr sz="2400" b="0">
                <a:solidFill>
                  <a:srgbClr val="888888"/>
                </a:solidFill>
              </a:defRPr>
            </a:lvl5pPr>
            <a:lvl6pPr algn="ctr">
              <a:defRPr sz="2400" b="0">
                <a:solidFill>
                  <a:srgbClr val="888888"/>
                </a:solidFill>
              </a:defRPr>
            </a:lvl6pPr>
            <a:lvl7pPr algn="ctr">
              <a:defRPr sz="2400" b="0">
                <a:solidFill>
                  <a:srgbClr val="888888"/>
                </a:solidFill>
              </a:defRPr>
            </a:lvl7pPr>
            <a:lvl8pPr algn="ctr">
              <a:defRPr sz="2400" b="0">
                <a:solidFill>
                  <a:srgbClr val="888888"/>
                </a:solidFill>
              </a:defRPr>
            </a:lvl8pPr>
            <a:lvl9pPr algn="ctr">
              <a:defRPr sz="2400" b="0">
                <a:solidFill>
                  <a:srgbClr val="888888"/>
                </a:solidFill>
              </a:defRPr>
            </a:lvl9pPr>
          </a:lstStyle>
          <a:p xmlns:a="http://schemas.openxmlformats.org/drawingml/2006/main">
            <a:pPr algn="ctr">
              <a:defRPr sz="2400" b="0">
                <a:solidFill>
                  <a:srgbClr val="888888"/>
                </a:solidFill>
              </a:defRPr>
            </a:pPr>
            <a:r>
              <a:rPr sz="2400" b="0">
                <a:solidFill>
                  <a:srgbClr val="888888"/>
                </a:solidFill>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3C52E06E-3D6A-4794-9925-E7EEDF87D1FB}"/>
              </a:ext>
            </a:extLst>
          </p:cNvPr>
          <p:cNvPicPr>
            <a:picLocks xmlns:a="http://schemas.openxmlformats.org/drawingml/2006/main" noChangeAspect="1"/>
          </p:cNvPicPr>
          <p:nvPr/>
        </p:nvPicPr>
        <p:blipFill>
          <a:blip xmlns:r="http://schemas.openxmlformats.org/officeDocument/2006/relationships" xmlns:a="http://schemas.openxmlformats.org/drawingml/2006/main" r:embed="R795ab508da9b4f9f"/>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17832580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411309F-D58F-4E34-8088-7C09CD87E257}"/>
              </a:ext>
            </a:extLst>
          </p:cNvPr>
          <p:cNvPicPr>
            <a:picLocks xmlns:a="http://schemas.openxmlformats.org/drawingml/2006/main" noChangeAspect="1"/>
          </p:cNvPicPr>
          <p:nvPr/>
        </p:nvPicPr>
        <p:blipFill>
          <a:blip xmlns:r="http://schemas.openxmlformats.org/officeDocument/2006/relationships" xmlns:a="http://schemas.openxmlformats.org/drawingml/2006/main" r:embed="R58ee1c4054a34c8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5698E49C-A826-4740-A2E6-6B3B4232478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070B4DC8-49FF-4486-AEE3-A5187AE9ED42}"/>
              </a:ext>
            </a:extLst>
          </p:cNvPr>
          <p:cNvPicPr>
            <a:picLocks xmlns:a="http://schemas.openxmlformats.org/drawingml/2006/main" noChangeAspect="1"/>
          </p:cNvPicPr>
          <p:nvPr/>
        </p:nvPicPr>
        <p:blipFill>
          <a:blip xmlns:r="http://schemas.openxmlformats.org/officeDocument/2006/relationships" xmlns:a="http://schemas.openxmlformats.org/drawingml/2006/main" r:embed="R33f9ac3cb72646f3"/>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7703F28D-5018-43B7-AB07-D75D6FFD23B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defRPr>
            </a:defPPr>
            <a:lvl1pPr algn="r">
              <a:defRPr sz="1275" b="0">
                <a:solidFill>
                  <a:srgbClr val="FFFFFF"/>
                </a:solidFill>
              </a:defRPr>
            </a:lvl1pPr>
            <a:lvl2pPr algn="r">
              <a:defRPr sz="1275" b="0">
                <a:solidFill>
                  <a:srgbClr val="FFFFFF"/>
                </a:solidFill>
              </a:defRPr>
            </a:lvl2pPr>
            <a:lvl3pPr algn="r">
              <a:defRPr sz="1275" b="0">
                <a:solidFill>
                  <a:srgbClr val="FFFFFF"/>
                </a:solidFill>
              </a:defRPr>
            </a:lvl3pPr>
            <a:lvl4pPr algn="r">
              <a:defRPr sz="1275" b="0">
                <a:solidFill>
                  <a:srgbClr val="FFFFFF"/>
                </a:solidFill>
              </a:defRPr>
            </a:lvl4pPr>
            <a:lvl5pPr algn="r">
              <a:defRPr sz="1275" b="0">
                <a:solidFill>
                  <a:srgbClr val="FFFFFF"/>
                </a:solidFill>
              </a:defRPr>
            </a:lvl5pPr>
            <a:lvl6pPr algn="r">
              <a:defRPr sz="1275" b="0">
                <a:solidFill>
                  <a:srgbClr val="FFFFFF"/>
                </a:solidFill>
              </a:defRPr>
            </a:lvl6pPr>
            <a:lvl7pPr algn="r">
              <a:defRPr sz="1275" b="0">
                <a:solidFill>
                  <a:srgbClr val="FFFFFF"/>
                </a:solidFill>
              </a:defRPr>
            </a:lvl7pPr>
            <a:lvl8pPr algn="r">
              <a:defRPr sz="1275" b="0">
                <a:solidFill>
                  <a:srgbClr val="FFFFFF"/>
                </a:solidFill>
              </a:defRPr>
            </a:lvl8pPr>
            <a:lvl9pPr algn="r">
              <a:defRPr sz="1275" b="0">
                <a:solidFill>
                  <a:srgbClr val="FFFFFF"/>
                </a:solidFill>
              </a:defRPr>
            </a:lvl9pPr>
          </a:lstStyle>
          <a:p xmlns:a="http://schemas.openxmlformats.org/drawingml/2006/main">
            <a:pPr algn="r">
              <a:defRPr sz="1275" b="0">
                <a:solidFill>
                  <a:srgbClr val="FFFFFF"/>
                </a:solidFill>
              </a:defRPr>
            </a:pPr>
            <a:r>
              <a:rPr sz="1275" b="0">
                <a:solidFill>
                  <a:srgbClr val="FFFFFF"/>
                </a:solidFill>
              </a:rPr>
              <a:t>© 2026. @sci_eum. All rights reserved.</a:t>
            </a:r>
          </a:p>
        </p:txBody>
      </p:sp>
      <p:sp>
        <p:nvSpPr>
          <p:cNvPr id="5" name="part_label">
            <a:extLst xmlns:a="http://schemas.openxmlformats.org/drawingml/2006/main">
              <a:ext uri="{FF2B5EF4-FFF2-40B4-BE49-F238E27FC236}">
                <a16:creationId xmlns:a16="http://schemas.microsoft.com/office/drawing/2014/main" id="{94FB6F1D-C070-400E-A90D-34DF27996639}"/>
              </a:ext>
            </a:extLst>
          </p:cNvPr>
          <p:cNvSpPr>
            <a:spLocks xmlns:a="http://schemas.openxmlformats.org/drawingml/2006/main" noGrp="1"/>
          </p:cNvSpPr>
          <p:nvPr/>
        </p:nvSpPr>
        <p:spPr>
          <a:xfrm xmlns:a="http://schemas.openxmlformats.org/drawingml/2006/main">
            <a:off x="1130618" y="3067050"/>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defRPr>
            </a:defPPr>
            <a:lvl1pPr algn="l">
              <a:defRPr sz="5100" b="1">
                <a:solidFill>
                  <a:srgbClr val="9FFF68"/>
                </a:solidFill>
              </a:defRPr>
            </a:lvl1pPr>
            <a:lvl2pPr algn="l">
              <a:defRPr sz="5100" b="1">
                <a:solidFill>
                  <a:srgbClr val="9FFF68"/>
                </a:solidFill>
              </a:defRPr>
            </a:lvl2pPr>
            <a:lvl3pPr algn="l">
              <a:defRPr sz="5100" b="1">
                <a:solidFill>
                  <a:srgbClr val="9FFF68"/>
                </a:solidFill>
              </a:defRPr>
            </a:lvl3pPr>
            <a:lvl4pPr algn="l">
              <a:defRPr sz="5100" b="1">
                <a:solidFill>
                  <a:srgbClr val="9FFF68"/>
                </a:solidFill>
              </a:defRPr>
            </a:lvl4pPr>
            <a:lvl5pPr algn="l">
              <a:defRPr sz="5100" b="1">
                <a:solidFill>
                  <a:srgbClr val="9FFF68"/>
                </a:solidFill>
              </a:defRPr>
            </a:lvl5pPr>
            <a:lvl6pPr algn="l">
              <a:defRPr sz="5100" b="1">
                <a:solidFill>
                  <a:srgbClr val="9FFF68"/>
                </a:solidFill>
              </a:defRPr>
            </a:lvl6pPr>
            <a:lvl7pPr algn="l">
              <a:defRPr sz="5100" b="1">
                <a:solidFill>
                  <a:srgbClr val="9FFF68"/>
                </a:solidFill>
              </a:defRPr>
            </a:lvl7pPr>
            <a:lvl8pPr algn="l">
              <a:defRPr sz="5100" b="1">
                <a:solidFill>
                  <a:srgbClr val="9FFF68"/>
                </a:solidFill>
              </a:defRPr>
            </a:lvl8pPr>
            <a:lvl9pPr algn="l">
              <a:defRPr sz="5100" b="1">
                <a:solidFill>
                  <a:srgbClr val="9FFF68"/>
                </a:solidFill>
              </a:defRPr>
            </a:lvl9pPr>
          </a:lstStyle>
          <a:p xmlns:a="http://schemas.openxmlformats.org/drawingml/2006/main">
            <a:pPr algn="l">
              <a:defRPr sz="5100" b="1">
                <a:solidFill>
                  <a:srgbClr val="9FFF68"/>
                </a:solidFill>
              </a:defRPr>
            </a:pPr>
            <a:r>
              <a:rPr sz="5100" b="1">
                <a:solidFill>
                  <a:srgbClr val="9FFF68"/>
                </a:solidFill>
              </a:rPr>
              <a:t>PART 1</a:t>
            </a:r>
          </a:p>
        </p:txBody>
      </p:sp>
      <p:sp>
        <p:nvSpPr>
          <p:cNvPr id="6" name="title">
            <a:extLst xmlns:a="http://schemas.openxmlformats.org/drawingml/2006/main">
              <a:ext uri="{FF2B5EF4-FFF2-40B4-BE49-F238E27FC236}">
                <a16:creationId xmlns:a16="http://schemas.microsoft.com/office/drawing/2014/main" id="{94773D5F-A428-46F9-BB3A-04E5B49C85EF}"/>
              </a:ext>
            </a:extLst>
          </p:cNvPr>
          <p:cNvSpPr>
            <a:spLocks xmlns:a="http://schemas.openxmlformats.org/drawingml/2006/main" noGrp="1"/>
          </p:cNvSpPr>
          <p:nvPr/>
        </p:nvSpPr>
        <p:spPr>
          <a:xfrm xmlns:a="http://schemas.openxmlformats.org/drawingml/2006/main">
            <a:off x="1130618" y="4067175"/>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defRPr>
            </a:defPPr>
            <a:lvl1pPr algn="l">
              <a:defRPr sz="7050" b="1">
                <a:solidFill>
                  <a:srgbClr val="FFFFFF"/>
                </a:solidFill>
              </a:defRPr>
            </a:lvl1pPr>
            <a:lvl2pPr algn="l">
              <a:defRPr sz="7050" b="1">
                <a:solidFill>
                  <a:srgbClr val="FFFFFF"/>
                </a:solidFill>
              </a:defRPr>
            </a:lvl2pPr>
            <a:lvl3pPr algn="l">
              <a:defRPr sz="7050" b="1">
                <a:solidFill>
                  <a:srgbClr val="FFFFFF"/>
                </a:solidFill>
              </a:defRPr>
            </a:lvl3pPr>
            <a:lvl4pPr algn="l">
              <a:defRPr sz="7050" b="1">
                <a:solidFill>
                  <a:srgbClr val="FFFFFF"/>
                </a:solidFill>
              </a:defRPr>
            </a:lvl4pPr>
            <a:lvl5pPr algn="l">
              <a:defRPr sz="7050" b="1">
                <a:solidFill>
                  <a:srgbClr val="FFFFFF"/>
                </a:solidFill>
              </a:defRPr>
            </a:lvl5pPr>
            <a:lvl6pPr algn="l">
              <a:defRPr sz="7050" b="1">
                <a:solidFill>
                  <a:srgbClr val="FFFFFF"/>
                </a:solidFill>
              </a:defRPr>
            </a:lvl6pPr>
            <a:lvl7pPr algn="l">
              <a:defRPr sz="7050" b="1">
                <a:solidFill>
                  <a:srgbClr val="FFFFFF"/>
                </a:solidFill>
              </a:defRPr>
            </a:lvl7pPr>
            <a:lvl8pPr algn="l">
              <a:defRPr sz="7050" b="1">
                <a:solidFill>
                  <a:srgbClr val="FFFFFF"/>
                </a:solidFill>
              </a:defRPr>
            </a:lvl8pPr>
            <a:lvl9pPr algn="l">
              <a:defRPr sz="7050" b="1">
                <a:solidFill>
                  <a:srgbClr val="FFFFFF"/>
                </a:solidFill>
              </a:defRPr>
            </a:lvl9pPr>
          </a:lstStyle>
          <a:p xmlns:a="http://schemas.openxmlformats.org/drawingml/2006/main">
            <a:pPr algn="l">
              <a:defRPr sz="7050" b="1">
                <a:solidFill>
                  <a:srgbClr val="FFFFFF"/>
                </a:solidFill>
              </a:defRPr>
            </a:pPr>
            <a:r>
              <a:rPr sz="7050" b="1">
                <a:solidFill>
                  <a:srgbClr val="FFFFFF"/>
                </a:solidFill>
              </a:rPr>
              <a:t>엔탈피와 열화학 반응식</a:t>
            </a:r>
          </a:p>
        </p:txBody>
      </p:sp>
      <p:sp>
        <p:nvSpPr>
          <p:cNvPr id="7" name="theory_curiosity">
            <a:extLst xmlns:a="http://schemas.openxmlformats.org/drawingml/2006/main">
              <a:ext uri="{FF2B5EF4-FFF2-40B4-BE49-F238E27FC236}">
                <a16:creationId xmlns:a16="http://schemas.microsoft.com/office/drawing/2014/main" id="{6ECE4CED-D33C-444B-93A3-795D8A59C088}"/>
              </a:ext>
            </a:extLst>
          </p:cNvPr>
          <p:cNvSpPr>
            <a:spLocks xmlns:a="http://schemas.openxmlformats.org/drawingml/2006/main" noGrp="1"/>
          </p:cNvSpPr>
          <p:nvPr/>
        </p:nvSpPr>
        <p:spPr>
          <a:xfrm xmlns:a="http://schemas.openxmlformats.org/drawingml/2006/main">
            <a:off x="1130618" y="5524500"/>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defRPr>
            </a:defPPr>
            <a:lvl1pPr algn="l">
              <a:defRPr sz="2850" b="0">
                <a:solidFill>
                  <a:srgbClr val="FFFFFF"/>
                </a:solidFill>
              </a:defRPr>
            </a:lvl1pPr>
            <a:lvl2pPr algn="l">
              <a:defRPr sz="2850" b="0">
                <a:solidFill>
                  <a:srgbClr val="FFFFFF"/>
                </a:solidFill>
              </a:defRPr>
            </a:lvl2pPr>
            <a:lvl3pPr algn="l">
              <a:defRPr sz="2850" b="0">
                <a:solidFill>
                  <a:srgbClr val="FFFFFF"/>
                </a:solidFill>
              </a:defRPr>
            </a:lvl3pPr>
            <a:lvl4pPr algn="l">
              <a:defRPr sz="2850" b="0">
                <a:solidFill>
                  <a:srgbClr val="FFFFFF"/>
                </a:solidFill>
              </a:defRPr>
            </a:lvl4pPr>
            <a:lvl5pPr algn="l">
              <a:defRPr sz="2850" b="0">
                <a:solidFill>
                  <a:srgbClr val="FFFFFF"/>
                </a:solidFill>
              </a:defRPr>
            </a:lvl5pPr>
            <a:lvl6pPr algn="l">
              <a:defRPr sz="2850" b="0">
                <a:solidFill>
                  <a:srgbClr val="FFFFFF"/>
                </a:solidFill>
              </a:defRPr>
            </a:lvl6pPr>
            <a:lvl7pPr algn="l">
              <a:defRPr sz="2850" b="0">
                <a:solidFill>
                  <a:srgbClr val="FFFFFF"/>
                </a:solidFill>
              </a:defRPr>
            </a:lvl7pPr>
            <a:lvl8pPr algn="l">
              <a:defRPr sz="2850" b="0">
                <a:solidFill>
                  <a:srgbClr val="FFFFFF"/>
                </a:solidFill>
              </a:defRPr>
            </a:lvl8pPr>
            <a:lvl9pPr algn="l">
              <a:defRPr sz="2850" b="0">
                <a:solidFill>
                  <a:srgbClr val="FFFFFF"/>
                </a:solidFill>
              </a:defRPr>
            </a:lvl9pPr>
          </a:lstStyle>
          <a:p xmlns:a="http://schemas.openxmlformats.org/drawingml/2006/main">
            <a:pPr algn="l">
              <a:defRPr sz="2850" b="0">
                <a:solidFill>
                  <a:srgbClr val="FFFFFF"/>
                </a:solidFill>
              </a:defRPr>
            </a:pPr>
            <a:r>
              <a:rPr sz="2850" b="0">
                <a:solidFill>
                  <a:srgbClr val="FFFFFF"/>
                </a:solidFill>
              </a:rPr>
              <a:t>같은 반응도 물질의 양이나 상태가 달라지면 출입하는 열이 달라질까?</a:t>
            </a:r>
          </a:p>
        </p:txBody>
      </p:sp>
    </p:spTree>
    <p:extLst>
      <p:ext uri="{BB962C8B-B14F-4D97-AF65-F5344CB8AC3E}">
        <p14:creationId xmlns:p14="http://schemas.microsoft.com/office/powerpoint/2010/main" val="8925092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A4777DE-C53B-4D70-8AC8-50186E8AD9BD}"/>
              </a:ext>
            </a:extLst>
          </p:cNvPr>
          <p:cNvPicPr>
            <a:picLocks xmlns:a="http://schemas.openxmlformats.org/drawingml/2006/main" noChangeAspect="1"/>
          </p:cNvPicPr>
          <p:nvPr/>
        </p:nvPicPr>
        <p:blipFill>
          <a:blip xmlns:r="http://schemas.openxmlformats.org/officeDocument/2006/relationships" xmlns:a="http://schemas.openxmlformats.org/drawingml/2006/main" r:embed="Rc7c0f8ced82a43c7"/>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8D26F72D-91EB-48C7-8EC8-2F930FACE19C}"/>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defRPr>
            </a:defPPr>
            <a:lvl1pPr algn="l">
              <a:defRPr sz="3225" b="1">
                <a:solidFill>
                  <a:srgbClr val="909090"/>
                </a:solidFill>
              </a:defRPr>
            </a:lvl1pPr>
            <a:lvl2pPr algn="l">
              <a:defRPr sz="3225" b="1">
                <a:solidFill>
                  <a:srgbClr val="909090"/>
                </a:solidFill>
              </a:defRPr>
            </a:lvl2pPr>
            <a:lvl3pPr algn="l">
              <a:defRPr sz="3225" b="1">
                <a:solidFill>
                  <a:srgbClr val="909090"/>
                </a:solidFill>
              </a:defRPr>
            </a:lvl3pPr>
            <a:lvl4pPr algn="l">
              <a:defRPr sz="3225" b="1">
                <a:solidFill>
                  <a:srgbClr val="909090"/>
                </a:solidFill>
              </a:defRPr>
            </a:lvl4pPr>
            <a:lvl5pPr algn="l">
              <a:defRPr sz="3225" b="1">
                <a:solidFill>
                  <a:srgbClr val="909090"/>
                </a:solidFill>
              </a:defRPr>
            </a:lvl5pPr>
            <a:lvl6pPr algn="l">
              <a:defRPr sz="3225" b="1">
                <a:solidFill>
                  <a:srgbClr val="909090"/>
                </a:solidFill>
              </a:defRPr>
            </a:lvl6pPr>
            <a:lvl7pPr algn="l">
              <a:defRPr sz="3225" b="1">
                <a:solidFill>
                  <a:srgbClr val="909090"/>
                </a:solidFill>
              </a:defRPr>
            </a:lvl7pPr>
            <a:lvl8pPr algn="l">
              <a:defRPr sz="3225" b="1">
                <a:solidFill>
                  <a:srgbClr val="909090"/>
                </a:solidFill>
              </a:defRPr>
            </a:lvl8pPr>
            <a:lvl9pPr algn="l">
              <a:defRPr sz="3225" b="1">
                <a:solidFill>
                  <a:srgbClr val="909090"/>
                </a:solidFill>
              </a:defRPr>
            </a:lvl9pPr>
          </a:lstStyle>
          <a:p xmlns:a="http://schemas.openxmlformats.org/drawingml/2006/main">
            <a:pPr algn="l">
              <a:defRPr sz="3225" b="1">
                <a:solidFill>
                  <a:srgbClr val="909090"/>
                </a:solidFill>
              </a:defRPr>
            </a:pPr>
            <a:r>
              <a:rPr sz="3225" b="1">
                <a:solidFill>
                  <a:srgbClr val="909090"/>
                </a:solidFill>
              </a:rPr>
              <a:t>PART 2 연료의 효율성</a:t>
            </a:r>
          </a:p>
        </p:txBody>
      </p:sp>
      <p:sp>
        <p:nvSpPr>
          <p:cNvPr id="3" name="topic_number">
            <a:extLst xmlns:a="http://schemas.openxmlformats.org/drawingml/2006/main">
              <a:ext uri="{FF2B5EF4-FFF2-40B4-BE49-F238E27FC236}">
                <a16:creationId xmlns:a16="http://schemas.microsoft.com/office/drawing/2014/main" id="{4D210AFA-B6DA-40E5-B093-A9958D8E74BB}"/>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defRPr>
            </a:defPPr>
            <a:lvl1pPr algn="l">
              <a:defRPr sz="3750" b="1">
                <a:solidFill>
                  <a:srgbClr val="57962F"/>
                </a:solidFill>
              </a:defRPr>
            </a:lvl1pPr>
            <a:lvl2pPr algn="l">
              <a:defRPr sz="3750" b="1">
                <a:solidFill>
                  <a:srgbClr val="57962F"/>
                </a:solidFill>
              </a:defRPr>
            </a:lvl2pPr>
            <a:lvl3pPr algn="l">
              <a:defRPr sz="3750" b="1">
                <a:solidFill>
                  <a:srgbClr val="57962F"/>
                </a:solidFill>
              </a:defRPr>
            </a:lvl3pPr>
            <a:lvl4pPr algn="l">
              <a:defRPr sz="3750" b="1">
                <a:solidFill>
                  <a:srgbClr val="57962F"/>
                </a:solidFill>
              </a:defRPr>
            </a:lvl4pPr>
            <a:lvl5pPr algn="l">
              <a:defRPr sz="3750" b="1">
                <a:solidFill>
                  <a:srgbClr val="57962F"/>
                </a:solidFill>
              </a:defRPr>
            </a:lvl5pPr>
            <a:lvl6pPr algn="l">
              <a:defRPr sz="3750" b="1">
                <a:solidFill>
                  <a:srgbClr val="57962F"/>
                </a:solidFill>
              </a:defRPr>
            </a:lvl6pPr>
            <a:lvl7pPr algn="l">
              <a:defRPr sz="3750" b="1">
                <a:solidFill>
                  <a:srgbClr val="57962F"/>
                </a:solidFill>
              </a:defRPr>
            </a:lvl7pPr>
            <a:lvl8pPr algn="l">
              <a:defRPr sz="3750" b="1">
                <a:solidFill>
                  <a:srgbClr val="57962F"/>
                </a:solidFill>
              </a:defRPr>
            </a:lvl8pPr>
            <a:lvl9pPr algn="l">
              <a:defRPr sz="3750" b="1">
                <a:solidFill>
                  <a:srgbClr val="57962F"/>
                </a:solidFill>
              </a:defRPr>
            </a:lvl9pPr>
          </a:lstStyle>
          <a:p xmlns:a="http://schemas.openxmlformats.org/drawingml/2006/main">
            <a:pPr algn="l">
              <a:defRPr sz="3750" b="1">
                <a:solidFill>
                  <a:srgbClr val="57962F"/>
                </a:solidFill>
              </a:defRPr>
            </a:pPr>
            <a:r>
              <a:rPr sz="3750" b="1">
                <a:solidFill>
                  <a:srgbClr val="57962F"/>
                </a:solidFill>
              </a:rPr>
              <a:t>01</a:t>
            </a:r>
          </a:p>
        </p:txBody>
      </p:sp>
      <p:sp>
        <p:nvSpPr>
          <p:cNvPr id="4" name="topic_heading">
            <a:extLst xmlns:a="http://schemas.openxmlformats.org/drawingml/2006/main">
              <a:ext uri="{FF2B5EF4-FFF2-40B4-BE49-F238E27FC236}">
                <a16:creationId xmlns:a16="http://schemas.microsoft.com/office/drawing/2014/main" id="{014A6BC7-FF8A-475B-A215-17B61C9EEA15}"/>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defRPr>
            </a:defPPr>
            <a:lvl1pPr algn="l">
              <a:defRPr sz="3750" b="1">
                <a:solidFill>
                  <a:srgbClr val="111111"/>
                </a:solidFill>
              </a:defRPr>
            </a:lvl1pPr>
            <a:lvl2pPr algn="l">
              <a:defRPr sz="3750" b="1">
                <a:solidFill>
                  <a:srgbClr val="111111"/>
                </a:solidFill>
              </a:defRPr>
            </a:lvl2pPr>
            <a:lvl3pPr algn="l">
              <a:defRPr sz="3750" b="1">
                <a:solidFill>
                  <a:srgbClr val="111111"/>
                </a:solidFill>
              </a:defRPr>
            </a:lvl3pPr>
            <a:lvl4pPr algn="l">
              <a:defRPr sz="3750" b="1">
                <a:solidFill>
                  <a:srgbClr val="111111"/>
                </a:solidFill>
              </a:defRPr>
            </a:lvl4pPr>
            <a:lvl5pPr algn="l">
              <a:defRPr sz="3750" b="1">
                <a:solidFill>
                  <a:srgbClr val="111111"/>
                </a:solidFill>
              </a:defRPr>
            </a:lvl5pPr>
            <a:lvl6pPr algn="l">
              <a:defRPr sz="3750" b="1">
                <a:solidFill>
                  <a:srgbClr val="111111"/>
                </a:solidFill>
              </a:defRPr>
            </a:lvl6pPr>
            <a:lvl7pPr algn="l">
              <a:defRPr sz="3750" b="1">
                <a:solidFill>
                  <a:srgbClr val="111111"/>
                </a:solidFill>
              </a:defRPr>
            </a:lvl7pPr>
            <a:lvl8pPr algn="l">
              <a:defRPr sz="3750" b="1">
                <a:solidFill>
                  <a:srgbClr val="111111"/>
                </a:solidFill>
              </a:defRPr>
            </a:lvl8pPr>
            <a:lvl9pPr algn="l">
              <a:defRPr sz="3750" b="1">
                <a:solidFill>
                  <a:srgbClr val="111111"/>
                </a:solidFill>
              </a:defRPr>
            </a:lvl9pPr>
          </a:lstStyle>
          <a:p xmlns:a="http://schemas.openxmlformats.org/drawingml/2006/main">
            <a:pPr algn="l">
              <a:defRPr sz="3750" b="1">
                <a:solidFill>
                  <a:srgbClr val="111111"/>
                </a:solidFill>
              </a:defRPr>
            </a:pPr>
            <a:r>
              <a:rPr sz="3750" b="1">
                <a:solidFill>
                  <a:srgbClr val="111111"/>
                </a:solidFill>
              </a:rPr>
              <a:t>연소 반응의 이용</a:t>
            </a:r>
          </a:p>
        </p:txBody>
      </p:sp>
      <p:sp>
        <p:nvSpPr>
          <p:cNvPr id="5" name="title">
            <a:extLst xmlns:a="http://schemas.openxmlformats.org/drawingml/2006/main">
              <a:ext uri="{FF2B5EF4-FFF2-40B4-BE49-F238E27FC236}">
                <a16:creationId xmlns:a16="http://schemas.microsoft.com/office/drawing/2014/main" id="{535BBD08-E7F6-4A9C-BED7-80C0E7DF71BE}"/>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defRPr>
            </a:defPPr>
            <a:lvl1pPr algn="ctr">
              <a:defRPr sz="4800" b="1">
                <a:solidFill>
                  <a:srgbClr val="111111"/>
                </a:solidFill>
              </a:defRPr>
            </a:lvl1pPr>
            <a:lvl2pPr algn="ctr">
              <a:defRPr sz="4800" b="1">
                <a:solidFill>
                  <a:srgbClr val="111111"/>
                </a:solidFill>
              </a:defRPr>
            </a:lvl2pPr>
            <a:lvl3pPr algn="ctr">
              <a:defRPr sz="4800" b="1">
                <a:solidFill>
                  <a:srgbClr val="111111"/>
                </a:solidFill>
              </a:defRPr>
            </a:lvl3pPr>
            <a:lvl4pPr algn="ctr">
              <a:defRPr sz="4800" b="1">
                <a:solidFill>
                  <a:srgbClr val="111111"/>
                </a:solidFill>
              </a:defRPr>
            </a:lvl4pPr>
            <a:lvl5pPr algn="ctr">
              <a:defRPr sz="4800" b="1">
                <a:solidFill>
                  <a:srgbClr val="111111"/>
                </a:solidFill>
              </a:defRPr>
            </a:lvl5pPr>
            <a:lvl6pPr algn="ctr">
              <a:defRPr sz="4800" b="1">
                <a:solidFill>
                  <a:srgbClr val="111111"/>
                </a:solidFill>
              </a:defRPr>
            </a:lvl6pPr>
            <a:lvl7pPr algn="ctr">
              <a:defRPr sz="4800" b="1">
                <a:solidFill>
                  <a:srgbClr val="111111"/>
                </a:solidFill>
              </a:defRPr>
            </a:lvl7pPr>
            <a:lvl8pPr algn="ctr">
              <a:defRPr sz="4800" b="1">
                <a:solidFill>
                  <a:srgbClr val="111111"/>
                </a:solidFill>
              </a:defRPr>
            </a:lvl8pPr>
            <a:lvl9pPr algn="ctr">
              <a:defRPr sz="4800" b="1">
                <a:solidFill>
                  <a:srgbClr val="111111"/>
                </a:solidFill>
              </a:defRPr>
            </a:lvl9pPr>
          </a:lstStyle>
          <a:p xmlns:a="http://schemas.openxmlformats.org/drawingml/2006/main">
            <a:pPr algn="ctr">
              <a:defRPr sz="4800" b="1">
                <a:solidFill>
                  <a:srgbClr val="111111"/>
                </a:solidFill>
              </a:defRPr>
            </a:pPr>
            <a:r>
              <a:rPr sz="4800" b="1">
                <a:solidFill>
                  <a:srgbClr val="111111"/>
                </a:solidFill>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D0AAFD22-78CB-4591-8976-09FF8C8AB2C9}"/>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defRPr>
            </a:defPPr>
            <a:lvl1pPr algn="ctr">
              <a:defRPr sz="2550" b="0">
                <a:solidFill>
                  <a:srgbClr val="888888"/>
                </a:solidFill>
              </a:defRPr>
            </a:lvl1pPr>
            <a:lvl2pPr algn="ctr">
              <a:defRPr sz="2550" b="0">
                <a:solidFill>
                  <a:srgbClr val="888888"/>
                </a:solidFill>
              </a:defRPr>
            </a:lvl2pPr>
            <a:lvl3pPr algn="ctr">
              <a:defRPr sz="2550" b="0">
                <a:solidFill>
                  <a:srgbClr val="888888"/>
                </a:solidFill>
              </a:defRPr>
            </a:lvl3pPr>
            <a:lvl4pPr algn="ctr">
              <a:defRPr sz="2550" b="0">
                <a:solidFill>
                  <a:srgbClr val="888888"/>
                </a:solidFill>
              </a:defRPr>
            </a:lvl4pPr>
            <a:lvl5pPr algn="ctr">
              <a:defRPr sz="2550" b="0">
                <a:solidFill>
                  <a:srgbClr val="888888"/>
                </a:solidFill>
              </a:defRPr>
            </a:lvl5pPr>
            <a:lvl6pPr algn="ctr">
              <a:defRPr sz="2550" b="0">
                <a:solidFill>
                  <a:srgbClr val="888888"/>
                </a:solidFill>
              </a:defRPr>
            </a:lvl6pPr>
            <a:lvl7pPr algn="ctr">
              <a:defRPr sz="2550" b="0">
                <a:solidFill>
                  <a:srgbClr val="888888"/>
                </a:solidFill>
              </a:defRPr>
            </a:lvl7pPr>
            <a:lvl8pPr algn="ctr">
              <a:defRPr sz="2550" b="0">
                <a:solidFill>
                  <a:srgbClr val="888888"/>
                </a:solidFill>
              </a:defRPr>
            </a:lvl8pPr>
            <a:lvl9pPr algn="ctr">
              <a:defRPr sz="2550" b="0">
                <a:solidFill>
                  <a:srgbClr val="888888"/>
                </a:solidFill>
              </a:defRPr>
            </a:lvl9pPr>
          </a:lstStyle>
          <a:p xmlns:a="http://schemas.openxmlformats.org/drawingml/2006/main">
            <a:pPr algn="ctr">
              <a:defRPr sz="2550" b="0">
                <a:solidFill>
                  <a:srgbClr val="888888"/>
                </a:solidFill>
              </a:defRPr>
            </a:pPr>
            <a:r>
              <a:rPr sz="2550" b="0">
                <a:solidFill>
                  <a:srgbClr val="888888"/>
                </a:solidFill>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BB3319EE-DD36-4E4F-995D-3B97D853AF0C}"/>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defRPr>
            </a:defPPr>
            <a:lvl1pPr algn="l">
              <a:defRPr sz="1500" b="0">
                <a:solidFill>
                  <a:srgbClr val="999999"/>
                </a:solidFill>
              </a:defRPr>
            </a:lvl1pPr>
            <a:lvl2pPr algn="l">
              <a:defRPr sz="1500" b="0">
                <a:solidFill>
                  <a:srgbClr val="999999"/>
                </a:solidFill>
              </a:defRPr>
            </a:lvl2pPr>
            <a:lvl3pPr algn="l">
              <a:defRPr sz="1500" b="0">
                <a:solidFill>
                  <a:srgbClr val="999999"/>
                </a:solidFill>
              </a:defRPr>
            </a:lvl3pPr>
            <a:lvl4pPr algn="l">
              <a:defRPr sz="1500" b="0">
                <a:solidFill>
                  <a:srgbClr val="999999"/>
                </a:solidFill>
              </a:defRPr>
            </a:lvl4pPr>
            <a:lvl5pPr algn="l">
              <a:defRPr sz="1500" b="0">
                <a:solidFill>
                  <a:srgbClr val="999999"/>
                </a:solidFill>
              </a:defRPr>
            </a:lvl5pPr>
            <a:lvl6pPr algn="l">
              <a:defRPr sz="1500" b="0">
                <a:solidFill>
                  <a:srgbClr val="999999"/>
                </a:solidFill>
              </a:defRPr>
            </a:lvl6pPr>
            <a:lvl7pPr algn="l">
              <a:defRPr sz="1500" b="0">
                <a:solidFill>
                  <a:srgbClr val="999999"/>
                </a:solidFill>
              </a:defRPr>
            </a:lvl7pPr>
            <a:lvl8pPr algn="l">
              <a:defRPr sz="1500" b="0">
                <a:solidFill>
                  <a:srgbClr val="999999"/>
                </a:solidFill>
              </a:defRPr>
            </a:lvl8pPr>
            <a:lvl9pPr algn="l">
              <a:defRPr sz="1500" b="0">
                <a:solidFill>
                  <a:srgbClr val="999999"/>
                </a:solidFill>
              </a:defRPr>
            </a:lvl9pPr>
          </a:lstStyle>
          <a:p xmlns:a="http://schemas.openxmlformats.org/drawingml/2006/main">
            <a:pPr algn="l">
              <a:defRPr sz="1500" b="0">
                <a:solidFill>
                  <a:srgbClr val="999999"/>
                </a:solidFill>
              </a:defRPr>
            </a:pPr>
            <a:r>
              <a:rPr sz="1500" b="0">
                <a:solidFill>
                  <a:srgbClr val="999999"/>
                </a:solidFill>
              </a:rPr>
              <a:t>15 / 31</a:t>
            </a:r>
          </a:p>
        </p:txBody>
      </p:sp>
      <p:sp>
        <p:nvSpPr>
          <p:cNvPr id="8" name="copyright">
            <a:extLst xmlns:a="http://schemas.openxmlformats.org/drawingml/2006/main">
              <a:ext uri="{FF2B5EF4-FFF2-40B4-BE49-F238E27FC236}">
                <a16:creationId xmlns:a16="http://schemas.microsoft.com/office/drawing/2014/main" id="{D9798ECD-CD84-4911-A99E-958423C3521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sp>
        <p:nvSpPr>
          <p:cNvPr id="9" name="PHOTO_BOILER-border">
            <a:extLst xmlns:a="http://schemas.openxmlformats.org/drawingml/2006/main">
              <a:ext uri="{FF2B5EF4-FFF2-40B4-BE49-F238E27FC236}">
                <a16:creationId xmlns:a16="http://schemas.microsoft.com/office/drawing/2014/main" id="{88C4CED2-FBC4-47EB-8784-EC51F4C9BF45}"/>
              </a:ext>
            </a:extLst>
          </p:cNvPr>
          <p:cNvSpPr>
            <a:spLocks xmlns:a="http://schemas.openxmlformats.org/drawingml/2006/main" noGrp="1"/>
          </p:cNvSpPr>
          <p:nvPr/>
        </p:nvSpPr>
        <p:spPr>
          <a:xfrm xmlns:a="http://schemas.openxmlformats.org/drawingml/2006/main">
            <a:off x="2333625" y="4905375"/>
            <a:ext cx="6238875" cy="3600450"/>
          </a:xfrm>
          <a:prstGeom xmlns:a="http://schemas.openxmlformats.org/drawingml/2006/main" prst="rect">
            <a:avLst/>
          </a:prstGeom>
          <a:solidFill xmlns:a="http://schemas.openxmlformats.org/drawingml/2006/main">
            <a:srgbClr val="333333"/>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CFD2BD46-BC62-46DD-B0B0-06D5FA745D6D}"/>
              </a:ext>
            </a:extLst>
          </p:cNvPr>
          <p:cNvPicPr>
            <a:picLocks xmlns:a="http://schemas.openxmlformats.org/drawingml/2006/main" noChangeAspect="1"/>
          </p:cNvPicPr>
          <p:nvPr/>
        </p:nvPicPr>
        <p:blipFill>
          <a:blip xmlns:r="http://schemas.openxmlformats.org/officeDocument/2006/relationships" xmlns:a="http://schemas.openxmlformats.org/drawingml/2006/main" r:embed="Rab514f727db84cf9"/>
          <a:stretch xmlns:a="http://schemas.openxmlformats.org/drawingml/2006/main"/>
        </p:blipFill>
        <p:spPr>
          <a:xfrm xmlns:a="http://schemas.openxmlformats.org/drawingml/2006/main">
            <a:off x="3442441" y="4953000"/>
            <a:ext cx="4021243" cy="3505200"/>
          </a:xfrm>
          <a:prstGeom xmlns:a="http://schemas.openxmlformats.org/drawingml/2006/main" prst="rect">
            <a:avLst/>
          </a:prstGeom>
        </p:spPr>
      </p:pic>
      <p:sp>
        <p:nvSpPr>
          <p:cNvPr id="11" name="PHOTO_CAR-border">
            <a:extLst xmlns:a="http://schemas.openxmlformats.org/drawingml/2006/main">
              <a:ext uri="{FF2B5EF4-FFF2-40B4-BE49-F238E27FC236}">
                <a16:creationId xmlns:a16="http://schemas.microsoft.com/office/drawing/2014/main" id="{096AE2BB-40A8-4A45-B337-0321506A2E82}"/>
              </a:ext>
            </a:extLst>
          </p:cNvPr>
          <p:cNvSpPr>
            <a:spLocks xmlns:a="http://schemas.openxmlformats.org/drawingml/2006/main" noGrp="1"/>
          </p:cNvSpPr>
          <p:nvPr/>
        </p:nvSpPr>
        <p:spPr>
          <a:xfrm xmlns:a="http://schemas.openxmlformats.org/drawingml/2006/main">
            <a:off x="9667875" y="4905375"/>
            <a:ext cx="6238875" cy="3600450"/>
          </a:xfrm>
          <a:prstGeom xmlns:a="http://schemas.openxmlformats.org/drawingml/2006/main" prst="rect">
            <a:avLst/>
          </a:prstGeom>
          <a:solidFill xmlns:a="http://schemas.openxmlformats.org/drawingml/2006/main">
            <a:srgbClr val="333333"/>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5765A4EA-7BF7-4DA8-BF69-4A2110B6F7B6}"/>
              </a:ext>
            </a:extLst>
          </p:cNvPr>
          <p:cNvPicPr>
            <a:picLocks xmlns:a="http://schemas.openxmlformats.org/drawingml/2006/main" noChangeAspect="1"/>
          </p:cNvPicPr>
          <p:nvPr/>
        </p:nvPicPr>
        <p:blipFill>
          <a:blip xmlns:r="http://schemas.openxmlformats.org/officeDocument/2006/relationships" xmlns:a="http://schemas.openxmlformats.org/drawingml/2006/main" r:embed="R30ae9e3e725d434e"/>
          <a:stretch xmlns:a="http://schemas.openxmlformats.org/drawingml/2006/main"/>
        </p:blipFill>
        <p:spPr>
          <a:xfrm xmlns:a="http://schemas.openxmlformats.org/drawingml/2006/main">
            <a:off x="10007494" y="4953000"/>
            <a:ext cx="5559637" cy="3505200"/>
          </a:xfrm>
          <a:prstGeom xmlns:a="http://schemas.openxmlformats.org/drawingml/2006/main" prst="rect">
            <a:avLst/>
          </a:prstGeom>
        </p:spPr>
      </p:pic>
      <p:sp>
        <p:nvSpPr>
          <p:cNvPr id="13" name="reading_instruction">
            <a:extLst xmlns:a="http://schemas.openxmlformats.org/drawingml/2006/main">
              <a:ext uri="{FF2B5EF4-FFF2-40B4-BE49-F238E27FC236}">
                <a16:creationId xmlns:a16="http://schemas.microsoft.com/office/drawing/2014/main" id="{4A7C15E7-E8FD-4FAC-A31B-A415AB23CA98}"/>
              </a:ext>
            </a:extLst>
          </p:cNvPr>
          <p:cNvSpPr>
            <a:spLocks xmlns:a="http://schemas.openxmlformats.org/drawingml/2006/main" noGrp="1"/>
          </p:cNvSpPr>
          <p:nvPr/>
        </p:nvSpPr>
        <p:spPr>
          <a:xfrm xmlns:a="http://schemas.openxmlformats.org/drawingml/2006/main">
            <a:off x="2381250" y="8934450"/>
            <a:ext cx="13525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000" b="0">
                <a:solidFill>
                  <a:srgbClr val="444444"/>
                </a:solidFill>
              </a:defRPr>
            </a:defPPr>
            <a:lvl1pPr algn="ctr">
              <a:defRPr sz="3000" b="0">
                <a:solidFill>
                  <a:srgbClr val="444444"/>
                </a:solidFill>
              </a:defRPr>
            </a:lvl1pPr>
            <a:lvl2pPr algn="ctr">
              <a:defRPr sz="3000" b="0">
                <a:solidFill>
                  <a:srgbClr val="444444"/>
                </a:solidFill>
              </a:defRPr>
            </a:lvl2pPr>
            <a:lvl3pPr algn="ctr">
              <a:defRPr sz="3000" b="0">
                <a:solidFill>
                  <a:srgbClr val="444444"/>
                </a:solidFill>
              </a:defRPr>
            </a:lvl3pPr>
            <a:lvl4pPr algn="ctr">
              <a:defRPr sz="3000" b="0">
                <a:solidFill>
                  <a:srgbClr val="444444"/>
                </a:solidFill>
              </a:defRPr>
            </a:lvl4pPr>
            <a:lvl5pPr algn="ctr">
              <a:defRPr sz="3000" b="0">
                <a:solidFill>
                  <a:srgbClr val="444444"/>
                </a:solidFill>
              </a:defRPr>
            </a:lvl5pPr>
            <a:lvl6pPr algn="ctr">
              <a:defRPr sz="3000" b="0">
                <a:solidFill>
                  <a:srgbClr val="444444"/>
                </a:solidFill>
              </a:defRPr>
            </a:lvl6pPr>
            <a:lvl7pPr algn="ctr">
              <a:defRPr sz="3000" b="0">
                <a:solidFill>
                  <a:srgbClr val="444444"/>
                </a:solidFill>
              </a:defRPr>
            </a:lvl7pPr>
            <a:lvl8pPr algn="ctr">
              <a:defRPr sz="3000" b="0">
                <a:solidFill>
                  <a:srgbClr val="444444"/>
                </a:solidFill>
              </a:defRPr>
            </a:lvl8pPr>
            <a:lvl9pPr algn="ctr">
              <a:defRPr sz="3000" b="0">
                <a:solidFill>
                  <a:srgbClr val="444444"/>
                </a:solidFill>
              </a:defRPr>
            </a:lvl9pPr>
          </a:lstStyle>
          <a:p xmlns:a="http://schemas.openxmlformats.org/drawingml/2006/main">
            <a:pPr algn="ctr">
              <a:defRPr sz="3000" b="0">
                <a:solidFill>
                  <a:srgbClr val="444444"/>
                </a:solidFill>
              </a:defRPr>
            </a:pPr>
            <a:r>
              <a:rPr sz="3000" b="0">
                <a:solidFill>
                  <a:srgbClr val="444444"/>
                </a:solidFill>
              </a:rPr>
              <a:t>같은 양의 연료라면, 방출하는 열도 같을까?</a:t>
            </a:r>
          </a:p>
        </p:txBody>
      </p:sp>
    </p:spTree>
    <p:extLst>
      <p:ext uri="{BB962C8B-B14F-4D97-AF65-F5344CB8AC3E}">
        <p14:creationId xmlns:p14="http://schemas.microsoft.com/office/powerpoint/2010/main" val="94606305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8278376-4429-42F3-AB11-65B166FEADFE}"/>
              </a:ext>
            </a:extLst>
          </p:cNvPr>
          <p:cNvPicPr>
            <a:picLocks xmlns:a="http://schemas.openxmlformats.org/drawingml/2006/main" noChangeAspect="1"/>
          </p:cNvPicPr>
          <p:nvPr/>
        </p:nvPicPr>
        <p:blipFill>
          <a:blip xmlns:r="http://schemas.openxmlformats.org/officeDocument/2006/relationships" xmlns:a="http://schemas.openxmlformats.org/drawingml/2006/main" r:embed="R0ad912b298ba41ce"/>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F6229075-3943-43FA-895A-5D8E079DC784}"/>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defRPr>
            </a:defPPr>
            <a:lvl1pPr algn="l">
              <a:defRPr sz="3225" b="1">
                <a:solidFill>
                  <a:srgbClr val="909090"/>
                </a:solidFill>
              </a:defRPr>
            </a:lvl1pPr>
            <a:lvl2pPr algn="l">
              <a:defRPr sz="3225" b="1">
                <a:solidFill>
                  <a:srgbClr val="909090"/>
                </a:solidFill>
              </a:defRPr>
            </a:lvl2pPr>
            <a:lvl3pPr algn="l">
              <a:defRPr sz="3225" b="1">
                <a:solidFill>
                  <a:srgbClr val="909090"/>
                </a:solidFill>
              </a:defRPr>
            </a:lvl3pPr>
            <a:lvl4pPr algn="l">
              <a:defRPr sz="3225" b="1">
                <a:solidFill>
                  <a:srgbClr val="909090"/>
                </a:solidFill>
              </a:defRPr>
            </a:lvl4pPr>
            <a:lvl5pPr algn="l">
              <a:defRPr sz="3225" b="1">
                <a:solidFill>
                  <a:srgbClr val="909090"/>
                </a:solidFill>
              </a:defRPr>
            </a:lvl5pPr>
            <a:lvl6pPr algn="l">
              <a:defRPr sz="3225" b="1">
                <a:solidFill>
                  <a:srgbClr val="909090"/>
                </a:solidFill>
              </a:defRPr>
            </a:lvl6pPr>
            <a:lvl7pPr algn="l">
              <a:defRPr sz="3225" b="1">
                <a:solidFill>
                  <a:srgbClr val="909090"/>
                </a:solidFill>
              </a:defRPr>
            </a:lvl7pPr>
            <a:lvl8pPr algn="l">
              <a:defRPr sz="3225" b="1">
                <a:solidFill>
                  <a:srgbClr val="909090"/>
                </a:solidFill>
              </a:defRPr>
            </a:lvl8pPr>
            <a:lvl9pPr algn="l">
              <a:defRPr sz="3225" b="1">
                <a:solidFill>
                  <a:srgbClr val="909090"/>
                </a:solidFill>
              </a:defRPr>
            </a:lvl9pPr>
          </a:lstStyle>
          <a:p xmlns:a="http://schemas.openxmlformats.org/drawingml/2006/main">
            <a:pPr algn="l">
              <a:defRPr sz="3225" b="1">
                <a:solidFill>
                  <a:srgbClr val="909090"/>
                </a:solidFill>
              </a:defRPr>
            </a:pPr>
            <a:r>
              <a:rPr sz="3225" b="1">
                <a:solidFill>
                  <a:srgbClr val="909090"/>
                </a:solidFill>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24E1EB0F-4A38-42A6-8176-F9D318AF53D5}"/>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defRPr>
            </a:defPPr>
            <a:lvl1pPr algn="l">
              <a:defRPr sz="3750" b="1">
                <a:solidFill>
                  <a:srgbClr val="57962F"/>
                </a:solidFill>
              </a:defRPr>
            </a:lvl1pPr>
            <a:lvl2pPr algn="l">
              <a:defRPr sz="3750" b="1">
                <a:solidFill>
                  <a:srgbClr val="57962F"/>
                </a:solidFill>
              </a:defRPr>
            </a:lvl2pPr>
            <a:lvl3pPr algn="l">
              <a:defRPr sz="3750" b="1">
                <a:solidFill>
                  <a:srgbClr val="57962F"/>
                </a:solidFill>
              </a:defRPr>
            </a:lvl3pPr>
            <a:lvl4pPr algn="l">
              <a:defRPr sz="3750" b="1">
                <a:solidFill>
                  <a:srgbClr val="57962F"/>
                </a:solidFill>
              </a:defRPr>
            </a:lvl4pPr>
            <a:lvl5pPr algn="l">
              <a:defRPr sz="3750" b="1">
                <a:solidFill>
                  <a:srgbClr val="57962F"/>
                </a:solidFill>
              </a:defRPr>
            </a:lvl5pPr>
            <a:lvl6pPr algn="l">
              <a:defRPr sz="3750" b="1">
                <a:solidFill>
                  <a:srgbClr val="57962F"/>
                </a:solidFill>
              </a:defRPr>
            </a:lvl6pPr>
            <a:lvl7pPr algn="l">
              <a:defRPr sz="3750" b="1">
                <a:solidFill>
                  <a:srgbClr val="57962F"/>
                </a:solidFill>
              </a:defRPr>
            </a:lvl7pPr>
            <a:lvl8pPr algn="l">
              <a:defRPr sz="3750" b="1">
                <a:solidFill>
                  <a:srgbClr val="57962F"/>
                </a:solidFill>
              </a:defRPr>
            </a:lvl8pPr>
            <a:lvl9pPr algn="l">
              <a:defRPr sz="3750" b="1">
                <a:solidFill>
                  <a:srgbClr val="57962F"/>
                </a:solidFill>
              </a:defRPr>
            </a:lvl9pPr>
          </a:lstStyle>
          <a:p xmlns:a="http://schemas.openxmlformats.org/drawingml/2006/main">
            <a:pPr algn="l">
              <a:defRPr sz="3750" b="1">
                <a:solidFill>
                  <a:srgbClr val="57962F"/>
                </a:solidFill>
              </a:defRPr>
            </a:pPr>
            <a:r>
              <a:rPr sz="3750" b="1">
                <a:solidFill>
                  <a:srgbClr val="57962F"/>
                </a:solidFill>
              </a:rPr>
              <a:t>04</a:t>
            </a:r>
          </a:p>
        </p:txBody>
      </p:sp>
      <p:sp>
        <p:nvSpPr>
          <p:cNvPr id="4" name="topic_heading">
            <a:extLst xmlns:a="http://schemas.openxmlformats.org/drawingml/2006/main">
              <a:ext uri="{FF2B5EF4-FFF2-40B4-BE49-F238E27FC236}">
                <a16:creationId xmlns:a16="http://schemas.microsoft.com/office/drawing/2014/main" id="{C2AC01F7-3F8C-45CF-975D-3628C9EECF0A}"/>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defRPr>
            </a:defPPr>
            <a:lvl1pPr algn="l">
              <a:defRPr sz="3750" b="1">
                <a:solidFill>
                  <a:srgbClr val="111111"/>
                </a:solidFill>
              </a:defRPr>
            </a:lvl1pPr>
            <a:lvl2pPr algn="l">
              <a:defRPr sz="3750" b="1">
                <a:solidFill>
                  <a:srgbClr val="111111"/>
                </a:solidFill>
              </a:defRPr>
            </a:lvl2pPr>
            <a:lvl3pPr algn="l">
              <a:defRPr sz="3750" b="1">
                <a:solidFill>
                  <a:srgbClr val="111111"/>
                </a:solidFill>
              </a:defRPr>
            </a:lvl3pPr>
            <a:lvl4pPr algn="l">
              <a:defRPr sz="3750" b="1">
                <a:solidFill>
                  <a:srgbClr val="111111"/>
                </a:solidFill>
              </a:defRPr>
            </a:lvl4pPr>
            <a:lvl5pPr algn="l">
              <a:defRPr sz="3750" b="1">
                <a:solidFill>
                  <a:srgbClr val="111111"/>
                </a:solidFill>
              </a:defRPr>
            </a:lvl5pPr>
            <a:lvl6pPr algn="l">
              <a:defRPr sz="3750" b="1">
                <a:solidFill>
                  <a:srgbClr val="111111"/>
                </a:solidFill>
              </a:defRPr>
            </a:lvl6pPr>
            <a:lvl7pPr algn="l">
              <a:defRPr sz="3750" b="1">
                <a:solidFill>
                  <a:srgbClr val="111111"/>
                </a:solidFill>
              </a:defRPr>
            </a:lvl7pPr>
            <a:lvl8pPr algn="l">
              <a:defRPr sz="3750" b="1">
                <a:solidFill>
                  <a:srgbClr val="111111"/>
                </a:solidFill>
              </a:defRPr>
            </a:lvl8pPr>
            <a:lvl9pPr algn="l">
              <a:defRPr sz="3750" b="1">
                <a:solidFill>
                  <a:srgbClr val="111111"/>
                </a:solidFill>
              </a:defRPr>
            </a:lvl9pPr>
          </a:lstStyle>
          <a:p xmlns:a="http://schemas.openxmlformats.org/drawingml/2006/main">
            <a:pPr algn="l">
              <a:defRPr sz="3750" b="1">
                <a:solidFill>
                  <a:srgbClr val="111111"/>
                </a:solidFill>
              </a:defRPr>
            </a:pPr>
            <a:r>
              <a:rPr sz="3750" b="1">
                <a:solidFill>
                  <a:srgbClr val="111111"/>
                </a:solidFill>
              </a:rPr>
              <a:t>물 생성 반응의 결합 모형</a:t>
            </a:r>
          </a:p>
        </p:txBody>
      </p:sp>
      <p:sp>
        <p:nvSpPr>
          <p:cNvPr id="5" name="title">
            <a:extLst xmlns:a="http://schemas.openxmlformats.org/drawingml/2006/main">
              <a:ext uri="{FF2B5EF4-FFF2-40B4-BE49-F238E27FC236}">
                <a16:creationId xmlns:a16="http://schemas.microsoft.com/office/drawing/2014/main" id="{8A54F806-B44F-4D35-A925-B2F02B3AE9DB}"/>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defRPr>
            </a:defPPr>
            <a:lvl1pPr algn="ctr">
              <a:defRPr sz="4800" b="1">
                <a:solidFill>
                  <a:srgbClr val="111111"/>
                </a:solidFill>
              </a:defRPr>
            </a:lvl1pPr>
            <a:lvl2pPr algn="ctr">
              <a:defRPr sz="4800" b="1">
                <a:solidFill>
                  <a:srgbClr val="111111"/>
                </a:solidFill>
              </a:defRPr>
            </a:lvl2pPr>
            <a:lvl3pPr algn="ctr">
              <a:defRPr sz="4800" b="1">
                <a:solidFill>
                  <a:srgbClr val="111111"/>
                </a:solidFill>
              </a:defRPr>
            </a:lvl3pPr>
            <a:lvl4pPr algn="ctr">
              <a:defRPr sz="4800" b="1">
                <a:solidFill>
                  <a:srgbClr val="111111"/>
                </a:solidFill>
              </a:defRPr>
            </a:lvl4pPr>
            <a:lvl5pPr algn="ctr">
              <a:defRPr sz="4800" b="1">
                <a:solidFill>
                  <a:srgbClr val="111111"/>
                </a:solidFill>
              </a:defRPr>
            </a:lvl5pPr>
            <a:lvl6pPr algn="ctr">
              <a:defRPr sz="4800" b="1">
                <a:solidFill>
                  <a:srgbClr val="111111"/>
                </a:solidFill>
              </a:defRPr>
            </a:lvl6pPr>
            <a:lvl7pPr algn="ctr">
              <a:defRPr sz="4800" b="1">
                <a:solidFill>
                  <a:srgbClr val="111111"/>
                </a:solidFill>
              </a:defRPr>
            </a:lvl7pPr>
            <a:lvl8pPr algn="ctr">
              <a:defRPr sz="4800" b="1">
                <a:solidFill>
                  <a:srgbClr val="111111"/>
                </a:solidFill>
              </a:defRPr>
            </a:lvl8pPr>
            <a:lvl9pPr algn="ctr">
              <a:defRPr sz="4800" b="1">
                <a:solidFill>
                  <a:srgbClr val="111111"/>
                </a:solidFill>
              </a:defRPr>
            </a:lvl9pPr>
          </a:lstStyle>
          <a:p xmlns:a="http://schemas.openxmlformats.org/drawingml/2006/main">
            <a:pPr algn="ctr">
              <a:defRPr sz="4800" b="1">
                <a:solidFill>
                  <a:srgbClr val="111111"/>
                </a:solidFill>
              </a:defRPr>
            </a:pPr>
            <a:r>
              <a:rPr sz="4800" b="1">
                <a:solidFill>
                  <a:srgbClr val="111111"/>
                </a:solidFill>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D8081EBC-BC63-4E39-9CEB-568BC2F65E44}"/>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defRPr>
            </a:defPPr>
            <a:lvl1pPr algn="ctr">
              <a:defRPr sz="2550" b="0">
                <a:solidFill>
                  <a:srgbClr val="888888"/>
                </a:solidFill>
              </a:defRPr>
            </a:lvl1pPr>
            <a:lvl2pPr algn="ctr">
              <a:defRPr sz="2550" b="0">
                <a:solidFill>
                  <a:srgbClr val="888888"/>
                </a:solidFill>
              </a:defRPr>
            </a:lvl2pPr>
            <a:lvl3pPr algn="ctr">
              <a:defRPr sz="2550" b="0">
                <a:solidFill>
                  <a:srgbClr val="888888"/>
                </a:solidFill>
              </a:defRPr>
            </a:lvl3pPr>
            <a:lvl4pPr algn="ctr">
              <a:defRPr sz="2550" b="0">
                <a:solidFill>
                  <a:srgbClr val="888888"/>
                </a:solidFill>
              </a:defRPr>
            </a:lvl4pPr>
            <a:lvl5pPr algn="ctr">
              <a:defRPr sz="2550" b="0">
                <a:solidFill>
                  <a:srgbClr val="888888"/>
                </a:solidFill>
              </a:defRPr>
            </a:lvl5pPr>
            <a:lvl6pPr algn="ctr">
              <a:defRPr sz="2550" b="0">
                <a:solidFill>
                  <a:srgbClr val="888888"/>
                </a:solidFill>
              </a:defRPr>
            </a:lvl6pPr>
            <a:lvl7pPr algn="ctr">
              <a:defRPr sz="2550" b="0">
                <a:solidFill>
                  <a:srgbClr val="888888"/>
                </a:solidFill>
              </a:defRPr>
            </a:lvl7pPr>
            <a:lvl8pPr algn="ctr">
              <a:defRPr sz="2550" b="0">
                <a:solidFill>
                  <a:srgbClr val="888888"/>
                </a:solidFill>
              </a:defRPr>
            </a:lvl8pPr>
            <a:lvl9pPr algn="ctr">
              <a:defRPr sz="2550" b="0">
                <a:solidFill>
                  <a:srgbClr val="888888"/>
                </a:solidFill>
              </a:defRPr>
            </a:lvl9pPr>
          </a:lstStyle>
          <a:p xmlns:a="http://schemas.openxmlformats.org/drawingml/2006/main">
            <a:pPr algn="ctr">
              <a:defRPr sz="2550" b="0">
                <a:solidFill>
                  <a:srgbClr val="888888"/>
                </a:solidFill>
              </a:defRPr>
            </a:pPr>
            <a:r>
              <a:rPr sz="2550" b="0">
                <a:solidFill>
                  <a:srgbClr val="888888"/>
                </a:solidFill>
              </a:rPr>
              <a:t>2H₂(g) + O₂(g) → 2H₂O(g)</a:t>
            </a:r>
          </a:p>
        </p:txBody>
      </p:sp>
      <p:sp>
        <p:nvSpPr>
          <p:cNvPr id="7" name="page">
            <a:extLst xmlns:a="http://schemas.openxmlformats.org/drawingml/2006/main">
              <a:ext uri="{FF2B5EF4-FFF2-40B4-BE49-F238E27FC236}">
                <a16:creationId xmlns:a16="http://schemas.microsoft.com/office/drawing/2014/main" id="{C01E6D0A-66DC-4795-BDE6-04A9C9B0BD9F}"/>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defRPr>
            </a:defPPr>
            <a:lvl1pPr algn="l">
              <a:defRPr sz="1500" b="0">
                <a:solidFill>
                  <a:srgbClr val="999999"/>
                </a:solidFill>
              </a:defRPr>
            </a:lvl1pPr>
            <a:lvl2pPr algn="l">
              <a:defRPr sz="1500" b="0">
                <a:solidFill>
                  <a:srgbClr val="999999"/>
                </a:solidFill>
              </a:defRPr>
            </a:lvl2pPr>
            <a:lvl3pPr algn="l">
              <a:defRPr sz="1500" b="0">
                <a:solidFill>
                  <a:srgbClr val="999999"/>
                </a:solidFill>
              </a:defRPr>
            </a:lvl3pPr>
            <a:lvl4pPr algn="l">
              <a:defRPr sz="1500" b="0">
                <a:solidFill>
                  <a:srgbClr val="999999"/>
                </a:solidFill>
              </a:defRPr>
            </a:lvl4pPr>
            <a:lvl5pPr algn="l">
              <a:defRPr sz="1500" b="0">
                <a:solidFill>
                  <a:srgbClr val="999999"/>
                </a:solidFill>
              </a:defRPr>
            </a:lvl5pPr>
            <a:lvl6pPr algn="l">
              <a:defRPr sz="1500" b="0">
                <a:solidFill>
                  <a:srgbClr val="999999"/>
                </a:solidFill>
              </a:defRPr>
            </a:lvl6pPr>
            <a:lvl7pPr algn="l">
              <a:defRPr sz="1500" b="0">
                <a:solidFill>
                  <a:srgbClr val="999999"/>
                </a:solidFill>
              </a:defRPr>
            </a:lvl7pPr>
            <a:lvl8pPr algn="l">
              <a:defRPr sz="1500" b="0">
                <a:solidFill>
                  <a:srgbClr val="999999"/>
                </a:solidFill>
              </a:defRPr>
            </a:lvl8pPr>
            <a:lvl9pPr algn="l">
              <a:defRPr sz="1500" b="0">
                <a:solidFill>
                  <a:srgbClr val="999999"/>
                </a:solidFill>
              </a:defRPr>
            </a:lvl9pPr>
          </a:lstStyle>
          <a:p xmlns:a="http://schemas.openxmlformats.org/drawingml/2006/main">
            <a:pPr algn="l">
              <a:defRPr sz="1500" b="0">
                <a:solidFill>
                  <a:srgbClr val="999999"/>
                </a:solidFill>
              </a:defRPr>
            </a:pPr>
            <a:r>
              <a:rPr sz="1500" b="0">
                <a:solidFill>
                  <a:srgbClr val="999999"/>
                </a:solidFill>
              </a:rPr>
              <a:t>26 / 31</a:t>
            </a:r>
          </a:p>
        </p:txBody>
      </p:sp>
      <p:sp>
        <p:nvSpPr>
          <p:cNvPr id="8" name="copyright">
            <a:extLst xmlns:a="http://schemas.openxmlformats.org/drawingml/2006/main">
              <a:ext uri="{FF2B5EF4-FFF2-40B4-BE49-F238E27FC236}">
                <a16:creationId xmlns:a16="http://schemas.microsoft.com/office/drawing/2014/main" id="{5221E915-764C-4439-8E4D-F1AF477DA5AA}"/>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pic>
        <p:nvPicPr>
          <p:cNvPr id="9" name="">
            <a:extLst xmlns:a="http://schemas.openxmlformats.org/drawingml/2006/main">
              <a:ext uri="{FF2B5EF4-FFF2-40B4-BE49-F238E27FC236}">
                <a16:creationId xmlns:a16="http://schemas.microsoft.com/office/drawing/2014/main" id="{160A2133-28CC-4B2E-9D2C-85C2070B975D}"/>
              </a:ext>
            </a:extLst>
          </p:cNvPr>
          <p:cNvPicPr>
            <a:picLocks xmlns:a="http://schemas.openxmlformats.org/drawingml/2006/main" noChangeAspect="1"/>
          </p:cNvPicPr>
          <p:nvPr/>
        </p:nvPicPr>
        <p:blipFill>
          <a:blip xmlns:r="http://schemas.openxmlformats.org/officeDocument/2006/relationships" xmlns:a="http://schemas.openxmlformats.org/drawingml/2006/main" r:embed="R3455d114f1fb4600"/>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3B3D141D-2860-4B18-AC87-67B379854AC5}"/>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defRPr>
            </a:defPPr>
            <a:lvl1pPr algn="ctr">
              <a:defRPr sz="3150" b="0">
                <a:solidFill>
                  <a:srgbClr val="444444"/>
                </a:solidFill>
              </a:defRPr>
            </a:lvl1pPr>
            <a:lvl2pPr algn="ctr">
              <a:defRPr sz="3150" b="0">
                <a:solidFill>
                  <a:srgbClr val="444444"/>
                </a:solidFill>
              </a:defRPr>
            </a:lvl2pPr>
            <a:lvl3pPr algn="ctr">
              <a:defRPr sz="3150" b="0">
                <a:solidFill>
                  <a:srgbClr val="444444"/>
                </a:solidFill>
              </a:defRPr>
            </a:lvl3pPr>
            <a:lvl4pPr algn="ctr">
              <a:defRPr sz="3150" b="0">
                <a:solidFill>
                  <a:srgbClr val="444444"/>
                </a:solidFill>
              </a:defRPr>
            </a:lvl4pPr>
            <a:lvl5pPr algn="ctr">
              <a:defRPr sz="3150" b="0">
                <a:solidFill>
                  <a:srgbClr val="444444"/>
                </a:solidFill>
              </a:defRPr>
            </a:lvl5pPr>
            <a:lvl6pPr algn="ctr">
              <a:defRPr sz="3150" b="0">
                <a:solidFill>
                  <a:srgbClr val="444444"/>
                </a:solidFill>
              </a:defRPr>
            </a:lvl6pPr>
            <a:lvl7pPr algn="ctr">
              <a:defRPr sz="3150" b="0">
                <a:solidFill>
                  <a:srgbClr val="444444"/>
                </a:solidFill>
              </a:defRPr>
            </a:lvl7pPr>
            <a:lvl8pPr algn="ctr">
              <a:defRPr sz="3150" b="0">
                <a:solidFill>
                  <a:srgbClr val="444444"/>
                </a:solidFill>
              </a:defRPr>
            </a:lvl8pPr>
            <a:lvl9pPr algn="ctr">
              <a:defRPr sz="3150" b="0">
                <a:solidFill>
                  <a:srgbClr val="444444"/>
                </a:solidFill>
              </a:defRPr>
            </a:lvl9pPr>
          </a:lstStyle>
          <a:p xmlns:a="http://schemas.openxmlformats.org/drawingml/2006/main">
            <a:pPr algn="ctr">
              <a:defRPr sz="3150" b="0">
                <a:solidFill>
                  <a:srgbClr val="444444"/>
                </a:solidFill>
              </a:defRPr>
            </a:pPr>
            <a:r>
              <a:rPr sz="3150" b="0">
                <a:solidFill>
                  <a:srgbClr val="444444"/>
                </a:solidFill>
              </a:rPr>
              <a:t>H 원자 4개와 O 원자 2개를 끝까지 확인한다</a:t>
            </a:r>
          </a:p>
        </p:txBody>
      </p:sp>
    </p:spTree>
    <p:extLst>
      <p:ext uri="{BB962C8B-B14F-4D97-AF65-F5344CB8AC3E}">
        <p14:creationId xmlns:p14="http://schemas.microsoft.com/office/powerpoint/2010/main" val="1741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7F6067C9-F961-4974-9138-257FDC301878}"/>
              </a:ext>
            </a:extLst>
          </p:cNvPr>
          <p:cNvPicPr>
            <a:picLocks xmlns:a="http://schemas.openxmlformats.org/drawingml/2006/main" noChangeAspect="1"/>
          </p:cNvPicPr>
          <p:nvPr/>
        </p:nvPicPr>
        <p:blipFill>
          <a:blip xmlns:r="http://schemas.openxmlformats.org/officeDocument/2006/relationships" xmlns:a="http://schemas.openxmlformats.org/drawingml/2006/main" r:embed="Re305417704814afc"/>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1FD197D2-9D00-457E-B963-5B259D8362E7}"/>
              </a:ext>
            </a:extLst>
          </p:cNvPr>
          <p:cNvSpPr>
            <a:spLocks xmlns:a="http://schemas.openxmlformats.org/drawingml/2006/main" noGrp="1"/>
          </p:cNvSpPr>
          <p:nvPr/>
        </p:nvSpPr>
        <p:spPr>
          <a:xfrm xmlns:a="http://schemas.openxmlformats.org/drawingml/2006/main">
            <a:off x="685800" y="742950"/>
            <a:ext cx="1428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225" b="1">
                <a:solidFill>
                  <a:srgbClr val="909090"/>
                </a:solidFill>
              </a:defRPr>
            </a:defPPr>
            <a:lvl1pPr algn="l">
              <a:defRPr sz="3225" b="1">
                <a:solidFill>
                  <a:srgbClr val="909090"/>
                </a:solidFill>
              </a:defRPr>
            </a:lvl1pPr>
            <a:lvl2pPr algn="l">
              <a:defRPr sz="3225" b="1">
                <a:solidFill>
                  <a:srgbClr val="909090"/>
                </a:solidFill>
              </a:defRPr>
            </a:lvl2pPr>
            <a:lvl3pPr algn="l">
              <a:defRPr sz="3225" b="1">
                <a:solidFill>
                  <a:srgbClr val="909090"/>
                </a:solidFill>
              </a:defRPr>
            </a:lvl3pPr>
            <a:lvl4pPr algn="l">
              <a:defRPr sz="3225" b="1">
                <a:solidFill>
                  <a:srgbClr val="909090"/>
                </a:solidFill>
              </a:defRPr>
            </a:lvl4pPr>
            <a:lvl5pPr algn="l">
              <a:defRPr sz="3225" b="1">
                <a:solidFill>
                  <a:srgbClr val="909090"/>
                </a:solidFill>
              </a:defRPr>
            </a:lvl5pPr>
            <a:lvl6pPr algn="l">
              <a:defRPr sz="3225" b="1">
                <a:solidFill>
                  <a:srgbClr val="909090"/>
                </a:solidFill>
              </a:defRPr>
            </a:lvl6pPr>
            <a:lvl7pPr algn="l">
              <a:defRPr sz="3225" b="1">
                <a:solidFill>
                  <a:srgbClr val="909090"/>
                </a:solidFill>
              </a:defRPr>
            </a:lvl7pPr>
            <a:lvl8pPr algn="l">
              <a:defRPr sz="3225" b="1">
                <a:solidFill>
                  <a:srgbClr val="909090"/>
                </a:solidFill>
              </a:defRPr>
            </a:lvl8pPr>
            <a:lvl9pPr algn="l">
              <a:defRPr sz="3225" b="1">
                <a:solidFill>
                  <a:srgbClr val="909090"/>
                </a:solidFill>
              </a:defRPr>
            </a:lvl9pPr>
          </a:lstStyle>
          <a:p xmlns:a="http://schemas.openxmlformats.org/drawingml/2006/main">
            <a:pPr algn="l">
              <a:defRPr sz="3225" b="1">
                <a:solidFill>
                  <a:srgbClr val="909090"/>
                </a:solidFill>
              </a:defRPr>
            </a:pPr>
            <a:r>
              <a:rPr sz="3225" b="1">
                <a:solidFill>
                  <a:srgbClr val="909090"/>
                </a:solidFill>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186AF742-7205-4924-B744-E8F29258C216}"/>
              </a:ext>
            </a:extLst>
          </p:cNvPr>
          <p:cNvSpPr>
            <a:spLocks xmlns:a="http://schemas.openxmlformats.org/drawingml/2006/main" noGrp="1"/>
          </p:cNvSpPr>
          <p:nvPr/>
        </p:nvSpPr>
        <p:spPr>
          <a:xfrm xmlns:a="http://schemas.openxmlformats.org/drawingml/2006/main">
            <a:off x="685800" y="1371600"/>
            <a:ext cx="857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57962F"/>
                </a:solidFill>
              </a:defRPr>
            </a:defPPr>
            <a:lvl1pPr algn="l">
              <a:defRPr sz="3750" b="1">
                <a:solidFill>
                  <a:srgbClr val="57962F"/>
                </a:solidFill>
              </a:defRPr>
            </a:lvl1pPr>
            <a:lvl2pPr algn="l">
              <a:defRPr sz="3750" b="1">
                <a:solidFill>
                  <a:srgbClr val="57962F"/>
                </a:solidFill>
              </a:defRPr>
            </a:lvl2pPr>
            <a:lvl3pPr algn="l">
              <a:defRPr sz="3750" b="1">
                <a:solidFill>
                  <a:srgbClr val="57962F"/>
                </a:solidFill>
              </a:defRPr>
            </a:lvl3pPr>
            <a:lvl4pPr algn="l">
              <a:defRPr sz="3750" b="1">
                <a:solidFill>
                  <a:srgbClr val="57962F"/>
                </a:solidFill>
              </a:defRPr>
            </a:lvl4pPr>
            <a:lvl5pPr algn="l">
              <a:defRPr sz="3750" b="1">
                <a:solidFill>
                  <a:srgbClr val="57962F"/>
                </a:solidFill>
              </a:defRPr>
            </a:lvl5pPr>
            <a:lvl6pPr algn="l">
              <a:defRPr sz="3750" b="1">
                <a:solidFill>
                  <a:srgbClr val="57962F"/>
                </a:solidFill>
              </a:defRPr>
            </a:lvl6pPr>
            <a:lvl7pPr algn="l">
              <a:defRPr sz="3750" b="1">
                <a:solidFill>
                  <a:srgbClr val="57962F"/>
                </a:solidFill>
              </a:defRPr>
            </a:lvl7pPr>
            <a:lvl8pPr algn="l">
              <a:defRPr sz="3750" b="1">
                <a:solidFill>
                  <a:srgbClr val="57962F"/>
                </a:solidFill>
              </a:defRPr>
            </a:lvl8pPr>
            <a:lvl9pPr algn="l">
              <a:defRPr sz="3750" b="1">
                <a:solidFill>
                  <a:srgbClr val="57962F"/>
                </a:solidFill>
              </a:defRPr>
            </a:lvl9pPr>
          </a:lstStyle>
          <a:p xmlns:a="http://schemas.openxmlformats.org/drawingml/2006/main">
            <a:pPr algn="l">
              <a:defRPr sz="3750" b="1">
                <a:solidFill>
                  <a:srgbClr val="57962F"/>
                </a:solidFill>
              </a:defRPr>
            </a:pPr>
            <a:r>
              <a:rPr sz="3750" b="1">
                <a:solidFill>
                  <a:srgbClr val="57962F"/>
                </a:solidFill>
              </a:rPr>
              <a:t>06</a:t>
            </a:r>
          </a:p>
        </p:txBody>
      </p:sp>
      <p:sp>
        <p:nvSpPr>
          <p:cNvPr id="4" name="topic_heading">
            <a:extLst xmlns:a="http://schemas.openxmlformats.org/drawingml/2006/main">
              <a:ext uri="{FF2B5EF4-FFF2-40B4-BE49-F238E27FC236}">
                <a16:creationId xmlns:a16="http://schemas.microsoft.com/office/drawing/2014/main" id="{E042EA4A-A7C2-436A-AC7B-D6B1F7630CE4}"/>
              </a:ext>
            </a:extLst>
          </p:cNvPr>
          <p:cNvSpPr>
            <a:spLocks xmlns:a="http://schemas.openxmlformats.org/drawingml/2006/main" noGrp="1"/>
          </p:cNvSpPr>
          <p:nvPr/>
        </p:nvSpPr>
        <p:spPr>
          <a:xfrm xmlns:a="http://schemas.openxmlformats.org/drawingml/2006/main">
            <a:off x="1543050" y="1371600"/>
            <a:ext cx="1495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750" b="1">
                <a:solidFill>
                  <a:srgbClr val="111111"/>
                </a:solidFill>
              </a:defRPr>
            </a:defPPr>
            <a:lvl1pPr algn="l">
              <a:defRPr sz="3750" b="1">
                <a:solidFill>
                  <a:srgbClr val="111111"/>
                </a:solidFill>
              </a:defRPr>
            </a:lvl1pPr>
            <a:lvl2pPr algn="l">
              <a:defRPr sz="3750" b="1">
                <a:solidFill>
                  <a:srgbClr val="111111"/>
                </a:solidFill>
              </a:defRPr>
            </a:lvl2pPr>
            <a:lvl3pPr algn="l">
              <a:defRPr sz="3750" b="1">
                <a:solidFill>
                  <a:srgbClr val="111111"/>
                </a:solidFill>
              </a:defRPr>
            </a:lvl3pPr>
            <a:lvl4pPr algn="l">
              <a:defRPr sz="3750" b="1">
                <a:solidFill>
                  <a:srgbClr val="111111"/>
                </a:solidFill>
              </a:defRPr>
            </a:lvl4pPr>
            <a:lvl5pPr algn="l">
              <a:defRPr sz="3750" b="1">
                <a:solidFill>
                  <a:srgbClr val="111111"/>
                </a:solidFill>
              </a:defRPr>
            </a:lvl5pPr>
            <a:lvl6pPr algn="l">
              <a:defRPr sz="3750" b="1">
                <a:solidFill>
                  <a:srgbClr val="111111"/>
                </a:solidFill>
              </a:defRPr>
            </a:lvl6pPr>
            <a:lvl7pPr algn="l">
              <a:defRPr sz="3750" b="1">
                <a:solidFill>
                  <a:srgbClr val="111111"/>
                </a:solidFill>
              </a:defRPr>
            </a:lvl7pPr>
            <a:lvl8pPr algn="l">
              <a:defRPr sz="3750" b="1">
                <a:solidFill>
                  <a:srgbClr val="111111"/>
                </a:solidFill>
              </a:defRPr>
            </a:lvl8pPr>
            <a:lvl9pPr algn="l">
              <a:defRPr sz="3750" b="1">
                <a:solidFill>
                  <a:srgbClr val="111111"/>
                </a:solidFill>
              </a:defRPr>
            </a:lvl9pPr>
          </a:lstStyle>
          <a:p xmlns:a="http://schemas.openxmlformats.org/drawingml/2006/main">
            <a:pPr algn="l">
              <a:defRPr sz="3750" b="1">
                <a:solidFill>
                  <a:srgbClr val="111111"/>
                </a:solidFill>
              </a:defRPr>
            </a:pPr>
            <a:r>
              <a:rPr sz="3750" b="1">
                <a:solidFill>
                  <a:srgbClr val="111111"/>
                </a:solidFill>
              </a:rPr>
              <a:t>결합 에너지로 반응 엔탈피 계산</a:t>
            </a:r>
          </a:p>
        </p:txBody>
      </p:sp>
      <p:sp>
        <p:nvSpPr>
          <p:cNvPr id="5" name="title">
            <a:extLst xmlns:a="http://schemas.openxmlformats.org/drawingml/2006/main">
              <a:ext uri="{FF2B5EF4-FFF2-40B4-BE49-F238E27FC236}">
                <a16:creationId xmlns:a16="http://schemas.microsoft.com/office/drawing/2014/main" id="{5C9BF120-F5E8-4829-85BE-4DAF46C49F5B}"/>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defRPr>
            </a:defPPr>
            <a:lvl1pPr algn="ctr">
              <a:defRPr sz="4800" b="1">
                <a:solidFill>
                  <a:srgbClr val="111111"/>
                </a:solidFill>
              </a:defRPr>
            </a:lvl1pPr>
            <a:lvl2pPr algn="ctr">
              <a:defRPr sz="4800" b="1">
                <a:solidFill>
                  <a:srgbClr val="111111"/>
                </a:solidFill>
              </a:defRPr>
            </a:lvl2pPr>
            <a:lvl3pPr algn="ctr">
              <a:defRPr sz="4800" b="1">
                <a:solidFill>
                  <a:srgbClr val="111111"/>
                </a:solidFill>
              </a:defRPr>
            </a:lvl3pPr>
            <a:lvl4pPr algn="ctr">
              <a:defRPr sz="4800" b="1">
                <a:solidFill>
                  <a:srgbClr val="111111"/>
                </a:solidFill>
              </a:defRPr>
            </a:lvl4pPr>
            <a:lvl5pPr algn="ctr">
              <a:defRPr sz="4800" b="1">
                <a:solidFill>
                  <a:srgbClr val="111111"/>
                </a:solidFill>
              </a:defRPr>
            </a:lvl5pPr>
            <a:lvl6pPr algn="ctr">
              <a:defRPr sz="4800" b="1">
                <a:solidFill>
                  <a:srgbClr val="111111"/>
                </a:solidFill>
              </a:defRPr>
            </a:lvl6pPr>
            <a:lvl7pPr algn="ctr">
              <a:defRPr sz="4800" b="1">
                <a:solidFill>
                  <a:srgbClr val="111111"/>
                </a:solidFill>
              </a:defRPr>
            </a:lvl7pPr>
            <a:lvl8pPr algn="ctr">
              <a:defRPr sz="4800" b="1">
                <a:solidFill>
                  <a:srgbClr val="111111"/>
                </a:solidFill>
              </a:defRPr>
            </a:lvl8pPr>
            <a:lvl9pPr algn="ctr">
              <a:defRPr sz="4800" b="1">
                <a:solidFill>
                  <a:srgbClr val="111111"/>
                </a:solidFill>
              </a:defRPr>
            </a:lvl9pPr>
          </a:lstStyle>
          <a:p xmlns:a="http://schemas.openxmlformats.org/drawingml/2006/main">
            <a:pPr algn="ctr">
              <a:defRPr sz="4800" b="1">
                <a:solidFill>
                  <a:srgbClr val="111111"/>
                </a:solidFill>
              </a:defRPr>
            </a:pPr>
            <a:r>
              <a:rPr sz="4800" b="1">
                <a:solidFill>
                  <a:srgbClr val="111111"/>
                </a:solidFill>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26FFE813-99B1-4A55-8C92-55BC5E729B85}"/>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defRPr>
            </a:defPPr>
            <a:lvl1pPr algn="ctr">
              <a:defRPr sz="2550" b="0">
                <a:solidFill>
                  <a:srgbClr val="888888"/>
                </a:solidFill>
              </a:defRPr>
            </a:lvl1pPr>
            <a:lvl2pPr algn="ctr">
              <a:defRPr sz="2550" b="0">
                <a:solidFill>
                  <a:srgbClr val="888888"/>
                </a:solidFill>
              </a:defRPr>
            </a:lvl2pPr>
            <a:lvl3pPr algn="ctr">
              <a:defRPr sz="2550" b="0">
                <a:solidFill>
                  <a:srgbClr val="888888"/>
                </a:solidFill>
              </a:defRPr>
            </a:lvl3pPr>
            <a:lvl4pPr algn="ctr">
              <a:defRPr sz="2550" b="0">
                <a:solidFill>
                  <a:srgbClr val="888888"/>
                </a:solidFill>
              </a:defRPr>
            </a:lvl4pPr>
            <a:lvl5pPr algn="ctr">
              <a:defRPr sz="2550" b="0">
                <a:solidFill>
                  <a:srgbClr val="888888"/>
                </a:solidFill>
              </a:defRPr>
            </a:lvl5pPr>
            <a:lvl6pPr algn="ctr">
              <a:defRPr sz="2550" b="0">
                <a:solidFill>
                  <a:srgbClr val="888888"/>
                </a:solidFill>
              </a:defRPr>
            </a:lvl6pPr>
            <a:lvl7pPr algn="ctr">
              <a:defRPr sz="2550" b="0">
                <a:solidFill>
                  <a:srgbClr val="888888"/>
                </a:solidFill>
              </a:defRPr>
            </a:lvl7pPr>
            <a:lvl8pPr algn="ctr">
              <a:defRPr sz="2550" b="0">
                <a:solidFill>
                  <a:srgbClr val="888888"/>
                </a:solidFill>
              </a:defRPr>
            </a:lvl8pPr>
            <a:lvl9pPr algn="ctr">
              <a:defRPr sz="2550" b="0">
                <a:solidFill>
                  <a:srgbClr val="888888"/>
                </a:solidFill>
              </a:defRPr>
            </a:lvl9pPr>
          </a:lstStyle>
          <a:p xmlns:a="http://schemas.openxmlformats.org/drawingml/2006/main">
            <a:pPr algn="ctr">
              <a:defRPr sz="2550" b="0">
                <a:solidFill>
                  <a:srgbClr val="888888"/>
                </a:solidFill>
              </a:defRPr>
            </a:pPr>
            <a:r>
              <a:rPr sz="2550" b="0">
                <a:solidFill>
                  <a:srgbClr val="888888"/>
                </a:solidFill>
              </a:rPr>
              <a:t>2H₂(g) + O₂(g) → 2H₂O(g) · 반응식 전체 기준</a:t>
            </a:r>
          </a:p>
        </p:txBody>
      </p:sp>
      <p:sp>
        <p:nvSpPr>
          <p:cNvPr id="7" name="page">
            <a:extLst xmlns:a="http://schemas.openxmlformats.org/drawingml/2006/main">
              <a:ext uri="{FF2B5EF4-FFF2-40B4-BE49-F238E27FC236}">
                <a16:creationId xmlns:a16="http://schemas.microsoft.com/office/drawing/2014/main" id="{366DEAD1-C7E0-4B8F-A29F-218C60FF872B}"/>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defRPr>
            </a:defPPr>
            <a:lvl1pPr algn="l">
              <a:defRPr sz="1500" b="0">
                <a:solidFill>
                  <a:srgbClr val="999999"/>
                </a:solidFill>
              </a:defRPr>
            </a:lvl1pPr>
            <a:lvl2pPr algn="l">
              <a:defRPr sz="1500" b="0">
                <a:solidFill>
                  <a:srgbClr val="999999"/>
                </a:solidFill>
              </a:defRPr>
            </a:lvl2pPr>
            <a:lvl3pPr algn="l">
              <a:defRPr sz="1500" b="0">
                <a:solidFill>
                  <a:srgbClr val="999999"/>
                </a:solidFill>
              </a:defRPr>
            </a:lvl3pPr>
            <a:lvl4pPr algn="l">
              <a:defRPr sz="1500" b="0">
                <a:solidFill>
                  <a:srgbClr val="999999"/>
                </a:solidFill>
              </a:defRPr>
            </a:lvl4pPr>
            <a:lvl5pPr algn="l">
              <a:defRPr sz="1500" b="0">
                <a:solidFill>
                  <a:srgbClr val="999999"/>
                </a:solidFill>
              </a:defRPr>
            </a:lvl5pPr>
            <a:lvl6pPr algn="l">
              <a:defRPr sz="1500" b="0">
                <a:solidFill>
                  <a:srgbClr val="999999"/>
                </a:solidFill>
              </a:defRPr>
            </a:lvl6pPr>
            <a:lvl7pPr algn="l">
              <a:defRPr sz="1500" b="0">
                <a:solidFill>
                  <a:srgbClr val="999999"/>
                </a:solidFill>
              </a:defRPr>
            </a:lvl7pPr>
            <a:lvl8pPr algn="l">
              <a:defRPr sz="1500" b="0">
                <a:solidFill>
                  <a:srgbClr val="999999"/>
                </a:solidFill>
              </a:defRPr>
            </a:lvl8pPr>
            <a:lvl9pPr algn="l">
              <a:defRPr sz="1500" b="0">
                <a:solidFill>
                  <a:srgbClr val="999999"/>
                </a:solidFill>
              </a:defRPr>
            </a:lvl9pPr>
          </a:lstStyle>
          <a:p xmlns:a="http://schemas.openxmlformats.org/drawingml/2006/main">
            <a:pPr algn="l">
              <a:defRPr sz="1500" b="0">
                <a:solidFill>
                  <a:srgbClr val="999999"/>
                </a:solidFill>
              </a:defRPr>
            </a:pPr>
            <a:r>
              <a:rPr sz="1500" b="0">
                <a:solidFill>
                  <a:srgbClr val="999999"/>
                </a:solidFill>
              </a:rPr>
              <a:t>28 / 31</a:t>
            </a:r>
          </a:p>
        </p:txBody>
      </p:sp>
      <p:sp>
        <p:nvSpPr>
          <p:cNvPr id="8" name="copyright">
            <a:extLst xmlns:a="http://schemas.openxmlformats.org/drawingml/2006/main">
              <a:ext uri="{FF2B5EF4-FFF2-40B4-BE49-F238E27FC236}">
                <a16:creationId xmlns:a16="http://schemas.microsoft.com/office/drawing/2014/main" id="{D0C580FE-9B45-4CA7-AD04-01A4077EA5EB}"/>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defRPr>
            </a:defPPr>
            <a:lvl1pPr algn="r">
              <a:defRPr sz="1275" b="0">
                <a:solidFill>
                  <a:srgbClr val="111111"/>
                </a:solidFill>
              </a:defRPr>
            </a:lvl1pPr>
            <a:lvl2pPr algn="r">
              <a:defRPr sz="1275" b="0">
                <a:solidFill>
                  <a:srgbClr val="111111"/>
                </a:solidFill>
              </a:defRPr>
            </a:lvl2pPr>
            <a:lvl3pPr algn="r">
              <a:defRPr sz="1275" b="0">
                <a:solidFill>
                  <a:srgbClr val="111111"/>
                </a:solidFill>
              </a:defRPr>
            </a:lvl3pPr>
            <a:lvl4pPr algn="r">
              <a:defRPr sz="1275" b="0">
                <a:solidFill>
                  <a:srgbClr val="111111"/>
                </a:solidFill>
              </a:defRPr>
            </a:lvl4pPr>
            <a:lvl5pPr algn="r">
              <a:defRPr sz="1275" b="0">
                <a:solidFill>
                  <a:srgbClr val="111111"/>
                </a:solidFill>
              </a:defRPr>
            </a:lvl5pPr>
            <a:lvl6pPr algn="r">
              <a:defRPr sz="1275" b="0">
                <a:solidFill>
                  <a:srgbClr val="111111"/>
                </a:solidFill>
              </a:defRPr>
            </a:lvl6pPr>
            <a:lvl7pPr algn="r">
              <a:defRPr sz="1275" b="0">
                <a:solidFill>
                  <a:srgbClr val="111111"/>
                </a:solidFill>
              </a:defRPr>
            </a:lvl7pPr>
            <a:lvl8pPr algn="r">
              <a:defRPr sz="1275" b="0">
                <a:solidFill>
                  <a:srgbClr val="111111"/>
                </a:solidFill>
              </a:defRPr>
            </a:lvl8pPr>
            <a:lvl9pPr algn="r">
              <a:defRPr sz="1275" b="0">
                <a:solidFill>
                  <a:srgbClr val="111111"/>
                </a:solidFill>
              </a:defRPr>
            </a:lvl9pPr>
          </a:lstStyle>
          <a:p xmlns:a="http://schemas.openxmlformats.org/drawingml/2006/main">
            <a:pPr algn="r">
              <a:defRPr sz="1275" b="0">
                <a:solidFill>
                  <a:srgbClr val="111111"/>
                </a:solidFill>
              </a:defRPr>
            </a:pPr>
            <a:r>
              <a:rPr sz="1275" b="0">
                <a:solidFill>
                  <a:srgbClr val="111111"/>
                </a:solidFill>
              </a:rPr>
              <a:t>© 2026. @sci_eum. All rights reserved.</a:t>
            </a:r>
          </a:p>
        </p:txBody>
      </p:sp>
      <p:pic>
        <p:nvPicPr>
          <p:cNvPr id="9" name="">
            <a:extLst xmlns:a="http://schemas.openxmlformats.org/drawingml/2006/main">
              <a:ext uri="{FF2B5EF4-FFF2-40B4-BE49-F238E27FC236}">
                <a16:creationId xmlns:a16="http://schemas.microsoft.com/office/drawing/2014/main" id="{37774CAB-28DE-47F9-BED7-E350A9F1FCD1}"/>
              </a:ext>
            </a:extLst>
          </p:cNvPr>
          <p:cNvPicPr>
            <a:picLocks xmlns:a="http://schemas.openxmlformats.org/drawingml/2006/main" noChangeAspect="1"/>
          </p:cNvPicPr>
          <p:nvPr/>
        </p:nvPicPr>
        <p:blipFill>
          <a:blip xmlns:r="http://schemas.openxmlformats.org/officeDocument/2006/relationships" xmlns:a="http://schemas.openxmlformats.org/drawingml/2006/main" r:embed="R5b838348e494441e"/>
          <a:stretch xmlns:a="http://schemas.openxmlformats.org/drawingml/2006/main"/>
        </p:blipFill>
        <p:spPr>
          <a:xfrm xmlns:a="http://schemas.openxmlformats.org/drawingml/2006/main">
            <a:off x="2238375" y="4637158"/>
            <a:ext cx="13811250" cy="707883"/>
          </a:xfrm>
          <a:prstGeom xmlns:a="http://schemas.openxmlformats.org/drawingml/2006/main" prst="rect">
            <a:avLst/>
          </a:prstGeom>
        </p:spPr>
      </p:pic>
      <p:sp>
        <p:nvSpPr>
          <p:cNvPr id="10" name="step-strip-0">
            <a:extLst xmlns:a="http://schemas.openxmlformats.org/drawingml/2006/main">
              <a:ext uri="{FF2B5EF4-FFF2-40B4-BE49-F238E27FC236}">
                <a16:creationId xmlns:a16="http://schemas.microsoft.com/office/drawing/2014/main" id="{4A0025A5-F69B-4351-9610-234EF1077EA3}"/>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C2720DF9-BA5E-487B-85C4-CCE0242952E6}"/>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5CD31B08-8628-41CF-A24C-78373FF6A505}"/>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defRPr>
            </a:defPPr>
            <a:lvl1pPr algn="ctr">
              <a:defRPr sz="3150" b="1">
                <a:solidFill>
                  <a:srgbClr val="FFFFFF"/>
                </a:solidFill>
              </a:defRPr>
            </a:lvl1pPr>
            <a:lvl2pPr algn="ctr">
              <a:defRPr sz="3150" b="1">
                <a:solidFill>
                  <a:srgbClr val="FFFFFF"/>
                </a:solidFill>
              </a:defRPr>
            </a:lvl2pPr>
            <a:lvl3pPr algn="ctr">
              <a:defRPr sz="3150" b="1">
                <a:solidFill>
                  <a:srgbClr val="FFFFFF"/>
                </a:solidFill>
              </a:defRPr>
            </a:lvl3pPr>
            <a:lvl4pPr algn="ctr">
              <a:defRPr sz="3150" b="1">
                <a:solidFill>
                  <a:srgbClr val="FFFFFF"/>
                </a:solidFill>
              </a:defRPr>
            </a:lvl4pPr>
            <a:lvl5pPr algn="ctr">
              <a:defRPr sz="3150" b="1">
                <a:solidFill>
                  <a:srgbClr val="FFFFFF"/>
                </a:solidFill>
              </a:defRPr>
            </a:lvl5pPr>
            <a:lvl6pPr algn="ctr">
              <a:defRPr sz="3150" b="1">
                <a:solidFill>
                  <a:srgbClr val="FFFFFF"/>
                </a:solidFill>
              </a:defRPr>
            </a:lvl6pPr>
            <a:lvl7pPr algn="ctr">
              <a:defRPr sz="3150" b="1">
                <a:solidFill>
                  <a:srgbClr val="FFFFFF"/>
                </a:solidFill>
              </a:defRPr>
            </a:lvl7pPr>
            <a:lvl8pPr algn="ctr">
              <a:defRPr sz="3150" b="1">
                <a:solidFill>
                  <a:srgbClr val="FFFFFF"/>
                </a:solidFill>
              </a:defRPr>
            </a:lvl8pPr>
            <a:lvl9pPr algn="ctr">
              <a:defRPr sz="3150" b="1">
                <a:solidFill>
                  <a:srgbClr val="FFFFFF"/>
                </a:solidFill>
              </a:defRPr>
            </a:lvl9pPr>
          </a:lstStyle>
          <a:p xmlns:a="http://schemas.openxmlformats.org/drawingml/2006/main">
            <a:pPr algn="ctr">
              <a:defRPr sz="3150" b="1">
                <a:solidFill>
                  <a:srgbClr val="FFFFFF"/>
                </a:solidFill>
              </a:defRPr>
            </a:pPr>
            <a:r>
              <a:rPr sz="3150" b="1">
                <a:solidFill>
                  <a:srgbClr val="FFFFFF"/>
                </a:solidFill>
              </a:rPr>
              <a:t>1</a:t>
            </a:r>
          </a:p>
        </p:txBody>
      </p:sp>
      <p:sp>
        <p:nvSpPr>
          <p:cNvPr id="13" name="step-label-0">
            <a:extLst xmlns:a="http://schemas.openxmlformats.org/drawingml/2006/main">
              <a:ext uri="{FF2B5EF4-FFF2-40B4-BE49-F238E27FC236}">
                <a16:creationId xmlns:a16="http://schemas.microsoft.com/office/drawing/2014/main" id="{038FAC87-314E-4275-811A-726B29332D5F}"/>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defRPr>
            </a:defPPr>
            <a:lvl1pPr algn="l">
              <a:defRPr sz="2925" b="1">
                <a:solidFill>
                  <a:srgbClr val="555555"/>
                </a:solidFill>
              </a:defRPr>
            </a:lvl1pPr>
            <a:lvl2pPr algn="l">
              <a:defRPr sz="2925" b="1">
                <a:solidFill>
                  <a:srgbClr val="555555"/>
                </a:solidFill>
              </a:defRPr>
            </a:lvl2pPr>
            <a:lvl3pPr algn="l">
              <a:defRPr sz="2925" b="1">
                <a:solidFill>
                  <a:srgbClr val="555555"/>
                </a:solidFill>
              </a:defRPr>
            </a:lvl3pPr>
            <a:lvl4pPr algn="l">
              <a:defRPr sz="2925" b="1">
                <a:solidFill>
                  <a:srgbClr val="555555"/>
                </a:solidFill>
              </a:defRPr>
            </a:lvl4pPr>
            <a:lvl5pPr algn="l">
              <a:defRPr sz="2925" b="1">
                <a:solidFill>
                  <a:srgbClr val="555555"/>
                </a:solidFill>
              </a:defRPr>
            </a:lvl5pPr>
            <a:lvl6pPr algn="l">
              <a:defRPr sz="2925" b="1">
                <a:solidFill>
                  <a:srgbClr val="555555"/>
                </a:solidFill>
              </a:defRPr>
            </a:lvl6pPr>
            <a:lvl7pPr algn="l">
              <a:defRPr sz="2925" b="1">
                <a:solidFill>
                  <a:srgbClr val="555555"/>
                </a:solidFill>
              </a:defRPr>
            </a:lvl7pPr>
            <a:lvl8pPr algn="l">
              <a:defRPr sz="2925" b="1">
                <a:solidFill>
                  <a:srgbClr val="555555"/>
                </a:solidFill>
              </a:defRPr>
            </a:lvl8pPr>
            <a:lvl9pPr algn="l">
              <a:defRPr sz="2925" b="1">
                <a:solidFill>
                  <a:srgbClr val="555555"/>
                </a:solidFill>
              </a:defRPr>
            </a:lvl9pPr>
          </a:lstStyle>
          <a:p xmlns:a="http://schemas.openxmlformats.org/drawingml/2006/main">
            <a:pPr algn="l">
              <a:defRPr sz="2925" b="1">
                <a:solidFill>
                  <a:srgbClr val="555555"/>
                </a:solidFill>
              </a:defRPr>
            </a:pPr>
            <a:r>
              <a:rPr sz="2925" b="1">
                <a:solidFill>
                  <a:srgbClr val="555555"/>
                </a:solidFill>
              </a:rPr>
              <a:t>끊는 결합</a:t>
            </a:r>
          </a:p>
        </p:txBody>
      </p:sp>
      <p:sp>
        <p:nvSpPr>
          <p:cNvPr id="14" name="step-equation-0">
            <a:extLst xmlns:a="http://schemas.openxmlformats.org/drawingml/2006/main">
              <a:ext uri="{FF2B5EF4-FFF2-40B4-BE49-F238E27FC236}">
                <a16:creationId xmlns:a16="http://schemas.microsoft.com/office/drawing/2014/main" id="{7E829310-EE49-4C93-A7DD-893DCF8AE747}"/>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defRPr>
            </a:defPPr>
            <a:lvl1pPr algn="l">
              <a:defRPr sz="3450" b="0">
                <a:solidFill>
                  <a:srgbClr val="111111"/>
                </a:solidFill>
              </a:defRPr>
            </a:lvl1pPr>
            <a:lvl2pPr algn="l">
              <a:defRPr sz="3450" b="0">
                <a:solidFill>
                  <a:srgbClr val="111111"/>
                </a:solidFill>
              </a:defRPr>
            </a:lvl2pPr>
            <a:lvl3pPr algn="l">
              <a:defRPr sz="3450" b="0">
                <a:solidFill>
                  <a:srgbClr val="111111"/>
                </a:solidFill>
              </a:defRPr>
            </a:lvl3pPr>
            <a:lvl4pPr algn="l">
              <a:defRPr sz="3450" b="0">
                <a:solidFill>
                  <a:srgbClr val="111111"/>
                </a:solidFill>
              </a:defRPr>
            </a:lvl4pPr>
            <a:lvl5pPr algn="l">
              <a:defRPr sz="3450" b="0">
                <a:solidFill>
                  <a:srgbClr val="111111"/>
                </a:solidFill>
              </a:defRPr>
            </a:lvl5pPr>
            <a:lvl6pPr algn="l">
              <a:defRPr sz="3450" b="0">
                <a:solidFill>
                  <a:srgbClr val="111111"/>
                </a:solidFill>
              </a:defRPr>
            </a:lvl6pPr>
            <a:lvl7pPr algn="l">
              <a:defRPr sz="3450" b="0">
                <a:solidFill>
                  <a:srgbClr val="111111"/>
                </a:solidFill>
              </a:defRPr>
            </a:lvl7pPr>
            <a:lvl8pPr algn="l">
              <a:defRPr sz="3450" b="0">
                <a:solidFill>
                  <a:srgbClr val="111111"/>
                </a:solidFill>
              </a:defRPr>
            </a:lvl8pPr>
            <a:lvl9pPr algn="l">
              <a:defRPr sz="3450" b="0">
                <a:solidFill>
                  <a:srgbClr val="111111"/>
                </a:solidFill>
              </a:defRPr>
            </a:lvl9pPr>
          </a:lstStyle>
          <a:p xmlns:a="http://schemas.openxmlformats.org/drawingml/2006/main">
            <a:pPr algn="l">
              <a:defRPr sz="3450" b="0">
                <a:solidFill>
                  <a:srgbClr val="111111"/>
                </a:solidFill>
              </a:defRPr>
            </a:pPr>
            <a:r>
              <a:rPr sz="3450" b="0">
                <a:solidFill>
                  <a:srgbClr val="111111"/>
                </a:solidFill>
              </a:rPr>
              <a:t>2 × 436 + 498 = 1370 kJ</a:t>
            </a:r>
          </a:p>
        </p:txBody>
      </p:sp>
      <p:sp>
        <p:nvSpPr>
          <p:cNvPr id="15" name="step-strip-1">
            <a:extLst xmlns:a="http://schemas.openxmlformats.org/drawingml/2006/main">
              <a:ext uri="{FF2B5EF4-FFF2-40B4-BE49-F238E27FC236}">
                <a16:creationId xmlns:a16="http://schemas.microsoft.com/office/drawing/2014/main" id="{069040A8-9842-4D34-A0D6-ADBF1D0E2475}"/>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391BD662-7BD1-42A9-93DB-D93E27377917}"/>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C532713A-167F-46E0-A81B-AFC17B853845}"/>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defRPr>
            </a:defPPr>
            <a:lvl1pPr algn="ctr">
              <a:defRPr sz="3150" b="1">
                <a:solidFill>
                  <a:srgbClr val="FFFFFF"/>
                </a:solidFill>
              </a:defRPr>
            </a:lvl1pPr>
            <a:lvl2pPr algn="ctr">
              <a:defRPr sz="3150" b="1">
                <a:solidFill>
                  <a:srgbClr val="FFFFFF"/>
                </a:solidFill>
              </a:defRPr>
            </a:lvl2pPr>
            <a:lvl3pPr algn="ctr">
              <a:defRPr sz="3150" b="1">
                <a:solidFill>
                  <a:srgbClr val="FFFFFF"/>
                </a:solidFill>
              </a:defRPr>
            </a:lvl3pPr>
            <a:lvl4pPr algn="ctr">
              <a:defRPr sz="3150" b="1">
                <a:solidFill>
                  <a:srgbClr val="FFFFFF"/>
                </a:solidFill>
              </a:defRPr>
            </a:lvl4pPr>
            <a:lvl5pPr algn="ctr">
              <a:defRPr sz="3150" b="1">
                <a:solidFill>
                  <a:srgbClr val="FFFFFF"/>
                </a:solidFill>
              </a:defRPr>
            </a:lvl5pPr>
            <a:lvl6pPr algn="ctr">
              <a:defRPr sz="3150" b="1">
                <a:solidFill>
                  <a:srgbClr val="FFFFFF"/>
                </a:solidFill>
              </a:defRPr>
            </a:lvl6pPr>
            <a:lvl7pPr algn="ctr">
              <a:defRPr sz="3150" b="1">
                <a:solidFill>
                  <a:srgbClr val="FFFFFF"/>
                </a:solidFill>
              </a:defRPr>
            </a:lvl7pPr>
            <a:lvl8pPr algn="ctr">
              <a:defRPr sz="3150" b="1">
                <a:solidFill>
                  <a:srgbClr val="FFFFFF"/>
                </a:solidFill>
              </a:defRPr>
            </a:lvl8pPr>
            <a:lvl9pPr algn="ctr">
              <a:defRPr sz="3150" b="1">
                <a:solidFill>
                  <a:srgbClr val="FFFFFF"/>
                </a:solidFill>
              </a:defRPr>
            </a:lvl9pPr>
          </a:lstStyle>
          <a:p xmlns:a="http://schemas.openxmlformats.org/drawingml/2006/main">
            <a:pPr algn="ctr">
              <a:defRPr sz="3150" b="1">
                <a:solidFill>
                  <a:srgbClr val="FFFFFF"/>
                </a:solidFill>
              </a:defRPr>
            </a:pPr>
            <a:r>
              <a:rPr sz="3150" b="1">
                <a:solidFill>
                  <a:srgbClr val="FFFFFF"/>
                </a:solidFill>
              </a:rPr>
              <a:t>2</a:t>
            </a:r>
          </a:p>
        </p:txBody>
      </p:sp>
      <p:sp>
        <p:nvSpPr>
          <p:cNvPr id="18" name="step-label-1">
            <a:extLst xmlns:a="http://schemas.openxmlformats.org/drawingml/2006/main">
              <a:ext uri="{FF2B5EF4-FFF2-40B4-BE49-F238E27FC236}">
                <a16:creationId xmlns:a16="http://schemas.microsoft.com/office/drawing/2014/main" id="{F93E4B93-BD09-4165-B1D2-2DD1F790D55A}"/>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defRPr>
            </a:defPPr>
            <a:lvl1pPr algn="l">
              <a:defRPr sz="2925" b="1">
                <a:solidFill>
                  <a:srgbClr val="555555"/>
                </a:solidFill>
              </a:defRPr>
            </a:lvl1pPr>
            <a:lvl2pPr algn="l">
              <a:defRPr sz="2925" b="1">
                <a:solidFill>
                  <a:srgbClr val="555555"/>
                </a:solidFill>
              </a:defRPr>
            </a:lvl2pPr>
            <a:lvl3pPr algn="l">
              <a:defRPr sz="2925" b="1">
                <a:solidFill>
                  <a:srgbClr val="555555"/>
                </a:solidFill>
              </a:defRPr>
            </a:lvl3pPr>
            <a:lvl4pPr algn="l">
              <a:defRPr sz="2925" b="1">
                <a:solidFill>
                  <a:srgbClr val="555555"/>
                </a:solidFill>
              </a:defRPr>
            </a:lvl4pPr>
            <a:lvl5pPr algn="l">
              <a:defRPr sz="2925" b="1">
                <a:solidFill>
                  <a:srgbClr val="555555"/>
                </a:solidFill>
              </a:defRPr>
            </a:lvl5pPr>
            <a:lvl6pPr algn="l">
              <a:defRPr sz="2925" b="1">
                <a:solidFill>
                  <a:srgbClr val="555555"/>
                </a:solidFill>
              </a:defRPr>
            </a:lvl6pPr>
            <a:lvl7pPr algn="l">
              <a:defRPr sz="2925" b="1">
                <a:solidFill>
                  <a:srgbClr val="555555"/>
                </a:solidFill>
              </a:defRPr>
            </a:lvl7pPr>
            <a:lvl8pPr algn="l">
              <a:defRPr sz="2925" b="1">
                <a:solidFill>
                  <a:srgbClr val="555555"/>
                </a:solidFill>
              </a:defRPr>
            </a:lvl8pPr>
            <a:lvl9pPr algn="l">
              <a:defRPr sz="2925" b="1">
                <a:solidFill>
                  <a:srgbClr val="555555"/>
                </a:solidFill>
              </a:defRPr>
            </a:lvl9pPr>
          </a:lstStyle>
          <a:p xmlns:a="http://schemas.openxmlformats.org/drawingml/2006/main">
            <a:pPr algn="l">
              <a:defRPr sz="2925" b="1">
                <a:solidFill>
                  <a:srgbClr val="555555"/>
                </a:solidFill>
              </a:defRPr>
            </a:pPr>
            <a:r>
              <a:rPr sz="2925" b="1">
                <a:solidFill>
                  <a:srgbClr val="555555"/>
                </a:solidFill>
              </a:rPr>
              <a:t>만드는 결합</a:t>
            </a:r>
          </a:p>
        </p:txBody>
      </p:sp>
      <p:sp>
        <p:nvSpPr>
          <p:cNvPr id="19" name="step-equation-1">
            <a:extLst xmlns:a="http://schemas.openxmlformats.org/drawingml/2006/main">
              <a:ext uri="{FF2B5EF4-FFF2-40B4-BE49-F238E27FC236}">
                <a16:creationId xmlns:a16="http://schemas.microsoft.com/office/drawing/2014/main" id="{3D3255BB-1A62-41A2-8BF2-043F41373574}"/>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defRPr>
            </a:defPPr>
            <a:lvl1pPr algn="l">
              <a:defRPr sz="3450" b="0">
                <a:solidFill>
                  <a:srgbClr val="111111"/>
                </a:solidFill>
              </a:defRPr>
            </a:lvl1pPr>
            <a:lvl2pPr algn="l">
              <a:defRPr sz="3450" b="0">
                <a:solidFill>
                  <a:srgbClr val="111111"/>
                </a:solidFill>
              </a:defRPr>
            </a:lvl2pPr>
            <a:lvl3pPr algn="l">
              <a:defRPr sz="3450" b="0">
                <a:solidFill>
                  <a:srgbClr val="111111"/>
                </a:solidFill>
              </a:defRPr>
            </a:lvl3pPr>
            <a:lvl4pPr algn="l">
              <a:defRPr sz="3450" b="0">
                <a:solidFill>
                  <a:srgbClr val="111111"/>
                </a:solidFill>
              </a:defRPr>
            </a:lvl4pPr>
            <a:lvl5pPr algn="l">
              <a:defRPr sz="3450" b="0">
                <a:solidFill>
                  <a:srgbClr val="111111"/>
                </a:solidFill>
              </a:defRPr>
            </a:lvl5pPr>
            <a:lvl6pPr algn="l">
              <a:defRPr sz="3450" b="0">
                <a:solidFill>
                  <a:srgbClr val="111111"/>
                </a:solidFill>
              </a:defRPr>
            </a:lvl6pPr>
            <a:lvl7pPr algn="l">
              <a:defRPr sz="3450" b="0">
                <a:solidFill>
                  <a:srgbClr val="111111"/>
                </a:solidFill>
              </a:defRPr>
            </a:lvl7pPr>
            <a:lvl8pPr algn="l">
              <a:defRPr sz="3450" b="0">
                <a:solidFill>
                  <a:srgbClr val="111111"/>
                </a:solidFill>
              </a:defRPr>
            </a:lvl8pPr>
            <a:lvl9pPr algn="l">
              <a:defRPr sz="3450" b="0">
                <a:solidFill>
                  <a:srgbClr val="111111"/>
                </a:solidFill>
              </a:defRPr>
            </a:lvl9pPr>
          </a:lstStyle>
          <a:p xmlns:a="http://schemas.openxmlformats.org/drawingml/2006/main">
            <a:pPr algn="l">
              <a:defRPr sz="3450" b="0">
                <a:solidFill>
                  <a:srgbClr val="111111"/>
                </a:solidFill>
              </a:defRPr>
            </a:pPr>
            <a:r>
              <a:rPr sz="3450" b="0">
                <a:solidFill>
                  <a:srgbClr val="111111"/>
                </a:solidFill>
              </a:rPr>
              <a:t>4 × 460 = 1840 kJ</a:t>
            </a:r>
          </a:p>
        </p:txBody>
      </p:sp>
      <p:sp>
        <p:nvSpPr>
          <p:cNvPr id="20" name="step-strip-2">
            <a:extLst xmlns:a="http://schemas.openxmlformats.org/drawingml/2006/main">
              <a:ext uri="{FF2B5EF4-FFF2-40B4-BE49-F238E27FC236}">
                <a16:creationId xmlns:a16="http://schemas.microsoft.com/office/drawing/2014/main" id="{D48E77E6-B455-483E-A56E-A2F41BB80AFE}"/>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B6AE2C52-D8D5-404A-A58A-971C3ABA9D4D}"/>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5E67C581-05BC-4A36-B34A-A4F4FDE17397}"/>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defRPr>
            </a:defPPr>
            <a:lvl1pPr algn="ctr">
              <a:defRPr sz="3150" b="1">
                <a:solidFill>
                  <a:srgbClr val="FFFFFF"/>
                </a:solidFill>
              </a:defRPr>
            </a:lvl1pPr>
            <a:lvl2pPr algn="ctr">
              <a:defRPr sz="3150" b="1">
                <a:solidFill>
                  <a:srgbClr val="FFFFFF"/>
                </a:solidFill>
              </a:defRPr>
            </a:lvl2pPr>
            <a:lvl3pPr algn="ctr">
              <a:defRPr sz="3150" b="1">
                <a:solidFill>
                  <a:srgbClr val="FFFFFF"/>
                </a:solidFill>
              </a:defRPr>
            </a:lvl3pPr>
            <a:lvl4pPr algn="ctr">
              <a:defRPr sz="3150" b="1">
                <a:solidFill>
                  <a:srgbClr val="FFFFFF"/>
                </a:solidFill>
              </a:defRPr>
            </a:lvl4pPr>
            <a:lvl5pPr algn="ctr">
              <a:defRPr sz="3150" b="1">
                <a:solidFill>
                  <a:srgbClr val="FFFFFF"/>
                </a:solidFill>
              </a:defRPr>
            </a:lvl5pPr>
            <a:lvl6pPr algn="ctr">
              <a:defRPr sz="3150" b="1">
                <a:solidFill>
                  <a:srgbClr val="FFFFFF"/>
                </a:solidFill>
              </a:defRPr>
            </a:lvl6pPr>
            <a:lvl7pPr algn="ctr">
              <a:defRPr sz="3150" b="1">
                <a:solidFill>
                  <a:srgbClr val="FFFFFF"/>
                </a:solidFill>
              </a:defRPr>
            </a:lvl7pPr>
            <a:lvl8pPr algn="ctr">
              <a:defRPr sz="3150" b="1">
                <a:solidFill>
                  <a:srgbClr val="FFFFFF"/>
                </a:solidFill>
              </a:defRPr>
            </a:lvl8pPr>
            <a:lvl9pPr algn="ctr">
              <a:defRPr sz="3150" b="1">
                <a:solidFill>
                  <a:srgbClr val="FFFFFF"/>
                </a:solidFill>
              </a:defRPr>
            </a:lvl9pPr>
          </a:lstStyle>
          <a:p xmlns:a="http://schemas.openxmlformats.org/drawingml/2006/main">
            <a:pPr algn="ctr">
              <a:defRPr sz="3150" b="1">
                <a:solidFill>
                  <a:srgbClr val="FFFFFF"/>
                </a:solidFill>
              </a:defRPr>
            </a:pPr>
            <a:r>
              <a:rPr sz="3150" b="1">
                <a:solidFill>
                  <a:srgbClr val="FFFFFF"/>
                </a:solidFill>
              </a:rPr>
              <a:t>3</a:t>
            </a:r>
          </a:p>
        </p:txBody>
      </p:sp>
      <p:sp>
        <p:nvSpPr>
          <p:cNvPr id="23" name="step-label-2">
            <a:extLst xmlns:a="http://schemas.openxmlformats.org/drawingml/2006/main">
              <a:ext uri="{FF2B5EF4-FFF2-40B4-BE49-F238E27FC236}">
                <a16:creationId xmlns:a16="http://schemas.microsoft.com/office/drawing/2014/main" id="{CB6E7F47-44F1-4684-B004-B8236E4BF875}"/>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defRPr>
            </a:defPPr>
            <a:lvl1pPr algn="l">
              <a:defRPr sz="2925" b="1">
                <a:solidFill>
                  <a:srgbClr val="555555"/>
                </a:solidFill>
              </a:defRPr>
            </a:lvl1pPr>
            <a:lvl2pPr algn="l">
              <a:defRPr sz="2925" b="1">
                <a:solidFill>
                  <a:srgbClr val="555555"/>
                </a:solidFill>
              </a:defRPr>
            </a:lvl2pPr>
            <a:lvl3pPr algn="l">
              <a:defRPr sz="2925" b="1">
                <a:solidFill>
                  <a:srgbClr val="555555"/>
                </a:solidFill>
              </a:defRPr>
            </a:lvl3pPr>
            <a:lvl4pPr algn="l">
              <a:defRPr sz="2925" b="1">
                <a:solidFill>
                  <a:srgbClr val="555555"/>
                </a:solidFill>
              </a:defRPr>
            </a:lvl4pPr>
            <a:lvl5pPr algn="l">
              <a:defRPr sz="2925" b="1">
                <a:solidFill>
                  <a:srgbClr val="555555"/>
                </a:solidFill>
              </a:defRPr>
            </a:lvl5pPr>
            <a:lvl6pPr algn="l">
              <a:defRPr sz="2925" b="1">
                <a:solidFill>
                  <a:srgbClr val="555555"/>
                </a:solidFill>
              </a:defRPr>
            </a:lvl6pPr>
            <a:lvl7pPr algn="l">
              <a:defRPr sz="2925" b="1">
                <a:solidFill>
                  <a:srgbClr val="555555"/>
                </a:solidFill>
              </a:defRPr>
            </a:lvl7pPr>
            <a:lvl8pPr algn="l">
              <a:defRPr sz="2925" b="1">
                <a:solidFill>
                  <a:srgbClr val="555555"/>
                </a:solidFill>
              </a:defRPr>
            </a:lvl8pPr>
            <a:lvl9pPr algn="l">
              <a:defRPr sz="2925" b="1">
                <a:solidFill>
                  <a:srgbClr val="555555"/>
                </a:solidFill>
              </a:defRPr>
            </a:lvl9pPr>
          </a:lstStyle>
          <a:p xmlns:a="http://schemas.openxmlformats.org/drawingml/2006/main">
            <a:pPr algn="l">
              <a:defRPr sz="2925" b="1">
                <a:solidFill>
                  <a:srgbClr val="555555"/>
                </a:solidFill>
              </a:defRPr>
            </a:pPr>
            <a:r>
              <a:rPr sz="2925" b="1">
                <a:solidFill>
                  <a:srgbClr val="555555"/>
                </a:solidFill>
              </a:rPr>
              <a:t>반응 엔탈피</a:t>
            </a:r>
          </a:p>
        </p:txBody>
      </p:sp>
      <p:sp>
        <p:nvSpPr>
          <p:cNvPr id="24" name="step-equation-2">
            <a:extLst xmlns:a="http://schemas.openxmlformats.org/drawingml/2006/main">
              <a:ext uri="{FF2B5EF4-FFF2-40B4-BE49-F238E27FC236}">
                <a16:creationId xmlns:a16="http://schemas.microsoft.com/office/drawing/2014/main" id="{2197147B-2E20-4013-96D8-6530770B6B4B}"/>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defRPr>
            </a:defPPr>
            <a:lvl1pPr algn="l">
              <a:defRPr sz="3450" b="1">
                <a:solidFill>
                  <a:srgbClr val="245D12"/>
                </a:solidFill>
              </a:defRPr>
            </a:lvl1pPr>
            <a:lvl2pPr algn="l">
              <a:defRPr sz="3450" b="1">
                <a:solidFill>
                  <a:srgbClr val="245D12"/>
                </a:solidFill>
              </a:defRPr>
            </a:lvl2pPr>
            <a:lvl3pPr algn="l">
              <a:defRPr sz="3450" b="1">
                <a:solidFill>
                  <a:srgbClr val="245D12"/>
                </a:solidFill>
              </a:defRPr>
            </a:lvl3pPr>
            <a:lvl4pPr algn="l">
              <a:defRPr sz="3450" b="1">
                <a:solidFill>
                  <a:srgbClr val="245D12"/>
                </a:solidFill>
              </a:defRPr>
            </a:lvl4pPr>
            <a:lvl5pPr algn="l">
              <a:defRPr sz="3450" b="1">
                <a:solidFill>
                  <a:srgbClr val="245D12"/>
                </a:solidFill>
              </a:defRPr>
            </a:lvl5pPr>
            <a:lvl6pPr algn="l">
              <a:defRPr sz="3450" b="1">
                <a:solidFill>
                  <a:srgbClr val="245D12"/>
                </a:solidFill>
              </a:defRPr>
            </a:lvl6pPr>
            <a:lvl7pPr algn="l">
              <a:defRPr sz="3450" b="1">
                <a:solidFill>
                  <a:srgbClr val="245D12"/>
                </a:solidFill>
              </a:defRPr>
            </a:lvl7pPr>
            <a:lvl8pPr algn="l">
              <a:defRPr sz="3450" b="1">
                <a:solidFill>
                  <a:srgbClr val="245D12"/>
                </a:solidFill>
              </a:defRPr>
            </a:lvl8pPr>
            <a:lvl9pPr algn="l">
              <a:defRPr sz="3450" b="1">
                <a:solidFill>
                  <a:srgbClr val="245D12"/>
                </a:solidFill>
              </a:defRPr>
            </a:lvl9pPr>
          </a:lstStyle>
          <a:p xmlns:a="http://schemas.openxmlformats.org/drawingml/2006/main">
            <a:pPr algn="l">
              <a:defRPr sz="3450" b="1">
                <a:solidFill>
                  <a:srgbClr val="245D12"/>
                </a:solidFill>
              </a:defRPr>
            </a:pPr>
            <a:r>
              <a:rPr sz="3450" b="1">
                <a:solidFill>
                  <a:srgbClr val="245D12"/>
                </a:solidFill>
              </a:rPr>
              <a:t>ΔH ≈ 1370 − 1840 = −470 kJ</a:t>
            </a:r>
          </a:p>
        </p:txBody>
      </p:sp>
      <p:sp>
        <p:nvSpPr>
          <p:cNvPr id="25" name="condition">
            <a:extLst xmlns:a="http://schemas.openxmlformats.org/drawingml/2006/main">
              <a:ext uri="{FF2B5EF4-FFF2-40B4-BE49-F238E27FC236}">
                <a16:creationId xmlns:a16="http://schemas.microsoft.com/office/drawing/2014/main" id="{70DEF00F-9075-4E9E-9600-D1BB3176C073}"/>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defRPr>
            </a:defPPr>
            <a:lvl1pPr algn="ctr">
              <a:defRPr sz="2100" b="0">
                <a:solidFill>
                  <a:srgbClr val="777777"/>
                </a:solidFill>
              </a:defRPr>
            </a:lvl1pPr>
            <a:lvl2pPr algn="ctr">
              <a:defRPr sz="2100" b="0">
                <a:solidFill>
                  <a:srgbClr val="777777"/>
                </a:solidFill>
              </a:defRPr>
            </a:lvl2pPr>
            <a:lvl3pPr algn="ctr">
              <a:defRPr sz="2100" b="0">
                <a:solidFill>
                  <a:srgbClr val="777777"/>
                </a:solidFill>
              </a:defRPr>
            </a:lvl3pPr>
            <a:lvl4pPr algn="ctr">
              <a:defRPr sz="2100" b="0">
                <a:solidFill>
                  <a:srgbClr val="777777"/>
                </a:solidFill>
              </a:defRPr>
            </a:lvl4pPr>
            <a:lvl5pPr algn="ctr">
              <a:defRPr sz="2100" b="0">
                <a:solidFill>
                  <a:srgbClr val="777777"/>
                </a:solidFill>
              </a:defRPr>
            </a:lvl5pPr>
            <a:lvl6pPr algn="ctr">
              <a:defRPr sz="2100" b="0">
                <a:solidFill>
                  <a:srgbClr val="777777"/>
                </a:solidFill>
              </a:defRPr>
            </a:lvl6pPr>
            <a:lvl7pPr algn="ctr">
              <a:defRPr sz="2100" b="0">
                <a:solidFill>
                  <a:srgbClr val="777777"/>
                </a:solidFill>
              </a:defRPr>
            </a:lvl7pPr>
            <a:lvl8pPr algn="ctr">
              <a:defRPr sz="2100" b="0">
                <a:solidFill>
                  <a:srgbClr val="777777"/>
                </a:solidFill>
              </a:defRPr>
            </a:lvl8pPr>
            <a:lvl9pPr algn="ctr">
              <a:defRPr sz="2100" b="0">
                <a:solidFill>
                  <a:srgbClr val="777777"/>
                </a:solidFill>
              </a:defRPr>
            </a:lvl9pPr>
          </a:lstStyle>
          <a:p xmlns:a="http://schemas.openxmlformats.org/drawingml/2006/main">
            <a:pPr algn="ctr">
              <a:defRPr sz="2100" b="0">
                <a:solidFill>
                  <a:srgbClr val="777777"/>
                </a:solidFill>
              </a:defRPr>
            </a:pPr>
            <a:r>
              <a:rPr sz="2100" b="0">
                <a:solidFill>
                  <a:srgbClr val="777777"/>
                </a:solidFill>
              </a:rPr>
              <a:t>평균 결합 에너지를 사용한 수증기 생성 반응의 근삿값</a:t>
            </a:r>
          </a:p>
        </p:txBody>
      </p:sp>
    </p:spTree>
    <p:extLst>
      <p:ext uri="{BB962C8B-B14F-4D97-AF65-F5344CB8AC3E}">
        <p14:creationId xmlns:p14="http://schemas.microsoft.com/office/powerpoint/2010/main" val="14574471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2026-10-19T14:11:58.5580000Z</dcterms:created>
  <dcterms:modified xsi:type="dcterms:W3CDTF">2026-10-19T14:11:58.5580000Z</dcterms:modified>
</coreProperties>
</file>