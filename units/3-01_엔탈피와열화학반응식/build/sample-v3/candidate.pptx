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60c0e3e9199472e" /><Relationship Type="http://schemas.openxmlformats.org/officeDocument/2006/relationships/extended-properties" Target="/docProps/app.xml" Id="Rcd601878ebdf4f3e" /><Relationship Type="http://schemas.openxmlformats.org/officeDocument/2006/relationships/officeDocument" Target="/ppt/presentation.xml" Id="R7ba1da8970944a54" /></Relationships>
</file>

<file path=ppt/presentation.xml><?xml version="1.0" encoding="utf-8"?>
<p:presentation xmlns:p="http://schemas.openxmlformats.org/presentationml/2006/main">
  <p:sldMasterIdLst>
    <p:sldMasterId xmlns:r="http://schemas.openxmlformats.org/officeDocument/2006/relationships" id="2147483648" r:id="Re1c8eeea743e49e9"/>
  </p:sldMasterIdLst>
  <p:notesMasterIdLst>
    <p:notesMasterId xmlns:r="http://schemas.openxmlformats.org/officeDocument/2006/relationships" r:id="R90f966e42b6c4d4b"/>
  </p:notesMasterIdLst>
  <p:sldIdLst>
    <p:sldId xmlns:r="http://schemas.openxmlformats.org/officeDocument/2006/relationships" id="256" r:id="R4e949549c9b54e87"/>
    <p:sldId xmlns:r="http://schemas.openxmlformats.org/officeDocument/2006/relationships" id="257" r:id="R6fa28bed534b4477"/>
    <p:sldId xmlns:r="http://schemas.openxmlformats.org/officeDocument/2006/relationships" id="258" r:id="Rbac20135cbb2441f"/>
    <p:sldId xmlns:r="http://schemas.openxmlformats.org/officeDocument/2006/relationships" id="259" r:id="Re14810310fb84da1"/>
    <p:sldId xmlns:r="http://schemas.openxmlformats.org/officeDocument/2006/relationships" id="260" r:id="R7421db73549a4341"/>
    <p:sldId xmlns:r="http://schemas.openxmlformats.org/officeDocument/2006/relationships" id="261" r:id="R114bee4498204340"/>
    <p:sldId xmlns:r="http://schemas.openxmlformats.org/officeDocument/2006/relationships" id="262" r:id="R6743c92899074b5f"/>
    <p:sldId xmlns:r="http://schemas.openxmlformats.org/officeDocument/2006/relationships" id="263" r:id="Rd9d22bc3f020444e"/>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1fd0d3949b34490" /><Relationship Type="http://schemas.openxmlformats.org/officeDocument/2006/relationships/slideMaster" Target="/ppt/slideMasters/slideMaster1.xml" Id="Re1c8eeea743e49e9" /><Relationship Type="http://schemas.openxmlformats.org/officeDocument/2006/relationships/notesMaster" Target="/ppt/notesMasters/notesMaster1.xml" Id="R90f966e42b6c4d4b" /><Relationship Type="http://schemas.openxmlformats.org/officeDocument/2006/relationships/presProps" Target="/ppt/presProps.xml" Id="R823bae7c3a0a4f3e" /><Relationship Type="http://schemas.openxmlformats.org/officeDocument/2006/relationships/tableStyles" Target="/ppt/tableStyles.xml" Id="R23d00638f7d945bd" /><Relationship Type="http://schemas.openxmlformats.org/officeDocument/2006/relationships/slide" Target="/ppt/slides/slide1.xml" Id="R4e949549c9b54e87" /><Relationship Type="http://schemas.openxmlformats.org/officeDocument/2006/relationships/slide" Target="/ppt/slides/slide2.xml" Id="R6fa28bed534b4477" /><Relationship Type="http://schemas.openxmlformats.org/officeDocument/2006/relationships/slide" Target="/ppt/slides/slide3.xml" Id="Rbac20135cbb2441f" /><Relationship Type="http://schemas.openxmlformats.org/officeDocument/2006/relationships/slide" Target="/ppt/slides/slide4.xml" Id="Re14810310fb84da1" /><Relationship Type="http://schemas.openxmlformats.org/officeDocument/2006/relationships/slide" Target="/ppt/slides/slide5.xml" Id="R7421db73549a4341" /><Relationship Type="http://schemas.openxmlformats.org/officeDocument/2006/relationships/slide" Target="/ppt/slides/slide6.xml" Id="R114bee4498204340" /><Relationship Type="http://schemas.openxmlformats.org/officeDocument/2006/relationships/slide" Target="/ppt/slides/slide7.xml" Id="R6743c92899074b5f" /><Relationship Type="http://schemas.openxmlformats.org/officeDocument/2006/relationships/slide" Target="/ppt/slides/slide8.xml" Id="Rd9d22bc3f020444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90d5058d3d14e3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e4151b7bec2485d" /><Relationship Type="http://schemas.openxmlformats.org/officeDocument/2006/relationships/notesMaster" Target="/ppt/notesMasters/notesMaster1.xml" Id="R9f9c287fb7634c54" /></Relationships>
</file>

<file path=ppt/notesSlides/_rels/notesSlide2.xml.rels>&#65279;<?xml version="1.0" encoding="utf-8"?><Relationships xmlns="http://schemas.openxmlformats.org/package/2006/relationships"><Relationship Type="http://schemas.openxmlformats.org/officeDocument/2006/relationships/slide" Target="/ppt/slides/slide2.xml" Id="R28ac72f80ee14902" /><Relationship Type="http://schemas.openxmlformats.org/officeDocument/2006/relationships/notesMaster" Target="/ppt/notesMasters/notesMaster1.xml" Id="R0d8df1236aae455f" /></Relationships>
</file>

<file path=ppt/notesSlides/_rels/notesSlide3.xml.rels>&#65279;<?xml version="1.0" encoding="utf-8"?><Relationships xmlns="http://schemas.openxmlformats.org/package/2006/relationships"><Relationship Type="http://schemas.openxmlformats.org/officeDocument/2006/relationships/slide" Target="/ppt/slides/slide3.xml" Id="Reaa43f670f0140e5" /><Relationship Type="http://schemas.openxmlformats.org/officeDocument/2006/relationships/notesMaster" Target="/ppt/notesMasters/notesMaster1.xml" Id="R3832aa5dbd0e4dcf" /></Relationships>
</file>

<file path=ppt/notesSlides/_rels/notesSlide4.xml.rels>&#65279;<?xml version="1.0" encoding="utf-8"?><Relationships xmlns="http://schemas.openxmlformats.org/package/2006/relationships"><Relationship Type="http://schemas.openxmlformats.org/officeDocument/2006/relationships/slide" Target="/ppt/slides/slide4.xml" Id="Rc392f44e48404b78" /><Relationship Type="http://schemas.openxmlformats.org/officeDocument/2006/relationships/notesMaster" Target="/ppt/notesMasters/notesMaster1.xml" Id="Rb6bfd34390574921" /></Relationships>
</file>

<file path=ppt/notesSlides/_rels/notesSlide5.xml.rels>&#65279;<?xml version="1.0" encoding="utf-8"?><Relationships xmlns="http://schemas.openxmlformats.org/package/2006/relationships"><Relationship Type="http://schemas.openxmlformats.org/officeDocument/2006/relationships/slide" Target="/ppt/slides/slide5.xml" Id="R0a53316d251f4fe1" /><Relationship Type="http://schemas.openxmlformats.org/officeDocument/2006/relationships/notesMaster" Target="/ppt/notesMasters/notesMaster1.xml" Id="R72c83a089e0949c7" /></Relationships>
</file>

<file path=ppt/notesSlides/_rels/notesSlide6.xml.rels>&#65279;<?xml version="1.0" encoding="utf-8"?><Relationships xmlns="http://schemas.openxmlformats.org/package/2006/relationships"><Relationship Type="http://schemas.openxmlformats.org/officeDocument/2006/relationships/slide" Target="/ppt/slides/slide6.xml" Id="R3cdb97ce783444d9" /><Relationship Type="http://schemas.openxmlformats.org/officeDocument/2006/relationships/notesMaster" Target="/ppt/notesMasters/notesMaster1.xml" Id="R83ef53f578d84951" /></Relationships>
</file>

<file path=ppt/notesSlides/_rels/notesSlide7.xml.rels>&#65279;<?xml version="1.0" encoding="utf-8"?><Relationships xmlns="http://schemas.openxmlformats.org/package/2006/relationships"><Relationship Type="http://schemas.openxmlformats.org/officeDocument/2006/relationships/slide" Target="/ppt/slides/slide7.xml" Id="Rf94fc4c40f804f64" /><Relationship Type="http://schemas.openxmlformats.org/officeDocument/2006/relationships/notesMaster" Target="/ppt/notesMasters/notesMaster1.xml" Id="R9272c63787014e98" /></Relationships>
</file>

<file path=ppt/notesSlides/_rels/notesSlide8.xml.rels>&#65279;<?xml version="1.0" encoding="utf-8"?><Relationships xmlns="http://schemas.openxmlformats.org/package/2006/relationships"><Relationship Type="http://schemas.openxmlformats.org/officeDocument/2006/relationships/slide" Target="/ppt/slides/slide8.xml" Id="Rbe5a5e0747f049ec" /><Relationship Type="http://schemas.openxmlformats.org/officeDocument/2006/relationships/notesMaster" Target="/ppt/notesMasters/notesMaster1.xml" Id="Ra5c1d2e6eea5447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천재교육 물질과 에너지 p.74. 네 캐릭터와 손난로 장면은 설명용 생성 삽화. 단원명과 오늘의 주제를 소개한다.</a:t>
            </a:r>
          </a:p>
          <a:p xmlns:a="http://schemas.openxmlformats.org/drawingml/2006/main">
            <a:r>
              <a:t>출처: V10 cover</a:t>
            </a:r>
          </a:p>
          <a:p xmlns:a="http://schemas.openxmlformats.org/drawingml/2006/main">
            <a:r>
              <a:t>전체 계획의 원래 장표: 1 /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천재교육 물질과 에너지 pp.74–81. PART 1 엔탈피와 열화학 반응식, PART 2 연료의 효율성, PART 3 결합 에너지와 반응 엔탈피 순서로 전개한다.</a:t>
            </a:r>
          </a:p>
          <a:p xmlns:a="http://schemas.openxmlformats.org/drawingml/2006/main">
            <a:r>
              <a:t>출처: V10 contents</a:t>
            </a:r>
          </a:p>
          <a:p xmlns:a="http://schemas.openxmlformats.org/drawingml/2006/main">
            <a:r>
              <a:t>전체 계획의 원래 장표: 2 /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천재교육 물질과 에너지 p.74의 세 학습 목표. 지도서 PDF pp.106–110과 대조. 안내 인물은 원본 목표 장표의 기존 자산으로 유지.</a:t>
            </a:r>
          </a:p>
          <a:p xmlns:a="http://schemas.openxmlformats.org/drawingml/2006/main">
            <a:r>
              <a:t>출처: V10 objectives</a:t>
            </a:r>
          </a:p>
          <a:p xmlns:a="http://schemas.openxmlformats.org/drawingml/2006/main">
            <a:r>
              <a:t>전체 계획의 원래 장표: 3 /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주 근거: 천재교육 물질과 에너지 p.74 손난로 도입. 비교: 화학Ⅱ 교과서 PDF p.73(인쇄 p.75). 지도서의 발열/흡열 비교 지도 및 문항(물질과 에너지 PDF pp.106–108, 181; 화학Ⅱ PDF p.114)을 고려해 관찰과 예상만 묻는다. 철 산화 및 발열 반응 정답은 이 화면에서 제시하지 않고 본문에서 설명한다.</a:t>
            </a:r>
          </a:p>
          <a:p xmlns:a="http://schemas.openxmlformats.org/drawingml/2006/main">
            <a:r>
              <a:t>출처: V10 hook</a:t>
            </a:r>
          </a:p>
          <a:p xmlns:a="http://schemas.openxmlformats.org/drawingml/2006/main">
            <a:r>
              <a:t>전체 계획의 원래 장표: 4 /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천재교육 물질과 에너지 p.74. 물질의 양과 상태에 따른 반응 엔탈피 차이를 궁금증 유발 한 줄로 제시한다. 근거: 천재교육 물질과 에너지 p.76의 상태 및 반응 계수 유의점. 개념·수식의 나열은 피한다. 배경에는 원본 PART와 같은 51% 검정 덮개를 적용하며 제목과 로고는 불투명하게 유지.</a:t>
            </a:r>
          </a:p>
          <a:p xmlns:a="http://schemas.openxmlformats.org/drawingml/2006/main">
            <a:r>
              <a:t>출처: V10 part</a:t>
            </a:r>
          </a:p>
          <a:p xmlns:a="http://schemas.openxmlformats.org/drawingml/2006/main">
            <a:r>
              <a:t>전체 계획의 원래 장표: 5 /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보일러는 연료의 연소에서 나오는 열을 난방에 이용합니다. 자동차의 내연 기관은 연소로 얻은 에너지를 운동에 이용합니다. 두 사진의 공통점은 연료가 산소와 반응하며 열을 방출한다는 점입니다. 다음에는 같은 몰수, 같은 질량이라는 비교 기준을 정해 연료별 방출열을 계산하겠습니다. 화면의 보일러를 먼저, 주유 장면을 다음으로 가리킵니다. 연소열의 크기만으로 실제 장치 효율을 판단하지 않습니다.</a:t>
            </a:r>
          </a:p>
          <a:p xmlns:a="http://schemas.openxmlformats.org/drawingml/2006/main">
            <a:r>
              <a:t>출처: 천재교육 물질과 에너지 PDF/인쇄 p.78 그림Ⅲ-4; 지도서 p.109</a:t>
            </a:r>
          </a:p>
          <a:p xmlns:a="http://schemas.openxmlformats.org/drawingml/2006/main">
            <a:r>
              <a:t>전체 계획의 원래 장표: 15 /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왼쪽에는 수소 분자 두 개와 산소 분자 한 개가 있습니다. 수소 원자는 네 개, 산소 원자는 두 개입니다. 가운데는 결합을 끊는 데 필요한 에너지를 계산하기 위한 원자 상태의 모형입니다. 이 과정에는 에너지가 필요하므로 ΔH가 양수입니다. 오른쪽에서는 물 분자 두 개가 형성되며 O–H 결합 네 개가 만들어집니다. 결합 형성에서는 에너지를 방출합니다. 전후의 원자 수는 같고 결합의 종류와 수가 달라집니다. 이 그림은 에너지 계산을 위한 모형이며 실제 반응이 반드시 모든 원자가 분리되는 경로로 진행된다는 뜻은 아닙니다. 다음 장에서 결합 수를 따로 세어 봅니다.</a:t>
            </a:r>
          </a:p>
          <a:p xmlns:a="http://schemas.openxmlformats.org/drawingml/2006/main">
            <a:r>
              <a:t>출처: 천재교육 물질과 에너지 PDF/인쇄 p.81 그림Ⅲ-7; 지도서 p.110</a:t>
            </a:r>
          </a:p>
          <a:p xmlns:a="http://schemas.openxmlformats.org/drawingml/2006/main">
            <a:r>
              <a:t>전체 계획의 원래 장표: 26 /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먼저 반응물의 결합을 끊는 데 필요한 에너지를 계산합니다. H–H 결합 두 몰과 O=O 결합 한 몰이므로 2 곱하기 436 더하기 498, 1370 킬로줄입니다. 다음으로 생성물의 O–H 결합 네 몰이 만들어질 때 방출되는 에너지의 크기를 계산합니다. 4 곱하기 460은 1840 킬로줄입니다. 반응 엔탈피는 흡수량에서 방출량의 크기를 뺀 값이므로 약 마이너스 470 킬로줄입니다. 음수이므로 발열 반응입니다. 수증기 두 몰이 생성되는 반응식 전체 기준의 값이며 평균 결합 에너지를 사용한 근삿값입니다. 액체 물 두 몰 생성 반응의 마이너스 571.6 킬로줄과 혼용하면 안 됩니다. 다음에는 평균값과 상태 조건을 점검합니다.</a:t>
            </a:r>
          </a:p>
          <a:p xmlns:a="http://schemas.openxmlformats.org/drawingml/2006/main">
            <a:r>
              <a:t>출처: 천재교육 물질과 에너지 PDF/인쇄 p.80 표Ⅲ-2, p.81 관계식</a:t>
            </a:r>
          </a:p>
          <a:p xmlns:a="http://schemas.openxmlformats.org/drawingml/2006/main">
            <a:r>
              <a:t>전체 계획의 원래 장표: 28 /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37a94efc161466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d89fdba178f4a8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99b8be8a5aa4ca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0a29cdaa2364ee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23c436062ad4aa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a164772b8a5434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53BB037-2E59-48CB-9BF4-720D11E6F205}"/>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gn="ctr">
              <a:lnSpc>
                <a:spcPct val="110000"/>
              </a:lnSpc>
              <a:spcBef>
                <a:spcPts val="0"/>
              </a:spcBef>
              <a:spcAft>
                <a:spcPts val="0"/>
              </a:spcAft>
              <a:buNone/>
              <a:defRPr sz="7200" b="1">
                <a:solidFill>
                  <a:schemeClr val="tx1"/>
                </a:solidFill>
                <a:latin typeface="+mj-lt"/>
                <a:ea typeface="+mj-lt"/>
                <a:cs typeface="+mj-lt"/>
              </a:defRPr>
            </a:lvl1pPr>
            <a:lvl2pPr marL="0" indent="0" algn="ctr">
              <a:lnSpc>
                <a:spcPct val="110000"/>
              </a:lnSpc>
              <a:spcBef>
                <a:spcPts val="0"/>
              </a:spcBef>
              <a:spcAft>
                <a:spcPts val="0"/>
              </a:spcAft>
              <a:buNone/>
              <a:defRPr sz="7200" b="1">
                <a:solidFill>
                  <a:schemeClr val="tx1"/>
                </a:solidFill>
                <a:latin typeface="+mj-lt"/>
                <a:ea typeface="+mj-lt"/>
                <a:cs typeface="+mj-lt"/>
              </a:defRPr>
            </a:lvl2pPr>
            <a:lvl3pPr marL="0" indent="0" algn="ctr">
              <a:lnSpc>
                <a:spcPct val="110000"/>
              </a:lnSpc>
              <a:spcBef>
                <a:spcPts val="0"/>
              </a:spcBef>
              <a:spcAft>
                <a:spcPts val="0"/>
              </a:spcAft>
              <a:buNone/>
              <a:defRPr sz="7200" b="1">
                <a:solidFill>
                  <a:schemeClr val="tx1"/>
                </a:solidFill>
                <a:latin typeface="+mj-lt"/>
                <a:ea typeface="+mj-lt"/>
                <a:cs typeface="+mj-lt"/>
              </a:defRPr>
            </a:lvl3pPr>
            <a:lvl4pPr marL="0" indent="0" algn="ctr">
              <a:lnSpc>
                <a:spcPct val="110000"/>
              </a:lnSpc>
              <a:spcBef>
                <a:spcPts val="0"/>
              </a:spcBef>
              <a:spcAft>
                <a:spcPts val="0"/>
              </a:spcAft>
              <a:buNone/>
              <a:defRPr sz="7200" b="1">
                <a:solidFill>
                  <a:schemeClr val="tx1"/>
                </a:solidFill>
                <a:latin typeface="+mj-lt"/>
                <a:ea typeface="+mj-lt"/>
                <a:cs typeface="+mj-lt"/>
              </a:defRPr>
            </a:lvl4pPr>
            <a:lvl5pPr marL="0" indent="0" algn="ctr">
              <a:lnSpc>
                <a:spcPct val="110000"/>
              </a:lnSpc>
              <a:spcBef>
                <a:spcPts val="0"/>
              </a:spcBef>
              <a:spcAft>
                <a:spcPts val="0"/>
              </a:spcAft>
              <a:buNone/>
              <a:defRPr sz="7200" b="1">
                <a:solidFill>
                  <a:schemeClr val="tx1"/>
                </a:solidFill>
                <a:latin typeface="+mj-lt"/>
                <a:ea typeface="+mj-lt"/>
                <a:cs typeface="+mj-lt"/>
              </a:defRPr>
            </a:lvl5pPr>
            <a:lvl6pPr marL="0" indent="0" algn="ctr">
              <a:lnSpc>
                <a:spcPct val="110000"/>
              </a:lnSpc>
              <a:spcBef>
                <a:spcPts val="0"/>
              </a:spcBef>
              <a:spcAft>
                <a:spcPts val="0"/>
              </a:spcAft>
              <a:buNone/>
              <a:defRPr sz="7200" b="1">
                <a:solidFill>
                  <a:schemeClr val="tx1"/>
                </a:solidFill>
                <a:latin typeface="+mj-lt"/>
                <a:ea typeface="+mj-lt"/>
                <a:cs typeface="+mj-lt"/>
              </a:defRPr>
            </a:lvl6pPr>
            <a:lvl7pPr marL="0" indent="0" algn="ctr">
              <a:lnSpc>
                <a:spcPct val="110000"/>
              </a:lnSpc>
              <a:spcBef>
                <a:spcPts val="0"/>
              </a:spcBef>
              <a:spcAft>
                <a:spcPts val="0"/>
              </a:spcAft>
              <a:buNone/>
              <a:defRPr sz="7200" b="1">
                <a:solidFill>
                  <a:schemeClr val="tx1"/>
                </a:solidFill>
                <a:latin typeface="+mj-lt"/>
                <a:ea typeface="+mj-lt"/>
                <a:cs typeface="+mj-lt"/>
              </a:defRPr>
            </a:lvl7pPr>
            <a:lvl8pPr marL="0" indent="0" algn="ctr">
              <a:lnSpc>
                <a:spcPct val="110000"/>
              </a:lnSpc>
              <a:spcBef>
                <a:spcPts val="0"/>
              </a:spcBef>
              <a:spcAft>
                <a:spcPts val="0"/>
              </a:spcAft>
              <a:buNone/>
              <a:defRPr sz="7200" b="1">
                <a:solidFill>
                  <a:schemeClr val="tx1"/>
                </a:solidFill>
                <a:latin typeface="+mj-lt"/>
                <a:ea typeface="+mj-lt"/>
                <a:cs typeface="+mj-lt"/>
              </a:defRPr>
            </a:lvl8pPr>
            <a:lvl9pPr marL="0" indent="0" algn="ctr">
              <a:lnSpc>
                <a:spcPct val="110000"/>
              </a:lnSpc>
              <a:spcBef>
                <a:spcPts val="0"/>
              </a:spcBef>
              <a:spcAft>
                <a:spcPts val="0"/>
              </a:spcAft>
              <a:buNone/>
              <a:defRPr sz="72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C4C8866-4945-494C-AD5D-9433EE590920}"/>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gn="ctr">
              <a:lnSpc>
                <a:spcPct val="110000"/>
              </a:lnSpc>
              <a:spcBef>
                <a:spcPts val="0"/>
              </a:spcBef>
              <a:spcAft>
                <a:spcPts val="0"/>
              </a:spcAft>
              <a:buNone/>
              <a:defRPr sz="3150" b="0">
                <a:solidFill>
                  <a:schemeClr val="tx1"/>
                </a:solidFill>
                <a:latin typeface="+mn-lt"/>
                <a:ea typeface="+mn-lt"/>
                <a:cs typeface="+mn-lt"/>
              </a:defRPr>
            </a:lvl1pPr>
            <a:lvl2pPr marL="0" indent="0" algn="ctr">
              <a:lnSpc>
                <a:spcPct val="110000"/>
              </a:lnSpc>
              <a:spcBef>
                <a:spcPts val="0"/>
              </a:spcBef>
              <a:spcAft>
                <a:spcPts val="0"/>
              </a:spcAft>
              <a:buNone/>
              <a:defRPr sz="3150" b="0">
                <a:solidFill>
                  <a:schemeClr val="tx1"/>
                </a:solidFill>
                <a:latin typeface="+mn-lt"/>
                <a:ea typeface="+mn-lt"/>
                <a:cs typeface="+mn-lt"/>
              </a:defRPr>
            </a:lvl2pPr>
            <a:lvl3pPr marL="0" indent="0" algn="ctr">
              <a:lnSpc>
                <a:spcPct val="110000"/>
              </a:lnSpc>
              <a:spcBef>
                <a:spcPts val="0"/>
              </a:spcBef>
              <a:spcAft>
                <a:spcPts val="0"/>
              </a:spcAft>
              <a:buNone/>
              <a:defRPr sz="3150" b="0">
                <a:solidFill>
                  <a:schemeClr val="tx1"/>
                </a:solidFill>
                <a:latin typeface="+mn-lt"/>
                <a:ea typeface="+mn-lt"/>
                <a:cs typeface="+mn-lt"/>
              </a:defRPr>
            </a:lvl3pPr>
            <a:lvl4pPr marL="0" indent="0" algn="ctr">
              <a:lnSpc>
                <a:spcPct val="110000"/>
              </a:lnSpc>
              <a:spcBef>
                <a:spcPts val="0"/>
              </a:spcBef>
              <a:spcAft>
                <a:spcPts val="0"/>
              </a:spcAft>
              <a:buNone/>
              <a:defRPr sz="3150" b="0">
                <a:solidFill>
                  <a:schemeClr val="tx1"/>
                </a:solidFill>
                <a:latin typeface="+mn-lt"/>
                <a:ea typeface="+mn-lt"/>
                <a:cs typeface="+mn-lt"/>
              </a:defRPr>
            </a:lvl4pPr>
            <a:lvl5pPr marL="0" indent="0" algn="ctr">
              <a:lnSpc>
                <a:spcPct val="110000"/>
              </a:lnSpc>
              <a:spcBef>
                <a:spcPts val="0"/>
              </a:spcBef>
              <a:spcAft>
                <a:spcPts val="0"/>
              </a:spcAft>
              <a:buNone/>
              <a:defRPr sz="3150" b="0">
                <a:solidFill>
                  <a:schemeClr val="tx1"/>
                </a:solidFill>
                <a:latin typeface="+mn-lt"/>
                <a:ea typeface="+mn-lt"/>
                <a:cs typeface="+mn-lt"/>
              </a:defRPr>
            </a:lvl5pPr>
            <a:lvl6pPr marL="0" indent="0" algn="ctr">
              <a:lnSpc>
                <a:spcPct val="110000"/>
              </a:lnSpc>
              <a:spcBef>
                <a:spcPts val="0"/>
              </a:spcBef>
              <a:spcAft>
                <a:spcPts val="0"/>
              </a:spcAft>
              <a:buNone/>
              <a:defRPr sz="3150" b="0">
                <a:solidFill>
                  <a:schemeClr val="tx1"/>
                </a:solidFill>
                <a:latin typeface="+mn-lt"/>
                <a:ea typeface="+mn-lt"/>
                <a:cs typeface="+mn-lt"/>
              </a:defRPr>
            </a:lvl6pPr>
            <a:lvl7pPr marL="0" indent="0" algn="ctr">
              <a:lnSpc>
                <a:spcPct val="110000"/>
              </a:lnSpc>
              <a:spcBef>
                <a:spcPts val="0"/>
              </a:spcBef>
              <a:spcAft>
                <a:spcPts val="0"/>
              </a:spcAft>
              <a:buNone/>
              <a:defRPr sz="3150" b="0">
                <a:solidFill>
                  <a:schemeClr val="tx1"/>
                </a:solidFill>
                <a:latin typeface="+mn-lt"/>
                <a:ea typeface="+mn-lt"/>
                <a:cs typeface="+mn-lt"/>
              </a:defRPr>
            </a:lvl7pPr>
            <a:lvl8pPr marL="0" indent="0" algn="ctr">
              <a:lnSpc>
                <a:spcPct val="110000"/>
              </a:lnSpc>
              <a:spcBef>
                <a:spcPts val="0"/>
              </a:spcBef>
              <a:spcAft>
                <a:spcPts val="0"/>
              </a:spcAft>
              <a:buNone/>
              <a:defRPr sz="3150" b="0">
                <a:solidFill>
                  <a:schemeClr val="tx1"/>
                </a:solidFill>
                <a:latin typeface="+mn-lt"/>
                <a:ea typeface="+mn-lt"/>
                <a:cs typeface="+mn-lt"/>
              </a:defRPr>
            </a:lvl8pPr>
            <a:lvl9pPr marL="0" indent="0" algn="ctr">
              <a:lnSpc>
                <a:spcPct val="110000"/>
              </a:lnSpc>
              <a:spcBef>
                <a:spcPts val="0"/>
              </a:spcBef>
              <a:spcAft>
                <a:spcPts val="0"/>
              </a:spcAft>
              <a:buNone/>
              <a:defRPr sz="315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287B5EE-6C36-445B-898F-D8E630B429FE}"/>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gn="ctr">
              <a:lnSpc>
                <a:spcPct val="110000"/>
              </a:lnSpc>
              <a:spcBef>
                <a:spcPts val="0"/>
              </a:spcBef>
              <a:spcAft>
                <a:spcPts val="0"/>
              </a:spcAft>
              <a:buNone/>
              <a:defRPr sz="6300" b="1">
                <a:solidFill>
                  <a:schemeClr val="tx1"/>
                </a:solidFill>
                <a:latin typeface="+mj-lt"/>
                <a:ea typeface="+mj-lt"/>
                <a:cs typeface="+mj-lt"/>
              </a:defRPr>
            </a:lvl1pPr>
            <a:lvl2pPr marL="0" indent="0" algn="ctr">
              <a:lnSpc>
                <a:spcPct val="110000"/>
              </a:lnSpc>
              <a:spcBef>
                <a:spcPts val="0"/>
              </a:spcBef>
              <a:spcAft>
                <a:spcPts val="0"/>
              </a:spcAft>
              <a:buNone/>
              <a:defRPr sz="6300" b="1">
                <a:solidFill>
                  <a:schemeClr val="tx1"/>
                </a:solidFill>
                <a:latin typeface="+mj-lt"/>
                <a:ea typeface="+mj-lt"/>
                <a:cs typeface="+mj-lt"/>
              </a:defRPr>
            </a:lvl2pPr>
            <a:lvl3pPr marL="0" indent="0" algn="ctr">
              <a:lnSpc>
                <a:spcPct val="110000"/>
              </a:lnSpc>
              <a:spcBef>
                <a:spcPts val="0"/>
              </a:spcBef>
              <a:spcAft>
                <a:spcPts val="0"/>
              </a:spcAft>
              <a:buNone/>
              <a:defRPr sz="6300" b="1">
                <a:solidFill>
                  <a:schemeClr val="tx1"/>
                </a:solidFill>
                <a:latin typeface="+mj-lt"/>
                <a:ea typeface="+mj-lt"/>
                <a:cs typeface="+mj-lt"/>
              </a:defRPr>
            </a:lvl3pPr>
            <a:lvl4pPr marL="0" indent="0" algn="ctr">
              <a:lnSpc>
                <a:spcPct val="110000"/>
              </a:lnSpc>
              <a:spcBef>
                <a:spcPts val="0"/>
              </a:spcBef>
              <a:spcAft>
                <a:spcPts val="0"/>
              </a:spcAft>
              <a:buNone/>
              <a:defRPr sz="6300" b="1">
                <a:solidFill>
                  <a:schemeClr val="tx1"/>
                </a:solidFill>
                <a:latin typeface="+mj-lt"/>
                <a:ea typeface="+mj-lt"/>
                <a:cs typeface="+mj-lt"/>
              </a:defRPr>
            </a:lvl4pPr>
            <a:lvl5pPr marL="0" indent="0" algn="ctr">
              <a:lnSpc>
                <a:spcPct val="110000"/>
              </a:lnSpc>
              <a:spcBef>
                <a:spcPts val="0"/>
              </a:spcBef>
              <a:spcAft>
                <a:spcPts val="0"/>
              </a:spcAft>
              <a:buNone/>
              <a:defRPr sz="6300" b="1">
                <a:solidFill>
                  <a:schemeClr val="tx1"/>
                </a:solidFill>
                <a:latin typeface="+mj-lt"/>
                <a:ea typeface="+mj-lt"/>
                <a:cs typeface="+mj-lt"/>
              </a:defRPr>
            </a:lvl5pPr>
            <a:lvl6pPr marL="0" indent="0" algn="ctr">
              <a:lnSpc>
                <a:spcPct val="110000"/>
              </a:lnSpc>
              <a:spcBef>
                <a:spcPts val="0"/>
              </a:spcBef>
              <a:spcAft>
                <a:spcPts val="0"/>
              </a:spcAft>
              <a:buNone/>
              <a:defRPr sz="6300" b="1">
                <a:solidFill>
                  <a:schemeClr val="tx1"/>
                </a:solidFill>
                <a:latin typeface="+mj-lt"/>
                <a:ea typeface="+mj-lt"/>
                <a:cs typeface="+mj-lt"/>
              </a:defRPr>
            </a:lvl6pPr>
            <a:lvl7pPr marL="0" indent="0" algn="ctr">
              <a:lnSpc>
                <a:spcPct val="110000"/>
              </a:lnSpc>
              <a:spcBef>
                <a:spcPts val="0"/>
              </a:spcBef>
              <a:spcAft>
                <a:spcPts val="0"/>
              </a:spcAft>
              <a:buNone/>
              <a:defRPr sz="6300" b="1">
                <a:solidFill>
                  <a:schemeClr val="tx1"/>
                </a:solidFill>
                <a:latin typeface="+mj-lt"/>
                <a:ea typeface="+mj-lt"/>
                <a:cs typeface="+mj-lt"/>
              </a:defRPr>
            </a:lvl7pPr>
            <a:lvl8pPr marL="0" indent="0" algn="ctr">
              <a:lnSpc>
                <a:spcPct val="110000"/>
              </a:lnSpc>
              <a:spcBef>
                <a:spcPts val="0"/>
              </a:spcBef>
              <a:spcAft>
                <a:spcPts val="0"/>
              </a:spcAft>
              <a:buNone/>
              <a:defRPr sz="6300" b="1">
                <a:solidFill>
                  <a:schemeClr val="tx1"/>
                </a:solidFill>
                <a:latin typeface="+mj-lt"/>
                <a:ea typeface="+mj-lt"/>
                <a:cs typeface="+mj-lt"/>
              </a:defRPr>
            </a:lvl8pPr>
            <a:lvl9pPr marL="0" indent="0" algn="ctr">
              <a:lnSpc>
                <a:spcPct val="110000"/>
              </a:lnSpc>
              <a:spcBef>
                <a:spcPts val="0"/>
              </a:spcBef>
              <a:spcAft>
                <a:spcPts val="0"/>
              </a:spcAft>
              <a:buNone/>
              <a:defRPr sz="63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50D7A93-0786-4C32-9A46-AF93FC49B838}"/>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B9D3550-C421-4929-B7F3-9D72BD068DF4}"/>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70CCC5C-0A6E-4186-A541-B51ACD124242}"/>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83189A2-A9BF-4F21-BA10-889E82A3EE12}"/>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E0927B1-23ED-4130-83FB-A4D6953B1BD1}"/>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2A2C580-4577-4076-8277-65B17FC13EE5}"/>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BE60199-2CAB-440B-B57D-39651DA9CEF9}"/>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71402c0fecc4f34" /><Relationship Type="http://schemas.openxmlformats.org/officeDocument/2006/relationships/slideLayout" Target="/ppt/slideLayouts/slideLayout1.xml" Id="Re0365103ba8a41f8" /><Relationship Type="http://schemas.openxmlformats.org/officeDocument/2006/relationships/slideLayout" Target="/ppt/slideLayouts/slideLayout2.xml" Id="Rcf76fc819e1242d8" /><Relationship Type="http://schemas.openxmlformats.org/officeDocument/2006/relationships/slideLayout" Target="/ppt/slideLayouts/slideLayout3.xml" Id="R0dd25a7ac9d04fca" /><Relationship Type="http://schemas.openxmlformats.org/officeDocument/2006/relationships/slideLayout" Target="/ppt/slideLayouts/slideLayout4.xml" Id="Rc78cfccee9304f4a" /><Relationship Type="http://schemas.openxmlformats.org/officeDocument/2006/relationships/slideLayout" Target="/ppt/slideLayouts/slideLayout5.xml" Id="Rfc499381717648b1" /><Relationship Type="http://schemas.openxmlformats.org/officeDocument/2006/relationships/slideLayout" Target="/ppt/slideLayouts/slideLayout6.xml" Id="R7c6d6c14049d402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0365103ba8a41f8"/>
    <p:sldLayoutId xmlns:r="http://schemas.openxmlformats.org/officeDocument/2006/relationships" id="2147483650" r:id="Rcf76fc819e1242d8"/>
    <p:sldLayoutId xmlns:r="http://schemas.openxmlformats.org/officeDocument/2006/relationships" id="2147483651" r:id="R0dd25a7ac9d04fca"/>
    <p:sldLayoutId xmlns:r="http://schemas.openxmlformats.org/officeDocument/2006/relationships" id="2147483652" r:id="Rc78cfccee9304f4a"/>
    <p:sldLayoutId xmlns:r="http://schemas.openxmlformats.org/officeDocument/2006/relationships" id="2147483653" r:id="Rfc499381717648b1"/>
    <p:sldLayoutId xmlns:r="http://schemas.openxmlformats.org/officeDocument/2006/relationships" id="2147483654" r:id="R7c6d6c14049d402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c3d06925d274f8d" /><Relationship Type="http://schemas.openxmlformats.org/officeDocument/2006/relationships/image" Target="/ppt/media/image.png" Id="Rc3b645b511914d81" /><Relationship Type="http://schemas.openxmlformats.org/officeDocument/2006/relationships/image" Target="/ppt/media/image2.png" Id="R02d145dacdf84d4d" /><Relationship Type="http://schemas.openxmlformats.org/officeDocument/2006/relationships/image" Target="/ppt/media/image3.png" Id="R60bfd0f643844150" /><Relationship Type="http://schemas.openxmlformats.org/officeDocument/2006/relationships/image" Target="/ppt/media/image4.png" Id="R25ea668cf73b482c" /><Relationship Type="http://schemas.openxmlformats.org/officeDocument/2006/relationships/notesSlide" Target="/ppt/notesSlides/notesSlide1.xml" Id="R18b4c335559d4d5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286ed5eb7554504" /><Relationship Type="http://schemas.openxmlformats.org/officeDocument/2006/relationships/image" Target="/ppt/media/image5.png" Id="R86f9b174091c4087" /><Relationship Type="http://schemas.openxmlformats.org/officeDocument/2006/relationships/image" Target="/ppt/media/image6.png" Id="Ra28344b6caf24478" /><Relationship Type="http://schemas.openxmlformats.org/officeDocument/2006/relationships/image" Target="/ppt/media/image7.png" Id="Rd7d78a8deb114bf5" /><Relationship Type="http://schemas.openxmlformats.org/officeDocument/2006/relationships/image" Target="/ppt/media/image8.png" Id="Rbc9400e2426a4ca9" /><Relationship Type="http://schemas.openxmlformats.org/officeDocument/2006/relationships/image" Target="/ppt/media/image9.png" Id="Rb5743e8f4e504437" /><Relationship Type="http://schemas.openxmlformats.org/officeDocument/2006/relationships/image" Target="/ppt/media/image10.png" Id="R82998174b3e749f3" /><Relationship Type="http://schemas.openxmlformats.org/officeDocument/2006/relationships/image" Target="/ppt/media/image11.png" Id="R3ec56b5c5a564c43" /><Relationship Type="http://schemas.openxmlformats.org/officeDocument/2006/relationships/image" Target="/ppt/media/image12.png" Id="Rfbf0fd35f04a4e70" /><Relationship Type="http://schemas.openxmlformats.org/officeDocument/2006/relationships/image" Target="/ppt/media/image13.png" Id="Rdf3768bb9ee14229" /><Relationship Type="http://schemas.openxmlformats.org/officeDocument/2006/relationships/notesSlide" Target="/ppt/notesSlides/notesSlide2.xml" Id="R1593b5ae1d494b5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d74be4124354d6c" /><Relationship Type="http://schemas.openxmlformats.org/officeDocument/2006/relationships/image" Target="/ppt/media/image14.png" Id="R70e6c9c0109e4b6b" /><Relationship Type="http://schemas.openxmlformats.org/officeDocument/2006/relationships/image" Target="/ppt/media/image15.png" Id="R649e6af0bac44e49" /><Relationship Type="http://schemas.openxmlformats.org/officeDocument/2006/relationships/image" Target="/ppt/media/image16.png" Id="R6a63f1ec90694730" /><Relationship Type="http://schemas.openxmlformats.org/officeDocument/2006/relationships/notesSlide" Target="/ppt/notesSlides/notesSlide3.xml" Id="Rf9546e7683884db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f326778678542ca" /><Relationship Type="http://schemas.openxmlformats.org/officeDocument/2006/relationships/image" Target="/ppt/media/image17.png" Id="Rbf31fdfce8424c39" /><Relationship Type="http://schemas.openxmlformats.org/officeDocument/2006/relationships/image" Target="/ppt/media/image18.png" Id="R39979f103fe14c6c" /><Relationship Type="http://schemas.openxmlformats.org/officeDocument/2006/relationships/notesSlide" Target="/ppt/notesSlides/notesSlide4.xml" Id="R2c6a4294a0f543d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e11016e7c844b31" /><Relationship Type="http://schemas.openxmlformats.org/officeDocument/2006/relationships/image" Target="/ppt/media/image19.png" Id="Ra8a5fefaeb3c4ef7" /><Relationship Type="http://schemas.openxmlformats.org/officeDocument/2006/relationships/image" Target="/ppt/media/image20.png" Id="R2f5359ad244d49a7" /><Relationship Type="http://schemas.openxmlformats.org/officeDocument/2006/relationships/notesSlide" Target="/ppt/notesSlides/notesSlide5.xml" Id="Rffd9aa0bace0426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1bb0163bfed4c3e" /><Relationship Type="http://schemas.openxmlformats.org/officeDocument/2006/relationships/image" Target="/ppt/media/image21.png" Id="Rf692334981294541" /><Relationship Type="http://schemas.openxmlformats.org/officeDocument/2006/relationships/image" Target="/ppt/media/image22.png" Id="R286fbd4c332f4378" /><Relationship Type="http://schemas.openxmlformats.org/officeDocument/2006/relationships/image" Target="/ppt/media/image23.png" Id="Rc18a0b6422234edd" /><Relationship Type="http://schemas.openxmlformats.org/officeDocument/2006/relationships/notesSlide" Target="/ppt/notesSlides/notesSlide6.xml" Id="Rfd8e2b55b210411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3404827acb7410f" /><Relationship Type="http://schemas.openxmlformats.org/officeDocument/2006/relationships/image" Target="/ppt/media/image24.png" Id="R7706a88136874295" /><Relationship Type="http://schemas.openxmlformats.org/officeDocument/2006/relationships/image" Target="/ppt/media/image25.png" Id="R53cfbbeb24904196" /><Relationship Type="http://schemas.openxmlformats.org/officeDocument/2006/relationships/notesSlide" Target="/ppt/notesSlides/notesSlide7.xml" Id="R4bba8766cbc94de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6093bea459c4832" /><Relationship Type="http://schemas.openxmlformats.org/officeDocument/2006/relationships/image" Target="/ppt/media/image26.png" Id="Rcea697ba30cf4d01" /><Relationship Type="http://schemas.openxmlformats.org/officeDocument/2006/relationships/image" Target="/ppt/media/image27.png" Id="R6142d77b311f4ca1" /><Relationship Type="http://schemas.openxmlformats.org/officeDocument/2006/relationships/notesSlide" Target="/ppt/notesSlides/notesSlide8.xml" Id="R55b84524ba3d4faf"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B5F123B2-2492-4633-B01E-9CB42643786E}"/>
              </a:ext>
            </a:extLst>
          </p:cNvPr>
          <p:cNvPicPr>
            <a:picLocks xmlns:a="http://schemas.openxmlformats.org/drawingml/2006/main" noChangeAspect="1"/>
          </p:cNvPicPr>
          <p:nvPr/>
        </p:nvPicPr>
        <p:blipFill>
          <a:blip xmlns:r="http://schemas.openxmlformats.org/officeDocument/2006/relationships" xmlns:a="http://schemas.openxmlformats.org/drawingml/2006/main" r:embed="Rc3b645b511914d81"/>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reference_green_fade">
            <a:extLst xmlns:a="http://schemas.openxmlformats.org/drawingml/2006/main">
              <a:ext uri="{FF2B5EF4-FFF2-40B4-BE49-F238E27FC236}">
                <a16:creationId xmlns:a16="http://schemas.microsoft.com/office/drawing/2014/main" id="{9A3C32D1-7588-472A-8B01-2A1FDCD4F573}"/>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0C7D08"/>
              </a:gs>
              <a:gs pos="22000">
                <a:srgbClr val="0C7D08"/>
              </a:gs>
              <a:gs pos="58000">
                <a:srgbClr val="0C7D08">
                  <a:alpha val="0"/>
                </a:srgbClr>
              </a:gs>
              <a:gs pos="100000">
                <a:srgbClr val="0C7D08">
                  <a:alpha val="0"/>
                </a:srgbClr>
              </a:gs>
            </a:gsLst>
            <a:lin ang="0"/>
          </a:gra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7CE2BE27-C55C-4753-9476-9075B6A081AE}"/>
              </a:ext>
            </a:extLst>
          </p:cNvPr>
          <p:cNvPicPr>
            <a:picLocks xmlns:a="http://schemas.openxmlformats.org/drawingml/2006/main" noChangeAspect="1"/>
          </p:cNvPicPr>
          <p:nvPr/>
        </p:nvPicPr>
        <p:blipFill>
          <a:blip xmlns:r="http://schemas.openxmlformats.org/officeDocument/2006/relationships" xmlns:a="http://schemas.openxmlformats.org/drawingml/2006/main" r:embed="R02d145dacdf84d4d"/>
          <a:stretch xmlns:a="http://schemas.openxmlformats.org/drawingml/2006/main"/>
        </p:blipFill>
        <p:spPr>
          <a:xfrm xmlns:a="http://schemas.openxmlformats.org/drawingml/2006/main">
            <a:off x="16941800" y="382588"/>
            <a:ext cx="1028700" cy="733425"/>
          </a:xfrm>
          <a:prstGeom xmlns:a="http://schemas.openxmlformats.org/drawingml/2006/main" prst="rect">
            <a:avLst/>
          </a:prstGeom>
        </p:spPr>
      </p:pic>
      <p:sp>
        <p:nvSpPr>
          <p:cNvPr id="4" name="copyright">
            <a:extLst xmlns:a="http://schemas.openxmlformats.org/drawingml/2006/main">
              <a:ext uri="{FF2B5EF4-FFF2-40B4-BE49-F238E27FC236}">
                <a16:creationId xmlns:a16="http://schemas.microsoft.com/office/drawing/2014/main" id="{C66C13A4-AB8A-4D78-9FCE-FF2E8E1326B9}"/>
              </a:ext>
            </a:extLst>
          </p:cNvPr>
          <p:cNvSpPr>
            <a:spLocks xmlns:a="http://schemas.openxmlformats.org/drawingml/2006/main" noGrp="1"/>
          </p:cNvSpPr>
          <p:nvPr/>
        </p:nvSpPr>
        <p:spPr>
          <a:xfrm xmlns:a="http://schemas.openxmlformats.org/drawingml/2006/main">
            <a:off x="14620875" y="9865281"/>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xmlns:a="http://schemas.openxmlformats.org/drawingml/2006/main">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5" name="">
            <a:extLst xmlns:a="http://schemas.openxmlformats.org/drawingml/2006/main">
              <a:ext uri="{FF2B5EF4-FFF2-40B4-BE49-F238E27FC236}">
                <a16:creationId xmlns:a16="http://schemas.microsoft.com/office/drawing/2014/main" id="{9A33EC37-2270-4602-A575-412CB9A6464F}"/>
              </a:ext>
            </a:extLst>
          </p:cNvPr>
          <p:cNvPicPr>
            <a:picLocks xmlns:a="http://schemas.openxmlformats.org/drawingml/2006/main" noChangeAspect="1"/>
          </p:cNvPicPr>
          <p:nvPr/>
        </p:nvPicPr>
        <p:blipFill>
          <a:blip xmlns:r="http://schemas.openxmlformats.org/officeDocument/2006/relationships" xmlns:a="http://schemas.openxmlformats.org/drawingml/2006/main" r:embed="R60bfd0f643844150"/>
          <a:stretch xmlns:a="http://schemas.openxmlformats.org/drawingml/2006/main"/>
        </p:blipFill>
        <p:spPr>
          <a:xfrm xmlns:a="http://schemas.openxmlformats.org/drawingml/2006/main">
            <a:off x="1320800" y="5207000"/>
            <a:ext cx="1447800" cy="60960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345D98DA-3785-418E-BA06-1DC30F0D54D8}"/>
              </a:ext>
            </a:extLst>
          </p:cNvPr>
          <p:cNvPicPr>
            <a:picLocks xmlns:a="http://schemas.openxmlformats.org/drawingml/2006/main" noChangeAspect="1"/>
          </p:cNvPicPr>
          <p:nvPr/>
        </p:nvPicPr>
        <p:blipFill>
          <a:blip xmlns:r="http://schemas.openxmlformats.org/officeDocument/2006/relationships" xmlns:a="http://schemas.openxmlformats.org/drawingml/2006/main" r:embed="R25ea668cf73b482c"/>
          <a:stretch xmlns:a="http://schemas.openxmlformats.org/drawingml/2006/main"/>
        </p:blipFill>
        <p:spPr>
          <a:xfrm xmlns:a="http://schemas.openxmlformats.org/drawingml/2006/main">
            <a:off x="15252700" y="410251"/>
            <a:ext cx="1473200" cy="627298"/>
          </a:xfrm>
          <a:prstGeom xmlns:a="http://schemas.openxmlformats.org/drawingml/2006/main" prst="rect">
            <a:avLst/>
          </a:prstGeom>
        </p:spPr>
      </p:pic>
      <p:sp>
        <p:nvSpPr>
          <p:cNvPr id="7" name="title-line0">
            <a:extLst xmlns:a="http://schemas.openxmlformats.org/drawingml/2006/main">
              <a:ext uri="{FF2B5EF4-FFF2-40B4-BE49-F238E27FC236}">
                <a16:creationId xmlns:a16="http://schemas.microsoft.com/office/drawing/2014/main" id="{3F87A6D8-2407-4F84-B0E4-BAA6306A3619}"/>
              </a:ext>
            </a:extLst>
          </p:cNvPr>
          <p:cNvSpPr>
            <a:spLocks xmlns:a="http://schemas.openxmlformats.org/drawingml/2006/main" noGrp="1"/>
          </p:cNvSpPr>
          <p:nvPr/>
        </p:nvSpPr>
        <p:spPr>
          <a:xfrm xmlns:a="http://schemas.openxmlformats.org/drawingml/2006/main">
            <a:off x="1321118" y="2500789"/>
            <a:ext cx="13956983"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6750" b="1">
                <a:solidFill>
                  <a:srgbClr val="FFFFFF"/>
                </a:solidFill>
                <a:latin typeface="Pretendard"/>
                <a:ea typeface="Pretendard"/>
                <a:cs typeface="Pretendard"/>
              </a:defRPr>
            </a:defPPr>
            <a:lvl1pPr algn="l">
              <a:defRPr sz="6750" b="1">
                <a:solidFill>
                  <a:srgbClr val="FFFFFF"/>
                </a:solidFill>
                <a:latin typeface="Pretendard"/>
                <a:ea typeface="Pretendard"/>
                <a:cs typeface="Pretendard"/>
              </a:defRPr>
            </a:lvl1pPr>
            <a:lvl2pPr algn="l">
              <a:defRPr sz="6750" b="1">
                <a:solidFill>
                  <a:srgbClr val="FFFFFF"/>
                </a:solidFill>
                <a:latin typeface="Pretendard"/>
                <a:ea typeface="Pretendard"/>
                <a:cs typeface="Pretendard"/>
              </a:defRPr>
            </a:lvl2pPr>
            <a:lvl3pPr algn="l">
              <a:defRPr sz="6750" b="1">
                <a:solidFill>
                  <a:srgbClr val="FFFFFF"/>
                </a:solidFill>
                <a:latin typeface="Pretendard"/>
                <a:ea typeface="Pretendard"/>
                <a:cs typeface="Pretendard"/>
              </a:defRPr>
            </a:lvl3pPr>
            <a:lvl4pPr algn="l">
              <a:defRPr sz="6750" b="1">
                <a:solidFill>
                  <a:srgbClr val="FFFFFF"/>
                </a:solidFill>
                <a:latin typeface="Pretendard"/>
                <a:ea typeface="Pretendard"/>
                <a:cs typeface="Pretendard"/>
              </a:defRPr>
            </a:lvl4pPr>
            <a:lvl5pPr algn="l">
              <a:defRPr sz="6750" b="1">
                <a:solidFill>
                  <a:srgbClr val="FFFFFF"/>
                </a:solidFill>
                <a:latin typeface="Pretendard"/>
                <a:ea typeface="Pretendard"/>
                <a:cs typeface="Pretendard"/>
              </a:defRPr>
            </a:lvl5pPr>
            <a:lvl6pPr algn="l">
              <a:defRPr sz="6750" b="1">
                <a:solidFill>
                  <a:srgbClr val="FFFFFF"/>
                </a:solidFill>
                <a:latin typeface="Pretendard"/>
                <a:ea typeface="Pretendard"/>
                <a:cs typeface="Pretendard"/>
              </a:defRPr>
            </a:lvl6pPr>
            <a:lvl7pPr algn="l">
              <a:defRPr sz="6750" b="1">
                <a:solidFill>
                  <a:srgbClr val="FFFFFF"/>
                </a:solidFill>
                <a:latin typeface="Pretendard"/>
                <a:ea typeface="Pretendard"/>
                <a:cs typeface="Pretendard"/>
              </a:defRPr>
            </a:lvl7pPr>
            <a:lvl8pPr algn="l">
              <a:defRPr sz="6750" b="1">
                <a:solidFill>
                  <a:srgbClr val="FFFFFF"/>
                </a:solidFill>
                <a:latin typeface="Pretendard"/>
                <a:ea typeface="Pretendard"/>
                <a:cs typeface="Pretendard"/>
              </a:defRPr>
            </a:lvl8pPr>
            <a:lvl9pPr algn="l">
              <a:defRPr sz="6750" b="1">
                <a:solidFill>
                  <a:srgbClr val="FFFFFF"/>
                </a:solidFill>
                <a:latin typeface="Pretendard"/>
                <a:ea typeface="Pretendard"/>
                <a:cs typeface="Pretendard"/>
              </a:defRPr>
            </a:lvl9pPr>
          </a:lstStyle>
          <a:p xmlns:a="http://schemas.openxmlformats.org/drawingml/2006/main">
            <a:pPr algn="l">
              <a:defRPr sz="6750" b="1">
                <a:solidFill>
                  <a:srgbClr val="FFFFFF"/>
                </a:solidFill>
                <a:latin typeface="Pretendard"/>
                <a:ea typeface="Pretendard"/>
                <a:cs typeface="Pretendard"/>
              </a:defRPr>
            </a:pPr>
            <a:r>
              <a:rPr sz="6750" b="1">
                <a:solidFill>
                  <a:srgbClr val="FFFFFF"/>
                </a:solidFill>
                <a:latin typeface="Pretendard"/>
                <a:ea typeface="Pretendard"/>
                <a:cs typeface="Pretendard"/>
              </a:rPr>
              <a:t>Ⅲ. 화학 변화의 자발성</a:t>
            </a:r>
          </a:p>
        </p:txBody>
      </p:sp>
      <p:sp>
        <p:nvSpPr>
          <p:cNvPr id="8" name="title-line1">
            <a:extLst xmlns:a="http://schemas.openxmlformats.org/drawingml/2006/main">
              <a:ext uri="{FF2B5EF4-FFF2-40B4-BE49-F238E27FC236}">
                <a16:creationId xmlns:a16="http://schemas.microsoft.com/office/drawing/2014/main" id="{A9E8F909-06F0-4C8D-8F30-64CAA79E3DED}"/>
              </a:ext>
            </a:extLst>
          </p:cNvPr>
          <p:cNvSpPr>
            <a:spLocks xmlns:a="http://schemas.openxmlformats.org/drawingml/2006/main" noGrp="1"/>
          </p:cNvSpPr>
          <p:nvPr/>
        </p:nvSpPr>
        <p:spPr>
          <a:xfrm xmlns:a="http://schemas.openxmlformats.org/drawingml/2006/main">
            <a:off x="1321118" y="3500914"/>
            <a:ext cx="13956983"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6750" b="1">
                <a:solidFill>
                  <a:srgbClr val="FFFFFF"/>
                </a:solidFill>
                <a:latin typeface="Pretendard"/>
                <a:ea typeface="Pretendard"/>
                <a:cs typeface="Pretendard"/>
              </a:defRPr>
            </a:defPPr>
            <a:lvl1pPr algn="l">
              <a:defRPr sz="6750" b="1">
                <a:solidFill>
                  <a:srgbClr val="FFFFFF"/>
                </a:solidFill>
                <a:latin typeface="Pretendard"/>
                <a:ea typeface="Pretendard"/>
                <a:cs typeface="Pretendard"/>
              </a:defRPr>
            </a:lvl1pPr>
            <a:lvl2pPr algn="l">
              <a:defRPr sz="6750" b="1">
                <a:solidFill>
                  <a:srgbClr val="FFFFFF"/>
                </a:solidFill>
                <a:latin typeface="Pretendard"/>
                <a:ea typeface="Pretendard"/>
                <a:cs typeface="Pretendard"/>
              </a:defRPr>
            </a:lvl2pPr>
            <a:lvl3pPr algn="l">
              <a:defRPr sz="6750" b="1">
                <a:solidFill>
                  <a:srgbClr val="FFFFFF"/>
                </a:solidFill>
                <a:latin typeface="Pretendard"/>
                <a:ea typeface="Pretendard"/>
                <a:cs typeface="Pretendard"/>
              </a:defRPr>
            </a:lvl3pPr>
            <a:lvl4pPr algn="l">
              <a:defRPr sz="6750" b="1">
                <a:solidFill>
                  <a:srgbClr val="FFFFFF"/>
                </a:solidFill>
                <a:latin typeface="Pretendard"/>
                <a:ea typeface="Pretendard"/>
                <a:cs typeface="Pretendard"/>
              </a:defRPr>
            </a:lvl4pPr>
            <a:lvl5pPr algn="l">
              <a:defRPr sz="6750" b="1">
                <a:solidFill>
                  <a:srgbClr val="FFFFFF"/>
                </a:solidFill>
                <a:latin typeface="Pretendard"/>
                <a:ea typeface="Pretendard"/>
                <a:cs typeface="Pretendard"/>
              </a:defRPr>
            </a:lvl5pPr>
            <a:lvl6pPr algn="l">
              <a:defRPr sz="6750" b="1">
                <a:solidFill>
                  <a:srgbClr val="FFFFFF"/>
                </a:solidFill>
                <a:latin typeface="Pretendard"/>
                <a:ea typeface="Pretendard"/>
                <a:cs typeface="Pretendard"/>
              </a:defRPr>
            </a:lvl6pPr>
            <a:lvl7pPr algn="l">
              <a:defRPr sz="6750" b="1">
                <a:solidFill>
                  <a:srgbClr val="FFFFFF"/>
                </a:solidFill>
                <a:latin typeface="Pretendard"/>
                <a:ea typeface="Pretendard"/>
                <a:cs typeface="Pretendard"/>
              </a:defRPr>
            </a:lvl7pPr>
            <a:lvl8pPr algn="l">
              <a:defRPr sz="6750" b="1">
                <a:solidFill>
                  <a:srgbClr val="FFFFFF"/>
                </a:solidFill>
                <a:latin typeface="Pretendard"/>
                <a:ea typeface="Pretendard"/>
                <a:cs typeface="Pretendard"/>
              </a:defRPr>
            </a:lvl8pPr>
            <a:lvl9pPr algn="l">
              <a:defRPr sz="6750" b="1">
                <a:solidFill>
                  <a:srgbClr val="FFFFFF"/>
                </a:solidFill>
                <a:latin typeface="Pretendard"/>
                <a:ea typeface="Pretendard"/>
                <a:cs typeface="Pretendard"/>
              </a:defRPr>
            </a:lvl9pPr>
          </a:lstStyle>
          <a:p xmlns:a="http://schemas.openxmlformats.org/drawingml/2006/main">
            <a:pPr algn="l">
              <a:defRPr sz="6750" b="1">
                <a:solidFill>
                  <a:srgbClr val="FFFFFF"/>
                </a:solidFill>
                <a:latin typeface="Pretendard"/>
                <a:ea typeface="Pretendard"/>
                <a:cs typeface="Pretendard"/>
              </a:defRPr>
            </a:pPr>
            <a:r>
              <a:rPr sz="6750" b="1">
                <a:solidFill>
                  <a:srgbClr val="FFFFFF"/>
                </a:solidFill>
                <a:latin typeface="Pretendard"/>
                <a:ea typeface="Pretendard"/>
                <a:cs typeface="Pretendard"/>
              </a:rPr>
              <a:t>01. 엔탈피와 열화학 반응식</a:t>
            </a:r>
          </a:p>
        </p:txBody>
      </p:sp>
      <p:sp>
        <p:nvSpPr>
          <p:cNvPr id="9" name="ai_notice">
            <a:extLst xmlns:a="http://schemas.openxmlformats.org/drawingml/2006/main">
              <a:ext uri="{FF2B5EF4-FFF2-40B4-BE49-F238E27FC236}">
                <a16:creationId xmlns:a16="http://schemas.microsoft.com/office/drawing/2014/main" id="{BE679D6F-82C8-4763-B580-FAC62AF867A2}"/>
              </a:ext>
            </a:extLst>
          </p:cNvPr>
          <p:cNvSpPr>
            <a:spLocks xmlns:a="http://schemas.openxmlformats.org/drawingml/2006/main" noGrp="1"/>
          </p:cNvSpPr>
          <p:nvPr/>
        </p:nvSpPr>
        <p:spPr>
          <a:xfrm xmlns:a="http://schemas.openxmlformats.org/drawingml/2006/main">
            <a:off x="355283" y="9855756"/>
            <a:ext cx="1076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b="0">
                <a:solidFill>
                  <a:srgbClr val="FFFFFF"/>
                </a:solidFill>
                <a:latin typeface="Pretendard"/>
                <a:ea typeface="Pretendard"/>
                <a:cs typeface="Pretendard"/>
              </a:defRPr>
            </a:defPPr>
            <a:lvl1pPr algn="l">
              <a:defRPr sz="1275" b="0">
                <a:solidFill>
                  <a:srgbClr val="FFFFFF"/>
                </a:solidFill>
                <a:latin typeface="Pretendard"/>
                <a:ea typeface="Pretendard"/>
                <a:cs typeface="Pretendard"/>
              </a:defRPr>
            </a:lvl1pPr>
            <a:lvl2pPr algn="l">
              <a:defRPr sz="1275" b="0">
                <a:solidFill>
                  <a:srgbClr val="FFFFFF"/>
                </a:solidFill>
                <a:latin typeface="Pretendard"/>
                <a:ea typeface="Pretendard"/>
                <a:cs typeface="Pretendard"/>
              </a:defRPr>
            </a:lvl2pPr>
            <a:lvl3pPr algn="l">
              <a:defRPr sz="1275" b="0">
                <a:solidFill>
                  <a:srgbClr val="FFFFFF"/>
                </a:solidFill>
                <a:latin typeface="Pretendard"/>
                <a:ea typeface="Pretendard"/>
                <a:cs typeface="Pretendard"/>
              </a:defRPr>
            </a:lvl3pPr>
            <a:lvl4pPr algn="l">
              <a:defRPr sz="1275" b="0">
                <a:solidFill>
                  <a:srgbClr val="FFFFFF"/>
                </a:solidFill>
                <a:latin typeface="Pretendard"/>
                <a:ea typeface="Pretendard"/>
                <a:cs typeface="Pretendard"/>
              </a:defRPr>
            </a:lvl4pPr>
            <a:lvl5pPr algn="l">
              <a:defRPr sz="1275" b="0">
                <a:solidFill>
                  <a:srgbClr val="FFFFFF"/>
                </a:solidFill>
                <a:latin typeface="Pretendard"/>
                <a:ea typeface="Pretendard"/>
                <a:cs typeface="Pretendard"/>
              </a:defRPr>
            </a:lvl5pPr>
            <a:lvl6pPr algn="l">
              <a:defRPr sz="1275" b="0">
                <a:solidFill>
                  <a:srgbClr val="FFFFFF"/>
                </a:solidFill>
                <a:latin typeface="Pretendard"/>
                <a:ea typeface="Pretendard"/>
                <a:cs typeface="Pretendard"/>
              </a:defRPr>
            </a:lvl6pPr>
            <a:lvl7pPr algn="l">
              <a:defRPr sz="1275" b="0">
                <a:solidFill>
                  <a:srgbClr val="FFFFFF"/>
                </a:solidFill>
                <a:latin typeface="Pretendard"/>
                <a:ea typeface="Pretendard"/>
                <a:cs typeface="Pretendard"/>
              </a:defRPr>
            </a:lvl7pPr>
            <a:lvl8pPr algn="l">
              <a:defRPr sz="1275" b="0">
                <a:solidFill>
                  <a:srgbClr val="FFFFFF"/>
                </a:solidFill>
                <a:latin typeface="Pretendard"/>
                <a:ea typeface="Pretendard"/>
                <a:cs typeface="Pretendard"/>
              </a:defRPr>
            </a:lvl8pPr>
            <a:lvl9pPr algn="l">
              <a:defRPr sz="1275" b="0">
                <a:solidFill>
                  <a:srgbClr val="FFFFFF"/>
                </a:solidFill>
                <a:latin typeface="Pretendard"/>
                <a:ea typeface="Pretendard"/>
                <a:cs typeface="Pretendard"/>
              </a:defRPr>
            </a:lvl9pPr>
          </a:lstStyle>
          <a:p xmlns:a="http://schemas.openxmlformats.org/drawingml/2006/main">
            <a:pPr algn="l">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본 수업 자료에 사용된 일부 이미지는 생성형 AI 기술을 활용하여 제작되었습니다.</a:t>
            </a:r>
          </a:p>
        </p:txBody>
      </p:sp>
    </p:spTree>
    <p:extLst>
      <p:ext uri="{BB962C8B-B14F-4D97-AF65-F5344CB8AC3E}">
        <p14:creationId xmlns:p14="http://schemas.microsoft.com/office/powerpoint/2010/main" val="1776907437"/>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21" name="">
            <a:extLst xmlns:a="http://schemas.openxmlformats.org/drawingml/2006/main">
              <a:ext uri="{FF2B5EF4-FFF2-40B4-BE49-F238E27FC236}">
                <a16:creationId xmlns:a16="http://schemas.microsoft.com/office/drawing/2014/main" id="{D93DA267-CF20-4E8C-9C2C-CF6A53239D4B}"/>
              </a:ext>
            </a:extLst>
          </p:cNvPr>
          <p:cNvPicPr>
            <a:picLocks xmlns:a="http://schemas.openxmlformats.org/drawingml/2006/main" noChangeAspect="1"/>
          </p:cNvPicPr>
          <p:nvPr/>
        </p:nvPicPr>
        <p:blipFill>
          <a:blip xmlns:r="http://schemas.openxmlformats.org/officeDocument/2006/relationships" xmlns:a="http://schemas.openxmlformats.org/drawingml/2006/main" r:embed="R86f9b174091c4087"/>
          <a:stretch xmlns:a="http://schemas.openxmlformats.org/drawingml/2006/main"/>
        </p:blipFill>
        <p:spPr>
          <a:xfrm xmlns:a="http://schemas.openxmlformats.org/drawingml/2006/main">
            <a:off x="1981200" y="4205950"/>
            <a:ext cx="13017500" cy="3792800"/>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728AADD8-CA66-4FCB-831F-B08DDDEA948E}"/>
              </a:ext>
            </a:extLst>
          </p:cNvPr>
          <p:cNvPicPr>
            <a:picLocks xmlns:a="http://schemas.openxmlformats.org/drawingml/2006/main" noChangeAspect="1"/>
          </p:cNvPicPr>
          <p:nvPr/>
        </p:nvPicPr>
        <p:blipFill>
          <a:blip xmlns:r="http://schemas.openxmlformats.org/officeDocument/2006/relationships" xmlns:a="http://schemas.openxmlformats.org/drawingml/2006/main" r:embed="Ra28344b6caf24478"/>
          <a:stretch xmlns:a="http://schemas.openxmlformats.org/drawingml/2006/main"/>
        </p:blipFill>
        <p:spPr>
          <a:xfrm xmlns:a="http://schemas.openxmlformats.org/drawingml/2006/main">
            <a:off x="4321175" y="4800600"/>
            <a:ext cx="2419350" cy="1981200"/>
          </a:xfrm>
          <a:prstGeom xmlns:a="http://schemas.openxmlformats.org/drawingml/2006/main" prst="rect">
            <a:avLst/>
          </a:prstGeom>
        </p:spPr>
      </p:pic>
      <p:pic>
        <p:nvPicPr>
          <p:cNvPr id="3" name="">
            <a:extLst xmlns:a="http://schemas.openxmlformats.org/drawingml/2006/main">
              <a:ext uri="{FF2B5EF4-FFF2-40B4-BE49-F238E27FC236}">
                <a16:creationId xmlns:a16="http://schemas.microsoft.com/office/drawing/2014/main" id="{DD8779BA-30DD-42B7-A7F8-6850BDD2E380}"/>
              </a:ext>
            </a:extLst>
          </p:cNvPr>
          <p:cNvPicPr>
            <a:picLocks xmlns:a="http://schemas.openxmlformats.org/drawingml/2006/main" noChangeAspect="1"/>
          </p:cNvPicPr>
          <p:nvPr/>
        </p:nvPicPr>
        <p:blipFill>
          <a:blip xmlns:r="http://schemas.openxmlformats.org/officeDocument/2006/relationships" xmlns:a="http://schemas.openxmlformats.org/drawingml/2006/main" r:embed="Rd7d78a8deb114bf5"/>
          <a:stretch xmlns:a="http://schemas.openxmlformats.org/drawingml/2006/main"/>
        </p:blipFill>
        <p:spPr>
          <a:xfrm xmlns:a="http://schemas.openxmlformats.org/drawingml/2006/main">
            <a:off x="8004175" y="4800600"/>
            <a:ext cx="2419350" cy="1981200"/>
          </a:xfrm>
          <a:prstGeom xmlns:a="http://schemas.openxmlformats.org/drawingml/2006/main" prst="rect">
            <a:avLst/>
          </a:prstGeom>
        </p:spPr>
      </p:pic>
      <p:pic>
        <p:nvPicPr>
          <p:cNvPr id="4" name="">
            <a:extLst xmlns:a="http://schemas.openxmlformats.org/drawingml/2006/main">
              <a:ext uri="{FF2B5EF4-FFF2-40B4-BE49-F238E27FC236}">
                <a16:creationId xmlns:a16="http://schemas.microsoft.com/office/drawing/2014/main" id="{764D1111-1CD3-4F89-B03F-E028E82449AA}"/>
              </a:ext>
            </a:extLst>
          </p:cNvPr>
          <p:cNvPicPr>
            <a:picLocks xmlns:a="http://schemas.openxmlformats.org/drawingml/2006/main" noChangeAspect="1"/>
          </p:cNvPicPr>
          <p:nvPr/>
        </p:nvPicPr>
        <p:blipFill>
          <a:blip xmlns:r="http://schemas.openxmlformats.org/officeDocument/2006/relationships" xmlns:a="http://schemas.openxmlformats.org/drawingml/2006/main" r:embed="Rbc9400e2426a4ca9"/>
          <a:stretch xmlns:a="http://schemas.openxmlformats.org/drawingml/2006/main"/>
        </p:blipFill>
        <p:spPr>
          <a:xfrm xmlns:a="http://schemas.openxmlformats.org/drawingml/2006/main">
            <a:off x="11696700" y="4788250"/>
            <a:ext cx="2425700" cy="2158300"/>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E0B43E1C-F954-493B-A527-DB85C7B49BEB}"/>
              </a:ext>
            </a:extLst>
          </p:cNvPr>
          <p:cNvPicPr>
            <a:picLocks xmlns:a="http://schemas.openxmlformats.org/drawingml/2006/main" noChangeAspect="1"/>
          </p:cNvPicPr>
          <p:nvPr/>
        </p:nvPicPr>
        <p:blipFill>
          <a:blip xmlns:r="http://schemas.openxmlformats.org/officeDocument/2006/relationships" xmlns:a="http://schemas.openxmlformats.org/drawingml/2006/main" r:embed="Rb5743e8f4e504437"/>
          <a:stretch xmlns:a="http://schemas.openxmlformats.org/drawingml/2006/main"/>
        </p:blipFill>
        <p:spPr>
          <a:xfrm xmlns:a="http://schemas.openxmlformats.org/drawingml/2006/main">
            <a:off x="14834480" y="4203700"/>
            <a:ext cx="353840" cy="158750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9636D4DB-7703-486E-BD6B-5290C28BD92E}"/>
              </a:ext>
            </a:extLst>
          </p:cNvPr>
          <p:cNvPicPr>
            <a:picLocks xmlns:a="http://schemas.openxmlformats.org/drawingml/2006/main" noChangeAspect="1"/>
          </p:cNvPicPr>
          <p:nvPr/>
        </p:nvPicPr>
        <p:blipFill>
          <a:blip xmlns:r="http://schemas.openxmlformats.org/officeDocument/2006/relationships" xmlns:a="http://schemas.openxmlformats.org/drawingml/2006/main" r:embed="R82998174b3e749f3"/>
          <a:stretch xmlns:a="http://schemas.openxmlformats.org/drawingml/2006/main"/>
        </p:blipFill>
        <p:spPr>
          <a:xfrm xmlns:a="http://schemas.openxmlformats.org/drawingml/2006/main">
            <a:off x="14644856" y="4330700"/>
            <a:ext cx="402887" cy="901700"/>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3FB6540E-8B0D-41BB-8287-3B6C10811B97}"/>
              </a:ext>
            </a:extLst>
          </p:cNvPr>
          <p:cNvPicPr>
            <a:picLocks xmlns:a="http://schemas.openxmlformats.org/drawingml/2006/main" noChangeAspect="1"/>
          </p:cNvPicPr>
          <p:nvPr/>
        </p:nvPicPr>
        <p:blipFill>
          <a:blip xmlns:r="http://schemas.openxmlformats.org/officeDocument/2006/relationships" xmlns:a="http://schemas.openxmlformats.org/drawingml/2006/main" r:embed="R3ec56b5c5a564c43"/>
          <a:stretch xmlns:a="http://schemas.openxmlformats.org/drawingml/2006/main"/>
        </p:blipFill>
        <p:spPr>
          <a:xfrm xmlns:a="http://schemas.openxmlformats.org/drawingml/2006/main">
            <a:off x="14644856" y="7099300"/>
            <a:ext cx="402887" cy="90170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85A3D12E-6303-4A3A-84CC-FAEB8CEA796C}"/>
              </a:ext>
            </a:extLst>
          </p:cNvPr>
          <p:cNvPicPr>
            <a:picLocks xmlns:a="http://schemas.openxmlformats.org/drawingml/2006/main" noChangeAspect="1"/>
          </p:cNvPicPr>
          <p:nvPr/>
        </p:nvPicPr>
        <p:blipFill>
          <a:blip xmlns:r="http://schemas.openxmlformats.org/officeDocument/2006/relationships" xmlns:a="http://schemas.openxmlformats.org/drawingml/2006/main" r:embed="Rfbf0fd35f04a4e70"/>
          <a:stretch xmlns:a="http://schemas.openxmlformats.org/drawingml/2006/main"/>
        </p:blipFill>
        <p:spPr>
          <a:xfrm xmlns:a="http://schemas.openxmlformats.org/drawingml/2006/main">
            <a:off x="14784556" y="6667500"/>
            <a:ext cx="402887" cy="901700"/>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613B5676-DCCA-4CF9-9E18-15F18B2407F4}"/>
              </a:ext>
            </a:extLst>
          </p:cNvPr>
          <p:cNvPicPr>
            <a:picLocks xmlns:a="http://schemas.openxmlformats.org/drawingml/2006/main" noChangeAspect="1"/>
          </p:cNvPicPr>
          <p:nvPr/>
        </p:nvPicPr>
        <p:blipFill>
          <a:blip xmlns:r="http://schemas.openxmlformats.org/officeDocument/2006/relationships" xmlns:a="http://schemas.openxmlformats.org/drawingml/2006/main" r:embed="Rdf3768bb9ee14229"/>
          <a:stretch xmlns:a="http://schemas.openxmlformats.org/drawingml/2006/main"/>
        </p:blipFill>
        <p:spPr>
          <a:xfrm xmlns:a="http://schemas.openxmlformats.org/drawingml/2006/main">
            <a:off x="16941800" y="382588"/>
            <a:ext cx="1028700" cy="733425"/>
          </a:xfrm>
          <a:prstGeom xmlns:a="http://schemas.openxmlformats.org/drawingml/2006/main" prst="rect">
            <a:avLst/>
          </a:prstGeom>
        </p:spPr>
      </p:pic>
      <p:sp>
        <p:nvSpPr>
          <p:cNvPr id="10" name="copyright">
            <a:extLst xmlns:a="http://schemas.openxmlformats.org/drawingml/2006/main">
              <a:ext uri="{FF2B5EF4-FFF2-40B4-BE49-F238E27FC236}">
                <a16:creationId xmlns:a16="http://schemas.microsoft.com/office/drawing/2014/main" id="{E1D99DEB-B6BE-4529-BFC6-95DAA255AE05}"/>
              </a:ext>
            </a:extLst>
          </p:cNvPr>
          <p:cNvSpPr>
            <a:spLocks xmlns:a="http://schemas.openxmlformats.org/drawingml/2006/main" noGrp="1"/>
          </p:cNvSpPr>
          <p:nvPr/>
        </p:nvSpPr>
        <p:spPr>
          <a:xfrm xmlns:a="http://schemas.openxmlformats.org/drawingml/2006/main">
            <a:off x="14620875" y="9865281"/>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xmlns:a="http://schemas.openxmlformats.org/drawingml/2006/main">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11" name="title">
            <a:extLst xmlns:a="http://schemas.openxmlformats.org/drawingml/2006/main">
              <a:ext uri="{FF2B5EF4-FFF2-40B4-BE49-F238E27FC236}">
                <a16:creationId xmlns:a16="http://schemas.microsoft.com/office/drawing/2014/main" id="{65C3CE35-CFF2-4B91-836E-9E9810FBB632}"/>
              </a:ext>
            </a:extLst>
          </p:cNvPr>
          <p:cNvSpPr>
            <a:spLocks xmlns:a="http://schemas.openxmlformats.org/drawingml/2006/main" noGrp="1"/>
          </p:cNvSpPr>
          <p:nvPr/>
        </p:nvSpPr>
        <p:spPr>
          <a:xfrm xmlns:a="http://schemas.openxmlformats.org/drawingml/2006/main">
            <a:off x="3111818" y="2571274"/>
            <a:ext cx="1207770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7050" b="1">
                <a:solidFill>
                  <a:srgbClr val="111111"/>
                </a:solidFill>
                <a:latin typeface="Pretendard"/>
                <a:ea typeface="Pretendard"/>
                <a:cs typeface="Pretendard"/>
              </a:defRPr>
            </a:defPPr>
            <a:lvl1pPr algn="ctr">
              <a:defRPr sz="7050" b="1">
                <a:solidFill>
                  <a:srgbClr val="111111"/>
                </a:solidFill>
                <a:latin typeface="Pretendard"/>
                <a:ea typeface="Pretendard"/>
                <a:cs typeface="Pretendard"/>
              </a:defRPr>
            </a:lvl1pPr>
            <a:lvl2pPr algn="ctr">
              <a:defRPr sz="7050" b="1">
                <a:solidFill>
                  <a:srgbClr val="111111"/>
                </a:solidFill>
                <a:latin typeface="Pretendard"/>
                <a:ea typeface="Pretendard"/>
                <a:cs typeface="Pretendard"/>
              </a:defRPr>
            </a:lvl2pPr>
            <a:lvl3pPr algn="ctr">
              <a:defRPr sz="7050" b="1">
                <a:solidFill>
                  <a:srgbClr val="111111"/>
                </a:solidFill>
                <a:latin typeface="Pretendard"/>
                <a:ea typeface="Pretendard"/>
                <a:cs typeface="Pretendard"/>
              </a:defRPr>
            </a:lvl3pPr>
            <a:lvl4pPr algn="ctr">
              <a:defRPr sz="7050" b="1">
                <a:solidFill>
                  <a:srgbClr val="111111"/>
                </a:solidFill>
                <a:latin typeface="Pretendard"/>
                <a:ea typeface="Pretendard"/>
                <a:cs typeface="Pretendard"/>
              </a:defRPr>
            </a:lvl4pPr>
            <a:lvl5pPr algn="ctr">
              <a:defRPr sz="7050" b="1">
                <a:solidFill>
                  <a:srgbClr val="111111"/>
                </a:solidFill>
                <a:latin typeface="Pretendard"/>
                <a:ea typeface="Pretendard"/>
                <a:cs typeface="Pretendard"/>
              </a:defRPr>
            </a:lvl5pPr>
            <a:lvl6pPr algn="ctr">
              <a:defRPr sz="7050" b="1">
                <a:solidFill>
                  <a:srgbClr val="111111"/>
                </a:solidFill>
                <a:latin typeface="Pretendard"/>
                <a:ea typeface="Pretendard"/>
                <a:cs typeface="Pretendard"/>
              </a:defRPr>
            </a:lvl6pPr>
            <a:lvl7pPr algn="ctr">
              <a:defRPr sz="7050" b="1">
                <a:solidFill>
                  <a:srgbClr val="111111"/>
                </a:solidFill>
                <a:latin typeface="Pretendard"/>
                <a:ea typeface="Pretendard"/>
                <a:cs typeface="Pretendard"/>
              </a:defRPr>
            </a:lvl7pPr>
            <a:lvl8pPr algn="ctr">
              <a:defRPr sz="7050" b="1">
                <a:solidFill>
                  <a:srgbClr val="111111"/>
                </a:solidFill>
                <a:latin typeface="Pretendard"/>
                <a:ea typeface="Pretendard"/>
                <a:cs typeface="Pretendard"/>
              </a:defRPr>
            </a:lvl8pPr>
            <a:lvl9pPr algn="ctr">
              <a:defRPr sz="7050" b="1">
                <a:solidFill>
                  <a:srgbClr val="111111"/>
                </a:solidFill>
                <a:latin typeface="Pretendard"/>
                <a:ea typeface="Pretendard"/>
                <a:cs typeface="Pretendard"/>
              </a:defRPr>
            </a:lvl9pPr>
          </a:lstStyle>
          <a:p xmlns:a="http://schemas.openxmlformats.org/drawingml/2006/main">
            <a:pPr algn="ctr">
              <a:defRPr sz="7050" b="1">
                <a:solidFill>
                  <a:srgbClr val="111111"/>
                </a:solidFill>
                <a:latin typeface="Pretendard"/>
                <a:ea typeface="Pretendard"/>
                <a:cs typeface="Pretendard"/>
              </a:defRPr>
            </a:pPr>
            <a:r>
              <a:rPr sz="7050" b="1">
                <a:solidFill>
                  <a:srgbClr val="111111"/>
                </a:solidFill>
                <a:latin typeface="Pretendard"/>
                <a:ea typeface="Pretendard"/>
                <a:cs typeface="Pretendard"/>
              </a:rPr>
              <a:t>이번 단원의 목차</a:t>
            </a:r>
          </a:p>
        </p:txBody>
      </p:sp>
      <p:sp>
        <p:nvSpPr>
          <p:cNvPr id="12" name="part_1">
            <a:extLst xmlns:a="http://schemas.openxmlformats.org/drawingml/2006/main">
              <a:ext uri="{FF2B5EF4-FFF2-40B4-BE49-F238E27FC236}">
                <a16:creationId xmlns:a16="http://schemas.microsoft.com/office/drawing/2014/main" id="{C9DE27BD-A161-4BF7-A800-877AEDC67C2C}"/>
              </a:ext>
            </a:extLst>
          </p:cNvPr>
          <p:cNvSpPr>
            <a:spLocks xmlns:a="http://schemas.openxmlformats.org/drawingml/2006/main" noGrp="1"/>
          </p:cNvSpPr>
          <p:nvPr/>
        </p:nvSpPr>
        <p:spPr>
          <a:xfrm xmlns:a="http://schemas.openxmlformats.org/drawingml/2006/main">
            <a:off x="4508183" y="5146358"/>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xmlns:a="http://schemas.openxmlformats.org/drawingml/2006/main">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PART 1</a:t>
            </a:r>
          </a:p>
        </p:txBody>
      </p:sp>
      <p:sp>
        <p:nvSpPr>
          <p:cNvPr id="13" name="part_title_1-line0">
            <a:extLst xmlns:a="http://schemas.openxmlformats.org/drawingml/2006/main">
              <a:ext uri="{FF2B5EF4-FFF2-40B4-BE49-F238E27FC236}">
                <a16:creationId xmlns:a16="http://schemas.microsoft.com/office/drawing/2014/main" id="{4A5FD535-2A96-4E68-BFD9-97BB142C6BDB}"/>
              </a:ext>
            </a:extLst>
          </p:cNvPr>
          <p:cNvSpPr>
            <a:spLocks xmlns:a="http://schemas.openxmlformats.org/drawingml/2006/main" noGrp="1"/>
          </p:cNvSpPr>
          <p:nvPr/>
        </p:nvSpPr>
        <p:spPr>
          <a:xfrm xmlns:a="http://schemas.openxmlformats.org/drawingml/2006/main">
            <a:off x="4610100" y="5668804"/>
            <a:ext cx="2809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xmlns:a="http://schemas.openxmlformats.org/drawingml/2006/main">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엔탈피와</a:t>
            </a:r>
          </a:p>
        </p:txBody>
      </p:sp>
      <p:sp>
        <p:nvSpPr>
          <p:cNvPr id="14" name="part_title_1-line1">
            <a:extLst xmlns:a="http://schemas.openxmlformats.org/drawingml/2006/main">
              <a:ext uri="{FF2B5EF4-FFF2-40B4-BE49-F238E27FC236}">
                <a16:creationId xmlns:a16="http://schemas.microsoft.com/office/drawing/2014/main" id="{69768AA6-478F-45FD-B7D4-82441230BAF5}"/>
              </a:ext>
            </a:extLst>
          </p:cNvPr>
          <p:cNvSpPr>
            <a:spLocks xmlns:a="http://schemas.openxmlformats.org/drawingml/2006/main" noGrp="1"/>
          </p:cNvSpPr>
          <p:nvPr/>
        </p:nvSpPr>
        <p:spPr>
          <a:xfrm xmlns:a="http://schemas.openxmlformats.org/drawingml/2006/main">
            <a:off x="4610100" y="6135529"/>
            <a:ext cx="2809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xmlns:a="http://schemas.openxmlformats.org/drawingml/2006/main">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열화학 반응식</a:t>
            </a:r>
          </a:p>
        </p:txBody>
      </p:sp>
      <p:sp>
        <p:nvSpPr>
          <p:cNvPr id="15" name="part_2">
            <a:extLst xmlns:a="http://schemas.openxmlformats.org/drawingml/2006/main">
              <a:ext uri="{FF2B5EF4-FFF2-40B4-BE49-F238E27FC236}">
                <a16:creationId xmlns:a16="http://schemas.microsoft.com/office/drawing/2014/main" id="{8B15BC10-5F5A-4039-B3C6-478E3FACDBAF}"/>
              </a:ext>
            </a:extLst>
          </p:cNvPr>
          <p:cNvSpPr>
            <a:spLocks xmlns:a="http://schemas.openxmlformats.org/drawingml/2006/main" noGrp="1"/>
          </p:cNvSpPr>
          <p:nvPr/>
        </p:nvSpPr>
        <p:spPr>
          <a:xfrm xmlns:a="http://schemas.openxmlformats.org/drawingml/2006/main">
            <a:off x="8165783" y="5146358"/>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xmlns:a="http://schemas.openxmlformats.org/drawingml/2006/main">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PART 2</a:t>
            </a:r>
          </a:p>
        </p:txBody>
      </p:sp>
      <p:sp>
        <p:nvSpPr>
          <p:cNvPr id="16" name="part_title_2-line0">
            <a:extLst xmlns:a="http://schemas.openxmlformats.org/drawingml/2006/main">
              <a:ext uri="{FF2B5EF4-FFF2-40B4-BE49-F238E27FC236}">
                <a16:creationId xmlns:a16="http://schemas.microsoft.com/office/drawing/2014/main" id="{30894DE7-5958-448C-AC01-C0198A4DA81A}"/>
              </a:ext>
            </a:extLst>
          </p:cNvPr>
          <p:cNvSpPr>
            <a:spLocks xmlns:a="http://schemas.openxmlformats.org/drawingml/2006/main" noGrp="1"/>
          </p:cNvSpPr>
          <p:nvPr/>
        </p:nvSpPr>
        <p:spPr>
          <a:xfrm xmlns:a="http://schemas.openxmlformats.org/drawingml/2006/main">
            <a:off x="8267700" y="5668804"/>
            <a:ext cx="2809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xmlns:a="http://schemas.openxmlformats.org/drawingml/2006/main">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연료의</a:t>
            </a:r>
          </a:p>
        </p:txBody>
      </p:sp>
      <p:sp>
        <p:nvSpPr>
          <p:cNvPr id="17" name="part_title_2-line1">
            <a:extLst xmlns:a="http://schemas.openxmlformats.org/drawingml/2006/main">
              <a:ext uri="{FF2B5EF4-FFF2-40B4-BE49-F238E27FC236}">
                <a16:creationId xmlns:a16="http://schemas.microsoft.com/office/drawing/2014/main" id="{9CBA3A27-FD6D-4EBF-8234-C4CF9BE44B17}"/>
              </a:ext>
            </a:extLst>
          </p:cNvPr>
          <p:cNvSpPr>
            <a:spLocks xmlns:a="http://schemas.openxmlformats.org/drawingml/2006/main" noGrp="1"/>
          </p:cNvSpPr>
          <p:nvPr/>
        </p:nvSpPr>
        <p:spPr>
          <a:xfrm xmlns:a="http://schemas.openxmlformats.org/drawingml/2006/main">
            <a:off x="8267700" y="6135529"/>
            <a:ext cx="2809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xmlns:a="http://schemas.openxmlformats.org/drawingml/2006/main">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효율성</a:t>
            </a:r>
          </a:p>
        </p:txBody>
      </p:sp>
      <p:sp>
        <p:nvSpPr>
          <p:cNvPr id="18" name="part_3">
            <a:extLst xmlns:a="http://schemas.openxmlformats.org/drawingml/2006/main">
              <a:ext uri="{FF2B5EF4-FFF2-40B4-BE49-F238E27FC236}">
                <a16:creationId xmlns:a16="http://schemas.microsoft.com/office/drawing/2014/main" id="{F086B662-E1A5-4EC9-B540-544C0F095BBB}"/>
              </a:ext>
            </a:extLst>
          </p:cNvPr>
          <p:cNvSpPr>
            <a:spLocks xmlns:a="http://schemas.openxmlformats.org/drawingml/2006/main" noGrp="1"/>
          </p:cNvSpPr>
          <p:nvPr/>
        </p:nvSpPr>
        <p:spPr>
          <a:xfrm xmlns:a="http://schemas.openxmlformats.org/drawingml/2006/main">
            <a:off x="11836718" y="5146358"/>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xmlns:a="http://schemas.openxmlformats.org/drawingml/2006/main">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PART 3</a:t>
            </a:r>
          </a:p>
        </p:txBody>
      </p:sp>
      <p:sp>
        <p:nvSpPr>
          <p:cNvPr id="19" name="part_title_3-line0">
            <a:extLst xmlns:a="http://schemas.openxmlformats.org/drawingml/2006/main">
              <a:ext uri="{FF2B5EF4-FFF2-40B4-BE49-F238E27FC236}">
                <a16:creationId xmlns:a16="http://schemas.microsoft.com/office/drawing/2014/main" id="{00888CEB-EE3B-4F1E-9A42-CE628833FF74}"/>
              </a:ext>
            </a:extLst>
          </p:cNvPr>
          <p:cNvSpPr>
            <a:spLocks xmlns:a="http://schemas.openxmlformats.org/drawingml/2006/main" noGrp="1"/>
          </p:cNvSpPr>
          <p:nvPr/>
        </p:nvSpPr>
        <p:spPr>
          <a:xfrm xmlns:a="http://schemas.openxmlformats.org/drawingml/2006/main">
            <a:off x="11938635" y="5668804"/>
            <a:ext cx="2809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xmlns:a="http://schemas.openxmlformats.org/drawingml/2006/main">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결합 에너지와</a:t>
            </a:r>
          </a:p>
        </p:txBody>
      </p:sp>
      <p:sp>
        <p:nvSpPr>
          <p:cNvPr id="20" name="part_title_3-line1">
            <a:extLst xmlns:a="http://schemas.openxmlformats.org/drawingml/2006/main">
              <a:ext uri="{FF2B5EF4-FFF2-40B4-BE49-F238E27FC236}">
                <a16:creationId xmlns:a16="http://schemas.microsoft.com/office/drawing/2014/main" id="{91B7CB93-3713-4CD9-AB7E-8130362DCAEA}"/>
              </a:ext>
            </a:extLst>
          </p:cNvPr>
          <p:cNvSpPr>
            <a:spLocks xmlns:a="http://schemas.openxmlformats.org/drawingml/2006/main" noGrp="1"/>
          </p:cNvSpPr>
          <p:nvPr/>
        </p:nvSpPr>
        <p:spPr>
          <a:xfrm xmlns:a="http://schemas.openxmlformats.org/drawingml/2006/main">
            <a:off x="11938635" y="6135529"/>
            <a:ext cx="2809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xmlns:a="http://schemas.openxmlformats.org/drawingml/2006/main">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반응 엔탈피</a:t>
            </a:r>
          </a:p>
        </p:txBody>
      </p:sp>
    </p:spTree>
    <p:extLst>
      <p:ext uri="{BB962C8B-B14F-4D97-AF65-F5344CB8AC3E}">
        <p14:creationId xmlns:p14="http://schemas.microsoft.com/office/powerpoint/2010/main" val="894552335"/>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44045817-65B4-4F50-A9D6-40033E8ADF0A}"/>
              </a:ext>
            </a:extLst>
          </p:cNvPr>
          <p:cNvPicPr>
            <a:picLocks xmlns:a="http://schemas.openxmlformats.org/drawingml/2006/main" noChangeAspect="1"/>
          </p:cNvPicPr>
          <p:nvPr/>
        </p:nvPicPr>
        <p:blipFill>
          <a:blip xmlns:r="http://schemas.openxmlformats.org/officeDocument/2006/relationships" xmlns:a="http://schemas.openxmlformats.org/drawingml/2006/main" r:embed="R70e6c9c0109e4b6b"/>
          <a:stretch xmlns:a="http://schemas.openxmlformats.org/drawingml/2006/main"/>
        </p:blipFill>
        <p:spPr>
          <a:xfrm xmlns:a="http://schemas.openxmlformats.org/drawingml/2006/main">
            <a:off x="1482979" y="4038600"/>
            <a:ext cx="15322041" cy="3683000"/>
          </a:xfrm>
          <a:prstGeom xmlns:a="http://schemas.openxmlformats.org/drawingml/2006/main" prst="rect">
            <a:avLst/>
          </a:prstGeom>
        </p:spPr>
      </p:pic>
      <p:pic>
        <p:nvPicPr>
          <p:cNvPr id="2" name="">
            <a:extLst xmlns:a="http://schemas.openxmlformats.org/drawingml/2006/main">
              <a:ext uri="{FF2B5EF4-FFF2-40B4-BE49-F238E27FC236}">
                <a16:creationId xmlns:a16="http://schemas.microsoft.com/office/drawing/2014/main" id="{F810B45F-162B-421F-A77A-F64D75792F10}"/>
              </a:ext>
            </a:extLst>
          </p:cNvPr>
          <p:cNvPicPr>
            <a:picLocks xmlns:a="http://schemas.openxmlformats.org/drawingml/2006/main" noChangeAspect="1"/>
          </p:cNvPicPr>
          <p:nvPr/>
        </p:nvPicPr>
        <p:blipFill>
          <a:blip xmlns:r="http://schemas.openxmlformats.org/officeDocument/2006/relationships" xmlns:a="http://schemas.openxmlformats.org/drawingml/2006/main" r:embed="R649e6af0bac44e49"/>
          <a:stretch xmlns:a="http://schemas.openxmlformats.org/drawingml/2006/main"/>
        </p:blipFill>
        <p:spPr>
          <a:xfrm xmlns:a="http://schemas.openxmlformats.org/drawingml/2006/main">
            <a:off x="15914688" y="5372100"/>
            <a:ext cx="2066925" cy="4381500"/>
          </a:xfrm>
          <a:prstGeom xmlns:a="http://schemas.openxmlformats.org/drawingml/2006/main" prst="rect">
            <a:avLst/>
          </a:prstGeom>
        </p:spPr>
      </p:pic>
      <p:pic>
        <p:nvPicPr>
          <p:cNvPr id="3" name="">
            <a:extLst xmlns:a="http://schemas.openxmlformats.org/drawingml/2006/main">
              <a:ext uri="{FF2B5EF4-FFF2-40B4-BE49-F238E27FC236}">
                <a16:creationId xmlns:a16="http://schemas.microsoft.com/office/drawing/2014/main" id="{F7821BB1-D98A-4B0D-AE4F-275BF6760D7A}"/>
              </a:ext>
            </a:extLst>
          </p:cNvPr>
          <p:cNvPicPr>
            <a:picLocks xmlns:a="http://schemas.openxmlformats.org/drawingml/2006/main" noChangeAspect="1"/>
          </p:cNvPicPr>
          <p:nvPr/>
        </p:nvPicPr>
        <p:blipFill>
          <a:blip xmlns:r="http://schemas.openxmlformats.org/officeDocument/2006/relationships" xmlns:a="http://schemas.openxmlformats.org/drawingml/2006/main" r:embed="R6a63f1ec90694730"/>
          <a:stretch xmlns:a="http://schemas.openxmlformats.org/drawingml/2006/main"/>
        </p:blipFill>
        <p:spPr>
          <a:xfrm xmlns:a="http://schemas.openxmlformats.org/drawingml/2006/main">
            <a:off x="16941800" y="382588"/>
            <a:ext cx="1028700" cy="733425"/>
          </a:xfrm>
          <a:prstGeom xmlns:a="http://schemas.openxmlformats.org/drawingml/2006/main" prst="rect">
            <a:avLst/>
          </a:prstGeom>
        </p:spPr>
      </p:pic>
      <p:sp>
        <p:nvSpPr>
          <p:cNvPr id="4" name="copyright">
            <a:extLst xmlns:a="http://schemas.openxmlformats.org/drawingml/2006/main">
              <a:ext uri="{FF2B5EF4-FFF2-40B4-BE49-F238E27FC236}">
                <a16:creationId xmlns:a16="http://schemas.microsoft.com/office/drawing/2014/main" id="{1FE6ABC3-DEC3-4BA3-A691-A8D870EC0AAA}"/>
              </a:ext>
            </a:extLst>
          </p:cNvPr>
          <p:cNvSpPr>
            <a:spLocks xmlns:a="http://schemas.openxmlformats.org/drawingml/2006/main" noGrp="1"/>
          </p:cNvSpPr>
          <p:nvPr/>
        </p:nvSpPr>
        <p:spPr>
          <a:xfrm xmlns:a="http://schemas.openxmlformats.org/drawingml/2006/main">
            <a:off x="14620875" y="9865281"/>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xmlns:a="http://schemas.openxmlformats.org/drawingml/2006/main">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5" name="title">
            <a:extLst xmlns:a="http://schemas.openxmlformats.org/drawingml/2006/main">
              <a:ext uri="{FF2B5EF4-FFF2-40B4-BE49-F238E27FC236}">
                <a16:creationId xmlns:a16="http://schemas.microsoft.com/office/drawing/2014/main" id="{C2EAF1DE-2559-43AA-A9C3-B5DCA8FA9734}"/>
              </a:ext>
            </a:extLst>
          </p:cNvPr>
          <p:cNvSpPr>
            <a:spLocks xmlns:a="http://schemas.openxmlformats.org/drawingml/2006/main" noGrp="1"/>
          </p:cNvSpPr>
          <p:nvPr/>
        </p:nvSpPr>
        <p:spPr>
          <a:xfrm xmlns:a="http://schemas.openxmlformats.org/drawingml/2006/main">
            <a:off x="3111818" y="1742599"/>
            <a:ext cx="1207770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7050" b="1">
                <a:solidFill>
                  <a:srgbClr val="111111"/>
                </a:solidFill>
                <a:latin typeface="Pretendard"/>
                <a:ea typeface="Pretendard"/>
                <a:cs typeface="Pretendard"/>
              </a:defRPr>
            </a:defPPr>
            <a:lvl1pPr algn="ctr">
              <a:defRPr sz="7050" b="1">
                <a:solidFill>
                  <a:srgbClr val="111111"/>
                </a:solidFill>
                <a:latin typeface="Pretendard"/>
                <a:ea typeface="Pretendard"/>
                <a:cs typeface="Pretendard"/>
              </a:defRPr>
            </a:lvl1pPr>
            <a:lvl2pPr algn="ctr">
              <a:defRPr sz="7050" b="1">
                <a:solidFill>
                  <a:srgbClr val="111111"/>
                </a:solidFill>
                <a:latin typeface="Pretendard"/>
                <a:ea typeface="Pretendard"/>
                <a:cs typeface="Pretendard"/>
              </a:defRPr>
            </a:lvl2pPr>
            <a:lvl3pPr algn="ctr">
              <a:defRPr sz="7050" b="1">
                <a:solidFill>
                  <a:srgbClr val="111111"/>
                </a:solidFill>
                <a:latin typeface="Pretendard"/>
                <a:ea typeface="Pretendard"/>
                <a:cs typeface="Pretendard"/>
              </a:defRPr>
            </a:lvl3pPr>
            <a:lvl4pPr algn="ctr">
              <a:defRPr sz="7050" b="1">
                <a:solidFill>
                  <a:srgbClr val="111111"/>
                </a:solidFill>
                <a:latin typeface="Pretendard"/>
                <a:ea typeface="Pretendard"/>
                <a:cs typeface="Pretendard"/>
              </a:defRPr>
            </a:lvl4pPr>
            <a:lvl5pPr algn="ctr">
              <a:defRPr sz="7050" b="1">
                <a:solidFill>
                  <a:srgbClr val="111111"/>
                </a:solidFill>
                <a:latin typeface="Pretendard"/>
                <a:ea typeface="Pretendard"/>
                <a:cs typeface="Pretendard"/>
              </a:defRPr>
            </a:lvl5pPr>
            <a:lvl6pPr algn="ctr">
              <a:defRPr sz="7050" b="1">
                <a:solidFill>
                  <a:srgbClr val="111111"/>
                </a:solidFill>
                <a:latin typeface="Pretendard"/>
                <a:ea typeface="Pretendard"/>
                <a:cs typeface="Pretendard"/>
              </a:defRPr>
            </a:lvl6pPr>
            <a:lvl7pPr algn="ctr">
              <a:defRPr sz="7050" b="1">
                <a:solidFill>
                  <a:srgbClr val="111111"/>
                </a:solidFill>
                <a:latin typeface="Pretendard"/>
                <a:ea typeface="Pretendard"/>
                <a:cs typeface="Pretendard"/>
              </a:defRPr>
            </a:lvl7pPr>
            <a:lvl8pPr algn="ctr">
              <a:defRPr sz="7050" b="1">
                <a:solidFill>
                  <a:srgbClr val="111111"/>
                </a:solidFill>
                <a:latin typeface="Pretendard"/>
                <a:ea typeface="Pretendard"/>
                <a:cs typeface="Pretendard"/>
              </a:defRPr>
            </a:lvl8pPr>
            <a:lvl9pPr algn="ctr">
              <a:defRPr sz="7050" b="1">
                <a:solidFill>
                  <a:srgbClr val="111111"/>
                </a:solidFill>
                <a:latin typeface="Pretendard"/>
                <a:ea typeface="Pretendard"/>
                <a:cs typeface="Pretendard"/>
              </a:defRPr>
            </a:lvl9pPr>
          </a:lstStyle>
          <a:p xmlns:a="http://schemas.openxmlformats.org/drawingml/2006/main">
            <a:pPr algn="ctr">
              <a:defRPr sz="7050" b="1">
                <a:solidFill>
                  <a:srgbClr val="111111"/>
                </a:solidFill>
                <a:latin typeface="Pretendard"/>
                <a:ea typeface="Pretendard"/>
                <a:cs typeface="Pretendard"/>
              </a:defRPr>
            </a:pPr>
            <a:r>
              <a:rPr sz="7050" b="1">
                <a:solidFill>
                  <a:srgbClr val="111111"/>
                </a:solidFill>
                <a:latin typeface="Pretendard"/>
                <a:ea typeface="Pretendard"/>
                <a:cs typeface="Pretendard"/>
              </a:rPr>
              <a:t>이번 단원의 학습 목표</a:t>
            </a:r>
          </a:p>
        </p:txBody>
      </p:sp>
      <p:sp>
        <p:nvSpPr>
          <p:cNvPr id="6" name="number_circle_1">
            <a:extLst xmlns:a="http://schemas.openxmlformats.org/drawingml/2006/main">
              <a:ext uri="{FF2B5EF4-FFF2-40B4-BE49-F238E27FC236}">
                <a16:creationId xmlns:a16="http://schemas.microsoft.com/office/drawing/2014/main" id="{3C5622A8-9770-4D74-8735-0E1FB9942B1F}"/>
              </a:ext>
            </a:extLst>
          </p:cNvPr>
          <p:cNvSpPr>
            <a:spLocks xmlns:a="http://schemas.openxmlformats.org/drawingml/2006/main" noGrp="1"/>
          </p:cNvSpPr>
          <p:nvPr/>
        </p:nvSpPr>
        <p:spPr>
          <a:xfrm xmlns:a="http://schemas.openxmlformats.org/drawingml/2006/main">
            <a:off x="2463800" y="4613275"/>
            <a:ext cx="533400" cy="533400"/>
          </a:xfrm>
          <a:prstGeom xmlns:a="http://schemas.openxmlformats.org/drawingml/2006/main" prst="roundRect">
            <a:avLst>
              <a:gd name="adj" fmla="val 50000"/>
            </a:avLst>
          </a:prstGeom>
          <a:solidFill xmlns:a="http://schemas.openxmlformats.org/drawingml/2006/main">
            <a:srgbClr val="000000"/>
          </a:solidFill>
          <a:ln xmlns:a="http://schemas.openxmlformats.org/drawingml/2006/main" w="0">
            <a:noFill/>
          </a:ln>
        </p:spPr>
      </p:sp>
      <p:sp>
        <p:nvSpPr>
          <p:cNvPr id="7" name="number_1">
            <a:extLst xmlns:a="http://schemas.openxmlformats.org/drawingml/2006/main">
              <a:ext uri="{FF2B5EF4-FFF2-40B4-BE49-F238E27FC236}">
                <a16:creationId xmlns:a16="http://schemas.microsoft.com/office/drawing/2014/main" id="{75ED3910-0F0A-49EF-A1E7-C3A472D790C7}"/>
              </a:ext>
            </a:extLst>
          </p:cNvPr>
          <p:cNvSpPr>
            <a:spLocks xmlns:a="http://schemas.openxmlformats.org/drawingml/2006/main" noGrp="1"/>
          </p:cNvSpPr>
          <p:nvPr/>
        </p:nvSpPr>
        <p:spPr>
          <a:xfrm xmlns:a="http://schemas.openxmlformats.org/drawingml/2006/main">
            <a:off x="2463800" y="4601607"/>
            <a:ext cx="533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3225" b="0">
                <a:solidFill>
                  <a:srgbClr val="FFFFFF"/>
                </a:solidFill>
                <a:latin typeface="Pretendard"/>
                <a:ea typeface="Pretendard"/>
                <a:cs typeface="Pretendard"/>
              </a:defRPr>
            </a:defPPr>
            <a:lvl1pPr algn="ctr">
              <a:defRPr sz="3225" b="0">
                <a:solidFill>
                  <a:srgbClr val="FFFFFF"/>
                </a:solidFill>
                <a:latin typeface="Pretendard"/>
                <a:ea typeface="Pretendard"/>
                <a:cs typeface="Pretendard"/>
              </a:defRPr>
            </a:lvl1pPr>
            <a:lvl2pPr algn="ctr">
              <a:defRPr sz="3225" b="0">
                <a:solidFill>
                  <a:srgbClr val="FFFFFF"/>
                </a:solidFill>
                <a:latin typeface="Pretendard"/>
                <a:ea typeface="Pretendard"/>
                <a:cs typeface="Pretendard"/>
              </a:defRPr>
            </a:lvl2pPr>
            <a:lvl3pPr algn="ctr">
              <a:defRPr sz="3225" b="0">
                <a:solidFill>
                  <a:srgbClr val="FFFFFF"/>
                </a:solidFill>
                <a:latin typeface="Pretendard"/>
                <a:ea typeface="Pretendard"/>
                <a:cs typeface="Pretendard"/>
              </a:defRPr>
            </a:lvl3pPr>
            <a:lvl4pPr algn="ctr">
              <a:defRPr sz="3225" b="0">
                <a:solidFill>
                  <a:srgbClr val="FFFFFF"/>
                </a:solidFill>
                <a:latin typeface="Pretendard"/>
                <a:ea typeface="Pretendard"/>
                <a:cs typeface="Pretendard"/>
              </a:defRPr>
            </a:lvl4pPr>
            <a:lvl5pPr algn="ctr">
              <a:defRPr sz="3225" b="0">
                <a:solidFill>
                  <a:srgbClr val="FFFFFF"/>
                </a:solidFill>
                <a:latin typeface="Pretendard"/>
                <a:ea typeface="Pretendard"/>
                <a:cs typeface="Pretendard"/>
              </a:defRPr>
            </a:lvl5pPr>
            <a:lvl6pPr algn="ctr">
              <a:defRPr sz="3225" b="0">
                <a:solidFill>
                  <a:srgbClr val="FFFFFF"/>
                </a:solidFill>
                <a:latin typeface="Pretendard"/>
                <a:ea typeface="Pretendard"/>
                <a:cs typeface="Pretendard"/>
              </a:defRPr>
            </a:lvl6pPr>
            <a:lvl7pPr algn="ctr">
              <a:defRPr sz="3225" b="0">
                <a:solidFill>
                  <a:srgbClr val="FFFFFF"/>
                </a:solidFill>
                <a:latin typeface="Pretendard"/>
                <a:ea typeface="Pretendard"/>
                <a:cs typeface="Pretendard"/>
              </a:defRPr>
            </a:lvl7pPr>
            <a:lvl8pPr algn="ctr">
              <a:defRPr sz="3225" b="0">
                <a:solidFill>
                  <a:srgbClr val="FFFFFF"/>
                </a:solidFill>
                <a:latin typeface="Pretendard"/>
                <a:ea typeface="Pretendard"/>
                <a:cs typeface="Pretendard"/>
              </a:defRPr>
            </a:lvl8pPr>
            <a:lvl9pPr algn="ctr">
              <a:defRPr sz="3225" b="0">
                <a:solidFill>
                  <a:srgbClr val="FFFFFF"/>
                </a:solidFill>
                <a:latin typeface="Pretendard"/>
                <a:ea typeface="Pretendard"/>
                <a:cs typeface="Pretendard"/>
              </a:defRPr>
            </a:lvl9pPr>
          </a:lstStyle>
          <a:p xmlns:a="http://schemas.openxmlformats.org/drawingml/2006/main">
            <a:pPr algn="ctr">
              <a:defRPr sz="3225" b="0">
                <a:solidFill>
                  <a:srgbClr val="FFFFFF"/>
                </a:solidFill>
                <a:latin typeface="Pretendard"/>
                <a:ea typeface="Pretendard"/>
                <a:cs typeface="Pretendard"/>
              </a:defRPr>
            </a:pPr>
            <a:r>
              <a:rPr sz="3225" b="0">
                <a:solidFill>
                  <a:srgbClr val="FFFFFF"/>
                </a:solidFill>
                <a:latin typeface="Pretendard"/>
                <a:ea typeface="Pretendard"/>
                <a:cs typeface="Pretendard"/>
              </a:rPr>
              <a:t>1</a:t>
            </a:r>
          </a:p>
        </p:txBody>
      </p:sp>
      <p:sp>
        <p:nvSpPr>
          <p:cNvPr id="8" name="objective_1">
            <a:extLst xmlns:a="http://schemas.openxmlformats.org/drawingml/2006/main">
              <a:ext uri="{FF2B5EF4-FFF2-40B4-BE49-F238E27FC236}">
                <a16:creationId xmlns:a16="http://schemas.microsoft.com/office/drawing/2014/main" id="{262D140F-9335-4F56-9EA1-E3F5EB3DF216}"/>
              </a:ext>
            </a:extLst>
          </p:cNvPr>
          <p:cNvSpPr>
            <a:spLocks xmlns:a="http://schemas.openxmlformats.org/drawingml/2006/main" noGrp="1"/>
          </p:cNvSpPr>
          <p:nvPr/>
        </p:nvSpPr>
        <p:spPr>
          <a:xfrm xmlns:a="http://schemas.openxmlformats.org/drawingml/2006/main">
            <a:off x="3213100" y="4602321"/>
            <a:ext cx="8502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0">
                <a:solidFill>
                  <a:srgbClr val="4A4A4A"/>
                </a:solidFill>
                <a:latin typeface="Pretendard"/>
                <a:ea typeface="Pretendard"/>
                <a:cs typeface="Pretendard"/>
              </a:defRPr>
            </a:defPPr>
            <a:lvl1pPr algn="l">
              <a:defRPr sz="3150" b="0">
                <a:solidFill>
                  <a:srgbClr val="4A4A4A"/>
                </a:solidFill>
                <a:latin typeface="Pretendard"/>
                <a:ea typeface="Pretendard"/>
                <a:cs typeface="Pretendard"/>
              </a:defRPr>
            </a:lvl1pPr>
            <a:lvl2pPr algn="l">
              <a:defRPr sz="3150" b="0">
                <a:solidFill>
                  <a:srgbClr val="4A4A4A"/>
                </a:solidFill>
                <a:latin typeface="Pretendard"/>
                <a:ea typeface="Pretendard"/>
                <a:cs typeface="Pretendard"/>
              </a:defRPr>
            </a:lvl2pPr>
            <a:lvl3pPr algn="l">
              <a:defRPr sz="3150" b="0">
                <a:solidFill>
                  <a:srgbClr val="4A4A4A"/>
                </a:solidFill>
                <a:latin typeface="Pretendard"/>
                <a:ea typeface="Pretendard"/>
                <a:cs typeface="Pretendard"/>
              </a:defRPr>
            </a:lvl3pPr>
            <a:lvl4pPr algn="l">
              <a:defRPr sz="3150" b="0">
                <a:solidFill>
                  <a:srgbClr val="4A4A4A"/>
                </a:solidFill>
                <a:latin typeface="Pretendard"/>
                <a:ea typeface="Pretendard"/>
                <a:cs typeface="Pretendard"/>
              </a:defRPr>
            </a:lvl4pPr>
            <a:lvl5pPr algn="l">
              <a:defRPr sz="3150" b="0">
                <a:solidFill>
                  <a:srgbClr val="4A4A4A"/>
                </a:solidFill>
                <a:latin typeface="Pretendard"/>
                <a:ea typeface="Pretendard"/>
                <a:cs typeface="Pretendard"/>
              </a:defRPr>
            </a:lvl5pPr>
            <a:lvl6pPr algn="l">
              <a:defRPr sz="3150" b="0">
                <a:solidFill>
                  <a:srgbClr val="4A4A4A"/>
                </a:solidFill>
                <a:latin typeface="Pretendard"/>
                <a:ea typeface="Pretendard"/>
                <a:cs typeface="Pretendard"/>
              </a:defRPr>
            </a:lvl6pPr>
            <a:lvl7pPr algn="l">
              <a:defRPr sz="3150" b="0">
                <a:solidFill>
                  <a:srgbClr val="4A4A4A"/>
                </a:solidFill>
                <a:latin typeface="Pretendard"/>
                <a:ea typeface="Pretendard"/>
                <a:cs typeface="Pretendard"/>
              </a:defRPr>
            </a:lvl7pPr>
            <a:lvl8pPr algn="l">
              <a:defRPr sz="3150" b="0">
                <a:solidFill>
                  <a:srgbClr val="4A4A4A"/>
                </a:solidFill>
                <a:latin typeface="Pretendard"/>
                <a:ea typeface="Pretendard"/>
                <a:cs typeface="Pretendard"/>
              </a:defRPr>
            </a:lvl8pPr>
            <a:lvl9pPr algn="l">
              <a:defRPr sz="3150" b="0">
                <a:solidFill>
                  <a:srgbClr val="4A4A4A"/>
                </a:solidFill>
                <a:latin typeface="Pretendard"/>
                <a:ea typeface="Pretendard"/>
                <a:cs typeface="Pretendard"/>
              </a:defRPr>
            </a:lvl9pPr>
          </a:lstStyle>
          <a:p xmlns:a="http://schemas.openxmlformats.org/drawingml/2006/main">
            <a:pPr algn="l">
              <a:defRPr sz="3150" b="0">
                <a:solidFill>
                  <a:srgbClr val="4A4A4A"/>
                </a:solidFill>
                <a:latin typeface="Pretendard"/>
                <a:ea typeface="Pretendard"/>
                <a:cs typeface="Pretendard"/>
              </a:defRPr>
            </a:pPr>
            <a:r>
              <a:rPr sz="3150" b="0">
                <a:solidFill>
                  <a:srgbClr val="4A4A4A"/>
                </a:solidFill>
                <a:latin typeface="Pretendard"/>
                <a:ea typeface="Pretendard"/>
                <a:cs typeface="Pretendard"/>
              </a:rPr>
              <a:t>엔탈피의 의미를 알고, 열화학 반응식을 표현할 수 있다.</a:t>
            </a:r>
          </a:p>
        </p:txBody>
      </p:sp>
      <p:sp>
        <p:nvSpPr>
          <p:cNvPr id="9" name="number_circle_2">
            <a:extLst xmlns:a="http://schemas.openxmlformats.org/drawingml/2006/main">
              <a:ext uri="{FF2B5EF4-FFF2-40B4-BE49-F238E27FC236}">
                <a16:creationId xmlns:a16="http://schemas.microsoft.com/office/drawing/2014/main" id="{55F2638F-2EB7-4E8A-8663-5B89EDE2D9FB}"/>
              </a:ext>
            </a:extLst>
          </p:cNvPr>
          <p:cNvSpPr>
            <a:spLocks xmlns:a="http://schemas.openxmlformats.org/drawingml/2006/main" noGrp="1"/>
          </p:cNvSpPr>
          <p:nvPr/>
        </p:nvSpPr>
        <p:spPr>
          <a:xfrm xmlns:a="http://schemas.openxmlformats.org/drawingml/2006/main">
            <a:off x="2463800" y="5613400"/>
            <a:ext cx="533400" cy="533400"/>
          </a:xfrm>
          <a:prstGeom xmlns:a="http://schemas.openxmlformats.org/drawingml/2006/main" prst="roundRect">
            <a:avLst>
              <a:gd name="adj" fmla="val 50000"/>
            </a:avLst>
          </a:prstGeom>
          <a:solidFill xmlns:a="http://schemas.openxmlformats.org/drawingml/2006/main">
            <a:srgbClr val="000000"/>
          </a:solidFill>
          <a:ln xmlns:a="http://schemas.openxmlformats.org/drawingml/2006/main" w="0">
            <a:noFill/>
          </a:ln>
        </p:spPr>
      </p:sp>
      <p:sp>
        <p:nvSpPr>
          <p:cNvPr id="10" name="number_2">
            <a:extLst xmlns:a="http://schemas.openxmlformats.org/drawingml/2006/main">
              <a:ext uri="{FF2B5EF4-FFF2-40B4-BE49-F238E27FC236}">
                <a16:creationId xmlns:a16="http://schemas.microsoft.com/office/drawing/2014/main" id="{4ED80475-068C-497F-8E07-2A4FB3198390}"/>
              </a:ext>
            </a:extLst>
          </p:cNvPr>
          <p:cNvSpPr>
            <a:spLocks xmlns:a="http://schemas.openxmlformats.org/drawingml/2006/main" noGrp="1"/>
          </p:cNvSpPr>
          <p:nvPr/>
        </p:nvSpPr>
        <p:spPr>
          <a:xfrm xmlns:a="http://schemas.openxmlformats.org/drawingml/2006/main">
            <a:off x="2463800" y="5601732"/>
            <a:ext cx="533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3225" b="0">
                <a:solidFill>
                  <a:srgbClr val="FFFFFF"/>
                </a:solidFill>
                <a:latin typeface="Pretendard"/>
                <a:ea typeface="Pretendard"/>
                <a:cs typeface="Pretendard"/>
              </a:defRPr>
            </a:defPPr>
            <a:lvl1pPr algn="ctr">
              <a:defRPr sz="3225" b="0">
                <a:solidFill>
                  <a:srgbClr val="FFFFFF"/>
                </a:solidFill>
                <a:latin typeface="Pretendard"/>
                <a:ea typeface="Pretendard"/>
                <a:cs typeface="Pretendard"/>
              </a:defRPr>
            </a:lvl1pPr>
            <a:lvl2pPr algn="ctr">
              <a:defRPr sz="3225" b="0">
                <a:solidFill>
                  <a:srgbClr val="FFFFFF"/>
                </a:solidFill>
                <a:latin typeface="Pretendard"/>
                <a:ea typeface="Pretendard"/>
                <a:cs typeface="Pretendard"/>
              </a:defRPr>
            </a:lvl2pPr>
            <a:lvl3pPr algn="ctr">
              <a:defRPr sz="3225" b="0">
                <a:solidFill>
                  <a:srgbClr val="FFFFFF"/>
                </a:solidFill>
                <a:latin typeface="Pretendard"/>
                <a:ea typeface="Pretendard"/>
                <a:cs typeface="Pretendard"/>
              </a:defRPr>
            </a:lvl3pPr>
            <a:lvl4pPr algn="ctr">
              <a:defRPr sz="3225" b="0">
                <a:solidFill>
                  <a:srgbClr val="FFFFFF"/>
                </a:solidFill>
                <a:latin typeface="Pretendard"/>
                <a:ea typeface="Pretendard"/>
                <a:cs typeface="Pretendard"/>
              </a:defRPr>
            </a:lvl4pPr>
            <a:lvl5pPr algn="ctr">
              <a:defRPr sz="3225" b="0">
                <a:solidFill>
                  <a:srgbClr val="FFFFFF"/>
                </a:solidFill>
                <a:latin typeface="Pretendard"/>
                <a:ea typeface="Pretendard"/>
                <a:cs typeface="Pretendard"/>
              </a:defRPr>
            </a:lvl5pPr>
            <a:lvl6pPr algn="ctr">
              <a:defRPr sz="3225" b="0">
                <a:solidFill>
                  <a:srgbClr val="FFFFFF"/>
                </a:solidFill>
                <a:latin typeface="Pretendard"/>
                <a:ea typeface="Pretendard"/>
                <a:cs typeface="Pretendard"/>
              </a:defRPr>
            </a:lvl6pPr>
            <a:lvl7pPr algn="ctr">
              <a:defRPr sz="3225" b="0">
                <a:solidFill>
                  <a:srgbClr val="FFFFFF"/>
                </a:solidFill>
                <a:latin typeface="Pretendard"/>
                <a:ea typeface="Pretendard"/>
                <a:cs typeface="Pretendard"/>
              </a:defRPr>
            </a:lvl7pPr>
            <a:lvl8pPr algn="ctr">
              <a:defRPr sz="3225" b="0">
                <a:solidFill>
                  <a:srgbClr val="FFFFFF"/>
                </a:solidFill>
                <a:latin typeface="Pretendard"/>
                <a:ea typeface="Pretendard"/>
                <a:cs typeface="Pretendard"/>
              </a:defRPr>
            </a:lvl8pPr>
            <a:lvl9pPr algn="ctr">
              <a:defRPr sz="3225" b="0">
                <a:solidFill>
                  <a:srgbClr val="FFFFFF"/>
                </a:solidFill>
                <a:latin typeface="Pretendard"/>
                <a:ea typeface="Pretendard"/>
                <a:cs typeface="Pretendard"/>
              </a:defRPr>
            </a:lvl9pPr>
          </a:lstStyle>
          <a:p xmlns:a="http://schemas.openxmlformats.org/drawingml/2006/main">
            <a:pPr algn="ctr">
              <a:defRPr sz="3225" b="0">
                <a:solidFill>
                  <a:srgbClr val="FFFFFF"/>
                </a:solidFill>
                <a:latin typeface="Pretendard"/>
                <a:ea typeface="Pretendard"/>
                <a:cs typeface="Pretendard"/>
              </a:defRPr>
            </a:pPr>
            <a:r>
              <a:rPr sz="3225" b="0">
                <a:solidFill>
                  <a:srgbClr val="FFFFFF"/>
                </a:solidFill>
                <a:latin typeface="Pretendard"/>
                <a:ea typeface="Pretendard"/>
                <a:cs typeface="Pretendard"/>
              </a:rPr>
              <a:t>2</a:t>
            </a:r>
          </a:p>
        </p:txBody>
      </p:sp>
      <p:sp>
        <p:nvSpPr>
          <p:cNvPr id="11" name="objective_2">
            <a:extLst xmlns:a="http://schemas.openxmlformats.org/drawingml/2006/main">
              <a:ext uri="{FF2B5EF4-FFF2-40B4-BE49-F238E27FC236}">
                <a16:creationId xmlns:a16="http://schemas.microsoft.com/office/drawing/2014/main" id="{81987FBA-9A45-4A3B-9FB0-EBE44E9C026D}"/>
              </a:ext>
            </a:extLst>
          </p:cNvPr>
          <p:cNvSpPr>
            <a:spLocks xmlns:a="http://schemas.openxmlformats.org/drawingml/2006/main" noGrp="1"/>
          </p:cNvSpPr>
          <p:nvPr/>
        </p:nvSpPr>
        <p:spPr>
          <a:xfrm xmlns:a="http://schemas.openxmlformats.org/drawingml/2006/main">
            <a:off x="3213100" y="5602446"/>
            <a:ext cx="8502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0">
                <a:solidFill>
                  <a:srgbClr val="4A4A4A"/>
                </a:solidFill>
                <a:latin typeface="Pretendard"/>
                <a:ea typeface="Pretendard"/>
                <a:cs typeface="Pretendard"/>
              </a:defRPr>
            </a:defPPr>
            <a:lvl1pPr algn="l">
              <a:defRPr sz="3150" b="0">
                <a:solidFill>
                  <a:srgbClr val="4A4A4A"/>
                </a:solidFill>
                <a:latin typeface="Pretendard"/>
                <a:ea typeface="Pretendard"/>
                <a:cs typeface="Pretendard"/>
              </a:defRPr>
            </a:lvl1pPr>
            <a:lvl2pPr algn="l">
              <a:defRPr sz="3150" b="0">
                <a:solidFill>
                  <a:srgbClr val="4A4A4A"/>
                </a:solidFill>
                <a:latin typeface="Pretendard"/>
                <a:ea typeface="Pretendard"/>
                <a:cs typeface="Pretendard"/>
              </a:defRPr>
            </a:lvl2pPr>
            <a:lvl3pPr algn="l">
              <a:defRPr sz="3150" b="0">
                <a:solidFill>
                  <a:srgbClr val="4A4A4A"/>
                </a:solidFill>
                <a:latin typeface="Pretendard"/>
                <a:ea typeface="Pretendard"/>
                <a:cs typeface="Pretendard"/>
              </a:defRPr>
            </a:lvl3pPr>
            <a:lvl4pPr algn="l">
              <a:defRPr sz="3150" b="0">
                <a:solidFill>
                  <a:srgbClr val="4A4A4A"/>
                </a:solidFill>
                <a:latin typeface="Pretendard"/>
                <a:ea typeface="Pretendard"/>
                <a:cs typeface="Pretendard"/>
              </a:defRPr>
            </a:lvl4pPr>
            <a:lvl5pPr algn="l">
              <a:defRPr sz="3150" b="0">
                <a:solidFill>
                  <a:srgbClr val="4A4A4A"/>
                </a:solidFill>
                <a:latin typeface="Pretendard"/>
                <a:ea typeface="Pretendard"/>
                <a:cs typeface="Pretendard"/>
              </a:defRPr>
            </a:lvl5pPr>
            <a:lvl6pPr algn="l">
              <a:defRPr sz="3150" b="0">
                <a:solidFill>
                  <a:srgbClr val="4A4A4A"/>
                </a:solidFill>
                <a:latin typeface="Pretendard"/>
                <a:ea typeface="Pretendard"/>
                <a:cs typeface="Pretendard"/>
              </a:defRPr>
            </a:lvl6pPr>
            <a:lvl7pPr algn="l">
              <a:defRPr sz="3150" b="0">
                <a:solidFill>
                  <a:srgbClr val="4A4A4A"/>
                </a:solidFill>
                <a:latin typeface="Pretendard"/>
                <a:ea typeface="Pretendard"/>
                <a:cs typeface="Pretendard"/>
              </a:defRPr>
            </a:lvl7pPr>
            <a:lvl8pPr algn="l">
              <a:defRPr sz="3150" b="0">
                <a:solidFill>
                  <a:srgbClr val="4A4A4A"/>
                </a:solidFill>
                <a:latin typeface="Pretendard"/>
                <a:ea typeface="Pretendard"/>
                <a:cs typeface="Pretendard"/>
              </a:defRPr>
            </a:lvl8pPr>
            <a:lvl9pPr algn="l">
              <a:defRPr sz="3150" b="0">
                <a:solidFill>
                  <a:srgbClr val="4A4A4A"/>
                </a:solidFill>
                <a:latin typeface="Pretendard"/>
                <a:ea typeface="Pretendard"/>
                <a:cs typeface="Pretendard"/>
              </a:defRPr>
            </a:lvl9pPr>
          </a:lstStyle>
          <a:p xmlns:a="http://schemas.openxmlformats.org/drawingml/2006/main">
            <a:pPr algn="l">
              <a:defRPr sz="3150" b="0">
                <a:solidFill>
                  <a:srgbClr val="4A4A4A"/>
                </a:solidFill>
                <a:latin typeface="Pretendard"/>
                <a:ea typeface="Pretendard"/>
                <a:cs typeface="Pretendard"/>
              </a:defRPr>
            </a:pPr>
            <a:r>
              <a:rPr sz="3150" b="0">
                <a:solidFill>
                  <a:srgbClr val="4A4A4A"/>
                </a:solidFill>
                <a:latin typeface="Pretendard"/>
                <a:ea typeface="Pretendard"/>
                <a:cs typeface="Pretendard"/>
              </a:rPr>
              <a:t>같은 기준으로 연료의 효율성을 비교할 수 있다.</a:t>
            </a:r>
          </a:p>
        </p:txBody>
      </p:sp>
      <p:sp>
        <p:nvSpPr>
          <p:cNvPr id="12" name="number_circle_3">
            <a:extLst xmlns:a="http://schemas.openxmlformats.org/drawingml/2006/main">
              <a:ext uri="{FF2B5EF4-FFF2-40B4-BE49-F238E27FC236}">
                <a16:creationId xmlns:a16="http://schemas.microsoft.com/office/drawing/2014/main" id="{D377AA11-7571-44B0-8683-2170DF0DB86C}"/>
              </a:ext>
            </a:extLst>
          </p:cNvPr>
          <p:cNvSpPr>
            <a:spLocks xmlns:a="http://schemas.openxmlformats.org/drawingml/2006/main" noGrp="1"/>
          </p:cNvSpPr>
          <p:nvPr/>
        </p:nvSpPr>
        <p:spPr>
          <a:xfrm xmlns:a="http://schemas.openxmlformats.org/drawingml/2006/main">
            <a:off x="2463800" y="6613525"/>
            <a:ext cx="533400" cy="533400"/>
          </a:xfrm>
          <a:prstGeom xmlns:a="http://schemas.openxmlformats.org/drawingml/2006/main" prst="roundRect">
            <a:avLst>
              <a:gd name="adj" fmla="val 50000"/>
            </a:avLst>
          </a:prstGeom>
          <a:solidFill xmlns:a="http://schemas.openxmlformats.org/drawingml/2006/main">
            <a:srgbClr val="000000"/>
          </a:solidFill>
          <a:ln xmlns:a="http://schemas.openxmlformats.org/drawingml/2006/main" w="0">
            <a:noFill/>
          </a:ln>
        </p:spPr>
      </p:sp>
      <p:sp>
        <p:nvSpPr>
          <p:cNvPr id="13" name="number_3">
            <a:extLst xmlns:a="http://schemas.openxmlformats.org/drawingml/2006/main">
              <a:ext uri="{FF2B5EF4-FFF2-40B4-BE49-F238E27FC236}">
                <a16:creationId xmlns:a16="http://schemas.microsoft.com/office/drawing/2014/main" id="{2F6FA332-3958-41DE-AD50-BA2E1A26DECE}"/>
              </a:ext>
            </a:extLst>
          </p:cNvPr>
          <p:cNvSpPr>
            <a:spLocks xmlns:a="http://schemas.openxmlformats.org/drawingml/2006/main" noGrp="1"/>
          </p:cNvSpPr>
          <p:nvPr/>
        </p:nvSpPr>
        <p:spPr>
          <a:xfrm xmlns:a="http://schemas.openxmlformats.org/drawingml/2006/main">
            <a:off x="2463800" y="6601857"/>
            <a:ext cx="5334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3225" b="0">
                <a:solidFill>
                  <a:srgbClr val="FFFFFF"/>
                </a:solidFill>
                <a:latin typeface="Pretendard"/>
                <a:ea typeface="Pretendard"/>
                <a:cs typeface="Pretendard"/>
              </a:defRPr>
            </a:defPPr>
            <a:lvl1pPr algn="ctr">
              <a:defRPr sz="3225" b="0">
                <a:solidFill>
                  <a:srgbClr val="FFFFFF"/>
                </a:solidFill>
                <a:latin typeface="Pretendard"/>
                <a:ea typeface="Pretendard"/>
                <a:cs typeface="Pretendard"/>
              </a:defRPr>
            </a:lvl1pPr>
            <a:lvl2pPr algn="ctr">
              <a:defRPr sz="3225" b="0">
                <a:solidFill>
                  <a:srgbClr val="FFFFFF"/>
                </a:solidFill>
                <a:latin typeface="Pretendard"/>
                <a:ea typeface="Pretendard"/>
                <a:cs typeface="Pretendard"/>
              </a:defRPr>
            </a:lvl2pPr>
            <a:lvl3pPr algn="ctr">
              <a:defRPr sz="3225" b="0">
                <a:solidFill>
                  <a:srgbClr val="FFFFFF"/>
                </a:solidFill>
                <a:latin typeface="Pretendard"/>
                <a:ea typeface="Pretendard"/>
                <a:cs typeface="Pretendard"/>
              </a:defRPr>
            </a:lvl3pPr>
            <a:lvl4pPr algn="ctr">
              <a:defRPr sz="3225" b="0">
                <a:solidFill>
                  <a:srgbClr val="FFFFFF"/>
                </a:solidFill>
                <a:latin typeface="Pretendard"/>
                <a:ea typeface="Pretendard"/>
                <a:cs typeface="Pretendard"/>
              </a:defRPr>
            </a:lvl4pPr>
            <a:lvl5pPr algn="ctr">
              <a:defRPr sz="3225" b="0">
                <a:solidFill>
                  <a:srgbClr val="FFFFFF"/>
                </a:solidFill>
                <a:latin typeface="Pretendard"/>
                <a:ea typeface="Pretendard"/>
                <a:cs typeface="Pretendard"/>
              </a:defRPr>
            </a:lvl5pPr>
            <a:lvl6pPr algn="ctr">
              <a:defRPr sz="3225" b="0">
                <a:solidFill>
                  <a:srgbClr val="FFFFFF"/>
                </a:solidFill>
                <a:latin typeface="Pretendard"/>
                <a:ea typeface="Pretendard"/>
                <a:cs typeface="Pretendard"/>
              </a:defRPr>
            </a:lvl6pPr>
            <a:lvl7pPr algn="ctr">
              <a:defRPr sz="3225" b="0">
                <a:solidFill>
                  <a:srgbClr val="FFFFFF"/>
                </a:solidFill>
                <a:latin typeface="Pretendard"/>
                <a:ea typeface="Pretendard"/>
                <a:cs typeface="Pretendard"/>
              </a:defRPr>
            </a:lvl7pPr>
            <a:lvl8pPr algn="ctr">
              <a:defRPr sz="3225" b="0">
                <a:solidFill>
                  <a:srgbClr val="FFFFFF"/>
                </a:solidFill>
                <a:latin typeface="Pretendard"/>
                <a:ea typeface="Pretendard"/>
                <a:cs typeface="Pretendard"/>
              </a:defRPr>
            </a:lvl8pPr>
            <a:lvl9pPr algn="ctr">
              <a:defRPr sz="3225" b="0">
                <a:solidFill>
                  <a:srgbClr val="FFFFFF"/>
                </a:solidFill>
                <a:latin typeface="Pretendard"/>
                <a:ea typeface="Pretendard"/>
                <a:cs typeface="Pretendard"/>
              </a:defRPr>
            </a:lvl9pPr>
          </a:lstStyle>
          <a:p xmlns:a="http://schemas.openxmlformats.org/drawingml/2006/main">
            <a:pPr algn="ctr">
              <a:defRPr sz="3225" b="0">
                <a:solidFill>
                  <a:srgbClr val="FFFFFF"/>
                </a:solidFill>
                <a:latin typeface="Pretendard"/>
                <a:ea typeface="Pretendard"/>
                <a:cs typeface="Pretendard"/>
              </a:defRPr>
            </a:pPr>
            <a:r>
              <a:rPr sz="3225" b="0">
                <a:solidFill>
                  <a:srgbClr val="FFFFFF"/>
                </a:solidFill>
                <a:latin typeface="Pretendard"/>
                <a:ea typeface="Pretendard"/>
                <a:cs typeface="Pretendard"/>
              </a:rPr>
              <a:t>3</a:t>
            </a:r>
          </a:p>
        </p:txBody>
      </p:sp>
      <p:sp>
        <p:nvSpPr>
          <p:cNvPr id="14" name="objective_3">
            <a:extLst xmlns:a="http://schemas.openxmlformats.org/drawingml/2006/main">
              <a:ext uri="{FF2B5EF4-FFF2-40B4-BE49-F238E27FC236}">
                <a16:creationId xmlns:a16="http://schemas.microsoft.com/office/drawing/2014/main" id="{6D5A8C14-3594-4454-8FFA-E77209ACB0C0}"/>
              </a:ext>
            </a:extLst>
          </p:cNvPr>
          <p:cNvSpPr>
            <a:spLocks xmlns:a="http://schemas.openxmlformats.org/drawingml/2006/main" noGrp="1"/>
          </p:cNvSpPr>
          <p:nvPr/>
        </p:nvSpPr>
        <p:spPr>
          <a:xfrm xmlns:a="http://schemas.openxmlformats.org/drawingml/2006/main">
            <a:off x="3213100" y="6602571"/>
            <a:ext cx="8502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150" b="0">
                <a:solidFill>
                  <a:srgbClr val="4A4A4A"/>
                </a:solidFill>
                <a:latin typeface="Pretendard"/>
                <a:ea typeface="Pretendard"/>
                <a:cs typeface="Pretendard"/>
              </a:defRPr>
            </a:defPPr>
            <a:lvl1pPr algn="l">
              <a:defRPr sz="3150" b="0">
                <a:solidFill>
                  <a:srgbClr val="4A4A4A"/>
                </a:solidFill>
                <a:latin typeface="Pretendard"/>
                <a:ea typeface="Pretendard"/>
                <a:cs typeface="Pretendard"/>
              </a:defRPr>
            </a:lvl1pPr>
            <a:lvl2pPr algn="l">
              <a:defRPr sz="3150" b="0">
                <a:solidFill>
                  <a:srgbClr val="4A4A4A"/>
                </a:solidFill>
                <a:latin typeface="Pretendard"/>
                <a:ea typeface="Pretendard"/>
                <a:cs typeface="Pretendard"/>
              </a:defRPr>
            </a:lvl2pPr>
            <a:lvl3pPr algn="l">
              <a:defRPr sz="3150" b="0">
                <a:solidFill>
                  <a:srgbClr val="4A4A4A"/>
                </a:solidFill>
                <a:latin typeface="Pretendard"/>
                <a:ea typeface="Pretendard"/>
                <a:cs typeface="Pretendard"/>
              </a:defRPr>
            </a:lvl3pPr>
            <a:lvl4pPr algn="l">
              <a:defRPr sz="3150" b="0">
                <a:solidFill>
                  <a:srgbClr val="4A4A4A"/>
                </a:solidFill>
                <a:latin typeface="Pretendard"/>
                <a:ea typeface="Pretendard"/>
                <a:cs typeface="Pretendard"/>
              </a:defRPr>
            </a:lvl4pPr>
            <a:lvl5pPr algn="l">
              <a:defRPr sz="3150" b="0">
                <a:solidFill>
                  <a:srgbClr val="4A4A4A"/>
                </a:solidFill>
                <a:latin typeface="Pretendard"/>
                <a:ea typeface="Pretendard"/>
                <a:cs typeface="Pretendard"/>
              </a:defRPr>
            </a:lvl5pPr>
            <a:lvl6pPr algn="l">
              <a:defRPr sz="3150" b="0">
                <a:solidFill>
                  <a:srgbClr val="4A4A4A"/>
                </a:solidFill>
                <a:latin typeface="Pretendard"/>
                <a:ea typeface="Pretendard"/>
                <a:cs typeface="Pretendard"/>
              </a:defRPr>
            </a:lvl6pPr>
            <a:lvl7pPr algn="l">
              <a:defRPr sz="3150" b="0">
                <a:solidFill>
                  <a:srgbClr val="4A4A4A"/>
                </a:solidFill>
                <a:latin typeface="Pretendard"/>
                <a:ea typeface="Pretendard"/>
                <a:cs typeface="Pretendard"/>
              </a:defRPr>
            </a:lvl7pPr>
            <a:lvl8pPr algn="l">
              <a:defRPr sz="3150" b="0">
                <a:solidFill>
                  <a:srgbClr val="4A4A4A"/>
                </a:solidFill>
                <a:latin typeface="Pretendard"/>
                <a:ea typeface="Pretendard"/>
                <a:cs typeface="Pretendard"/>
              </a:defRPr>
            </a:lvl8pPr>
            <a:lvl9pPr algn="l">
              <a:defRPr sz="3150" b="0">
                <a:solidFill>
                  <a:srgbClr val="4A4A4A"/>
                </a:solidFill>
                <a:latin typeface="Pretendard"/>
                <a:ea typeface="Pretendard"/>
                <a:cs typeface="Pretendard"/>
              </a:defRPr>
            </a:lvl9pPr>
          </a:lstStyle>
          <a:p xmlns:a="http://schemas.openxmlformats.org/drawingml/2006/main">
            <a:pPr algn="l">
              <a:defRPr sz="3150" b="0">
                <a:solidFill>
                  <a:srgbClr val="4A4A4A"/>
                </a:solidFill>
                <a:latin typeface="Pretendard"/>
                <a:ea typeface="Pretendard"/>
                <a:cs typeface="Pretendard"/>
              </a:defRPr>
            </a:pPr>
            <a:r>
              <a:rPr sz="3150" b="0">
                <a:solidFill>
                  <a:srgbClr val="4A4A4A"/>
                </a:solidFill>
                <a:latin typeface="Pretendard"/>
                <a:ea typeface="Pretendard"/>
                <a:cs typeface="Pretendard"/>
              </a:rPr>
              <a:t>결합 에너지와 반응 엔탈피의 관계를 설명할 수 있다.</a:t>
            </a:r>
          </a:p>
        </p:txBody>
      </p:sp>
    </p:spTree>
    <p:extLst>
      <p:ext uri="{BB962C8B-B14F-4D97-AF65-F5344CB8AC3E}">
        <p14:creationId xmlns:p14="http://schemas.microsoft.com/office/powerpoint/2010/main" val="1449745940"/>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101A5F93-0EED-4CB0-9736-355929C91BAB}"/>
              </a:ext>
            </a:extLst>
          </p:cNvPr>
          <p:cNvPicPr>
            <a:picLocks xmlns:a="http://schemas.openxmlformats.org/drawingml/2006/main" noChangeAspect="1"/>
          </p:cNvPicPr>
          <p:nvPr/>
        </p:nvPicPr>
        <p:blipFill>
          <a:blip xmlns:r="http://schemas.openxmlformats.org/officeDocument/2006/relationships" xmlns:a="http://schemas.openxmlformats.org/drawingml/2006/main" r:embed="Rbf31fdfce8424c39"/>
          <a:stretch xmlns:a="http://schemas.openxmlformats.org/drawingml/2006/main"/>
        </p:blipFill>
        <p:spPr>
          <a:xfrm xmlns:a="http://schemas.openxmlformats.org/drawingml/2006/main">
            <a:off x="16941800" y="382588"/>
            <a:ext cx="1028700" cy="733425"/>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8D522CD-D496-48F0-AA04-DAFB42BE2FDA}"/>
              </a:ext>
            </a:extLst>
          </p:cNvPr>
          <p:cNvSpPr>
            <a:spLocks xmlns:a="http://schemas.openxmlformats.org/drawingml/2006/main" noGrp="1"/>
          </p:cNvSpPr>
          <p:nvPr/>
        </p:nvSpPr>
        <p:spPr>
          <a:xfrm xmlns:a="http://schemas.openxmlformats.org/drawingml/2006/main">
            <a:off x="14620875" y="9865281"/>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xmlns:a="http://schemas.openxmlformats.org/drawingml/2006/main">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3" name="part_heading">
            <a:extLst xmlns:a="http://schemas.openxmlformats.org/drawingml/2006/main">
              <a:ext uri="{FF2B5EF4-FFF2-40B4-BE49-F238E27FC236}">
                <a16:creationId xmlns:a16="http://schemas.microsoft.com/office/drawing/2014/main" id="{A5B2BB3E-1865-4218-BE41-CEB2E7D5983B}"/>
              </a:ext>
            </a:extLst>
          </p:cNvPr>
          <p:cNvSpPr>
            <a:spLocks xmlns:a="http://schemas.openxmlformats.org/drawingml/2006/main" noGrp="1"/>
          </p:cNvSpPr>
          <p:nvPr/>
        </p:nvSpPr>
        <p:spPr>
          <a:xfrm xmlns:a="http://schemas.openxmlformats.org/drawingml/2006/main">
            <a:off x="685800" y="721519"/>
            <a:ext cx="1428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50" b="1">
                <a:solidFill>
                  <a:srgbClr val="909090"/>
                </a:solidFill>
                <a:latin typeface="Pretendard"/>
                <a:ea typeface="Pretendard"/>
                <a:cs typeface="Pretendard"/>
              </a:defRPr>
            </a:defPPr>
            <a:lvl1pPr algn="l">
              <a:defRPr sz="2250" b="1">
                <a:solidFill>
                  <a:srgbClr val="909090"/>
                </a:solidFill>
                <a:latin typeface="Pretendard"/>
                <a:ea typeface="Pretendard"/>
                <a:cs typeface="Pretendard"/>
              </a:defRPr>
            </a:lvl1pPr>
            <a:lvl2pPr algn="l">
              <a:defRPr sz="2250" b="1">
                <a:solidFill>
                  <a:srgbClr val="909090"/>
                </a:solidFill>
                <a:latin typeface="Pretendard"/>
                <a:ea typeface="Pretendard"/>
                <a:cs typeface="Pretendard"/>
              </a:defRPr>
            </a:lvl2pPr>
            <a:lvl3pPr algn="l">
              <a:defRPr sz="2250" b="1">
                <a:solidFill>
                  <a:srgbClr val="909090"/>
                </a:solidFill>
                <a:latin typeface="Pretendard"/>
                <a:ea typeface="Pretendard"/>
                <a:cs typeface="Pretendard"/>
              </a:defRPr>
            </a:lvl3pPr>
            <a:lvl4pPr algn="l">
              <a:defRPr sz="2250" b="1">
                <a:solidFill>
                  <a:srgbClr val="909090"/>
                </a:solidFill>
                <a:latin typeface="Pretendard"/>
                <a:ea typeface="Pretendard"/>
                <a:cs typeface="Pretendard"/>
              </a:defRPr>
            </a:lvl4pPr>
            <a:lvl5pPr algn="l">
              <a:defRPr sz="2250" b="1">
                <a:solidFill>
                  <a:srgbClr val="909090"/>
                </a:solidFill>
                <a:latin typeface="Pretendard"/>
                <a:ea typeface="Pretendard"/>
                <a:cs typeface="Pretendard"/>
              </a:defRPr>
            </a:lvl5pPr>
            <a:lvl6pPr algn="l">
              <a:defRPr sz="2250" b="1">
                <a:solidFill>
                  <a:srgbClr val="909090"/>
                </a:solidFill>
                <a:latin typeface="Pretendard"/>
                <a:ea typeface="Pretendard"/>
                <a:cs typeface="Pretendard"/>
              </a:defRPr>
            </a:lvl6pPr>
            <a:lvl7pPr algn="l">
              <a:defRPr sz="2250" b="1">
                <a:solidFill>
                  <a:srgbClr val="909090"/>
                </a:solidFill>
                <a:latin typeface="Pretendard"/>
                <a:ea typeface="Pretendard"/>
                <a:cs typeface="Pretendard"/>
              </a:defRPr>
            </a:lvl7pPr>
            <a:lvl8pPr algn="l">
              <a:defRPr sz="2250" b="1">
                <a:solidFill>
                  <a:srgbClr val="909090"/>
                </a:solidFill>
                <a:latin typeface="Pretendard"/>
                <a:ea typeface="Pretendard"/>
                <a:cs typeface="Pretendard"/>
              </a:defRPr>
            </a:lvl8pPr>
            <a:lvl9pPr algn="l">
              <a:defRPr sz="2250" b="1">
                <a:solidFill>
                  <a:srgbClr val="909090"/>
                </a:solidFill>
                <a:latin typeface="Pretendard"/>
                <a:ea typeface="Pretendard"/>
                <a:cs typeface="Pretendard"/>
              </a:defRPr>
            </a:lvl9pPr>
          </a:lstStyle>
          <a:p xmlns:a="http://schemas.openxmlformats.org/drawingml/2006/main">
            <a:pPr algn="l">
              <a:defRPr sz="2250" b="1">
                <a:solidFill>
                  <a:srgbClr val="909090"/>
                </a:solidFill>
                <a:latin typeface="Pretendard"/>
                <a:ea typeface="Pretendard"/>
                <a:cs typeface="Pretendard"/>
              </a:defRPr>
            </a:pPr>
            <a:r>
              <a:rPr sz="2250" b="1">
                <a:solidFill>
                  <a:srgbClr val="909090"/>
                </a:solidFill>
                <a:latin typeface="Pretendard"/>
                <a:ea typeface="Pretendard"/>
                <a:cs typeface="Pretendard"/>
              </a:rPr>
              <a:t>Part 0 동기 유발</a:t>
            </a:r>
          </a:p>
        </p:txBody>
      </p:sp>
      <p:sp>
        <p:nvSpPr>
          <p:cNvPr id="4" name="topic_number">
            <a:extLst xmlns:a="http://schemas.openxmlformats.org/drawingml/2006/main">
              <a:ext uri="{FF2B5EF4-FFF2-40B4-BE49-F238E27FC236}">
                <a16:creationId xmlns:a16="http://schemas.microsoft.com/office/drawing/2014/main" id="{5B715E96-734B-4CCD-BFFC-2C7D307E2666}"/>
              </a:ext>
            </a:extLst>
          </p:cNvPr>
          <p:cNvSpPr>
            <a:spLocks xmlns:a="http://schemas.openxmlformats.org/drawingml/2006/main" noGrp="1"/>
          </p:cNvSpPr>
          <p:nvPr/>
        </p:nvSpPr>
        <p:spPr>
          <a:xfrm xmlns:a="http://schemas.openxmlformats.org/drawingml/2006/main">
            <a:off x="685800" y="1279208"/>
            <a:ext cx="571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b="1">
                <a:solidFill>
                  <a:srgbClr val="57962F"/>
                </a:solidFill>
                <a:latin typeface="Pretendard"/>
                <a:ea typeface="Pretendard"/>
                <a:cs typeface="Pretendard"/>
              </a:defRPr>
            </a:defPPr>
            <a:lvl1pPr algn="l">
              <a:defRPr sz="2700" b="1">
                <a:solidFill>
                  <a:srgbClr val="57962F"/>
                </a:solidFill>
                <a:latin typeface="Pretendard"/>
                <a:ea typeface="Pretendard"/>
                <a:cs typeface="Pretendard"/>
              </a:defRPr>
            </a:lvl1pPr>
            <a:lvl2pPr algn="l">
              <a:defRPr sz="2700" b="1">
                <a:solidFill>
                  <a:srgbClr val="57962F"/>
                </a:solidFill>
                <a:latin typeface="Pretendard"/>
                <a:ea typeface="Pretendard"/>
                <a:cs typeface="Pretendard"/>
              </a:defRPr>
            </a:lvl2pPr>
            <a:lvl3pPr algn="l">
              <a:defRPr sz="2700" b="1">
                <a:solidFill>
                  <a:srgbClr val="57962F"/>
                </a:solidFill>
                <a:latin typeface="Pretendard"/>
                <a:ea typeface="Pretendard"/>
                <a:cs typeface="Pretendard"/>
              </a:defRPr>
            </a:lvl3pPr>
            <a:lvl4pPr algn="l">
              <a:defRPr sz="2700" b="1">
                <a:solidFill>
                  <a:srgbClr val="57962F"/>
                </a:solidFill>
                <a:latin typeface="Pretendard"/>
                <a:ea typeface="Pretendard"/>
                <a:cs typeface="Pretendard"/>
              </a:defRPr>
            </a:lvl4pPr>
            <a:lvl5pPr algn="l">
              <a:defRPr sz="2700" b="1">
                <a:solidFill>
                  <a:srgbClr val="57962F"/>
                </a:solidFill>
                <a:latin typeface="Pretendard"/>
                <a:ea typeface="Pretendard"/>
                <a:cs typeface="Pretendard"/>
              </a:defRPr>
            </a:lvl5pPr>
            <a:lvl6pPr algn="l">
              <a:defRPr sz="2700" b="1">
                <a:solidFill>
                  <a:srgbClr val="57962F"/>
                </a:solidFill>
                <a:latin typeface="Pretendard"/>
                <a:ea typeface="Pretendard"/>
                <a:cs typeface="Pretendard"/>
              </a:defRPr>
            </a:lvl6pPr>
            <a:lvl7pPr algn="l">
              <a:defRPr sz="2700" b="1">
                <a:solidFill>
                  <a:srgbClr val="57962F"/>
                </a:solidFill>
                <a:latin typeface="Pretendard"/>
                <a:ea typeface="Pretendard"/>
                <a:cs typeface="Pretendard"/>
              </a:defRPr>
            </a:lvl7pPr>
            <a:lvl8pPr algn="l">
              <a:defRPr sz="2700" b="1">
                <a:solidFill>
                  <a:srgbClr val="57962F"/>
                </a:solidFill>
                <a:latin typeface="Pretendard"/>
                <a:ea typeface="Pretendard"/>
                <a:cs typeface="Pretendard"/>
              </a:defRPr>
            </a:lvl8pPr>
            <a:lvl9pPr algn="l">
              <a:defRPr sz="2700" b="1">
                <a:solidFill>
                  <a:srgbClr val="57962F"/>
                </a:solidFill>
                <a:latin typeface="Pretendard"/>
                <a:ea typeface="Pretendard"/>
                <a:cs typeface="Pretendard"/>
              </a:defRPr>
            </a:lvl9pPr>
          </a:lstStyle>
          <a:p xmlns:a="http://schemas.openxmlformats.org/drawingml/2006/main">
            <a:pPr algn="l">
              <a:defRPr sz="2700" b="1">
                <a:solidFill>
                  <a:srgbClr val="57962F"/>
                </a:solidFill>
                <a:latin typeface="Pretendard"/>
                <a:ea typeface="Pretendard"/>
                <a:cs typeface="Pretendard"/>
              </a:defRPr>
            </a:pPr>
            <a:r>
              <a:rPr sz="2700" b="1">
                <a:solidFill>
                  <a:srgbClr val="57962F"/>
                </a:solidFill>
                <a:latin typeface="Pretendard"/>
                <a:ea typeface="Pretendard"/>
                <a:cs typeface="Pretendard"/>
              </a:rPr>
              <a:t>01</a:t>
            </a:r>
          </a:p>
        </p:txBody>
      </p:sp>
      <p:sp>
        <p:nvSpPr>
          <p:cNvPr id="5" name="topic_heading">
            <a:extLst xmlns:a="http://schemas.openxmlformats.org/drawingml/2006/main">
              <a:ext uri="{FF2B5EF4-FFF2-40B4-BE49-F238E27FC236}">
                <a16:creationId xmlns:a16="http://schemas.microsoft.com/office/drawing/2014/main" id="{2C154ECA-EBCB-48CE-994C-6DD2088FF3CE}"/>
              </a:ext>
            </a:extLst>
          </p:cNvPr>
          <p:cNvSpPr>
            <a:spLocks xmlns:a="http://schemas.openxmlformats.org/drawingml/2006/main" noGrp="1"/>
          </p:cNvSpPr>
          <p:nvPr/>
        </p:nvSpPr>
        <p:spPr>
          <a:xfrm xmlns:a="http://schemas.openxmlformats.org/drawingml/2006/main">
            <a:off x="1304925" y="1279208"/>
            <a:ext cx="14287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b="1">
                <a:solidFill>
                  <a:srgbClr val="111111"/>
                </a:solidFill>
                <a:latin typeface="Pretendard"/>
                <a:ea typeface="Pretendard"/>
                <a:cs typeface="Pretendard"/>
              </a:defRPr>
            </a:defPPr>
            <a:lvl1pPr algn="l">
              <a:defRPr sz="2700" b="1">
                <a:solidFill>
                  <a:srgbClr val="111111"/>
                </a:solidFill>
                <a:latin typeface="Pretendard"/>
                <a:ea typeface="Pretendard"/>
                <a:cs typeface="Pretendard"/>
              </a:defRPr>
            </a:lvl1pPr>
            <a:lvl2pPr algn="l">
              <a:defRPr sz="2700" b="1">
                <a:solidFill>
                  <a:srgbClr val="111111"/>
                </a:solidFill>
                <a:latin typeface="Pretendard"/>
                <a:ea typeface="Pretendard"/>
                <a:cs typeface="Pretendard"/>
              </a:defRPr>
            </a:lvl2pPr>
            <a:lvl3pPr algn="l">
              <a:defRPr sz="2700" b="1">
                <a:solidFill>
                  <a:srgbClr val="111111"/>
                </a:solidFill>
                <a:latin typeface="Pretendard"/>
                <a:ea typeface="Pretendard"/>
                <a:cs typeface="Pretendard"/>
              </a:defRPr>
            </a:lvl3pPr>
            <a:lvl4pPr algn="l">
              <a:defRPr sz="2700" b="1">
                <a:solidFill>
                  <a:srgbClr val="111111"/>
                </a:solidFill>
                <a:latin typeface="Pretendard"/>
                <a:ea typeface="Pretendard"/>
                <a:cs typeface="Pretendard"/>
              </a:defRPr>
            </a:lvl4pPr>
            <a:lvl5pPr algn="l">
              <a:defRPr sz="2700" b="1">
                <a:solidFill>
                  <a:srgbClr val="111111"/>
                </a:solidFill>
                <a:latin typeface="Pretendard"/>
                <a:ea typeface="Pretendard"/>
                <a:cs typeface="Pretendard"/>
              </a:defRPr>
            </a:lvl5pPr>
            <a:lvl6pPr algn="l">
              <a:defRPr sz="2700" b="1">
                <a:solidFill>
                  <a:srgbClr val="111111"/>
                </a:solidFill>
                <a:latin typeface="Pretendard"/>
                <a:ea typeface="Pretendard"/>
                <a:cs typeface="Pretendard"/>
              </a:defRPr>
            </a:lvl6pPr>
            <a:lvl7pPr algn="l">
              <a:defRPr sz="2700" b="1">
                <a:solidFill>
                  <a:srgbClr val="111111"/>
                </a:solidFill>
                <a:latin typeface="Pretendard"/>
                <a:ea typeface="Pretendard"/>
                <a:cs typeface="Pretendard"/>
              </a:defRPr>
            </a:lvl7pPr>
            <a:lvl8pPr algn="l">
              <a:defRPr sz="2700" b="1">
                <a:solidFill>
                  <a:srgbClr val="111111"/>
                </a:solidFill>
                <a:latin typeface="Pretendard"/>
                <a:ea typeface="Pretendard"/>
                <a:cs typeface="Pretendard"/>
              </a:defRPr>
            </a:lvl8pPr>
            <a:lvl9pPr algn="l">
              <a:defRPr sz="2700" b="1">
                <a:solidFill>
                  <a:srgbClr val="111111"/>
                </a:solidFill>
                <a:latin typeface="Pretendard"/>
                <a:ea typeface="Pretendard"/>
                <a:cs typeface="Pretendard"/>
              </a:defRPr>
            </a:lvl9pPr>
          </a:lstStyle>
          <a:p xmlns:a="http://schemas.openxmlformats.org/drawingml/2006/main">
            <a:pPr algn="l">
              <a:defRPr sz="2700" b="1">
                <a:solidFill>
                  <a:srgbClr val="111111"/>
                </a:solidFill>
                <a:latin typeface="Pretendard"/>
                <a:ea typeface="Pretendard"/>
                <a:cs typeface="Pretendard"/>
              </a:defRPr>
            </a:pPr>
            <a:r>
              <a:rPr sz="2700" b="1">
                <a:solidFill>
                  <a:srgbClr val="111111"/>
                </a:solidFill>
                <a:latin typeface="Pretendard"/>
                <a:ea typeface="Pretendard"/>
                <a:cs typeface="Pretendard"/>
              </a:rPr>
              <a:t>손난로와 열</a:t>
            </a:r>
          </a:p>
        </p:txBody>
      </p:sp>
      <p:sp>
        <p:nvSpPr>
          <p:cNvPr id="6" name="title">
            <a:extLst xmlns:a="http://schemas.openxmlformats.org/drawingml/2006/main">
              <a:ext uri="{FF2B5EF4-FFF2-40B4-BE49-F238E27FC236}">
                <a16:creationId xmlns:a16="http://schemas.microsoft.com/office/drawing/2014/main" id="{1405690E-B02F-4CFF-9F95-B72761A916F2}"/>
              </a:ext>
            </a:extLst>
          </p:cNvPr>
          <p:cNvSpPr>
            <a:spLocks xmlns:a="http://schemas.openxmlformats.org/drawingml/2006/main" noGrp="1"/>
          </p:cNvSpPr>
          <p:nvPr/>
        </p:nvSpPr>
        <p:spPr>
          <a:xfrm xmlns:a="http://schemas.openxmlformats.org/drawingml/2006/main">
            <a:off x="1828800" y="2754154"/>
            <a:ext cx="1463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5850" b="1">
                <a:solidFill>
                  <a:srgbClr val="111111"/>
                </a:solidFill>
                <a:latin typeface="Pretendard"/>
                <a:ea typeface="Pretendard"/>
                <a:cs typeface="Pretendard"/>
              </a:defRPr>
            </a:defPPr>
            <a:lvl1pPr algn="ctr">
              <a:defRPr sz="5850" b="1">
                <a:solidFill>
                  <a:srgbClr val="111111"/>
                </a:solidFill>
                <a:latin typeface="Pretendard"/>
                <a:ea typeface="Pretendard"/>
                <a:cs typeface="Pretendard"/>
              </a:defRPr>
            </a:lvl1pPr>
            <a:lvl2pPr algn="ctr">
              <a:defRPr sz="5850" b="1">
                <a:solidFill>
                  <a:srgbClr val="111111"/>
                </a:solidFill>
                <a:latin typeface="Pretendard"/>
                <a:ea typeface="Pretendard"/>
                <a:cs typeface="Pretendard"/>
              </a:defRPr>
            </a:lvl2pPr>
            <a:lvl3pPr algn="ctr">
              <a:defRPr sz="5850" b="1">
                <a:solidFill>
                  <a:srgbClr val="111111"/>
                </a:solidFill>
                <a:latin typeface="Pretendard"/>
                <a:ea typeface="Pretendard"/>
                <a:cs typeface="Pretendard"/>
              </a:defRPr>
            </a:lvl3pPr>
            <a:lvl4pPr algn="ctr">
              <a:defRPr sz="5850" b="1">
                <a:solidFill>
                  <a:srgbClr val="111111"/>
                </a:solidFill>
                <a:latin typeface="Pretendard"/>
                <a:ea typeface="Pretendard"/>
                <a:cs typeface="Pretendard"/>
              </a:defRPr>
            </a:lvl4pPr>
            <a:lvl5pPr algn="ctr">
              <a:defRPr sz="5850" b="1">
                <a:solidFill>
                  <a:srgbClr val="111111"/>
                </a:solidFill>
                <a:latin typeface="Pretendard"/>
                <a:ea typeface="Pretendard"/>
                <a:cs typeface="Pretendard"/>
              </a:defRPr>
            </a:lvl5pPr>
            <a:lvl6pPr algn="ctr">
              <a:defRPr sz="5850" b="1">
                <a:solidFill>
                  <a:srgbClr val="111111"/>
                </a:solidFill>
                <a:latin typeface="Pretendard"/>
                <a:ea typeface="Pretendard"/>
                <a:cs typeface="Pretendard"/>
              </a:defRPr>
            </a:lvl6pPr>
            <a:lvl7pPr algn="ctr">
              <a:defRPr sz="5850" b="1">
                <a:solidFill>
                  <a:srgbClr val="111111"/>
                </a:solidFill>
                <a:latin typeface="Pretendard"/>
                <a:ea typeface="Pretendard"/>
                <a:cs typeface="Pretendard"/>
              </a:defRPr>
            </a:lvl7pPr>
            <a:lvl8pPr algn="ctr">
              <a:defRPr sz="5850" b="1">
                <a:solidFill>
                  <a:srgbClr val="111111"/>
                </a:solidFill>
                <a:latin typeface="Pretendard"/>
                <a:ea typeface="Pretendard"/>
                <a:cs typeface="Pretendard"/>
              </a:defRPr>
            </a:lvl8pPr>
            <a:lvl9pPr algn="ctr">
              <a:defRPr sz="5850" b="1">
                <a:solidFill>
                  <a:srgbClr val="111111"/>
                </a:solidFill>
                <a:latin typeface="Pretendard"/>
                <a:ea typeface="Pretendard"/>
                <a:cs typeface="Pretendard"/>
              </a:defRPr>
            </a:lvl9pPr>
          </a:lstStyle>
          <a:p xmlns:a="http://schemas.openxmlformats.org/drawingml/2006/main">
            <a:pPr algn="ctr">
              <a:defRPr sz="5850" b="1">
                <a:solidFill>
                  <a:srgbClr val="111111"/>
                </a:solidFill>
                <a:latin typeface="Pretendard"/>
                <a:ea typeface="Pretendard"/>
                <a:cs typeface="Pretendard"/>
              </a:defRPr>
            </a:pPr>
            <a:r>
              <a:rPr sz="5850" b="1">
                <a:solidFill>
                  <a:srgbClr val="111111"/>
                </a:solidFill>
                <a:latin typeface="Pretendard"/>
                <a:ea typeface="Pretendard"/>
                <a:cs typeface="Pretendard"/>
              </a:rPr>
              <a:t>흔들기만 했는데도 따뜻해지는 손난로!?</a:t>
            </a:r>
          </a:p>
        </p:txBody>
      </p:sp>
      <p:sp>
        <p:nvSpPr>
          <p:cNvPr id="7" name="observation_explanation">
            <a:extLst xmlns:a="http://schemas.openxmlformats.org/drawingml/2006/main">
              <a:ext uri="{FF2B5EF4-FFF2-40B4-BE49-F238E27FC236}">
                <a16:creationId xmlns:a16="http://schemas.microsoft.com/office/drawing/2014/main" id="{50576B19-5D91-48AB-93AC-856B516D26B4}"/>
              </a:ext>
            </a:extLst>
          </p:cNvPr>
          <p:cNvSpPr>
            <a:spLocks xmlns:a="http://schemas.openxmlformats.org/drawingml/2006/main" noGrp="1"/>
          </p:cNvSpPr>
          <p:nvPr/>
        </p:nvSpPr>
        <p:spPr>
          <a:xfrm xmlns:a="http://schemas.openxmlformats.org/drawingml/2006/main">
            <a:off x="1905000" y="4025265"/>
            <a:ext cx="1447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400" b="0">
                <a:solidFill>
                  <a:srgbClr val="888888"/>
                </a:solidFill>
                <a:latin typeface="Pretendard"/>
                <a:ea typeface="Pretendard"/>
                <a:cs typeface="Pretendard"/>
              </a:defRPr>
            </a:defPPr>
            <a:lvl1pPr algn="ctr">
              <a:defRPr sz="2400" b="0">
                <a:solidFill>
                  <a:srgbClr val="888888"/>
                </a:solidFill>
                <a:latin typeface="Pretendard"/>
                <a:ea typeface="Pretendard"/>
                <a:cs typeface="Pretendard"/>
              </a:defRPr>
            </a:lvl1pPr>
            <a:lvl2pPr algn="ctr">
              <a:defRPr sz="2400" b="0">
                <a:solidFill>
                  <a:srgbClr val="888888"/>
                </a:solidFill>
                <a:latin typeface="Pretendard"/>
                <a:ea typeface="Pretendard"/>
                <a:cs typeface="Pretendard"/>
              </a:defRPr>
            </a:lvl2pPr>
            <a:lvl3pPr algn="ctr">
              <a:defRPr sz="2400" b="0">
                <a:solidFill>
                  <a:srgbClr val="888888"/>
                </a:solidFill>
                <a:latin typeface="Pretendard"/>
                <a:ea typeface="Pretendard"/>
                <a:cs typeface="Pretendard"/>
              </a:defRPr>
            </a:lvl3pPr>
            <a:lvl4pPr algn="ctr">
              <a:defRPr sz="2400" b="0">
                <a:solidFill>
                  <a:srgbClr val="888888"/>
                </a:solidFill>
                <a:latin typeface="Pretendard"/>
                <a:ea typeface="Pretendard"/>
                <a:cs typeface="Pretendard"/>
              </a:defRPr>
            </a:lvl4pPr>
            <a:lvl5pPr algn="ctr">
              <a:defRPr sz="2400" b="0">
                <a:solidFill>
                  <a:srgbClr val="888888"/>
                </a:solidFill>
                <a:latin typeface="Pretendard"/>
                <a:ea typeface="Pretendard"/>
                <a:cs typeface="Pretendard"/>
              </a:defRPr>
            </a:lvl5pPr>
            <a:lvl6pPr algn="ctr">
              <a:defRPr sz="2400" b="0">
                <a:solidFill>
                  <a:srgbClr val="888888"/>
                </a:solidFill>
                <a:latin typeface="Pretendard"/>
                <a:ea typeface="Pretendard"/>
                <a:cs typeface="Pretendard"/>
              </a:defRPr>
            </a:lvl6pPr>
            <a:lvl7pPr algn="ctr">
              <a:defRPr sz="2400" b="0">
                <a:solidFill>
                  <a:srgbClr val="888888"/>
                </a:solidFill>
                <a:latin typeface="Pretendard"/>
                <a:ea typeface="Pretendard"/>
                <a:cs typeface="Pretendard"/>
              </a:defRPr>
            </a:lvl7pPr>
            <a:lvl8pPr algn="ctr">
              <a:defRPr sz="2400" b="0">
                <a:solidFill>
                  <a:srgbClr val="888888"/>
                </a:solidFill>
                <a:latin typeface="Pretendard"/>
                <a:ea typeface="Pretendard"/>
                <a:cs typeface="Pretendard"/>
              </a:defRPr>
            </a:lvl8pPr>
            <a:lvl9pPr algn="ctr">
              <a:defRPr sz="2400" b="0">
                <a:solidFill>
                  <a:srgbClr val="888888"/>
                </a:solidFill>
                <a:latin typeface="Pretendard"/>
                <a:ea typeface="Pretendard"/>
                <a:cs typeface="Pretendard"/>
              </a:defRPr>
            </a:lvl9pPr>
          </a:lstStyle>
          <a:p xmlns:a="http://schemas.openxmlformats.org/drawingml/2006/main">
            <a:pPr algn="ctr">
              <a:defRPr sz="2400" b="0">
                <a:solidFill>
                  <a:srgbClr val="888888"/>
                </a:solidFill>
                <a:latin typeface="Pretendard"/>
                <a:ea typeface="Pretendard"/>
                <a:cs typeface="Pretendard"/>
              </a:defRPr>
            </a:pPr>
            <a:r>
              <a:rPr sz="2400" b="0">
                <a:solidFill>
                  <a:srgbClr val="888888"/>
                </a:solidFill>
                <a:latin typeface="Pretendard"/>
                <a:ea typeface="Pretendard"/>
                <a:cs typeface="Pretendard"/>
              </a:rPr>
              <a:t>포장을 뜯고 흔든 손난로가 따뜻해진다. 손난로 안에서는 어떤 변화가 일어날까?</a:t>
            </a:r>
          </a:p>
        </p:txBody>
      </p:sp>
      <p:pic>
        <p:nvPicPr>
          <p:cNvPr id="8" name="">
            <a:extLst xmlns:a="http://schemas.openxmlformats.org/drawingml/2006/main">
              <a:ext uri="{FF2B5EF4-FFF2-40B4-BE49-F238E27FC236}">
                <a16:creationId xmlns:a16="http://schemas.microsoft.com/office/drawing/2014/main" id="{6F7F7204-D38E-4822-8142-325FFB83204F}"/>
              </a:ext>
            </a:extLst>
          </p:cNvPr>
          <p:cNvPicPr>
            <a:picLocks xmlns:a="http://schemas.openxmlformats.org/drawingml/2006/main" noChangeAspect="1"/>
          </p:cNvPicPr>
          <p:nvPr/>
        </p:nvPicPr>
        <p:blipFill>
          <a:blip xmlns:r="http://schemas.openxmlformats.org/officeDocument/2006/relationships" xmlns:a="http://schemas.openxmlformats.org/drawingml/2006/main" r:embed="R39979f103fe14c6c"/>
          <a:stretch xmlns:a="http://schemas.openxmlformats.org/drawingml/2006/main"/>
        </p:blipFill>
        <p:spPr>
          <a:xfrm xmlns:a="http://schemas.openxmlformats.org/drawingml/2006/main">
            <a:off x="5715000" y="4722634"/>
            <a:ext cx="6858000" cy="5151794"/>
          </a:xfrm>
          <a:prstGeom xmlns:a="http://schemas.openxmlformats.org/drawingml/2006/main" prst="rect">
            <a:avLst/>
          </a:prstGeom>
        </p:spPr>
      </p:pic>
    </p:spTree>
    <p:extLst>
      <p:ext uri="{BB962C8B-B14F-4D97-AF65-F5344CB8AC3E}">
        <p14:creationId xmlns:p14="http://schemas.microsoft.com/office/powerpoint/2010/main" val="730613649"/>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D02E5FB0-6EB8-4DE8-9BA3-A52B60386135}"/>
              </a:ext>
            </a:extLst>
          </p:cNvPr>
          <p:cNvPicPr>
            <a:picLocks xmlns:a="http://schemas.openxmlformats.org/drawingml/2006/main" noChangeAspect="1"/>
          </p:cNvPicPr>
          <p:nvPr/>
        </p:nvPicPr>
        <p:blipFill>
          <a:blip xmlns:r="http://schemas.openxmlformats.org/officeDocument/2006/relationships" xmlns:a="http://schemas.openxmlformats.org/drawingml/2006/main" r:embed="Ra8a5fefaeb3c4ef7"/>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reference_green_fade">
            <a:extLst xmlns:a="http://schemas.openxmlformats.org/drawingml/2006/main">
              <a:ext uri="{FF2B5EF4-FFF2-40B4-BE49-F238E27FC236}">
                <a16:creationId xmlns:a16="http://schemas.microsoft.com/office/drawing/2014/main" id="{6A449E57-BEA3-45F3-AE96-DBE6A695DF1A}"/>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063D04"/>
              </a:gs>
              <a:gs pos="22000">
                <a:srgbClr val="063D04"/>
              </a:gs>
              <a:gs pos="58000">
                <a:srgbClr val="063D04">
                  <a:alpha val="0"/>
                </a:srgbClr>
              </a:gs>
              <a:gs pos="100000">
                <a:srgbClr val="063D04">
                  <a:alpha val="0"/>
                </a:srgbClr>
              </a:gs>
            </a:gsLst>
            <a:lin ang="0"/>
          </a:gradFill>
          <a:ln xmlns:a="http://schemas.openxmlformats.org/drawingml/2006/main" w="0">
            <a:noFill/>
          </a:ln>
        </p:spPr>
      </p:sp>
      <p:pic>
        <p:nvPicPr>
          <p:cNvPr id="3" name="">
            <a:extLst xmlns:a="http://schemas.openxmlformats.org/drawingml/2006/main">
              <a:ext uri="{FF2B5EF4-FFF2-40B4-BE49-F238E27FC236}">
                <a16:creationId xmlns:a16="http://schemas.microsoft.com/office/drawing/2014/main" id="{DB9CF047-5DE6-4EF3-8A9C-8258517FC1E2}"/>
              </a:ext>
            </a:extLst>
          </p:cNvPr>
          <p:cNvPicPr>
            <a:picLocks xmlns:a="http://schemas.openxmlformats.org/drawingml/2006/main" noChangeAspect="1"/>
          </p:cNvPicPr>
          <p:nvPr/>
        </p:nvPicPr>
        <p:blipFill>
          <a:blip xmlns:r="http://schemas.openxmlformats.org/officeDocument/2006/relationships" xmlns:a="http://schemas.openxmlformats.org/drawingml/2006/main" r:embed="R2f5359ad244d49a7"/>
          <a:stretch xmlns:a="http://schemas.openxmlformats.org/drawingml/2006/main"/>
        </p:blipFill>
        <p:spPr>
          <a:xfrm xmlns:a="http://schemas.openxmlformats.org/drawingml/2006/main">
            <a:off x="16916400" y="332392"/>
            <a:ext cx="1079500" cy="668717"/>
          </a:xfrm>
          <a:prstGeom xmlns:a="http://schemas.openxmlformats.org/drawingml/2006/main" prst="rect">
            <a:avLst/>
          </a:prstGeom>
        </p:spPr>
      </p:pic>
      <p:sp>
        <p:nvSpPr>
          <p:cNvPr id="4" name="copyright">
            <a:extLst xmlns:a="http://schemas.openxmlformats.org/drawingml/2006/main">
              <a:ext uri="{FF2B5EF4-FFF2-40B4-BE49-F238E27FC236}">
                <a16:creationId xmlns:a16="http://schemas.microsoft.com/office/drawing/2014/main" id="{7A8558FE-3A1A-43D9-BAF4-45E939D5D080}"/>
              </a:ext>
            </a:extLst>
          </p:cNvPr>
          <p:cNvSpPr>
            <a:spLocks xmlns:a="http://schemas.openxmlformats.org/drawingml/2006/main" noGrp="1"/>
          </p:cNvSpPr>
          <p:nvPr/>
        </p:nvSpPr>
        <p:spPr>
          <a:xfrm xmlns:a="http://schemas.openxmlformats.org/drawingml/2006/main">
            <a:off x="14620875" y="9865281"/>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5" name="part_label">
            <a:extLst xmlns:a="http://schemas.openxmlformats.org/drawingml/2006/main">
              <a:ext uri="{FF2B5EF4-FFF2-40B4-BE49-F238E27FC236}">
                <a16:creationId xmlns:a16="http://schemas.microsoft.com/office/drawing/2014/main" id="{682FCA5D-08CA-41A2-B0FD-363A33EA7610}"/>
              </a:ext>
            </a:extLst>
          </p:cNvPr>
          <p:cNvSpPr>
            <a:spLocks xmlns:a="http://schemas.openxmlformats.org/drawingml/2006/main" noGrp="1"/>
          </p:cNvSpPr>
          <p:nvPr/>
        </p:nvSpPr>
        <p:spPr>
          <a:xfrm xmlns:a="http://schemas.openxmlformats.org/drawingml/2006/main">
            <a:off x="1130618" y="3018473"/>
            <a:ext cx="31432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5100" b="1">
                <a:solidFill>
                  <a:srgbClr val="9FFF68"/>
                </a:solidFill>
                <a:latin typeface="Pretendard"/>
                <a:ea typeface="Pretendard"/>
                <a:cs typeface="Pretendard"/>
              </a:defRPr>
            </a:defPPr>
            <a:lvl1pPr algn="l">
              <a:defRPr sz="5100" b="1">
                <a:solidFill>
                  <a:srgbClr val="9FFF68"/>
                </a:solidFill>
                <a:latin typeface="Pretendard"/>
                <a:ea typeface="Pretendard"/>
                <a:cs typeface="Pretendard"/>
              </a:defRPr>
            </a:lvl1pPr>
            <a:lvl2pPr algn="l">
              <a:defRPr sz="5100" b="1">
                <a:solidFill>
                  <a:srgbClr val="9FFF68"/>
                </a:solidFill>
                <a:latin typeface="Pretendard"/>
                <a:ea typeface="Pretendard"/>
                <a:cs typeface="Pretendard"/>
              </a:defRPr>
            </a:lvl2pPr>
            <a:lvl3pPr algn="l">
              <a:defRPr sz="5100" b="1">
                <a:solidFill>
                  <a:srgbClr val="9FFF68"/>
                </a:solidFill>
                <a:latin typeface="Pretendard"/>
                <a:ea typeface="Pretendard"/>
                <a:cs typeface="Pretendard"/>
              </a:defRPr>
            </a:lvl3pPr>
            <a:lvl4pPr algn="l">
              <a:defRPr sz="5100" b="1">
                <a:solidFill>
                  <a:srgbClr val="9FFF68"/>
                </a:solidFill>
                <a:latin typeface="Pretendard"/>
                <a:ea typeface="Pretendard"/>
                <a:cs typeface="Pretendard"/>
              </a:defRPr>
            </a:lvl4pPr>
            <a:lvl5pPr algn="l">
              <a:defRPr sz="5100" b="1">
                <a:solidFill>
                  <a:srgbClr val="9FFF68"/>
                </a:solidFill>
                <a:latin typeface="Pretendard"/>
                <a:ea typeface="Pretendard"/>
                <a:cs typeface="Pretendard"/>
              </a:defRPr>
            </a:lvl5pPr>
            <a:lvl6pPr algn="l">
              <a:defRPr sz="5100" b="1">
                <a:solidFill>
                  <a:srgbClr val="9FFF68"/>
                </a:solidFill>
                <a:latin typeface="Pretendard"/>
                <a:ea typeface="Pretendard"/>
                <a:cs typeface="Pretendard"/>
              </a:defRPr>
            </a:lvl6pPr>
            <a:lvl7pPr algn="l">
              <a:defRPr sz="5100" b="1">
                <a:solidFill>
                  <a:srgbClr val="9FFF68"/>
                </a:solidFill>
                <a:latin typeface="Pretendard"/>
                <a:ea typeface="Pretendard"/>
                <a:cs typeface="Pretendard"/>
              </a:defRPr>
            </a:lvl7pPr>
            <a:lvl8pPr algn="l">
              <a:defRPr sz="5100" b="1">
                <a:solidFill>
                  <a:srgbClr val="9FFF68"/>
                </a:solidFill>
                <a:latin typeface="Pretendard"/>
                <a:ea typeface="Pretendard"/>
                <a:cs typeface="Pretendard"/>
              </a:defRPr>
            </a:lvl8pPr>
            <a:lvl9pPr algn="l">
              <a:defRPr sz="5100" b="1">
                <a:solidFill>
                  <a:srgbClr val="9FFF68"/>
                </a:solidFill>
                <a:latin typeface="Pretendard"/>
                <a:ea typeface="Pretendard"/>
                <a:cs typeface="Pretendard"/>
              </a:defRPr>
            </a:lvl9pPr>
          </a:lstStyle>
          <a:p xmlns:a="http://schemas.openxmlformats.org/drawingml/2006/main">
            <a:pPr algn="l">
              <a:defRPr sz="5100" b="1">
                <a:solidFill>
                  <a:srgbClr val="9FFF68"/>
                </a:solidFill>
                <a:latin typeface="Pretendard"/>
                <a:ea typeface="Pretendard"/>
                <a:cs typeface="Pretendard"/>
              </a:defRPr>
            </a:pPr>
            <a:r>
              <a:rPr sz="5100" b="1">
                <a:solidFill>
                  <a:srgbClr val="9FFF68"/>
                </a:solidFill>
                <a:latin typeface="Pretendard"/>
                <a:ea typeface="Pretendard"/>
                <a:cs typeface="Pretendard"/>
              </a:rPr>
              <a:t>PART 1</a:t>
            </a:r>
          </a:p>
        </p:txBody>
      </p:sp>
      <p:sp>
        <p:nvSpPr>
          <p:cNvPr id="6" name="title">
            <a:extLst xmlns:a="http://schemas.openxmlformats.org/drawingml/2006/main">
              <a:ext uri="{FF2B5EF4-FFF2-40B4-BE49-F238E27FC236}">
                <a16:creationId xmlns:a16="http://schemas.microsoft.com/office/drawing/2014/main" id="{98C14514-1E27-4248-B2E4-271D639BC401}"/>
              </a:ext>
            </a:extLst>
          </p:cNvPr>
          <p:cNvSpPr>
            <a:spLocks xmlns:a="http://schemas.openxmlformats.org/drawingml/2006/main" noGrp="1"/>
          </p:cNvSpPr>
          <p:nvPr/>
        </p:nvSpPr>
        <p:spPr>
          <a:xfrm xmlns:a="http://schemas.openxmlformats.org/drawingml/2006/main">
            <a:off x="1130618" y="4000024"/>
            <a:ext cx="13335000" cy="149828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7050" b="1">
                <a:solidFill>
                  <a:srgbClr val="FFFFFF"/>
                </a:solidFill>
                <a:latin typeface="Pretendard"/>
                <a:ea typeface="Pretendard"/>
                <a:cs typeface="Pretendard"/>
              </a:defRPr>
            </a:defPPr>
            <a:lvl1pPr algn="l">
              <a:defRPr sz="7050" b="1">
                <a:solidFill>
                  <a:srgbClr val="FFFFFF"/>
                </a:solidFill>
                <a:latin typeface="Pretendard"/>
                <a:ea typeface="Pretendard"/>
                <a:cs typeface="Pretendard"/>
              </a:defRPr>
            </a:lvl1pPr>
            <a:lvl2pPr algn="l">
              <a:defRPr sz="7050" b="1">
                <a:solidFill>
                  <a:srgbClr val="FFFFFF"/>
                </a:solidFill>
                <a:latin typeface="Pretendard"/>
                <a:ea typeface="Pretendard"/>
                <a:cs typeface="Pretendard"/>
              </a:defRPr>
            </a:lvl2pPr>
            <a:lvl3pPr algn="l">
              <a:defRPr sz="7050" b="1">
                <a:solidFill>
                  <a:srgbClr val="FFFFFF"/>
                </a:solidFill>
                <a:latin typeface="Pretendard"/>
                <a:ea typeface="Pretendard"/>
                <a:cs typeface="Pretendard"/>
              </a:defRPr>
            </a:lvl3pPr>
            <a:lvl4pPr algn="l">
              <a:defRPr sz="7050" b="1">
                <a:solidFill>
                  <a:srgbClr val="FFFFFF"/>
                </a:solidFill>
                <a:latin typeface="Pretendard"/>
                <a:ea typeface="Pretendard"/>
                <a:cs typeface="Pretendard"/>
              </a:defRPr>
            </a:lvl4pPr>
            <a:lvl5pPr algn="l">
              <a:defRPr sz="7050" b="1">
                <a:solidFill>
                  <a:srgbClr val="FFFFFF"/>
                </a:solidFill>
                <a:latin typeface="Pretendard"/>
                <a:ea typeface="Pretendard"/>
                <a:cs typeface="Pretendard"/>
              </a:defRPr>
            </a:lvl5pPr>
            <a:lvl6pPr algn="l">
              <a:defRPr sz="7050" b="1">
                <a:solidFill>
                  <a:srgbClr val="FFFFFF"/>
                </a:solidFill>
                <a:latin typeface="Pretendard"/>
                <a:ea typeface="Pretendard"/>
                <a:cs typeface="Pretendard"/>
              </a:defRPr>
            </a:lvl6pPr>
            <a:lvl7pPr algn="l">
              <a:defRPr sz="7050" b="1">
                <a:solidFill>
                  <a:srgbClr val="FFFFFF"/>
                </a:solidFill>
                <a:latin typeface="Pretendard"/>
                <a:ea typeface="Pretendard"/>
                <a:cs typeface="Pretendard"/>
              </a:defRPr>
            </a:lvl7pPr>
            <a:lvl8pPr algn="l">
              <a:defRPr sz="7050" b="1">
                <a:solidFill>
                  <a:srgbClr val="FFFFFF"/>
                </a:solidFill>
                <a:latin typeface="Pretendard"/>
                <a:ea typeface="Pretendard"/>
                <a:cs typeface="Pretendard"/>
              </a:defRPr>
            </a:lvl8pPr>
            <a:lvl9pPr algn="l">
              <a:defRPr sz="7050" b="1">
                <a:solidFill>
                  <a:srgbClr val="FFFFFF"/>
                </a:solidFill>
                <a:latin typeface="Pretendard"/>
                <a:ea typeface="Pretendard"/>
                <a:cs typeface="Pretendard"/>
              </a:defRPr>
            </a:lvl9pPr>
          </a:lstStyle>
          <a:p xmlns:a="http://schemas.openxmlformats.org/drawingml/2006/main">
            <a:pPr algn="l">
              <a:defRPr sz="7050" b="1">
                <a:solidFill>
                  <a:srgbClr val="FFFFFF"/>
                </a:solidFill>
                <a:latin typeface="Pretendard"/>
                <a:ea typeface="Pretendard"/>
                <a:cs typeface="Pretendard"/>
              </a:defRPr>
            </a:pPr>
            <a:r>
              <a:rPr sz="7050" b="1">
                <a:solidFill>
                  <a:srgbClr val="FFFFFF"/>
                </a:solidFill>
                <a:latin typeface="Pretendard"/>
                <a:ea typeface="Pretendard"/>
                <a:cs typeface="Pretendard"/>
              </a:rPr>
              <a:t>엔탈피와 열화학 반응식</a:t>
            </a:r>
          </a:p>
        </p:txBody>
      </p:sp>
      <p:sp>
        <p:nvSpPr>
          <p:cNvPr id="7" name="theory_curiosity">
            <a:extLst xmlns:a="http://schemas.openxmlformats.org/drawingml/2006/main">
              <a:ext uri="{FF2B5EF4-FFF2-40B4-BE49-F238E27FC236}">
                <a16:creationId xmlns:a16="http://schemas.microsoft.com/office/drawing/2014/main" id="{99AD9A06-B8A4-4E21-BBA1-C6F1CEF42808}"/>
              </a:ext>
            </a:extLst>
          </p:cNvPr>
          <p:cNvSpPr>
            <a:spLocks xmlns:a="http://schemas.openxmlformats.org/drawingml/2006/main" noGrp="1"/>
          </p:cNvSpPr>
          <p:nvPr/>
        </p:nvSpPr>
        <p:spPr>
          <a:xfrm xmlns:a="http://schemas.openxmlformats.org/drawingml/2006/main">
            <a:off x="1130618" y="5497354"/>
            <a:ext cx="13335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850" b="0">
                <a:solidFill>
                  <a:srgbClr val="FFFFFF"/>
                </a:solidFill>
                <a:latin typeface="Pretendard"/>
                <a:ea typeface="Pretendard"/>
                <a:cs typeface="Pretendard"/>
              </a:defRPr>
            </a:defPPr>
            <a:lvl1pPr algn="l">
              <a:defRPr sz="2850" b="0">
                <a:solidFill>
                  <a:srgbClr val="FFFFFF"/>
                </a:solidFill>
                <a:latin typeface="Pretendard"/>
                <a:ea typeface="Pretendard"/>
                <a:cs typeface="Pretendard"/>
              </a:defRPr>
            </a:lvl1pPr>
            <a:lvl2pPr algn="l">
              <a:defRPr sz="2850" b="0">
                <a:solidFill>
                  <a:srgbClr val="FFFFFF"/>
                </a:solidFill>
                <a:latin typeface="Pretendard"/>
                <a:ea typeface="Pretendard"/>
                <a:cs typeface="Pretendard"/>
              </a:defRPr>
            </a:lvl2pPr>
            <a:lvl3pPr algn="l">
              <a:defRPr sz="2850" b="0">
                <a:solidFill>
                  <a:srgbClr val="FFFFFF"/>
                </a:solidFill>
                <a:latin typeface="Pretendard"/>
                <a:ea typeface="Pretendard"/>
                <a:cs typeface="Pretendard"/>
              </a:defRPr>
            </a:lvl3pPr>
            <a:lvl4pPr algn="l">
              <a:defRPr sz="2850" b="0">
                <a:solidFill>
                  <a:srgbClr val="FFFFFF"/>
                </a:solidFill>
                <a:latin typeface="Pretendard"/>
                <a:ea typeface="Pretendard"/>
                <a:cs typeface="Pretendard"/>
              </a:defRPr>
            </a:lvl4pPr>
            <a:lvl5pPr algn="l">
              <a:defRPr sz="2850" b="0">
                <a:solidFill>
                  <a:srgbClr val="FFFFFF"/>
                </a:solidFill>
                <a:latin typeface="Pretendard"/>
                <a:ea typeface="Pretendard"/>
                <a:cs typeface="Pretendard"/>
              </a:defRPr>
            </a:lvl5pPr>
            <a:lvl6pPr algn="l">
              <a:defRPr sz="2850" b="0">
                <a:solidFill>
                  <a:srgbClr val="FFFFFF"/>
                </a:solidFill>
                <a:latin typeface="Pretendard"/>
                <a:ea typeface="Pretendard"/>
                <a:cs typeface="Pretendard"/>
              </a:defRPr>
            </a:lvl6pPr>
            <a:lvl7pPr algn="l">
              <a:defRPr sz="2850" b="0">
                <a:solidFill>
                  <a:srgbClr val="FFFFFF"/>
                </a:solidFill>
                <a:latin typeface="Pretendard"/>
                <a:ea typeface="Pretendard"/>
                <a:cs typeface="Pretendard"/>
              </a:defRPr>
            </a:lvl7pPr>
            <a:lvl8pPr algn="l">
              <a:defRPr sz="2850" b="0">
                <a:solidFill>
                  <a:srgbClr val="FFFFFF"/>
                </a:solidFill>
                <a:latin typeface="Pretendard"/>
                <a:ea typeface="Pretendard"/>
                <a:cs typeface="Pretendard"/>
              </a:defRPr>
            </a:lvl8pPr>
            <a:lvl9pPr algn="l">
              <a:defRPr sz="2850" b="0">
                <a:solidFill>
                  <a:srgbClr val="FFFFFF"/>
                </a:solidFill>
                <a:latin typeface="Pretendard"/>
                <a:ea typeface="Pretendard"/>
                <a:cs typeface="Pretendard"/>
              </a:defRPr>
            </a:lvl9pPr>
          </a:lstStyle>
          <a:p xmlns:a="http://schemas.openxmlformats.org/drawingml/2006/main">
            <a:pPr algn="l">
              <a:defRPr sz="2850" b="0">
                <a:solidFill>
                  <a:srgbClr val="FFFFFF"/>
                </a:solidFill>
                <a:latin typeface="Pretendard"/>
                <a:ea typeface="Pretendard"/>
                <a:cs typeface="Pretendard"/>
              </a:defRPr>
            </a:pPr>
            <a:r>
              <a:rPr sz="2850" b="0">
                <a:solidFill>
                  <a:srgbClr val="FFFFFF"/>
                </a:solidFill>
                <a:latin typeface="Pretendard"/>
                <a:ea typeface="Pretendard"/>
                <a:cs typeface="Pretendard"/>
              </a:rPr>
              <a:t>같은 반응도 물질의 양이나 상태가 달라지면 출입하는 열이 달라질까?</a:t>
            </a:r>
          </a:p>
        </p:txBody>
      </p:sp>
    </p:spTree>
    <p:extLst>
      <p:ext uri="{BB962C8B-B14F-4D97-AF65-F5344CB8AC3E}">
        <p14:creationId xmlns:p14="http://schemas.microsoft.com/office/powerpoint/2010/main" val="158165306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7" name="">
            <a:extLst xmlns:a="http://schemas.openxmlformats.org/drawingml/2006/main">
              <a:ext uri="{FF2B5EF4-FFF2-40B4-BE49-F238E27FC236}">
                <a16:creationId xmlns:a16="http://schemas.microsoft.com/office/drawing/2014/main" id="{2EB913E6-1DC5-4F76-B5EC-CB149AF5BEB3}"/>
              </a:ext>
            </a:extLst>
          </p:cNvPr>
          <p:cNvPicPr>
            <a:picLocks xmlns:a="http://schemas.openxmlformats.org/drawingml/2006/main" noChangeAspect="1"/>
          </p:cNvPicPr>
          <p:nvPr/>
        </p:nvPicPr>
        <p:blipFill>
          <a:blip xmlns:r="http://schemas.openxmlformats.org/officeDocument/2006/relationships" xmlns:a="http://schemas.openxmlformats.org/drawingml/2006/main" r:embed="Rf692334981294541"/>
          <a:stretch xmlns:a="http://schemas.openxmlformats.org/drawingml/2006/main"/>
        </p:blipFill>
        <p:spPr>
          <a:xfrm xmlns:a="http://schemas.openxmlformats.org/drawingml/2006/main">
            <a:off x="16941800" y="382588"/>
            <a:ext cx="1028700" cy="733425"/>
          </a:xfrm>
          <a:prstGeom xmlns:a="http://schemas.openxmlformats.org/drawingml/2006/main" prst="rect">
            <a:avLst/>
          </a:prstGeom>
        </p:spPr>
      </p:pic>
      <p:sp>
        <p:nvSpPr>
          <p:cNvPr id="2" name="part_heading">
            <a:extLst xmlns:a="http://schemas.openxmlformats.org/drawingml/2006/main">
              <a:ext uri="{FF2B5EF4-FFF2-40B4-BE49-F238E27FC236}">
                <a16:creationId xmlns:a16="http://schemas.microsoft.com/office/drawing/2014/main" id="{71447EC5-319F-4579-A71D-5C19DB9572CA}"/>
              </a:ext>
            </a:extLst>
          </p:cNvPr>
          <p:cNvSpPr>
            <a:spLocks xmlns:a="http://schemas.openxmlformats.org/drawingml/2006/main" noGrp="1"/>
          </p:cNvSpPr>
          <p:nvPr/>
        </p:nvSpPr>
        <p:spPr>
          <a:xfrm xmlns:a="http://schemas.openxmlformats.org/drawingml/2006/main">
            <a:off x="685800" y="742950"/>
            <a:ext cx="1428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50" b="1">
                <a:solidFill>
                  <a:srgbClr val="909090"/>
                </a:solidFill>
                <a:latin typeface="Pretendard"/>
                <a:ea typeface="Pretendard"/>
                <a:cs typeface="Pretendard"/>
              </a:defRPr>
            </a:defPPr>
            <a:lvl1pPr algn="l">
              <a:defRPr sz="2250" b="1">
                <a:solidFill>
                  <a:srgbClr val="909090"/>
                </a:solidFill>
                <a:latin typeface="Pretendard"/>
                <a:ea typeface="Pretendard"/>
                <a:cs typeface="Pretendard"/>
              </a:defRPr>
            </a:lvl1pPr>
            <a:lvl2pPr algn="l">
              <a:defRPr sz="2250" b="1">
                <a:solidFill>
                  <a:srgbClr val="909090"/>
                </a:solidFill>
                <a:latin typeface="Pretendard"/>
                <a:ea typeface="Pretendard"/>
                <a:cs typeface="Pretendard"/>
              </a:defRPr>
            </a:lvl2pPr>
            <a:lvl3pPr algn="l">
              <a:defRPr sz="2250" b="1">
                <a:solidFill>
                  <a:srgbClr val="909090"/>
                </a:solidFill>
                <a:latin typeface="Pretendard"/>
                <a:ea typeface="Pretendard"/>
                <a:cs typeface="Pretendard"/>
              </a:defRPr>
            </a:lvl3pPr>
            <a:lvl4pPr algn="l">
              <a:defRPr sz="2250" b="1">
                <a:solidFill>
                  <a:srgbClr val="909090"/>
                </a:solidFill>
                <a:latin typeface="Pretendard"/>
                <a:ea typeface="Pretendard"/>
                <a:cs typeface="Pretendard"/>
              </a:defRPr>
            </a:lvl4pPr>
            <a:lvl5pPr algn="l">
              <a:defRPr sz="2250" b="1">
                <a:solidFill>
                  <a:srgbClr val="909090"/>
                </a:solidFill>
                <a:latin typeface="Pretendard"/>
                <a:ea typeface="Pretendard"/>
                <a:cs typeface="Pretendard"/>
              </a:defRPr>
            </a:lvl5pPr>
            <a:lvl6pPr algn="l">
              <a:defRPr sz="2250" b="1">
                <a:solidFill>
                  <a:srgbClr val="909090"/>
                </a:solidFill>
                <a:latin typeface="Pretendard"/>
                <a:ea typeface="Pretendard"/>
                <a:cs typeface="Pretendard"/>
              </a:defRPr>
            </a:lvl6pPr>
            <a:lvl7pPr algn="l">
              <a:defRPr sz="2250" b="1">
                <a:solidFill>
                  <a:srgbClr val="909090"/>
                </a:solidFill>
                <a:latin typeface="Pretendard"/>
                <a:ea typeface="Pretendard"/>
                <a:cs typeface="Pretendard"/>
              </a:defRPr>
            </a:lvl7pPr>
            <a:lvl8pPr algn="l">
              <a:defRPr sz="2250" b="1">
                <a:solidFill>
                  <a:srgbClr val="909090"/>
                </a:solidFill>
                <a:latin typeface="Pretendard"/>
                <a:ea typeface="Pretendard"/>
                <a:cs typeface="Pretendard"/>
              </a:defRPr>
            </a:lvl8pPr>
            <a:lvl9pPr algn="l">
              <a:defRPr sz="2250" b="1">
                <a:solidFill>
                  <a:srgbClr val="909090"/>
                </a:solidFill>
                <a:latin typeface="Pretendard"/>
                <a:ea typeface="Pretendard"/>
                <a:cs typeface="Pretendard"/>
              </a:defRPr>
            </a:lvl9pPr>
          </a:lstStyle>
          <a:p xmlns:a="http://schemas.openxmlformats.org/drawingml/2006/main">
            <a:pPr algn="l">
              <a:defRPr sz="2250" b="1">
                <a:solidFill>
                  <a:srgbClr val="909090"/>
                </a:solidFill>
                <a:latin typeface="Pretendard"/>
                <a:ea typeface="Pretendard"/>
                <a:cs typeface="Pretendard"/>
              </a:defRPr>
            </a:pPr>
            <a:r>
              <a:rPr sz="2250" b="1">
                <a:solidFill>
                  <a:srgbClr val="909090"/>
                </a:solidFill>
                <a:latin typeface="Pretendard"/>
                <a:ea typeface="Pretendard"/>
                <a:cs typeface="Pretendard"/>
              </a:rPr>
              <a:t>PART 2 연료의 효율성</a:t>
            </a:r>
          </a:p>
        </p:txBody>
      </p:sp>
      <p:sp>
        <p:nvSpPr>
          <p:cNvPr id="3" name="topic_number">
            <a:extLst xmlns:a="http://schemas.openxmlformats.org/drawingml/2006/main">
              <a:ext uri="{FF2B5EF4-FFF2-40B4-BE49-F238E27FC236}">
                <a16:creationId xmlns:a16="http://schemas.microsoft.com/office/drawing/2014/main" id="{C8E4AC79-781F-417B-9736-77FE708DE927}"/>
              </a:ext>
            </a:extLst>
          </p:cNvPr>
          <p:cNvSpPr>
            <a:spLocks xmlns:a="http://schemas.openxmlformats.org/drawingml/2006/main" noGrp="1"/>
          </p:cNvSpPr>
          <p:nvPr/>
        </p:nvSpPr>
        <p:spPr>
          <a:xfrm xmlns:a="http://schemas.openxmlformats.org/drawingml/2006/main">
            <a:off x="685800" y="1304925"/>
            <a:ext cx="571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b="1">
                <a:solidFill>
                  <a:srgbClr val="57962F"/>
                </a:solidFill>
                <a:latin typeface="Pretendard"/>
                <a:ea typeface="Pretendard"/>
                <a:cs typeface="Pretendard"/>
              </a:defRPr>
            </a:defPPr>
            <a:lvl1pPr algn="l">
              <a:defRPr sz="2700" b="1">
                <a:solidFill>
                  <a:srgbClr val="57962F"/>
                </a:solidFill>
                <a:latin typeface="Pretendard"/>
                <a:ea typeface="Pretendard"/>
                <a:cs typeface="Pretendard"/>
              </a:defRPr>
            </a:lvl1pPr>
            <a:lvl2pPr algn="l">
              <a:defRPr sz="2700" b="1">
                <a:solidFill>
                  <a:srgbClr val="57962F"/>
                </a:solidFill>
                <a:latin typeface="Pretendard"/>
                <a:ea typeface="Pretendard"/>
                <a:cs typeface="Pretendard"/>
              </a:defRPr>
            </a:lvl2pPr>
            <a:lvl3pPr algn="l">
              <a:defRPr sz="2700" b="1">
                <a:solidFill>
                  <a:srgbClr val="57962F"/>
                </a:solidFill>
                <a:latin typeface="Pretendard"/>
                <a:ea typeface="Pretendard"/>
                <a:cs typeface="Pretendard"/>
              </a:defRPr>
            </a:lvl3pPr>
            <a:lvl4pPr algn="l">
              <a:defRPr sz="2700" b="1">
                <a:solidFill>
                  <a:srgbClr val="57962F"/>
                </a:solidFill>
                <a:latin typeface="Pretendard"/>
                <a:ea typeface="Pretendard"/>
                <a:cs typeface="Pretendard"/>
              </a:defRPr>
            </a:lvl4pPr>
            <a:lvl5pPr algn="l">
              <a:defRPr sz="2700" b="1">
                <a:solidFill>
                  <a:srgbClr val="57962F"/>
                </a:solidFill>
                <a:latin typeface="Pretendard"/>
                <a:ea typeface="Pretendard"/>
                <a:cs typeface="Pretendard"/>
              </a:defRPr>
            </a:lvl5pPr>
            <a:lvl6pPr algn="l">
              <a:defRPr sz="2700" b="1">
                <a:solidFill>
                  <a:srgbClr val="57962F"/>
                </a:solidFill>
                <a:latin typeface="Pretendard"/>
                <a:ea typeface="Pretendard"/>
                <a:cs typeface="Pretendard"/>
              </a:defRPr>
            </a:lvl6pPr>
            <a:lvl7pPr algn="l">
              <a:defRPr sz="2700" b="1">
                <a:solidFill>
                  <a:srgbClr val="57962F"/>
                </a:solidFill>
                <a:latin typeface="Pretendard"/>
                <a:ea typeface="Pretendard"/>
                <a:cs typeface="Pretendard"/>
              </a:defRPr>
            </a:lvl7pPr>
            <a:lvl8pPr algn="l">
              <a:defRPr sz="2700" b="1">
                <a:solidFill>
                  <a:srgbClr val="57962F"/>
                </a:solidFill>
                <a:latin typeface="Pretendard"/>
                <a:ea typeface="Pretendard"/>
                <a:cs typeface="Pretendard"/>
              </a:defRPr>
            </a:lvl8pPr>
            <a:lvl9pPr algn="l">
              <a:defRPr sz="2700" b="1">
                <a:solidFill>
                  <a:srgbClr val="57962F"/>
                </a:solidFill>
                <a:latin typeface="Pretendard"/>
                <a:ea typeface="Pretendard"/>
                <a:cs typeface="Pretendard"/>
              </a:defRPr>
            </a:lvl9pPr>
          </a:lstStyle>
          <a:p xmlns:a="http://schemas.openxmlformats.org/drawingml/2006/main">
            <a:pPr algn="l">
              <a:defRPr sz="2700" b="1">
                <a:solidFill>
                  <a:srgbClr val="57962F"/>
                </a:solidFill>
                <a:latin typeface="Pretendard"/>
                <a:ea typeface="Pretendard"/>
                <a:cs typeface="Pretendard"/>
              </a:defRPr>
            </a:pPr>
            <a:r>
              <a:rPr sz="2700" b="1">
                <a:solidFill>
                  <a:srgbClr val="57962F"/>
                </a:solidFill>
                <a:latin typeface="Pretendard"/>
                <a:ea typeface="Pretendard"/>
                <a:cs typeface="Pretendard"/>
              </a:rPr>
              <a:t>01</a:t>
            </a:r>
          </a:p>
        </p:txBody>
      </p:sp>
      <p:sp>
        <p:nvSpPr>
          <p:cNvPr id="4" name="topic_heading">
            <a:extLst xmlns:a="http://schemas.openxmlformats.org/drawingml/2006/main">
              <a:ext uri="{FF2B5EF4-FFF2-40B4-BE49-F238E27FC236}">
                <a16:creationId xmlns:a16="http://schemas.microsoft.com/office/drawing/2014/main" id="{3F3DE633-AF44-44EE-8BAC-3F0482232D6B}"/>
              </a:ext>
            </a:extLst>
          </p:cNvPr>
          <p:cNvSpPr>
            <a:spLocks xmlns:a="http://schemas.openxmlformats.org/drawingml/2006/main" noGrp="1"/>
          </p:cNvSpPr>
          <p:nvPr/>
        </p:nvSpPr>
        <p:spPr>
          <a:xfrm xmlns:a="http://schemas.openxmlformats.org/drawingml/2006/main">
            <a:off x="1304925" y="1304925"/>
            <a:ext cx="14287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b="1">
                <a:solidFill>
                  <a:srgbClr val="111111"/>
                </a:solidFill>
                <a:latin typeface="Pretendard"/>
                <a:ea typeface="Pretendard"/>
                <a:cs typeface="Pretendard"/>
              </a:defRPr>
            </a:defPPr>
            <a:lvl1pPr algn="l">
              <a:defRPr sz="2700" b="1">
                <a:solidFill>
                  <a:srgbClr val="111111"/>
                </a:solidFill>
                <a:latin typeface="Pretendard"/>
                <a:ea typeface="Pretendard"/>
                <a:cs typeface="Pretendard"/>
              </a:defRPr>
            </a:lvl1pPr>
            <a:lvl2pPr algn="l">
              <a:defRPr sz="2700" b="1">
                <a:solidFill>
                  <a:srgbClr val="111111"/>
                </a:solidFill>
                <a:latin typeface="Pretendard"/>
                <a:ea typeface="Pretendard"/>
                <a:cs typeface="Pretendard"/>
              </a:defRPr>
            </a:lvl2pPr>
            <a:lvl3pPr algn="l">
              <a:defRPr sz="2700" b="1">
                <a:solidFill>
                  <a:srgbClr val="111111"/>
                </a:solidFill>
                <a:latin typeface="Pretendard"/>
                <a:ea typeface="Pretendard"/>
                <a:cs typeface="Pretendard"/>
              </a:defRPr>
            </a:lvl3pPr>
            <a:lvl4pPr algn="l">
              <a:defRPr sz="2700" b="1">
                <a:solidFill>
                  <a:srgbClr val="111111"/>
                </a:solidFill>
                <a:latin typeface="Pretendard"/>
                <a:ea typeface="Pretendard"/>
                <a:cs typeface="Pretendard"/>
              </a:defRPr>
            </a:lvl4pPr>
            <a:lvl5pPr algn="l">
              <a:defRPr sz="2700" b="1">
                <a:solidFill>
                  <a:srgbClr val="111111"/>
                </a:solidFill>
                <a:latin typeface="Pretendard"/>
                <a:ea typeface="Pretendard"/>
                <a:cs typeface="Pretendard"/>
              </a:defRPr>
            </a:lvl5pPr>
            <a:lvl6pPr algn="l">
              <a:defRPr sz="2700" b="1">
                <a:solidFill>
                  <a:srgbClr val="111111"/>
                </a:solidFill>
                <a:latin typeface="Pretendard"/>
                <a:ea typeface="Pretendard"/>
                <a:cs typeface="Pretendard"/>
              </a:defRPr>
            </a:lvl6pPr>
            <a:lvl7pPr algn="l">
              <a:defRPr sz="2700" b="1">
                <a:solidFill>
                  <a:srgbClr val="111111"/>
                </a:solidFill>
                <a:latin typeface="Pretendard"/>
                <a:ea typeface="Pretendard"/>
                <a:cs typeface="Pretendard"/>
              </a:defRPr>
            </a:lvl7pPr>
            <a:lvl8pPr algn="l">
              <a:defRPr sz="2700" b="1">
                <a:solidFill>
                  <a:srgbClr val="111111"/>
                </a:solidFill>
                <a:latin typeface="Pretendard"/>
                <a:ea typeface="Pretendard"/>
                <a:cs typeface="Pretendard"/>
              </a:defRPr>
            </a:lvl8pPr>
            <a:lvl9pPr algn="l">
              <a:defRPr sz="2700" b="1">
                <a:solidFill>
                  <a:srgbClr val="111111"/>
                </a:solidFill>
                <a:latin typeface="Pretendard"/>
                <a:ea typeface="Pretendard"/>
                <a:cs typeface="Pretendard"/>
              </a:defRPr>
            </a:lvl9pPr>
          </a:lstStyle>
          <a:p xmlns:a="http://schemas.openxmlformats.org/drawingml/2006/main">
            <a:pPr algn="l">
              <a:defRPr sz="2700" b="1">
                <a:solidFill>
                  <a:srgbClr val="111111"/>
                </a:solidFill>
                <a:latin typeface="Pretendard"/>
                <a:ea typeface="Pretendard"/>
                <a:cs typeface="Pretendard"/>
              </a:defRPr>
            </a:pPr>
            <a:r>
              <a:rPr sz="2700" b="1">
                <a:solidFill>
                  <a:srgbClr val="111111"/>
                </a:solidFill>
                <a:latin typeface="Pretendard"/>
                <a:ea typeface="Pretendard"/>
                <a:cs typeface="Pretendard"/>
              </a:rPr>
              <a:t>연소 반응의 이용</a:t>
            </a:r>
          </a:p>
        </p:txBody>
      </p:sp>
      <p:sp>
        <p:nvSpPr>
          <p:cNvPr id="5" name="title">
            <a:extLst xmlns:a="http://schemas.openxmlformats.org/drawingml/2006/main">
              <a:ext uri="{FF2B5EF4-FFF2-40B4-BE49-F238E27FC236}">
                <a16:creationId xmlns:a16="http://schemas.microsoft.com/office/drawing/2014/main" id="{6B08A9DA-9A6E-4050-A93B-AF9C4CDC6E28}"/>
              </a:ext>
            </a:extLst>
          </p:cNvPr>
          <p:cNvSpPr>
            <a:spLocks xmlns:a="http://schemas.openxmlformats.org/drawingml/2006/main" noGrp="1"/>
          </p:cNvSpPr>
          <p:nvPr/>
        </p:nvSpPr>
        <p:spPr>
          <a:xfrm xmlns:a="http://schemas.openxmlformats.org/drawingml/2006/main">
            <a:off x="1524000" y="2714625"/>
            <a:ext cx="15240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4800" b="1">
                <a:solidFill>
                  <a:srgbClr val="111111"/>
                </a:solidFill>
                <a:latin typeface="Pretendard"/>
                <a:ea typeface="Pretendard"/>
                <a:cs typeface="Pretendard"/>
              </a:defRPr>
            </a:defPPr>
            <a:lvl1pPr algn="ctr">
              <a:defRPr sz="4800" b="1">
                <a:solidFill>
                  <a:srgbClr val="111111"/>
                </a:solidFill>
                <a:latin typeface="Pretendard"/>
                <a:ea typeface="Pretendard"/>
                <a:cs typeface="Pretendard"/>
              </a:defRPr>
            </a:lvl1pPr>
            <a:lvl2pPr algn="ctr">
              <a:defRPr sz="4800" b="1">
                <a:solidFill>
                  <a:srgbClr val="111111"/>
                </a:solidFill>
                <a:latin typeface="Pretendard"/>
                <a:ea typeface="Pretendard"/>
                <a:cs typeface="Pretendard"/>
              </a:defRPr>
            </a:lvl2pPr>
            <a:lvl3pPr algn="ctr">
              <a:defRPr sz="4800" b="1">
                <a:solidFill>
                  <a:srgbClr val="111111"/>
                </a:solidFill>
                <a:latin typeface="Pretendard"/>
                <a:ea typeface="Pretendard"/>
                <a:cs typeface="Pretendard"/>
              </a:defRPr>
            </a:lvl3pPr>
            <a:lvl4pPr algn="ctr">
              <a:defRPr sz="4800" b="1">
                <a:solidFill>
                  <a:srgbClr val="111111"/>
                </a:solidFill>
                <a:latin typeface="Pretendard"/>
                <a:ea typeface="Pretendard"/>
                <a:cs typeface="Pretendard"/>
              </a:defRPr>
            </a:lvl4pPr>
            <a:lvl5pPr algn="ctr">
              <a:defRPr sz="4800" b="1">
                <a:solidFill>
                  <a:srgbClr val="111111"/>
                </a:solidFill>
                <a:latin typeface="Pretendard"/>
                <a:ea typeface="Pretendard"/>
                <a:cs typeface="Pretendard"/>
              </a:defRPr>
            </a:lvl5pPr>
            <a:lvl6pPr algn="ctr">
              <a:defRPr sz="4800" b="1">
                <a:solidFill>
                  <a:srgbClr val="111111"/>
                </a:solidFill>
                <a:latin typeface="Pretendard"/>
                <a:ea typeface="Pretendard"/>
                <a:cs typeface="Pretendard"/>
              </a:defRPr>
            </a:lvl6pPr>
            <a:lvl7pPr algn="ctr">
              <a:defRPr sz="4800" b="1">
                <a:solidFill>
                  <a:srgbClr val="111111"/>
                </a:solidFill>
                <a:latin typeface="Pretendard"/>
                <a:ea typeface="Pretendard"/>
                <a:cs typeface="Pretendard"/>
              </a:defRPr>
            </a:lvl7pPr>
            <a:lvl8pPr algn="ctr">
              <a:defRPr sz="4800" b="1">
                <a:solidFill>
                  <a:srgbClr val="111111"/>
                </a:solidFill>
                <a:latin typeface="Pretendard"/>
                <a:ea typeface="Pretendard"/>
                <a:cs typeface="Pretendard"/>
              </a:defRPr>
            </a:lvl8pPr>
            <a:lvl9pPr algn="ctr">
              <a:defRPr sz="4800" b="1">
                <a:solidFill>
                  <a:srgbClr val="111111"/>
                </a:solidFill>
                <a:latin typeface="Pretendard"/>
                <a:ea typeface="Pretendard"/>
                <a:cs typeface="Pretendard"/>
              </a:defRPr>
            </a:lvl9pPr>
          </a:lstStyle>
          <a:p xmlns:a="http://schemas.openxmlformats.org/drawingml/2006/main">
            <a:pPr algn="ctr">
              <a:defRPr sz="4800" b="1">
                <a:solidFill>
                  <a:srgbClr val="111111"/>
                </a:solidFill>
                <a:latin typeface="Pretendard"/>
                <a:ea typeface="Pretendard"/>
                <a:cs typeface="Pretendard"/>
              </a:defRPr>
            </a:pPr>
            <a:r>
              <a:rPr sz="4800" b="1">
                <a:solidFill>
                  <a:srgbClr val="111111"/>
                </a:solidFill>
                <a:latin typeface="Pretendard"/>
                <a:ea typeface="Pretendard"/>
                <a:cs typeface="Pretendard"/>
              </a:rPr>
              <a:t>연소에서 방출된 열을 난방과 동력에 이용한다</a:t>
            </a:r>
          </a:p>
        </p:txBody>
      </p:sp>
      <p:sp>
        <p:nvSpPr>
          <p:cNvPr id="6" name="explanation">
            <a:extLst xmlns:a="http://schemas.openxmlformats.org/drawingml/2006/main">
              <a:ext uri="{FF2B5EF4-FFF2-40B4-BE49-F238E27FC236}">
                <a16:creationId xmlns:a16="http://schemas.microsoft.com/office/drawing/2014/main" id="{3753284F-E272-4934-8E3F-159AB97581CA}"/>
              </a:ext>
            </a:extLst>
          </p:cNvPr>
          <p:cNvSpPr>
            <a:spLocks xmlns:a="http://schemas.openxmlformats.org/drawingml/2006/main" noGrp="1"/>
          </p:cNvSpPr>
          <p:nvPr/>
        </p:nvSpPr>
        <p:spPr>
          <a:xfrm xmlns:a="http://schemas.openxmlformats.org/drawingml/2006/main">
            <a:off x="1524000" y="3790950"/>
            <a:ext cx="15240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550" b="0">
                <a:solidFill>
                  <a:srgbClr val="888888"/>
                </a:solidFill>
                <a:latin typeface="Pretendard"/>
                <a:ea typeface="Pretendard"/>
                <a:cs typeface="Pretendard"/>
              </a:defRPr>
            </a:defPPr>
            <a:lvl1pPr algn="ctr">
              <a:defRPr sz="2550" b="0">
                <a:solidFill>
                  <a:srgbClr val="888888"/>
                </a:solidFill>
                <a:latin typeface="Pretendard"/>
                <a:ea typeface="Pretendard"/>
                <a:cs typeface="Pretendard"/>
              </a:defRPr>
            </a:lvl1pPr>
            <a:lvl2pPr algn="ctr">
              <a:defRPr sz="2550" b="0">
                <a:solidFill>
                  <a:srgbClr val="888888"/>
                </a:solidFill>
                <a:latin typeface="Pretendard"/>
                <a:ea typeface="Pretendard"/>
                <a:cs typeface="Pretendard"/>
              </a:defRPr>
            </a:lvl2pPr>
            <a:lvl3pPr algn="ctr">
              <a:defRPr sz="2550" b="0">
                <a:solidFill>
                  <a:srgbClr val="888888"/>
                </a:solidFill>
                <a:latin typeface="Pretendard"/>
                <a:ea typeface="Pretendard"/>
                <a:cs typeface="Pretendard"/>
              </a:defRPr>
            </a:lvl3pPr>
            <a:lvl4pPr algn="ctr">
              <a:defRPr sz="2550" b="0">
                <a:solidFill>
                  <a:srgbClr val="888888"/>
                </a:solidFill>
                <a:latin typeface="Pretendard"/>
                <a:ea typeface="Pretendard"/>
                <a:cs typeface="Pretendard"/>
              </a:defRPr>
            </a:lvl4pPr>
            <a:lvl5pPr algn="ctr">
              <a:defRPr sz="2550" b="0">
                <a:solidFill>
                  <a:srgbClr val="888888"/>
                </a:solidFill>
                <a:latin typeface="Pretendard"/>
                <a:ea typeface="Pretendard"/>
                <a:cs typeface="Pretendard"/>
              </a:defRPr>
            </a:lvl5pPr>
            <a:lvl6pPr algn="ctr">
              <a:defRPr sz="2550" b="0">
                <a:solidFill>
                  <a:srgbClr val="888888"/>
                </a:solidFill>
                <a:latin typeface="Pretendard"/>
                <a:ea typeface="Pretendard"/>
                <a:cs typeface="Pretendard"/>
              </a:defRPr>
            </a:lvl6pPr>
            <a:lvl7pPr algn="ctr">
              <a:defRPr sz="2550" b="0">
                <a:solidFill>
                  <a:srgbClr val="888888"/>
                </a:solidFill>
                <a:latin typeface="Pretendard"/>
                <a:ea typeface="Pretendard"/>
                <a:cs typeface="Pretendard"/>
              </a:defRPr>
            </a:lvl7pPr>
            <a:lvl8pPr algn="ctr">
              <a:defRPr sz="2550" b="0">
                <a:solidFill>
                  <a:srgbClr val="888888"/>
                </a:solidFill>
                <a:latin typeface="Pretendard"/>
                <a:ea typeface="Pretendard"/>
                <a:cs typeface="Pretendard"/>
              </a:defRPr>
            </a:lvl8pPr>
            <a:lvl9pPr algn="ctr">
              <a:defRPr sz="2550" b="0">
                <a:solidFill>
                  <a:srgbClr val="888888"/>
                </a:solidFill>
                <a:latin typeface="Pretendard"/>
                <a:ea typeface="Pretendard"/>
                <a:cs typeface="Pretendard"/>
              </a:defRPr>
            </a:lvl9pPr>
          </a:lstStyle>
          <a:p xmlns:a="http://schemas.openxmlformats.org/drawingml/2006/main">
            <a:pPr algn="ctr">
              <a:defRPr sz="2550" b="0">
                <a:solidFill>
                  <a:srgbClr val="888888"/>
                </a:solidFill>
                <a:latin typeface="Pretendard"/>
                <a:ea typeface="Pretendard"/>
                <a:cs typeface="Pretendard"/>
              </a:defRPr>
            </a:pPr>
            <a:r>
              <a:rPr sz="2550" b="0">
                <a:solidFill>
                  <a:srgbClr val="888888"/>
                </a:solidFill>
                <a:latin typeface="Pretendard"/>
                <a:ea typeface="Pretendard"/>
                <a:cs typeface="Pretendard"/>
              </a:rPr>
              <a:t>보일러와 자동차는 어떤 에너지 변화를 이용할까?</a:t>
            </a:r>
          </a:p>
        </p:txBody>
      </p:sp>
      <p:sp>
        <p:nvSpPr>
          <p:cNvPr id="7" name="page">
            <a:extLst xmlns:a="http://schemas.openxmlformats.org/drawingml/2006/main">
              <a:ext uri="{FF2B5EF4-FFF2-40B4-BE49-F238E27FC236}">
                <a16:creationId xmlns:a16="http://schemas.microsoft.com/office/drawing/2014/main" id="{6EE8C821-9B54-4EE1-8953-40C06AD6B85E}"/>
              </a:ext>
            </a:extLst>
          </p:cNvPr>
          <p:cNvSpPr>
            <a:spLocks xmlns:a="http://schemas.openxmlformats.org/drawingml/2006/main" noGrp="1"/>
          </p:cNvSpPr>
          <p:nvPr/>
        </p:nvSpPr>
        <p:spPr>
          <a:xfrm xmlns:a="http://schemas.openxmlformats.org/drawingml/2006/main">
            <a:off x="685800" y="987742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999999"/>
                </a:solidFill>
                <a:latin typeface="Pretendard"/>
                <a:ea typeface="Pretendard"/>
                <a:cs typeface="Pretendard"/>
              </a:defRPr>
            </a:defPPr>
            <a:lvl1pPr algn="l">
              <a:defRPr sz="1500" b="0">
                <a:solidFill>
                  <a:srgbClr val="999999"/>
                </a:solidFill>
                <a:latin typeface="Pretendard"/>
                <a:ea typeface="Pretendard"/>
                <a:cs typeface="Pretendard"/>
              </a:defRPr>
            </a:lvl1pPr>
            <a:lvl2pPr algn="l">
              <a:defRPr sz="1500" b="0">
                <a:solidFill>
                  <a:srgbClr val="999999"/>
                </a:solidFill>
                <a:latin typeface="Pretendard"/>
                <a:ea typeface="Pretendard"/>
                <a:cs typeface="Pretendard"/>
              </a:defRPr>
            </a:lvl2pPr>
            <a:lvl3pPr algn="l">
              <a:defRPr sz="1500" b="0">
                <a:solidFill>
                  <a:srgbClr val="999999"/>
                </a:solidFill>
                <a:latin typeface="Pretendard"/>
                <a:ea typeface="Pretendard"/>
                <a:cs typeface="Pretendard"/>
              </a:defRPr>
            </a:lvl3pPr>
            <a:lvl4pPr algn="l">
              <a:defRPr sz="1500" b="0">
                <a:solidFill>
                  <a:srgbClr val="999999"/>
                </a:solidFill>
                <a:latin typeface="Pretendard"/>
                <a:ea typeface="Pretendard"/>
                <a:cs typeface="Pretendard"/>
              </a:defRPr>
            </a:lvl4pPr>
            <a:lvl5pPr algn="l">
              <a:defRPr sz="1500" b="0">
                <a:solidFill>
                  <a:srgbClr val="999999"/>
                </a:solidFill>
                <a:latin typeface="Pretendard"/>
                <a:ea typeface="Pretendard"/>
                <a:cs typeface="Pretendard"/>
              </a:defRPr>
            </a:lvl5pPr>
            <a:lvl6pPr algn="l">
              <a:defRPr sz="1500" b="0">
                <a:solidFill>
                  <a:srgbClr val="999999"/>
                </a:solidFill>
                <a:latin typeface="Pretendard"/>
                <a:ea typeface="Pretendard"/>
                <a:cs typeface="Pretendard"/>
              </a:defRPr>
            </a:lvl6pPr>
            <a:lvl7pPr algn="l">
              <a:defRPr sz="1500" b="0">
                <a:solidFill>
                  <a:srgbClr val="999999"/>
                </a:solidFill>
                <a:latin typeface="Pretendard"/>
                <a:ea typeface="Pretendard"/>
                <a:cs typeface="Pretendard"/>
              </a:defRPr>
            </a:lvl7pPr>
            <a:lvl8pPr algn="l">
              <a:defRPr sz="1500" b="0">
                <a:solidFill>
                  <a:srgbClr val="999999"/>
                </a:solidFill>
                <a:latin typeface="Pretendard"/>
                <a:ea typeface="Pretendard"/>
                <a:cs typeface="Pretendard"/>
              </a:defRPr>
            </a:lvl8pPr>
            <a:lvl9pPr algn="l">
              <a:defRPr sz="1500" b="0">
                <a:solidFill>
                  <a:srgbClr val="999999"/>
                </a:solidFill>
                <a:latin typeface="Pretendard"/>
                <a:ea typeface="Pretendard"/>
                <a:cs typeface="Pretendard"/>
              </a:defRPr>
            </a:lvl9pPr>
          </a:lstStyle>
          <a:p xmlns:a="http://schemas.openxmlformats.org/drawingml/2006/main">
            <a:pPr algn="l">
              <a:defRPr sz="1500" b="0">
                <a:solidFill>
                  <a:srgbClr val="999999"/>
                </a:solidFill>
                <a:latin typeface="Pretendard"/>
                <a:ea typeface="Pretendard"/>
                <a:cs typeface="Pretendard"/>
              </a:defRPr>
            </a:pPr>
            <a:r>
              <a:rPr sz="1500" b="0">
                <a:solidFill>
                  <a:srgbClr val="999999"/>
                </a:solidFill>
                <a:latin typeface="Pretendard"/>
                <a:ea typeface="Pretendard"/>
                <a:cs typeface="Pretendard"/>
              </a:rPr>
              <a:t>15 / 31</a:t>
            </a:r>
          </a:p>
        </p:txBody>
      </p:sp>
      <p:sp>
        <p:nvSpPr>
          <p:cNvPr id="8" name="copyright">
            <a:extLst xmlns:a="http://schemas.openxmlformats.org/drawingml/2006/main">
              <a:ext uri="{FF2B5EF4-FFF2-40B4-BE49-F238E27FC236}">
                <a16:creationId xmlns:a16="http://schemas.microsoft.com/office/drawing/2014/main" id="{D41C2DA0-1825-450C-B5A7-26E6489C38BC}"/>
              </a:ext>
            </a:extLst>
          </p:cNvPr>
          <p:cNvSpPr>
            <a:spLocks xmlns:a="http://schemas.openxmlformats.org/drawingml/2006/main" noGrp="1"/>
          </p:cNvSpPr>
          <p:nvPr/>
        </p:nvSpPr>
        <p:spPr>
          <a:xfrm xmlns:a="http://schemas.openxmlformats.org/drawingml/2006/main">
            <a:off x="14620875" y="9877425"/>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xmlns:a="http://schemas.openxmlformats.org/drawingml/2006/main">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sp>
        <p:nvSpPr>
          <p:cNvPr id="9" name="PHOTO_BOILER-frame">
            <a:extLst xmlns:a="http://schemas.openxmlformats.org/drawingml/2006/main">
              <a:ext uri="{FF2B5EF4-FFF2-40B4-BE49-F238E27FC236}">
                <a16:creationId xmlns:a16="http://schemas.microsoft.com/office/drawing/2014/main" id="{EAAC2725-B9FB-4139-B235-8061D6C5F446}"/>
              </a:ext>
            </a:extLst>
          </p:cNvPr>
          <p:cNvSpPr>
            <a:spLocks xmlns:a="http://schemas.openxmlformats.org/drawingml/2006/main" noGrp="1"/>
          </p:cNvSpPr>
          <p:nvPr/>
        </p:nvSpPr>
        <p:spPr>
          <a:xfrm xmlns:a="http://schemas.openxmlformats.org/drawingml/2006/main">
            <a:off x="2381250" y="4714875"/>
            <a:ext cx="6191250" cy="4619625"/>
          </a:xfrm>
          <a:prstGeom xmlns:a="http://schemas.openxmlformats.org/drawingml/2006/main" prst="roundRect">
            <a:avLst>
              <a:gd name="adj" fmla="val 6598"/>
            </a:avLst>
          </a:prstGeom>
          <a:solidFill xmlns:a="http://schemas.openxmlformats.org/drawingml/2006/main">
            <a:srgbClr val="1F2429"/>
          </a:solidFill>
          <a:ln xmlns:a="http://schemas.openxmlformats.org/drawingml/2006/main" w="0">
            <a:noFill/>
          </a:ln>
        </p:spPr>
      </p:sp>
      <p:pic>
        <p:nvPicPr>
          <p:cNvPr id="10" name="">
            <a:extLst xmlns:a="http://schemas.openxmlformats.org/drawingml/2006/main">
              <a:ext uri="{FF2B5EF4-FFF2-40B4-BE49-F238E27FC236}">
                <a16:creationId xmlns:a16="http://schemas.microsoft.com/office/drawing/2014/main" id="{2F0A13FD-D350-44A0-A014-23134289B8DC}"/>
              </a:ext>
            </a:extLst>
          </p:cNvPr>
          <p:cNvPicPr>
            <a:picLocks xmlns:a="http://schemas.openxmlformats.org/drawingml/2006/main" noChangeAspect="1"/>
          </p:cNvPicPr>
          <p:nvPr/>
        </p:nvPicPr>
        <p:blipFill>
          <a:blip xmlns:r="http://schemas.openxmlformats.org/officeDocument/2006/relationships" xmlns:a="http://schemas.openxmlformats.org/drawingml/2006/main" r:embed="R286fbd4c332f4378"/>
          <a:srcRect xmlns:a="http://schemas.openxmlformats.org/drawingml/2006/main" l="0" t="18192" r="0" b="18192"/>
          <a:stretch xmlns:a="http://schemas.openxmlformats.org/drawingml/2006/main">
            <a:fillRect l="0" t="0" r="0" b="0"/>
          </a:stretch>
        </p:blipFill>
        <p:spPr>
          <a:xfrm xmlns:a="http://schemas.openxmlformats.org/drawingml/2006/main">
            <a:off x="2628900" y="4943475"/>
            <a:ext cx="5695950" cy="2781300"/>
          </a:xfrm>
          <a:prstGeom xmlns:a="http://schemas.openxmlformats.org/drawingml/2006/main" prst="roundRect">
            <a:avLst>
              <a:gd name="adj" fmla="val 6164"/>
            </a:avLst>
          </a:prstGeom>
        </p:spPr>
      </p:pic>
      <p:sp>
        <p:nvSpPr>
          <p:cNvPr id="11" name="PHOTO_BOILER-title">
            <a:extLst xmlns:a="http://schemas.openxmlformats.org/drawingml/2006/main">
              <a:ext uri="{FF2B5EF4-FFF2-40B4-BE49-F238E27FC236}">
                <a16:creationId xmlns:a16="http://schemas.microsoft.com/office/drawing/2014/main" id="{7F33C16C-370E-4208-8A75-53FE7763212A}"/>
              </a:ext>
            </a:extLst>
          </p:cNvPr>
          <p:cNvSpPr>
            <a:spLocks xmlns:a="http://schemas.openxmlformats.org/drawingml/2006/main" noGrp="1"/>
          </p:cNvSpPr>
          <p:nvPr/>
        </p:nvSpPr>
        <p:spPr>
          <a:xfrm xmlns:a="http://schemas.openxmlformats.org/drawingml/2006/main">
            <a:off x="2571750" y="7972425"/>
            <a:ext cx="5810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700" b="1" u="sng">
                <a:solidFill>
                  <a:srgbClr val="FFFFFF"/>
                </a:solidFill>
                <a:latin typeface="Pretendard"/>
                <a:ea typeface="Pretendard"/>
                <a:cs typeface="Pretendard"/>
              </a:defRPr>
            </a:defPPr>
            <a:lvl1pPr algn="ctr">
              <a:defRPr sz="2700" b="1" u="sng">
                <a:solidFill>
                  <a:srgbClr val="FFFFFF"/>
                </a:solidFill>
                <a:latin typeface="Pretendard"/>
                <a:ea typeface="Pretendard"/>
                <a:cs typeface="Pretendard"/>
              </a:defRPr>
            </a:lvl1pPr>
            <a:lvl2pPr algn="ctr">
              <a:defRPr sz="2700" b="1" u="sng">
                <a:solidFill>
                  <a:srgbClr val="FFFFFF"/>
                </a:solidFill>
                <a:latin typeface="Pretendard"/>
                <a:ea typeface="Pretendard"/>
                <a:cs typeface="Pretendard"/>
              </a:defRPr>
            </a:lvl2pPr>
            <a:lvl3pPr algn="ctr">
              <a:defRPr sz="2700" b="1" u="sng">
                <a:solidFill>
                  <a:srgbClr val="FFFFFF"/>
                </a:solidFill>
                <a:latin typeface="Pretendard"/>
                <a:ea typeface="Pretendard"/>
                <a:cs typeface="Pretendard"/>
              </a:defRPr>
            </a:lvl3pPr>
            <a:lvl4pPr algn="ctr">
              <a:defRPr sz="2700" b="1" u="sng">
                <a:solidFill>
                  <a:srgbClr val="FFFFFF"/>
                </a:solidFill>
                <a:latin typeface="Pretendard"/>
                <a:ea typeface="Pretendard"/>
                <a:cs typeface="Pretendard"/>
              </a:defRPr>
            </a:lvl4pPr>
            <a:lvl5pPr algn="ctr">
              <a:defRPr sz="2700" b="1" u="sng">
                <a:solidFill>
                  <a:srgbClr val="FFFFFF"/>
                </a:solidFill>
                <a:latin typeface="Pretendard"/>
                <a:ea typeface="Pretendard"/>
                <a:cs typeface="Pretendard"/>
              </a:defRPr>
            </a:lvl5pPr>
            <a:lvl6pPr algn="ctr">
              <a:defRPr sz="2700" b="1" u="sng">
                <a:solidFill>
                  <a:srgbClr val="FFFFFF"/>
                </a:solidFill>
                <a:latin typeface="Pretendard"/>
                <a:ea typeface="Pretendard"/>
                <a:cs typeface="Pretendard"/>
              </a:defRPr>
            </a:lvl6pPr>
            <a:lvl7pPr algn="ctr">
              <a:defRPr sz="2700" b="1" u="sng">
                <a:solidFill>
                  <a:srgbClr val="FFFFFF"/>
                </a:solidFill>
                <a:latin typeface="Pretendard"/>
                <a:ea typeface="Pretendard"/>
                <a:cs typeface="Pretendard"/>
              </a:defRPr>
            </a:lvl7pPr>
            <a:lvl8pPr algn="ctr">
              <a:defRPr sz="2700" b="1" u="sng">
                <a:solidFill>
                  <a:srgbClr val="FFFFFF"/>
                </a:solidFill>
                <a:latin typeface="Pretendard"/>
                <a:ea typeface="Pretendard"/>
                <a:cs typeface="Pretendard"/>
              </a:defRPr>
            </a:lvl8pPr>
            <a:lvl9pPr algn="ctr">
              <a:defRPr sz="2700" b="1" u="sng">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u="sng">
                <a:solidFill>
                  <a:srgbClr val="FFFFFF"/>
                </a:solidFill>
                <a:latin typeface="Pretendard"/>
                <a:ea typeface="Pretendard"/>
                <a:cs typeface="Pretendard"/>
              </a:rPr>
              <a:t>가정용 난방 보일러</a:t>
            </a:r>
          </a:p>
        </p:txBody>
      </p:sp>
      <p:sp>
        <p:nvSpPr>
          <p:cNvPr id="12" name="PHOTO_BOILER-description">
            <a:extLst xmlns:a="http://schemas.openxmlformats.org/drawingml/2006/main">
              <a:ext uri="{FF2B5EF4-FFF2-40B4-BE49-F238E27FC236}">
                <a16:creationId xmlns:a16="http://schemas.microsoft.com/office/drawing/2014/main" id="{99AC0EF0-57F7-43EE-924D-069A0E3AF651}"/>
              </a:ext>
            </a:extLst>
          </p:cNvPr>
          <p:cNvSpPr>
            <a:spLocks xmlns:a="http://schemas.openxmlformats.org/drawingml/2006/main" noGrp="1"/>
          </p:cNvSpPr>
          <p:nvPr/>
        </p:nvSpPr>
        <p:spPr>
          <a:xfrm xmlns:a="http://schemas.openxmlformats.org/drawingml/2006/main">
            <a:off x="2571750" y="8667750"/>
            <a:ext cx="5810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b="0">
                <a:solidFill>
                  <a:srgbClr val="FFFFFF"/>
                </a:solidFill>
                <a:latin typeface="Pretendard"/>
                <a:ea typeface="Pretendard"/>
                <a:cs typeface="Pretendard"/>
              </a:rPr>
              <a:t>연료가 연소하며 방출한 열로 난방</a:t>
            </a:r>
          </a:p>
        </p:txBody>
      </p:sp>
      <p:sp>
        <p:nvSpPr>
          <p:cNvPr id="13" name="PHOTO_CAR-frame">
            <a:extLst xmlns:a="http://schemas.openxmlformats.org/drawingml/2006/main">
              <a:ext uri="{FF2B5EF4-FFF2-40B4-BE49-F238E27FC236}">
                <a16:creationId xmlns:a16="http://schemas.microsoft.com/office/drawing/2014/main" id="{FD4A68B2-A15E-4E8A-A112-4822462E9877}"/>
              </a:ext>
            </a:extLst>
          </p:cNvPr>
          <p:cNvSpPr>
            <a:spLocks xmlns:a="http://schemas.openxmlformats.org/drawingml/2006/main" noGrp="1"/>
          </p:cNvSpPr>
          <p:nvPr/>
        </p:nvSpPr>
        <p:spPr>
          <a:xfrm xmlns:a="http://schemas.openxmlformats.org/drawingml/2006/main">
            <a:off x="9715500" y="4714875"/>
            <a:ext cx="6191250" cy="4619625"/>
          </a:xfrm>
          <a:prstGeom xmlns:a="http://schemas.openxmlformats.org/drawingml/2006/main" prst="roundRect">
            <a:avLst>
              <a:gd name="adj" fmla="val 6598"/>
            </a:avLst>
          </a:prstGeom>
          <a:solidFill xmlns:a="http://schemas.openxmlformats.org/drawingml/2006/main">
            <a:srgbClr val="1F2429"/>
          </a:solidFill>
          <a:ln xmlns:a="http://schemas.openxmlformats.org/drawingml/2006/main" w="0">
            <a:noFill/>
          </a:ln>
        </p:spPr>
      </p:sp>
      <p:pic>
        <p:nvPicPr>
          <p:cNvPr id="14" name="">
            <a:extLst xmlns:a="http://schemas.openxmlformats.org/drawingml/2006/main">
              <a:ext uri="{FF2B5EF4-FFF2-40B4-BE49-F238E27FC236}">
                <a16:creationId xmlns:a16="http://schemas.microsoft.com/office/drawing/2014/main" id="{FCE8A0AE-0F98-4B46-B0E8-F28CB57E3AF2}"/>
              </a:ext>
            </a:extLst>
          </p:cNvPr>
          <p:cNvPicPr>
            <a:picLocks xmlns:a="http://schemas.openxmlformats.org/drawingml/2006/main" noChangeAspect="1"/>
          </p:cNvPicPr>
          <p:nvPr/>
        </p:nvPicPr>
        <p:blipFill>
          <a:blip xmlns:r="http://schemas.openxmlformats.org/officeDocument/2006/relationships" xmlns:a="http://schemas.openxmlformats.org/drawingml/2006/main" r:embed="Rc18a0b6422234edd"/>
          <a:srcRect xmlns:a="http://schemas.openxmlformats.org/drawingml/2006/main" l="0" t="6023" r="0" b="6023"/>
          <a:stretch xmlns:a="http://schemas.openxmlformats.org/drawingml/2006/main">
            <a:fillRect l="0" t="0" r="0" b="0"/>
          </a:stretch>
        </p:blipFill>
        <p:spPr>
          <a:xfrm xmlns:a="http://schemas.openxmlformats.org/drawingml/2006/main">
            <a:off x="9963150" y="4943475"/>
            <a:ext cx="5695950" cy="2781300"/>
          </a:xfrm>
          <a:prstGeom xmlns:a="http://schemas.openxmlformats.org/drawingml/2006/main" prst="roundRect">
            <a:avLst>
              <a:gd name="adj" fmla="val 6164"/>
            </a:avLst>
          </a:prstGeom>
        </p:spPr>
      </p:pic>
      <p:sp>
        <p:nvSpPr>
          <p:cNvPr id="15" name="PHOTO_CAR-title">
            <a:extLst xmlns:a="http://schemas.openxmlformats.org/drawingml/2006/main">
              <a:ext uri="{FF2B5EF4-FFF2-40B4-BE49-F238E27FC236}">
                <a16:creationId xmlns:a16="http://schemas.microsoft.com/office/drawing/2014/main" id="{8450FFF7-AB01-43BE-9479-C0366AB294F9}"/>
              </a:ext>
            </a:extLst>
          </p:cNvPr>
          <p:cNvSpPr>
            <a:spLocks xmlns:a="http://schemas.openxmlformats.org/drawingml/2006/main" noGrp="1"/>
          </p:cNvSpPr>
          <p:nvPr/>
        </p:nvSpPr>
        <p:spPr>
          <a:xfrm xmlns:a="http://schemas.openxmlformats.org/drawingml/2006/main">
            <a:off x="9906000" y="7972425"/>
            <a:ext cx="5810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700" b="1" u="sng">
                <a:solidFill>
                  <a:srgbClr val="FFFFFF"/>
                </a:solidFill>
                <a:latin typeface="Pretendard"/>
                <a:ea typeface="Pretendard"/>
                <a:cs typeface="Pretendard"/>
              </a:defRPr>
            </a:defPPr>
            <a:lvl1pPr algn="ctr">
              <a:defRPr sz="2700" b="1" u="sng">
                <a:solidFill>
                  <a:srgbClr val="FFFFFF"/>
                </a:solidFill>
                <a:latin typeface="Pretendard"/>
                <a:ea typeface="Pretendard"/>
                <a:cs typeface="Pretendard"/>
              </a:defRPr>
            </a:lvl1pPr>
            <a:lvl2pPr algn="ctr">
              <a:defRPr sz="2700" b="1" u="sng">
                <a:solidFill>
                  <a:srgbClr val="FFFFFF"/>
                </a:solidFill>
                <a:latin typeface="Pretendard"/>
                <a:ea typeface="Pretendard"/>
                <a:cs typeface="Pretendard"/>
              </a:defRPr>
            </a:lvl2pPr>
            <a:lvl3pPr algn="ctr">
              <a:defRPr sz="2700" b="1" u="sng">
                <a:solidFill>
                  <a:srgbClr val="FFFFFF"/>
                </a:solidFill>
                <a:latin typeface="Pretendard"/>
                <a:ea typeface="Pretendard"/>
                <a:cs typeface="Pretendard"/>
              </a:defRPr>
            </a:lvl3pPr>
            <a:lvl4pPr algn="ctr">
              <a:defRPr sz="2700" b="1" u="sng">
                <a:solidFill>
                  <a:srgbClr val="FFFFFF"/>
                </a:solidFill>
                <a:latin typeface="Pretendard"/>
                <a:ea typeface="Pretendard"/>
                <a:cs typeface="Pretendard"/>
              </a:defRPr>
            </a:lvl4pPr>
            <a:lvl5pPr algn="ctr">
              <a:defRPr sz="2700" b="1" u="sng">
                <a:solidFill>
                  <a:srgbClr val="FFFFFF"/>
                </a:solidFill>
                <a:latin typeface="Pretendard"/>
                <a:ea typeface="Pretendard"/>
                <a:cs typeface="Pretendard"/>
              </a:defRPr>
            </a:lvl5pPr>
            <a:lvl6pPr algn="ctr">
              <a:defRPr sz="2700" b="1" u="sng">
                <a:solidFill>
                  <a:srgbClr val="FFFFFF"/>
                </a:solidFill>
                <a:latin typeface="Pretendard"/>
                <a:ea typeface="Pretendard"/>
                <a:cs typeface="Pretendard"/>
              </a:defRPr>
            </a:lvl6pPr>
            <a:lvl7pPr algn="ctr">
              <a:defRPr sz="2700" b="1" u="sng">
                <a:solidFill>
                  <a:srgbClr val="FFFFFF"/>
                </a:solidFill>
                <a:latin typeface="Pretendard"/>
                <a:ea typeface="Pretendard"/>
                <a:cs typeface="Pretendard"/>
              </a:defRPr>
            </a:lvl7pPr>
            <a:lvl8pPr algn="ctr">
              <a:defRPr sz="2700" b="1" u="sng">
                <a:solidFill>
                  <a:srgbClr val="FFFFFF"/>
                </a:solidFill>
                <a:latin typeface="Pretendard"/>
                <a:ea typeface="Pretendard"/>
                <a:cs typeface="Pretendard"/>
              </a:defRPr>
            </a:lvl8pPr>
            <a:lvl9pPr algn="ctr">
              <a:defRPr sz="2700" b="1" u="sng">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u="sng">
                <a:solidFill>
                  <a:srgbClr val="FFFFFF"/>
                </a:solidFill>
                <a:latin typeface="Pretendard"/>
                <a:ea typeface="Pretendard"/>
                <a:cs typeface="Pretendard"/>
              </a:rPr>
              <a:t>가솔린 자동차</a:t>
            </a:r>
          </a:p>
        </p:txBody>
      </p:sp>
      <p:sp>
        <p:nvSpPr>
          <p:cNvPr id="16" name="PHOTO_CAR-description">
            <a:extLst xmlns:a="http://schemas.openxmlformats.org/drawingml/2006/main">
              <a:ext uri="{FF2B5EF4-FFF2-40B4-BE49-F238E27FC236}">
                <a16:creationId xmlns:a16="http://schemas.microsoft.com/office/drawing/2014/main" id="{61614F50-2D5A-474A-8A3B-35F6BFC463D3}"/>
              </a:ext>
            </a:extLst>
          </p:cNvPr>
          <p:cNvSpPr>
            <a:spLocks xmlns:a="http://schemas.openxmlformats.org/drawingml/2006/main" noGrp="1"/>
          </p:cNvSpPr>
          <p:nvPr/>
        </p:nvSpPr>
        <p:spPr>
          <a:xfrm xmlns:a="http://schemas.openxmlformats.org/drawingml/2006/main">
            <a:off x="9906000" y="8667750"/>
            <a:ext cx="5810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b="0">
                <a:solidFill>
                  <a:srgbClr val="FFFFFF"/>
                </a:solidFill>
                <a:latin typeface="Pretendard"/>
                <a:ea typeface="Pretendard"/>
                <a:cs typeface="Pretendard"/>
              </a:rPr>
              <a:t>연료의 연소 에너지를 운동에 이용</a:t>
            </a:r>
          </a:p>
        </p:txBody>
      </p:sp>
    </p:spTree>
    <p:extLst>
      <p:ext uri="{BB962C8B-B14F-4D97-AF65-F5344CB8AC3E}">
        <p14:creationId xmlns:p14="http://schemas.microsoft.com/office/powerpoint/2010/main" val="55881360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D4924ECC-A789-456F-A002-34F1B3147748}"/>
              </a:ext>
            </a:extLst>
          </p:cNvPr>
          <p:cNvPicPr>
            <a:picLocks xmlns:a="http://schemas.openxmlformats.org/drawingml/2006/main" noChangeAspect="1"/>
          </p:cNvPicPr>
          <p:nvPr/>
        </p:nvPicPr>
        <p:blipFill>
          <a:blip xmlns:r="http://schemas.openxmlformats.org/officeDocument/2006/relationships" xmlns:a="http://schemas.openxmlformats.org/drawingml/2006/main" r:embed="R7706a88136874295"/>
          <a:stretch xmlns:a="http://schemas.openxmlformats.org/drawingml/2006/main"/>
        </p:blipFill>
        <p:spPr>
          <a:xfrm xmlns:a="http://schemas.openxmlformats.org/drawingml/2006/main">
            <a:off x="16941800" y="382588"/>
            <a:ext cx="1028700" cy="733425"/>
          </a:xfrm>
          <a:prstGeom xmlns:a="http://schemas.openxmlformats.org/drawingml/2006/main" prst="rect">
            <a:avLst/>
          </a:prstGeom>
        </p:spPr>
      </p:pic>
      <p:sp>
        <p:nvSpPr>
          <p:cNvPr id="2" name="part_heading">
            <a:extLst xmlns:a="http://schemas.openxmlformats.org/drawingml/2006/main">
              <a:ext uri="{FF2B5EF4-FFF2-40B4-BE49-F238E27FC236}">
                <a16:creationId xmlns:a16="http://schemas.microsoft.com/office/drawing/2014/main" id="{9AD5937F-5DE5-426D-968E-9F5C1BDF10E3}"/>
              </a:ext>
            </a:extLst>
          </p:cNvPr>
          <p:cNvSpPr>
            <a:spLocks xmlns:a="http://schemas.openxmlformats.org/drawingml/2006/main" noGrp="1"/>
          </p:cNvSpPr>
          <p:nvPr/>
        </p:nvSpPr>
        <p:spPr>
          <a:xfrm xmlns:a="http://schemas.openxmlformats.org/drawingml/2006/main">
            <a:off x="685800" y="742950"/>
            <a:ext cx="1428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50" b="1">
                <a:solidFill>
                  <a:srgbClr val="909090"/>
                </a:solidFill>
                <a:latin typeface="Pretendard"/>
                <a:ea typeface="Pretendard"/>
                <a:cs typeface="Pretendard"/>
              </a:defRPr>
            </a:defPPr>
            <a:lvl1pPr algn="l">
              <a:defRPr sz="2250" b="1">
                <a:solidFill>
                  <a:srgbClr val="909090"/>
                </a:solidFill>
                <a:latin typeface="Pretendard"/>
                <a:ea typeface="Pretendard"/>
                <a:cs typeface="Pretendard"/>
              </a:defRPr>
            </a:lvl1pPr>
            <a:lvl2pPr algn="l">
              <a:defRPr sz="2250" b="1">
                <a:solidFill>
                  <a:srgbClr val="909090"/>
                </a:solidFill>
                <a:latin typeface="Pretendard"/>
                <a:ea typeface="Pretendard"/>
                <a:cs typeface="Pretendard"/>
              </a:defRPr>
            </a:lvl2pPr>
            <a:lvl3pPr algn="l">
              <a:defRPr sz="2250" b="1">
                <a:solidFill>
                  <a:srgbClr val="909090"/>
                </a:solidFill>
                <a:latin typeface="Pretendard"/>
                <a:ea typeface="Pretendard"/>
                <a:cs typeface="Pretendard"/>
              </a:defRPr>
            </a:lvl3pPr>
            <a:lvl4pPr algn="l">
              <a:defRPr sz="2250" b="1">
                <a:solidFill>
                  <a:srgbClr val="909090"/>
                </a:solidFill>
                <a:latin typeface="Pretendard"/>
                <a:ea typeface="Pretendard"/>
                <a:cs typeface="Pretendard"/>
              </a:defRPr>
            </a:lvl4pPr>
            <a:lvl5pPr algn="l">
              <a:defRPr sz="2250" b="1">
                <a:solidFill>
                  <a:srgbClr val="909090"/>
                </a:solidFill>
                <a:latin typeface="Pretendard"/>
                <a:ea typeface="Pretendard"/>
                <a:cs typeface="Pretendard"/>
              </a:defRPr>
            </a:lvl5pPr>
            <a:lvl6pPr algn="l">
              <a:defRPr sz="2250" b="1">
                <a:solidFill>
                  <a:srgbClr val="909090"/>
                </a:solidFill>
                <a:latin typeface="Pretendard"/>
                <a:ea typeface="Pretendard"/>
                <a:cs typeface="Pretendard"/>
              </a:defRPr>
            </a:lvl6pPr>
            <a:lvl7pPr algn="l">
              <a:defRPr sz="2250" b="1">
                <a:solidFill>
                  <a:srgbClr val="909090"/>
                </a:solidFill>
                <a:latin typeface="Pretendard"/>
                <a:ea typeface="Pretendard"/>
                <a:cs typeface="Pretendard"/>
              </a:defRPr>
            </a:lvl7pPr>
            <a:lvl8pPr algn="l">
              <a:defRPr sz="2250" b="1">
                <a:solidFill>
                  <a:srgbClr val="909090"/>
                </a:solidFill>
                <a:latin typeface="Pretendard"/>
                <a:ea typeface="Pretendard"/>
                <a:cs typeface="Pretendard"/>
              </a:defRPr>
            </a:lvl8pPr>
            <a:lvl9pPr algn="l">
              <a:defRPr sz="2250" b="1">
                <a:solidFill>
                  <a:srgbClr val="909090"/>
                </a:solidFill>
                <a:latin typeface="Pretendard"/>
                <a:ea typeface="Pretendard"/>
                <a:cs typeface="Pretendard"/>
              </a:defRPr>
            </a:lvl9pPr>
          </a:lstStyle>
          <a:p xmlns:a="http://schemas.openxmlformats.org/drawingml/2006/main">
            <a:pPr algn="l">
              <a:defRPr sz="2250" b="1">
                <a:solidFill>
                  <a:srgbClr val="909090"/>
                </a:solidFill>
                <a:latin typeface="Pretendard"/>
                <a:ea typeface="Pretendard"/>
                <a:cs typeface="Pretendard"/>
              </a:defRPr>
            </a:pPr>
            <a:r>
              <a:rPr sz="2250" b="1">
                <a:solidFill>
                  <a:srgbClr val="909090"/>
                </a:solidFill>
                <a:latin typeface="Pretendard"/>
                <a:ea typeface="Pretendard"/>
                <a:cs typeface="Pretendard"/>
              </a:rPr>
              <a:t>PART 3 결합 에너지와 반응 엔탈피</a:t>
            </a:r>
          </a:p>
        </p:txBody>
      </p:sp>
      <p:sp>
        <p:nvSpPr>
          <p:cNvPr id="3" name="topic_number">
            <a:extLst xmlns:a="http://schemas.openxmlformats.org/drawingml/2006/main">
              <a:ext uri="{FF2B5EF4-FFF2-40B4-BE49-F238E27FC236}">
                <a16:creationId xmlns:a16="http://schemas.microsoft.com/office/drawing/2014/main" id="{18553408-3713-48D2-AAA6-F31D6A9CC707}"/>
              </a:ext>
            </a:extLst>
          </p:cNvPr>
          <p:cNvSpPr>
            <a:spLocks xmlns:a="http://schemas.openxmlformats.org/drawingml/2006/main" noGrp="1"/>
          </p:cNvSpPr>
          <p:nvPr/>
        </p:nvSpPr>
        <p:spPr>
          <a:xfrm xmlns:a="http://schemas.openxmlformats.org/drawingml/2006/main">
            <a:off x="685800" y="1304925"/>
            <a:ext cx="571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b="1">
                <a:solidFill>
                  <a:srgbClr val="57962F"/>
                </a:solidFill>
                <a:latin typeface="Pretendard"/>
                <a:ea typeface="Pretendard"/>
                <a:cs typeface="Pretendard"/>
              </a:defRPr>
            </a:defPPr>
            <a:lvl1pPr algn="l">
              <a:defRPr sz="2700" b="1">
                <a:solidFill>
                  <a:srgbClr val="57962F"/>
                </a:solidFill>
                <a:latin typeface="Pretendard"/>
                <a:ea typeface="Pretendard"/>
                <a:cs typeface="Pretendard"/>
              </a:defRPr>
            </a:lvl1pPr>
            <a:lvl2pPr algn="l">
              <a:defRPr sz="2700" b="1">
                <a:solidFill>
                  <a:srgbClr val="57962F"/>
                </a:solidFill>
                <a:latin typeface="Pretendard"/>
                <a:ea typeface="Pretendard"/>
                <a:cs typeface="Pretendard"/>
              </a:defRPr>
            </a:lvl2pPr>
            <a:lvl3pPr algn="l">
              <a:defRPr sz="2700" b="1">
                <a:solidFill>
                  <a:srgbClr val="57962F"/>
                </a:solidFill>
                <a:latin typeface="Pretendard"/>
                <a:ea typeface="Pretendard"/>
                <a:cs typeface="Pretendard"/>
              </a:defRPr>
            </a:lvl3pPr>
            <a:lvl4pPr algn="l">
              <a:defRPr sz="2700" b="1">
                <a:solidFill>
                  <a:srgbClr val="57962F"/>
                </a:solidFill>
                <a:latin typeface="Pretendard"/>
                <a:ea typeface="Pretendard"/>
                <a:cs typeface="Pretendard"/>
              </a:defRPr>
            </a:lvl4pPr>
            <a:lvl5pPr algn="l">
              <a:defRPr sz="2700" b="1">
                <a:solidFill>
                  <a:srgbClr val="57962F"/>
                </a:solidFill>
                <a:latin typeface="Pretendard"/>
                <a:ea typeface="Pretendard"/>
                <a:cs typeface="Pretendard"/>
              </a:defRPr>
            </a:lvl5pPr>
            <a:lvl6pPr algn="l">
              <a:defRPr sz="2700" b="1">
                <a:solidFill>
                  <a:srgbClr val="57962F"/>
                </a:solidFill>
                <a:latin typeface="Pretendard"/>
                <a:ea typeface="Pretendard"/>
                <a:cs typeface="Pretendard"/>
              </a:defRPr>
            </a:lvl6pPr>
            <a:lvl7pPr algn="l">
              <a:defRPr sz="2700" b="1">
                <a:solidFill>
                  <a:srgbClr val="57962F"/>
                </a:solidFill>
                <a:latin typeface="Pretendard"/>
                <a:ea typeface="Pretendard"/>
                <a:cs typeface="Pretendard"/>
              </a:defRPr>
            </a:lvl7pPr>
            <a:lvl8pPr algn="l">
              <a:defRPr sz="2700" b="1">
                <a:solidFill>
                  <a:srgbClr val="57962F"/>
                </a:solidFill>
                <a:latin typeface="Pretendard"/>
                <a:ea typeface="Pretendard"/>
                <a:cs typeface="Pretendard"/>
              </a:defRPr>
            </a:lvl8pPr>
            <a:lvl9pPr algn="l">
              <a:defRPr sz="2700" b="1">
                <a:solidFill>
                  <a:srgbClr val="57962F"/>
                </a:solidFill>
                <a:latin typeface="Pretendard"/>
                <a:ea typeface="Pretendard"/>
                <a:cs typeface="Pretendard"/>
              </a:defRPr>
            </a:lvl9pPr>
          </a:lstStyle>
          <a:p xmlns:a="http://schemas.openxmlformats.org/drawingml/2006/main">
            <a:pPr algn="l">
              <a:defRPr sz="2700" b="1">
                <a:solidFill>
                  <a:srgbClr val="57962F"/>
                </a:solidFill>
                <a:latin typeface="Pretendard"/>
                <a:ea typeface="Pretendard"/>
                <a:cs typeface="Pretendard"/>
              </a:defRPr>
            </a:pPr>
            <a:r>
              <a:rPr sz="2700" b="1">
                <a:solidFill>
                  <a:srgbClr val="57962F"/>
                </a:solidFill>
                <a:latin typeface="Pretendard"/>
                <a:ea typeface="Pretendard"/>
                <a:cs typeface="Pretendard"/>
              </a:rPr>
              <a:t>04</a:t>
            </a:r>
          </a:p>
        </p:txBody>
      </p:sp>
      <p:sp>
        <p:nvSpPr>
          <p:cNvPr id="4" name="topic_heading">
            <a:extLst xmlns:a="http://schemas.openxmlformats.org/drawingml/2006/main">
              <a:ext uri="{FF2B5EF4-FFF2-40B4-BE49-F238E27FC236}">
                <a16:creationId xmlns:a16="http://schemas.microsoft.com/office/drawing/2014/main" id="{B22B89F8-B48A-4239-A699-1576836351F9}"/>
              </a:ext>
            </a:extLst>
          </p:cNvPr>
          <p:cNvSpPr>
            <a:spLocks xmlns:a="http://schemas.openxmlformats.org/drawingml/2006/main" noGrp="1"/>
          </p:cNvSpPr>
          <p:nvPr/>
        </p:nvSpPr>
        <p:spPr>
          <a:xfrm xmlns:a="http://schemas.openxmlformats.org/drawingml/2006/main">
            <a:off x="1304925" y="1304925"/>
            <a:ext cx="14287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b="1">
                <a:solidFill>
                  <a:srgbClr val="111111"/>
                </a:solidFill>
                <a:latin typeface="Pretendard"/>
                <a:ea typeface="Pretendard"/>
                <a:cs typeface="Pretendard"/>
              </a:defRPr>
            </a:defPPr>
            <a:lvl1pPr algn="l">
              <a:defRPr sz="2700" b="1">
                <a:solidFill>
                  <a:srgbClr val="111111"/>
                </a:solidFill>
                <a:latin typeface="Pretendard"/>
                <a:ea typeface="Pretendard"/>
                <a:cs typeface="Pretendard"/>
              </a:defRPr>
            </a:lvl1pPr>
            <a:lvl2pPr algn="l">
              <a:defRPr sz="2700" b="1">
                <a:solidFill>
                  <a:srgbClr val="111111"/>
                </a:solidFill>
                <a:latin typeface="Pretendard"/>
                <a:ea typeface="Pretendard"/>
                <a:cs typeface="Pretendard"/>
              </a:defRPr>
            </a:lvl2pPr>
            <a:lvl3pPr algn="l">
              <a:defRPr sz="2700" b="1">
                <a:solidFill>
                  <a:srgbClr val="111111"/>
                </a:solidFill>
                <a:latin typeface="Pretendard"/>
                <a:ea typeface="Pretendard"/>
                <a:cs typeface="Pretendard"/>
              </a:defRPr>
            </a:lvl3pPr>
            <a:lvl4pPr algn="l">
              <a:defRPr sz="2700" b="1">
                <a:solidFill>
                  <a:srgbClr val="111111"/>
                </a:solidFill>
                <a:latin typeface="Pretendard"/>
                <a:ea typeface="Pretendard"/>
                <a:cs typeface="Pretendard"/>
              </a:defRPr>
            </a:lvl4pPr>
            <a:lvl5pPr algn="l">
              <a:defRPr sz="2700" b="1">
                <a:solidFill>
                  <a:srgbClr val="111111"/>
                </a:solidFill>
                <a:latin typeface="Pretendard"/>
                <a:ea typeface="Pretendard"/>
                <a:cs typeface="Pretendard"/>
              </a:defRPr>
            </a:lvl5pPr>
            <a:lvl6pPr algn="l">
              <a:defRPr sz="2700" b="1">
                <a:solidFill>
                  <a:srgbClr val="111111"/>
                </a:solidFill>
                <a:latin typeface="Pretendard"/>
                <a:ea typeface="Pretendard"/>
                <a:cs typeface="Pretendard"/>
              </a:defRPr>
            </a:lvl6pPr>
            <a:lvl7pPr algn="l">
              <a:defRPr sz="2700" b="1">
                <a:solidFill>
                  <a:srgbClr val="111111"/>
                </a:solidFill>
                <a:latin typeface="Pretendard"/>
                <a:ea typeface="Pretendard"/>
                <a:cs typeface="Pretendard"/>
              </a:defRPr>
            </a:lvl7pPr>
            <a:lvl8pPr algn="l">
              <a:defRPr sz="2700" b="1">
                <a:solidFill>
                  <a:srgbClr val="111111"/>
                </a:solidFill>
                <a:latin typeface="Pretendard"/>
                <a:ea typeface="Pretendard"/>
                <a:cs typeface="Pretendard"/>
              </a:defRPr>
            </a:lvl8pPr>
            <a:lvl9pPr algn="l">
              <a:defRPr sz="2700" b="1">
                <a:solidFill>
                  <a:srgbClr val="111111"/>
                </a:solidFill>
                <a:latin typeface="Pretendard"/>
                <a:ea typeface="Pretendard"/>
                <a:cs typeface="Pretendard"/>
              </a:defRPr>
            </a:lvl9pPr>
          </a:lstStyle>
          <a:p xmlns:a="http://schemas.openxmlformats.org/drawingml/2006/main">
            <a:pPr algn="l">
              <a:defRPr sz="2700" b="1">
                <a:solidFill>
                  <a:srgbClr val="111111"/>
                </a:solidFill>
                <a:latin typeface="Pretendard"/>
                <a:ea typeface="Pretendard"/>
                <a:cs typeface="Pretendard"/>
              </a:defRPr>
            </a:pPr>
            <a:r>
              <a:rPr sz="2700" b="1">
                <a:solidFill>
                  <a:srgbClr val="111111"/>
                </a:solidFill>
                <a:latin typeface="Pretendard"/>
                <a:ea typeface="Pretendard"/>
                <a:cs typeface="Pretendard"/>
              </a:rPr>
              <a:t>물 생성 반응의 결합 모형</a:t>
            </a:r>
          </a:p>
        </p:txBody>
      </p:sp>
      <p:sp>
        <p:nvSpPr>
          <p:cNvPr id="5" name="title">
            <a:extLst xmlns:a="http://schemas.openxmlformats.org/drawingml/2006/main">
              <a:ext uri="{FF2B5EF4-FFF2-40B4-BE49-F238E27FC236}">
                <a16:creationId xmlns:a16="http://schemas.microsoft.com/office/drawing/2014/main" id="{7C13A1D3-E8D9-4FF6-885E-4A0B79085906}"/>
              </a:ext>
            </a:extLst>
          </p:cNvPr>
          <p:cNvSpPr>
            <a:spLocks xmlns:a="http://schemas.openxmlformats.org/drawingml/2006/main" noGrp="1"/>
          </p:cNvSpPr>
          <p:nvPr/>
        </p:nvSpPr>
        <p:spPr>
          <a:xfrm xmlns:a="http://schemas.openxmlformats.org/drawingml/2006/main">
            <a:off x="1524000" y="2714625"/>
            <a:ext cx="15240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4800" b="1">
                <a:solidFill>
                  <a:srgbClr val="111111"/>
                </a:solidFill>
                <a:latin typeface="Pretendard"/>
                <a:ea typeface="Pretendard"/>
                <a:cs typeface="Pretendard"/>
              </a:defRPr>
            </a:defPPr>
            <a:lvl1pPr algn="ctr">
              <a:defRPr sz="4800" b="1">
                <a:solidFill>
                  <a:srgbClr val="111111"/>
                </a:solidFill>
                <a:latin typeface="Pretendard"/>
                <a:ea typeface="Pretendard"/>
                <a:cs typeface="Pretendard"/>
              </a:defRPr>
            </a:lvl1pPr>
            <a:lvl2pPr algn="ctr">
              <a:defRPr sz="4800" b="1">
                <a:solidFill>
                  <a:srgbClr val="111111"/>
                </a:solidFill>
                <a:latin typeface="Pretendard"/>
                <a:ea typeface="Pretendard"/>
                <a:cs typeface="Pretendard"/>
              </a:defRPr>
            </a:lvl2pPr>
            <a:lvl3pPr algn="ctr">
              <a:defRPr sz="4800" b="1">
                <a:solidFill>
                  <a:srgbClr val="111111"/>
                </a:solidFill>
                <a:latin typeface="Pretendard"/>
                <a:ea typeface="Pretendard"/>
                <a:cs typeface="Pretendard"/>
              </a:defRPr>
            </a:lvl3pPr>
            <a:lvl4pPr algn="ctr">
              <a:defRPr sz="4800" b="1">
                <a:solidFill>
                  <a:srgbClr val="111111"/>
                </a:solidFill>
                <a:latin typeface="Pretendard"/>
                <a:ea typeface="Pretendard"/>
                <a:cs typeface="Pretendard"/>
              </a:defRPr>
            </a:lvl4pPr>
            <a:lvl5pPr algn="ctr">
              <a:defRPr sz="4800" b="1">
                <a:solidFill>
                  <a:srgbClr val="111111"/>
                </a:solidFill>
                <a:latin typeface="Pretendard"/>
                <a:ea typeface="Pretendard"/>
                <a:cs typeface="Pretendard"/>
              </a:defRPr>
            </a:lvl5pPr>
            <a:lvl6pPr algn="ctr">
              <a:defRPr sz="4800" b="1">
                <a:solidFill>
                  <a:srgbClr val="111111"/>
                </a:solidFill>
                <a:latin typeface="Pretendard"/>
                <a:ea typeface="Pretendard"/>
                <a:cs typeface="Pretendard"/>
              </a:defRPr>
            </a:lvl6pPr>
            <a:lvl7pPr algn="ctr">
              <a:defRPr sz="4800" b="1">
                <a:solidFill>
                  <a:srgbClr val="111111"/>
                </a:solidFill>
                <a:latin typeface="Pretendard"/>
                <a:ea typeface="Pretendard"/>
                <a:cs typeface="Pretendard"/>
              </a:defRPr>
            </a:lvl7pPr>
            <a:lvl8pPr algn="ctr">
              <a:defRPr sz="4800" b="1">
                <a:solidFill>
                  <a:srgbClr val="111111"/>
                </a:solidFill>
                <a:latin typeface="Pretendard"/>
                <a:ea typeface="Pretendard"/>
                <a:cs typeface="Pretendard"/>
              </a:defRPr>
            </a:lvl8pPr>
            <a:lvl9pPr algn="ctr">
              <a:defRPr sz="4800" b="1">
                <a:solidFill>
                  <a:srgbClr val="111111"/>
                </a:solidFill>
                <a:latin typeface="Pretendard"/>
                <a:ea typeface="Pretendard"/>
                <a:cs typeface="Pretendard"/>
              </a:defRPr>
            </a:lvl9pPr>
          </a:lstStyle>
          <a:p xmlns:a="http://schemas.openxmlformats.org/drawingml/2006/main">
            <a:pPr algn="ctr">
              <a:defRPr sz="4800" b="1">
                <a:solidFill>
                  <a:srgbClr val="111111"/>
                </a:solidFill>
                <a:latin typeface="Pretendard"/>
                <a:ea typeface="Pretendard"/>
                <a:cs typeface="Pretendard"/>
              </a:defRPr>
            </a:pPr>
            <a:r>
              <a:rPr sz="4800" b="1">
                <a:solidFill>
                  <a:srgbClr val="111111"/>
                </a:solidFill>
                <a:latin typeface="Pretendard"/>
                <a:ea typeface="Pretendard"/>
                <a:cs typeface="Pretendard"/>
              </a:rPr>
              <a:t>원자 수는 보존되고, 결합은 달라진다</a:t>
            </a:r>
          </a:p>
        </p:txBody>
      </p:sp>
      <p:sp>
        <p:nvSpPr>
          <p:cNvPr id="6" name="explanation">
            <a:extLst xmlns:a="http://schemas.openxmlformats.org/drawingml/2006/main">
              <a:ext uri="{FF2B5EF4-FFF2-40B4-BE49-F238E27FC236}">
                <a16:creationId xmlns:a16="http://schemas.microsoft.com/office/drawing/2014/main" id="{01AD61F2-80CE-4CD0-88D5-E8144C577F97}"/>
              </a:ext>
            </a:extLst>
          </p:cNvPr>
          <p:cNvSpPr>
            <a:spLocks xmlns:a="http://schemas.openxmlformats.org/drawingml/2006/main" noGrp="1"/>
          </p:cNvSpPr>
          <p:nvPr/>
        </p:nvSpPr>
        <p:spPr>
          <a:xfrm xmlns:a="http://schemas.openxmlformats.org/drawingml/2006/main">
            <a:off x="1524000" y="3790950"/>
            <a:ext cx="15240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550" b="0">
                <a:solidFill>
                  <a:srgbClr val="888888"/>
                </a:solidFill>
                <a:latin typeface="Pretendard"/>
                <a:ea typeface="Pretendard"/>
                <a:cs typeface="Pretendard"/>
              </a:defRPr>
            </a:defPPr>
            <a:lvl1pPr algn="ctr">
              <a:defRPr sz="2550" b="0">
                <a:solidFill>
                  <a:srgbClr val="888888"/>
                </a:solidFill>
                <a:latin typeface="Pretendard"/>
                <a:ea typeface="Pretendard"/>
                <a:cs typeface="Pretendard"/>
              </a:defRPr>
            </a:lvl1pPr>
            <a:lvl2pPr algn="ctr">
              <a:defRPr sz="2550" b="0">
                <a:solidFill>
                  <a:srgbClr val="888888"/>
                </a:solidFill>
                <a:latin typeface="Pretendard"/>
                <a:ea typeface="Pretendard"/>
                <a:cs typeface="Pretendard"/>
              </a:defRPr>
            </a:lvl2pPr>
            <a:lvl3pPr algn="ctr">
              <a:defRPr sz="2550" b="0">
                <a:solidFill>
                  <a:srgbClr val="888888"/>
                </a:solidFill>
                <a:latin typeface="Pretendard"/>
                <a:ea typeface="Pretendard"/>
                <a:cs typeface="Pretendard"/>
              </a:defRPr>
            </a:lvl3pPr>
            <a:lvl4pPr algn="ctr">
              <a:defRPr sz="2550" b="0">
                <a:solidFill>
                  <a:srgbClr val="888888"/>
                </a:solidFill>
                <a:latin typeface="Pretendard"/>
                <a:ea typeface="Pretendard"/>
                <a:cs typeface="Pretendard"/>
              </a:defRPr>
            </a:lvl4pPr>
            <a:lvl5pPr algn="ctr">
              <a:defRPr sz="2550" b="0">
                <a:solidFill>
                  <a:srgbClr val="888888"/>
                </a:solidFill>
                <a:latin typeface="Pretendard"/>
                <a:ea typeface="Pretendard"/>
                <a:cs typeface="Pretendard"/>
              </a:defRPr>
            </a:lvl5pPr>
            <a:lvl6pPr algn="ctr">
              <a:defRPr sz="2550" b="0">
                <a:solidFill>
                  <a:srgbClr val="888888"/>
                </a:solidFill>
                <a:latin typeface="Pretendard"/>
                <a:ea typeface="Pretendard"/>
                <a:cs typeface="Pretendard"/>
              </a:defRPr>
            </a:lvl6pPr>
            <a:lvl7pPr algn="ctr">
              <a:defRPr sz="2550" b="0">
                <a:solidFill>
                  <a:srgbClr val="888888"/>
                </a:solidFill>
                <a:latin typeface="Pretendard"/>
                <a:ea typeface="Pretendard"/>
                <a:cs typeface="Pretendard"/>
              </a:defRPr>
            </a:lvl7pPr>
            <a:lvl8pPr algn="ctr">
              <a:defRPr sz="2550" b="0">
                <a:solidFill>
                  <a:srgbClr val="888888"/>
                </a:solidFill>
                <a:latin typeface="Pretendard"/>
                <a:ea typeface="Pretendard"/>
                <a:cs typeface="Pretendard"/>
              </a:defRPr>
            </a:lvl8pPr>
            <a:lvl9pPr algn="ctr">
              <a:defRPr sz="2550" b="0">
                <a:solidFill>
                  <a:srgbClr val="888888"/>
                </a:solidFill>
                <a:latin typeface="Pretendard"/>
                <a:ea typeface="Pretendard"/>
                <a:cs typeface="Pretendard"/>
              </a:defRPr>
            </a:lvl9pPr>
          </a:lstStyle>
          <a:p xmlns:a="http://schemas.openxmlformats.org/drawingml/2006/main">
            <a:pPr algn="ctr">
              <a:defRPr sz="2550" b="0">
                <a:solidFill>
                  <a:srgbClr val="888888"/>
                </a:solidFill>
                <a:latin typeface="Pretendard"/>
                <a:ea typeface="Pretendard"/>
                <a:cs typeface="Pretendard"/>
              </a:defRPr>
            </a:pPr>
            <a:r>
              <a:rPr sz="2550" b="0">
                <a:solidFill>
                  <a:srgbClr val="888888"/>
                </a:solidFill>
                <a:latin typeface="Pretendard"/>
                <a:ea typeface="Pretendard"/>
                <a:cs typeface="Pretendard"/>
              </a:rPr>
              <a:t>2H₂(g) + O₂(g) → 2H₂O(g)</a:t>
            </a:r>
          </a:p>
        </p:txBody>
      </p:sp>
      <p:sp>
        <p:nvSpPr>
          <p:cNvPr id="7" name="page">
            <a:extLst xmlns:a="http://schemas.openxmlformats.org/drawingml/2006/main">
              <a:ext uri="{FF2B5EF4-FFF2-40B4-BE49-F238E27FC236}">
                <a16:creationId xmlns:a16="http://schemas.microsoft.com/office/drawing/2014/main" id="{4481900E-6331-452F-983A-A34CCB33379C}"/>
              </a:ext>
            </a:extLst>
          </p:cNvPr>
          <p:cNvSpPr>
            <a:spLocks xmlns:a="http://schemas.openxmlformats.org/drawingml/2006/main" noGrp="1"/>
          </p:cNvSpPr>
          <p:nvPr/>
        </p:nvSpPr>
        <p:spPr>
          <a:xfrm xmlns:a="http://schemas.openxmlformats.org/drawingml/2006/main">
            <a:off x="685800" y="987742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999999"/>
                </a:solidFill>
                <a:latin typeface="Pretendard"/>
                <a:ea typeface="Pretendard"/>
                <a:cs typeface="Pretendard"/>
              </a:defRPr>
            </a:defPPr>
            <a:lvl1pPr algn="l">
              <a:defRPr sz="1500" b="0">
                <a:solidFill>
                  <a:srgbClr val="999999"/>
                </a:solidFill>
                <a:latin typeface="Pretendard"/>
                <a:ea typeface="Pretendard"/>
                <a:cs typeface="Pretendard"/>
              </a:defRPr>
            </a:lvl1pPr>
            <a:lvl2pPr algn="l">
              <a:defRPr sz="1500" b="0">
                <a:solidFill>
                  <a:srgbClr val="999999"/>
                </a:solidFill>
                <a:latin typeface="Pretendard"/>
                <a:ea typeface="Pretendard"/>
                <a:cs typeface="Pretendard"/>
              </a:defRPr>
            </a:lvl2pPr>
            <a:lvl3pPr algn="l">
              <a:defRPr sz="1500" b="0">
                <a:solidFill>
                  <a:srgbClr val="999999"/>
                </a:solidFill>
                <a:latin typeface="Pretendard"/>
                <a:ea typeface="Pretendard"/>
                <a:cs typeface="Pretendard"/>
              </a:defRPr>
            </a:lvl3pPr>
            <a:lvl4pPr algn="l">
              <a:defRPr sz="1500" b="0">
                <a:solidFill>
                  <a:srgbClr val="999999"/>
                </a:solidFill>
                <a:latin typeface="Pretendard"/>
                <a:ea typeface="Pretendard"/>
                <a:cs typeface="Pretendard"/>
              </a:defRPr>
            </a:lvl4pPr>
            <a:lvl5pPr algn="l">
              <a:defRPr sz="1500" b="0">
                <a:solidFill>
                  <a:srgbClr val="999999"/>
                </a:solidFill>
                <a:latin typeface="Pretendard"/>
                <a:ea typeface="Pretendard"/>
                <a:cs typeface="Pretendard"/>
              </a:defRPr>
            </a:lvl5pPr>
            <a:lvl6pPr algn="l">
              <a:defRPr sz="1500" b="0">
                <a:solidFill>
                  <a:srgbClr val="999999"/>
                </a:solidFill>
                <a:latin typeface="Pretendard"/>
                <a:ea typeface="Pretendard"/>
                <a:cs typeface="Pretendard"/>
              </a:defRPr>
            </a:lvl6pPr>
            <a:lvl7pPr algn="l">
              <a:defRPr sz="1500" b="0">
                <a:solidFill>
                  <a:srgbClr val="999999"/>
                </a:solidFill>
                <a:latin typeface="Pretendard"/>
                <a:ea typeface="Pretendard"/>
                <a:cs typeface="Pretendard"/>
              </a:defRPr>
            </a:lvl7pPr>
            <a:lvl8pPr algn="l">
              <a:defRPr sz="1500" b="0">
                <a:solidFill>
                  <a:srgbClr val="999999"/>
                </a:solidFill>
                <a:latin typeface="Pretendard"/>
                <a:ea typeface="Pretendard"/>
                <a:cs typeface="Pretendard"/>
              </a:defRPr>
            </a:lvl8pPr>
            <a:lvl9pPr algn="l">
              <a:defRPr sz="1500" b="0">
                <a:solidFill>
                  <a:srgbClr val="999999"/>
                </a:solidFill>
                <a:latin typeface="Pretendard"/>
                <a:ea typeface="Pretendard"/>
                <a:cs typeface="Pretendard"/>
              </a:defRPr>
            </a:lvl9pPr>
          </a:lstStyle>
          <a:p xmlns:a="http://schemas.openxmlformats.org/drawingml/2006/main">
            <a:pPr algn="l">
              <a:defRPr sz="1500" b="0">
                <a:solidFill>
                  <a:srgbClr val="999999"/>
                </a:solidFill>
                <a:latin typeface="Pretendard"/>
                <a:ea typeface="Pretendard"/>
                <a:cs typeface="Pretendard"/>
              </a:defRPr>
            </a:pPr>
            <a:r>
              <a:rPr sz="1500" b="0">
                <a:solidFill>
                  <a:srgbClr val="999999"/>
                </a:solidFill>
                <a:latin typeface="Pretendard"/>
                <a:ea typeface="Pretendard"/>
                <a:cs typeface="Pretendard"/>
              </a:rPr>
              <a:t>26 / 31</a:t>
            </a:r>
          </a:p>
        </p:txBody>
      </p:sp>
      <p:sp>
        <p:nvSpPr>
          <p:cNvPr id="8" name="copyright">
            <a:extLst xmlns:a="http://schemas.openxmlformats.org/drawingml/2006/main">
              <a:ext uri="{FF2B5EF4-FFF2-40B4-BE49-F238E27FC236}">
                <a16:creationId xmlns:a16="http://schemas.microsoft.com/office/drawing/2014/main" id="{D68C4ADE-08E3-4502-B68B-0AB0B35918A9}"/>
              </a:ext>
            </a:extLst>
          </p:cNvPr>
          <p:cNvSpPr>
            <a:spLocks xmlns:a="http://schemas.openxmlformats.org/drawingml/2006/main" noGrp="1"/>
          </p:cNvSpPr>
          <p:nvPr/>
        </p:nvSpPr>
        <p:spPr>
          <a:xfrm xmlns:a="http://schemas.openxmlformats.org/drawingml/2006/main">
            <a:off x="14620875" y="9877425"/>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xmlns:a="http://schemas.openxmlformats.org/drawingml/2006/main">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9" name="">
            <a:extLst xmlns:a="http://schemas.openxmlformats.org/drawingml/2006/main">
              <a:ext uri="{FF2B5EF4-FFF2-40B4-BE49-F238E27FC236}">
                <a16:creationId xmlns:a16="http://schemas.microsoft.com/office/drawing/2014/main" id="{D9806789-9533-41FC-88E3-1CE77C1D1972}"/>
              </a:ext>
            </a:extLst>
          </p:cNvPr>
          <p:cNvPicPr>
            <a:picLocks xmlns:a="http://schemas.openxmlformats.org/drawingml/2006/main" noChangeAspect="1"/>
          </p:cNvPicPr>
          <p:nvPr/>
        </p:nvPicPr>
        <p:blipFill>
          <a:blip xmlns:r="http://schemas.openxmlformats.org/officeDocument/2006/relationships" xmlns:a="http://schemas.openxmlformats.org/drawingml/2006/main" r:embed="R53cfbbeb24904196"/>
          <a:stretch xmlns:a="http://schemas.openxmlformats.org/drawingml/2006/main"/>
        </p:blipFill>
        <p:spPr>
          <a:xfrm xmlns:a="http://schemas.openxmlformats.org/drawingml/2006/main">
            <a:off x="2333625" y="4831319"/>
            <a:ext cx="13620750" cy="3815236"/>
          </a:xfrm>
          <a:prstGeom xmlns:a="http://schemas.openxmlformats.org/drawingml/2006/main" prst="rect">
            <a:avLst/>
          </a:prstGeom>
        </p:spPr>
      </p:pic>
      <p:sp>
        <p:nvSpPr>
          <p:cNvPr id="10" name="conclusion">
            <a:extLst xmlns:a="http://schemas.openxmlformats.org/drawingml/2006/main">
              <a:ext uri="{FF2B5EF4-FFF2-40B4-BE49-F238E27FC236}">
                <a16:creationId xmlns:a16="http://schemas.microsoft.com/office/drawing/2014/main" id="{C291C30A-77B4-4A7C-8AEE-57D6AA0A19E5}"/>
              </a:ext>
            </a:extLst>
          </p:cNvPr>
          <p:cNvSpPr>
            <a:spLocks xmlns:a="http://schemas.openxmlformats.org/drawingml/2006/main" noGrp="1"/>
          </p:cNvSpPr>
          <p:nvPr/>
        </p:nvSpPr>
        <p:spPr>
          <a:xfrm xmlns:a="http://schemas.openxmlformats.org/drawingml/2006/main">
            <a:off x="2476500" y="8972550"/>
            <a:ext cx="13335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3150" b="0">
                <a:solidFill>
                  <a:srgbClr val="444444"/>
                </a:solidFill>
                <a:latin typeface="Pretendard"/>
                <a:ea typeface="Pretendard"/>
                <a:cs typeface="Pretendard"/>
              </a:defRPr>
            </a:defPPr>
            <a:lvl1pPr algn="ctr">
              <a:defRPr sz="3150" b="0">
                <a:solidFill>
                  <a:srgbClr val="444444"/>
                </a:solidFill>
                <a:latin typeface="Pretendard"/>
                <a:ea typeface="Pretendard"/>
                <a:cs typeface="Pretendard"/>
              </a:defRPr>
            </a:lvl1pPr>
            <a:lvl2pPr algn="ctr">
              <a:defRPr sz="3150" b="0">
                <a:solidFill>
                  <a:srgbClr val="444444"/>
                </a:solidFill>
                <a:latin typeface="Pretendard"/>
                <a:ea typeface="Pretendard"/>
                <a:cs typeface="Pretendard"/>
              </a:defRPr>
            </a:lvl2pPr>
            <a:lvl3pPr algn="ctr">
              <a:defRPr sz="3150" b="0">
                <a:solidFill>
                  <a:srgbClr val="444444"/>
                </a:solidFill>
                <a:latin typeface="Pretendard"/>
                <a:ea typeface="Pretendard"/>
                <a:cs typeface="Pretendard"/>
              </a:defRPr>
            </a:lvl3pPr>
            <a:lvl4pPr algn="ctr">
              <a:defRPr sz="3150" b="0">
                <a:solidFill>
                  <a:srgbClr val="444444"/>
                </a:solidFill>
                <a:latin typeface="Pretendard"/>
                <a:ea typeface="Pretendard"/>
                <a:cs typeface="Pretendard"/>
              </a:defRPr>
            </a:lvl4pPr>
            <a:lvl5pPr algn="ctr">
              <a:defRPr sz="3150" b="0">
                <a:solidFill>
                  <a:srgbClr val="444444"/>
                </a:solidFill>
                <a:latin typeface="Pretendard"/>
                <a:ea typeface="Pretendard"/>
                <a:cs typeface="Pretendard"/>
              </a:defRPr>
            </a:lvl5pPr>
            <a:lvl6pPr algn="ctr">
              <a:defRPr sz="3150" b="0">
                <a:solidFill>
                  <a:srgbClr val="444444"/>
                </a:solidFill>
                <a:latin typeface="Pretendard"/>
                <a:ea typeface="Pretendard"/>
                <a:cs typeface="Pretendard"/>
              </a:defRPr>
            </a:lvl6pPr>
            <a:lvl7pPr algn="ctr">
              <a:defRPr sz="3150" b="0">
                <a:solidFill>
                  <a:srgbClr val="444444"/>
                </a:solidFill>
                <a:latin typeface="Pretendard"/>
                <a:ea typeface="Pretendard"/>
                <a:cs typeface="Pretendard"/>
              </a:defRPr>
            </a:lvl7pPr>
            <a:lvl8pPr algn="ctr">
              <a:defRPr sz="3150" b="0">
                <a:solidFill>
                  <a:srgbClr val="444444"/>
                </a:solidFill>
                <a:latin typeface="Pretendard"/>
                <a:ea typeface="Pretendard"/>
                <a:cs typeface="Pretendard"/>
              </a:defRPr>
            </a:lvl8pPr>
            <a:lvl9pPr algn="ctr">
              <a:defRPr sz="3150" b="0">
                <a:solidFill>
                  <a:srgbClr val="444444"/>
                </a:solidFill>
                <a:latin typeface="Pretendard"/>
                <a:ea typeface="Pretendard"/>
                <a:cs typeface="Pretendard"/>
              </a:defRPr>
            </a:lvl9pPr>
          </a:lstStyle>
          <a:p xmlns:a="http://schemas.openxmlformats.org/drawingml/2006/main">
            <a:pPr algn="ctr">
              <a:defRPr sz="3150" b="0">
                <a:solidFill>
                  <a:srgbClr val="444444"/>
                </a:solidFill>
                <a:latin typeface="Pretendard"/>
                <a:ea typeface="Pretendard"/>
                <a:cs typeface="Pretendard"/>
              </a:defRPr>
            </a:pPr>
            <a:r>
              <a:rPr sz="3150" b="0">
                <a:solidFill>
                  <a:srgbClr val="444444"/>
                </a:solidFill>
                <a:latin typeface="Pretendard"/>
                <a:ea typeface="Pretendard"/>
                <a:cs typeface="Pretendard"/>
              </a:rPr>
              <a:t>H 원자 4개와 O 원자 2개를 끝까지 확인한다</a:t>
            </a:r>
          </a:p>
        </p:txBody>
      </p:sp>
    </p:spTree>
    <p:extLst>
      <p:ext uri="{BB962C8B-B14F-4D97-AF65-F5344CB8AC3E}">
        <p14:creationId xmlns:p14="http://schemas.microsoft.com/office/powerpoint/2010/main" val="112652171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6" name="">
            <a:extLst xmlns:a="http://schemas.openxmlformats.org/drawingml/2006/main">
              <a:ext uri="{FF2B5EF4-FFF2-40B4-BE49-F238E27FC236}">
                <a16:creationId xmlns:a16="http://schemas.microsoft.com/office/drawing/2014/main" id="{4C03188E-8A72-4EB8-8E1B-5BA8C1D0CA7A}"/>
              </a:ext>
            </a:extLst>
          </p:cNvPr>
          <p:cNvPicPr>
            <a:picLocks xmlns:a="http://schemas.openxmlformats.org/drawingml/2006/main" noChangeAspect="1"/>
          </p:cNvPicPr>
          <p:nvPr/>
        </p:nvPicPr>
        <p:blipFill>
          <a:blip xmlns:r="http://schemas.openxmlformats.org/officeDocument/2006/relationships" xmlns:a="http://schemas.openxmlformats.org/drawingml/2006/main" r:embed="Rcea697ba30cf4d01"/>
          <a:stretch xmlns:a="http://schemas.openxmlformats.org/drawingml/2006/main"/>
        </p:blipFill>
        <p:spPr>
          <a:xfrm xmlns:a="http://schemas.openxmlformats.org/drawingml/2006/main">
            <a:off x="16941800" y="382588"/>
            <a:ext cx="1028700" cy="733425"/>
          </a:xfrm>
          <a:prstGeom xmlns:a="http://schemas.openxmlformats.org/drawingml/2006/main" prst="rect">
            <a:avLst/>
          </a:prstGeom>
        </p:spPr>
      </p:pic>
      <p:sp>
        <p:nvSpPr>
          <p:cNvPr id="2" name="part_heading">
            <a:extLst xmlns:a="http://schemas.openxmlformats.org/drawingml/2006/main">
              <a:ext uri="{FF2B5EF4-FFF2-40B4-BE49-F238E27FC236}">
                <a16:creationId xmlns:a16="http://schemas.microsoft.com/office/drawing/2014/main" id="{49FB9DD1-10B2-49AF-A12F-5DD549D62407}"/>
              </a:ext>
            </a:extLst>
          </p:cNvPr>
          <p:cNvSpPr>
            <a:spLocks xmlns:a="http://schemas.openxmlformats.org/drawingml/2006/main" noGrp="1"/>
          </p:cNvSpPr>
          <p:nvPr/>
        </p:nvSpPr>
        <p:spPr>
          <a:xfrm xmlns:a="http://schemas.openxmlformats.org/drawingml/2006/main">
            <a:off x="685800" y="742950"/>
            <a:ext cx="1428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250" b="1">
                <a:solidFill>
                  <a:srgbClr val="909090"/>
                </a:solidFill>
                <a:latin typeface="Pretendard"/>
                <a:ea typeface="Pretendard"/>
                <a:cs typeface="Pretendard"/>
              </a:defRPr>
            </a:defPPr>
            <a:lvl1pPr algn="l">
              <a:defRPr sz="2250" b="1">
                <a:solidFill>
                  <a:srgbClr val="909090"/>
                </a:solidFill>
                <a:latin typeface="Pretendard"/>
                <a:ea typeface="Pretendard"/>
                <a:cs typeface="Pretendard"/>
              </a:defRPr>
            </a:lvl1pPr>
            <a:lvl2pPr algn="l">
              <a:defRPr sz="2250" b="1">
                <a:solidFill>
                  <a:srgbClr val="909090"/>
                </a:solidFill>
                <a:latin typeface="Pretendard"/>
                <a:ea typeface="Pretendard"/>
                <a:cs typeface="Pretendard"/>
              </a:defRPr>
            </a:lvl2pPr>
            <a:lvl3pPr algn="l">
              <a:defRPr sz="2250" b="1">
                <a:solidFill>
                  <a:srgbClr val="909090"/>
                </a:solidFill>
                <a:latin typeface="Pretendard"/>
                <a:ea typeface="Pretendard"/>
                <a:cs typeface="Pretendard"/>
              </a:defRPr>
            </a:lvl3pPr>
            <a:lvl4pPr algn="l">
              <a:defRPr sz="2250" b="1">
                <a:solidFill>
                  <a:srgbClr val="909090"/>
                </a:solidFill>
                <a:latin typeface="Pretendard"/>
                <a:ea typeface="Pretendard"/>
                <a:cs typeface="Pretendard"/>
              </a:defRPr>
            </a:lvl4pPr>
            <a:lvl5pPr algn="l">
              <a:defRPr sz="2250" b="1">
                <a:solidFill>
                  <a:srgbClr val="909090"/>
                </a:solidFill>
                <a:latin typeface="Pretendard"/>
                <a:ea typeface="Pretendard"/>
                <a:cs typeface="Pretendard"/>
              </a:defRPr>
            </a:lvl5pPr>
            <a:lvl6pPr algn="l">
              <a:defRPr sz="2250" b="1">
                <a:solidFill>
                  <a:srgbClr val="909090"/>
                </a:solidFill>
                <a:latin typeface="Pretendard"/>
                <a:ea typeface="Pretendard"/>
                <a:cs typeface="Pretendard"/>
              </a:defRPr>
            </a:lvl6pPr>
            <a:lvl7pPr algn="l">
              <a:defRPr sz="2250" b="1">
                <a:solidFill>
                  <a:srgbClr val="909090"/>
                </a:solidFill>
                <a:latin typeface="Pretendard"/>
                <a:ea typeface="Pretendard"/>
                <a:cs typeface="Pretendard"/>
              </a:defRPr>
            </a:lvl7pPr>
            <a:lvl8pPr algn="l">
              <a:defRPr sz="2250" b="1">
                <a:solidFill>
                  <a:srgbClr val="909090"/>
                </a:solidFill>
                <a:latin typeface="Pretendard"/>
                <a:ea typeface="Pretendard"/>
                <a:cs typeface="Pretendard"/>
              </a:defRPr>
            </a:lvl8pPr>
            <a:lvl9pPr algn="l">
              <a:defRPr sz="2250" b="1">
                <a:solidFill>
                  <a:srgbClr val="909090"/>
                </a:solidFill>
                <a:latin typeface="Pretendard"/>
                <a:ea typeface="Pretendard"/>
                <a:cs typeface="Pretendard"/>
              </a:defRPr>
            </a:lvl9pPr>
          </a:lstStyle>
          <a:p xmlns:a="http://schemas.openxmlformats.org/drawingml/2006/main">
            <a:pPr algn="l">
              <a:defRPr sz="2250" b="1">
                <a:solidFill>
                  <a:srgbClr val="909090"/>
                </a:solidFill>
                <a:latin typeface="Pretendard"/>
                <a:ea typeface="Pretendard"/>
                <a:cs typeface="Pretendard"/>
              </a:defRPr>
            </a:pPr>
            <a:r>
              <a:rPr sz="2250" b="1">
                <a:solidFill>
                  <a:srgbClr val="909090"/>
                </a:solidFill>
                <a:latin typeface="Pretendard"/>
                <a:ea typeface="Pretendard"/>
                <a:cs typeface="Pretendard"/>
              </a:rPr>
              <a:t>PART 3 결합 에너지와 반응 엔탈피</a:t>
            </a:r>
          </a:p>
        </p:txBody>
      </p:sp>
      <p:sp>
        <p:nvSpPr>
          <p:cNvPr id="3" name="topic_number">
            <a:extLst xmlns:a="http://schemas.openxmlformats.org/drawingml/2006/main">
              <a:ext uri="{FF2B5EF4-FFF2-40B4-BE49-F238E27FC236}">
                <a16:creationId xmlns:a16="http://schemas.microsoft.com/office/drawing/2014/main" id="{CC71831F-AFBF-41F8-B6E6-5944AABB1689}"/>
              </a:ext>
            </a:extLst>
          </p:cNvPr>
          <p:cNvSpPr>
            <a:spLocks xmlns:a="http://schemas.openxmlformats.org/drawingml/2006/main" noGrp="1"/>
          </p:cNvSpPr>
          <p:nvPr/>
        </p:nvSpPr>
        <p:spPr>
          <a:xfrm xmlns:a="http://schemas.openxmlformats.org/drawingml/2006/main">
            <a:off x="685800" y="1304925"/>
            <a:ext cx="571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b="1">
                <a:solidFill>
                  <a:srgbClr val="57962F"/>
                </a:solidFill>
                <a:latin typeface="Pretendard"/>
                <a:ea typeface="Pretendard"/>
                <a:cs typeface="Pretendard"/>
              </a:defRPr>
            </a:defPPr>
            <a:lvl1pPr algn="l">
              <a:defRPr sz="2700" b="1">
                <a:solidFill>
                  <a:srgbClr val="57962F"/>
                </a:solidFill>
                <a:latin typeface="Pretendard"/>
                <a:ea typeface="Pretendard"/>
                <a:cs typeface="Pretendard"/>
              </a:defRPr>
            </a:lvl1pPr>
            <a:lvl2pPr algn="l">
              <a:defRPr sz="2700" b="1">
                <a:solidFill>
                  <a:srgbClr val="57962F"/>
                </a:solidFill>
                <a:latin typeface="Pretendard"/>
                <a:ea typeface="Pretendard"/>
                <a:cs typeface="Pretendard"/>
              </a:defRPr>
            </a:lvl2pPr>
            <a:lvl3pPr algn="l">
              <a:defRPr sz="2700" b="1">
                <a:solidFill>
                  <a:srgbClr val="57962F"/>
                </a:solidFill>
                <a:latin typeface="Pretendard"/>
                <a:ea typeface="Pretendard"/>
                <a:cs typeface="Pretendard"/>
              </a:defRPr>
            </a:lvl3pPr>
            <a:lvl4pPr algn="l">
              <a:defRPr sz="2700" b="1">
                <a:solidFill>
                  <a:srgbClr val="57962F"/>
                </a:solidFill>
                <a:latin typeface="Pretendard"/>
                <a:ea typeface="Pretendard"/>
                <a:cs typeface="Pretendard"/>
              </a:defRPr>
            </a:lvl4pPr>
            <a:lvl5pPr algn="l">
              <a:defRPr sz="2700" b="1">
                <a:solidFill>
                  <a:srgbClr val="57962F"/>
                </a:solidFill>
                <a:latin typeface="Pretendard"/>
                <a:ea typeface="Pretendard"/>
                <a:cs typeface="Pretendard"/>
              </a:defRPr>
            </a:lvl5pPr>
            <a:lvl6pPr algn="l">
              <a:defRPr sz="2700" b="1">
                <a:solidFill>
                  <a:srgbClr val="57962F"/>
                </a:solidFill>
                <a:latin typeface="Pretendard"/>
                <a:ea typeface="Pretendard"/>
                <a:cs typeface="Pretendard"/>
              </a:defRPr>
            </a:lvl6pPr>
            <a:lvl7pPr algn="l">
              <a:defRPr sz="2700" b="1">
                <a:solidFill>
                  <a:srgbClr val="57962F"/>
                </a:solidFill>
                <a:latin typeface="Pretendard"/>
                <a:ea typeface="Pretendard"/>
                <a:cs typeface="Pretendard"/>
              </a:defRPr>
            </a:lvl7pPr>
            <a:lvl8pPr algn="l">
              <a:defRPr sz="2700" b="1">
                <a:solidFill>
                  <a:srgbClr val="57962F"/>
                </a:solidFill>
                <a:latin typeface="Pretendard"/>
                <a:ea typeface="Pretendard"/>
                <a:cs typeface="Pretendard"/>
              </a:defRPr>
            </a:lvl8pPr>
            <a:lvl9pPr algn="l">
              <a:defRPr sz="2700" b="1">
                <a:solidFill>
                  <a:srgbClr val="57962F"/>
                </a:solidFill>
                <a:latin typeface="Pretendard"/>
                <a:ea typeface="Pretendard"/>
                <a:cs typeface="Pretendard"/>
              </a:defRPr>
            </a:lvl9pPr>
          </a:lstStyle>
          <a:p xmlns:a="http://schemas.openxmlformats.org/drawingml/2006/main">
            <a:pPr algn="l">
              <a:defRPr sz="2700" b="1">
                <a:solidFill>
                  <a:srgbClr val="57962F"/>
                </a:solidFill>
                <a:latin typeface="Pretendard"/>
                <a:ea typeface="Pretendard"/>
                <a:cs typeface="Pretendard"/>
              </a:defRPr>
            </a:pPr>
            <a:r>
              <a:rPr sz="2700" b="1">
                <a:solidFill>
                  <a:srgbClr val="57962F"/>
                </a:solidFill>
                <a:latin typeface="Pretendard"/>
                <a:ea typeface="Pretendard"/>
                <a:cs typeface="Pretendard"/>
              </a:rPr>
              <a:t>06</a:t>
            </a:r>
          </a:p>
        </p:txBody>
      </p:sp>
      <p:sp>
        <p:nvSpPr>
          <p:cNvPr id="4" name="topic_heading">
            <a:extLst xmlns:a="http://schemas.openxmlformats.org/drawingml/2006/main">
              <a:ext uri="{FF2B5EF4-FFF2-40B4-BE49-F238E27FC236}">
                <a16:creationId xmlns:a16="http://schemas.microsoft.com/office/drawing/2014/main" id="{0E6F3828-151C-47FB-8EBE-C922088F276C}"/>
              </a:ext>
            </a:extLst>
          </p:cNvPr>
          <p:cNvSpPr>
            <a:spLocks xmlns:a="http://schemas.openxmlformats.org/drawingml/2006/main" noGrp="1"/>
          </p:cNvSpPr>
          <p:nvPr/>
        </p:nvSpPr>
        <p:spPr>
          <a:xfrm xmlns:a="http://schemas.openxmlformats.org/drawingml/2006/main">
            <a:off x="1304925" y="1304925"/>
            <a:ext cx="14287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b="1">
                <a:solidFill>
                  <a:srgbClr val="111111"/>
                </a:solidFill>
                <a:latin typeface="Pretendard"/>
                <a:ea typeface="Pretendard"/>
                <a:cs typeface="Pretendard"/>
              </a:defRPr>
            </a:defPPr>
            <a:lvl1pPr algn="l">
              <a:defRPr sz="2700" b="1">
                <a:solidFill>
                  <a:srgbClr val="111111"/>
                </a:solidFill>
                <a:latin typeface="Pretendard"/>
                <a:ea typeface="Pretendard"/>
                <a:cs typeface="Pretendard"/>
              </a:defRPr>
            </a:lvl1pPr>
            <a:lvl2pPr algn="l">
              <a:defRPr sz="2700" b="1">
                <a:solidFill>
                  <a:srgbClr val="111111"/>
                </a:solidFill>
                <a:latin typeface="Pretendard"/>
                <a:ea typeface="Pretendard"/>
                <a:cs typeface="Pretendard"/>
              </a:defRPr>
            </a:lvl2pPr>
            <a:lvl3pPr algn="l">
              <a:defRPr sz="2700" b="1">
                <a:solidFill>
                  <a:srgbClr val="111111"/>
                </a:solidFill>
                <a:latin typeface="Pretendard"/>
                <a:ea typeface="Pretendard"/>
                <a:cs typeface="Pretendard"/>
              </a:defRPr>
            </a:lvl3pPr>
            <a:lvl4pPr algn="l">
              <a:defRPr sz="2700" b="1">
                <a:solidFill>
                  <a:srgbClr val="111111"/>
                </a:solidFill>
                <a:latin typeface="Pretendard"/>
                <a:ea typeface="Pretendard"/>
                <a:cs typeface="Pretendard"/>
              </a:defRPr>
            </a:lvl4pPr>
            <a:lvl5pPr algn="l">
              <a:defRPr sz="2700" b="1">
                <a:solidFill>
                  <a:srgbClr val="111111"/>
                </a:solidFill>
                <a:latin typeface="Pretendard"/>
                <a:ea typeface="Pretendard"/>
                <a:cs typeface="Pretendard"/>
              </a:defRPr>
            </a:lvl5pPr>
            <a:lvl6pPr algn="l">
              <a:defRPr sz="2700" b="1">
                <a:solidFill>
                  <a:srgbClr val="111111"/>
                </a:solidFill>
                <a:latin typeface="Pretendard"/>
                <a:ea typeface="Pretendard"/>
                <a:cs typeface="Pretendard"/>
              </a:defRPr>
            </a:lvl6pPr>
            <a:lvl7pPr algn="l">
              <a:defRPr sz="2700" b="1">
                <a:solidFill>
                  <a:srgbClr val="111111"/>
                </a:solidFill>
                <a:latin typeface="Pretendard"/>
                <a:ea typeface="Pretendard"/>
                <a:cs typeface="Pretendard"/>
              </a:defRPr>
            </a:lvl7pPr>
            <a:lvl8pPr algn="l">
              <a:defRPr sz="2700" b="1">
                <a:solidFill>
                  <a:srgbClr val="111111"/>
                </a:solidFill>
                <a:latin typeface="Pretendard"/>
                <a:ea typeface="Pretendard"/>
                <a:cs typeface="Pretendard"/>
              </a:defRPr>
            </a:lvl8pPr>
            <a:lvl9pPr algn="l">
              <a:defRPr sz="2700" b="1">
                <a:solidFill>
                  <a:srgbClr val="111111"/>
                </a:solidFill>
                <a:latin typeface="Pretendard"/>
                <a:ea typeface="Pretendard"/>
                <a:cs typeface="Pretendard"/>
              </a:defRPr>
            </a:lvl9pPr>
          </a:lstStyle>
          <a:p xmlns:a="http://schemas.openxmlformats.org/drawingml/2006/main">
            <a:pPr algn="l">
              <a:defRPr sz="2700" b="1">
                <a:solidFill>
                  <a:srgbClr val="111111"/>
                </a:solidFill>
                <a:latin typeface="Pretendard"/>
                <a:ea typeface="Pretendard"/>
                <a:cs typeface="Pretendard"/>
              </a:defRPr>
            </a:pPr>
            <a:r>
              <a:rPr sz="2700" b="1">
                <a:solidFill>
                  <a:srgbClr val="111111"/>
                </a:solidFill>
                <a:latin typeface="Pretendard"/>
                <a:ea typeface="Pretendard"/>
                <a:cs typeface="Pretendard"/>
              </a:rPr>
              <a:t>결합 에너지로 반응 엔탈피 계산</a:t>
            </a:r>
          </a:p>
        </p:txBody>
      </p:sp>
      <p:sp>
        <p:nvSpPr>
          <p:cNvPr id="5" name="title">
            <a:extLst xmlns:a="http://schemas.openxmlformats.org/drawingml/2006/main">
              <a:ext uri="{FF2B5EF4-FFF2-40B4-BE49-F238E27FC236}">
                <a16:creationId xmlns:a16="http://schemas.microsoft.com/office/drawing/2014/main" id="{04937A1E-6A63-4C72-8DE1-DB1F4A105226}"/>
              </a:ext>
            </a:extLst>
          </p:cNvPr>
          <p:cNvSpPr>
            <a:spLocks xmlns:a="http://schemas.openxmlformats.org/drawingml/2006/main" noGrp="1"/>
          </p:cNvSpPr>
          <p:nvPr/>
        </p:nvSpPr>
        <p:spPr>
          <a:xfrm xmlns:a="http://schemas.openxmlformats.org/drawingml/2006/main">
            <a:off x="1524000" y="2714625"/>
            <a:ext cx="15240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4800" b="1">
                <a:solidFill>
                  <a:srgbClr val="111111"/>
                </a:solidFill>
                <a:latin typeface="Pretendard"/>
                <a:ea typeface="Pretendard"/>
                <a:cs typeface="Pretendard"/>
              </a:defRPr>
            </a:defPPr>
            <a:lvl1pPr algn="ctr">
              <a:defRPr sz="4800" b="1">
                <a:solidFill>
                  <a:srgbClr val="111111"/>
                </a:solidFill>
                <a:latin typeface="Pretendard"/>
                <a:ea typeface="Pretendard"/>
                <a:cs typeface="Pretendard"/>
              </a:defRPr>
            </a:lvl1pPr>
            <a:lvl2pPr algn="ctr">
              <a:defRPr sz="4800" b="1">
                <a:solidFill>
                  <a:srgbClr val="111111"/>
                </a:solidFill>
                <a:latin typeface="Pretendard"/>
                <a:ea typeface="Pretendard"/>
                <a:cs typeface="Pretendard"/>
              </a:defRPr>
            </a:lvl2pPr>
            <a:lvl3pPr algn="ctr">
              <a:defRPr sz="4800" b="1">
                <a:solidFill>
                  <a:srgbClr val="111111"/>
                </a:solidFill>
                <a:latin typeface="Pretendard"/>
                <a:ea typeface="Pretendard"/>
                <a:cs typeface="Pretendard"/>
              </a:defRPr>
            </a:lvl3pPr>
            <a:lvl4pPr algn="ctr">
              <a:defRPr sz="4800" b="1">
                <a:solidFill>
                  <a:srgbClr val="111111"/>
                </a:solidFill>
                <a:latin typeface="Pretendard"/>
                <a:ea typeface="Pretendard"/>
                <a:cs typeface="Pretendard"/>
              </a:defRPr>
            </a:lvl4pPr>
            <a:lvl5pPr algn="ctr">
              <a:defRPr sz="4800" b="1">
                <a:solidFill>
                  <a:srgbClr val="111111"/>
                </a:solidFill>
                <a:latin typeface="Pretendard"/>
                <a:ea typeface="Pretendard"/>
                <a:cs typeface="Pretendard"/>
              </a:defRPr>
            </a:lvl5pPr>
            <a:lvl6pPr algn="ctr">
              <a:defRPr sz="4800" b="1">
                <a:solidFill>
                  <a:srgbClr val="111111"/>
                </a:solidFill>
                <a:latin typeface="Pretendard"/>
                <a:ea typeface="Pretendard"/>
                <a:cs typeface="Pretendard"/>
              </a:defRPr>
            </a:lvl6pPr>
            <a:lvl7pPr algn="ctr">
              <a:defRPr sz="4800" b="1">
                <a:solidFill>
                  <a:srgbClr val="111111"/>
                </a:solidFill>
                <a:latin typeface="Pretendard"/>
                <a:ea typeface="Pretendard"/>
                <a:cs typeface="Pretendard"/>
              </a:defRPr>
            </a:lvl7pPr>
            <a:lvl8pPr algn="ctr">
              <a:defRPr sz="4800" b="1">
                <a:solidFill>
                  <a:srgbClr val="111111"/>
                </a:solidFill>
                <a:latin typeface="Pretendard"/>
                <a:ea typeface="Pretendard"/>
                <a:cs typeface="Pretendard"/>
              </a:defRPr>
            </a:lvl8pPr>
            <a:lvl9pPr algn="ctr">
              <a:defRPr sz="4800" b="1">
                <a:solidFill>
                  <a:srgbClr val="111111"/>
                </a:solidFill>
                <a:latin typeface="Pretendard"/>
                <a:ea typeface="Pretendard"/>
                <a:cs typeface="Pretendard"/>
              </a:defRPr>
            </a:lvl9pPr>
          </a:lstStyle>
          <a:p xmlns:a="http://schemas.openxmlformats.org/drawingml/2006/main">
            <a:pPr algn="ctr">
              <a:defRPr sz="4800" b="1">
                <a:solidFill>
                  <a:srgbClr val="111111"/>
                </a:solidFill>
                <a:latin typeface="Pretendard"/>
                <a:ea typeface="Pretendard"/>
                <a:cs typeface="Pretendard"/>
              </a:defRPr>
            </a:pPr>
            <a:r>
              <a:rPr sz="4800" b="1">
                <a:solidFill>
                  <a:srgbClr val="111111"/>
                </a:solidFill>
                <a:latin typeface="Pretendard"/>
                <a:ea typeface="Pretendard"/>
                <a:cs typeface="Pretendard"/>
              </a:rPr>
              <a:t>흡수하는 에너지에서 방출하는 에너지를 뺀다</a:t>
            </a:r>
          </a:p>
        </p:txBody>
      </p:sp>
      <p:sp>
        <p:nvSpPr>
          <p:cNvPr id="6" name="explanation">
            <a:extLst xmlns:a="http://schemas.openxmlformats.org/drawingml/2006/main">
              <a:ext uri="{FF2B5EF4-FFF2-40B4-BE49-F238E27FC236}">
                <a16:creationId xmlns:a16="http://schemas.microsoft.com/office/drawing/2014/main" id="{03926CED-8A1E-454E-91FA-1D0D71104A03}"/>
              </a:ext>
            </a:extLst>
          </p:cNvPr>
          <p:cNvSpPr>
            <a:spLocks xmlns:a="http://schemas.openxmlformats.org/drawingml/2006/main" noGrp="1"/>
          </p:cNvSpPr>
          <p:nvPr/>
        </p:nvSpPr>
        <p:spPr>
          <a:xfrm xmlns:a="http://schemas.openxmlformats.org/drawingml/2006/main">
            <a:off x="1524000" y="3790950"/>
            <a:ext cx="15240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550" b="0">
                <a:solidFill>
                  <a:srgbClr val="888888"/>
                </a:solidFill>
                <a:latin typeface="Pretendard"/>
                <a:ea typeface="Pretendard"/>
                <a:cs typeface="Pretendard"/>
              </a:defRPr>
            </a:defPPr>
            <a:lvl1pPr algn="ctr">
              <a:defRPr sz="2550" b="0">
                <a:solidFill>
                  <a:srgbClr val="888888"/>
                </a:solidFill>
                <a:latin typeface="Pretendard"/>
                <a:ea typeface="Pretendard"/>
                <a:cs typeface="Pretendard"/>
              </a:defRPr>
            </a:lvl1pPr>
            <a:lvl2pPr algn="ctr">
              <a:defRPr sz="2550" b="0">
                <a:solidFill>
                  <a:srgbClr val="888888"/>
                </a:solidFill>
                <a:latin typeface="Pretendard"/>
                <a:ea typeface="Pretendard"/>
                <a:cs typeface="Pretendard"/>
              </a:defRPr>
            </a:lvl2pPr>
            <a:lvl3pPr algn="ctr">
              <a:defRPr sz="2550" b="0">
                <a:solidFill>
                  <a:srgbClr val="888888"/>
                </a:solidFill>
                <a:latin typeface="Pretendard"/>
                <a:ea typeface="Pretendard"/>
                <a:cs typeface="Pretendard"/>
              </a:defRPr>
            </a:lvl3pPr>
            <a:lvl4pPr algn="ctr">
              <a:defRPr sz="2550" b="0">
                <a:solidFill>
                  <a:srgbClr val="888888"/>
                </a:solidFill>
                <a:latin typeface="Pretendard"/>
                <a:ea typeface="Pretendard"/>
                <a:cs typeface="Pretendard"/>
              </a:defRPr>
            </a:lvl4pPr>
            <a:lvl5pPr algn="ctr">
              <a:defRPr sz="2550" b="0">
                <a:solidFill>
                  <a:srgbClr val="888888"/>
                </a:solidFill>
                <a:latin typeface="Pretendard"/>
                <a:ea typeface="Pretendard"/>
                <a:cs typeface="Pretendard"/>
              </a:defRPr>
            </a:lvl5pPr>
            <a:lvl6pPr algn="ctr">
              <a:defRPr sz="2550" b="0">
                <a:solidFill>
                  <a:srgbClr val="888888"/>
                </a:solidFill>
                <a:latin typeface="Pretendard"/>
                <a:ea typeface="Pretendard"/>
                <a:cs typeface="Pretendard"/>
              </a:defRPr>
            </a:lvl6pPr>
            <a:lvl7pPr algn="ctr">
              <a:defRPr sz="2550" b="0">
                <a:solidFill>
                  <a:srgbClr val="888888"/>
                </a:solidFill>
                <a:latin typeface="Pretendard"/>
                <a:ea typeface="Pretendard"/>
                <a:cs typeface="Pretendard"/>
              </a:defRPr>
            </a:lvl7pPr>
            <a:lvl8pPr algn="ctr">
              <a:defRPr sz="2550" b="0">
                <a:solidFill>
                  <a:srgbClr val="888888"/>
                </a:solidFill>
                <a:latin typeface="Pretendard"/>
                <a:ea typeface="Pretendard"/>
                <a:cs typeface="Pretendard"/>
              </a:defRPr>
            </a:lvl8pPr>
            <a:lvl9pPr algn="ctr">
              <a:defRPr sz="2550" b="0">
                <a:solidFill>
                  <a:srgbClr val="888888"/>
                </a:solidFill>
                <a:latin typeface="Pretendard"/>
                <a:ea typeface="Pretendard"/>
                <a:cs typeface="Pretendard"/>
              </a:defRPr>
            </a:lvl9pPr>
          </a:lstStyle>
          <a:p xmlns:a="http://schemas.openxmlformats.org/drawingml/2006/main">
            <a:pPr algn="ctr">
              <a:defRPr sz="2550" b="0">
                <a:solidFill>
                  <a:srgbClr val="888888"/>
                </a:solidFill>
                <a:latin typeface="Pretendard"/>
                <a:ea typeface="Pretendard"/>
                <a:cs typeface="Pretendard"/>
              </a:defRPr>
            </a:pPr>
            <a:r>
              <a:rPr sz="2550" b="0">
                <a:solidFill>
                  <a:srgbClr val="888888"/>
                </a:solidFill>
                <a:latin typeface="Pretendard"/>
                <a:ea typeface="Pretendard"/>
                <a:cs typeface="Pretendard"/>
              </a:rPr>
              <a:t>2H₂(g) + O₂(g) → 2H₂O(g) · 반응식 전체 기준</a:t>
            </a:r>
          </a:p>
        </p:txBody>
      </p:sp>
      <p:sp>
        <p:nvSpPr>
          <p:cNvPr id="7" name="page">
            <a:extLst xmlns:a="http://schemas.openxmlformats.org/drawingml/2006/main">
              <a:ext uri="{FF2B5EF4-FFF2-40B4-BE49-F238E27FC236}">
                <a16:creationId xmlns:a16="http://schemas.microsoft.com/office/drawing/2014/main" id="{DDC06982-0CA8-43A3-A3DB-0C97DBDDAEC8}"/>
              </a:ext>
            </a:extLst>
          </p:cNvPr>
          <p:cNvSpPr>
            <a:spLocks xmlns:a="http://schemas.openxmlformats.org/drawingml/2006/main" noGrp="1"/>
          </p:cNvSpPr>
          <p:nvPr/>
        </p:nvSpPr>
        <p:spPr>
          <a:xfrm xmlns:a="http://schemas.openxmlformats.org/drawingml/2006/main">
            <a:off x="685800" y="9877425"/>
            <a:ext cx="190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b="0">
                <a:solidFill>
                  <a:srgbClr val="999999"/>
                </a:solidFill>
                <a:latin typeface="Pretendard"/>
                <a:ea typeface="Pretendard"/>
                <a:cs typeface="Pretendard"/>
              </a:defRPr>
            </a:defPPr>
            <a:lvl1pPr algn="l">
              <a:defRPr sz="1500" b="0">
                <a:solidFill>
                  <a:srgbClr val="999999"/>
                </a:solidFill>
                <a:latin typeface="Pretendard"/>
                <a:ea typeface="Pretendard"/>
                <a:cs typeface="Pretendard"/>
              </a:defRPr>
            </a:lvl1pPr>
            <a:lvl2pPr algn="l">
              <a:defRPr sz="1500" b="0">
                <a:solidFill>
                  <a:srgbClr val="999999"/>
                </a:solidFill>
                <a:latin typeface="Pretendard"/>
                <a:ea typeface="Pretendard"/>
                <a:cs typeface="Pretendard"/>
              </a:defRPr>
            </a:lvl2pPr>
            <a:lvl3pPr algn="l">
              <a:defRPr sz="1500" b="0">
                <a:solidFill>
                  <a:srgbClr val="999999"/>
                </a:solidFill>
                <a:latin typeface="Pretendard"/>
                <a:ea typeface="Pretendard"/>
                <a:cs typeface="Pretendard"/>
              </a:defRPr>
            </a:lvl3pPr>
            <a:lvl4pPr algn="l">
              <a:defRPr sz="1500" b="0">
                <a:solidFill>
                  <a:srgbClr val="999999"/>
                </a:solidFill>
                <a:latin typeface="Pretendard"/>
                <a:ea typeface="Pretendard"/>
                <a:cs typeface="Pretendard"/>
              </a:defRPr>
            </a:lvl4pPr>
            <a:lvl5pPr algn="l">
              <a:defRPr sz="1500" b="0">
                <a:solidFill>
                  <a:srgbClr val="999999"/>
                </a:solidFill>
                <a:latin typeface="Pretendard"/>
                <a:ea typeface="Pretendard"/>
                <a:cs typeface="Pretendard"/>
              </a:defRPr>
            </a:lvl5pPr>
            <a:lvl6pPr algn="l">
              <a:defRPr sz="1500" b="0">
                <a:solidFill>
                  <a:srgbClr val="999999"/>
                </a:solidFill>
                <a:latin typeface="Pretendard"/>
                <a:ea typeface="Pretendard"/>
                <a:cs typeface="Pretendard"/>
              </a:defRPr>
            </a:lvl6pPr>
            <a:lvl7pPr algn="l">
              <a:defRPr sz="1500" b="0">
                <a:solidFill>
                  <a:srgbClr val="999999"/>
                </a:solidFill>
                <a:latin typeface="Pretendard"/>
                <a:ea typeface="Pretendard"/>
                <a:cs typeface="Pretendard"/>
              </a:defRPr>
            </a:lvl7pPr>
            <a:lvl8pPr algn="l">
              <a:defRPr sz="1500" b="0">
                <a:solidFill>
                  <a:srgbClr val="999999"/>
                </a:solidFill>
                <a:latin typeface="Pretendard"/>
                <a:ea typeface="Pretendard"/>
                <a:cs typeface="Pretendard"/>
              </a:defRPr>
            </a:lvl8pPr>
            <a:lvl9pPr algn="l">
              <a:defRPr sz="1500" b="0">
                <a:solidFill>
                  <a:srgbClr val="999999"/>
                </a:solidFill>
                <a:latin typeface="Pretendard"/>
                <a:ea typeface="Pretendard"/>
                <a:cs typeface="Pretendard"/>
              </a:defRPr>
            </a:lvl9pPr>
          </a:lstStyle>
          <a:p xmlns:a="http://schemas.openxmlformats.org/drawingml/2006/main">
            <a:pPr algn="l">
              <a:defRPr sz="1500" b="0">
                <a:solidFill>
                  <a:srgbClr val="999999"/>
                </a:solidFill>
                <a:latin typeface="Pretendard"/>
                <a:ea typeface="Pretendard"/>
                <a:cs typeface="Pretendard"/>
              </a:defRPr>
            </a:pPr>
            <a:r>
              <a:rPr sz="1500" b="0">
                <a:solidFill>
                  <a:srgbClr val="999999"/>
                </a:solidFill>
                <a:latin typeface="Pretendard"/>
                <a:ea typeface="Pretendard"/>
                <a:cs typeface="Pretendard"/>
              </a:rPr>
              <a:t>28 / 31</a:t>
            </a:r>
          </a:p>
        </p:txBody>
      </p:sp>
      <p:sp>
        <p:nvSpPr>
          <p:cNvPr id="8" name="copyright">
            <a:extLst xmlns:a="http://schemas.openxmlformats.org/drawingml/2006/main">
              <a:ext uri="{FF2B5EF4-FFF2-40B4-BE49-F238E27FC236}">
                <a16:creationId xmlns:a16="http://schemas.microsoft.com/office/drawing/2014/main" id="{26B82936-00AC-4E7A-A030-65B724901564}"/>
              </a:ext>
            </a:extLst>
          </p:cNvPr>
          <p:cNvSpPr>
            <a:spLocks xmlns:a="http://schemas.openxmlformats.org/drawingml/2006/main" noGrp="1"/>
          </p:cNvSpPr>
          <p:nvPr/>
        </p:nvSpPr>
        <p:spPr>
          <a:xfrm xmlns:a="http://schemas.openxmlformats.org/drawingml/2006/main">
            <a:off x="14620875" y="9877425"/>
            <a:ext cx="32575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275" b="0">
                <a:solidFill>
                  <a:srgbClr val="111111"/>
                </a:solidFill>
                <a:latin typeface="Pretendard"/>
                <a:ea typeface="Pretendard"/>
                <a:cs typeface="Pretendard"/>
              </a:defRPr>
            </a:defPPr>
            <a:lvl1pPr algn="r">
              <a:defRPr sz="1275" b="0">
                <a:solidFill>
                  <a:srgbClr val="111111"/>
                </a:solidFill>
                <a:latin typeface="Pretendard"/>
                <a:ea typeface="Pretendard"/>
                <a:cs typeface="Pretendard"/>
              </a:defRPr>
            </a:lvl1pPr>
            <a:lvl2pPr algn="r">
              <a:defRPr sz="1275" b="0">
                <a:solidFill>
                  <a:srgbClr val="111111"/>
                </a:solidFill>
                <a:latin typeface="Pretendard"/>
                <a:ea typeface="Pretendard"/>
                <a:cs typeface="Pretendard"/>
              </a:defRPr>
            </a:lvl2pPr>
            <a:lvl3pPr algn="r">
              <a:defRPr sz="1275" b="0">
                <a:solidFill>
                  <a:srgbClr val="111111"/>
                </a:solidFill>
                <a:latin typeface="Pretendard"/>
                <a:ea typeface="Pretendard"/>
                <a:cs typeface="Pretendard"/>
              </a:defRPr>
            </a:lvl3pPr>
            <a:lvl4pPr algn="r">
              <a:defRPr sz="1275" b="0">
                <a:solidFill>
                  <a:srgbClr val="111111"/>
                </a:solidFill>
                <a:latin typeface="Pretendard"/>
                <a:ea typeface="Pretendard"/>
                <a:cs typeface="Pretendard"/>
              </a:defRPr>
            </a:lvl4pPr>
            <a:lvl5pPr algn="r">
              <a:defRPr sz="1275" b="0">
                <a:solidFill>
                  <a:srgbClr val="111111"/>
                </a:solidFill>
                <a:latin typeface="Pretendard"/>
                <a:ea typeface="Pretendard"/>
                <a:cs typeface="Pretendard"/>
              </a:defRPr>
            </a:lvl5pPr>
            <a:lvl6pPr algn="r">
              <a:defRPr sz="1275" b="0">
                <a:solidFill>
                  <a:srgbClr val="111111"/>
                </a:solidFill>
                <a:latin typeface="Pretendard"/>
                <a:ea typeface="Pretendard"/>
                <a:cs typeface="Pretendard"/>
              </a:defRPr>
            </a:lvl6pPr>
            <a:lvl7pPr algn="r">
              <a:defRPr sz="1275" b="0">
                <a:solidFill>
                  <a:srgbClr val="111111"/>
                </a:solidFill>
                <a:latin typeface="Pretendard"/>
                <a:ea typeface="Pretendard"/>
                <a:cs typeface="Pretendard"/>
              </a:defRPr>
            </a:lvl7pPr>
            <a:lvl8pPr algn="r">
              <a:defRPr sz="1275" b="0">
                <a:solidFill>
                  <a:srgbClr val="111111"/>
                </a:solidFill>
                <a:latin typeface="Pretendard"/>
                <a:ea typeface="Pretendard"/>
                <a:cs typeface="Pretendard"/>
              </a:defRPr>
            </a:lvl8pPr>
            <a:lvl9pPr algn="r">
              <a:defRPr sz="1275" b="0">
                <a:solidFill>
                  <a:srgbClr val="111111"/>
                </a:solidFill>
                <a:latin typeface="Pretendard"/>
                <a:ea typeface="Pretendard"/>
                <a:cs typeface="Pretendard"/>
              </a:defRPr>
            </a:lvl9pPr>
          </a:lstStyle>
          <a:p xmlns:a="http://schemas.openxmlformats.org/drawingml/2006/main">
            <a:pPr algn="r">
              <a:defRPr sz="1275" b="0">
                <a:solidFill>
                  <a:srgbClr val="111111"/>
                </a:solidFill>
                <a:latin typeface="Pretendard"/>
                <a:ea typeface="Pretendard"/>
                <a:cs typeface="Pretendard"/>
              </a:defRPr>
            </a:pPr>
            <a:r>
              <a:rPr sz="1275" b="0">
                <a:solidFill>
                  <a:srgbClr val="111111"/>
                </a:solidFill>
                <a:latin typeface="Pretendard"/>
                <a:ea typeface="Pretendard"/>
                <a:cs typeface="Pretendard"/>
              </a:rPr>
              <a:t>© 2026. @sci_eum. All rights reserved.</a:t>
            </a:r>
          </a:p>
        </p:txBody>
      </p:sp>
      <p:pic>
        <p:nvPicPr>
          <p:cNvPr id="9" name="">
            <a:extLst xmlns:a="http://schemas.openxmlformats.org/drawingml/2006/main">
              <a:ext uri="{FF2B5EF4-FFF2-40B4-BE49-F238E27FC236}">
                <a16:creationId xmlns:a16="http://schemas.microsoft.com/office/drawing/2014/main" id="{29AB8B1F-FEC1-43C1-BCAA-13DBE12F2677}"/>
              </a:ext>
            </a:extLst>
          </p:cNvPr>
          <p:cNvPicPr>
            <a:picLocks xmlns:a="http://schemas.openxmlformats.org/drawingml/2006/main" noChangeAspect="1"/>
          </p:cNvPicPr>
          <p:nvPr/>
        </p:nvPicPr>
        <p:blipFill>
          <a:blip xmlns:r="http://schemas.openxmlformats.org/officeDocument/2006/relationships" xmlns:a="http://schemas.openxmlformats.org/drawingml/2006/main" r:embed="R6142d77b311f4ca1"/>
          <a:stretch xmlns:a="http://schemas.openxmlformats.org/drawingml/2006/main"/>
        </p:blipFill>
        <p:spPr>
          <a:xfrm xmlns:a="http://schemas.openxmlformats.org/drawingml/2006/main">
            <a:off x="2238375" y="4637158"/>
            <a:ext cx="13811250" cy="707883"/>
          </a:xfrm>
          <a:prstGeom xmlns:a="http://schemas.openxmlformats.org/drawingml/2006/main" prst="rect">
            <a:avLst/>
          </a:prstGeom>
        </p:spPr>
      </p:pic>
      <p:sp>
        <p:nvSpPr>
          <p:cNvPr id="10" name="step-strip-0">
            <a:extLst xmlns:a="http://schemas.openxmlformats.org/drawingml/2006/main">
              <a:ext uri="{FF2B5EF4-FFF2-40B4-BE49-F238E27FC236}">
                <a16:creationId xmlns:a16="http://schemas.microsoft.com/office/drawing/2014/main" id="{4B030F41-7756-4894-A624-8230213EEAA2}"/>
              </a:ext>
            </a:extLst>
          </p:cNvPr>
          <p:cNvSpPr>
            <a:spLocks xmlns:a="http://schemas.openxmlformats.org/drawingml/2006/main" noGrp="1"/>
          </p:cNvSpPr>
          <p:nvPr/>
        </p:nvSpPr>
        <p:spPr>
          <a:xfrm xmlns:a="http://schemas.openxmlformats.org/drawingml/2006/main">
            <a:off x="2333625" y="5772150"/>
            <a:ext cx="13620750" cy="952500"/>
          </a:xfrm>
          <a:prstGeom xmlns:a="http://schemas.openxmlformats.org/drawingml/2006/main" prst="roundRect">
            <a:avLst>
              <a:gd name="adj" fmla="val 16000"/>
            </a:avLst>
          </a:prstGeom>
          <a:solidFill xmlns:a="http://schemas.openxmlformats.org/drawingml/2006/main">
            <a:srgbClr val="F0F0F0"/>
          </a:solidFill>
          <a:ln xmlns:a="http://schemas.openxmlformats.org/drawingml/2006/main" w="0">
            <a:noFill/>
          </a:ln>
        </p:spPr>
      </p:sp>
      <p:sp>
        <p:nvSpPr>
          <p:cNvPr id="11" name="step-circle-0">
            <a:extLst xmlns:a="http://schemas.openxmlformats.org/drawingml/2006/main">
              <a:ext uri="{FF2B5EF4-FFF2-40B4-BE49-F238E27FC236}">
                <a16:creationId xmlns:a16="http://schemas.microsoft.com/office/drawing/2014/main" id="{1853C7D9-679A-4AF3-8F5E-F20EB93A09A4}"/>
              </a:ext>
            </a:extLst>
          </p:cNvPr>
          <p:cNvSpPr>
            <a:spLocks xmlns:a="http://schemas.openxmlformats.org/drawingml/2006/main" noGrp="1"/>
          </p:cNvSpPr>
          <p:nvPr/>
        </p:nvSpPr>
        <p:spPr>
          <a:xfrm xmlns:a="http://schemas.openxmlformats.org/drawingml/2006/main">
            <a:off x="2590800" y="5962650"/>
            <a:ext cx="571500" cy="571500"/>
          </a:xfrm>
          <a:prstGeom xmlns:a="http://schemas.openxmlformats.org/drawingml/2006/main" prst="roundRect">
            <a:avLst>
              <a:gd name="adj" fmla="val 50000"/>
            </a:avLst>
          </a:prstGeom>
          <a:solidFill xmlns:a="http://schemas.openxmlformats.org/drawingml/2006/main">
            <a:srgbClr val="252525"/>
          </a:solidFill>
          <a:ln xmlns:a="http://schemas.openxmlformats.org/drawingml/2006/main" w="0">
            <a:noFill/>
          </a:ln>
        </p:spPr>
      </p:sp>
      <p:sp>
        <p:nvSpPr>
          <p:cNvPr id="12" name="step-number-0">
            <a:extLst xmlns:a="http://schemas.openxmlformats.org/drawingml/2006/main">
              <a:ext uri="{FF2B5EF4-FFF2-40B4-BE49-F238E27FC236}">
                <a16:creationId xmlns:a16="http://schemas.microsoft.com/office/drawing/2014/main" id="{7207A19C-5DF9-4375-9774-5D64D806AD00}"/>
              </a:ext>
            </a:extLst>
          </p:cNvPr>
          <p:cNvSpPr>
            <a:spLocks xmlns:a="http://schemas.openxmlformats.org/drawingml/2006/main" noGrp="1"/>
          </p:cNvSpPr>
          <p:nvPr/>
        </p:nvSpPr>
        <p:spPr>
          <a:xfrm xmlns:a="http://schemas.openxmlformats.org/drawingml/2006/main">
            <a:off x="2590800" y="5981700"/>
            <a:ext cx="57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3150" b="1">
                <a:solidFill>
                  <a:srgbClr val="FFFFFF"/>
                </a:solidFill>
                <a:latin typeface="Pretendard"/>
                <a:ea typeface="Pretendard"/>
                <a:cs typeface="Pretendard"/>
              </a:defRPr>
            </a:defPPr>
            <a:lvl1pPr algn="ctr">
              <a:defRPr sz="3150" b="1">
                <a:solidFill>
                  <a:srgbClr val="FFFFFF"/>
                </a:solidFill>
                <a:latin typeface="Pretendard"/>
                <a:ea typeface="Pretendard"/>
                <a:cs typeface="Pretendard"/>
              </a:defRPr>
            </a:lvl1pPr>
            <a:lvl2pPr algn="ctr">
              <a:defRPr sz="3150" b="1">
                <a:solidFill>
                  <a:srgbClr val="FFFFFF"/>
                </a:solidFill>
                <a:latin typeface="Pretendard"/>
                <a:ea typeface="Pretendard"/>
                <a:cs typeface="Pretendard"/>
              </a:defRPr>
            </a:lvl2pPr>
            <a:lvl3pPr algn="ctr">
              <a:defRPr sz="3150" b="1">
                <a:solidFill>
                  <a:srgbClr val="FFFFFF"/>
                </a:solidFill>
                <a:latin typeface="Pretendard"/>
                <a:ea typeface="Pretendard"/>
                <a:cs typeface="Pretendard"/>
              </a:defRPr>
            </a:lvl3pPr>
            <a:lvl4pPr algn="ctr">
              <a:defRPr sz="3150" b="1">
                <a:solidFill>
                  <a:srgbClr val="FFFFFF"/>
                </a:solidFill>
                <a:latin typeface="Pretendard"/>
                <a:ea typeface="Pretendard"/>
                <a:cs typeface="Pretendard"/>
              </a:defRPr>
            </a:lvl4pPr>
            <a:lvl5pPr algn="ctr">
              <a:defRPr sz="3150" b="1">
                <a:solidFill>
                  <a:srgbClr val="FFFFFF"/>
                </a:solidFill>
                <a:latin typeface="Pretendard"/>
                <a:ea typeface="Pretendard"/>
                <a:cs typeface="Pretendard"/>
              </a:defRPr>
            </a:lvl5pPr>
            <a:lvl6pPr algn="ctr">
              <a:defRPr sz="3150" b="1">
                <a:solidFill>
                  <a:srgbClr val="FFFFFF"/>
                </a:solidFill>
                <a:latin typeface="Pretendard"/>
                <a:ea typeface="Pretendard"/>
                <a:cs typeface="Pretendard"/>
              </a:defRPr>
            </a:lvl6pPr>
            <a:lvl7pPr algn="ctr">
              <a:defRPr sz="3150" b="1">
                <a:solidFill>
                  <a:srgbClr val="FFFFFF"/>
                </a:solidFill>
                <a:latin typeface="Pretendard"/>
                <a:ea typeface="Pretendard"/>
                <a:cs typeface="Pretendard"/>
              </a:defRPr>
            </a:lvl7pPr>
            <a:lvl8pPr algn="ctr">
              <a:defRPr sz="3150" b="1">
                <a:solidFill>
                  <a:srgbClr val="FFFFFF"/>
                </a:solidFill>
                <a:latin typeface="Pretendard"/>
                <a:ea typeface="Pretendard"/>
                <a:cs typeface="Pretendard"/>
              </a:defRPr>
            </a:lvl8pPr>
            <a:lvl9pPr algn="ctr">
              <a:defRPr sz="3150" b="1">
                <a:solidFill>
                  <a:srgbClr val="FFFFFF"/>
                </a:solidFill>
                <a:latin typeface="Pretendard"/>
                <a:ea typeface="Pretendard"/>
                <a:cs typeface="Pretendard"/>
              </a:defRPr>
            </a:lvl9pPr>
          </a:lstStyle>
          <a:p xmlns:a="http://schemas.openxmlformats.org/drawingml/2006/main">
            <a:pPr algn="ctr">
              <a:defRPr sz="3150" b="1">
                <a:solidFill>
                  <a:srgbClr val="FFFFFF"/>
                </a:solidFill>
                <a:latin typeface="Pretendard"/>
                <a:ea typeface="Pretendard"/>
                <a:cs typeface="Pretendard"/>
              </a:defRPr>
            </a:pPr>
            <a:r>
              <a:rPr sz="3150" b="1">
                <a:solidFill>
                  <a:srgbClr val="FFFFFF"/>
                </a:solidFill>
                <a:latin typeface="Pretendard"/>
                <a:ea typeface="Pretendard"/>
                <a:cs typeface="Pretendard"/>
              </a:rPr>
              <a:t>1</a:t>
            </a:r>
          </a:p>
        </p:txBody>
      </p:sp>
      <p:sp>
        <p:nvSpPr>
          <p:cNvPr id="13" name="step-label-0">
            <a:extLst xmlns:a="http://schemas.openxmlformats.org/drawingml/2006/main">
              <a:ext uri="{FF2B5EF4-FFF2-40B4-BE49-F238E27FC236}">
                <a16:creationId xmlns:a16="http://schemas.microsoft.com/office/drawing/2014/main" id="{F6E58B86-D70B-4AC8-AC1E-E686F5AE8727}"/>
              </a:ext>
            </a:extLst>
          </p:cNvPr>
          <p:cNvSpPr>
            <a:spLocks xmlns:a="http://schemas.openxmlformats.org/drawingml/2006/main" noGrp="1"/>
          </p:cNvSpPr>
          <p:nvPr/>
        </p:nvSpPr>
        <p:spPr>
          <a:xfrm xmlns:a="http://schemas.openxmlformats.org/drawingml/2006/main">
            <a:off x="3524250" y="6019800"/>
            <a:ext cx="323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xmlns:a="http://schemas.openxmlformats.org/drawingml/2006/main">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끊는 결합</a:t>
            </a:r>
          </a:p>
        </p:txBody>
      </p:sp>
      <p:sp>
        <p:nvSpPr>
          <p:cNvPr id="14" name="step-equation-0">
            <a:extLst xmlns:a="http://schemas.openxmlformats.org/drawingml/2006/main">
              <a:ext uri="{FF2B5EF4-FFF2-40B4-BE49-F238E27FC236}">
                <a16:creationId xmlns:a16="http://schemas.microsoft.com/office/drawing/2014/main" id="{986155EC-9289-4AB0-927F-043F4CD68D0E}"/>
              </a:ext>
            </a:extLst>
          </p:cNvPr>
          <p:cNvSpPr>
            <a:spLocks xmlns:a="http://schemas.openxmlformats.org/drawingml/2006/main" noGrp="1"/>
          </p:cNvSpPr>
          <p:nvPr/>
        </p:nvSpPr>
        <p:spPr>
          <a:xfrm xmlns:a="http://schemas.openxmlformats.org/drawingml/2006/main">
            <a:off x="6905625" y="5962650"/>
            <a:ext cx="857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xmlns:a="http://schemas.openxmlformats.org/drawingml/2006/main">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2 × 436 + 498 = 1370 kJ</a:t>
            </a:r>
          </a:p>
        </p:txBody>
      </p:sp>
      <p:sp>
        <p:nvSpPr>
          <p:cNvPr id="15" name="step-strip-1">
            <a:extLst xmlns:a="http://schemas.openxmlformats.org/drawingml/2006/main">
              <a:ext uri="{FF2B5EF4-FFF2-40B4-BE49-F238E27FC236}">
                <a16:creationId xmlns:a16="http://schemas.microsoft.com/office/drawing/2014/main" id="{792BCFBF-4A21-4948-A9C4-1DDB513FDEC2}"/>
              </a:ext>
            </a:extLst>
          </p:cNvPr>
          <p:cNvSpPr>
            <a:spLocks xmlns:a="http://schemas.openxmlformats.org/drawingml/2006/main" noGrp="1"/>
          </p:cNvSpPr>
          <p:nvPr/>
        </p:nvSpPr>
        <p:spPr>
          <a:xfrm xmlns:a="http://schemas.openxmlformats.org/drawingml/2006/main">
            <a:off x="2333625" y="6915150"/>
            <a:ext cx="13620750" cy="952500"/>
          </a:xfrm>
          <a:prstGeom xmlns:a="http://schemas.openxmlformats.org/drawingml/2006/main" prst="roundRect">
            <a:avLst>
              <a:gd name="adj" fmla="val 16000"/>
            </a:avLst>
          </a:prstGeom>
          <a:solidFill xmlns:a="http://schemas.openxmlformats.org/drawingml/2006/main">
            <a:srgbClr val="F0F0F0"/>
          </a:solidFill>
          <a:ln xmlns:a="http://schemas.openxmlformats.org/drawingml/2006/main" w="0">
            <a:noFill/>
          </a:ln>
        </p:spPr>
      </p:sp>
      <p:sp>
        <p:nvSpPr>
          <p:cNvPr id="16" name="step-circle-1">
            <a:extLst xmlns:a="http://schemas.openxmlformats.org/drawingml/2006/main">
              <a:ext uri="{FF2B5EF4-FFF2-40B4-BE49-F238E27FC236}">
                <a16:creationId xmlns:a16="http://schemas.microsoft.com/office/drawing/2014/main" id="{736E3EF0-026C-40A5-AE39-E5DCDE1E2D37}"/>
              </a:ext>
            </a:extLst>
          </p:cNvPr>
          <p:cNvSpPr>
            <a:spLocks xmlns:a="http://schemas.openxmlformats.org/drawingml/2006/main" noGrp="1"/>
          </p:cNvSpPr>
          <p:nvPr/>
        </p:nvSpPr>
        <p:spPr>
          <a:xfrm xmlns:a="http://schemas.openxmlformats.org/drawingml/2006/main">
            <a:off x="2590800" y="7105650"/>
            <a:ext cx="571500" cy="571500"/>
          </a:xfrm>
          <a:prstGeom xmlns:a="http://schemas.openxmlformats.org/drawingml/2006/main" prst="roundRect">
            <a:avLst>
              <a:gd name="adj" fmla="val 50000"/>
            </a:avLst>
          </a:prstGeom>
          <a:solidFill xmlns:a="http://schemas.openxmlformats.org/drawingml/2006/main">
            <a:srgbClr val="252525"/>
          </a:solidFill>
          <a:ln xmlns:a="http://schemas.openxmlformats.org/drawingml/2006/main" w="0">
            <a:noFill/>
          </a:ln>
        </p:spPr>
      </p:sp>
      <p:sp>
        <p:nvSpPr>
          <p:cNvPr id="17" name="step-number-1">
            <a:extLst xmlns:a="http://schemas.openxmlformats.org/drawingml/2006/main">
              <a:ext uri="{FF2B5EF4-FFF2-40B4-BE49-F238E27FC236}">
                <a16:creationId xmlns:a16="http://schemas.microsoft.com/office/drawing/2014/main" id="{66368A02-FF9E-4EA7-8F11-A3445C11FEF9}"/>
              </a:ext>
            </a:extLst>
          </p:cNvPr>
          <p:cNvSpPr>
            <a:spLocks xmlns:a="http://schemas.openxmlformats.org/drawingml/2006/main" noGrp="1"/>
          </p:cNvSpPr>
          <p:nvPr/>
        </p:nvSpPr>
        <p:spPr>
          <a:xfrm xmlns:a="http://schemas.openxmlformats.org/drawingml/2006/main">
            <a:off x="2590800" y="7124700"/>
            <a:ext cx="57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3150" b="1">
                <a:solidFill>
                  <a:srgbClr val="FFFFFF"/>
                </a:solidFill>
                <a:latin typeface="Pretendard"/>
                <a:ea typeface="Pretendard"/>
                <a:cs typeface="Pretendard"/>
              </a:defRPr>
            </a:defPPr>
            <a:lvl1pPr algn="ctr">
              <a:defRPr sz="3150" b="1">
                <a:solidFill>
                  <a:srgbClr val="FFFFFF"/>
                </a:solidFill>
                <a:latin typeface="Pretendard"/>
                <a:ea typeface="Pretendard"/>
                <a:cs typeface="Pretendard"/>
              </a:defRPr>
            </a:lvl1pPr>
            <a:lvl2pPr algn="ctr">
              <a:defRPr sz="3150" b="1">
                <a:solidFill>
                  <a:srgbClr val="FFFFFF"/>
                </a:solidFill>
                <a:latin typeface="Pretendard"/>
                <a:ea typeface="Pretendard"/>
                <a:cs typeface="Pretendard"/>
              </a:defRPr>
            </a:lvl2pPr>
            <a:lvl3pPr algn="ctr">
              <a:defRPr sz="3150" b="1">
                <a:solidFill>
                  <a:srgbClr val="FFFFFF"/>
                </a:solidFill>
                <a:latin typeface="Pretendard"/>
                <a:ea typeface="Pretendard"/>
                <a:cs typeface="Pretendard"/>
              </a:defRPr>
            </a:lvl3pPr>
            <a:lvl4pPr algn="ctr">
              <a:defRPr sz="3150" b="1">
                <a:solidFill>
                  <a:srgbClr val="FFFFFF"/>
                </a:solidFill>
                <a:latin typeface="Pretendard"/>
                <a:ea typeface="Pretendard"/>
                <a:cs typeface="Pretendard"/>
              </a:defRPr>
            </a:lvl4pPr>
            <a:lvl5pPr algn="ctr">
              <a:defRPr sz="3150" b="1">
                <a:solidFill>
                  <a:srgbClr val="FFFFFF"/>
                </a:solidFill>
                <a:latin typeface="Pretendard"/>
                <a:ea typeface="Pretendard"/>
                <a:cs typeface="Pretendard"/>
              </a:defRPr>
            </a:lvl5pPr>
            <a:lvl6pPr algn="ctr">
              <a:defRPr sz="3150" b="1">
                <a:solidFill>
                  <a:srgbClr val="FFFFFF"/>
                </a:solidFill>
                <a:latin typeface="Pretendard"/>
                <a:ea typeface="Pretendard"/>
                <a:cs typeface="Pretendard"/>
              </a:defRPr>
            </a:lvl6pPr>
            <a:lvl7pPr algn="ctr">
              <a:defRPr sz="3150" b="1">
                <a:solidFill>
                  <a:srgbClr val="FFFFFF"/>
                </a:solidFill>
                <a:latin typeface="Pretendard"/>
                <a:ea typeface="Pretendard"/>
                <a:cs typeface="Pretendard"/>
              </a:defRPr>
            </a:lvl7pPr>
            <a:lvl8pPr algn="ctr">
              <a:defRPr sz="3150" b="1">
                <a:solidFill>
                  <a:srgbClr val="FFFFFF"/>
                </a:solidFill>
                <a:latin typeface="Pretendard"/>
                <a:ea typeface="Pretendard"/>
                <a:cs typeface="Pretendard"/>
              </a:defRPr>
            </a:lvl8pPr>
            <a:lvl9pPr algn="ctr">
              <a:defRPr sz="3150" b="1">
                <a:solidFill>
                  <a:srgbClr val="FFFFFF"/>
                </a:solidFill>
                <a:latin typeface="Pretendard"/>
                <a:ea typeface="Pretendard"/>
                <a:cs typeface="Pretendard"/>
              </a:defRPr>
            </a:lvl9pPr>
          </a:lstStyle>
          <a:p xmlns:a="http://schemas.openxmlformats.org/drawingml/2006/main">
            <a:pPr algn="ctr">
              <a:defRPr sz="3150" b="1">
                <a:solidFill>
                  <a:srgbClr val="FFFFFF"/>
                </a:solidFill>
                <a:latin typeface="Pretendard"/>
                <a:ea typeface="Pretendard"/>
                <a:cs typeface="Pretendard"/>
              </a:defRPr>
            </a:pPr>
            <a:r>
              <a:rPr sz="3150" b="1">
                <a:solidFill>
                  <a:srgbClr val="FFFFFF"/>
                </a:solidFill>
                <a:latin typeface="Pretendard"/>
                <a:ea typeface="Pretendard"/>
                <a:cs typeface="Pretendard"/>
              </a:rPr>
              <a:t>2</a:t>
            </a:r>
          </a:p>
        </p:txBody>
      </p:sp>
      <p:sp>
        <p:nvSpPr>
          <p:cNvPr id="18" name="step-label-1">
            <a:extLst xmlns:a="http://schemas.openxmlformats.org/drawingml/2006/main">
              <a:ext uri="{FF2B5EF4-FFF2-40B4-BE49-F238E27FC236}">
                <a16:creationId xmlns:a16="http://schemas.microsoft.com/office/drawing/2014/main" id="{4947E77B-D626-4943-94F1-323FD19F6742}"/>
              </a:ext>
            </a:extLst>
          </p:cNvPr>
          <p:cNvSpPr>
            <a:spLocks xmlns:a="http://schemas.openxmlformats.org/drawingml/2006/main" noGrp="1"/>
          </p:cNvSpPr>
          <p:nvPr/>
        </p:nvSpPr>
        <p:spPr>
          <a:xfrm xmlns:a="http://schemas.openxmlformats.org/drawingml/2006/main">
            <a:off x="3524250" y="7162800"/>
            <a:ext cx="323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xmlns:a="http://schemas.openxmlformats.org/drawingml/2006/main">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만드는 결합</a:t>
            </a:r>
          </a:p>
        </p:txBody>
      </p:sp>
      <p:sp>
        <p:nvSpPr>
          <p:cNvPr id="19" name="step-equation-1">
            <a:extLst xmlns:a="http://schemas.openxmlformats.org/drawingml/2006/main">
              <a:ext uri="{FF2B5EF4-FFF2-40B4-BE49-F238E27FC236}">
                <a16:creationId xmlns:a16="http://schemas.microsoft.com/office/drawing/2014/main" id="{718688CF-69FA-4072-AFCB-0E05C20B336E}"/>
              </a:ext>
            </a:extLst>
          </p:cNvPr>
          <p:cNvSpPr>
            <a:spLocks xmlns:a="http://schemas.openxmlformats.org/drawingml/2006/main" noGrp="1"/>
          </p:cNvSpPr>
          <p:nvPr/>
        </p:nvSpPr>
        <p:spPr>
          <a:xfrm xmlns:a="http://schemas.openxmlformats.org/drawingml/2006/main">
            <a:off x="6905625" y="7105650"/>
            <a:ext cx="857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450" b="0">
                <a:solidFill>
                  <a:srgbClr val="111111"/>
                </a:solidFill>
                <a:latin typeface="Pretendard"/>
                <a:ea typeface="Pretendard"/>
                <a:cs typeface="Pretendard"/>
              </a:defRPr>
            </a:defPPr>
            <a:lvl1pPr algn="l">
              <a:defRPr sz="3450" b="0">
                <a:solidFill>
                  <a:srgbClr val="111111"/>
                </a:solidFill>
                <a:latin typeface="Pretendard"/>
                <a:ea typeface="Pretendard"/>
                <a:cs typeface="Pretendard"/>
              </a:defRPr>
            </a:lvl1pPr>
            <a:lvl2pPr algn="l">
              <a:defRPr sz="3450" b="0">
                <a:solidFill>
                  <a:srgbClr val="111111"/>
                </a:solidFill>
                <a:latin typeface="Pretendard"/>
                <a:ea typeface="Pretendard"/>
                <a:cs typeface="Pretendard"/>
              </a:defRPr>
            </a:lvl2pPr>
            <a:lvl3pPr algn="l">
              <a:defRPr sz="3450" b="0">
                <a:solidFill>
                  <a:srgbClr val="111111"/>
                </a:solidFill>
                <a:latin typeface="Pretendard"/>
                <a:ea typeface="Pretendard"/>
                <a:cs typeface="Pretendard"/>
              </a:defRPr>
            </a:lvl3pPr>
            <a:lvl4pPr algn="l">
              <a:defRPr sz="3450" b="0">
                <a:solidFill>
                  <a:srgbClr val="111111"/>
                </a:solidFill>
                <a:latin typeface="Pretendard"/>
                <a:ea typeface="Pretendard"/>
                <a:cs typeface="Pretendard"/>
              </a:defRPr>
            </a:lvl4pPr>
            <a:lvl5pPr algn="l">
              <a:defRPr sz="3450" b="0">
                <a:solidFill>
                  <a:srgbClr val="111111"/>
                </a:solidFill>
                <a:latin typeface="Pretendard"/>
                <a:ea typeface="Pretendard"/>
                <a:cs typeface="Pretendard"/>
              </a:defRPr>
            </a:lvl5pPr>
            <a:lvl6pPr algn="l">
              <a:defRPr sz="3450" b="0">
                <a:solidFill>
                  <a:srgbClr val="111111"/>
                </a:solidFill>
                <a:latin typeface="Pretendard"/>
                <a:ea typeface="Pretendard"/>
                <a:cs typeface="Pretendard"/>
              </a:defRPr>
            </a:lvl6pPr>
            <a:lvl7pPr algn="l">
              <a:defRPr sz="3450" b="0">
                <a:solidFill>
                  <a:srgbClr val="111111"/>
                </a:solidFill>
                <a:latin typeface="Pretendard"/>
                <a:ea typeface="Pretendard"/>
                <a:cs typeface="Pretendard"/>
              </a:defRPr>
            </a:lvl7pPr>
            <a:lvl8pPr algn="l">
              <a:defRPr sz="3450" b="0">
                <a:solidFill>
                  <a:srgbClr val="111111"/>
                </a:solidFill>
                <a:latin typeface="Pretendard"/>
                <a:ea typeface="Pretendard"/>
                <a:cs typeface="Pretendard"/>
              </a:defRPr>
            </a:lvl8pPr>
            <a:lvl9pPr algn="l">
              <a:defRPr sz="3450" b="0">
                <a:solidFill>
                  <a:srgbClr val="111111"/>
                </a:solidFill>
                <a:latin typeface="Pretendard"/>
                <a:ea typeface="Pretendard"/>
                <a:cs typeface="Pretendard"/>
              </a:defRPr>
            </a:lvl9pPr>
          </a:lstStyle>
          <a:p xmlns:a="http://schemas.openxmlformats.org/drawingml/2006/main">
            <a:pPr algn="l">
              <a:defRPr sz="3450" b="0">
                <a:solidFill>
                  <a:srgbClr val="111111"/>
                </a:solidFill>
                <a:latin typeface="Pretendard"/>
                <a:ea typeface="Pretendard"/>
                <a:cs typeface="Pretendard"/>
              </a:defRPr>
            </a:pPr>
            <a:r>
              <a:rPr sz="3450" b="0">
                <a:solidFill>
                  <a:srgbClr val="111111"/>
                </a:solidFill>
                <a:latin typeface="Pretendard"/>
                <a:ea typeface="Pretendard"/>
                <a:cs typeface="Pretendard"/>
              </a:rPr>
              <a:t>4 × 460 = 1840 kJ</a:t>
            </a:r>
          </a:p>
        </p:txBody>
      </p:sp>
      <p:sp>
        <p:nvSpPr>
          <p:cNvPr id="20" name="step-strip-2">
            <a:extLst xmlns:a="http://schemas.openxmlformats.org/drawingml/2006/main">
              <a:ext uri="{FF2B5EF4-FFF2-40B4-BE49-F238E27FC236}">
                <a16:creationId xmlns:a16="http://schemas.microsoft.com/office/drawing/2014/main" id="{19E23F27-27C9-4554-A5EC-207A2C29BEBC}"/>
              </a:ext>
            </a:extLst>
          </p:cNvPr>
          <p:cNvSpPr>
            <a:spLocks xmlns:a="http://schemas.openxmlformats.org/drawingml/2006/main" noGrp="1"/>
          </p:cNvSpPr>
          <p:nvPr/>
        </p:nvSpPr>
        <p:spPr>
          <a:xfrm xmlns:a="http://schemas.openxmlformats.org/drawingml/2006/main">
            <a:off x="2333625" y="8058150"/>
            <a:ext cx="13620750" cy="952500"/>
          </a:xfrm>
          <a:prstGeom xmlns:a="http://schemas.openxmlformats.org/drawingml/2006/main" prst="roundRect">
            <a:avLst>
              <a:gd name="adj" fmla="val 16000"/>
            </a:avLst>
          </a:prstGeom>
          <a:solidFill xmlns:a="http://schemas.openxmlformats.org/drawingml/2006/main">
            <a:srgbClr val="F0F0F0"/>
          </a:solidFill>
          <a:ln xmlns:a="http://schemas.openxmlformats.org/drawingml/2006/main" w="0">
            <a:noFill/>
          </a:ln>
        </p:spPr>
      </p:sp>
      <p:sp>
        <p:nvSpPr>
          <p:cNvPr id="21" name="step-circle-2">
            <a:extLst xmlns:a="http://schemas.openxmlformats.org/drawingml/2006/main">
              <a:ext uri="{FF2B5EF4-FFF2-40B4-BE49-F238E27FC236}">
                <a16:creationId xmlns:a16="http://schemas.microsoft.com/office/drawing/2014/main" id="{816769DD-9085-4472-B8A6-A1B8963D02C5}"/>
              </a:ext>
            </a:extLst>
          </p:cNvPr>
          <p:cNvSpPr>
            <a:spLocks xmlns:a="http://schemas.openxmlformats.org/drawingml/2006/main" noGrp="1"/>
          </p:cNvSpPr>
          <p:nvPr/>
        </p:nvSpPr>
        <p:spPr>
          <a:xfrm xmlns:a="http://schemas.openxmlformats.org/drawingml/2006/main">
            <a:off x="2590800" y="8248650"/>
            <a:ext cx="571500" cy="571500"/>
          </a:xfrm>
          <a:prstGeom xmlns:a="http://schemas.openxmlformats.org/drawingml/2006/main" prst="roundRect">
            <a:avLst>
              <a:gd name="adj" fmla="val 50000"/>
            </a:avLst>
          </a:prstGeom>
          <a:solidFill xmlns:a="http://schemas.openxmlformats.org/drawingml/2006/main">
            <a:srgbClr val="252525"/>
          </a:solidFill>
          <a:ln xmlns:a="http://schemas.openxmlformats.org/drawingml/2006/main" w="0">
            <a:noFill/>
          </a:ln>
        </p:spPr>
      </p:sp>
      <p:sp>
        <p:nvSpPr>
          <p:cNvPr id="22" name="step-number-2">
            <a:extLst xmlns:a="http://schemas.openxmlformats.org/drawingml/2006/main">
              <a:ext uri="{FF2B5EF4-FFF2-40B4-BE49-F238E27FC236}">
                <a16:creationId xmlns:a16="http://schemas.microsoft.com/office/drawing/2014/main" id="{3B0A7020-D23D-462F-A95B-344D1FDD9B66}"/>
              </a:ext>
            </a:extLst>
          </p:cNvPr>
          <p:cNvSpPr>
            <a:spLocks xmlns:a="http://schemas.openxmlformats.org/drawingml/2006/main" noGrp="1"/>
          </p:cNvSpPr>
          <p:nvPr/>
        </p:nvSpPr>
        <p:spPr>
          <a:xfrm xmlns:a="http://schemas.openxmlformats.org/drawingml/2006/main">
            <a:off x="2590800" y="8267700"/>
            <a:ext cx="57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3150" b="1">
                <a:solidFill>
                  <a:srgbClr val="FFFFFF"/>
                </a:solidFill>
                <a:latin typeface="Pretendard"/>
                <a:ea typeface="Pretendard"/>
                <a:cs typeface="Pretendard"/>
              </a:defRPr>
            </a:defPPr>
            <a:lvl1pPr algn="ctr">
              <a:defRPr sz="3150" b="1">
                <a:solidFill>
                  <a:srgbClr val="FFFFFF"/>
                </a:solidFill>
                <a:latin typeface="Pretendard"/>
                <a:ea typeface="Pretendard"/>
                <a:cs typeface="Pretendard"/>
              </a:defRPr>
            </a:lvl1pPr>
            <a:lvl2pPr algn="ctr">
              <a:defRPr sz="3150" b="1">
                <a:solidFill>
                  <a:srgbClr val="FFFFFF"/>
                </a:solidFill>
                <a:latin typeface="Pretendard"/>
                <a:ea typeface="Pretendard"/>
                <a:cs typeface="Pretendard"/>
              </a:defRPr>
            </a:lvl2pPr>
            <a:lvl3pPr algn="ctr">
              <a:defRPr sz="3150" b="1">
                <a:solidFill>
                  <a:srgbClr val="FFFFFF"/>
                </a:solidFill>
                <a:latin typeface="Pretendard"/>
                <a:ea typeface="Pretendard"/>
                <a:cs typeface="Pretendard"/>
              </a:defRPr>
            </a:lvl3pPr>
            <a:lvl4pPr algn="ctr">
              <a:defRPr sz="3150" b="1">
                <a:solidFill>
                  <a:srgbClr val="FFFFFF"/>
                </a:solidFill>
                <a:latin typeface="Pretendard"/>
                <a:ea typeface="Pretendard"/>
                <a:cs typeface="Pretendard"/>
              </a:defRPr>
            </a:lvl4pPr>
            <a:lvl5pPr algn="ctr">
              <a:defRPr sz="3150" b="1">
                <a:solidFill>
                  <a:srgbClr val="FFFFFF"/>
                </a:solidFill>
                <a:latin typeface="Pretendard"/>
                <a:ea typeface="Pretendard"/>
                <a:cs typeface="Pretendard"/>
              </a:defRPr>
            </a:lvl5pPr>
            <a:lvl6pPr algn="ctr">
              <a:defRPr sz="3150" b="1">
                <a:solidFill>
                  <a:srgbClr val="FFFFFF"/>
                </a:solidFill>
                <a:latin typeface="Pretendard"/>
                <a:ea typeface="Pretendard"/>
                <a:cs typeface="Pretendard"/>
              </a:defRPr>
            </a:lvl6pPr>
            <a:lvl7pPr algn="ctr">
              <a:defRPr sz="3150" b="1">
                <a:solidFill>
                  <a:srgbClr val="FFFFFF"/>
                </a:solidFill>
                <a:latin typeface="Pretendard"/>
                <a:ea typeface="Pretendard"/>
                <a:cs typeface="Pretendard"/>
              </a:defRPr>
            </a:lvl7pPr>
            <a:lvl8pPr algn="ctr">
              <a:defRPr sz="3150" b="1">
                <a:solidFill>
                  <a:srgbClr val="FFFFFF"/>
                </a:solidFill>
                <a:latin typeface="Pretendard"/>
                <a:ea typeface="Pretendard"/>
                <a:cs typeface="Pretendard"/>
              </a:defRPr>
            </a:lvl8pPr>
            <a:lvl9pPr algn="ctr">
              <a:defRPr sz="3150" b="1">
                <a:solidFill>
                  <a:srgbClr val="FFFFFF"/>
                </a:solidFill>
                <a:latin typeface="Pretendard"/>
                <a:ea typeface="Pretendard"/>
                <a:cs typeface="Pretendard"/>
              </a:defRPr>
            </a:lvl9pPr>
          </a:lstStyle>
          <a:p xmlns:a="http://schemas.openxmlformats.org/drawingml/2006/main">
            <a:pPr algn="ctr">
              <a:defRPr sz="3150" b="1">
                <a:solidFill>
                  <a:srgbClr val="FFFFFF"/>
                </a:solidFill>
                <a:latin typeface="Pretendard"/>
                <a:ea typeface="Pretendard"/>
                <a:cs typeface="Pretendard"/>
              </a:defRPr>
            </a:pPr>
            <a:r>
              <a:rPr sz="3150" b="1">
                <a:solidFill>
                  <a:srgbClr val="FFFFFF"/>
                </a:solidFill>
                <a:latin typeface="Pretendard"/>
                <a:ea typeface="Pretendard"/>
                <a:cs typeface="Pretendard"/>
              </a:rPr>
              <a:t>3</a:t>
            </a:r>
          </a:p>
        </p:txBody>
      </p:sp>
      <p:sp>
        <p:nvSpPr>
          <p:cNvPr id="23" name="step-label-2">
            <a:extLst xmlns:a="http://schemas.openxmlformats.org/drawingml/2006/main">
              <a:ext uri="{FF2B5EF4-FFF2-40B4-BE49-F238E27FC236}">
                <a16:creationId xmlns:a16="http://schemas.microsoft.com/office/drawing/2014/main" id="{301D2914-8902-4031-81C5-53E16ED91128}"/>
              </a:ext>
            </a:extLst>
          </p:cNvPr>
          <p:cNvSpPr>
            <a:spLocks xmlns:a="http://schemas.openxmlformats.org/drawingml/2006/main" noGrp="1"/>
          </p:cNvSpPr>
          <p:nvPr/>
        </p:nvSpPr>
        <p:spPr>
          <a:xfrm xmlns:a="http://schemas.openxmlformats.org/drawingml/2006/main">
            <a:off x="3524250" y="8305800"/>
            <a:ext cx="323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925" b="1">
                <a:solidFill>
                  <a:srgbClr val="555555"/>
                </a:solidFill>
                <a:latin typeface="Pretendard"/>
                <a:ea typeface="Pretendard"/>
                <a:cs typeface="Pretendard"/>
              </a:defRPr>
            </a:defPPr>
            <a:lvl1pPr algn="l">
              <a:defRPr sz="2925" b="1">
                <a:solidFill>
                  <a:srgbClr val="555555"/>
                </a:solidFill>
                <a:latin typeface="Pretendard"/>
                <a:ea typeface="Pretendard"/>
                <a:cs typeface="Pretendard"/>
              </a:defRPr>
            </a:lvl1pPr>
            <a:lvl2pPr algn="l">
              <a:defRPr sz="2925" b="1">
                <a:solidFill>
                  <a:srgbClr val="555555"/>
                </a:solidFill>
                <a:latin typeface="Pretendard"/>
                <a:ea typeface="Pretendard"/>
                <a:cs typeface="Pretendard"/>
              </a:defRPr>
            </a:lvl2pPr>
            <a:lvl3pPr algn="l">
              <a:defRPr sz="2925" b="1">
                <a:solidFill>
                  <a:srgbClr val="555555"/>
                </a:solidFill>
                <a:latin typeface="Pretendard"/>
                <a:ea typeface="Pretendard"/>
                <a:cs typeface="Pretendard"/>
              </a:defRPr>
            </a:lvl3pPr>
            <a:lvl4pPr algn="l">
              <a:defRPr sz="2925" b="1">
                <a:solidFill>
                  <a:srgbClr val="555555"/>
                </a:solidFill>
                <a:latin typeface="Pretendard"/>
                <a:ea typeface="Pretendard"/>
                <a:cs typeface="Pretendard"/>
              </a:defRPr>
            </a:lvl4pPr>
            <a:lvl5pPr algn="l">
              <a:defRPr sz="2925" b="1">
                <a:solidFill>
                  <a:srgbClr val="555555"/>
                </a:solidFill>
                <a:latin typeface="Pretendard"/>
                <a:ea typeface="Pretendard"/>
                <a:cs typeface="Pretendard"/>
              </a:defRPr>
            </a:lvl5pPr>
            <a:lvl6pPr algn="l">
              <a:defRPr sz="2925" b="1">
                <a:solidFill>
                  <a:srgbClr val="555555"/>
                </a:solidFill>
                <a:latin typeface="Pretendard"/>
                <a:ea typeface="Pretendard"/>
                <a:cs typeface="Pretendard"/>
              </a:defRPr>
            </a:lvl6pPr>
            <a:lvl7pPr algn="l">
              <a:defRPr sz="2925" b="1">
                <a:solidFill>
                  <a:srgbClr val="555555"/>
                </a:solidFill>
                <a:latin typeface="Pretendard"/>
                <a:ea typeface="Pretendard"/>
                <a:cs typeface="Pretendard"/>
              </a:defRPr>
            </a:lvl7pPr>
            <a:lvl8pPr algn="l">
              <a:defRPr sz="2925" b="1">
                <a:solidFill>
                  <a:srgbClr val="555555"/>
                </a:solidFill>
                <a:latin typeface="Pretendard"/>
                <a:ea typeface="Pretendard"/>
                <a:cs typeface="Pretendard"/>
              </a:defRPr>
            </a:lvl8pPr>
            <a:lvl9pPr algn="l">
              <a:defRPr sz="2925" b="1">
                <a:solidFill>
                  <a:srgbClr val="555555"/>
                </a:solidFill>
                <a:latin typeface="Pretendard"/>
                <a:ea typeface="Pretendard"/>
                <a:cs typeface="Pretendard"/>
              </a:defRPr>
            </a:lvl9pPr>
          </a:lstStyle>
          <a:p xmlns:a="http://schemas.openxmlformats.org/drawingml/2006/main">
            <a:pPr algn="l">
              <a:defRPr sz="2925" b="1">
                <a:solidFill>
                  <a:srgbClr val="555555"/>
                </a:solidFill>
                <a:latin typeface="Pretendard"/>
                <a:ea typeface="Pretendard"/>
                <a:cs typeface="Pretendard"/>
              </a:defRPr>
            </a:pPr>
            <a:r>
              <a:rPr sz="2925" b="1">
                <a:solidFill>
                  <a:srgbClr val="555555"/>
                </a:solidFill>
                <a:latin typeface="Pretendard"/>
                <a:ea typeface="Pretendard"/>
                <a:cs typeface="Pretendard"/>
              </a:rPr>
              <a:t>반응 엔탈피</a:t>
            </a:r>
          </a:p>
        </p:txBody>
      </p:sp>
      <p:sp>
        <p:nvSpPr>
          <p:cNvPr id="24" name="step-equation-2">
            <a:extLst xmlns:a="http://schemas.openxmlformats.org/drawingml/2006/main">
              <a:ext uri="{FF2B5EF4-FFF2-40B4-BE49-F238E27FC236}">
                <a16:creationId xmlns:a16="http://schemas.microsoft.com/office/drawing/2014/main" id="{F1D15D9E-D737-482C-B08B-33C803321D5D}"/>
              </a:ext>
            </a:extLst>
          </p:cNvPr>
          <p:cNvSpPr>
            <a:spLocks xmlns:a="http://schemas.openxmlformats.org/drawingml/2006/main" noGrp="1"/>
          </p:cNvSpPr>
          <p:nvPr/>
        </p:nvSpPr>
        <p:spPr>
          <a:xfrm xmlns:a="http://schemas.openxmlformats.org/drawingml/2006/main">
            <a:off x="6905625" y="8248650"/>
            <a:ext cx="857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450" b="1">
                <a:solidFill>
                  <a:srgbClr val="245D12"/>
                </a:solidFill>
                <a:latin typeface="Pretendard"/>
                <a:ea typeface="Pretendard"/>
                <a:cs typeface="Pretendard"/>
              </a:defRPr>
            </a:defPPr>
            <a:lvl1pPr algn="l">
              <a:defRPr sz="3450" b="1">
                <a:solidFill>
                  <a:srgbClr val="245D12"/>
                </a:solidFill>
                <a:latin typeface="Pretendard"/>
                <a:ea typeface="Pretendard"/>
                <a:cs typeface="Pretendard"/>
              </a:defRPr>
            </a:lvl1pPr>
            <a:lvl2pPr algn="l">
              <a:defRPr sz="3450" b="1">
                <a:solidFill>
                  <a:srgbClr val="245D12"/>
                </a:solidFill>
                <a:latin typeface="Pretendard"/>
                <a:ea typeface="Pretendard"/>
                <a:cs typeface="Pretendard"/>
              </a:defRPr>
            </a:lvl2pPr>
            <a:lvl3pPr algn="l">
              <a:defRPr sz="3450" b="1">
                <a:solidFill>
                  <a:srgbClr val="245D12"/>
                </a:solidFill>
                <a:latin typeface="Pretendard"/>
                <a:ea typeface="Pretendard"/>
                <a:cs typeface="Pretendard"/>
              </a:defRPr>
            </a:lvl3pPr>
            <a:lvl4pPr algn="l">
              <a:defRPr sz="3450" b="1">
                <a:solidFill>
                  <a:srgbClr val="245D12"/>
                </a:solidFill>
                <a:latin typeface="Pretendard"/>
                <a:ea typeface="Pretendard"/>
                <a:cs typeface="Pretendard"/>
              </a:defRPr>
            </a:lvl4pPr>
            <a:lvl5pPr algn="l">
              <a:defRPr sz="3450" b="1">
                <a:solidFill>
                  <a:srgbClr val="245D12"/>
                </a:solidFill>
                <a:latin typeface="Pretendard"/>
                <a:ea typeface="Pretendard"/>
                <a:cs typeface="Pretendard"/>
              </a:defRPr>
            </a:lvl5pPr>
            <a:lvl6pPr algn="l">
              <a:defRPr sz="3450" b="1">
                <a:solidFill>
                  <a:srgbClr val="245D12"/>
                </a:solidFill>
                <a:latin typeface="Pretendard"/>
                <a:ea typeface="Pretendard"/>
                <a:cs typeface="Pretendard"/>
              </a:defRPr>
            </a:lvl6pPr>
            <a:lvl7pPr algn="l">
              <a:defRPr sz="3450" b="1">
                <a:solidFill>
                  <a:srgbClr val="245D12"/>
                </a:solidFill>
                <a:latin typeface="Pretendard"/>
                <a:ea typeface="Pretendard"/>
                <a:cs typeface="Pretendard"/>
              </a:defRPr>
            </a:lvl7pPr>
            <a:lvl8pPr algn="l">
              <a:defRPr sz="3450" b="1">
                <a:solidFill>
                  <a:srgbClr val="245D12"/>
                </a:solidFill>
                <a:latin typeface="Pretendard"/>
                <a:ea typeface="Pretendard"/>
                <a:cs typeface="Pretendard"/>
              </a:defRPr>
            </a:lvl8pPr>
            <a:lvl9pPr algn="l">
              <a:defRPr sz="3450" b="1">
                <a:solidFill>
                  <a:srgbClr val="245D12"/>
                </a:solidFill>
                <a:latin typeface="Pretendard"/>
                <a:ea typeface="Pretendard"/>
                <a:cs typeface="Pretendard"/>
              </a:defRPr>
            </a:lvl9pPr>
          </a:lstStyle>
          <a:p xmlns:a="http://schemas.openxmlformats.org/drawingml/2006/main">
            <a:pPr algn="l">
              <a:defRPr sz="3450" b="1">
                <a:solidFill>
                  <a:srgbClr val="245D12"/>
                </a:solidFill>
                <a:latin typeface="Pretendard"/>
                <a:ea typeface="Pretendard"/>
                <a:cs typeface="Pretendard"/>
              </a:defRPr>
            </a:pPr>
            <a:r>
              <a:rPr sz="3450" b="1">
                <a:solidFill>
                  <a:srgbClr val="245D12"/>
                </a:solidFill>
                <a:latin typeface="Pretendard"/>
                <a:ea typeface="Pretendard"/>
                <a:cs typeface="Pretendard"/>
              </a:rPr>
              <a:t>ΔH ≈ 1370 − 1840 = −470 kJ</a:t>
            </a:r>
          </a:p>
        </p:txBody>
      </p:sp>
      <p:sp>
        <p:nvSpPr>
          <p:cNvPr id="25" name="condition">
            <a:extLst xmlns:a="http://schemas.openxmlformats.org/drawingml/2006/main">
              <a:ext uri="{FF2B5EF4-FFF2-40B4-BE49-F238E27FC236}">
                <a16:creationId xmlns:a16="http://schemas.microsoft.com/office/drawing/2014/main" id="{BAF529BE-D455-4CBF-B1D7-A11359F7B026}"/>
              </a:ext>
            </a:extLst>
          </p:cNvPr>
          <p:cNvSpPr>
            <a:spLocks xmlns:a="http://schemas.openxmlformats.org/drawingml/2006/main" noGrp="1"/>
          </p:cNvSpPr>
          <p:nvPr/>
        </p:nvSpPr>
        <p:spPr>
          <a:xfrm xmlns:a="http://schemas.openxmlformats.org/drawingml/2006/main">
            <a:off x="2381250" y="9448800"/>
            <a:ext cx="1352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100" b="0">
                <a:solidFill>
                  <a:srgbClr val="777777"/>
                </a:solidFill>
                <a:latin typeface="Pretendard"/>
                <a:ea typeface="Pretendard"/>
                <a:cs typeface="Pretendard"/>
              </a:defRPr>
            </a:defPPr>
            <a:lvl1pPr algn="ctr">
              <a:defRPr sz="2100" b="0">
                <a:solidFill>
                  <a:srgbClr val="777777"/>
                </a:solidFill>
                <a:latin typeface="Pretendard"/>
                <a:ea typeface="Pretendard"/>
                <a:cs typeface="Pretendard"/>
              </a:defRPr>
            </a:lvl1pPr>
            <a:lvl2pPr algn="ctr">
              <a:defRPr sz="2100" b="0">
                <a:solidFill>
                  <a:srgbClr val="777777"/>
                </a:solidFill>
                <a:latin typeface="Pretendard"/>
                <a:ea typeface="Pretendard"/>
                <a:cs typeface="Pretendard"/>
              </a:defRPr>
            </a:lvl2pPr>
            <a:lvl3pPr algn="ctr">
              <a:defRPr sz="2100" b="0">
                <a:solidFill>
                  <a:srgbClr val="777777"/>
                </a:solidFill>
                <a:latin typeface="Pretendard"/>
                <a:ea typeface="Pretendard"/>
                <a:cs typeface="Pretendard"/>
              </a:defRPr>
            </a:lvl3pPr>
            <a:lvl4pPr algn="ctr">
              <a:defRPr sz="2100" b="0">
                <a:solidFill>
                  <a:srgbClr val="777777"/>
                </a:solidFill>
                <a:latin typeface="Pretendard"/>
                <a:ea typeface="Pretendard"/>
                <a:cs typeface="Pretendard"/>
              </a:defRPr>
            </a:lvl4pPr>
            <a:lvl5pPr algn="ctr">
              <a:defRPr sz="2100" b="0">
                <a:solidFill>
                  <a:srgbClr val="777777"/>
                </a:solidFill>
                <a:latin typeface="Pretendard"/>
                <a:ea typeface="Pretendard"/>
                <a:cs typeface="Pretendard"/>
              </a:defRPr>
            </a:lvl5pPr>
            <a:lvl6pPr algn="ctr">
              <a:defRPr sz="2100" b="0">
                <a:solidFill>
                  <a:srgbClr val="777777"/>
                </a:solidFill>
                <a:latin typeface="Pretendard"/>
                <a:ea typeface="Pretendard"/>
                <a:cs typeface="Pretendard"/>
              </a:defRPr>
            </a:lvl6pPr>
            <a:lvl7pPr algn="ctr">
              <a:defRPr sz="2100" b="0">
                <a:solidFill>
                  <a:srgbClr val="777777"/>
                </a:solidFill>
                <a:latin typeface="Pretendard"/>
                <a:ea typeface="Pretendard"/>
                <a:cs typeface="Pretendard"/>
              </a:defRPr>
            </a:lvl7pPr>
            <a:lvl8pPr algn="ctr">
              <a:defRPr sz="2100" b="0">
                <a:solidFill>
                  <a:srgbClr val="777777"/>
                </a:solidFill>
                <a:latin typeface="Pretendard"/>
                <a:ea typeface="Pretendard"/>
                <a:cs typeface="Pretendard"/>
              </a:defRPr>
            </a:lvl8pPr>
            <a:lvl9pPr algn="ctr">
              <a:defRPr sz="2100" b="0">
                <a:solidFill>
                  <a:srgbClr val="777777"/>
                </a:solidFill>
                <a:latin typeface="Pretendard"/>
                <a:ea typeface="Pretendard"/>
                <a:cs typeface="Pretendard"/>
              </a:defRPr>
            </a:lvl9pPr>
          </a:lstStyle>
          <a:p xmlns:a="http://schemas.openxmlformats.org/drawingml/2006/main">
            <a:pPr algn="ctr">
              <a:defRPr sz="2100" b="0">
                <a:solidFill>
                  <a:srgbClr val="777777"/>
                </a:solidFill>
                <a:latin typeface="Pretendard"/>
                <a:ea typeface="Pretendard"/>
                <a:cs typeface="Pretendard"/>
              </a:defRPr>
            </a:pPr>
            <a:r>
              <a:rPr sz="2100" b="0">
                <a:solidFill>
                  <a:srgbClr val="777777"/>
                </a:solidFill>
                <a:latin typeface="Pretendard"/>
                <a:ea typeface="Pretendard"/>
                <a:cs typeface="Pretendard"/>
              </a:rPr>
              <a:t>평균 결합 에너지를 사용한 수증기 생성 반응의 근삿값</a:t>
            </a:r>
          </a:p>
        </p:txBody>
      </p:sp>
    </p:spTree>
    <p:extLst>
      <p:ext uri="{BB962C8B-B14F-4D97-AF65-F5344CB8AC3E}">
        <p14:creationId xmlns:p14="http://schemas.microsoft.com/office/powerpoint/2010/main" val="182466665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2026-10-19T14:38:08.6270000Z</dcterms:created>
  <dcterms:modified xsi:type="dcterms:W3CDTF">2026-10-19T14:38:08.6280000Z</dcterms:modified>
</coreProperties>
</file>