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4350c0b2b04c41" /><Relationship Type="http://schemas.openxmlformats.org/officeDocument/2006/relationships/extended-properties" Target="/docProps/app.xml" Id="R00e406f37edf4f94" /><Relationship Type="http://schemas.openxmlformats.org/officeDocument/2006/relationships/officeDocument" Target="/ppt/presentation.xml" Id="Ra7865ee80ff34b49" /></Relationships>
</file>

<file path=ppt/presentation.xml><?xml version="1.0" encoding="utf-8"?>
<p:presentation xmlns:p="http://schemas.openxmlformats.org/presentationml/2006/main">
  <p:sldMasterIdLst>
    <p:sldMasterId xmlns:r="http://schemas.openxmlformats.org/officeDocument/2006/relationships" id="2147483648" r:id="Rf6b35c9c06ba48ea"/>
  </p:sldMasterIdLst>
  <p:notesMasterIdLst>
    <p:notesMasterId xmlns:r="http://schemas.openxmlformats.org/officeDocument/2006/relationships" r:id="Recd91e0c869945e0"/>
  </p:notesMasterIdLst>
  <p:sldIdLst>
    <p:sldId xmlns:r="http://schemas.openxmlformats.org/officeDocument/2006/relationships" id="256" r:id="Rd9d109c8abde4af6"/>
    <p:sldId xmlns:r="http://schemas.openxmlformats.org/officeDocument/2006/relationships" id="257" r:id="Rbce2aaa87771438d"/>
    <p:sldId xmlns:r="http://schemas.openxmlformats.org/officeDocument/2006/relationships" id="258" r:id="Rac51630384b24b16"/>
    <p:sldId xmlns:r="http://schemas.openxmlformats.org/officeDocument/2006/relationships" id="259" r:id="Rea0bf169f8414630"/>
    <p:sldId xmlns:r="http://schemas.openxmlformats.org/officeDocument/2006/relationships" id="260" r:id="Rdbbb89616c3540e7"/>
    <p:sldId xmlns:r="http://schemas.openxmlformats.org/officeDocument/2006/relationships" id="261" r:id="R4e04660b42bf47a6"/>
    <p:sldId xmlns:r="http://schemas.openxmlformats.org/officeDocument/2006/relationships" id="262" r:id="Re8ae4bc687c048f1"/>
    <p:sldId xmlns:r="http://schemas.openxmlformats.org/officeDocument/2006/relationships" id="263" r:id="Raf387247ee204fdd"/>
    <p:sldId xmlns:r="http://schemas.openxmlformats.org/officeDocument/2006/relationships" id="264" r:id="R47be1b780f804fc6"/>
    <p:sldId xmlns:r="http://schemas.openxmlformats.org/officeDocument/2006/relationships" id="265" r:id="Rbd9b325025fd40aa"/>
    <p:sldId xmlns:r="http://schemas.openxmlformats.org/officeDocument/2006/relationships" id="266" r:id="R87890ffba2784393"/>
    <p:sldId xmlns:r="http://schemas.openxmlformats.org/officeDocument/2006/relationships" id="267" r:id="R9a11ac3ffa1b404e"/>
    <p:sldId xmlns:r="http://schemas.openxmlformats.org/officeDocument/2006/relationships" id="268" r:id="R6dca961d4baf4268"/>
    <p:sldId xmlns:r="http://schemas.openxmlformats.org/officeDocument/2006/relationships" id="269" r:id="Rd50403d658554949"/>
    <p:sldId xmlns:r="http://schemas.openxmlformats.org/officeDocument/2006/relationships" id="270" r:id="Rbf39bb05950340ca"/>
    <p:sldId xmlns:r="http://schemas.openxmlformats.org/officeDocument/2006/relationships" id="271" r:id="R819fea9da7d24b69"/>
    <p:sldId xmlns:r="http://schemas.openxmlformats.org/officeDocument/2006/relationships" id="272" r:id="Re5a4c6aef2ff49aa"/>
    <p:sldId xmlns:r="http://schemas.openxmlformats.org/officeDocument/2006/relationships" id="273" r:id="Rd91f426640fc4791"/>
    <p:sldId xmlns:r="http://schemas.openxmlformats.org/officeDocument/2006/relationships" id="274" r:id="R494a6d393bc148a1"/>
    <p:sldId xmlns:r="http://schemas.openxmlformats.org/officeDocument/2006/relationships" id="275" r:id="R2367d5838e394a5f"/>
    <p:sldId xmlns:r="http://schemas.openxmlformats.org/officeDocument/2006/relationships" id="276" r:id="Ra5855bde58d641bc"/>
    <p:sldId xmlns:r="http://schemas.openxmlformats.org/officeDocument/2006/relationships" id="277" r:id="Ra7f76b39f1c840dc"/>
    <p:sldId xmlns:r="http://schemas.openxmlformats.org/officeDocument/2006/relationships" id="278" r:id="Rdc068957148b4a8f"/>
    <p:sldId xmlns:r="http://schemas.openxmlformats.org/officeDocument/2006/relationships" id="279" r:id="R4415612b66634c01"/>
    <p:sldId xmlns:r="http://schemas.openxmlformats.org/officeDocument/2006/relationships" id="280" r:id="R40b89f97bfd84683"/>
    <p:sldId xmlns:r="http://schemas.openxmlformats.org/officeDocument/2006/relationships" id="281" r:id="R5ba0fef1d1dd4db8"/>
    <p:sldId xmlns:r="http://schemas.openxmlformats.org/officeDocument/2006/relationships" id="282" r:id="Rc5da657d09a342f7"/>
    <p:sldId xmlns:r="http://schemas.openxmlformats.org/officeDocument/2006/relationships" id="283" r:id="R99f33e4f9d824298"/>
    <p:sldId xmlns:r="http://schemas.openxmlformats.org/officeDocument/2006/relationships" id="284" r:id="R8f8d3fde5b994d5c"/>
    <p:sldId xmlns:r="http://schemas.openxmlformats.org/officeDocument/2006/relationships" id="285" r:id="R56560dbd881f48d4"/>
    <p:sldId xmlns:r="http://schemas.openxmlformats.org/officeDocument/2006/relationships" id="286" r:id="R1bd75ad5bfef49a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18647e21174723" /><Relationship Type="http://schemas.openxmlformats.org/officeDocument/2006/relationships/slideMaster" Target="/ppt/slideMasters/slideMaster1.xml" Id="Rf6b35c9c06ba48ea" /><Relationship Type="http://schemas.openxmlformats.org/officeDocument/2006/relationships/notesMaster" Target="/ppt/notesMasters/notesMaster1.xml" Id="Recd91e0c869945e0" /><Relationship Type="http://schemas.openxmlformats.org/officeDocument/2006/relationships/presProps" Target="/ppt/presProps.xml" Id="Re654137701de4fa1" /><Relationship Type="http://schemas.openxmlformats.org/officeDocument/2006/relationships/tableStyles" Target="/ppt/tableStyles.xml" Id="Rd531d5b009694c2e" /><Relationship Type="http://schemas.openxmlformats.org/officeDocument/2006/relationships/slide" Target="/ppt/slides/slide1.xml" Id="Rd9d109c8abde4af6" /><Relationship Type="http://schemas.openxmlformats.org/officeDocument/2006/relationships/slide" Target="/ppt/slides/slide2.xml" Id="Rbce2aaa87771438d" /><Relationship Type="http://schemas.openxmlformats.org/officeDocument/2006/relationships/slide" Target="/ppt/slides/slide3.xml" Id="Rac51630384b24b16" /><Relationship Type="http://schemas.openxmlformats.org/officeDocument/2006/relationships/slide" Target="/ppt/slides/slide4.xml" Id="Rea0bf169f8414630" /><Relationship Type="http://schemas.openxmlformats.org/officeDocument/2006/relationships/slide" Target="/ppt/slides/slide5.xml" Id="Rdbbb89616c3540e7" /><Relationship Type="http://schemas.openxmlformats.org/officeDocument/2006/relationships/slide" Target="/ppt/slides/slide6.xml" Id="R4e04660b42bf47a6" /><Relationship Type="http://schemas.openxmlformats.org/officeDocument/2006/relationships/slide" Target="/ppt/slides/slide7.xml" Id="Re8ae4bc687c048f1" /><Relationship Type="http://schemas.openxmlformats.org/officeDocument/2006/relationships/slide" Target="/ppt/slides/slide8.xml" Id="Raf387247ee204fdd" /><Relationship Type="http://schemas.openxmlformats.org/officeDocument/2006/relationships/slide" Target="/ppt/slides/slide9.xml" Id="R47be1b780f804fc6" /><Relationship Type="http://schemas.openxmlformats.org/officeDocument/2006/relationships/slide" Target="/ppt/slides/slide10.xml" Id="Rbd9b325025fd40aa" /><Relationship Type="http://schemas.openxmlformats.org/officeDocument/2006/relationships/slide" Target="/ppt/slides/slide11.xml" Id="R87890ffba2784393" /><Relationship Type="http://schemas.openxmlformats.org/officeDocument/2006/relationships/slide" Target="/ppt/slides/slide12.xml" Id="R9a11ac3ffa1b404e" /><Relationship Type="http://schemas.openxmlformats.org/officeDocument/2006/relationships/slide" Target="/ppt/slides/slide13.xml" Id="R6dca961d4baf4268" /><Relationship Type="http://schemas.openxmlformats.org/officeDocument/2006/relationships/slide" Target="/ppt/slides/slide14.xml" Id="Rd50403d658554949" /><Relationship Type="http://schemas.openxmlformats.org/officeDocument/2006/relationships/slide" Target="/ppt/slides/slide15.xml" Id="Rbf39bb05950340ca" /><Relationship Type="http://schemas.openxmlformats.org/officeDocument/2006/relationships/slide" Target="/ppt/slides/slide16.xml" Id="R819fea9da7d24b69" /><Relationship Type="http://schemas.openxmlformats.org/officeDocument/2006/relationships/slide" Target="/ppt/slides/slide17.xml" Id="Re5a4c6aef2ff49aa" /><Relationship Type="http://schemas.openxmlformats.org/officeDocument/2006/relationships/slide" Target="/ppt/slides/slide18.xml" Id="Rd91f426640fc4791" /><Relationship Type="http://schemas.openxmlformats.org/officeDocument/2006/relationships/slide" Target="/ppt/slides/slide19.xml" Id="R494a6d393bc148a1" /><Relationship Type="http://schemas.openxmlformats.org/officeDocument/2006/relationships/slide" Target="/ppt/slides/slide20.xml" Id="R2367d5838e394a5f" /><Relationship Type="http://schemas.openxmlformats.org/officeDocument/2006/relationships/slide" Target="/ppt/slides/slide21.xml" Id="Ra5855bde58d641bc" /><Relationship Type="http://schemas.openxmlformats.org/officeDocument/2006/relationships/slide" Target="/ppt/slides/slide22.xml" Id="Ra7f76b39f1c840dc" /><Relationship Type="http://schemas.openxmlformats.org/officeDocument/2006/relationships/slide" Target="/ppt/slides/slide23.xml" Id="Rdc068957148b4a8f" /><Relationship Type="http://schemas.openxmlformats.org/officeDocument/2006/relationships/slide" Target="/ppt/slides/slide24.xml" Id="R4415612b66634c01" /><Relationship Type="http://schemas.openxmlformats.org/officeDocument/2006/relationships/slide" Target="/ppt/slides/slide25.xml" Id="R40b89f97bfd84683" /><Relationship Type="http://schemas.openxmlformats.org/officeDocument/2006/relationships/slide" Target="/ppt/slides/slide26.xml" Id="R5ba0fef1d1dd4db8" /><Relationship Type="http://schemas.openxmlformats.org/officeDocument/2006/relationships/slide" Target="/ppt/slides/slide27.xml" Id="Rc5da657d09a342f7" /><Relationship Type="http://schemas.openxmlformats.org/officeDocument/2006/relationships/slide" Target="/ppt/slides/slide28.xml" Id="R99f33e4f9d824298" /><Relationship Type="http://schemas.openxmlformats.org/officeDocument/2006/relationships/slide" Target="/ppt/slides/slide29.xml" Id="R8f8d3fde5b994d5c" /><Relationship Type="http://schemas.openxmlformats.org/officeDocument/2006/relationships/slide" Target="/ppt/slides/slide30.xml" Id="R56560dbd881f48d4" /><Relationship Type="http://schemas.openxmlformats.org/officeDocument/2006/relationships/slide" Target="/ppt/slides/slide31.xml" Id="R1bd75ad5bfef49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091fc1b52e44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ee681d7cb24cba" /><Relationship Type="http://schemas.openxmlformats.org/officeDocument/2006/relationships/notesMaster" Target="/ppt/notesMasters/notesMaster1.xml" Id="Re8b9054b59a448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efe8b738e447c0" /><Relationship Type="http://schemas.openxmlformats.org/officeDocument/2006/relationships/notesMaster" Target="/ppt/notesMasters/notesMaster1.xml" Id="Rb4f11bb000b446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344ac59995476f" /><Relationship Type="http://schemas.openxmlformats.org/officeDocument/2006/relationships/notesMaster" Target="/ppt/notesMasters/notesMaster1.xml" Id="R39f4b4be23584e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4922dd8ea44892" /><Relationship Type="http://schemas.openxmlformats.org/officeDocument/2006/relationships/notesMaster" Target="/ppt/notesMasters/notesMaster1.xml" Id="R34ca4777b2e641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d2a5126072487f" /><Relationship Type="http://schemas.openxmlformats.org/officeDocument/2006/relationships/notesMaster" Target="/ppt/notesMasters/notesMaster1.xml" Id="R8c65a9d985d547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85b1cf0dd345d9" /><Relationship Type="http://schemas.openxmlformats.org/officeDocument/2006/relationships/notesMaster" Target="/ppt/notesMasters/notesMaster1.xml" Id="R2783f585294f43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b38a589ca1484c" /><Relationship Type="http://schemas.openxmlformats.org/officeDocument/2006/relationships/notesMaster" Target="/ppt/notesMasters/notesMaster1.xml" Id="R48b964c16fe64e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bf50f87d9a4263" /><Relationship Type="http://schemas.openxmlformats.org/officeDocument/2006/relationships/notesMaster" Target="/ppt/notesMasters/notesMaster1.xml" Id="R8260e5a6345a49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02a6f1c53b4ced" /><Relationship Type="http://schemas.openxmlformats.org/officeDocument/2006/relationships/notesMaster" Target="/ppt/notesMasters/notesMaster1.xml" Id="Rf6a51ddd205145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033a4597ab4bf8" /><Relationship Type="http://schemas.openxmlformats.org/officeDocument/2006/relationships/notesMaster" Target="/ppt/notesMasters/notesMaster1.xml" Id="R3a0e34a13f2b4f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1a517f5d6f4d40" /><Relationship Type="http://schemas.openxmlformats.org/officeDocument/2006/relationships/notesMaster" Target="/ppt/notesMasters/notesMaster1.xml" Id="Rf6e6bc6d22ad4a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223c67b9b04316" /><Relationship Type="http://schemas.openxmlformats.org/officeDocument/2006/relationships/notesMaster" Target="/ppt/notesMasters/notesMaster1.xml" Id="R2327581dfd7a4f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a119f20031497a" /><Relationship Type="http://schemas.openxmlformats.org/officeDocument/2006/relationships/notesMaster" Target="/ppt/notesMasters/notesMaster1.xml" Id="Re03a8411358b47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5686928c3a46aa" /><Relationship Type="http://schemas.openxmlformats.org/officeDocument/2006/relationships/notesMaster" Target="/ppt/notesMasters/notesMaster1.xml" Id="R6c3ff139ce314c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6b6885bb1f444d" /><Relationship Type="http://schemas.openxmlformats.org/officeDocument/2006/relationships/notesMaster" Target="/ppt/notesMasters/notesMaster1.xml" Id="R0ba5adc73ec044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aabd5516fa4e07" /><Relationship Type="http://schemas.openxmlformats.org/officeDocument/2006/relationships/notesMaster" Target="/ppt/notesMasters/notesMaster1.xml" Id="Rb4ea26d9d38746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e65754ea5f4286" /><Relationship Type="http://schemas.openxmlformats.org/officeDocument/2006/relationships/notesMaster" Target="/ppt/notesMasters/notesMaster1.xml" Id="Rd7385c92d60a4f7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2d3ad56e794534" /><Relationship Type="http://schemas.openxmlformats.org/officeDocument/2006/relationships/notesMaster" Target="/ppt/notesMasters/notesMaster1.xml" Id="R6899eafbfdd145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75ccccccd54ce8" /><Relationship Type="http://schemas.openxmlformats.org/officeDocument/2006/relationships/notesMaster" Target="/ppt/notesMasters/notesMaster1.xml" Id="R31da9f79bd5d40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c7b7bb7eaa443d" /><Relationship Type="http://schemas.openxmlformats.org/officeDocument/2006/relationships/notesMaster" Target="/ppt/notesMasters/notesMaster1.xml" Id="Rc2b57ea0d8184c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39a8ca386a4803" /><Relationship Type="http://schemas.openxmlformats.org/officeDocument/2006/relationships/notesMaster" Target="/ppt/notesMasters/notesMaster1.xml" Id="Raa194e52a76a4ab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9771eb5eda42db" /><Relationship Type="http://schemas.openxmlformats.org/officeDocument/2006/relationships/notesMaster" Target="/ppt/notesMasters/notesMaster1.xml" Id="R1aab59aec2e04d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2e98a8cda7449a" /><Relationship Type="http://schemas.openxmlformats.org/officeDocument/2006/relationships/notesMaster" Target="/ppt/notesMasters/notesMaster1.xml" Id="Rd4f7db1e651641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8070c800444580" /><Relationship Type="http://schemas.openxmlformats.org/officeDocument/2006/relationships/notesMaster" Target="/ppt/notesMasters/notesMaster1.xml" Id="Rb75c1ee30efa47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4617b334164c3d" /><Relationship Type="http://schemas.openxmlformats.org/officeDocument/2006/relationships/notesMaster" Target="/ppt/notesMasters/notesMaster1.xml" Id="R6f0f8eef0b9543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19b9fe65ac40fa" /><Relationship Type="http://schemas.openxmlformats.org/officeDocument/2006/relationships/notesMaster" Target="/ppt/notesMasters/notesMaster1.xml" Id="Rcb5458b83c2a48f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02d1124ead44c71" /><Relationship Type="http://schemas.openxmlformats.org/officeDocument/2006/relationships/notesMaster" Target="/ppt/notesMasters/notesMaster1.xml" Id="R25763cd19d834f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6a16e418e8a4c2a" /><Relationship Type="http://schemas.openxmlformats.org/officeDocument/2006/relationships/notesMaster" Target="/ppt/notesMasters/notesMaster1.xml" Id="R7e06df1c03ed43c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aade098fd8489e" /><Relationship Type="http://schemas.openxmlformats.org/officeDocument/2006/relationships/notesMaster" Target="/ppt/notesMasters/notesMaster1.xml" Id="Rd1dcef261cff46c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da581bb42164c01" /><Relationship Type="http://schemas.openxmlformats.org/officeDocument/2006/relationships/notesMaster" Target="/ppt/notesMasters/notesMaster1.xml" Id="R3e7752e382f24cd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411d9f640b45bc" /><Relationship Type="http://schemas.openxmlformats.org/officeDocument/2006/relationships/notesMaster" Target="/ppt/notesMasters/notesMaster1.xml" Id="Ra4f09c93e4fd41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에탄올1 mol은46 g이고 완전 연소할 때1367 kJ를 방출합니다. 따라서1 g당 약29.7 kJ입니다. 수소는 제시된 식의 계수가2이므로571.6 kJ를 먼저2로 나누어1 mol당285.8 kJ를 구합니다. 수소1 mol의 질량은2 g이므로 다시2로 나누면142.9 kJ/g입니다. 수소 계산에서 두 번의 나눗셈은 역할이 다릅니다. 첫 번째는 반응식 계수, 두 번째는 몰질량에 따른 환산이라는 점을 학생에게 설명하게 합니다.</a:t>
            </a:r>
          </a:p>
          <a:p xmlns:a="http://schemas.openxmlformats.org/drawingml/2006/main">
            <a:r>
              <a:t>화면에서 가리킬 순서: 에탄올 식과 상태l→수소 계수2→아래 두 계산</a:t>
            </a:r>
          </a:p>
          <a:p xmlns:a="http://schemas.openxmlformats.org/drawingml/2006/main">
            <a:r>
              <a:t>오개념 점검: 두 번의÷2를 같은 근거라고 설명하지 않는다.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왼쪽부터 연료, 몰질량,1 mol당 방출열,1 g당 방출열입니다. 같은 질량을 비교하려면 마지막 열을 봐야 합니다. 수소142.9, 메테인55.7, 뷰테인49.6, 에탄올29.7 kJ/g 순서입니다. 반대로1 mol당 값만 보면 뷰테인이 가장 큽니다. 한 열의 값을 다른 열의 값과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H₂→2H→+436→상승하는 엔탈피</a:t>
            </a:r>
          </a:p>
          <a:p xmlns:a="http://schemas.openxmlformats.org/drawingml/2006/main">
            <a:r>
              <a:t>오개념 점검: 2H는 수소 분자 두 개가 아니라 수소 원자 두 개를 뜻한다. 그래프는 교과서Ⅲ-6 재구성이다.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2H→H₂→−436→하강하는 엔탈피</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d43df8f1204e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ae3178d66040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a436252ad146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179e1c60fe47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6898d5bc7f44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e722cf21464d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71EF0F-1761-4609-8477-BF1F06AE6C33}"/>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3DE3F5-E614-4B55-B616-9B68CEAAD92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0EA39D-F2A0-4867-876D-0D89002EE3D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49C40E-A95D-4537-828E-0030769A79E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0B3B49-1664-472E-9C32-7375F18C49E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DC4146-9099-4BF8-9400-916A35AA111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9DF88C-3D44-4A02-A51F-3108C512820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90A494-484B-4AB4-BB04-4DB7E571FBD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A6416D-9B89-4895-A677-B06A5317D78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3F1A7C-ED15-41D3-8BB3-B02BB0EFFD1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3096d55feb483e" /><Relationship Type="http://schemas.openxmlformats.org/officeDocument/2006/relationships/slideLayout" Target="/ppt/slideLayouts/slideLayout1.xml" Id="R3d39e3fdf4f149ad" /><Relationship Type="http://schemas.openxmlformats.org/officeDocument/2006/relationships/slideLayout" Target="/ppt/slideLayouts/slideLayout2.xml" Id="Red164e9cd32b4ed9" /><Relationship Type="http://schemas.openxmlformats.org/officeDocument/2006/relationships/slideLayout" Target="/ppt/slideLayouts/slideLayout3.xml" Id="Ra64ebe6e8f3248e3" /><Relationship Type="http://schemas.openxmlformats.org/officeDocument/2006/relationships/slideLayout" Target="/ppt/slideLayouts/slideLayout4.xml" Id="Re41bda529e27487c" /><Relationship Type="http://schemas.openxmlformats.org/officeDocument/2006/relationships/slideLayout" Target="/ppt/slideLayouts/slideLayout5.xml" Id="R5812283a654f4653" /><Relationship Type="http://schemas.openxmlformats.org/officeDocument/2006/relationships/slideLayout" Target="/ppt/slideLayouts/slideLayout6.xml" Id="R789548fb7e1e4a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9e3fdf4f149ad"/>
    <p:sldLayoutId xmlns:r="http://schemas.openxmlformats.org/officeDocument/2006/relationships" id="2147483650" r:id="Red164e9cd32b4ed9"/>
    <p:sldLayoutId xmlns:r="http://schemas.openxmlformats.org/officeDocument/2006/relationships" id="2147483651" r:id="Ra64ebe6e8f3248e3"/>
    <p:sldLayoutId xmlns:r="http://schemas.openxmlformats.org/officeDocument/2006/relationships" id="2147483652" r:id="Re41bda529e27487c"/>
    <p:sldLayoutId xmlns:r="http://schemas.openxmlformats.org/officeDocument/2006/relationships" id="2147483653" r:id="R5812283a654f4653"/>
    <p:sldLayoutId xmlns:r="http://schemas.openxmlformats.org/officeDocument/2006/relationships" id="2147483654" r:id="R789548fb7e1e4a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90fa5e1c6c4840" /><Relationship Type="http://schemas.openxmlformats.org/officeDocument/2006/relationships/image" Target="/ppt/media/image.png" Id="R6ba54645d9504900" /><Relationship Type="http://schemas.openxmlformats.org/officeDocument/2006/relationships/image" Target="/ppt/media/image2.png" Id="R33ba52e378094c83" /><Relationship Type="http://schemas.openxmlformats.org/officeDocument/2006/relationships/image" Target="/ppt/media/image3.png" Id="R51a0de3687ce4ff4" /><Relationship Type="http://schemas.openxmlformats.org/officeDocument/2006/relationships/image" Target="/ppt/media/image4.png" Id="R353f4f9de8f04268" /><Relationship Type="http://schemas.openxmlformats.org/officeDocument/2006/relationships/notesSlide" Target="/ppt/notesSlides/notesSlide1.xml" Id="R32868fd53ac04d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f3ef1377224ad9" /><Relationship Type="http://schemas.openxmlformats.org/officeDocument/2006/relationships/image" Target="/ppt/media/image5.png" Id="Re0f2f889122941c2" /><Relationship Type="http://schemas.openxmlformats.org/officeDocument/2006/relationships/image" Target="/ppt/media/image6.png" Id="R8a19f767853a4de1" /><Relationship Type="http://schemas.openxmlformats.org/officeDocument/2006/relationships/image" Target="/ppt/media/image7.png" Id="R2472ceae022d4a40" /><Relationship Type="http://schemas.openxmlformats.org/officeDocument/2006/relationships/image" Target="/ppt/media/image8.png" Id="R9b744a6fea404c09" /><Relationship Type="http://schemas.openxmlformats.org/officeDocument/2006/relationships/image" Target="/ppt/media/image9.png" Id="R037dcb55f0984e09" /><Relationship Type="http://schemas.openxmlformats.org/officeDocument/2006/relationships/image" Target="/ppt/media/image10.png" Id="R4a5d630807524323" /><Relationship Type="http://schemas.openxmlformats.org/officeDocument/2006/relationships/image" Target="/ppt/media/image11.png" Id="R3949376139f243e1" /><Relationship Type="http://schemas.openxmlformats.org/officeDocument/2006/relationships/image" Target="/ppt/media/image12.png" Id="Rb1972b7aa7474937" /><Relationship Type="http://schemas.openxmlformats.org/officeDocument/2006/relationships/image" Target="/ppt/media/image13.png" Id="R6fa351a036304b07" /><Relationship Type="http://schemas.openxmlformats.org/officeDocument/2006/relationships/notesSlide" Target="/ppt/notesSlides/notesSlide2.xml" Id="R50b6f03a78fd4c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7cdc92cfa64f63" /><Relationship Type="http://schemas.openxmlformats.org/officeDocument/2006/relationships/image" Target="/ppt/media/image14.png" Id="Re955858d27164c86" /><Relationship Type="http://schemas.openxmlformats.org/officeDocument/2006/relationships/image" Target="/ppt/media/image15.png" Id="R40f0a09196004d33" /><Relationship Type="http://schemas.openxmlformats.org/officeDocument/2006/relationships/image" Target="/ppt/media/image16.png" Id="R3a288660812a44a8" /><Relationship Type="http://schemas.openxmlformats.org/officeDocument/2006/relationships/notesSlide" Target="/ppt/notesSlides/notesSlide3.xml" Id="Rb4de23f3ac7147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72acc49ca947c0" /><Relationship Type="http://schemas.openxmlformats.org/officeDocument/2006/relationships/image" Target="/ppt/media/image17.png" Id="R4de84634c6b94978" /><Relationship Type="http://schemas.openxmlformats.org/officeDocument/2006/relationships/image" Target="/ppt/media/image18.png" Id="R6717028957304b50" /><Relationship Type="http://schemas.openxmlformats.org/officeDocument/2006/relationships/notesSlide" Target="/ppt/notesSlides/notesSlide4.xml" Id="Ra9cc585e5bee40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9fd7614074413f" /><Relationship Type="http://schemas.openxmlformats.org/officeDocument/2006/relationships/image" Target="/ppt/media/image19.png" Id="Rbdeeaa881bae4b66" /><Relationship Type="http://schemas.openxmlformats.org/officeDocument/2006/relationships/image" Target="/ppt/media/image20.png" Id="R6757477bb240430e" /><Relationship Type="http://schemas.openxmlformats.org/officeDocument/2006/relationships/notesSlide" Target="/ppt/notesSlides/notesSlide5.xml" Id="R2dd818d122d145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138b8cd74a4c29" /><Relationship Type="http://schemas.openxmlformats.org/officeDocument/2006/relationships/image" Target="/ppt/media/image21.png" Id="R3a87652f2dd24bf2" /><Relationship Type="http://schemas.openxmlformats.org/officeDocument/2006/relationships/image" Target="/ppt/media/image22.png" Id="R1e5a963999b74659" /><Relationship Type="http://schemas.openxmlformats.org/officeDocument/2006/relationships/image" Target="/ppt/media/image23.png" Id="Rc28948579b4e40bb" /><Relationship Type="http://schemas.openxmlformats.org/officeDocument/2006/relationships/notesSlide" Target="/ppt/notesSlides/notesSlide6.xml" Id="Rd1ca5d6c15734b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ebb40a1c0c4842" /><Relationship Type="http://schemas.openxmlformats.org/officeDocument/2006/relationships/image" Target="/ppt/media/image24.png" Id="R6ef43497d6e74ed1" /><Relationship Type="http://schemas.openxmlformats.org/officeDocument/2006/relationships/image" Target="/ppt/media/image25.png" Id="R747302b7a2b04c29" /><Relationship Type="http://schemas.openxmlformats.org/officeDocument/2006/relationships/image" Target="/ppt/media/image26.png" Id="R934aaf751037434b" /><Relationship Type="http://schemas.openxmlformats.org/officeDocument/2006/relationships/notesSlide" Target="/ppt/notesSlides/notesSlide7.xml" Id="R816c613e54df46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12ffde5ef84794" /><Relationship Type="http://schemas.openxmlformats.org/officeDocument/2006/relationships/image" Target="/ppt/media/image27.png" Id="Re49f6f0edbc04bbd" /><Relationship Type="http://schemas.openxmlformats.org/officeDocument/2006/relationships/image" Target="/ppt/media/image28.png" Id="Ra344405a19c448cd" /><Relationship Type="http://schemas.openxmlformats.org/officeDocument/2006/relationships/notesSlide" Target="/ppt/notesSlides/notesSlide8.xml" Id="R77f0ca480d7846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053bca844e41d8" /><Relationship Type="http://schemas.openxmlformats.org/officeDocument/2006/relationships/image" Target="/ppt/media/image29.png" Id="R57c965b6989d4c74" /><Relationship Type="http://schemas.openxmlformats.org/officeDocument/2006/relationships/image" Target="/ppt/media/image30.png" Id="Rbd30dbe0ea694cc5" /><Relationship Type="http://schemas.openxmlformats.org/officeDocument/2006/relationships/notesSlide" Target="/ppt/notesSlides/notesSlide9.xml" Id="R798284225f0341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8d1bfbd1804c4b" /><Relationship Type="http://schemas.openxmlformats.org/officeDocument/2006/relationships/image" Target="/ppt/media/image31.png" Id="R35b258dd2af94609" /><Relationship Type="http://schemas.openxmlformats.org/officeDocument/2006/relationships/image" Target="/ppt/media/image32.png" Id="R09357ed1c73e4162" /><Relationship Type="http://schemas.openxmlformats.org/officeDocument/2006/relationships/image" Target="/ppt/media/image33.png" Id="Ra3ba1229436f4d5f" /><Relationship Type="http://schemas.openxmlformats.org/officeDocument/2006/relationships/notesSlide" Target="/ppt/notesSlides/notesSlide10.xml" Id="R9002c96b02bf46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97aa0601cf43c6" /><Relationship Type="http://schemas.openxmlformats.org/officeDocument/2006/relationships/image" Target="/ppt/media/image34.png" Id="R45e30720b504433a" /><Relationship Type="http://schemas.openxmlformats.org/officeDocument/2006/relationships/image" Target="/ppt/media/image35.png" Id="Rf9e6c5329d884ba4" /><Relationship Type="http://schemas.openxmlformats.org/officeDocument/2006/relationships/notesSlide" Target="/ppt/notesSlides/notesSlide11.xml" Id="Rd38b857119964b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b9ed6d1dc154ada" /><Relationship Type="http://schemas.openxmlformats.org/officeDocument/2006/relationships/image" Target="/ppt/media/image36.png" Id="R92e8f86957f34a2e" /><Relationship Type="http://schemas.openxmlformats.org/officeDocument/2006/relationships/image" Target="/ppt/media/image37.png" Id="R228ab77eb364447c" /><Relationship Type="http://schemas.openxmlformats.org/officeDocument/2006/relationships/image" Target="/ppt/media/image38.png" Id="Rd607b565a9424bd6" /><Relationship Type="http://schemas.openxmlformats.org/officeDocument/2006/relationships/notesSlide" Target="/ppt/notesSlides/notesSlide12.xml" Id="R13e35ee4e60b4e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299306c21941a9" /><Relationship Type="http://schemas.openxmlformats.org/officeDocument/2006/relationships/image" Target="/ppt/media/image39.png" Id="R6dc1ec030fc64211" /><Relationship Type="http://schemas.openxmlformats.org/officeDocument/2006/relationships/image" Target="/ppt/media/image40.png" Id="R7bb460ae0f98441e" /><Relationship Type="http://schemas.openxmlformats.org/officeDocument/2006/relationships/notesSlide" Target="/ppt/notesSlides/notesSlide13.xml" Id="R0ee96ec6451741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927189efff4616" /><Relationship Type="http://schemas.openxmlformats.org/officeDocument/2006/relationships/image" Target="/ppt/media/image41.png" Id="R5c62cc3bf03c4bb7" /><Relationship Type="http://schemas.openxmlformats.org/officeDocument/2006/relationships/image" Target="/ppt/media/image42.png" Id="R48233634b4864789" /><Relationship Type="http://schemas.openxmlformats.org/officeDocument/2006/relationships/notesSlide" Target="/ppt/notesSlides/notesSlide14.xml" Id="Rbee86d9c784545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21e0f294b149da" /><Relationship Type="http://schemas.openxmlformats.org/officeDocument/2006/relationships/image" Target="/ppt/media/image43.png" Id="Ra0f9155a3dbb4de2" /><Relationship Type="http://schemas.openxmlformats.org/officeDocument/2006/relationships/image" Target="/ppt/media/image44.png" Id="R2cc1821d37af42ea" /><Relationship Type="http://schemas.openxmlformats.org/officeDocument/2006/relationships/image" Target="/ppt/media/image45.png" Id="R46143a15ba0947db" /><Relationship Type="http://schemas.openxmlformats.org/officeDocument/2006/relationships/notesSlide" Target="/ppt/notesSlides/notesSlide15.xml" Id="Re31bd829e32d47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a7cfcae1d784d25" /><Relationship Type="http://schemas.openxmlformats.org/officeDocument/2006/relationships/image" Target="/ppt/media/image46.png" Id="R1b361a0171f742a1" /><Relationship Type="http://schemas.openxmlformats.org/officeDocument/2006/relationships/image" Target="/ppt/media/image47.png" Id="R1c8b345ba1ef41b5" /><Relationship Type="http://schemas.openxmlformats.org/officeDocument/2006/relationships/image" Target="/ppt/media/image48.png" Id="R79537d88167d415e" /><Relationship Type="http://schemas.openxmlformats.org/officeDocument/2006/relationships/notesSlide" Target="/ppt/notesSlides/notesSlide16.xml" Id="Rcfea84ec082e4f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00fc34516334fa0" /><Relationship Type="http://schemas.openxmlformats.org/officeDocument/2006/relationships/image" Target="/ppt/media/image49.png" Id="R94c2baa929d749f1" /><Relationship Type="http://schemas.openxmlformats.org/officeDocument/2006/relationships/notesSlide" Target="/ppt/notesSlides/notesSlide17.xml" Id="R9fc7d8fb8a8b4ac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de3a9338efb4353" /><Relationship Type="http://schemas.openxmlformats.org/officeDocument/2006/relationships/image" Target="/ppt/media/image50.png" Id="R8163fb69e28a47f3" /><Relationship Type="http://schemas.openxmlformats.org/officeDocument/2006/relationships/image" Target="/ppt/media/image51.png" Id="R3d3e36e4fbb84389" /><Relationship Type="http://schemas.openxmlformats.org/officeDocument/2006/relationships/image" Target="/ppt/media/image52.png" Id="R4503b543d6ba414b" /><Relationship Type="http://schemas.openxmlformats.org/officeDocument/2006/relationships/image" Target="/ppt/media/image53.png" Id="R592cf2c448764362" /><Relationship Type="http://schemas.openxmlformats.org/officeDocument/2006/relationships/notesSlide" Target="/ppt/notesSlides/notesSlide18.xml" Id="Red8a3ae7cbc140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3725527ee854a3a" /><Relationship Type="http://schemas.openxmlformats.org/officeDocument/2006/relationships/image" Target="/ppt/media/image54.png" Id="R29375e174ecc4740" /><Relationship Type="http://schemas.openxmlformats.org/officeDocument/2006/relationships/image" Target="/ppt/media/image55.png" Id="R212d887536fc4c2f" /><Relationship Type="http://schemas.openxmlformats.org/officeDocument/2006/relationships/notesSlide" Target="/ppt/notesSlides/notesSlide19.xml" Id="R145616750507487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0583f11f0a648b8" /><Relationship Type="http://schemas.openxmlformats.org/officeDocument/2006/relationships/image" Target="/ppt/media/image56.png" Id="Rd616cf6c9d994bc9" /><Relationship Type="http://schemas.openxmlformats.org/officeDocument/2006/relationships/image" Target="/ppt/media/image57.png" Id="Rb9a5c476a3d344c7" /><Relationship Type="http://schemas.openxmlformats.org/officeDocument/2006/relationships/notesSlide" Target="/ppt/notesSlides/notesSlide20.xml" Id="Rf20763e8bdf749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92d16a75f564f62" /><Relationship Type="http://schemas.openxmlformats.org/officeDocument/2006/relationships/image" Target="/ppt/media/image58.png" Id="R9ec2b8cb1c3743cb" /><Relationship Type="http://schemas.openxmlformats.org/officeDocument/2006/relationships/image" Target="/ppt/media/image59.png" Id="Rfe40b6654fa94c33" /><Relationship Type="http://schemas.openxmlformats.org/officeDocument/2006/relationships/notesSlide" Target="/ppt/notesSlides/notesSlide21.xml" Id="Rddc954aff7684c0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cf5d5f01d554f86" /><Relationship Type="http://schemas.openxmlformats.org/officeDocument/2006/relationships/image" Target="/ppt/media/image60.png" Id="R0fc7c762a51841a6" /><Relationship Type="http://schemas.openxmlformats.org/officeDocument/2006/relationships/image" Target="/ppt/media/image61.png" Id="R023b59d55fec4386" /><Relationship Type="http://schemas.openxmlformats.org/officeDocument/2006/relationships/notesSlide" Target="/ppt/notesSlides/notesSlide22.xml" Id="Rb2cb7ef1407649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e898ef6fc2749dd" /><Relationship Type="http://schemas.openxmlformats.org/officeDocument/2006/relationships/image" Target="/ppt/media/image62.png" Id="R442c69264be84d42" /><Relationship Type="http://schemas.openxmlformats.org/officeDocument/2006/relationships/image" Target="/ppt/media/image63.png" Id="R88a7968f4f9c4ff8" /><Relationship Type="http://schemas.openxmlformats.org/officeDocument/2006/relationships/image" Target="/ppt/media/image64.png" Id="Rd3516e20255540b5" /><Relationship Type="http://schemas.openxmlformats.org/officeDocument/2006/relationships/notesSlide" Target="/ppt/notesSlides/notesSlide23.xml" Id="Rc1f29ad9adc2408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b34635129a34108" /><Relationship Type="http://schemas.openxmlformats.org/officeDocument/2006/relationships/image" Target="/ppt/media/image65.png" Id="R083adc1d61ff4eed" /><Relationship Type="http://schemas.openxmlformats.org/officeDocument/2006/relationships/image" Target="/ppt/media/image66.png" Id="R9379d4fd8ce54188" /><Relationship Type="http://schemas.openxmlformats.org/officeDocument/2006/relationships/notesSlide" Target="/ppt/notesSlides/notesSlide24.xml" Id="R1c3835d60ab54b2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db7582333d34649" /><Relationship Type="http://schemas.openxmlformats.org/officeDocument/2006/relationships/image" Target="/ppt/media/image67.png" Id="R34224acbca1940ef" /><Relationship Type="http://schemas.openxmlformats.org/officeDocument/2006/relationships/image" Target="/ppt/media/image68.png" Id="R17383abac1ad4c80" /><Relationship Type="http://schemas.openxmlformats.org/officeDocument/2006/relationships/notesSlide" Target="/ppt/notesSlides/notesSlide25.xml" Id="Rb2c164f96be5414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c880a4a8fbe4080" /><Relationship Type="http://schemas.openxmlformats.org/officeDocument/2006/relationships/image" Target="/ppt/media/image69.png" Id="R2b0879ea98854d09" /><Relationship Type="http://schemas.openxmlformats.org/officeDocument/2006/relationships/image" Target="/ppt/media/image70.png" Id="Rc33833effd404e77" /><Relationship Type="http://schemas.openxmlformats.org/officeDocument/2006/relationships/image" Target="/ppt/media/image71.png" Id="R4548024b415f4230" /><Relationship Type="http://schemas.openxmlformats.org/officeDocument/2006/relationships/notesSlide" Target="/ppt/notesSlides/notesSlide26.xml" Id="Rb31b337361e146f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746206907e14700" /><Relationship Type="http://schemas.openxmlformats.org/officeDocument/2006/relationships/image" Target="/ppt/media/image72.png" Id="R74f6cf19160f453e" /><Relationship Type="http://schemas.openxmlformats.org/officeDocument/2006/relationships/notesSlide" Target="/ppt/notesSlides/notesSlide27.xml" Id="R3377d7903aff47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4ac11fa0b0e42d1" /><Relationship Type="http://schemas.openxmlformats.org/officeDocument/2006/relationships/image" Target="/ppt/media/image73.png" Id="R1f922059a3624677" /><Relationship Type="http://schemas.openxmlformats.org/officeDocument/2006/relationships/image" Target="/ppt/media/image74.png" Id="R24c1bea530c64f60" /><Relationship Type="http://schemas.openxmlformats.org/officeDocument/2006/relationships/notesSlide" Target="/ppt/notesSlides/notesSlide28.xml" Id="R274c62f3d50d444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562cce785e24ae1" /><Relationship Type="http://schemas.openxmlformats.org/officeDocument/2006/relationships/image" Target="/ppt/media/image75.png" Id="Ref04eea0b65b491b" /><Relationship Type="http://schemas.openxmlformats.org/officeDocument/2006/relationships/image" Target="/ppt/media/image76.png" Id="R454e40525b624183" /><Relationship Type="http://schemas.openxmlformats.org/officeDocument/2006/relationships/notesSlide" Target="/ppt/notesSlides/notesSlide29.xml" Id="R6d886b9ff842410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7188df201f64bd3" /><Relationship Type="http://schemas.openxmlformats.org/officeDocument/2006/relationships/image" Target="/ppt/media/image77.png" Id="R9693842f81e84f9f" /><Relationship Type="http://schemas.openxmlformats.org/officeDocument/2006/relationships/notesSlide" Target="/ppt/notesSlides/notesSlide30.xml" Id="Re18b07deceac4ac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b9353c2f788447f" /><Relationship Type="http://schemas.openxmlformats.org/officeDocument/2006/relationships/image" Target="/ppt/media/image78.png" Id="R8ffd8971f34b4b05" /><Relationship Type="http://schemas.openxmlformats.org/officeDocument/2006/relationships/image" Target="/ppt/media/image79.png" Id="R2f17330dbcac48d5" /><Relationship Type="http://schemas.openxmlformats.org/officeDocument/2006/relationships/notesSlide" Target="/ppt/notesSlides/notesSlide31.xml" Id="Rb9449e9740a54ecc"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D6160A00-3770-4038-B692-62051AA09023}"/>
              </a:ext>
            </a:extLst>
          </p:cNvPr>
          <p:cNvPicPr>
            <a:picLocks noChangeAspect="1"/>
          </p:cNvPicPr>
          <p:nvPr/>
        </p:nvPicPr>
        <p:blipFill>
          <a:blip ns3:embed="R6ba54645d9504900"/>
          <a:stretch/>
        </p:blipFill>
        <p:spPr>
          <a:xfrm>
            <a:off x="4859" y="0"/>
            <a:ext cx="18278283" cy="10287000"/>
          </a:xfrm>
          <a:prstGeom prst="rect">
            <a:avLst/>
          </a:prstGeom>
        </p:spPr>
      </p:pic>
      <p:sp>
        <p:nvSpPr>
          <p:cNvPr id="2" name="reference_green_fade">
            <a:extLst>
              <a:ext uri="{FF2B5EF4-FFF2-40B4-BE49-F238E27FC236}">
                <ns2:creationId id="{EA889422-8D40-4EE2-95D8-204AB85295EE}"/>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4A8E57F2-9304-4E69-9072-67E85C4E3C8A}"/>
              </a:ext>
            </a:extLst>
          </p:cNvPr>
          <p:cNvPicPr>
            <a:picLocks noChangeAspect="1"/>
          </p:cNvPicPr>
          <p:nvPr/>
        </p:nvPicPr>
        <p:blipFill>
          <a:blip ns3:embed="R33ba52e378094c83"/>
          <a:stretch/>
        </p:blipFill>
        <p:spPr>
          <a:xfrm>
            <a:off x="16941800" y="382588"/>
            <a:ext cx="1028700" cy="733425"/>
          </a:xfrm>
          <a:prstGeom prst="rect">
            <a:avLst/>
          </a:prstGeom>
        </p:spPr>
      </p:pic>
      <p:sp>
        <p:nvSpPr>
          <p:cNvPr id="4" name="copyright">
            <a:extLst>
              <a:ext uri="{FF2B5EF4-FFF2-40B4-BE49-F238E27FC236}">
                <ns2:creationId id="{FFC672FB-35EB-4708-96B8-CC2FCE9DCE9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D96E73A4-E20C-437E-849A-4E4C450F5374}"/>
              </a:ext>
            </a:extLst>
          </p:cNvPr>
          <p:cNvPicPr>
            <a:picLocks noChangeAspect="1"/>
          </p:cNvPicPr>
          <p:nvPr/>
        </p:nvPicPr>
        <p:blipFill>
          <a:blip ns3:embed="R51a0de3687ce4ff4"/>
          <a:stretch/>
        </p:blipFill>
        <p:spPr>
          <a:xfrm>
            <a:off x="1320800" y="5207000"/>
            <a:ext cx="1447800" cy="609600"/>
          </a:xfrm>
          <a:prstGeom prst="rect">
            <a:avLst/>
          </a:prstGeom>
        </p:spPr>
      </p:pic>
      <p:pic>
        <p:nvPicPr>
          <p:cNvPr id="6" name="">
            <a:extLst>
              <a:ext uri="{FF2B5EF4-FFF2-40B4-BE49-F238E27FC236}">
                <ns2:creationId id="{3BD24943-075B-4426-99D0-53DB1641BE09}"/>
              </a:ext>
            </a:extLst>
          </p:cNvPr>
          <p:cNvPicPr>
            <a:picLocks noChangeAspect="1"/>
          </p:cNvPicPr>
          <p:nvPr/>
        </p:nvPicPr>
        <p:blipFill>
          <a:blip ns3:embed="R353f4f9de8f04268"/>
          <a:stretch/>
        </p:blipFill>
        <p:spPr>
          <a:xfrm>
            <a:off x="15252700" y="410251"/>
            <a:ext cx="1473200" cy="627298"/>
          </a:xfrm>
          <a:prstGeom prst="rect">
            <a:avLst/>
          </a:prstGeom>
        </p:spPr>
      </p:pic>
      <p:sp>
        <p:nvSpPr>
          <p:cNvPr id="7" name="title-line0">
            <a:extLst>
              <a:ext uri="{FF2B5EF4-FFF2-40B4-BE49-F238E27FC236}">
                <ns2:creationId id="{0EC2BCB5-552C-4B55-AC12-EB946BB224D9}"/>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CF3C357E-603C-47C7-B5AC-47D0BD6C6C1D}"/>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8F3A91F5-D069-475B-B965-0A0308F62910}"/>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702899011"/>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BC41F094-3E67-48F0-B009-4FDA52604F60}"/>
              </a:ext>
            </a:extLst>
          </p:cNvPr>
          <p:cNvPicPr>
            <a:picLocks noChangeAspect="1"/>
          </p:cNvPicPr>
          <p:nvPr/>
        </p:nvPicPr>
        <p:blipFill>
          <a:blip ns3:embed="Re0f2f889122941c2"/>
          <a:stretch/>
        </p:blipFill>
        <p:spPr>
          <a:xfrm>
            <a:off x="1981200" y="4205950"/>
            <a:ext cx="13017500" cy="3792800"/>
          </a:xfrm>
          <a:prstGeom prst="rect">
            <a:avLst/>
          </a:prstGeom>
        </p:spPr>
      </p:pic>
      <p:pic>
        <p:nvPicPr>
          <p:cNvPr id="2" name="">
            <a:extLst>
              <a:ext uri="{FF2B5EF4-FFF2-40B4-BE49-F238E27FC236}">
                <ns2:creationId id="{ADB7E4DC-BBD4-4EAB-BAF3-193338E2A80C}"/>
              </a:ext>
            </a:extLst>
          </p:cNvPr>
          <p:cNvPicPr>
            <a:picLocks noChangeAspect="1"/>
          </p:cNvPicPr>
          <p:nvPr/>
        </p:nvPicPr>
        <p:blipFill>
          <a:blip ns3:embed="R8a19f767853a4de1"/>
          <a:stretch/>
        </p:blipFill>
        <p:spPr>
          <a:xfrm>
            <a:off x="4321175" y="4800600"/>
            <a:ext cx="2419350" cy="1981200"/>
          </a:xfrm>
          <a:prstGeom prst="rect">
            <a:avLst/>
          </a:prstGeom>
        </p:spPr>
      </p:pic>
      <p:pic>
        <p:nvPicPr>
          <p:cNvPr id="3" name="">
            <a:extLst>
              <a:ext uri="{FF2B5EF4-FFF2-40B4-BE49-F238E27FC236}">
                <ns2:creationId id="{EB4F020D-55F9-47A6-8455-710B93237B1F}"/>
              </a:ext>
            </a:extLst>
          </p:cNvPr>
          <p:cNvPicPr>
            <a:picLocks noChangeAspect="1"/>
          </p:cNvPicPr>
          <p:nvPr/>
        </p:nvPicPr>
        <p:blipFill>
          <a:blip ns3:embed="R2472ceae022d4a40"/>
          <a:stretch/>
        </p:blipFill>
        <p:spPr>
          <a:xfrm>
            <a:off x="8004175" y="4800600"/>
            <a:ext cx="2419350" cy="1981200"/>
          </a:xfrm>
          <a:prstGeom prst="rect">
            <a:avLst/>
          </a:prstGeom>
        </p:spPr>
      </p:pic>
      <p:pic>
        <p:nvPicPr>
          <p:cNvPr id="4" name="">
            <a:extLst>
              <a:ext uri="{FF2B5EF4-FFF2-40B4-BE49-F238E27FC236}">
                <ns2:creationId id="{C4C2F537-3FC8-42F8-8527-07DCEB122252}"/>
              </a:ext>
            </a:extLst>
          </p:cNvPr>
          <p:cNvPicPr>
            <a:picLocks noChangeAspect="1"/>
          </p:cNvPicPr>
          <p:nvPr/>
        </p:nvPicPr>
        <p:blipFill>
          <a:blip ns3:embed="R9b744a6fea404c09"/>
          <a:stretch/>
        </p:blipFill>
        <p:spPr>
          <a:xfrm>
            <a:off x="11696700" y="4788250"/>
            <a:ext cx="2425700" cy="2158300"/>
          </a:xfrm>
          <a:prstGeom prst="rect">
            <a:avLst/>
          </a:prstGeom>
        </p:spPr>
      </p:pic>
      <p:pic>
        <p:nvPicPr>
          <p:cNvPr id="5" name="">
            <a:extLst>
              <a:ext uri="{FF2B5EF4-FFF2-40B4-BE49-F238E27FC236}">
                <ns2:creationId id="{8BD9982A-CBB4-42FF-A58D-6634EB2B49F8}"/>
              </a:ext>
            </a:extLst>
          </p:cNvPr>
          <p:cNvPicPr>
            <a:picLocks noChangeAspect="1"/>
          </p:cNvPicPr>
          <p:nvPr/>
        </p:nvPicPr>
        <p:blipFill>
          <a:blip ns3:embed="R037dcb55f0984e09"/>
          <a:stretch/>
        </p:blipFill>
        <p:spPr>
          <a:xfrm>
            <a:off x="14834480" y="4203700"/>
            <a:ext cx="353840" cy="1587500"/>
          </a:xfrm>
          <a:prstGeom prst="rect">
            <a:avLst/>
          </a:prstGeom>
        </p:spPr>
      </p:pic>
      <p:pic>
        <p:nvPicPr>
          <p:cNvPr id="6" name="">
            <a:extLst>
              <a:ext uri="{FF2B5EF4-FFF2-40B4-BE49-F238E27FC236}">
                <ns2:creationId id="{2BAEFC86-0737-4164-ABBB-125DCD2869CA}"/>
              </a:ext>
            </a:extLst>
          </p:cNvPr>
          <p:cNvPicPr>
            <a:picLocks noChangeAspect="1"/>
          </p:cNvPicPr>
          <p:nvPr/>
        </p:nvPicPr>
        <p:blipFill>
          <a:blip ns3:embed="R4a5d630807524323"/>
          <a:stretch/>
        </p:blipFill>
        <p:spPr>
          <a:xfrm>
            <a:off x="14644856" y="4330700"/>
            <a:ext cx="402887" cy="901700"/>
          </a:xfrm>
          <a:prstGeom prst="rect">
            <a:avLst/>
          </a:prstGeom>
        </p:spPr>
      </p:pic>
      <p:pic>
        <p:nvPicPr>
          <p:cNvPr id="7" name="">
            <a:extLst>
              <a:ext uri="{FF2B5EF4-FFF2-40B4-BE49-F238E27FC236}">
                <ns2:creationId id="{C8C6F818-9A61-446D-96C6-F0FC4CC03E26}"/>
              </a:ext>
            </a:extLst>
          </p:cNvPr>
          <p:cNvPicPr>
            <a:picLocks noChangeAspect="1"/>
          </p:cNvPicPr>
          <p:nvPr/>
        </p:nvPicPr>
        <p:blipFill>
          <a:blip ns3:embed="R3949376139f243e1"/>
          <a:stretch/>
        </p:blipFill>
        <p:spPr>
          <a:xfrm>
            <a:off x="14644856" y="7099300"/>
            <a:ext cx="402887" cy="901700"/>
          </a:xfrm>
          <a:prstGeom prst="rect">
            <a:avLst/>
          </a:prstGeom>
        </p:spPr>
      </p:pic>
      <p:pic>
        <p:nvPicPr>
          <p:cNvPr id="8" name="">
            <a:extLst>
              <a:ext uri="{FF2B5EF4-FFF2-40B4-BE49-F238E27FC236}">
                <ns2:creationId id="{FE97E7B5-B1EC-42C8-B901-5AC774A6299B}"/>
              </a:ext>
            </a:extLst>
          </p:cNvPr>
          <p:cNvPicPr>
            <a:picLocks noChangeAspect="1"/>
          </p:cNvPicPr>
          <p:nvPr/>
        </p:nvPicPr>
        <p:blipFill>
          <a:blip ns3:embed="Rb1972b7aa7474937"/>
          <a:stretch/>
        </p:blipFill>
        <p:spPr>
          <a:xfrm>
            <a:off x="14784556" y="6667500"/>
            <a:ext cx="402887" cy="901700"/>
          </a:xfrm>
          <a:prstGeom prst="rect">
            <a:avLst/>
          </a:prstGeom>
        </p:spPr>
      </p:pic>
      <p:pic>
        <p:nvPicPr>
          <p:cNvPr id="9" name="">
            <a:extLst>
              <a:ext uri="{FF2B5EF4-FFF2-40B4-BE49-F238E27FC236}">
                <ns2:creationId id="{7AB19BFC-0CCE-46BE-A80E-6AC64166A3D6}"/>
              </a:ext>
            </a:extLst>
          </p:cNvPr>
          <p:cNvPicPr>
            <a:picLocks noChangeAspect="1"/>
          </p:cNvPicPr>
          <p:nvPr/>
        </p:nvPicPr>
        <p:blipFill>
          <a:blip ns3:embed="R6fa351a036304b07"/>
          <a:stretch/>
        </p:blipFill>
        <p:spPr>
          <a:xfrm>
            <a:off x="16941800" y="382588"/>
            <a:ext cx="1028700" cy="733425"/>
          </a:xfrm>
          <a:prstGeom prst="rect">
            <a:avLst/>
          </a:prstGeom>
        </p:spPr>
      </p:pic>
      <p:sp>
        <p:nvSpPr>
          <p:cNvPr id="10" name="copyright">
            <a:extLst>
              <a:ext uri="{FF2B5EF4-FFF2-40B4-BE49-F238E27FC236}">
                <ns2:creationId id="{B47220A0-481F-4A64-8944-AC6D7671B4A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7EBE19EE-E3BD-4FD9-82BB-AB7DE4C747B5}"/>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3BDC7F59-4C8F-443F-872E-97BB5F5A0C76}"/>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C3758C7E-CD85-426D-9EC5-F38EDE21A612}"/>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78D18AF1-9AF6-472D-90E1-D44418B2F8F6}"/>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5345054A-47B9-4CF9-B9A7-9D59639E2DE6}"/>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77367B74-40B8-4559-90EF-53F0E63DB1F1}"/>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DDD46343-4BF6-4542-9BA7-68350A1BCA40}"/>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0C1B71D0-B403-4C20-88C3-B7FB02BDA9D7}"/>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AE93601D-84A2-4791-966F-D79BF049BCA7}"/>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21D576CE-33FE-464A-B3C8-6F3E490DEC27}"/>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268713899"/>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7AB01DB0-72A0-4E56-8AE9-26CB8512805D}"/>
              </a:ext>
            </a:extLst>
          </p:cNvPr>
          <p:cNvPicPr>
            <a:picLocks noChangeAspect="1"/>
          </p:cNvPicPr>
          <p:nvPr/>
        </p:nvPicPr>
        <p:blipFill>
          <a:blip ns3:embed="Re955858d27164c86"/>
          <a:stretch/>
        </p:blipFill>
        <p:spPr>
          <a:xfrm>
            <a:off x="1482979" y="4038600"/>
            <a:ext cx="15322041" cy="3683000"/>
          </a:xfrm>
          <a:prstGeom prst="rect">
            <a:avLst/>
          </a:prstGeom>
        </p:spPr>
      </p:pic>
      <p:pic>
        <p:nvPicPr>
          <p:cNvPr id="2" name="">
            <a:extLst>
              <a:ext uri="{FF2B5EF4-FFF2-40B4-BE49-F238E27FC236}">
                <ns2:creationId id="{4B0F5602-2E9F-453C-BD77-3554D5D2CC58}"/>
              </a:ext>
            </a:extLst>
          </p:cNvPr>
          <p:cNvPicPr>
            <a:picLocks noChangeAspect="1"/>
          </p:cNvPicPr>
          <p:nvPr/>
        </p:nvPicPr>
        <p:blipFill>
          <a:blip ns3:embed="R40f0a09196004d33"/>
          <a:stretch/>
        </p:blipFill>
        <p:spPr>
          <a:xfrm>
            <a:off x="15914688" y="5372100"/>
            <a:ext cx="2066925" cy="4381500"/>
          </a:xfrm>
          <a:prstGeom prst="rect">
            <a:avLst/>
          </a:prstGeom>
        </p:spPr>
      </p:pic>
      <p:pic>
        <p:nvPicPr>
          <p:cNvPr id="3" name="">
            <a:extLst>
              <a:ext uri="{FF2B5EF4-FFF2-40B4-BE49-F238E27FC236}">
                <ns2:creationId id="{8F8F7965-66B2-4F69-AA5A-DC39A0A8A346}"/>
              </a:ext>
            </a:extLst>
          </p:cNvPr>
          <p:cNvPicPr>
            <a:picLocks noChangeAspect="1"/>
          </p:cNvPicPr>
          <p:nvPr/>
        </p:nvPicPr>
        <p:blipFill>
          <a:blip ns3:embed="R3a288660812a44a8"/>
          <a:stretch/>
        </p:blipFill>
        <p:spPr>
          <a:xfrm>
            <a:off x="16941800" y="382588"/>
            <a:ext cx="1028700" cy="733425"/>
          </a:xfrm>
          <a:prstGeom prst="rect">
            <a:avLst/>
          </a:prstGeom>
        </p:spPr>
      </p:pic>
      <p:sp>
        <p:nvSpPr>
          <p:cNvPr id="4" name="copyright">
            <a:extLst>
              <a:ext uri="{FF2B5EF4-FFF2-40B4-BE49-F238E27FC236}">
                <ns2:creationId id="{841AFF2D-3CD6-41BC-975A-7528A141D51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763BBC5D-40D5-478B-8D94-76FEEDE38B30}"/>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82D87B23-A53C-46BB-8426-7918406954B0}"/>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9B9B74BD-6306-482A-AACC-A28306CC01C3}"/>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0B5F0408-2449-461A-991F-D97246851057}"/>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75B1F7B4-8B21-4C47-BDB3-38D5C34C88B2}"/>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99FA8BCC-4339-4838-BCF8-AEE4CB84C4D3}"/>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B0E62166-5732-40A8-87E3-9F73B9EDEAD7}"/>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7E55BFB6-A128-43DC-87C7-6A3ED060522E}"/>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FD2FB653-52AE-439B-B5AA-63996AF16931}"/>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7A742783-5D3F-4EFB-9567-ED451D36365A}"/>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739092259"/>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D30CEC1B-BFFF-4B92-9D00-40F175B8950A}"/>
              </a:ext>
            </a:extLst>
          </p:cNvPr>
          <p:cNvPicPr>
            <a:picLocks noChangeAspect="1"/>
          </p:cNvPicPr>
          <p:nvPr/>
        </p:nvPicPr>
        <p:blipFill>
          <a:blip ns3:embed="R4de84634c6b94978"/>
          <a:stretch/>
        </p:blipFill>
        <p:spPr>
          <a:xfrm>
            <a:off x="16941800" y="382588"/>
            <a:ext cx="1028700" cy="733425"/>
          </a:xfrm>
          <a:prstGeom prst="rect">
            <a:avLst/>
          </a:prstGeom>
        </p:spPr>
      </p:pic>
      <p:sp>
        <p:nvSpPr>
          <p:cNvPr id="2" name="copyright">
            <a:extLst>
              <a:ext uri="{FF2B5EF4-FFF2-40B4-BE49-F238E27FC236}">
                <ns2:creationId id="{5EA902F4-FB19-45BC-A986-33A85A7DEC5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3896C73E-2EE1-4E1A-BE7D-7D660FE11285}"/>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39A18FC0-2AAC-4B7C-9F6F-4F39DDCBDA0F}"/>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CC2F1675-7685-47DB-A48C-B3558C618D18}"/>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6E66AB14-FEA1-4DEB-BD11-87F891E299B2}"/>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880D3FC6-6AE4-4B6C-AE76-BE90706C61FB}"/>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5038326A-7F69-4526-8F2B-87F33BBF657D}"/>
              </a:ext>
            </a:extLst>
          </p:cNvPr>
          <p:cNvPicPr>
            <a:picLocks noChangeAspect="1"/>
          </p:cNvPicPr>
          <p:nvPr/>
        </p:nvPicPr>
        <p:blipFill>
          <a:blip ns3:embed="R6717028957304b50"/>
          <a:stretch/>
        </p:blipFill>
        <p:spPr>
          <a:xfrm>
            <a:off x="5715000" y="4722634"/>
            <a:ext cx="6858000" cy="5151794"/>
          </a:xfrm>
          <a:prstGeom prst="rect">
            <a:avLst/>
          </a:prstGeom>
        </p:spPr>
      </p:pic>
    </p:spTree>
    <p:extLst>
      <p:ext uri="{BB962C8B-B14F-4D97-AF65-F5344CB8AC3E}">
        <ns4:creationId val="1747984446"/>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39CABE7F-6446-40D7-A118-2400A637FC42}"/>
              </a:ext>
            </a:extLst>
          </p:cNvPr>
          <p:cNvPicPr>
            <a:picLocks noChangeAspect="1"/>
          </p:cNvPicPr>
          <p:nvPr/>
        </p:nvPicPr>
        <p:blipFill>
          <a:blip ns3:embed="Rbdeeaa881bae4b66"/>
          <a:stretch/>
        </p:blipFill>
        <p:spPr>
          <a:xfrm>
            <a:off x="4859" y="0"/>
            <a:ext cx="18278283" cy="10287000"/>
          </a:xfrm>
          <a:prstGeom prst="rect">
            <a:avLst/>
          </a:prstGeom>
        </p:spPr>
      </p:pic>
      <p:sp>
        <p:nvSpPr>
          <p:cNvPr id="2" name="reference_green_fade">
            <a:extLst>
              <a:ext uri="{FF2B5EF4-FFF2-40B4-BE49-F238E27FC236}">
                <ns2:creationId id="{922AE457-73B0-4E7C-B12D-2BFA2004E6ED}"/>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B4B88FBE-34A6-4FFC-A466-B590F74ECC6B}"/>
              </a:ext>
            </a:extLst>
          </p:cNvPr>
          <p:cNvPicPr>
            <a:picLocks noChangeAspect="1"/>
          </p:cNvPicPr>
          <p:nvPr/>
        </p:nvPicPr>
        <p:blipFill>
          <a:blip ns3:embed="R6757477bb240430e"/>
          <a:stretch/>
        </p:blipFill>
        <p:spPr>
          <a:xfrm>
            <a:off x="16916400" y="332392"/>
            <a:ext cx="1079500" cy="668717"/>
          </a:xfrm>
          <a:prstGeom prst="rect">
            <a:avLst/>
          </a:prstGeom>
        </p:spPr>
      </p:pic>
      <p:sp>
        <p:nvSpPr>
          <p:cNvPr id="4" name="copyright">
            <a:extLst>
              <a:ext uri="{FF2B5EF4-FFF2-40B4-BE49-F238E27FC236}">
                <ns2:creationId id="{736750D3-14A3-44D7-BBEC-03686D48F6A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FA8CED36-B088-4E7C-AD84-F6A119E54E8E}"/>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D6F9C2D5-E02F-4008-85C1-C296465E0685}"/>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88176973-6A8C-4D19-AA49-BAE28BA396D4}"/>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2068844008"/>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9315485D-903C-4822-A8D6-950C14610234}"/>
              </a:ext>
            </a:extLst>
          </p:cNvPr>
          <p:cNvPicPr>
            <a:picLocks noChangeAspect="1"/>
          </p:cNvPicPr>
          <p:nvPr/>
        </p:nvPicPr>
        <p:blipFill>
          <a:blip ns3:embed="R3a87652f2dd24bf2"/>
          <a:stretch/>
        </p:blipFill>
        <p:spPr>
          <a:xfrm>
            <a:off x="16941800" y="382588"/>
            <a:ext cx="1028700" cy="733425"/>
          </a:xfrm>
          <a:prstGeom prst="rect">
            <a:avLst/>
          </a:prstGeom>
        </p:spPr>
      </p:pic>
      <p:sp>
        <p:nvSpPr>
          <p:cNvPr id="2" name="part_heading">
            <a:extLst>
              <a:ext uri="{FF2B5EF4-FFF2-40B4-BE49-F238E27FC236}">
                <ns2:creationId id="{DA8654E2-ED47-4CB8-BE21-6637B196B93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0663D3A-A832-4BF9-A4CC-ACA2FA34932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1597F9E-C19C-47FE-B607-B6E9C8C0406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C38E3225-2502-401A-A8BF-8AC1556234A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ΔH의 부호를 읽는다</a:t>
            </a:r>
          </a:p>
        </p:txBody>
      </p:sp>
      <p:sp>
        <p:nvSpPr>
          <p:cNvPr id="6" name="explanation">
            <a:extLst>
              <a:ext uri="{FF2B5EF4-FFF2-40B4-BE49-F238E27FC236}">
                <ns2:creationId id="{3BB4C97E-DC0E-4027-A09A-E2F1BA5AA37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2A96D9D4-719C-4D7E-87E1-BFF63527E9E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C2A2644-AFC5-4F07-98A9-AD7A3F565197}"/>
              </a:ext>
            </a:extLst>
          </p:cNvPr>
          <p:cNvPicPr>
            <a:picLocks noChangeAspect="1"/>
          </p:cNvPicPr>
          <p:nvPr/>
        </p:nvPicPr>
        <p:blipFill>
          <a:blip ns3:embed="R1e5a963999b74659"/>
          <a:stretch/>
        </p:blipFill>
        <p:spPr>
          <a:xfrm>
            <a:off x="2884112" y="4762500"/>
            <a:ext cx="5280776" cy="4857750"/>
          </a:xfrm>
          <a:prstGeom prst="rect">
            <a:avLst/>
          </a:prstGeom>
        </p:spPr>
      </p:pic>
      <p:pic>
        <p:nvPicPr>
          <p:cNvPr id="9" name="">
            <a:extLst>
              <a:ext uri="{FF2B5EF4-FFF2-40B4-BE49-F238E27FC236}">
                <ns2:creationId id="{E2C712D4-4FF6-4710-835F-51442D57DCFA}"/>
              </a:ext>
            </a:extLst>
          </p:cNvPr>
          <p:cNvPicPr>
            <a:picLocks noChangeAspect="1"/>
          </p:cNvPicPr>
          <p:nvPr/>
        </p:nvPicPr>
        <p:blipFill>
          <a:blip ns3:embed="Rc28948579b4e40bb"/>
          <a:stretch/>
        </p:blipFill>
        <p:spPr>
          <a:xfrm>
            <a:off x="10116062" y="4762500"/>
            <a:ext cx="5294877" cy="4857750"/>
          </a:xfrm>
          <a:prstGeom prst="rect">
            <a:avLst/>
          </a:prstGeom>
        </p:spPr>
      </p:pic>
    </p:spTree>
    <p:extLst>
      <p:ext uri="{BB962C8B-B14F-4D97-AF65-F5344CB8AC3E}">
        <ns4:creationId val="155674567"/>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AD7B55E1-64EE-4B1F-88AD-184204F8D77B}"/>
              </a:ext>
            </a:extLst>
          </p:cNvPr>
          <p:cNvPicPr>
            <a:picLocks noChangeAspect="1"/>
          </p:cNvPicPr>
          <p:nvPr/>
        </p:nvPicPr>
        <p:blipFill>
          <a:blip ns3:embed="R6ef43497d6e74ed1"/>
          <a:stretch/>
        </p:blipFill>
        <p:spPr>
          <a:xfrm>
            <a:off x="16941800" y="382588"/>
            <a:ext cx="1028700" cy="733425"/>
          </a:xfrm>
          <a:prstGeom prst="rect">
            <a:avLst/>
          </a:prstGeom>
        </p:spPr>
      </p:pic>
      <p:sp>
        <p:nvSpPr>
          <p:cNvPr id="2" name="part_heading">
            <a:extLst>
              <a:ext uri="{FF2B5EF4-FFF2-40B4-BE49-F238E27FC236}">
                <ns2:creationId id="{4362EE8E-421D-4413-A3AA-AD71DAE9660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5AF7FE4-1524-46E1-8D61-1FBD0ABCC58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3A5C786-FEE8-4843-A739-506A317743E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2F4726D7-2245-4BA4-B727-83AEB130B02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720B0436-A154-4A64-AFB0-D1A2B06A41B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F28ADCA9-4AF1-4829-8757-7050878988E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D09B2DA-67AA-477F-8AE2-6B2F5F4E7B66}"/>
              </a:ext>
            </a:extLst>
          </p:cNvPr>
          <p:cNvPicPr>
            <a:picLocks noChangeAspect="1"/>
          </p:cNvPicPr>
          <p:nvPr/>
        </p:nvPicPr>
        <p:blipFill>
          <a:blip ns3:embed="R747302b7a2b04c29"/>
          <a:stretch/>
        </p:blipFill>
        <p:spPr>
          <a:xfrm>
            <a:off x="1838727" y="4762500"/>
            <a:ext cx="14610545" cy="723900"/>
          </a:xfrm>
          <a:prstGeom prst="rect">
            <a:avLst/>
          </a:prstGeom>
        </p:spPr>
      </p:pic>
      <p:pic>
        <p:nvPicPr>
          <p:cNvPr id="9" name="">
            <a:extLst>
              <a:ext uri="{FF2B5EF4-FFF2-40B4-BE49-F238E27FC236}">
                <ns2:creationId id="{BC6D6769-BBE6-4FE6-87C8-BC69E876F4AB}"/>
              </a:ext>
            </a:extLst>
          </p:cNvPr>
          <p:cNvPicPr>
            <a:picLocks noChangeAspect="1"/>
          </p:cNvPicPr>
          <p:nvPr/>
        </p:nvPicPr>
        <p:blipFill>
          <a:blip ns3:embed="R934aaf751037434b"/>
          <a:stretch/>
        </p:blipFill>
        <p:spPr>
          <a:xfrm>
            <a:off x="3050349" y="5810250"/>
            <a:ext cx="12187303" cy="723900"/>
          </a:xfrm>
          <a:prstGeom prst="rect">
            <a:avLst/>
          </a:prstGeom>
        </p:spPr>
      </p:pic>
      <p:sp>
        <p:nvSpPr>
          <p:cNvPr id="10" name="interpretation-panel">
            <a:extLst>
              <a:ext uri="{FF2B5EF4-FFF2-40B4-BE49-F238E27FC236}">
                <ns2:creationId id="{2939682F-A9CD-4F9B-A18C-B235B6AA6ECF}"/>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AAEED25F-D5B8-4926-9D24-6049D38BC7C2}"/>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30022F9F-4067-4A15-B46B-8D0DA9E77502}"/>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914136544"/>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5BE2ACF7-91AD-422A-8394-570F37FA0121}"/>
              </a:ext>
            </a:extLst>
          </p:cNvPr>
          <p:cNvPicPr>
            <a:picLocks noChangeAspect="1"/>
          </p:cNvPicPr>
          <p:nvPr/>
        </p:nvPicPr>
        <p:blipFill>
          <a:blip ns3:embed="Re49f6f0edbc04bbd"/>
          <a:stretch/>
        </p:blipFill>
        <p:spPr>
          <a:xfrm>
            <a:off x="16941800" y="382588"/>
            <a:ext cx="1028700" cy="733425"/>
          </a:xfrm>
          <a:prstGeom prst="rect">
            <a:avLst/>
          </a:prstGeom>
        </p:spPr>
      </p:pic>
      <p:sp>
        <p:nvSpPr>
          <p:cNvPr id="2" name="part_heading">
            <a:extLst>
              <a:ext uri="{FF2B5EF4-FFF2-40B4-BE49-F238E27FC236}">
                <ns2:creationId id="{D4D6C188-4BDC-4514-875E-2BF77AD0123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1BCF6B5-90A7-4509-AA5C-DCB90D8E99B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7EFBAF5-426E-4918-A1E9-45BA3C76E08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계수와 반응 엔탈피</a:t>
            </a:r>
          </a:p>
        </p:txBody>
      </p:sp>
      <p:sp>
        <p:nvSpPr>
          <p:cNvPr id="5" name="title">
            <a:extLst>
              <a:ext uri="{FF2B5EF4-FFF2-40B4-BE49-F238E27FC236}">
                <ns2:creationId id="{999F92EC-8158-4519-B5CC-34EA6B269F1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ΔH도 두 배가 된다</a:t>
            </a:r>
          </a:p>
        </p:txBody>
      </p:sp>
      <p:sp>
        <p:nvSpPr>
          <p:cNvPr id="6" name="explanation">
            <a:extLst>
              <a:ext uri="{FF2B5EF4-FFF2-40B4-BE49-F238E27FC236}">
                <ns2:creationId id="{7CACA048-5845-414A-BD85-31E86E91239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D5A6C0D9-A0DA-46EC-A384-3717F7FAE78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5CA88FC-A71D-4CB1-9144-B138646F89B6}"/>
              </a:ext>
            </a:extLst>
          </p:cNvPr>
          <p:cNvPicPr>
            <a:picLocks noChangeAspect="1"/>
          </p:cNvPicPr>
          <p:nvPr/>
        </p:nvPicPr>
        <p:blipFill>
          <a:blip ns3:embed="Ra344405a19c448cd"/>
          <a:stretch/>
        </p:blipFill>
        <p:spPr>
          <a:xfrm>
            <a:off x="5003602" y="4524375"/>
            <a:ext cx="8280797" cy="4762500"/>
          </a:xfrm>
          <a:prstGeom prst="rect">
            <a:avLst/>
          </a:prstGeom>
        </p:spPr>
      </p:pic>
    </p:spTree>
    <p:extLst>
      <p:ext uri="{BB962C8B-B14F-4D97-AF65-F5344CB8AC3E}">
        <ns4:creationId val="241899106"/>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25554782-171A-4652-B80E-46FB4E06171E}"/>
              </a:ext>
            </a:extLst>
          </p:cNvPr>
          <p:cNvPicPr>
            <a:picLocks noChangeAspect="1"/>
          </p:cNvPicPr>
          <p:nvPr/>
        </p:nvPicPr>
        <p:blipFill>
          <a:blip ns3:embed="R57c965b6989d4c74"/>
          <a:stretch/>
        </p:blipFill>
        <p:spPr>
          <a:xfrm>
            <a:off x="16941800" y="382588"/>
            <a:ext cx="1028700" cy="733425"/>
          </a:xfrm>
          <a:prstGeom prst="rect">
            <a:avLst/>
          </a:prstGeom>
        </p:spPr>
      </p:pic>
      <p:sp>
        <p:nvSpPr>
          <p:cNvPr id="2" name="part_heading">
            <a:extLst>
              <a:ext uri="{FF2B5EF4-FFF2-40B4-BE49-F238E27FC236}">
                <ns2:creationId id="{D1A4CE6B-E227-4009-89B1-26E14F2903D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B4E14F1-8B11-4E64-BD40-8241D06E57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C5320B2-2AFB-445A-AEC6-41D19CAA173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물질의 상태와 반응 엔탈피</a:t>
            </a:r>
          </a:p>
        </p:txBody>
      </p:sp>
      <p:sp>
        <p:nvSpPr>
          <p:cNvPr id="5" name="title">
            <a:extLst>
              <a:ext uri="{FF2B5EF4-FFF2-40B4-BE49-F238E27FC236}">
                <ns2:creationId id="{659382D2-4CCE-4F14-8159-6F2846D9F9E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3D038A32-6DDA-4607-80EA-A8592E81065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09771E0B-0846-4B12-BB3F-1B038ED3AB4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AC5DE5C-1BD3-45D7-AF98-3CAAE9196DF2}"/>
              </a:ext>
            </a:extLst>
          </p:cNvPr>
          <p:cNvPicPr>
            <a:picLocks noChangeAspect="1"/>
          </p:cNvPicPr>
          <p:nvPr/>
        </p:nvPicPr>
        <p:blipFill>
          <a:blip ns3:embed="Rbd30dbe0ea694cc5"/>
          <a:stretch/>
        </p:blipFill>
        <p:spPr>
          <a:xfrm>
            <a:off x="4000500" y="5017064"/>
            <a:ext cx="10287000" cy="2062622"/>
          </a:xfrm>
          <a:prstGeom prst="rect">
            <a:avLst/>
          </a:prstGeom>
        </p:spPr>
      </p:pic>
      <p:sp>
        <p:nvSpPr>
          <p:cNvPr id="9" name="takeaway-box">
            <a:extLst>
              <a:ext uri="{FF2B5EF4-FFF2-40B4-BE49-F238E27FC236}">
                <ns2:creationId id="{BB09BBDA-4372-4C87-996B-524657B3A93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2159D418-EDA3-45BE-A13B-62A6637B69A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515005773"/>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5698456A-B265-47A7-B9F3-A6D06AD54AF5}"/>
              </a:ext>
            </a:extLst>
          </p:cNvPr>
          <p:cNvPicPr>
            <a:picLocks noChangeAspect="1"/>
          </p:cNvPicPr>
          <p:nvPr/>
        </p:nvPicPr>
        <p:blipFill>
          <a:blip ns3:embed="R35b258dd2af94609"/>
          <a:stretch/>
        </p:blipFill>
        <p:spPr>
          <a:xfrm>
            <a:off x="16941800" y="382588"/>
            <a:ext cx="1028700" cy="733425"/>
          </a:xfrm>
          <a:prstGeom prst="rect">
            <a:avLst/>
          </a:prstGeom>
        </p:spPr>
      </p:pic>
      <p:sp>
        <p:nvSpPr>
          <p:cNvPr id="2" name="part_heading">
            <a:extLst>
              <a:ext uri="{FF2B5EF4-FFF2-40B4-BE49-F238E27FC236}">
                <ns2:creationId id="{B64EC80A-F3BE-40D1-B141-23B06F7C70C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8EECC89-2827-4C0A-91F0-55FAD22F4C9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0649B9C-4577-400C-81F6-CAC9CCF3127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엔탈피의 변화량</a:t>
            </a:r>
          </a:p>
        </p:txBody>
      </p:sp>
      <p:sp>
        <p:nvSpPr>
          <p:cNvPr id="5" name="title">
            <a:extLst>
              <a:ext uri="{FF2B5EF4-FFF2-40B4-BE49-F238E27FC236}">
                <ns2:creationId id="{5827D010-D9B5-4EBB-AE38-7159D40C80B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8DE4BEA2-A4C6-4FC1-8977-29D9EFD9B85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448D9F90-CF36-40C2-B19E-6ED41FFED74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874F2A4-CF94-468D-AEE9-726ED8ABD26F}"/>
              </a:ext>
            </a:extLst>
          </p:cNvPr>
          <p:cNvPicPr>
            <a:picLocks noChangeAspect="1"/>
          </p:cNvPicPr>
          <p:nvPr/>
        </p:nvPicPr>
        <p:blipFill>
          <a:blip ns3:embed="R09357ed1c73e4162"/>
          <a:stretch/>
        </p:blipFill>
        <p:spPr>
          <a:xfrm>
            <a:off x="2000250" y="4675188"/>
            <a:ext cx="14287500" cy="793750"/>
          </a:xfrm>
          <a:prstGeom prst="rect">
            <a:avLst/>
          </a:prstGeom>
        </p:spPr>
      </p:pic>
      <p:pic>
        <p:nvPicPr>
          <p:cNvPr id="9" name="">
            <a:extLst>
              <a:ext uri="{FF2B5EF4-FFF2-40B4-BE49-F238E27FC236}">
                <ns2:creationId id="{75BC5BD1-ED3B-4821-BE70-1A9EFC65943F}"/>
              </a:ext>
            </a:extLst>
          </p:cNvPr>
          <p:cNvPicPr>
            <a:picLocks noChangeAspect="1"/>
          </p:cNvPicPr>
          <p:nvPr/>
        </p:nvPicPr>
        <p:blipFill>
          <a:blip ns3:embed="Ra3ba1229436f4d5f"/>
          <a:stretch/>
        </p:blipFill>
        <p:spPr>
          <a:xfrm>
            <a:off x="7098994" y="5810250"/>
            <a:ext cx="4090013" cy="3762375"/>
          </a:xfrm>
          <a:prstGeom prst="rect">
            <a:avLst/>
          </a:prstGeom>
        </p:spPr>
      </p:pic>
    </p:spTree>
    <p:extLst>
      <p:ext uri="{BB962C8B-B14F-4D97-AF65-F5344CB8AC3E}">
        <ns4:creationId val="1949057225"/>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9F758EFC-EB33-4F0F-B01F-34CF720D872E}"/>
              </a:ext>
            </a:extLst>
          </p:cNvPr>
          <p:cNvPicPr>
            <a:picLocks noChangeAspect="1"/>
          </p:cNvPicPr>
          <p:nvPr/>
        </p:nvPicPr>
        <p:blipFill>
          <a:blip ns3:embed="R45e30720b504433a"/>
          <a:stretch/>
        </p:blipFill>
        <p:spPr>
          <a:xfrm>
            <a:off x="16941800" y="382588"/>
            <a:ext cx="1028700" cy="733425"/>
          </a:xfrm>
          <a:prstGeom prst="rect">
            <a:avLst/>
          </a:prstGeom>
        </p:spPr>
      </p:pic>
      <p:sp>
        <p:nvSpPr>
          <p:cNvPr id="2" name="part_heading">
            <a:extLst>
              <a:ext uri="{FF2B5EF4-FFF2-40B4-BE49-F238E27FC236}">
                <ns2:creationId id="{5A764159-B7BB-4AD3-B0AE-608FC24AB16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0FFE57C-0872-4F02-9CC6-20D366370EE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DB0861A-0871-450A-9164-D7665A5B937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여러 화학 반응의 열화학 반응식</a:t>
            </a:r>
          </a:p>
        </p:txBody>
      </p:sp>
      <p:sp>
        <p:nvSpPr>
          <p:cNvPr id="5" name="title">
            <a:extLst>
              <a:ext uri="{FF2B5EF4-FFF2-40B4-BE49-F238E27FC236}">
                <ns2:creationId id="{9DFB7B90-9689-4244-8F10-9537746B1F9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811CB6D5-92D2-4994-A840-27F8305E53B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B89514A8-B981-4B5E-A5BC-0F576955BA0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4BFE23E-5C2D-47F5-B7D0-8106A89AC0FA}"/>
              </a:ext>
            </a:extLst>
          </p:cNvPr>
          <p:cNvPicPr>
            <a:picLocks noChangeAspect="1"/>
          </p:cNvPicPr>
          <p:nvPr/>
        </p:nvPicPr>
        <p:blipFill>
          <a:blip ns3:embed="Rf9e6c5329d884ba4"/>
          <a:stretch/>
        </p:blipFill>
        <p:spPr>
          <a:xfrm>
            <a:off x="2000250" y="4622107"/>
            <a:ext cx="14287500" cy="4681336"/>
          </a:xfrm>
          <a:prstGeom prst="rect">
            <a:avLst/>
          </a:prstGeom>
        </p:spPr>
      </p:pic>
    </p:spTree>
    <p:extLst>
      <p:ext uri="{BB962C8B-B14F-4D97-AF65-F5344CB8AC3E}">
        <ns4:creationId val="2139495465"/>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CFB6C99-E79C-4420-A585-73BA80F2ED00}"/>
              </a:ext>
            </a:extLst>
          </p:cNvPr>
          <p:cNvPicPr>
            <a:picLocks noChangeAspect="1"/>
          </p:cNvPicPr>
          <p:nvPr/>
        </p:nvPicPr>
        <p:blipFill>
          <a:blip ns3:embed="R92e8f86957f34a2e"/>
          <a:stretch/>
        </p:blipFill>
        <p:spPr>
          <a:xfrm>
            <a:off x="16941800" y="382588"/>
            <a:ext cx="1028700" cy="733425"/>
          </a:xfrm>
          <a:prstGeom prst="rect">
            <a:avLst/>
          </a:prstGeom>
        </p:spPr>
      </p:pic>
      <p:sp>
        <p:nvSpPr>
          <p:cNvPr id="2" name="part_heading">
            <a:extLst>
              <a:ext uri="{FF2B5EF4-FFF2-40B4-BE49-F238E27FC236}">
                <ns2:creationId id="{D4286F8F-7C91-40D1-9F50-E6152BF7276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DBE2CA7A-6E21-45FC-BC4B-CD621D97DF9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435AA65D-0C08-427C-AF1C-3831793F5AE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열량계의 원리 · 보충</a:t>
            </a:r>
          </a:p>
        </p:txBody>
      </p:sp>
      <p:sp>
        <p:nvSpPr>
          <p:cNvPr id="5" name="copyright">
            <a:extLst>
              <a:ext uri="{FF2B5EF4-FFF2-40B4-BE49-F238E27FC236}">
                <ns2:creationId id="{29AAD06F-65AC-404F-88D4-8EC48A63212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1DF4730A-69E1-43AF-A8C7-DD330861431E}"/>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F338540B-E1FA-41F7-B6D4-5BF6047D1A48}"/>
              </a:ext>
            </a:extLst>
          </p:cNvPr>
          <p:cNvPicPr>
            <a:picLocks noChangeAspect="1"/>
          </p:cNvPicPr>
          <p:nvPr/>
        </p:nvPicPr>
        <p:blipFill>
          <a:blip ns3:embed="R228ab77eb364447c"/>
          <a:stretch/>
        </p:blipFill>
        <p:spPr>
          <a:xfrm>
            <a:off x="11283641" y="4095750"/>
            <a:ext cx="5340968" cy="5286375"/>
          </a:xfrm>
          <a:prstGeom prst="rect">
            <a:avLst/>
          </a:prstGeom>
        </p:spPr>
      </p:pic>
      <p:pic>
        <p:nvPicPr>
          <p:cNvPr id="8" name="">
            <a:extLst>
              <a:ext uri="{FF2B5EF4-FFF2-40B4-BE49-F238E27FC236}">
                <ns2:creationId id="{B1220C18-3289-4110-B3FF-B80AF313D5B2}"/>
              </a:ext>
            </a:extLst>
          </p:cNvPr>
          <p:cNvPicPr>
            <a:picLocks noChangeAspect="1"/>
          </p:cNvPicPr>
          <p:nvPr/>
        </p:nvPicPr>
        <p:blipFill>
          <a:blip ns3:embed="Rd607b565a9424bd6"/>
          <a:stretch/>
        </p:blipFill>
        <p:spPr>
          <a:xfrm>
            <a:off x="2778125" y="5619750"/>
            <a:ext cx="5207000" cy="1190625"/>
          </a:xfrm>
          <a:prstGeom prst="rect">
            <a:avLst/>
          </a:prstGeom>
        </p:spPr>
      </p:pic>
      <p:sp>
        <p:nvSpPr>
          <p:cNvPr id="9" name="symbols">
            <a:extLst>
              <a:ext uri="{FF2B5EF4-FFF2-40B4-BE49-F238E27FC236}">
                <ns2:creationId id="{4E89B2BF-DB4F-48AF-B96C-EA66CD72E330}"/>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202497431"/>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18A496BF-58FB-44E8-A762-0F0786243547}"/>
              </a:ext>
            </a:extLst>
          </p:cNvPr>
          <p:cNvPicPr>
            <a:picLocks noChangeAspect="1"/>
          </p:cNvPicPr>
          <p:nvPr/>
        </p:nvPicPr>
        <p:blipFill>
          <a:blip ns3:embed="R6dc1ec030fc64211"/>
          <a:stretch/>
        </p:blipFill>
        <p:spPr>
          <a:xfrm>
            <a:off x="16941800" y="382588"/>
            <a:ext cx="1028700" cy="733425"/>
          </a:xfrm>
          <a:prstGeom prst="rect">
            <a:avLst/>
          </a:prstGeom>
        </p:spPr>
      </p:pic>
      <p:sp>
        <p:nvSpPr>
          <p:cNvPr id="2" name="part_heading">
            <a:extLst>
              <a:ext uri="{FF2B5EF4-FFF2-40B4-BE49-F238E27FC236}">
                <ns2:creationId id="{9AE655B4-B697-4335-975A-0B22EC4AEF7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FDEA9DD0-ECC1-4941-964B-D0EA4691D1A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18CC4C22-DB04-4A06-94DC-04C8584B67B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 확인</a:t>
            </a:r>
          </a:p>
        </p:txBody>
      </p:sp>
      <p:sp>
        <p:nvSpPr>
          <p:cNvPr id="5" name="title">
            <a:extLst>
              <a:ext uri="{FF2B5EF4-FFF2-40B4-BE49-F238E27FC236}">
                <ns2:creationId id="{25B891A8-4189-4D38-8973-6357DDFCA56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07FAEC8A-7676-45B9-B3C6-66450FFEE1C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404C1508-9324-4D3B-BFE4-2603F9D132F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C106239-360B-4243-80EE-45637565AC78}"/>
              </a:ext>
            </a:extLst>
          </p:cNvPr>
          <p:cNvPicPr>
            <a:picLocks noChangeAspect="1"/>
          </p:cNvPicPr>
          <p:nvPr/>
        </p:nvPicPr>
        <p:blipFill>
          <a:blip ns3:embed="R7bb460ae0f98441e"/>
          <a:stretch/>
        </p:blipFill>
        <p:spPr>
          <a:xfrm>
            <a:off x="3587303" y="4667250"/>
            <a:ext cx="11113394" cy="723900"/>
          </a:xfrm>
          <a:prstGeom prst="rect">
            <a:avLst/>
          </a:prstGeom>
        </p:spPr>
      </p:pic>
      <p:sp>
        <p:nvSpPr>
          <p:cNvPr id="9" name="q1">
            <a:extLst>
              <a:ext uri="{FF2B5EF4-FFF2-40B4-BE49-F238E27FC236}">
                <ns2:creationId id="{1887AD6B-E0B7-4F88-B96D-B42F46615DFF}"/>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46D65D24-7806-4C51-8664-BC9DAC0D79ED}"/>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8F6EE318-9E2D-453E-832C-CCF6389556D3}"/>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2775" b="1">
                <a:solidFill>
                  <a:srgbClr val="555555"/>
                </a:solidFill>
                <a:latin typeface="Pretendard"/>
                <a:ea typeface="Pretendard"/>
                <a:cs typeface="Pretendard"/>
              </a:defRPr>
            </a:defPPr>
            <a:lvl1pPr algn="ctr">
              <a:defRPr sz="2775" b="1">
                <a:solidFill>
                  <a:srgbClr val="555555"/>
                </a:solidFill>
                <a:latin typeface="Pretendard"/>
                <a:ea typeface="Pretendard"/>
                <a:cs typeface="Pretendard"/>
              </a:defRPr>
            </a:lvl1pPr>
            <a:lvl2pPr algn="ctr">
              <a:defRPr sz="2775" b="1">
                <a:solidFill>
                  <a:srgbClr val="555555"/>
                </a:solidFill>
                <a:latin typeface="Pretendard"/>
                <a:ea typeface="Pretendard"/>
                <a:cs typeface="Pretendard"/>
              </a:defRPr>
            </a:lvl2pPr>
            <a:lvl3pPr algn="ctr">
              <a:defRPr sz="2775" b="1">
                <a:solidFill>
                  <a:srgbClr val="555555"/>
                </a:solidFill>
                <a:latin typeface="Pretendard"/>
                <a:ea typeface="Pretendard"/>
                <a:cs typeface="Pretendard"/>
              </a:defRPr>
            </a:lvl3pPr>
            <a:lvl4pPr algn="ctr">
              <a:defRPr sz="2775" b="1">
                <a:solidFill>
                  <a:srgbClr val="555555"/>
                </a:solidFill>
                <a:latin typeface="Pretendard"/>
                <a:ea typeface="Pretendard"/>
                <a:cs typeface="Pretendard"/>
              </a:defRPr>
            </a:lvl4pPr>
            <a:lvl5pPr algn="ctr">
              <a:defRPr sz="2775" b="1">
                <a:solidFill>
                  <a:srgbClr val="555555"/>
                </a:solidFill>
                <a:latin typeface="Pretendard"/>
                <a:ea typeface="Pretendard"/>
                <a:cs typeface="Pretendard"/>
              </a:defRPr>
            </a:lvl5pPr>
            <a:lvl6pPr algn="ctr">
              <a:defRPr sz="2775" b="1">
                <a:solidFill>
                  <a:srgbClr val="555555"/>
                </a:solidFill>
                <a:latin typeface="Pretendard"/>
                <a:ea typeface="Pretendard"/>
                <a:cs typeface="Pretendard"/>
              </a:defRPr>
            </a:lvl6pPr>
            <a:lvl7pPr algn="ctr">
              <a:defRPr sz="2775" b="1">
                <a:solidFill>
                  <a:srgbClr val="555555"/>
                </a:solidFill>
                <a:latin typeface="Pretendard"/>
                <a:ea typeface="Pretendard"/>
                <a:cs typeface="Pretendard"/>
              </a:defRPr>
            </a:lvl7pPr>
            <a:lvl8pPr algn="ctr">
              <a:defRPr sz="2775" b="1">
                <a:solidFill>
                  <a:srgbClr val="555555"/>
                </a:solidFill>
                <a:latin typeface="Pretendard"/>
                <a:ea typeface="Pretendard"/>
                <a:cs typeface="Pretendard"/>
              </a:defRPr>
            </a:lvl8pPr>
            <a:lvl9pPr algn="ctr">
              <a:defRPr sz="2775" b="1">
                <a:solidFill>
                  <a:srgbClr val="555555"/>
                </a:solidFill>
                <a:latin typeface="Pretendard"/>
                <a:ea typeface="Pretendard"/>
                <a:cs typeface="Pretendard"/>
              </a:defRPr>
            </a:lvl9pPr>
          </a:lstStyle>
          <a:p>
            <a:pPr algn="ctr">
              <a:defRPr sz="2775" b="1">
                <a:solidFill>
                  <a:srgbClr val="555555"/>
                </a:solidFill>
                <a:latin typeface="Pretendard"/>
                <a:ea typeface="Pretendard"/>
                <a:cs typeface="Pretendard"/>
              </a:defRPr>
            </a:pPr>
            <a:r>
              <a:rPr sz="2775" b="1">
                <a:solidFill>
                  <a:srgbClr val="555555"/>
                </a:solidFill>
                <a:latin typeface="Pretendard"/>
                <a:ea typeface="Pretendard"/>
                <a:cs typeface="Pretendard"/>
              </a:rPr>
              <a:t>NH₃(</a:t>
            </a:r>
            <a:r>
              <a:rPr sz="2775" b="1" i="1">
                <a:solidFill>
                  <a:srgbClr val="555555"/>
                </a:solidFill>
                <a:latin typeface="Pretendard"/>
                <a:ea typeface="Pretendard"/>
                <a:cs typeface="Pretendard"/>
              </a:rPr>
              <a:t>g</a:t>
            </a:r>
            <a:r>
              <a:rPr sz="2775" b="1">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F960F716-0AAB-407A-8356-9E79F1FC5AFF}"/>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+ 3H₂(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2NH₃(</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ΔH = −91.8 kJ</a:t>
            </a:r>
          </a:p>
        </p:txBody>
      </p:sp>
    </p:spTree>
    <p:extLst>
      <p:ext uri="{BB962C8B-B14F-4D97-AF65-F5344CB8AC3E}">
        <ns4:creationId val="187972722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022B72C-C54F-4821-AA6C-DA9E11CDFAFE}"/>
              </a:ext>
            </a:extLst>
          </p:cNvPr>
          <p:cNvPicPr>
            <a:picLocks noChangeAspect="1"/>
          </p:cNvPicPr>
          <p:nvPr/>
        </p:nvPicPr>
        <p:blipFill>
          <a:blip ns3:embed="R5c62cc3bf03c4bb7"/>
          <a:stretch/>
        </p:blipFill>
        <p:spPr>
          <a:xfrm>
            <a:off x="4859" y="0"/>
            <a:ext cx="18278283" cy="10287000"/>
          </a:xfrm>
          <a:prstGeom prst="rect">
            <a:avLst/>
          </a:prstGeom>
        </p:spPr>
      </p:pic>
      <p:sp>
        <p:nvSpPr>
          <p:cNvPr id="2" name="reference_green_fade">
            <a:extLst>
              <a:ext uri="{FF2B5EF4-FFF2-40B4-BE49-F238E27FC236}">
                <ns2:creationId id="{274F7CD9-90D9-4D82-AF09-6F5EAFD98DFB}"/>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1F2EB266-EAD4-44F7-841D-7009E7AC727D}"/>
              </a:ext>
            </a:extLst>
          </p:cNvPr>
          <p:cNvPicPr>
            <a:picLocks noChangeAspect="1"/>
          </p:cNvPicPr>
          <p:nvPr/>
        </p:nvPicPr>
        <p:blipFill>
          <a:blip ns3:embed="R48233634b4864789"/>
          <a:stretch/>
        </p:blipFill>
        <p:spPr>
          <a:xfrm>
            <a:off x="16916400" y="332392"/>
            <a:ext cx="1079500" cy="668717"/>
          </a:xfrm>
          <a:prstGeom prst="rect">
            <a:avLst/>
          </a:prstGeom>
        </p:spPr>
      </p:pic>
      <p:sp>
        <p:nvSpPr>
          <p:cNvPr id="4" name="copyright">
            <a:extLst>
              <a:ext uri="{FF2B5EF4-FFF2-40B4-BE49-F238E27FC236}">
                <ns2:creationId id="{DDD923DE-8DA9-410E-9EA7-72DFBFFD3A6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1FC0305B-AA74-4D53-A649-274DD0799BCC}"/>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29584391-9DD8-4F8F-A591-E38047C669B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D9881A80-68A1-4DA9-BD6E-118477C599EB}"/>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744425348"/>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14E3BC25-AF74-4F4D-9923-22DEF314A830}"/>
              </a:ext>
            </a:extLst>
          </p:cNvPr>
          <p:cNvPicPr>
            <a:picLocks noChangeAspect="1"/>
          </p:cNvPicPr>
          <p:nvPr/>
        </p:nvPicPr>
        <p:blipFill>
          <a:blip ns3:embed="Ra0f9155a3dbb4de2"/>
          <a:stretch/>
        </p:blipFill>
        <p:spPr>
          <a:xfrm>
            <a:off x="16941800" y="382588"/>
            <a:ext cx="1028700" cy="733425"/>
          </a:xfrm>
          <a:prstGeom prst="rect">
            <a:avLst/>
          </a:prstGeom>
        </p:spPr>
      </p:pic>
      <p:sp>
        <p:nvSpPr>
          <p:cNvPr id="2" name="part_heading">
            <a:extLst>
              <a:ext uri="{FF2B5EF4-FFF2-40B4-BE49-F238E27FC236}">
                <ns2:creationId id="{1A83842D-DEE1-4DDA-A5A2-839B52554EA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A531C3D1-DE3A-4F5F-95BD-9C723E4D0A3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F4182FE-CB84-41E7-9F62-5B5E701D913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F37F824E-AA7E-4C58-AB59-0435867196D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DF9A711D-A796-420B-90D0-70E72F9E3F8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08BEE8C9-24EB-4601-95E2-087AD189CFD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7A287B46-D9D0-40C9-ADC6-26B07BF53251}"/>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465447E3-89F4-48EF-A3F3-3AA5F5EE6864}"/>
              </a:ext>
            </a:extLst>
          </p:cNvPr>
          <p:cNvPicPr>
            <a:picLocks noChangeAspect="1"/>
          </p:cNvPicPr>
          <p:nvPr/>
        </p:nvPicPr>
        <p:blipFill>
          <a:blip ns3:embed="R2cc1821d37af42ea"/>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244DB887-BA66-48B3-873D-8BFB00E982CC}"/>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956BC4C5-CFDA-4FA0-8FD9-0CEB6D52B1D4}"/>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CBD8FCE9-201B-47B4-8BA3-CC3D5642B141}"/>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5ECB05A8-4762-472B-BC5C-EE9F8F6EC2F7}"/>
              </a:ext>
            </a:extLst>
          </p:cNvPr>
          <p:cNvPicPr>
            <a:picLocks noChangeAspect="1"/>
          </p:cNvPicPr>
          <p:nvPr/>
        </p:nvPicPr>
        <p:blipFill>
          <a:blip ns3:embed="R46143a15ba0947db"/>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87D34F69-9D95-4039-B0E0-6AF7DC9D8C71}"/>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0BA30BC8-8887-4745-BF70-29F50DF7DADC}"/>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369126277"/>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36B34A3C-2008-4A47-B9AA-B4D65714061E}"/>
              </a:ext>
            </a:extLst>
          </p:cNvPr>
          <p:cNvPicPr>
            <a:picLocks noChangeAspect="1"/>
          </p:cNvPicPr>
          <p:nvPr/>
        </p:nvPicPr>
        <p:blipFill>
          <a:blip ns3:embed="R1b361a0171f742a1"/>
          <a:stretch/>
        </p:blipFill>
        <p:spPr>
          <a:xfrm>
            <a:off x="16941800" y="382588"/>
            <a:ext cx="1028700" cy="733425"/>
          </a:xfrm>
          <a:prstGeom prst="rect">
            <a:avLst/>
          </a:prstGeom>
        </p:spPr>
      </p:pic>
      <p:sp>
        <p:nvSpPr>
          <p:cNvPr id="2" name="part_heading">
            <a:extLst>
              <a:ext uri="{FF2B5EF4-FFF2-40B4-BE49-F238E27FC236}">
                <ns2:creationId id="{79C69708-5EA7-493D-B132-747E189A698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0B3EDEB2-4B8C-4962-AC71-C896BBDB77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E0CE86C-9B26-4365-AD6D-8AE42A9BFA8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mol당 방출열</a:t>
            </a:r>
          </a:p>
        </p:txBody>
      </p:sp>
      <p:sp>
        <p:nvSpPr>
          <p:cNvPr id="5" name="title">
            <a:extLst>
              <a:ext uri="{FF2B5EF4-FFF2-40B4-BE49-F238E27FC236}">
                <ns2:creationId id="{34313491-433E-4BD9-AC23-8E1A7DE7CDC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2181785C-E847-43FE-B137-6048E4B459B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ΔH의 음수와 방출열 크기의 양수를 구별한다</a:t>
            </a:r>
          </a:p>
        </p:txBody>
      </p:sp>
      <p:sp>
        <p:nvSpPr>
          <p:cNvPr id="7" name="copyright">
            <a:extLst>
              <a:ext uri="{FF2B5EF4-FFF2-40B4-BE49-F238E27FC236}">
                <ns2:creationId id="{BE30B1EF-37CC-4CA1-80EF-FF890E08A56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F66A2AD-4D73-4C12-8D3B-1C53EAF2196E}"/>
              </a:ext>
            </a:extLst>
          </p:cNvPr>
          <p:cNvPicPr>
            <a:picLocks noChangeAspect="1"/>
          </p:cNvPicPr>
          <p:nvPr/>
        </p:nvPicPr>
        <p:blipFill>
          <a:blip ns3:embed="R1c8b345ba1ef41b5"/>
          <a:stretch/>
        </p:blipFill>
        <p:spPr>
          <a:xfrm>
            <a:off x="1961408" y="4667250"/>
            <a:ext cx="14365184" cy="723900"/>
          </a:xfrm>
          <a:prstGeom prst="rect">
            <a:avLst/>
          </a:prstGeom>
        </p:spPr>
      </p:pic>
      <p:pic>
        <p:nvPicPr>
          <p:cNvPr id="9" name="">
            <a:extLst>
              <a:ext uri="{FF2B5EF4-FFF2-40B4-BE49-F238E27FC236}">
                <ns2:creationId id="{48C701F4-1166-49D7-A60C-E6A0021FECF4}"/>
              </a:ext>
            </a:extLst>
          </p:cNvPr>
          <p:cNvPicPr>
            <a:picLocks noChangeAspect="1"/>
          </p:cNvPicPr>
          <p:nvPr/>
        </p:nvPicPr>
        <p:blipFill>
          <a:blip ns3:embed="R79537d88167d415e"/>
          <a:stretch/>
        </p:blipFill>
        <p:spPr>
          <a:xfrm>
            <a:off x="1869688" y="5619750"/>
            <a:ext cx="14548624" cy="723900"/>
          </a:xfrm>
          <a:prstGeom prst="rect">
            <a:avLst/>
          </a:prstGeom>
        </p:spPr>
      </p:pic>
      <p:sp>
        <p:nvSpPr>
          <p:cNvPr id="10" name="strip-1">
            <a:extLst>
              <a:ext uri="{FF2B5EF4-FFF2-40B4-BE49-F238E27FC236}">
                <ns2:creationId id="{30442EA5-263D-45D4-9AC0-2F22BB4C2B3F}"/>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A142A443-6421-4A66-A20D-76E87535ADDF}"/>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C14B92D9-949D-44C0-A26F-A3D8AE0B94C8}"/>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F25034DF-C682-47B4-B61C-BE2479AD4A2B}"/>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8080E406-F3A3-4418-86F6-75953DAF8C1F}"/>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E1209E2E-C96E-4F1B-BC13-92F3A84E73F2}"/>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C4D5092D-2BF6-4C89-97A1-522C9B1070BA}"/>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BD0575BE-9A23-4D26-9CC1-0E2555EBB0CF}"/>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289B584D-1F52-49A4-843C-E51B7945F7E2}"/>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CAE22CE8-3769-472E-9E67-BE1FC51A61EF}"/>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679702249"/>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032F56D-AAD5-4E72-A898-749B0588D58E}"/>
              </a:ext>
            </a:extLst>
          </p:cNvPr>
          <p:cNvPicPr>
            <a:picLocks noChangeAspect="1"/>
          </p:cNvPicPr>
          <p:nvPr/>
        </p:nvPicPr>
        <p:blipFill>
          <a:blip ns3:embed="R94c2baa929d749f1"/>
          <a:stretch/>
        </p:blipFill>
        <p:spPr>
          <a:xfrm>
            <a:off x="16941800" y="382588"/>
            <a:ext cx="1028700" cy="733425"/>
          </a:xfrm>
          <a:prstGeom prst="rect">
            <a:avLst/>
          </a:prstGeom>
        </p:spPr>
      </p:pic>
      <p:sp>
        <p:nvSpPr>
          <p:cNvPr id="2" name="part_heading">
            <a:extLst>
              <a:ext uri="{FF2B5EF4-FFF2-40B4-BE49-F238E27FC236}">
                <ns2:creationId id="{001F3080-AA69-425C-BE07-C1CDF2145EF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6729492-2B76-4760-AB3D-6E6808BD62A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6E14E7E-C7A4-4892-8ACC-7871D31A639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g당 방출열</a:t>
            </a:r>
          </a:p>
        </p:txBody>
      </p:sp>
      <p:sp>
        <p:nvSpPr>
          <p:cNvPr id="5" name="title">
            <a:extLst>
              <a:ext uri="{FF2B5EF4-FFF2-40B4-BE49-F238E27FC236}">
                <ns2:creationId id="{F2F8AE44-1F3D-4FDA-B5D5-B2894E1404F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8AE01A60-A541-445B-BE32-C8221827B5D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067B1CBE-8F55-4485-9E63-FF1D5C4F21B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476E5F74-AC7D-4212-A20A-C271D263A6D4}"/>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891587AA-6A53-4E6F-9884-3ED5475FFBA1}"/>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6D7EA27B-C037-4CC1-9932-7FF00B83795E}"/>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8FD72DF7-5965-4887-8CF3-86E76832A565}"/>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03052876-E45B-41BC-8014-6DDD8418ADB3}"/>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695E75B6-CCE6-4E04-B1A9-AAC0649D0A1D}"/>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0F7F190E-89ED-4EBF-BE3D-5A773373746D}"/>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B0A39936-E4C1-423D-8895-6E029D3BBD0A}"/>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57798E4D-5054-4C05-8D22-FAAF62F0EC28}"/>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E7251414-12B8-44FC-9B7A-3BE9AC22B1E0}"/>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78CB7F6D-4F9B-4097-B0AE-AC0719EEF7B6}"/>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5A3829CA-9B92-4E0E-8D94-D1210962D375}"/>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219670803"/>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5CF1A5EC-1033-4766-BF34-EC84C77D8263}"/>
              </a:ext>
            </a:extLst>
          </p:cNvPr>
          <p:cNvPicPr>
            <a:picLocks noChangeAspect="1"/>
          </p:cNvPicPr>
          <p:nvPr/>
        </p:nvPicPr>
        <p:blipFill>
          <a:blip ns3:embed="R8163fb69e28a47f3"/>
          <a:stretch/>
        </p:blipFill>
        <p:spPr>
          <a:xfrm>
            <a:off x="16941800" y="382588"/>
            <a:ext cx="1028700" cy="733425"/>
          </a:xfrm>
          <a:prstGeom prst="rect">
            <a:avLst/>
          </a:prstGeom>
        </p:spPr>
      </p:pic>
      <p:sp>
        <p:nvSpPr>
          <p:cNvPr id="2" name="part_heading">
            <a:extLst>
              <a:ext uri="{FF2B5EF4-FFF2-40B4-BE49-F238E27FC236}">
                <ns2:creationId id="{CF448F51-9B92-460D-8F3C-9AE0F6C7A1C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6623C38-3B92-4309-8F70-24482A655F7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BD6C52C-CF5A-41C5-8A37-879DAD356E3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에탄올과 수소의 비교</a:t>
            </a:r>
          </a:p>
        </p:txBody>
      </p:sp>
      <p:sp>
        <p:nvSpPr>
          <p:cNvPr id="5" name="title">
            <a:extLst>
              <a:ext uri="{FF2B5EF4-FFF2-40B4-BE49-F238E27FC236}">
                <ns2:creationId id="{9BDAE4F6-1B68-4AC2-A65C-9F4137E3334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대체 연료도 같은 기준으로 환산한다</a:t>
            </a:r>
          </a:p>
        </p:txBody>
      </p:sp>
      <p:sp>
        <p:nvSpPr>
          <p:cNvPr id="6" name="explanation">
            <a:extLst>
              <a:ext uri="{FF2B5EF4-FFF2-40B4-BE49-F238E27FC236}">
                <ns2:creationId id="{78B35AB2-8753-470D-8FC9-164FB211EB0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수소의 연소식은 2 mol 기준이다</a:t>
            </a:r>
          </a:p>
        </p:txBody>
      </p:sp>
      <p:sp>
        <p:nvSpPr>
          <p:cNvPr id="7" name="copyright">
            <a:extLst>
              <a:ext uri="{FF2B5EF4-FFF2-40B4-BE49-F238E27FC236}">
                <ns2:creationId id="{84FFD3F7-442A-48BF-95DE-E4BCA87B8CB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C8DBC48-0E95-4328-9C20-58B98AFE2E8D}"/>
              </a:ext>
            </a:extLst>
          </p:cNvPr>
          <p:cNvPicPr>
            <a:picLocks noChangeAspect="1"/>
          </p:cNvPicPr>
          <p:nvPr/>
        </p:nvPicPr>
        <p:blipFill>
          <a:blip ns3:embed="R3d3e36e4fbb84389"/>
          <a:stretch/>
        </p:blipFill>
        <p:spPr>
          <a:xfrm>
            <a:off x="1809750" y="4642597"/>
            <a:ext cx="14668500" cy="677956"/>
          </a:xfrm>
          <a:prstGeom prst="rect">
            <a:avLst/>
          </a:prstGeom>
        </p:spPr>
      </p:pic>
      <p:pic>
        <p:nvPicPr>
          <p:cNvPr id="9" name="">
            <a:extLst>
              <a:ext uri="{FF2B5EF4-FFF2-40B4-BE49-F238E27FC236}">
                <ns2:creationId id="{7FB183EC-8A47-46D9-856A-A241D6535EFE}"/>
              </a:ext>
            </a:extLst>
          </p:cNvPr>
          <p:cNvPicPr>
            <a:picLocks noChangeAspect="1"/>
          </p:cNvPicPr>
          <p:nvPr/>
        </p:nvPicPr>
        <p:blipFill>
          <a:blip ns3:embed="R4503b543d6ba414b"/>
          <a:stretch/>
        </p:blipFill>
        <p:spPr>
          <a:xfrm>
            <a:off x="1895084" y="5476875"/>
            <a:ext cx="14497833" cy="723900"/>
          </a:xfrm>
          <a:prstGeom prst="rect">
            <a:avLst/>
          </a:prstGeom>
        </p:spPr>
      </p:pic>
      <p:pic>
        <p:nvPicPr>
          <p:cNvPr id="10" name="">
            <a:extLst>
              <a:ext uri="{FF2B5EF4-FFF2-40B4-BE49-F238E27FC236}">
                <ns2:creationId id="{E493CEC6-52E3-489F-89EE-1953AE99F3B3}"/>
              </a:ext>
            </a:extLst>
          </p:cNvPr>
          <p:cNvPicPr>
            <a:picLocks noChangeAspect="1"/>
          </p:cNvPicPr>
          <p:nvPr/>
        </p:nvPicPr>
        <p:blipFill>
          <a:blip ns3:embed="R592cf2c448764362"/>
          <a:stretch/>
        </p:blipFill>
        <p:spPr>
          <a:xfrm>
            <a:off x="5073162" y="6381750"/>
            <a:ext cx="8141677" cy="1714500"/>
          </a:xfrm>
          <a:prstGeom prst="rect">
            <a:avLst/>
          </a:prstGeom>
        </p:spPr>
      </p:pic>
      <p:sp>
        <p:nvSpPr>
          <p:cNvPr id="11" name="ethanol">
            <a:extLst>
              <a:ext uri="{FF2B5EF4-FFF2-40B4-BE49-F238E27FC236}">
                <ns2:creationId id="{755F619D-3DA6-42DC-AC2E-EDAE84879ACF}"/>
              </a:ext>
            </a:extLst>
          </p:cNvPr>
          <p:cNvSpPr>
            <a:spLocks noGrp="1"/>
          </p:cNvSpPr>
          <p:nvPr/>
        </p:nvSpPr>
        <p:spPr>
          <a:xfrm>
            <a:off x="1619250" y="824865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에탄올   1367 ÷ 46 ≈ 29.7 kJ/g</a:t>
            </a:r>
          </a:p>
        </p:txBody>
      </p:sp>
      <p:sp>
        <p:nvSpPr>
          <p:cNvPr id="12" name="hydrogen">
            <a:extLst>
              <a:ext uri="{FF2B5EF4-FFF2-40B4-BE49-F238E27FC236}">
                <ns2:creationId id="{550240B3-F128-47B6-9F62-59E9B62C9B45}"/>
              </a:ext>
            </a:extLst>
          </p:cNvPr>
          <p:cNvSpPr>
            <a:spLocks noGrp="1"/>
          </p:cNvSpPr>
          <p:nvPr/>
        </p:nvSpPr>
        <p:spPr>
          <a:xfrm>
            <a:off x="1619250" y="891540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수소   (571.6 ÷ 2) ÷ 2 = 142.9 kJ/g</a:t>
            </a:r>
          </a:p>
        </p:txBody>
      </p:sp>
    </p:spTree>
    <p:extLst>
      <p:ext uri="{BB962C8B-B14F-4D97-AF65-F5344CB8AC3E}">
        <ns4:creationId val="1563229680"/>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48FF9251-0214-4A7F-AA27-2ACB57F969C7}"/>
              </a:ext>
            </a:extLst>
          </p:cNvPr>
          <p:cNvPicPr>
            <a:picLocks noChangeAspect="1"/>
          </p:cNvPicPr>
          <p:nvPr/>
        </p:nvPicPr>
        <p:blipFill>
          <a:blip ns3:embed="R29375e174ecc4740"/>
          <a:stretch/>
        </p:blipFill>
        <p:spPr>
          <a:xfrm>
            <a:off x="16941800" y="382588"/>
            <a:ext cx="1028700" cy="733425"/>
          </a:xfrm>
          <a:prstGeom prst="rect">
            <a:avLst/>
          </a:prstGeom>
        </p:spPr>
      </p:pic>
      <p:sp>
        <p:nvSpPr>
          <p:cNvPr id="2" name="part_heading">
            <a:extLst>
              <a:ext uri="{FF2B5EF4-FFF2-40B4-BE49-F238E27FC236}">
                <ns2:creationId id="{038E2FA3-A2EC-49AA-A6EC-AEE0A993ED2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90932DD2-4CBE-43CE-B2BB-4F3287E4DBE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CD81C527-0161-4869-9262-B88B6DB49EB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네 연료의 비교</a:t>
            </a:r>
          </a:p>
        </p:txBody>
      </p:sp>
      <p:sp>
        <p:nvSpPr>
          <p:cNvPr id="5" name="title">
            <a:extLst>
              <a:ext uri="{FF2B5EF4-FFF2-40B4-BE49-F238E27FC236}">
                <ns2:creationId id="{24E637D6-E051-4354-946F-77273F7E050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1FB7AA50-E713-4469-81E1-9B9CFEFE2C6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411E19EA-8FDA-40CF-B9EA-C01EC5FC88C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E7927FE-10E1-4BF2-9966-E2B53240414A}"/>
              </a:ext>
            </a:extLst>
          </p:cNvPr>
          <p:cNvPicPr>
            <a:picLocks noChangeAspect="1"/>
          </p:cNvPicPr>
          <p:nvPr/>
        </p:nvPicPr>
        <p:blipFill>
          <a:blip ns3:embed="R212d887536fc4c2f"/>
          <a:stretch/>
        </p:blipFill>
        <p:spPr>
          <a:xfrm>
            <a:off x="2190750" y="4766442"/>
            <a:ext cx="13906500" cy="3706865"/>
          </a:xfrm>
          <a:prstGeom prst="rect">
            <a:avLst/>
          </a:prstGeom>
        </p:spPr>
      </p:pic>
      <p:sp>
        <p:nvSpPr>
          <p:cNvPr id="9" name="takeaway-box">
            <a:extLst>
              <a:ext uri="{FF2B5EF4-FFF2-40B4-BE49-F238E27FC236}">
                <ns2:creationId id="{D13A1067-0CF9-45B5-821E-9DC6C87B4D1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A3E12055-D577-42DB-8D9F-B9C0AFBB542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285758338"/>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7C218FD2-E9BF-4F56-BA10-9ED0CEB66EE9}"/>
              </a:ext>
            </a:extLst>
          </p:cNvPr>
          <p:cNvPicPr>
            <a:picLocks noChangeAspect="1"/>
          </p:cNvPicPr>
          <p:nvPr/>
        </p:nvPicPr>
        <p:blipFill>
          <a:blip ns3:embed="Rd616cf6c9d994bc9"/>
          <a:stretch/>
        </p:blipFill>
        <p:spPr>
          <a:xfrm>
            <a:off x="16941800" y="382588"/>
            <a:ext cx="1028700" cy="733425"/>
          </a:xfrm>
          <a:prstGeom prst="rect">
            <a:avLst/>
          </a:prstGeom>
        </p:spPr>
      </p:pic>
      <p:sp>
        <p:nvSpPr>
          <p:cNvPr id="2" name="part_heading">
            <a:extLst>
              <a:ext uri="{FF2B5EF4-FFF2-40B4-BE49-F238E27FC236}">
                <ns2:creationId id="{B81E2EAA-89D3-4B8A-AEBA-3267DE1D777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C144CBE1-EA0C-4DBB-B1B4-6238606A1D5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D16296DA-0AEE-40FC-8047-A1781392526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선택의 기준</a:t>
            </a:r>
          </a:p>
        </p:txBody>
      </p:sp>
      <p:sp>
        <p:nvSpPr>
          <p:cNvPr id="5" name="copyright">
            <a:extLst>
              <a:ext uri="{FF2B5EF4-FFF2-40B4-BE49-F238E27FC236}">
                <ns2:creationId id="{54D45E92-9E73-40E7-9342-713DF0BB1EA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E9AD4245-05D5-4886-8A71-E51E87106504}"/>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explanation-panel">
            <a:extLst>
              <a:ext uri="{FF2B5EF4-FFF2-40B4-BE49-F238E27FC236}">
                <ns2:creationId id="{01225B12-11EE-4CBF-B726-D13EA66273C7}"/>
              </a:ext>
            </a:extLst>
          </p:cNvPr>
          <p:cNvSpPr>
            <a:spLocks noGrp="1"/>
          </p:cNvSpPr>
          <p:nvPr/>
        </p:nvSpPr>
        <p:spPr>
          <a:xfrm>
            <a:off x="1333500" y="5524500"/>
            <a:ext cx="10572750" cy="3714750"/>
          </a:xfrm>
          <a:prstGeom prst="roundRect">
            <a:avLst>
              <a:gd name="adj" fmla="val 11282"/>
            </a:avLst>
          </a:prstGeom>
          <a:solidFill>
            <a:srgbClr val="F5F5F5"/>
          </a:solidFill>
          <a:ln w="0">
            <a:noFill/>
          </a:ln>
        </p:spPr>
      </p:sp>
      <p:sp>
        <p:nvSpPr>
          <p:cNvPr id="8" name="known-title">
            <a:extLst>
              <a:ext uri="{FF2B5EF4-FFF2-40B4-BE49-F238E27FC236}">
                <ns2:creationId id="{A5A1A4FA-D7D5-42FD-BD86-3F1A0D0DBEE1}"/>
              </a:ext>
            </a:extLst>
          </p:cNvPr>
          <p:cNvSpPr>
            <a:spLocks noGrp="1"/>
          </p:cNvSpPr>
          <p:nvPr/>
        </p:nvSpPr>
        <p:spPr>
          <a:xfrm>
            <a:off x="1809750" y="6048375"/>
            <a:ext cx="9620250" cy="590550"/>
          </a:xfrm>
          <a:prstGeom prst="rect">
            <a:avLst/>
          </a:prstGeom>
          <a:noFill/>
          <a:ln w="0">
            <a:noFill/>
          </a:ln>
        </p:spPr>
        <p:txBody>
          <a:bodyPr wrap="none" lIns="0" tIns="0" rIns="0" bIns="0" anchor="t">
            <a:noAutofit/>
          </a:bodyPr>
          <a:lstStyle>
            <a:defPPr algn="l">
              <a:defRPr sz="2850" b="1">
                <a:solidFill>
                  <a:srgbClr val="111111"/>
                </a:solidFill>
                <a:latin typeface="Pretendard"/>
                <a:ea typeface="Pretendard"/>
                <a:cs typeface="Pretendard"/>
              </a:defRPr>
            </a:defPPr>
            <a:lvl1pPr algn="l">
              <a:defRPr sz="2850" b="1">
                <a:solidFill>
                  <a:srgbClr val="111111"/>
                </a:solidFill>
                <a:latin typeface="Pretendard"/>
                <a:ea typeface="Pretendard"/>
                <a:cs typeface="Pretendard"/>
              </a:defRPr>
            </a:lvl1pPr>
            <a:lvl2pPr algn="l">
              <a:defRPr sz="2850" b="1">
                <a:solidFill>
                  <a:srgbClr val="111111"/>
                </a:solidFill>
                <a:latin typeface="Pretendard"/>
                <a:ea typeface="Pretendard"/>
                <a:cs typeface="Pretendard"/>
              </a:defRPr>
            </a:lvl2pPr>
            <a:lvl3pPr algn="l">
              <a:defRPr sz="2850" b="1">
                <a:solidFill>
                  <a:srgbClr val="111111"/>
                </a:solidFill>
                <a:latin typeface="Pretendard"/>
                <a:ea typeface="Pretendard"/>
                <a:cs typeface="Pretendard"/>
              </a:defRPr>
            </a:lvl3pPr>
            <a:lvl4pPr algn="l">
              <a:defRPr sz="2850" b="1">
                <a:solidFill>
                  <a:srgbClr val="111111"/>
                </a:solidFill>
                <a:latin typeface="Pretendard"/>
                <a:ea typeface="Pretendard"/>
                <a:cs typeface="Pretendard"/>
              </a:defRPr>
            </a:lvl4pPr>
            <a:lvl5pPr algn="l">
              <a:defRPr sz="2850" b="1">
                <a:solidFill>
                  <a:srgbClr val="111111"/>
                </a:solidFill>
                <a:latin typeface="Pretendard"/>
                <a:ea typeface="Pretendard"/>
                <a:cs typeface="Pretendard"/>
              </a:defRPr>
            </a:lvl5pPr>
            <a:lvl6pPr algn="l">
              <a:defRPr sz="2850" b="1">
                <a:solidFill>
                  <a:srgbClr val="111111"/>
                </a:solidFill>
                <a:latin typeface="Pretendard"/>
                <a:ea typeface="Pretendard"/>
                <a:cs typeface="Pretendard"/>
              </a:defRPr>
            </a:lvl6pPr>
            <a:lvl7pPr algn="l">
              <a:defRPr sz="2850" b="1">
                <a:solidFill>
                  <a:srgbClr val="111111"/>
                </a:solidFill>
                <a:latin typeface="Pretendard"/>
                <a:ea typeface="Pretendard"/>
                <a:cs typeface="Pretendard"/>
              </a:defRPr>
            </a:lvl7pPr>
            <a:lvl8pPr algn="l">
              <a:defRPr sz="2850" b="1">
                <a:solidFill>
                  <a:srgbClr val="111111"/>
                </a:solidFill>
                <a:latin typeface="Pretendard"/>
                <a:ea typeface="Pretendard"/>
                <a:cs typeface="Pretendard"/>
              </a:defRPr>
            </a:lvl8pPr>
            <a:lvl9pPr algn="l">
              <a:defRPr sz="2850" b="1">
                <a:solidFill>
                  <a:srgbClr val="111111"/>
                </a:solidFill>
                <a:latin typeface="Pretendard"/>
                <a:ea typeface="Pretendard"/>
                <a:cs typeface="Pretendard"/>
              </a:defRPr>
            </a:lvl9pPr>
          </a:lstStyle>
          <a:p>
            <a:pPr algn="l">
              <a:defRPr sz="2850" b="1">
                <a:solidFill>
                  <a:srgbClr val="111111"/>
                </a:solidFill>
                <a:latin typeface="Pretendard"/>
                <a:ea typeface="Pretendard"/>
                <a:cs typeface="Pretendard"/>
              </a:defRPr>
            </a:pPr>
            <a:r>
              <a:rPr sz="2850" b="1">
                <a:solidFill>
                  <a:srgbClr val="111111"/>
                </a:solidFill>
                <a:latin typeface="Pretendard"/>
                <a:ea typeface="Pretendard"/>
                <a:cs typeface="Pretendard"/>
              </a:rPr>
              <a:t>① 같은 질량의 완전 연소에서 방출하는 열</a:t>
            </a:r>
          </a:p>
        </p:txBody>
      </p:sp>
      <p:sp>
        <p:nvSpPr>
          <p:cNvPr id="9" name="unknown-title">
            <a:extLst>
              <a:ext uri="{FF2B5EF4-FFF2-40B4-BE49-F238E27FC236}">
                <ns2:creationId id="{77875C85-6C6E-4D3D-86D2-EC0A918CB319}"/>
              </a:ext>
            </a:extLst>
          </p:cNvPr>
          <p:cNvSpPr>
            <a:spLocks noGrp="1"/>
          </p:cNvSpPr>
          <p:nvPr/>
        </p:nvSpPr>
        <p:spPr>
          <a:xfrm>
            <a:off x="1809750" y="7286625"/>
            <a:ext cx="9620250" cy="590550"/>
          </a:xfrm>
          <a:prstGeom prst="rect">
            <a:avLst/>
          </a:prstGeom>
          <a:noFill/>
          <a:ln w="0">
            <a:noFill/>
          </a:ln>
        </p:spPr>
        <p:txBody>
          <a:bodyPr wrap="none" lIns="0" tIns="0" rIns="0" bIns="0" anchor="t">
            <a:noAutofit/>
          </a:bodyPr>
          <a:lstStyle>
            <a:defPPr algn="l">
              <a:defRPr sz="2850" b="1">
                <a:solidFill>
                  <a:srgbClr val="111111"/>
                </a:solidFill>
                <a:latin typeface="Pretendard"/>
                <a:ea typeface="Pretendard"/>
                <a:cs typeface="Pretendard"/>
              </a:defRPr>
            </a:defPPr>
            <a:lvl1pPr algn="l">
              <a:defRPr sz="2850" b="1">
                <a:solidFill>
                  <a:srgbClr val="111111"/>
                </a:solidFill>
                <a:latin typeface="Pretendard"/>
                <a:ea typeface="Pretendard"/>
                <a:cs typeface="Pretendard"/>
              </a:defRPr>
            </a:lvl1pPr>
            <a:lvl2pPr algn="l">
              <a:defRPr sz="2850" b="1">
                <a:solidFill>
                  <a:srgbClr val="111111"/>
                </a:solidFill>
                <a:latin typeface="Pretendard"/>
                <a:ea typeface="Pretendard"/>
                <a:cs typeface="Pretendard"/>
              </a:defRPr>
            </a:lvl2pPr>
            <a:lvl3pPr algn="l">
              <a:defRPr sz="2850" b="1">
                <a:solidFill>
                  <a:srgbClr val="111111"/>
                </a:solidFill>
                <a:latin typeface="Pretendard"/>
                <a:ea typeface="Pretendard"/>
                <a:cs typeface="Pretendard"/>
              </a:defRPr>
            </a:lvl3pPr>
            <a:lvl4pPr algn="l">
              <a:defRPr sz="2850" b="1">
                <a:solidFill>
                  <a:srgbClr val="111111"/>
                </a:solidFill>
                <a:latin typeface="Pretendard"/>
                <a:ea typeface="Pretendard"/>
                <a:cs typeface="Pretendard"/>
              </a:defRPr>
            </a:lvl4pPr>
            <a:lvl5pPr algn="l">
              <a:defRPr sz="2850" b="1">
                <a:solidFill>
                  <a:srgbClr val="111111"/>
                </a:solidFill>
                <a:latin typeface="Pretendard"/>
                <a:ea typeface="Pretendard"/>
                <a:cs typeface="Pretendard"/>
              </a:defRPr>
            </a:lvl5pPr>
            <a:lvl6pPr algn="l">
              <a:defRPr sz="2850" b="1">
                <a:solidFill>
                  <a:srgbClr val="111111"/>
                </a:solidFill>
                <a:latin typeface="Pretendard"/>
                <a:ea typeface="Pretendard"/>
                <a:cs typeface="Pretendard"/>
              </a:defRPr>
            </a:lvl6pPr>
            <a:lvl7pPr algn="l">
              <a:defRPr sz="2850" b="1">
                <a:solidFill>
                  <a:srgbClr val="111111"/>
                </a:solidFill>
                <a:latin typeface="Pretendard"/>
                <a:ea typeface="Pretendard"/>
                <a:cs typeface="Pretendard"/>
              </a:defRPr>
            </a:lvl7pPr>
            <a:lvl8pPr algn="l">
              <a:defRPr sz="2850" b="1">
                <a:solidFill>
                  <a:srgbClr val="111111"/>
                </a:solidFill>
                <a:latin typeface="Pretendard"/>
                <a:ea typeface="Pretendard"/>
                <a:cs typeface="Pretendard"/>
              </a:defRPr>
            </a:lvl8pPr>
            <a:lvl9pPr algn="l">
              <a:defRPr sz="2850" b="1">
                <a:solidFill>
                  <a:srgbClr val="111111"/>
                </a:solidFill>
                <a:latin typeface="Pretendard"/>
                <a:ea typeface="Pretendard"/>
                <a:cs typeface="Pretendard"/>
              </a:defRPr>
            </a:lvl9pPr>
          </a:lstStyle>
          <a:p>
            <a:pPr algn="l">
              <a:defRPr sz="2850" b="1">
                <a:solidFill>
                  <a:srgbClr val="111111"/>
                </a:solidFill>
                <a:latin typeface="Pretendard"/>
                <a:ea typeface="Pretendard"/>
                <a:cs typeface="Pretendard"/>
              </a:defRPr>
            </a:pPr>
            <a:r>
              <a:rPr sz="2850" b="1">
                <a:solidFill>
                  <a:srgbClr val="111111"/>
                </a:solidFill>
                <a:latin typeface="Pretendard"/>
                <a:ea typeface="Pretendard"/>
                <a:cs typeface="Pretendard"/>
              </a:rPr>
              <a:t>② 생산 과정, 저장과 운송, 장치의 효율</a:t>
            </a:r>
          </a:p>
        </p:txBody>
      </p:sp>
      <p:sp>
        <p:nvSpPr>
          <p:cNvPr id="10" name="unknown">
            <a:extLst>
              <a:ext uri="{FF2B5EF4-FFF2-40B4-BE49-F238E27FC236}">
                <ns2:creationId id="{0BA6D492-3319-4A5F-9DC7-CBBE834D035C}"/>
              </a:ext>
            </a:extLst>
          </p:cNvPr>
          <p:cNvSpPr>
            <a:spLocks noGrp="1"/>
          </p:cNvSpPr>
          <p:nvPr/>
        </p:nvSpPr>
        <p:spPr>
          <a:xfrm>
            <a:off x="2266950" y="8001000"/>
            <a:ext cx="9048750" cy="571500"/>
          </a:xfrm>
          <a:prstGeom prst="rect">
            <a:avLst/>
          </a:prstGeom>
          <a:noFill/>
          <a:ln w="0">
            <a:noFill/>
          </a:ln>
        </p:spPr>
        <p:txBody>
          <a:bodyPr wrap="none" lIns="0" tIns="0" rIns="0" bIns="0" anchor="t">
            <a:noAutofit/>
          </a:bodyPr>
          <a:lstStyle>
            <a:defPPr algn="l">
              <a:defRPr sz="2730" b="0">
                <a:solidFill>
                  <a:srgbClr val="888888"/>
                </a:solidFill>
                <a:latin typeface="Pretendard"/>
                <a:ea typeface="Pretendard"/>
                <a:cs typeface="Pretendard"/>
              </a:defRPr>
            </a:defPPr>
            <a:lvl1pPr algn="l">
              <a:defRPr sz="2730" b="0">
                <a:solidFill>
                  <a:srgbClr val="888888"/>
                </a:solidFill>
                <a:latin typeface="Pretendard"/>
                <a:ea typeface="Pretendard"/>
                <a:cs typeface="Pretendard"/>
              </a:defRPr>
            </a:lvl1pPr>
            <a:lvl2pPr algn="l">
              <a:defRPr sz="2730" b="0">
                <a:solidFill>
                  <a:srgbClr val="888888"/>
                </a:solidFill>
                <a:latin typeface="Pretendard"/>
                <a:ea typeface="Pretendard"/>
                <a:cs typeface="Pretendard"/>
              </a:defRPr>
            </a:lvl2pPr>
            <a:lvl3pPr algn="l">
              <a:defRPr sz="2730" b="0">
                <a:solidFill>
                  <a:srgbClr val="888888"/>
                </a:solidFill>
                <a:latin typeface="Pretendard"/>
                <a:ea typeface="Pretendard"/>
                <a:cs typeface="Pretendard"/>
              </a:defRPr>
            </a:lvl3pPr>
            <a:lvl4pPr algn="l">
              <a:defRPr sz="2730" b="0">
                <a:solidFill>
                  <a:srgbClr val="888888"/>
                </a:solidFill>
                <a:latin typeface="Pretendard"/>
                <a:ea typeface="Pretendard"/>
                <a:cs typeface="Pretendard"/>
              </a:defRPr>
            </a:lvl4pPr>
            <a:lvl5pPr algn="l">
              <a:defRPr sz="2730" b="0">
                <a:solidFill>
                  <a:srgbClr val="888888"/>
                </a:solidFill>
                <a:latin typeface="Pretendard"/>
                <a:ea typeface="Pretendard"/>
                <a:cs typeface="Pretendard"/>
              </a:defRPr>
            </a:lvl5pPr>
            <a:lvl6pPr algn="l">
              <a:defRPr sz="2730" b="0">
                <a:solidFill>
                  <a:srgbClr val="888888"/>
                </a:solidFill>
                <a:latin typeface="Pretendard"/>
                <a:ea typeface="Pretendard"/>
                <a:cs typeface="Pretendard"/>
              </a:defRPr>
            </a:lvl6pPr>
            <a:lvl7pPr algn="l">
              <a:defRPr sz="2730" b="0">
                <a:solidFill>
                  <a:srgbClr val="888888"/>
                </a:solidFill>
                <a:latin typeface="Pretendard"/>
                <a:ea typeface="Pretendard"/>
                <a:cs typeface="Pretendard"/>
              </a:defRPr>
            </a:lvl7pPr>
            <a:lvl8pPr algn="l">
              <a:defRPr sz="2730" b="0">
                <a:solidFill>
                  <a:srgbClr val="888888"/>
                </a:solidFill>
                <a:latin typeface="Pretendard"/>
                <a:ea typeface="Pretendard"/>
                <a:cs typeface="Pretendard"/>
              </a:defRPr>
            </a:lvl8pPr>
            <a:lvl9pPr algn="l">
              <a:defRPr sz="2730" b="0">
                <a:solidFill>
                  <a:srgbClr val="888888"/>
                </a:solidFill>
                <a:latin typeface="Pretendard"/>
                <a:ea typeface="Pretendard"/>
                <a:cs typeface="Pretendard"/>
              </a:defRPr>
            </a:lvl9pPr>
          </a:lstStyle>
          <a:p>
            <a:pPr algn="l">
              <a:defRPr sz="2730" b="0">
                <a:solidFill>
                  <a:srgbClr val="888888"/>
                </a:solidFill>
                <a:latin typeface="Pretendard"/>
                <a:ea typeface="Pretendard"/>
                <a:cs typeface="Pretendard"/>
              </a:defRPr>
            </a:pPr>
            <a:r>
              <a:rPr sz="2730" b="0">
                <a:solidFill>
                  <a:srgbClr val="888888"/>
                </a:solidFill>
                <a:latin typeface="Pretendard"/>
                <a:ea typeface="Pretendard"/>
                <a:cs typeface="Pretendard"/>
              </a:rPr>
              <a:t>실제 이용 조건은 추가 자료로 비교한다</a:t>
            </a:r>
          </a:p>
        </p:txBody>
      </p:sp>
      <p:pic>
        <p:nvPicPr>
          <p:cNvPr id="11" name="">
            <a:extLst>
              <a:ext uri="{FF2B5EF4-FFF2-40B4-BE49-F238E27FC236}">
                <ns2:creationId id="{FEE2EECE-14BB-4F4C-832B-C5733D6BFDF9}"/>
              </a:ext>
            </a:extLst>
          </p:cNvPr>
          <p:cNvPicPr>
            <a:picLocks noChangeAspect="1"/>
          </p:cNvPicPr>
          <p:nvPr/>
        </p:nvPicPr>
        <p:blipFill>
          <a:blip ns3:embed="Rb9a5c476a3d344c7"/>
          <a:stretch/>
        </p:blipFill>
        <p:spPr>
          <a:xfrm>
            <a:off x="12858750" y="5961655"/>
            <a:ext cx="3905250" cy="2935689"/>
          </a:xfrm>
          <a:prstGeom prst="rect">
            <a:avLst/>
          </a:prstGeom>
        </p:spPr>
      </p:pic>
    </p:spTree>
    <p:extLst>
      <p:ext uri="{BB962C8B-B14F-4D97-AF65-F5344CB8AC3E}">
        <ns4:creationId val="814202104"/>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F70B6496-80D1-40C9-B0C1-C65BC4E30924}"/>
              </a:ext>
            </a:extLst>
          </p:cNvPr>
          <p:cNvPicPr>
            <a:picLocks noChangeAspect="1"/>
          </p:cNvPicPr>
          <p:nvPr/>
        </p:nvPicPr>
        <p:blipFill>
          <a:blip ns3:embed="R9ec2b8cb1c3743cb"/>
          <a:stretch/>
        </p:blipFill>
        <p:spPr>
          <a:xfrm>
            <a:off x="16941800" y="382588"/>
            <a:ext cx="1028700" cy="733425"/>
          </a:xfrm>
          <a:prstGeom prst="rect">
            <a:avLst/>
          </a:prstGeom>
        </p:spPr>
      </p:pic>
      <p:sp>
        <p:nvSpPr>
          <p:cNvPr id="2" name="part_heading">
            <a:extLst>
              <a:ext uri="{FF2B5EF4-FFF2-40B4-BE49-F238E27FC236}">
                <ns2:creationId id="{7F4FE4CC-F482-4974-9D5E-2090D07BCD7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163870E2-989C-4B1F-B3D3-DB398E8272D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E8167D4C-B2DC-4800-8B36-8C159FDC4FB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비교 자료 해석</a:t>
            </a:r>
          </a:p>
        </p:txBody>
      </p:sp>
      <p:sp>
        <p:nvSpPr>
          <p:cNvPr id="5" name="title">
            <a:extLst>
              <a:ext uri="{FF2B5EF4-FFF2-40B4-BE49-F238E27FC236}">
                <ns2:creationId id="{83490DEF-FE06-40E4-BAB6-BEDC8A2D59F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8CE0A8FA-682A-4D18-B674-0B65B16FB64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53C9651A-F2B7-4FDA-A036-73009797546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3E252FD-BCB4-4363-8D22-B390508A69EF}"/>
              </a:ext>
            </a:extLst>
          </p:cNvPr>
          <p:cNvPicPr>
            <a:picLocks noChangeAspect="1"/>
          </p:cNvPicPr>
          <p:nvPr/>
        </p:nvPicPr>
        <p:blipFill>
          <a:blip ns3:embed="Rfe40b6654fa94c33"/>
          <a:stretch/>
        </p:blipFill>
        <p:spPr>
          <a:xfrm>
            <a:off x="1524000" y="4954549"/>
            <a:ext cx="10191750" cy="2949652"/>
          </a:xfrm>
          <a:prstGeom prst="rect">
            <a:avLst/>
          </a:prstGeom>
        </p:spPr>
      </p:pic>
      <p:sp>
        <p:nvSpPr>
          <p:cNvPr id="9" name="question">
            <a:extLst>
              <a:ext uri="{FF2B5EF4-FFF2-40B4-BE49-F238E27FC236}">
                <ns2:creationId id="{0DAE79EC-CB58-49A5-AB48-B14DCD741013}"/>
              </a:ext>
            </a:extLst>
          </p:cNvPr>
          <p:cNvSpPr>
            <a:spLocks noGrp="1"/>
          </p:cNvSpPr>
          <p:nvPr/>
        </p:nvSpPr>
        <p:spPr>
          <a:xfrm>
            <a:off x="12573000" y="4953000"/>
            <a:ext cx="4762500" cy="133350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질량일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순서는?</a:t>
            </a:r>
          </a:p>
        </p:txBody>
      </p:sp>
      <p:sp>
        <p:nvSpPr>
          <p:cNvPr id="10" name="answer-1">
            <a:extLst>
              <a:ext uri="{FF2B5EF4-FFF2-40B4-BE49-F238E27FC236}">
                <ns2:creationId id="{B20B65CF-6961-49D2-BF6B-B7FBFEDDACCE}"/>
              </a:ext>
            </a:extLst>
          </p:cNvPr>
          <p:cNvSpPr>
            <a:spLocks noGrp="1"/>
          </p:cNvSpPr>
          <p:nvPr/>
        </p:nvSpPr>
        <p:spPr>
          <a:xfrm>
            <a:off x="2238375" y="8572500"/>
            <a:ext cx="13811250" cy="590550"/>
          </a:xfrm>
          <a:prstGeom prst="rect">
            <a:avLst/>
          </a:prstGeom>
          <a:noFill/>
          <a:ln w="0">
            <a:noFill/>
          </a:ln>
        </p:spPr>
        <p:txBody>
          <a:bodyPr wrap="none" lIns="0" tIns="0" rIns="0" bIns="0" anchor="t">
            <a:noAutofit/>
          </a:bodyPr>
          <a:lstStyle>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뷰테인 49.6 · 수소 142.9 kJ/g</a:t>
            </a:r>
          </a:p>
        </p:txBody>
      </p:sp>
      <p:sp>
        <p:nvSpPr>
          <p:cNvPr id="11" name="answer-2">
            <a:extLst>
              <a:ext uri="{FF2B5EF4-FFF2-40B4-BE49-F238E27FC236}">
                <ns2:creationId id="{D5CC9FAF-9830-4CC7-8D10-B992925CAF93}"/>
              </a:ext>
            </a:extLst>
          </p:cNvPr>
          <p:cNvSpPr>
            <a:spLocks noGrp="1"/>
          </p:cNvSpPr>
          <p:nvPr/>
        </p:nvSpPr>
        <p:spPr>
          <a:xfrm>
            <a:off x="2238375" y="9239250"/>
            <a:ext cx="1381125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수소 &gt; 메테인 &gt; 뷰테인 &gt; 에탄올</a:t>
            </a:r>
          </a:p>
        </p:txBody>
      </p:sp>
    </p:spTree>
    <p:extLst>
      <p:ext uri="{BB962C8B-B14F-4D97-AF65-F5344CB8AC3E}">
        <ns4:creationId val="13876510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22A99A4-C483-4CF2-83B3-5639C963EB94}"/>
              </a:ext>
            </a:extLst>
          </p:cNvPr>
          <p:cNvPicPr>
            <a:picLocks noChangeAspect="1"/>
          </p:cNvPicPr>
          <p:nvPr/>
        </p:nvPicPr>
        <p:blipFill>
          <a:blip ns3:embed="R0fc7c762a51841a6"/>
          <a:stretch/>
        </p:blipFill>
        <p:spPr>
          <a:xfrm>
            <a:off x="4859" y="0"/>
            <a:ext cx="18278283" cy="10287000"/>
          </a:xfrm>
          <a:prstGeom prst="rect">
            <a:avLst/>
          </a:prstGeom>
        </p:spPr>
      </p:pic>
      <p:sp>
        <p:nvSpPr>
          <p:cNvPr id="2" name="reference_green_fade">
            <a:extLst>
              <a:ext uri="{FF2B5EF4-FFF2-40B4-BE49-F238E27FC236}">
                <ns2:creationId id="{A90B185D-1CF4-46A8-B787-BD6D25926C0F}"/>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8A7BD52B-F98C-4DF3-B580-15A622EE112A}"/>
              </a:ext>
            </a:extLst>
          </p:cNvPr>
          <p:cNvPicPr>
            <a:picLocks noChangeAspect="1"/>
          </p:cNvPicPr>
          <p:nvPr/>
        </p:nvPicPr>
        <p:blipFill>
          <a:blip ns3:embed="R023b59d55fec4386"/>
          <a:stretch/>
        </p:blipFill>
        <p:spPr>
          <a:xfrm>
            <a:off x="16916400" y="332392"/>
            <a:ext cx="1079500" cy="668717"/>
          </a:xfrm>
          <a:prstGeom prst="rect">
            <a:avLst/>
          </a:prstGeom>
        </p:spPr>
      </p:pic>
      <p:sp>
        <p:nvSpPr>
          <p:cNvPr id="4" name="copyright">
            <a:extLst>
              <a:ext uri="{FF2B5EF4-FFF2-40B4-BE49-F238E27FC236}">
                <ns2:creationId id="{5B6E2D9B-0602-43B6-9A6C-0AFDDDF29D4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DEA35CF-3A54-4C01-A03D-84EAA83A85A2}"/>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B2CCFBC0-0DF1-4D14-A54C-9591BA1BC714}"/>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3FDB66FB-F30E-4C02-A449-E05196F5CAA4}"/>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648714632"/>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6C9FA941-95EC-433F-8988-247BE8C40AA5}"/>
              </a:ext>
            </a:extLst>
          </p:cNvPr>
          <p:cNvPicPr>
            <a:picLocks noChangeAspect="1"/>
          </p:cNvPicPr>
          <p:nvPr/>
        </p:nvPicPr>
        <p:blipFill>
          <a:blip ns3:embed="R442c69264be84d42"/>
          <a:stretch/>
        </p:blipFill>
        <p:spPr>
          <a:xfrm>
            <a:off x="16941800" y="382588"/>
            <a:ext cx="1028700" cy="733425"/>
          </a:xfrm>
          <a:prstGeom prst="rect">
            <a:avLst/>
          </a:prstGeom>
        </p:spPr>
      </p:pic>
      <p:sp>
        <p:nvSpPr>
          <p:cNvPr id="2" name="part_heading">
            <a:extLst>
              <a:ext uri="{FF2B5EF4-FFF2-40B4-BE49-F238E27FC236}">
                <ns2:creationId id="{C8C91748-2B5E-4A2C-A173-FB3DF1AAF74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CE16CA0F-1E6D-4C16-BEA8-C8D75384F74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174B7A1-9F5A-47E7-8E14-B884C27738F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해리</a:t>
            </a:r>
          </a:p>
        </p:txBody>
      </p:sp>
      <p:sp>
        <p:nvSpPr>
          <p:cNvPr id="5" name="copyright">
            <a:extLst>
              <a:ext uri="{FF2B5EF4-FFF2-40B4-BE49-F238E27FC236}">
                <ns2:creationId id="{1ACCA0F8-8159-4465-A6F8-B72EF7A8CA3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BFBC7D39-9E4F-455C-9157-A3A04B26D49B}"/>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흡수한다</a:t>
            </a:r>
          </a:p>
        </p:txBody>
      </p:sp>
      <p:pic>
        <p:nvPicPr>
          <p:cNvPr id="7" name="">
            <a:extLst>
              <a:ext uri="{FF2B5EF4-FFF2-40B4-BE49-F238E27FC236}">
                <ns2:creationId id="{32D048A0-EBE5-40F7-8909-F2FE3C2DDFA7}"/>
              </a:ext>
            </a:extLst>
          </p:cNvPr>
          <p:cNvPicPr>
            <a:picLocks noChangeAspect="1"/>
          </p:cNvPicPr>
          <p:nvPr/>
        </p:nvPicPr>
        <p:blipFill>
          <a:blip ns3:embed="R88a7968f4f9c4ff8"/>
          <a:stretch/>
        </p:blipFill>
        <p:spPr>
          <a:xfrm>
            <a:off x="10572750" y="3633348"/>
            <a:ext cx="6572250" cy="4925303"/>
          </a:xfrm>
          <a:prstGeom prst="rect">
            <a:avLst/>
          </a:prstGeom>
        </p:spPr>
      </p:pic>
      <p:pic>
        <p:nvPicPr>
          <p:cNvPr id="8" name="">
            <a:extLst>
              <a:ext uri="{FF2B5EF4-FFF2-40B4-BE49-F238E27FC236}">
                <ns2:creationId id="{6D71108C-408F-4AB7-8B44-AF70B41E6639}"/>
              </a:ext>
            </a:extLst>
          </p:cNvPr>
          <p:cNvPicPr>
            <a:picLocks noChangeAspect="1"/>
          </p:cNvPicPr>
          <p:nvPr/>
        </p:nvPicPr>
        <p:blipFill>
          <a:blip ns3:embed="Rd3516e20255540b5"/>
          <a:stretch/>
        </p:blipFill>
        <p:spPr>
          <a:xfrm>
            <a:off x="1428750" y="5860978"/>
            <a:ext cx="8286750" cy="755795"/>
          </a:xfrm>
          <a:prstGeom prst="rect">
            <a:avLst/>
          </a:prstGeom>
        </p:spPr>
      </p:pic>
      <p:sp>
        <p:nvSpPr>
          <p:cNvPr id="9" name="bond-count">
            <a:extLst>
              <a:ext uri="{FF2B5EF4-FFF2-40B4-BE49-F238E27FC236}">
                <ns2:creationId id="{4FBA06D5-4290-4B38-9A3D-0688B540CC20}"/>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기체 상태의 H–H 결합 1 mol 해리</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436 kJ 흡수, ΔH &gt; 0</a:t>
            </a:r>
          </a:p>
        </p:txBody>
      </p:sp>
    </p:spTree>
    <p:extLst>
      <p:ext uri="{BB962C8B-B14F-4D97-AF65-F5344CB8AC3E}">
        <ns4:creationId val="344653505"/>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E252E914-FF83-48F4-AEB1-C8BF9BCD611E}"/>
              </a:ext>
            </a:extLst>
          </p:cNvPr>
          <p:cNvPicPr>
            <a:picLocks noChangeAspect="1"/>
          </p:cNvPicPr>
          <p:nvPr/>
        </p:nvPicPr>
        <p:blipFill>
          <a:blip ns3:embed="R083adc1d61ff4eed"/>
          <a:stretch/>
        </p:blipFill>
        <p:spPr>
          <a:xfrm>
            <a:off x="16941800" y="382588"/>
            <a:ext cx="1028700" cy="733425"/>
          </a:xfrm>
          <a:prstGeom prst="rect">
            <a:avLst/>
          </a:prstGeom>
        </p:spPr>
      </p:pic>
      <p:sp>
        <p:nvSpPr>
          <p:cNvPr id="2" name="part_heading">
            <a:extLst>
              <a:ext uri="{FF2B5EF4-FFF2-40B4-BE49-F238E27FC236}">
                <ns2:creationId id="{79601D1C-EF18-4E92-AD49-3DAB22CF654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693E7293-AA58-4EBA-9EA7-0B05C3EA1D1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1EB8EBD-FCAC-4A09-9444-9FF523F0922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형성</a:t>
            </a:r>
          </a:p>
        </p:txBody>
      </p:sp>
      <p:sp>
        <p:nvSpPr>
          <p:cNvPr id="5" name="copyright">
            <a:extLst>
              <a:ext uri="{FF2B5EF4-FFF2-40B4-BE49-F238E27FC236}">
                <ns2:creationId id="{41BA6F7C-DF88-4305-A3B4-E66752F5F93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EE119B8D-4CA2-4D06-9753-982EF7D89DF8}"/>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방출한다</a:t>
            </a:r>
          </a:p>
        </p:txBody>
      </p:sp>
      <p:pic>
        <p:nvPicPr>
          <p:cNvPr id="7" name="">
            <a:extLst>
              <a:ext uri="{FF2B5EF4-FFF2-40B4-BE49-F238E27FC236}">
                <ns2:creationId id="{A9C2B03E-F02B-4030-8134-9F069EB2CACB}"/>
              </a:ext>
            </a:extLst>
          </p:cNvPr>
          <p:cNvPicPr>
            <a:picLocks noChangeAspect="1"/>
          </p:cNvPicPr>
          <p:nvPr/>
        </p:nvPicPr>
        <p:blipFill>
          <a:blip ns3:embed="R9379d4fd8ce54188"/>
          <a:stretch/>
        </p:blipFill>
        <p:spPr>
          <a:xfrm>
            <a:off x="10572750" y="3636256"/>
            <a:ext cx="6572250" cy="4919488"/>
          </a:xfrm>
          <a:prstGeom prst="rect">
            <a:avLst/>
          </a:prstGeom>
        </p:spPr>
      </p:pic>
      <p:sp>
        <p:nvSpPr>
          <p:cNvPr id="8" name="formation-equation">
            <a:extLst>
              <a:ext uri="{FF2B5EF4-FFF2-40B4-BE49-F238E27FC236}">
                <ns2:creationId id="{C94EF7CB-D113-4F95-B7FF-A5F2C11B89A8}"/>
              </a:ext>
            </a:extLst>
          </p:cNvPr>
          <p:cNvSpPr>
            <a:spLocks noGrp="1"/>
          </p:cNvSpPr>
          <p:nvPr/>
        </p:nvSpPr>
        <p:spPr>
          <a:xfrm>
            <a:off x="1428750" y="5905500"/>
            <a:ext cx="8858250" cy="762000"/>
          </a:xfrm>
          <a:prstGeom prst="rect">
            <a:avLst/>
          </a:prstGeom>
          <a:noFill/>
          <a:ln w="0">
            <a:noFill/>
          </a:ln>
        </p:spPr>
        <p:txBody>
          <a:bodyPr wrap="none" lIns="0" tIns="0" rIns="0" bIns="0" anchor="t">
            <a:noAutofit/>
          </a:bodyPr>
          <a:lstStyle>
            <a:defPPr algn="l">
              <a:defRPr sz="3225" b="0">
                <a:solidFill>
                  <a:srgbClr val="111111"/>
                </a:solidFill>
                <a:latin typeface="Pretendard"/>
                <a:ea typeface="Pretendard"/>
                <a:cs typeface="Pretendard"/>
              </a:defRPr>
            </a:defPPr>
            <a:lvl1pPr algn="l">
              <a:defRPr sz="3225" b="0">
                <a:solidFill>
                  <a:srgbClr val="111111"/>
                </a:solidFill>
                <a:latin typeface="Pretendard"/>
                <a:ea typeface="Pretendard"/>
                <a:cs typeface="Pretendard"/>
              </a:defRPr>
            </a:lvl1pPr>
            <a:lvl2pPr algn="l">
              <a:defRPr sz="3225" b="0">
                <a:solidFill>
                  <a:srgbClr val="111111"/>
                </a:solidFill>
                <a:latin typeface="Pretendard"/>
                <a:ea typeface="Pretendard"/>
                <a:cs typeface="Pretendard"/>
              </a:defRPr>
            </a:lvl2pPr>
            <a:lvl3pPr algn="l">
              <a:defRPr sz="3225" b="0">
                <a:solidFill>
                  <a:srgbClr val="111111"/>
                </a:solidFill>
                <a:latin typeface="Pretendard"/>
                <a:ea typeface="Pretendard"/>
                <a:cs typeface="Pretendard"/>
              </a:defRPr>
            </a:lvl3pPr>
            <a:lvl4pPr algn="l">
              <a:defRPr sz="3225" b="0">
                <a:solidFill>
                  <a:srgbClr val="111111"/>
                </a:solidFill>
                <a:latin typeface="Pretendard"/>
                <a:ea typeface="Pretendard"/>
                <a:cs typeface="Pretendard"/>
              </a:defRPr>
            </a:lvl4pPr>
            <a:lvl5pPr algn="l">
              <a:defRPr sz="3225" b="0">
                <a:solidFill>
                  <a:srgbClr val="111111"/>
                </a:solidFill>
                <a:latin typeface="Pretendard"/>
                <a:ea typeface="Pretendard"/>
                <a:cs typeface="Pretendard"/>
              </a:defRPr>
            </a:lvl5pPr>
            <a:lvl6pPr algn="l">
              <a:defRPr sz="3225" b="0">
                <a:solidFill>
                  <a:srgbClr val="111111"/>
                </a:solidFill>
                <a:latin typeface="Pretendard"/>
                <a:ea typeface="Pretendard"/>
                <a:cs typeface="Pretendard"/>
              </a:defRPr>
            </a:lvl6pPr>
            <a:lvl7pPr algn="l">
              <a:defRPr sz="3225" b="0">
                <a:solidFill>
                  <a:srgbClr val="111111"/>
                </a:solidFill>
                <a:latin typeface="Pretendard"/>
                <a:ea typeface="Pretendard"/>
                <a:cs typeface="Pretendard"/>
              </a:defRPr>
            </a:lvl7pPr>
            <a:lvl8pPr algn="l">
              <a:defRPr sz="3225" b="0">
                <a:solidFill>
                  <a:srgbClr val="111111"/>
                </a:solidFill>
                <a:latin typeface="Pretendard"/>
                <a:ea typeface="Pretendard"/>
                <a:cs typeface="Pretendard"/>
              </a:defRPr>
            </a:lvl8pPr>
            <a:lvl9pPr algn="l">
              <a:defRPr sz="3225" b="0">
                <a:solidFill>
                  <a:srgbClr val="111111"/>
                </a:solidFill>
                <a:latin typeface="Pretendard"/>
                <a:ea typeface="Pretendard"/>
                <a:cs typeface="Pretendard"/>
              </a:defRPr>
            </a:lvl9pPr>
          </a:lstStyle>
          <a:p>
            <a:pPr algn="l">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2H(</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 H₂(</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ΔH = −436 kJ</a:t>
            </a:r>
          </a:p>
        </p:txBody>
      </p:sp>
      <p:sp>
        <p:nvSpPr>
          <p:cNvPr id="9" name="bond-count">
            <a:extLst>
              <a:ext uri="{FF2B5EF4-FFF2-40B4-BE49-F238E27FC236}">
                <ns2:creationId id="{AA1DF150-793C-4983-9BCA-1B61BF6B35DE}"/>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H–H 결합 1 mol 형성</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해리와 크기는 같고 부호는 반대</a:t>
            </a:r>
          </a:p>
        </p:txBody>
      </p:sp>
    </p:spTree>
    <p:extLst>
      <p:ext uri="{BB962C8B-B14F-4D97-AF65-F5344CB8AC3E}">
        <ns4:creationId val="1236271094"/>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D4790EB4-424E-46AA-B557-2C4485C1B277}"/>
              </a:ext>
            </a:extLst>
          </p:cNvPr>
          <p:cNvPicPr>
            <a:picLocks noChangeAspect="1"/>
          </p:cNvPicPr>
          <p:nvPr/>
        </p:nvPicPr>
        <p:blipFill>
          <a:blip ns3:embed="R34224acbca1940ef"/>
          <a:stretch/>
        </p:blipFill>
        <p:spPr>
          <a:xfrm>
            <a:off x="16941800" y="382588"/>
            <a:ext cx="1028700" cy="733425"/>
          </a:xfrm>
          <a:prstGeom prst="rect">
            <a:avLst/>
          </a:prstGeom>
        </p:spPr>
      </p:pic>
      <p:sp>
        <p:nvSpPr>
          <p:cNvPr id="2" name="part_heading">
            <a:extLst>
              <a:ext uri="{FF2B5EF4-FFF2-40B4-BE49-F238E27FC236}">
                <ns2:creationId id="{91E3700D-E904-439A-80B1-2BE89764592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FDC755D-0E4C-4D6B-8989-321F18CC801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A63209D-4580-4C8D-821D-74AE93AE363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96E6ABBF-0644-4F98-9851-60B336EC7A5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713CAB78-3A53-4088-8CF4-EE38D2CFE6A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828DA85E-6324-4C5A-842A-584585A7FEE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3D8778E-7270-4E05-BDDC-CCAEDC52AB28}"/>
              </a:ext>
            </a:extLst>
          </p:cNvPr>
          <p:cNvPicPr>
            <a:picLocks noChangeAspect="1"/>
          </p:cNvPicPr>
          <p:nvPr/>
        </p:nvPicPr>
        <p:blipFill>
          <a:blip ns3:embed="R17383abac1ad4c80"/>
          <a:stretch/>
        </p:blipFill>
        <p:spPr>
          <a:xfrm>
            <a:off x="1578835" y="4476750"/>
            <a:ext cx="9986830" cy="5334000"/>
          </a:xfrm>
          <a:prstGeom prst="rect">
            <a:avLst/>
          </a:prstGeom>
        </p:spPr>
      </p:pic>
      <p:sp>
        <p:nvSpPr>
          <p:cNvPr id="9" name="explanation-panel">
            <a:extLst>
              <a:ext uri="{FF2B5EF4-FFF2-40B4-BE49-F238E27FC236}">
                <ns2:creationId id="{9D8B8BB0-A04E-4A09-B5E0-74C149E809B1}"/>
              </a:ext>
            </a:extLst>
          </p:cNvPr>
          <p:cNvSpPr>
            <a:spLocks noGrp="1"/>
          </p:cNvSpPr>
          <p:nvPr/>
        </p:nvSpPr>
        <p:spPr>
          <a:xfrm>
            <a:off x="12382500" y="4857750"/>
            <a:ext cx="4667250" cy="3905250"/>
          </a:xfrm>
          <a:prstGeom prst="roundRect">
            <a:avLst>
              <a:gd name="adj" fmla="val 8537"/>
            </a:avLst>
          </a:prstGeom>
          <a:solidFill>
            <a:srgbClr val="F5F5F5"/>
          </a:solidFill>
          <a:ln w="0">
            <a:noFill/>
          </a:ln>
        </p:spPr>
      </p:sp>
      <p:sp>
        <p:nvSpPr>
          <p:cNvPr id="10" name="table-points">
            <a:extLst>
              <a:ext uri="{FF2B5EF4-FFF2-40B4-BE49-F238E27FC236}">
                <ns2:creationId id="{45E2F0D6-F494-4261-BAE7-022472B6B97C}"/>
              </a:ext>
            </a:extLst>
          </p:cNvPr>
          <p:cNvSpPr>
            <a:spLocks noGrp="1"/>
          </p:cNvSpPr>
          <p:nvPr/>
        </p:nvSpPr>
        <p:spPr>
          <a:xfrm>
            <a:off x="12763500" y="5334000"/>
            <a:ext cx="4000500" cy="3048000"/>
          </a:xfrm>
          <a:prstGeom prst="rect">
            <a:avLst/>
          </a:prstGeom>
          <a:noFill/>
          <a:ln w="0">
            <a:noFill/>
          </a:ln>
        </p:spPr>
        <p:txBody>
          <a:bodyPr wrap="none" lIns="0" tIns="0" rIns="0" bIns="0" anchor="t">
            <a:noAutofit/>
          </a:bodyPr>
          <a:lstStyle>
            <a:defPPr algn="l">
              <a:defRPr sz="2475" b="0">
                <a:solidFill>
                  <a:srgbClr val="111111"/>
                </a:solidFill>
                <a:latin typeface="Pretendard"/>
                <a:ea typeface="Pretendard"/>
                <a:cs typeface="Pretendard"/>
              </a:defRPr>
            </a:defPPr>
            <a:lvl1pPr algn="l">
              <a:defRPr sz="2475" b="0">
                <a:solidFill>
                  <a:srgbClr val="111111"/>
                </a:solidFill>
                <a:latin typeface="Pretendard"/>
                <a:ea typeface="Pretendard"/>
                <a:cs typeface="Pretendard"/>
              </a:defRPr>
            </a:lvl1pPr>
            <a:lvl2pPr algn="l">
              <a:defRPr sz="2475" b="0">
                <a:solidFill>
                  <a:srgbClr val="111111"/>
                </a:solidFill>
                <a:latin typeface="Pretendard"/>
                <a:ea typeface="Pretendard"/>
                <a:cs typeface="Pretendard"/>
              </a:defRPr>
            </a:lvl2pPr>
            <a:lvl3pPr algn="l">
              <a:defRPr sz="2475" b="0">
                <a:solidFill>
                  <a:srgbClr val="111111"/>
                </a:solidFill>
                <a:latin typeface="Pretendard"/>
                <a:ea typeface="Pretendard"/>
                <a:cs typeface="Pretendard"/>
              </a:defRPr>
            </a:lvl3pPr>
            <a:lvl4pPr algn="l">
              <a:defRPr sz="2475" b="0">
                <a:solidFill>
                  <a:srgbClr val="111111"/>
                </a:solidFill>
                <a:latin typeface="Pretendard"/>
                <a:ea typeface="Pretendard"/>
                <a:cs typeface="Pretendard"/>
              </a:defRPr>
            </a:lvl4pPr>
            <a:lvl5pPr algn="l">
              <a:defRPr sz="2475" b="0">
                <a:solidFill>
                  <a:srgbClr val="111111"/>
                </a:solidFill>
                <a:latin typeface="Pretendard"/>
                <a:ea typeface="Pretendard"/>
                <a:cs typeface="Pretendard"/>
              </a:defRPr>
            </a:lvl5pPr>
            <a:lvl6pPr algn="l">
              <a:defRPr sz="2475" b="0">
                <a:solidFill>
                  <a:srgbClr val="111111"/>
                </a:solidFill>
                <a:latin typeface="Pretendard"/>
                <a:ea typeface="Pretendard"/>
                <a:cs typeface="Pretendard"/>
              </a:defRPr>
            </a:lvl6pPr>
            <a:lvl7pPr algn="l">
              <a:defRPr sz="2475" b="0">
                <a:solidFill>
                  <a:srgbClr val="111111"/>
                </a:solidFill>
                <a:latin typeface="Pretendard"/>
                <a:ea typeface="Pretendard"/>
                <a:cs typeface="Pretendard"/>
              </a:defRPr>
            </a:lvl7pPr>
            <a:lvl8pPr algn="l">
              <a:defRPr sz="2475" b="0">
                <a:solidFill>
                  <a:srgbClr val="111111"/>
                </a:solidFill>
                <a:latin typeface="Pretendard"/>
                <a:ea typeface="Pretendard"/>
                <a:cs typeface="Pretendard"/>
              </a:defRPr>
            </a:lvl8pPr>
            <a:lvl9pPr algn="l">
              <a:defRPr sz="2475" b="0">
                <a:solidFill>
                  <a:srgbClr val="111111"/>
                </a:solidFill>
                <a:latin typeface="Pretendard"/>
                <a:ea typeface="Pretendard"/>
                <a:cs typeface="Pretendard"/>
              </a:defRPr>
            </a:lvl9pPr>
          </a:lstStyle>
          <a:p>
            <a:pPr algn="l">
              <a:defRPr sz="2475" b="0">
                <a:solidFill>
                  <a:srgbClr val="111111"/>
                </a:solidFill>
                <a:latin typeface="Pretendard"/>
                <a:ea typeface="Pretendard"/>
                <a:cs typeface="Pretendard"/>
              </a:defRPr>
            </a:pPr>
            <a:r>
              <a:rPr sz="2475" b="0">
                <a:solidFill>
                  <a:srgbClr val="111111"/>
                </a:solidFill>
                <a:latin typeface="Pretendard"/>
                <a:ea typeface="Pretendard"/>
                <a:cs typeface="Pretendard"/>
              </a:rPr>
              <a:t>① 결합 1 mol 기준</a:t>
            </a:r>
          </a:p>
          <a:p>
            <a:r>
              <a:t/>
            </a:r>
          </a:p>
          <a:p>
            <a:pPr algn="l">
              <a:defRPr sz="2475" b="0">
                <a:solidFill>
                  <a:srgbClr val="111111"/>
                </a:solidFill>
                <a:latin typeface="Pretendard"/>
                <a:ea typeface="Pretendard"/>
                <a:cs typeface="Pretendard"/>
              </a:defRPr>
            </a:pPr>
            <a:r>
              <a:rPr sz="2475" b="0">
                <a:solidFill>
                  <a:srgbClr val="111111"/>
                </a:solidFill>
                <a:latin typeface="Pretendard"/>
                <a:ea typeface="Pretendard"/>
                <a:cs typeface="Pretendard"/>
              </a:rPr>
              <a:t>② 해리에 필요한 에너지</a:t>
            </a:r>
          </a:p>
          <a:p>
            <a:r>
              <a:t/>
            </a:r>
          </a:p>
          <a:p>
            <a:pPr algn="l">
              <a:defRPr sz="2475" b="0">
                <a:solidFill>
                  <a:srgbClr val="111111"/>
                </a:solidFill>
                <a:latin typeface="Pretendard"/>
                <a:ea typeface="Pretendard"/>
                <a:cs typeface="Pretendard"/>
              </a:defRPr>
            </a:pPr>
            <a:r>
              <a:rPr sz="2475" b="0">
                <a:solidFill>
                  <a:srgbClr val="111111"/>
                </a:solidFill>
                <a:latin typeface="Pretendard"/>
                <a:ea typeface="Pretendard"/>
                <a:cs typeface="Pretendard"/>
              </a:rPr>
              <a:t>③ 결합 에너지는 양수</a:t>
            </a:r>
          </a:p>
        </p:txBody>
      </p:sp>
    </p:spTree>
    <p:extLst>
      <p:ext uri="{BB962C8B-B14F-4D97-AF65-F5344CB8AC3E}">
        <ns4:creationId val="554024695"/>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E30BF1FA-9B91-49FA-8AE5-75CC2DF67D25}"/>
              </a:ext>
            </a:extLst>
          </p:cNvPr>
          <p:cNvPicPr>
            <a:picLocks noChangeAspect="1"/>
          </p:cNvPicPr>
          <p:nvPr/>
        </p:nvPicPr>
        <p:blipFill>
          <a:blip ns3:embed="R2b0879ea98854d09"/>
          <a:stretch/>
        </p:blipFill>
        <p:spPr>
          <a:xfrm>
            <a:off x="16941800" y="382588"/>
            <a:ext cx="1028700" cy="733425"/>
          </a:xfrm>
          <a:prstGeom prst="rect">
            <a:avLst/>
          </a:prstGeom>
        </p:spPr>
      </p:pic>
      <p:sp>
        <p:nvSpPr>
          <p:cNvPr id="2" name="part_heading">
            <a:extLst>
              <a:ext uri="{FF2B5EF4-FFF2-40B4-BE49-F238E27FC236}">
                <ns2:creationId id="{E0C8FF12-7F12-4F0E-BA80-F18F8B4369F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556D451F-4E84-49F1-BF0D-AA824846F3D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929DFDA0-7315-44E1-86DE-F08932A3C11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a:ext uri="{FF2B5EF4-FFF2-40B4-BE49-F238E27FC236}">
                <ns2:creationId id="{07A790C6-0595-4732-8585-26633B24C95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EF4008E4-4302-44FE-895A-B4ADF045E7D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B9705C6C-E12D-4739-9220-8B916B11584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DA4B570-68E7-4CAD-B439-8D412C9FA4EB}"/>
              </a:ext>
            </a:extLst>
          </p:cNvPr>
          <p:cNvPicPr>
            <a:picLocks noChangeAspect="1"/>
          </p:cNvPicPr>
          <p:nvPr/>
        </p:nvPicPr>
        <p:blipFill>
          <a:blip ns3:embed="Rc33833effd404e77"/>
          <a:stretch/>
        </p:blipFill>
        <p:spPr>
          <a:xfrm>
            <a:off x="5869781" y="4191000"/>
            <a:ext cx="6548438" cy="714375"/>
          </a:xfrm>
          <a:prstGeom prst="rect">
            <a:avLst/>
          </a:prstGeom>
        </p:spPr>
      </p:pic>
      <p:pic>
        <p:nvPicPr>
          <p:cNvPr id="9" name="">
            <a:extLst>
              <a:ext uri="{FF2B5EF4-FFF2-40B4-BE49-F238E27FC236}">
                <ns2:creationId id="{AD560C2D-8535-45F2-9120-575993DF9DF1}"/>
              </a:ext>
            </a:extLst>
          </p:cNvPr>
          <p:cNvPicPr>
            <a:picLocks noChangeAspect="1"/>
          </p:cNvPicPr>
          <p:nvPr/>
        </p:nvPicPr>
        <p:blipFill>
          <a:blip ns3:embed="R4548024b415f4230"/>
          <a:stretch/>
        </p:blipFill>
        <p:spPr>
          <a:xfrm>
            <a:off x="3437359" y="5143500"/>
            <a:ext cx="11413282" cy="3190875"/>
          </a:xfrm>
          <a:prstGeom prst="rect">
            <a:avLst/>
          </a:prstGeom>
        </p:spPr>
      </p:pic>
      <p:sp>
        <p:nvSpPr>
          <p:cNvPr id="10" name="conclusion-box">
            <a:extLst>
              <a:ext uri="{FF2B5EF4-FFF2-40B4-BE49-F238E27FC236}">
                <ns2:creationId id="{8D60511F-F5F4-429A-BDAA-D96B9D901A5B}"/>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9858F827-6828-4302-B915-7181FEEBA8E1}"/>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572655121"/>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29AF8433-4391-46B5-8E0F-23D1B6538E70}"/>
              </a:ext>
            </a:extLst>
          </p:cNvPr>
          <p:cNvPicPr>
            <a:picLocks noChangeAspect="1"/>
          </p:cNvPicPr>
          <p:nvPr/>
        </p:nvPicPr>
        <p:blipFill>
          <a:blip ns3:embed="R74f6cf19160f453e"/>
          <a:stretch/>
        </p:blipFill>
        <p:spPr>
          <a:xfrm>
            <a:off x="16941800" y="382588"/>
            <a:ext cx="1028700" cy="733425"/>
          </a:xfrm>
          <a:prstGeom prst="rect">
            <a:avLst/>
          </a:prstGeom>
        </p:spPr>
      </p:pic>
      <p:sp>
        <p:nvSpPr>
          <p:cNvPr id="2" name="part_heading">
            <a:extLst>
              <a:ext uri="{FF2B5EF4-FFF2-40B4-BE49-F238E27FC236}">
                <ns2:creationId id="{11484ADA-7DB1-43E7-A244-A0E9306CD13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69C1C7CE-1325-4603-AB03-A6566F4CD9F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EF53E3CF-C544-41CD-921B-7DB416D9AB1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종류와 수</a:t>
            </a:r>
          </a:p>
        </p:txBody>
      </p:sp>
      <p:sp>
        <p:nvSpPr>
          <p:cNvPr id="5" name="title">
            <a:extLst>
              <a:ext uri="{FF2B5EF4-FFF2-40B4-BE49-F238E27FC236}">
                <ns2:creationId id="{E81F03FF-8084-4D83-8370-C957264004E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0F4AA71A-0DA4-4F4C-B29C-15138F39F93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copyright">
            <a:extLst>
              <a:ext uri="{FF2B5EF4-FFF2-40B4-BE49-F238E27FC236}">
                <ns2:creationId id="{B3BD84E6-044C-46E2-8A4E-208301C1833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AD97D1E8-00A5-4C2E-B919-313884E41769}"/>
              </a:ext>
            </a:extLst>
          </p:cNvPr>
          <p:cNvSpPr>
            <a:spLocks noGrp="1"/>
          </p:cNvSpPr>
          <p:nvPr/>
        </p:nvSpPr>
        <p:spPr>
          <a:xfrm>
            <a:off x="2286000" y="4857750"/>
            <a:ext cx="13716000" cy="3333750"/>
          </a:xfrm>
          <a:prstGeom prst="roundRect">
            <a:avLst>
              <a:gd name="adj" fmla="val 13714"/>
            </a:avLst>
          </a:prstGeom>
          <a:solidFill>
            <a:srgbClr val="3D3D3D"/>
          </a:solidFill>
          <a:ln w="0">
            <a:noFill/>
          </a:ln>
        </p:spPr>
      </p:sp>
      <p:graphicFrame>
        <p:nvGraphicFramePr>
          <p:cNvPr id="9" name="">
            <a:extLst>
              <a:ext uri="{FF2B5EF4-FFF2-40B4-BE49-F238E27FC236}">
                <ns2:creationId id="{05FF7A77-DE86-4018-B39A-93D1684BA9AD}"/>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3D3D3D"/>
                    </a:solidFill>
                  </a:tcPr>
                </a:tc>
              </a:tr>
            </a:tbl>
          </a:graphicData>
        </a:graphic>
      </p:graphicFrame>
      <p:sp>
        <p:nvSpPr>
          <p:cNvPr id="10" name="table-row-rule-1">
            <a:extLst>
              <a:ext uri="{FF2B5EF4-FFF2-40B4-BE49-F238E27FC236}">
                <ns2:creationId id="{2410EA8C-8F27-4A7E-9DC7-5A02ADA2E8A1}"/>
              </a:ext>
            </a:extLst>
          </p:cNvPr>
          <p:cNvSpPr>
            <a:spLocks noGrp="1"/>
          </p:cNvSpPr>
          <p:nvPr/>
        </p:nvSpPr>
        <p:spPr>
          <a:xfrm>
            <a:off x="2628900" y="5805488"/>
            <a:ext cx="13030200" cy="28575"/>
          </a:xfrm>
          <a:prstGeom prst="rect">
            <a:avLst/>
          </a:prstGeom>
          <a:solidFill>
            <a:srgbClr val="EEEEEE"/>
          </a:solidFill>
          <a:ln w="0">
            <a:noFill/>
          </a:ln>
        </p:spPr>
      </p:sp>
      <p:sp>
        <p:nvSpPr>
          <p:cNvPr id="11" name="table-row-rule-2">
            <a:extLst>
              <a:ext uri="{FF2B5EF4-FFF2-40B4-BE49-F238E27FC236}">
                <ns2:creationId id="{A04D3368-8998-4C82-BAED-7BF1FD2D84CD}"/>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6FD06C51-08BB-4F2A-A19B-D19299812A48}"/>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E38B5E05-5DCA-4911-B39B-6AF2E62E571A}"/>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8FC4102A-90FC-41B9-AF4D-56B11215D1CD}"/>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415819488"/>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70843451-B797-49BB-B3F2-1DC0FADDD6A3}"/>
              </a:ext>
            </a:extLst>
          </p:cNvPr>
          <p:cNvPicPr>
            <a:picLocks noChangeAspect="1"/>
          </p:cNvPicPr>
          <p:nvPr/>
        </p:nvPicPr>
        <p:blipFill>
          <a:blip ns3:embed="R1f922059a3624677"/>
          <a:stretch/>
        </p:blipFill>
        <p:spPr>
          <a:xfrm>
            <a:off x="16941800" y="382588"/>
            <a:ext cx="1028700" cy="733425"/>
          </a:xfrm>
          <a:prstGeom prst="rect">
            <a:avLst/>
          </a:prstGeom>
        </p:spPr>
      </p:pic>
      <p:sp>
        <p:nvSpPr>
          <p:cNvPr id="2" name="part_heading">
            <a:extLst>
              <a:ext uri="{FF2B5EF4-FFF2-40B4-BE49-F238E27FC236}">
                <ns2:creationId id="{7A89F189-C2DF-4B50-A118-250B9FDE3F0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EE27922-AA4A-4B7D-BA48-5D6DC9605A1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7928807D-C7E4-4516-BF2B-4ED8E594BDA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a:ext uri="{FF2B5EF4-FFF2-40B4-BE49-F238E27FC236}">
                <ns2:creationId id="{4A3D7DE8-36CC-4B25-BDBA-E7676449315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6E526D4C-8C3A-4649-8221-368EB432F8A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copyright">
            <a:extLst>
              <a:ext uri="{FF2B5EF4-FFF2-40B4-BE49-F238E27FC236}">
                <ns2:creationId id="{D17E3ACD-7F75-4491-A51F-944EDF8BC14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13957E7-8238-4AF8-923B-D3C2E1CA5C9A}"/>
              </a:ext>
            </a:extLst>
          </p:cNvPr>
          <p:cNvPicPr>
            <a:picLocks noChangeAspect="1"/>
          </p:cNvPicPr>
          <p:nvPr/>
        </p:nvPicPr>
        <p:blipFill>
          <a:blip ns3:embed="R24c1bea530c64f60"/>
          <a:stretch/>
        </p:blipFill>
        <p:spPr>
          <a:xfrm>
            <a:off x="2136321" y="4676775"/>
            <a:ext cx="14015357" cy="714375"/>
          </a:xfrm>
          <a:prstGeom prst="rect">
            <a:avLst/>
          </a:prstGeom>
        </p:spPr>
      </p:pic>
      <p:sp>
        <p:nvSpPr>
          <p:cNvPr id="9" name="step-strip-0">
            <a:extLst>
              <a:ext uri="{FF2B5EF4-FFF2-40B4-BE49-F238E27FC236}">
                <ns2:creationId id="{22933C88-2DB7-4DB9-8C95-A6CBD663E670}"/>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BE5AB582-2A48-4ECB-916A-64C5519BBEA5}"/>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BED8D913-39F3-4EDC-9043-FAFFB8B7BE2B}"/>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5CBAEC07-BF39-4014-AA83-76B20EAECD82}"/>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B60A9D0E-DA7D-4660-ADB2-1605BD7C1D52}"/>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0FC411A3-E9E5-4B07-85E2-4EA5FC7270A6}"/>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E1CD30A7-BB82-4A7F-9777-AE5DC8AF0D28}"/>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29E0D2AB-6768-45B0-B8D9-67834CE5D066}"/>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95C84020-B81C-4615-A502-1CC164BE1B07}"/>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49E3FF46-A4B2-4B59-AB41-169817E99C05}"/>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2AD69D5F-8493-4790-8459-3AE1FC32BCE9}"/>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E55D23DE-9902-4054-A1FB-B9B57DBCBEA3}"/>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64ECAA92-7E3E-4D7E-89E0-F8A36D773BAF}"/>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45B4799B-30D1-4A74-AF44-A2CAC79B24C5}"/>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CE6D7F78-9250-481C-898A-5E337BE66112}"/>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ns4:creationId val="1331953785"/>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0AAC0951-7DC9-4285-8B48-F9B76D2AA07B}"/>
              </a:ext>
            </a:extLst>
          </p:cNvPr>
          <p:cNvPicPr>
            <a:picLocks noChangeAspect="1"/>
          </p:cNvPicPr>
          <p:nvPr/>
        </p:nvPicPr>
        <p:blipFill>
          <a:blip ns3:embed="Ref04eea0b65b491b"/>
          <a:stretch/>
        </p:blipFill>
        <p:spPr>
          <a:xfrm>
            <a:off x="16941800" y="382588"/>
            <a:ext cx="1028700" cy="733425"/>
          </a:xfrm>
          <a:prstGeom prst="rect">
            <a:avLst/>
          </a:prstGeom>
        </p:spPr>
      </p:pic>
      <p:sp>
        <p:nvSpPr>
          <p:cNvPr id="2" name="part_heading">
            <a:extLst>
              <a:ext uri="{FF2B5EF4-FFF2-40B4-BE49-F238E27FC236}">
                <ns2:creationId id="{0970F4DE-B819-47BF-AEC4-0058FD0EDF6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2199295D-4BA0-403F-A816-395744A5450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520C308E-E793-4BF7-B06E-DD8E049CBEF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근삿값과 물질의 상태</a:t>
            </a:r>
          </a:p>
        </p:txBody>
      </p:sp>
      <p:sp>
        <p:nvSpPr>
          <p:cNvPr id="5" name="title">
            <a:extLst>
              <a:ext uri="{FF2B5EF4-FFF2-40B4-BE49-F238E27FC236}">
                <ns2:creationId id="{661B3F46-31B2-4564-AA5A-302B0DC1976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5F6B6E1A-B5CC-4203-82E4-5BDA69FAD85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951855B0-0EEA-40B1-B99D-56408867B63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gas-title">
            <a:extLst>
              <a:ext uri="{FF2B5EF4-FFF2-40B4-BE49-F238E27FC236}">
                <ns2:creationId id="{7623369F-C2B3-4463-BC85-B1D688C110AB}"/>
              </a:ext>
            </a:extLst>
          </p:cNvPr>
          <p:cNvSpPr>
            <a:spLocks noGrp="1"/>
          </p:cNvSpPr>
          <p:nvPr/>
        </p:nvSpPr>
        <p:spPr>
          <a:xfrm>
            <a:off x="2095500" y="4953000"/>
            <a:ext cx="14097000" cy="571500"/>
          </a:xfrm>
          <a:prstGeom prst="rect">
            <a:avLst/>
          </a:prstGeom>
          <a:noFill/>
          <a:ln w="0">
            <a:noFill/>
          </a:ln>
        </p:spPr>
        <p:txBody>
          <a:bodyPr wrap="none" lIns="0" tIns="0" rIns="0" bIns="0" anchor="t">
            <a:noAutofit/>
          </a:bodyPr>
          <a:lstStyle>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평균 결합 에너지로 계산</a:t>
            </a:r>
          </a:p>
        </p:txBody>
      </p:sp>
      <p:sp>
        <p:nvSpPr>
          <p:cNvPr id="9" name="equation">
            <a:extLst>
              <a:ext uri="{FF2B5EF4-FFF2-40B4-BE49-F238E27FC236}">
                <ns2:creationId id="{9D10906A-6615-41E1-AE28-4379338265E8}"/>
              </a:ext>
            </a:extLst>
          </p:cNvPr>
          <p:cNvSpPr>
            <a:spLocks noGrp="1"/>
          </p:cNvSpPr>
          <p:nvPr/>
        </p:nvSpPr>
        <p:spPr>
          <a:xfrm>
            <a:off x="1285875" y="5715000"/>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ΔH ≈ −470 kJ</a:t>
            </a:r>
          </a:p>
        </p:txBody>
      </p:sp>
      <p:sp>
        <p:nvSpPr>
          <p:cNvPr id="10" name="liquid-title">
            <a:extLst>
              <a:ext uri="{FF2B5EF4-FFF2-40B4-BE49-F238E27FC236}">
                <ns2:creationId id="{75E8D47A-211F-422C-B1D2-300D34DF09DB}"/>
              </a:ext>
            </a:extLst>
          </p:cNvPr>
          <p:cNvSpPr>
            <a:spLocks noGrp="1"/>
          </p:cNvSpPr>
          <p:nvPr/>
        </p:nvSpPr>
        <p:spPr>
          <a:xfrm>
            <a:off x="2095500" y="7048500"/>
            <a:ext cx="14097000" cy="571500"/>
          </a:xfrm>
          <a:prstGeom prst="rect">
            <a:avLst/>
          </a:prstGeom>
          <a:noFill/>
          <a:ln w="0">
            <a:noFill/>
          </a:ln>
        </p:spPr>
        <p:txBody>
          <a:bodyPr wrap="none" lIns="0" tIns="0" rIns="0" bIns="0" anchor="t">
            <a:noAutofit/>
          </a:bodyPr>
          <a:lstStyle>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교과서의 액체 물 생성 반응</a:t>
            </a:r>
          </a:p>
        </p:txBody>
      </p:sp>
      <p:pic>
        <p:nvPicPr>
          <p:cNvPr id="11" name="">
            <a:extLst>
              <a:ext uri="{FF2B5EF4-FFF2-40B4-BE49-F238E27FC236}">
                <ns2:creationId id="{79407293-C540-408F-8C6A-A7A780CD8D85}"/>
              </a:ext>
            </a:extLst>
          </p:cNvPr>
          <p:cNvPicPr>
            <a:picLocks noChangeAspect="1"/>
          </p:cNvPicPr>
          <p:nvPr/>
        </p:nvPicPr>
        <p:blipFill>
          <a:blip ns3:embed="R454e40525b624183"/>
          <a:stretch/>
        </p:blipFill>
        <p:spPr>
          <a:xfrm>
            <a:off x="1895084" y="7810500"/>
            <a:ext cx="14497833" cy="723900"/>
          </a:xfrm>
          <a:prstGeom prst="rect">
            <a:avLst/>
          </a:prstGeom>
        </p:spPr>
      </p:pic>
    </p:spTree>
    <p:extLst>
      <p:ext uri="{BB962C8B-B14F-4D97-AF65-F5344CB8AC3E}">
        <ns4:creationId val="1467466972"/>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BE2A2199-37F0-4B77-A1F2-0ACEAACE8173}"/>
              </a:ext>
            </a:extLst>
          </p:cNvPr>
          <p:cNvPicPr>
            <a:picLocks noChangeAspect="1"/>
          </p:cNvPicPr>
          <p:nvPr/>
        </p:nvPicPr>
        <p:blipFill>
          <a:blip ns3:embed="R9693842f81e84f9f"/>
          <a:stretch/>
        </p:blipFill>
        <p:spPr>
          <a:xfrm>
            <a:off x="16941800" y="382588"/>
            <a:ext cx="1028700" cy="733425"/>
          </a:xfrm>
          <a:prstGeom prst="rect">
            <a:avLst/>
          </a:prstGeom>
        </p:spPr>
      </p:pic>
      <p:sp>
        <p:nvSpPr>
          <p:cNvPr id="2" name="part_heading">
            <a:extLst>
              <a:ext uri="{FF2B5EF4-FFF2-40B4-BE49-F238E27FC236}">
                <ns2:creationId id="{8E35438E-B9EF-470E-805F-AF88C7F8F7D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a:ext uri="{FF2B5EF4-FFF2-40B4-BE49-F238E27FC236}">
                <ns2:creationId id="{C37E5270-D700-400A-ACDD-80F044C808F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AE6B914B-62A2-4D0A-B445-DCFFE0604BC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핵심 관계 정리</a:t>
            </a:r>
          </a:p>
        </p:txBody>
      </p:sp>
      <p:sp>
        <p:nvSpPr>
          <p:cNvPr id="5" name="title">
            <a:extLst>
              <a:ext uri="{FF2B5EF4-FFF2-40B4-BE49-F238E27FC236}">
                <ns2:creationId id="{73EC3CB6-E02B-4090-9244-DC3BF1ADFB0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6" name="explanation">
            <a:extLst>
              <a:ext uri="{FF2B5EF4-FFF2-40B4-BE49-F238E27FC236}">
                <ns2:creationId id="{6B778F28-1C1C-4CAF-A7B4-9D2A7231665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7" name="copyright">
            <a:extLst>
              <a:ext uri="{FF2B5EF4-FFF2-40B4-BE49-F238E27FC236}">
                <ns2:creationId id="{D16B1762-16FD-4619-B84D-699149E12C5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56E87219-E0F8-44AC-987A-72A780B9D59B}"/>
              </a:ext>
            </a:extLst>
          </p:cNvPr>
          <p:cNvSpPr>
            <a:spLocks noGrp="1"/>
          </p:cNvSpPr>
          <p:nvPr/>
        </p:nvSpPr>
        <p:spPr>
          <a:xfrm>
            <a:off x="1905000" y="4762500"/>
            <a:ext cx="14478000" cy="4286250"/>
          </a:xfrm>
          <a:prstGeom prst="roundRect">
            <a:avLst>
              <a:gd name="adj" fmla="val 10667"/>
            </a:avLst>
          </a:prstGeom>
          <a:solidFill>
            <a:srgbClr val="3D3D3D"/>
          </a:solidFill>
          <a:ln w="0">
            <a:noFill/>
          </a:ln>
        </p:spPr>
      </p:sp>
      <p:graphicFrame>
        <p:nvGraphicFramePr>
          <p:cNvPr id="9" name="">
            <a:extLst>
              <a:ext uri="{FF2B5EF4-FFF2-40B4-BE49-F238E27FC236}">
                <ns2:creationId id="{CFF19D9C-314B-42F8-8A68-658AF88F86C8}"/>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ΔH &lt; 0  /  흡열 ΔH &gt; 0</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ΔH × n</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3D3D3D"/>
                    </a:solidFill>
                  </a:tcPr>
                </a:tc>
              </a:tr>
            </a:tbl>
          </a:graphicData>
        </a:graphic>
      </p:graphicFrame>
      <p:sp>
        <p:nvSpPr>
          <p:cNvPr id="10" name="table-row-rule-1">
            <a:extLst>
              <a:ext uri="{FF2B5EF4-FFF2-40B4-BE49-F238E27FC236}">
                <ns2:creationId id="{474F5149-EB10-491E-A0AF-6A42F2D21A13}"/>
              </a:ext>
            </a:extLst>
          </p:cNvPr>
          <p:cNvSpPr>
            <a:spLocks noGrp="1"/>
          </p:cNvSpPr>
          <p:nvPr/>
        </p:nvSpPr>
        <p:spPr>
          <a:xfrm>
            <a:off x="2247900" y="5756910"/>
            <a:ext cx="13792200" cy="28575"/>
          </a:xfrm>
          <a:prstGeom prst="rect">
            <a:avLst/>
          </a:prstGeom>
          <a:solidFill>
            <a:srgbClr val="EEEEEE"/>
          </a:solidFill>
          <a:ln w="0">
            <a:noFill/>
          </a:ln>
        </p:spPr>
      </p:sp>
      <p:sp>
        <p:nvSpPr>
          <p:cNvPr id="11" name="table-row-rule-2">
            <a:extLst>
              <a:ext uri="{FF2B5EF4-FFF2-40B4-BE49-F238E27FC236}">
                <ns2:creationId id="{2B338880-B741-4061-A503-27D71164B0E8}"/>
              </a:ext>
            </a:extLst>
          </p:cNvPr>
          <p:cNvSpPr>
            <a:spLocks noGrp="1"/>
          </p:cNvSpPr>
          <p:nvPr/>
        </p:nvSpPr>
        <p:spPr>
          <a:xfrm>
            <a:off x="2247900" y="6522720"/>
            <a:ext cx="13792200" cy="14288"/>
          </a:xfrm>
          <a:prstGeom prst="rect">
            <a:avLst/>
          </a:prstGeom>
          <a:solidFill>
            <a:srgbClr val="777777"/>
          </a:solidFill>
          <a:ln w="0">
            <a:noFill/>
          </a:ln>
        </p:spPr>
      </p:sp>
      <p:sp>
        <p:nvSpPr>
          <p:cNvPr id="12" name="table-row-rule-3">
            <a:extLst>
              <a:ext uri="{FF2B5EF4-FFF2-40B4-BE49-F238E27FC236}">
                <ns2:creationId id="{D00825D2-4FF0-490C-8AEC-0AFBF7F16527}"/>
              </a:ext>
            </a:extLst>
          </p:cNvPr>
          <p:cNvSpPr>
            <a:spLocks noGrp="1"/>
          </p:cNvSpPr>
          <p:nvPr/>
        </p:nvSpPr>
        <p:spPr>
          <a:xfrm>
            <a:off x="2247900" y="7288530"/>
            <a:ext cx="13792200" cy="14288"/>
          </a:xfrm>
          <a:prstGeom prst="rect">
            <a:avLst/>
          </a:prstGeom>
          <a:solidFill>
            <a:srgbClr val="777777"/>
          </a:solidFill>
          <a:ln w="0">
            <a:noFill/>
          </a:ln>
        </p:spPr>
      </p:sp>
      <p:sp>
        <p:nvSpPr>
          <p:cNvPr id="13" name="table-row-rule-4">
            <a:extLst>
              <a:ext uri="{FF2B5EF4-FFF2-40B4-BE49-F238E27FC236}">
                <ns2:creationId id="{165C11F0-F965-4584-81A1-4DB04BBAA1D6}"/>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1337635583"/>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D4F29B5A-21BD-4019-92FB-DF649EE25DD8}"/>
              </a:ext>
            </a:extLst>
          </p:cNvPr>
          <p:cNvPicPr>
            <a:picLocks noChangeAspect="1"/>
          </p:cNvPicPr>
          <p:nvPr/>
        </p:nvPicPr>
        <p:blipFill>
          <a:blip ns3:embed="R8ffd8971f34b4b05"/>
          <a:stretch/>
        </p:blipFill>
        <p:spPr>
          <a:xfrm>
            <a:off x="16941800" y="382588"/>
            <a:ext cx="1028700" cy="733425"/>
          </a:xfrm>
          <a:prstGeom prst="rect">
            <a:avLst/>
          </a:prstGeom>
        </p:spPr>
      </p:pic>
      <p:sp>
        <p:nvSpPr>
          <p:cNvPr id="2" name="part_heading">
            <a:extLst>
              <a:ext uri="{FF2B5EF4-FFF2-40B4-BE49-F238E27FC236}">
                <ns2:creationId id="{DE57BB7D-B788-4F3F-83A0-D0FBC06E21E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a:ext uri="{FF2B5EF4-FFF2-40B4-BE49-F238E27FC236}">
                <ns2:creationId id="{439B74AB-0553-48F7-8FEF-1D7B3F0B2C3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a:ext uri="{FF2B5EF4-FFF2-40B4-BE49-F238E27FC236}">
                <ns2:creationId id="{603243D4-4837-4B79-92A8-5EA5293C0B3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 설명과 형성평가</a:t>
            </a:r>
          </a:p>
        </p:txBody>
      </p:sp>
      <p:sp>
        <p:nvSpPr>
          <p:cNvPr id="5" name="title">
            <a:extLst>
              <a:ext uri="{FF2B5EF4-FFF2-40B4-BE49-F238E27FC236}">
                <ns2:creationId id="{474C6F88-C649-453D-B742-D7093FDCCDB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6" name="explanation">
            <a:extLst>
              <a:ext uri="{FF2B5EF4-FFF2-40B4-BE49-F238E27FC236}">
                <ns2:creationId id="{BEFA79FF-1D7B-4FB1-A99C-932D7244590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7" name="copyright">
            <a:extLst>
              <a:ext uri="{FF2B5EF4-FFF2-40B4-BE49-F238E27FC236}">
                <ns2:creationId id="{484B61C0-3657-4486-8E1C-2AFEC784CE2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9CDFF8C-FA49-4F4F-B13E-414AE0B514FB}"/>
              </a:ext>
            </a:extLst>
          </p:cNvPr>
          <p:cNvPicPr>
            <a:picLocks noChangeAspect="1"/>
          </p:cNvPicPr>
          <p:nvPr/>
        </p:nvPicPr>
        <p:blipFill>
          <a:blip ns3:embed="R2f17330dbcac48d5"/>
          <a:stretch/>
        </p:blipFill>
        <p:spPr>
          <a:xfrm>
            <a:off x="1809750" y="5842428"/>
            <a:ext cx="4095750" cy="3078894"/>
          </a:xfrm>
          <a:prstGeom prst="rect">
            <a:avLst/>
          </a:prstGeom>
        </p:spPr>
      </p:pic>
      <p:sp>
        <p:nvSpPr>
          <p:cNvPr id="9" name="return">
            <a:extLst>
              <a:ext uri="{FF2B5EF4-FFF2-40B4-BE49-F238E27FC236}">
                <ns2:creationId id="{D6E2FEFF-EFA0-40D0-B064-8BC6B381E56E}"/>
              </a:ext>
            </a:extLst>
          </p:cNvPr>
          <p:cNvSpPr>
            <a:spLocks noGrp="1"/>
          </p:cNvSpPr>
          <p:nvPr/>
        </p:nvSpPr>
        <p:spPr>
          <a:xfrm>
            <a:off x="7334250" y="4667250"/>
            <a:ext cx="9334500" cy="1809750"/>
          </a:xfrm>
          <a:prstGeom prst="rect">
            <a:avLst/>
          </a:prstGeom>
          <a:noFill/>
          <a:ln w="0">
            <a:noFill/>
          </a:ln>
        </p:spPr>
        <p:txBody>
          <a:bodyPr wrap="none" lIns="0" tIns="0" rIns="0" bIns="0" anchor="t">
            <a:noAutofit/>
          </a:bodyPr>
          <a:lstStyle>
            <a:defPPr algn="l">
              <a:defRPr sz="3375" b="1">
                <a:solidFill>
                  <a:srgbClr val="111111"/>
                </a:solidFill>
                <a:latin typeface="Pretendard"/>
                <a:ea typeface="Pretendard"/>
                <a:cs typeface="Pretendard"/>
              </a:defRPr>
            </a:defPPr>
            <a:lvl1pPr algn="l">
              <a:defRPr sz="3375" b="1">
                <a:solidFill>
                  <a:srgbClr val="111111"/>
                </a:solidFill>
                <a:latin typeface="Pretendard"/>
                <a:ea typeface="Pretendard"/>
                <a:cs typeface="Pretendard"/>
              </a:defRPr>
            </a:lvl1pPr>
            <a:lvl2pPr algn="l">
              <a:defRPr sz="3375" b="1">
                <a:solidFill>
                  <a:srgbClr val="111111"/>
                </a:solidFill>
                <a:latin typeface="Pretendard"/>
                <a:ea typeface="Pretendard"/>
                <a:cs typeface="Pretendard"/>
              </a:defRPr>
            </a:lvl2pPr>
            <a:lvl3pPr algn="l">
              <a:defRPr sz="3375" b="1">
                <a:solidFill>
                  <a:srgbClr val="111111"/>
                </a:solidFill>
                <a:latin typeface="Pretendard"/>
                <a:ea typeface="Pretendard"/>
                <a:cs typeface="Pretendard"/>
              </a:defRPr>
            </a:lvl3pPr>
            <a:lvl4pPr algn="l">
              <a:defRPr sz="3375" b="1">
                <a:solidFill>
                  <a:srgbClr val="111111"/>
                </a:solidFill>
                <a:latin typeface="Pretendard"/>
                <a:ea typeface="Pretendard"/>
                <a:cs typeface="Pretendard"/>
              </a:defRPr>
            </a:lvl4pPr>
            <a:lvl5pPr algn="l">
              <a:defRPr sz="3375" b="1">
                <a:solidFill>
                  <a:srgbClr val="111111"/>
                </a:solidFill>
                <a:latin typeface="Pretendard"/>
                <a:ea typeface="Pretendard"/>
                <a:cs typeface="Pretendard"/>
              </a:defRPr>
            </a:lvl5pPr>
            <a:lvl6pPr algn="l">
              <a:defRPr sz="3375" b="1">
                <a:solidFill>
                  <a:srgbClr val="111111"/>
                </a:solidFill>
                <a:latin typeface="Pretendard"/>
                <a:ea typeface="Pretendard"/>
                <a:cs typeface="Pretendard"/>
              </a:defRPr>
            </a:lvl6pPr>
            <a:lvl7pPr algn="l">
              <a:defRPr sz="3375" b="1">
                <a:solidFill>
                  <a:srgbClr val="111111"/>
                </a:solidFill>
                <a:latin typeface="Pretendard"/>
                <a:ea typeface="Pretendard"/>
                <a:cs typeface="Pretendard"/>
              </a:defRPr>
            </a:lvl7pPr>
            <a:lvl8pPr algn="l">
              <a:defRPr sz="3375" b="1">
                <a:solidFill>
                  <a:srgbClr val="111111"/>
                </a:solidFill>
                <a:latin typeface="Pretendard"/>
                <a:ea typeface="Pretendard"/>
                <a:cs typeface="Pretendard"/>
              </a:defRPr>
            </a:lvl8pPr>
            <a:lvl9pPr algn="l">
              <a:defRPr sz="3375" b="1">
                <a:solidFill>
                  <a:srgbClr val="111111"/>
                </a:solidFill>
                <a:latin typeface="Pretendard"/>
                <a:ea typeface="Pretendard"/>
                <a:cs typeface="Pretendard"/>
              </a:defRPr>
            </a:lvl9pPr>
          </a:lstStyle>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손난로 속 철의 산화</a:t>
            </a:r>
          </a:p>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주위로 열 방출</a:t>
            </a:r>
          </a:p>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반응계의 ΔH &lt; 0</a:t>
            </a:r>
          </a:p>
        </p:txBody>
      </p:sp>
      <p:sp>
        <p:nvSpPr>
          <p:cNvPr id="10" name="exit">
            <a:extLst>
              <a:ext uri="{FF2B5EF4-FFF2-40B4-BE49-F238E27FC236}">
                <ns2:creationId id="{004BF6B3-B06D-41E9-B89A-56BB66559154}"/>
              </a:ext>
            </a:extLst>
          </p:cNvPr>
          <p:cNvSpPr>
            <a:spLocks noGrp="1"/>
          </p:cNvSpPr>
          <p:nvPr/>
        </p:nvSpPr>
        <p:spPr>
          <a:xfrm>
            <a:off x="7334250" y="6905625"/>
            <a:ext cx="9525000" cy="119062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H₂(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F₂(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2HF(</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a:t>
            </a:r>
          </a:p>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ΔH를 구해 보자</a:t>
            </a:r>
          </a:p>
        </p:txBody>
      </p:sp>
      <p:sp>
        <p:nvSpPr>
          <p:cNvPr id="11" name="answer-1">
            <a:extLst>
              <a:ext uri="{FF2B5EF4-FFF2-40B4-BE49-F238E27FC236}">
                <ns2:creationId id="{A6D78258-77A9-46CA-9B8D-7B5E73B12597}"/>
              </a:ext>
            </a:extLst>
          </p:cNvPr>
          <p:cNvSpPr>
            <a:spLocks noGrp="1"/>
          </p:cNvSpPr>
          <p:nvPr/>
        </p:nvSpPr>
        <p:spPr>
          <a:xfrm>
            <a:off x="6667500" y="8572500"/>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ΔH ≈ 436 + 159 − 2 × 570 = −545 kJ</a:t>
            </a:r>
          </a:p>
        </p:txBody>
      </p:sp>
    </p:spTree>
    <p:extLst>
      <p:ext uri="{BB962C8B-B14F-4D97-AF65-F5344CB8AC3E}">
        <ns4:creationId val="27233102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2026-10-19T16:08:38.4730000Z</dcterms:created>
  <dcterms:modified xsi:type="dcterms:W3CDTF">2026-10-19T16:08:38.4730000Z</dcterms:modified>
</coreProperties>
</file>